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  <p:sldMasterId id="2147483660" r:id="rId5"/>
  </p:sldMasterIdLst>
  <p:notesMasterIdLst>
    <p:notesMasterId r:id="rId93"/>
  </p:notesMasterIdLst>
  <p:handoutMasterIdLst>
    <p:handoutMasterId r:id="rId94"/>
  </p:handoutMasterIdLst>
  <p:sldIdLst>
    <p:sldId id="788" r:id="rId6"/>
    <p:sldId id="774" r:id="rId7"/>
    <p:sldId id="874" r:id="rId8"/>
    <p:sldId id="771" r:id="rId9"/>
    <p:sldId id="822" r:id="rId10"/>
    <p:sldId id="737" r:id="rId11"/>
    <p:sldId id="834" r:id="rId12"/>
    <p:sldId id="852" r:id="rId13"/>
    <p:sldId id="866" r:id="rId14"/>
    <p:sldId id="853" r:id="rId15"/>
    <p:sldId id="391" r:id="rId16"/>
    <p:sldId id="842" r:id="rId17"/>
    <p:sldId id="843" r:id="rId18"/>
    <p:sldId id="878" r:id="rId19"/>
    <p:sldId id="920" r:id="rId20"/>
    <p:sldId id="966" r:id="rId21"/>
    <p:sldId id="968" r:id="rId22"/>
    <p:sldId id="969" r:id="rId23"/>
    <p:sldId id="970" r:id="rId24"/>
    <p:sldId id="865" r:id="rId25"/>
    <p:sldId id="971" r:id="rId26"/>
    <p:sldId id="993" r:id="rId27"/>
    <p:sldId id="972" r:id="rId28"/>
    <p:sldId id="973" r:id="rId29"/>
    <p:sldId id="867" r:id="rId30"/>
    <p:sldId id="978" r:id="rId31"/>
    <p:sldId id="961" r:id="rId32"/>
    <p:sldId id="979" r:id="rId33"/>
    <p:sldId id="996" r:id="rId34"/>
    <p:sldId id="975" r:id="rId35"/>
    <p:sldId id="962" r:id="rId36"/>
    <p:sldId id="994" r:id="rId37"/>
    <p:sldId id="976" r:id="rId38"/>
    <p:sldId id="880" r:id="rId39"/>
    <p:sldId id="881" r:id="rId40"/>
    <p:sldId id="882" r:id="rId41"/>
    <p:sldId id="883" r:id="rId42"/>
    <p:sldId id="879" r:id="rId43"/>
    <p:sldId id="977" r:id="rId44"/>
    <p:sldId id="838" r:id="rId45"/>
    <p:sldId id="991" r:id="rId46"/>
    <p:sldId id="992" r:id="rId47"/>
    <p:sldId id="890" r:id="rId48"/>
    <p:sldId id="885" r:id="rId49"/>
    <p:sldId id="891" r:id="rId50"/>
    <p:sldId id="983" r:id="rId51"/>
    <p:sldId id="984" r:id="rId52"/>
    <p:sldId id="986" r:id="rId53"/>
    <p:sldId id="987" r:id="rId54"/>
    <p:sldId id="988" r:id="rId55"/>
    <p:sldId id="989" r:id="rId56"/>
    <p:sldId id="990" r:id="rId57"/>
    <p:sldId id="892" r:id="rId58"/>
    <p:sldId id="896" r:id="rId59"/>
    <p:sldId id="938" r:id="rId60"/>
    <p:sldId id="937" r:id="rId61"/>
    <p:sldId id="944" r:id="rId62"/>
    <p:sldId id="947" r:id="rId63"/>
    <p:sldId id="950" r:id="rId64"/>
    <p:sldId id="893" r:id="rId65"/>
    <p:sldId id="897" r:id="rId66"/>
    <p:sldId id="949" r:id="rId67"/>
    <p:sldId id="936" r:id="rId68"/>
    <p:sldId id="894" r:id="rId69"/>
    <p:sldId id="953" r:id="rId70"/>
    <p:sldId id="951" r:id="rId71"/>
    <p:sldId id="945" r:id="rId72"/>
    <p:sldId id="939" r:id="rId73"/>
    <p:sldId id="941" r:id="rId74"/>
    <p:sldId id="942" r:id="rId75"/>
    <p:sldId id="943" r:id="rId76"/>
    <p:sldId id="839" r:id="rId77"/>
    <p:sldId id="908" r:id="rId78"/>
    <p:sldId id="909" r:id="rId79"/>
    <p:sldId id="911" r:id="rId80"/>
    <p:sldId id="912" r:id="rId81"/>
    <p:sldId id="904" r:id="rId82"/>
    <p:sldId id="905" r:id="rId83"/>
    <p:sldId id="913" r:id="rId84"/>
    <p:sldId id="995" r:id="rId85"/>
    <p:sldId id="974" r:id="rId86"/>
    <p:sldId id="916" r:id="rId87"/>
    <p:sldId id="914" r:id="rId88"/>
    <p:sldId id="917" r:id="rId89"/>
    <p:sldId id="907" r:id="rId90"/>
    <p:sldId id="918" r:id="rId91"/>
    <p:sldId id="772" r:id="rId9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B05E62-894E-4219-B44F-0665E2909ADC}" v="12" dt="2022-01-28T21:03:03.7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55" autoAdjust="0"/>
    <p:restoredTop sz="94690"/>
  </p:normalViewPr>
  <p:slideViewPr>
    <p:cSldViewPr>
      <p:cViewPr varScale="1">
        <p:scale>
          <a:sx n="83" d="100"/>
          <a:sy n="83" d="100"/>
        </p:scale>
        <p:origin x="1037" y="51"/>
      </p:cViewPr>
      <p:guideLst>
        <p:guide orient="horz" pos="9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5.xml"/><Relationship Id="rId95" Type="http://schemas.openxmlformats.org/officeDocument/2006/relationships/presProps" Target="presProps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91" Type="http://schemas.openxmlformats.org/officeDocument/2006/relationships/slide" Target="slides/slide86.xml"/><Relationship Id="rId9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handoutMaster" Target="handoutMasters/handoutMaster1.xml"/><Relationship Id="rId9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theme" Target="theme/theme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microsoft.com/office/2015/10/relationships/revisionInfo" Target="revisionInfo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notesMaster" Target="notesMasters/notesMaster1.xml"/><Relationship Id="rId9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Maruf Ahamed" userId="6f647de5-aeca-43cd-b76c-e84c6089bcf4" providerId="ADAL" clId="{51B05E62-894E-4219-B44F-0665E2909ADC}"/>
    <pc:docChg chg="modSld">
      <pc:chgData name="Md Maruf Ahamed" userId="6f647de5-aeca-43cd-b76c-e84c6089bcf4" providerId="ADAL" clId="{51B05E62-894E-4219-B44F-0665E2909ADC}" dt="2022-01-28T21:03:03.796" v="12" actId="1036"/>
      <pc:docMkLst>
        <pc:docMk/>
      </pc:docMkLst>
      <pc:sldChg chg="modSp">
        <pc:chgData name="Md Maruf Ahamed" userId="6f647de5-aeca-43cd-b76c-e84c6089bcf4" providerId="ADAL" clId="{51B05E62-894E-4219-B44F-0665E2909ADC}" dt="2022-01-28T21:03:03.796" v="12" actId="1036"/>
        <pc:sldMkLst>
          <pc:docMk/>
          <pc:sldMk cId="0" sldId="896"/>
        </pc:sldMkLst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395" creationId="{F92C88DF-1305-49CF-B56E-90884AAFA2CF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399" creationId="{E194866D-7075-4A58-A338-C847CBD53C76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00" creationId="{0398DDB9-B05E-4596-A1D2-35311F0606AF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01" creationId="{A9AD46D5-24AA-462A-985C-35FE9AA42541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02" creationId="{B1042480-E8AB-4DCB-9ED4-E72C8581C3BA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09" creationId="{57CF13A8-07B9-4AAD-8A66-09AECD1A7EDB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14" creationId="{C466A0AE-D93D-4D69-9D94-864E25F0C2BB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15" creationId="{D2B892BF-A964-4AA5-8F48-8BDE23272027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23" creationId="{6663127F-CEC7-4206-A1C0-44833164943D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31" creationId="{680A6D3B-9F1F-4CAB-9C37-E270DE0E7A9B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33" creationId="{D6F3FA8E-1B7B-4C4A-BEDE-B65B29D66F3F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36" creationId="{AB817554-9574-40D4-BABD-A88F9F7FA8C8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37" creationId="{4F81BC18-6296-431A-A44C-7EEC847B88BB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41" creationId="{0A6DEBBF-3EBC-4B97-875A-B178A431C371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44" creationId="{0D518A88-EE08-4212-8A26-DE897CB9414B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47" creationId="{31698A9C-FCDF-4C78-BDF4-E45F921B7C78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57" creationId="{53B4B297-EF07-439A-A7C8-6CFC575F03DF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60" creationId="{A4219F81-711F-4834-B5BB-E2CBA50FD92B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61" creationId="{2DCCCB75-502C-4286-8171-611504FCA535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65" creationId="{08959AAD-956A-429F-A607-79EF60B20241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70" creationId="{F149BDB4-16AE-4D38-AD8A-89ED61CE152A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79" creationId="{BED07A3C-1380-4257-ABF3-5D13657A6980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81" creationId="{04E257C1-0120-4219-8805-7E66EE422865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83" creationId="{CD0133F7-764A-486B-BAAB-978A666B5615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84" creationId="{028EFED8-B8C9-4C09-A29A-454ECC8A71CE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92" creationId="{D9A1FA02-E380-46BB-B8D9-C2B57B99F91D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493" creationId="{7B4EF48F-AA06-415C-9F00-AB2D9EBF7E71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500" creationId="{AB08AF91-224B-4187-8621-24518AAD2F67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504" creationId="{4431935E-B69D-494D-B123-530B233D9D58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506" creationId="{BF797021-9F3C-4C2B-B99E-D8FA6F30EF46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507" creationId="{DBDB0D3F-EF05-4B21-A483-E1BC084034FC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515" creationId="{FD3A3A7D-3742-41DB-B62A-13DB4415C247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522" creationId="{3022D846-CD77-4FEA-B858-026F8510E62C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525" creationId="{5C108D7F-3F0A-4DD9-BFE0-45131EF55A96}"/>
          </ac:spMkLst>
        </pc:spChg>
        <pc:spChg chg="mod">
          <ac:chgData name="Md Maruf Ahamed" userId="6f647de5-aeca-43cd-b76c-e84c6089bcf4" providerId="ADAL" clId="{51B05E62-894E-4219-B44F-0665E2909ADC}" dt="2022-01-28T21:03:03.796" v="12" actId="1036"/>
          <ac:spMkLst>
            <pc:docMk/>
            <pc:sldMk cId="0" sldId="896"/>
            <ac:spMk id="59528" creationId="{56832746-6657-4694-8331-26F3639CA652}"/>
          </ac:spMkLst>
        </pc:spChg>
        <pc:grpChg chg="mod">
          <ac:chgData name="Md Maruf Ahamed" userId="6f647de5-aeca-43cd-b76c-e84c6089bcf4" providerId="ADAL" clId="{51B05E62-894E-4219-B44F-0665E2909ADC}" dt="2022-01-28T21:03:03.796" v="12" actId="1036"/>
          <ac:grpSpMkLst>
            <pc:docMk/>
            <pc:sldMk cId="0" sldId="896"/>
            <ac:grpSpMk id="59394" creationId="{6B583900-4468-4018-9D0D-A69EF3D6A594}"/>
          </ac:grpSpMkLst>
        </pc:grp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396" creationId="{2F982AD0-42FA-437D-9086-92D397ACBD8F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397" creationId="{B1BF725E-08B1-4699-9D93-B0E3B301BC8B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398" creationId="{0992B720-C0C9-4F86-B03E-479473E3C76F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03" creationId="{26EBF192-0BD5-486A-8F08-48A9A8B5E8F6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04" creationId="{A2335815-ED8A-411A-82E8-29342682947D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05" creationId="{F0D36565-A9EC-44B2-A642-26BB5C2A2FDC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06" creationId="{41538BBE-52E0-4AF5-9F0D-B8DBE7B4EAB3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07" creationId="{2E2CEBE4-DE17-4703-B400-8B8917710AC3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08" creationId="{57ED9223-8DB7-4758-BD5B-D85211471E4A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10" creationId="{9CF4B556-091B-441A-B41C-38A59C059B67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11" creationId="{CFE64535-3351-4DA7-95C5-D220F65646DF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12" creationId="{3E969218-7BD7-4D5C-BDFA-81DDC1561454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13" creationId="{9C759158-03E3-4447-9638-57A4AA55120C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16" creationId="{B19D5B28-DA3D-4753-B319-B8A895F7AD64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17" creationId="{3F337DF8-DDD9-4174-B3FD-D0E651440C53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18" creationId="{4ED19F36-F81B-44F1-AA81-6C5EB55B37A9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19" creationId="{8FF2BD8F-F460-44EC-A594-414650A4D4E9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20" creationId="{4D858B7D-C96E-4515-9AF7-CFC45683180A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21" creationId="{7D20EC45-C95F-40A1-B169-F53BF9A2E0CE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22" creationId="{1F1634DD-01E2-489E-87D3-F2EF8B09A71F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24" creationId="{A64CC50B-F6BB-4FD8-85F6-72AFC0CC1A9F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25" creationId="{39A27778-4ADD-48F3-B5C9-13D42B17E156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26" creationId="{6F4C1A23-8CBC-4D61-82FF-73D865AFEA8A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27" creationId="{D51C9521-63E2-4828-9886-93E3B9F68BB9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28" creationId="{70169290-13FF-4E00-9078-F3B2449FEDE0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29" creationId="{8AAA65CF-D94A-41AE-874E-47188ABDA748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30" creationId="{E2172FDA-27FC-4F9F-91CF-92AD2797081F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32" creationId="{F36BF591-E5D7-47E3-9FE7-FA5F9403155A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34" creationId="{975169C8-3D01-4DB2-BE71-B1767439AFC7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35" creationId="{CB1CD158-C114-44A0-A36B-29C124EED0A9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38" creationId="{F68E48A5-C36E-4987-9EC0-5F3D0D80F2F3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39" creationId="{B8819517-C951-4AE4-B4C2-38BD1C5026F7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40" creationId="{00B40CAC-F356-4679-AF43-08A51F45E506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42" creationId="{546F2F3A-43D9-4C38-BA57-C50815EFE254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43" creationId="{1FBB4744-CEF3-4FF9-A6CD-893485D7B648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45" creationId="{78F87F72-9C0E-459E-BA3E-62B3A64E4686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46" creationId="{1145F7DE-AF7B-417F-9BCA-96EF6834F3A6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48" creationId="{AE3C9F5B-4F42-4599-9646-306DC62C1ADD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49" creationId="{99E7A97A-1871-416E-A330-249A49297755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50" creationId="{1EED7B49-8A25-414D-8CF4-D5A8BBFBA457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51" creationId="{F9938CB7-6F57-4832-B6A8-942183EFB439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52" creationId="{D17C2912-7B3E-4A95-8F4F-309BBFE06785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53" creationId="{FF56C4AF-DFDF-4833-857C-4704CCC8595B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54" creationId="{BA4E9B45-BA48-4157-8A07-848159391E5C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55" creationId="{3B8D55A1-AEBE-47D0-A17B-4A67CCE57993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56" creationId="{2A7DAFA9-A7E3-440A-9C81-62563D0B7ACA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58" creationId="{15DB92DB-D9DB-42E1-9703-703E0EC4B4EE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59" creationId="{4C35C097-AD05-4113-9552-E843D8ECDB29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62" creationId="{A27375BE-5F38-4E86-AA07-4B871C737825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63" creationId="{41511878-EC7D-473F-A12B-0349AD1C879E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64" creationId="{95D844C1-DFF2-4A90-AEA7-882C9CE0CCA4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66" creationId="{5DE33736-2596-4371-BEBF-AADAD09D3C7F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67" creationId="{FEEFD797-6E8A-4B9A-875C-2CF6088A1272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68" creationId="{14394B0B-2FA4-438C-88D8-F99772679061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69" creationId="{F1BD8276-3024-48D8-AC53-1A3529EF8E44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71" creationId="{9B6847AF-D5A6-4931-B835-60A497E53A5A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72" creationId="{24057795-82D2-4C9B-9C5E-2369B0EB5F7B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73" creationId="{65AB711A-10C0-4CD4-B03B-E1FB9771800C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74" creationId="{72039647-D795-4C77-9933-89F9089DE0ED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75" creationId="{939F5A1D-EA39-4E62-A865-D910266C7DD7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76" creationId="{A491D2DB-1A58-4121-8D9C-BA8783856127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77" creationId="{BB139692-6E90-4F7C-84E9-C8694594A866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78" creationId="{74279467-D10C-4AD8-9721-6A001B75828F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80" creationId="{66B7ED91-8DF2-4DFC-8614-13DE88FF25A3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82" creationId="{D3BF04F9-DE41-4A8A-90B0-7833AC722A36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85" creationId="{CB3D170B-0638-4BFF-8165-9EDC62183F90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86" creationId="{FED9E1FC-8790-4584-9272-CB56274DBCE2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87" creationId="{908D9F36-D6BE-4C23-B255-B5F2695132D1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88" creationId="{C2F6F3DA-E78F-4660-9534-D40DF4E0D589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89" creationId="{E960770C-07B3-4A05-9441-C9C1039808B7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90" creationId="{20CD8C5C-5CEE-40B8-9752-6C01E77AB59A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91" creationId="{F3C7A739-9053-4DA0-92A3-C8B3C63432BC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94" creationId="{597DD388-490C-4904-BB6F-15990D183BF5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95" creationId="{DF41D625-87A6-4073-B10A-65A19F12CD3E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96" creationId="{FA636A7D-0E50-43F3-8EF4-D0717A8F9832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97" creationId="{92665446-4031-4381-94B2-500A4889409A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98" creationId="{A08578CD-430B-4202-A158-54748A878D0F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499" creationId="{5AC728FB-1B66-488F-B190-A4AB7DE315F9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01" creationId="{57CA1EAA-729B-4258-89BC-99EAAF2DC47B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02" creationId="{9384BE10-3BA4-4734-A4BF-F14868C0261E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03" creationId="{7CDB2CDB-7B8F-4458-8278-CA8D78B52D10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05" creationId="{F4A5088F-66AE-478D-A9BF-017982ED549B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08" creationId="{2EB7E393-1C17-4ED1-9783-BA9569DE9377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09" creationId="{9EFF29F3-21D1-497B-8951-FDBB8EAFF62A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10" creationId="{2D266303-B6AA-483B-8A17-5AC80A6BF2A2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11" creationId="{FE513763-0521-4A24-B47F-F5E0C00C4B6C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12" creationId="{D174EECB-E871-4EB9-A326-6B3126EF9B6C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13" creationId="{870B9CAB-C2D9-414F-B656-6FFCDA7CB7AF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14" creationId="{10E306D7-E7D9-4D9E-8301-F67A4CBD539C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16" creationId="{17106D1A-B522-4754-B73B-53F9BE46ABA6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17" creationId="{36B419E6-2B34-4B59-B29C-31677EE7E09C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18" creationId="{7DB2158D-16DF-4B9C-8C23-BDCEE76F5A70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19" creationId="{C7ED538E-510B-47B4-8947-E13DFC3DF39C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20" creationId="{579AAACB-3644-41E6-8EC4-158E92075A25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21" creationId="{5DCC916A-6708-4B1F-8CA4-666CF5AA0E91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23" creationId="{B97D1901-CA7C-4F06-88B1-1ABCC8EBE30E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24" creationId="{A5611DE3-0A21-45C9-965C-0975CC2DF528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26" creationId="{C7E097A5-3A4B-42FF-87D3-012D4E8BE1C5}"/>
          </ac:picMkLst>
        </pc:picChg>
        <pc:picChg chg="mod">
          <ac:chgData name="Md Maruf Ahamed" userId="6f647de5-aeca-43cd-b76c-e84c6089bcf4" providerId="ADAL" clId="{51B05E62-894E-4219-B44F-0665E2909ADC}" dt="2022-01-28T21:03:03.796" v="12" actId="1036"/>
          <ac:picMkLst>
            <pc:docMk/>
            <pc:sldMk cId="0" sldId="896"/>
            <ac:picMk id="59527" creationId="{EC45DA09-91FE-47FF-93BC-D9565AA1A2FF}"/>
          </ac:picMkLst>
        </pc:picChg>
      </pc:sldChg>
      <pc:sldChg chg="addSp modSp mod">
        <pc:chgData name="Md Maruf Ahamed" userId="6f647de5-aeca-43cd-b76c-e84c6089bcf4" providerId="ADAL" clId="{51B05E62-894E-4219-B44F-0665E2909ADC}" dt="2022-01-28T20:31:53.619" v="1" actId="9405"/>
        <pc:sldMkLst>
          <pc:docMk/>
          <pc:sldMk cId="1950832174" sldId="975"/>
        </pc:sldMkLst>
        <pc:inkChg chg="mod">
          <ac:chgData name="Md Maruf Ahamed" userId="6f647de5-aeca-43cd-b76c-e84c6089bcf4" providerId="ADAL" clId="{51B05E62-894E-4219-B44F-0665E2909ADC}" dt="2022-01-28T20:31:50.326" v="0"/>
          <ac:inkMkLst>
            <pc:docMk/>
            <pc:sldMk cId="1950832174" sldId="975"/>
            <ac:inkMk id="3" creationId="{3A0EA3BF-D43E-4908-8562-B376B921ADDF}"/>
          </ac:inkMkLst>
        </pc:inkChg>
        <pc:inkChg chg="add">
          <ac:chgData name="Md Maruf Ahamed" userId="6f647de5-aeca-43cd-b76c-e84c6089bcf4" providerId="ADAL" clId="{51B05E62-894E-4219-B44F-0665E2909ADC}" dt="2022-01-28T20:31:53.619" v="1" actId="9405"/>
          <ac:inkMkLst>
            <pc:docMk/>
            <pc:sldMk cId="1950832174" sldId="975"/>
            <ac:inkMk id="4" creationId="{149AF10A-0BB6-4E86-913E-DBA115C61BFB}"/>
          </ac:inkMkLst>
        </pc:inkChg>
      </pc:sldChg>
    </pc:docChg>
  </pc:docChgLst>
  <pc:docChgLst>
    <pc:chgData name="Ahamed, Md Maruf [E CPE]" userId="6f647de5-aeca-43cd-b76c-e84c6089bcf4" providerId="ADAL" clId="{C2FB9565-709C-4B6E-97D1-05652CFDD7D4}"/>
    <pc:docChg chg="custSel addSld delSld modSld sldOrd">
      <pc:chgData name="Ahamed, Md Maruf [E CPE]" userId="6f647de5-aeca-43cd-b76c-e84c6089bcf4" providerId="ADAL" clId="{C2FB9565-709C-4B6E-97D1-05652CFDD7D4}" dt="2022-01-28T19:48:08.924" v="202" actId="20577"/>
      <pc:docMkLst>
        <pc:docMk/>
      </pc:docMkLst>
      <pc:sldChg chg="modSp ord">
        <pc:chgData name="Ahamed, Md Maruf [E CPE]" userId="6f647de5-aeca-43cd-b76c-e84c6089bcf4" providerId="ADAL" clId="{C2FB9565-709C-4B6E-97D1-05652CFDD7D4}" dt="2022-01-28T19:03:40.018" v="22" actId="20577"/>
        <pc:sldMkLst>
          <pc:docMk/>
          <pc:sldMk cId="1865281566" sldId="774"/>
        </pc:sldMkLst>
        <pc:spChg chg="mod">
          <ac:chgData name="Ahamed, Md Maruf [E CPE]" userId="6f647de5-aeca-43cd-b76c-e84c6089bcf4" providerId="ADAL" clId="{C2FB9565-709C-4B6E-97D1-05652CFDD7D4}" dt="2022-01-28T19:03:40.018" v="22" actId="20577"/>
          <ac:spMkLst>
            <pc:docMk/>
            <pc:sldMk cId="1865281566" sldId="774"/>
            <ac:spMk id="207875" creationId="{D583FDE5-0A59-BD41-A182-AC71C16B0812}"/>
          </ac:spMkLst>
        </pc:spChg>
      </pc:sldChg>
      <pc:sldChg chg="delSp">
        <pc:chgData name="Ahamed, Md Maruf [E CPE]" userId="6f647de5-aeca-43cd-b76c-e84c6089bcf4" providerId="ADAL" clId="{C2FB9565-709C-4B6E-97D1-05652CFDD7D4}" dt="2022-01-28T19:05:19.420" v="23" actId="478"/>
        <pc:sldMkLst>
          <pc:docMk/>
          <pc:sldMk cId="0" sldId="822"/>
        </pc:sldMkLst>
        <pc:inkChg chg="del">
          <ac:chgData name="Ahamed, Md Maruf [E CPE]" userId="6f647de5-aeca-43cd-b76c-e84c6089bcf4" providerId="ADAL" clId="{C2FB9565-709C-4B6E-97D1-05652CFDD7D4}" dt="2022-01-28T19:05:19.420" v="23" actId="478"/>
          <ac:inkMkLst>
            <pc:docMk/>
            <pc:sldMk cId="0" sldId="822"/>
            <ac:inkMk id="2" creationId="{F84BD3B7-97C9-4F4B-A3A5-418A321FD2DF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21:41.979" v="118" actId="478"/>
        <pc:sldMkLst>
          <pc:docMk/>
          <pc:sldMk cId="0" sldId="838"/>
        </pc:sldMkLst>
        <pc:inkChg chg="del">
          <ac:chgData name="Ahamed, Md Maruf [E CPE]" userId="6f647de5-aeca-43cd-b76c-e84c6089bcf4" providerId="ADAL" clId="{C2FB9565-709C-4B6E-97D1-05652CFDD7D4}" dt="2022-01-28T19:21:41.979" v="118" actId="478"/>
          <ac:inkMkLst>
            <pc:docMk/>
            <pc:sldMk cId="0" sldId="838"/>
            <ac:inkMk id="5" creationId="{702B921D-0AA3-43E0-90BF-7D9308894009}"/>
          </ac:inkMkLst>
        </pc:inkChg>
      </pc:sldChg>
      <pc:sldChg chg="delSp modSp">
        <pc:chgData name="Ahamed, Md Maruf [E CPE]" userId="6f647de5-aeca-43cd-b76c-e84c6089bcf4" providerId="ADAL" clId="{C2FB9565-709C-4B6E-97D1-05652CFDD7D4}" dt="2022-01-28T19:39:08.545" v="164" actId="1035"/>
        <pc:sldMkLst>
          <pc:docMk/>
          <pc:sldMk cId="0" sldId="839"/>
        </pc:sldMkLst>
        <pc:spChg chg="mod">
          <ac:chgData name="Ahamed, Md Maruf [E CPE]" userId="6f647de5-aeca-43cd-b76c-e84c6089bcf4" providerId="ADAL" clId="{C2FB9565-709C-4B6E-97D1-05652CFDD7D4}" dt="2022-01-28T19:39:04.644" v="157" actId="1035"/>
          <ac:spMkLst>
            <pc:docMk/>
            <pc:sldMk cId="0" sldId="839"/>
            <ac:spMk id="79873" creationId="{ACC5D2B5-D86E-43FB-9BE5-4588EDEDA268}"/>
          </ac:spMkLst>
        </pc:spChg>
        <pc:grpChg chg="mod">
          <ac:chgData name="Ahamed, Md Maruf [E CPE]" userId="6f647de5-aeca-43cd-b76c-e84c6089bcf4" providerId="ADAL" clId="{C2FB9565-709C-4B6E-97D1-05652CFDD7D4}" dt="2022-01-28T19:39:08.545" v="164" actId="1035"/>
          <ac:grpSpMkLst>
            <pc:docMk/>
            <pc:sldMk cId="0" sldId="839"/>
            <ac:grpSpMk id="79874" creationId="{59EE9E50-7CB6-4424-A6C3-3E361785D234}"/>
          </ac:grpSpMkLst>
        </pc:grpChg>
        <pc:inkChg chg="del">
          <ac:chgData name="Ahamed, Md Maruf [E CPE]" userId="6f647de5-aeca-43cd-b76c-e84c6089bcf4" providerId="ADAL" clId="{C2FB9565-709C-4B6E-97D1-05652CFDD7D4}" dt="2022-01-28T19:39:01.024" v="155" actId="478"/>
          <ac:inkMkLst>
            <pc:docMk/>
            <pc:sldMk cId="0" sldId="839"/>
            <ac:inkMk id="2" creationId="{7B3AC0FC-2B72-4EC7-8AB7-5ED102267264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07:37.238" v="24" actId="478"/>
        <pc:sldMkLst>
          <pc:docMk/>
          <pc:sldMk cId="0" sldId="842"/>
        </pc:sldMkLst>
        <pc:inkChg chg="del">
          <ac:chgData name="Ahamed, Md Maruf [E CPE]" userId="6f647de5-aeca-43cd-b76c-e84c6089bcf4" providerId="ADAL" clId="{C2FB9565-709C-4B6E-97D1-05652CFDD7D4}" dt="2022-01-28T19:07:37.238" v="24" actId="478"/>
          <ac:inkMkLst>
            <pc:docMk/>
            <pc:sldMk cId="0" sldId="842"/>
            <ac:inkMk id="2" creationId="{B3F4FD1A-9C5F-4A49-976F-4B7AB61CE094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07:49.244" v="25" actId="478"/>
        <pc:sldMkLst>
          <pc:docMk/>
          <pc:sldMk cId="0" sldId="843"/>
        </pc:sldMkLst>
        <pc:inkChg chg="del">
          <ac:chgData name="Ahamed, Md Maruf [E CPE]" userId="6f647de5-aeca-43cd-b76c-e84c6089bcf4" providerId="ADAL" clId="{C2FB9565-709C-4B6E-97D1-05652CFDD7D4}" dt="2022-01-28T19:07:49.244" v="25" actId="478"/>
          <ac:inkMkLst>
            <pc:docMk/>
            <pc:sldMk cId="0" sldId="843"/>
            <ac:inkMk id="2" creationId="{261F3032-83FF-4F18-A1AA-FE885B1E2235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09:45.574" v="31" actId="478"/>
        <pc:sldMkLst>
          <pc:docMk/>
          <pc:sldMk cId="0" sldId="865"/>
        </pc:sldMkLst>
        <pc:inkChg chg="del">
          <ac:chgData name="Ahamed, Md Maruf [E CPE]" userId="6f647de5-aeca-43cd-b76c-e84c6089bcf4" providerId="ADAL" clId="{C2FB9565-709C-4B6E-97D1-05652CFDD7D4}" dt="2022-01-28T19:09:45.574" v="31" actId="478"/>
          <ac:inkMkLst>
            <pc:docMk/>
            <pc:sldMk cId="0" sldId="865"/>
            <ac:inkMk id="5" creationId="{06705250-DCED-46CC-A413-05D5CE9D3856}"/>
          </ac:inkMkLst>
        </pc:inkChg>
      </pc:sldChg>
      <pc:sldChg chg="addSp delSp modSp">
        <pc:chgData name="Ahamed, Md Maruf [E CPE]" userId="6f647de5-aeca-43cd-b76c-e84c6089bcf4" providerId="ADAL" clId="{C2FB9565-709C-4B6E-97D1-05652CFDD7D4}" dt="2022-01-28T19:12:02.765" v="65" actId="1076"/>
        <pc:sldMkLst>
          <pc:docMk/>
          <pc:sldMk cId="0" sldId="867"/>
        </pc:sldMkLst>
        <pc:spChg chg="add mod">
          <ac:chgData name="Ahamed, Md Maruf [E CPE]" userId="6f647de5-aeca-43cd-b76c-e84c6089bcf4" providerId="ADAL" clId="{C2FB9565-709C-4B6E-97D1-05652CFDD7D4}" dt="2022-01-28T19:11:39.942" v="61" actId="1035"/>
          <ac:spMkLst>
            <pc:docMk/>
            <pc:sldMk cId="0" sldId="867"/>
            <ac:spMk id="154" creationId="{FA24379D-1077-48B3-9C58-80773A4EFFB2}"/>
          </ac:spMkLst>
        </pc:spChg>
        <pc:spChg chg="add mod">
          <ac:chgData name="Ahamed, Md Maruf [E CPE]" userId="6f647de5-aeca-43cd-b76c-e84c6089bcf4" providerId="ADAL" clId="{C2FB9565-709C-4B6E-97D1-05652CFDD7D4}" dt="2022-01-28T19:11:39.942" v="61" actId="1035"/>
          <ac:spMkLst>
            <pc:docMk/>
            <pc:sldMk cId="0" sldId="867"/>
            <ac:spMk id="155" creationId="{3787A1A4-B96E-4B32-B496-19EF3567F7D3}"/>
          </ac:spMkLst>
        </pc:spChg>
        <pc:spChg chg="add mod">
          <ac:chgData name="Ahamed, Md Maruf [E CPE]" userId="6f647de5-aeca-43cd-b76c-e84c6089bcf4" providerId="ADAL" clId="{C2FB9565-709C-4B6E-97D1-05652CFDD7D4}" dt="2022-01-28T19:11:39.942" v="61" actId="1035"/>
          <ac:spMkLst>
            <pc:docMk/>
            <pc:sldMk cId="0" sldId="867"/>
            <ac:spMk id="156" creationId="{5B0665C1-A841-4D80-8EE1-1A6A12198AF8}"/>
          </ac:spMkLst>
        </pc:spChg>
        <pc:grpChg chg="mod">
          <ac:chgData name="Ahamed, Md Maruf [E CPE]" userId="6f647de5-aeca-43cd-b76c-e84c6089bcf4" providerId="ADAL" clId="{C2FB9565-709C-4B6E-97D1-05652CFDD7D4}" dt="2022-01-28T19:11:54.442" v="62" actId="1076"/>
          <ac:grpSpMkLst>
            <pc:docMk/>
            <pc:sldMk cId="0" sldId="867"/>
            <ac:grpSpMk id="124" creationId="{481DD119-01C0-42FA-8191-960A7A960F51}"/>
          </ac:grpSpMkLst>
        </pc:grpChg>
        <pc:picChg chg="mod">
          <ac:chgData name="Ahamed, Md Maruf [E CPE]" userId="6f647de5-aeca-43cd-b76c-e84c6089bcf4" providerId="ADAL" clId="{C2FB9565-709C-4B6E-97D1-05652CFDD7D4}" dt="2022-01-28T19:12:02.765" v="65" actId="1076"/>
          <ac:picMkLst>
            <pc:docMk/>
            <pc:sldMk cId="0" sldId="867"/>
            <ac:picMk id="75" creationId="{731D742E-7EBE-44AD-AABA-32A06052C5F7}"/>
          </ac:picMkLst>
        </pc:picChg>
        <pc:picChg chg="mod">
          <ac:chgData name="Ahamed, Md Maruf [E CPE]" userId="6f647de5-aeca-43cd-b76c-e84c6089bcf4" providerId="ADAL" clId="{C2FB9565-709C-4B6E-97D1-05652CFDD7D4}" dt="2022-01-28T19:11:59.386" v="63" actId="1076"/>
          <ac:picMkLst>
            <pc:docMk/>
            <pc:sldMk cId="0" sldId="867"/>
            <ac:picMk id="98" creationId="{5690C97B-2F62-4BE2-BB4C-B363E89C6C41}"/>
          </ac:picMkLst>
        </pc:picChg>
        <pc:picChg chg="mod">
          <ac:chgData name="Ahamed, Md Maruf [E CPE]" userId="6f647de5-aeca-43cd-b76c-e84c6089bcf4" providerId="ADAL" clId="{C2FB9565-709C-4B6E-97D1-05652CFDD7D4}" dt="2022-01-28T19:12:01.004" v="64" actId="1076"/>
          <ac:picMkLst>
            <pc:docMk/>
            <pc:sldMk cId="0" sldId="867"/>
            <ac:picMk id="99" creationId="{DAE5C2EB-A624-44C2-B2F2-EB55403E0C7E}"/>
          </ac:picMkLst>
        </pc:picChg>
        <pc:picChg chg="add mod">
          <ac:chgData name="Ahamed, Md Maruf [E CPE]" userId="6f647de5-aeca-43cd-b76c-e84c6089bcf4" providerId="ADAL" clId="{C2FB9565-709C-4B6E-97D1-05652CFDD7D4}" dt="2022-01-28T19:11:39.942" v="61" actId="1035"/>
          <ac:picMkLst>
            <pc:docMk/>
            <pc:sldMk cId="0" sldId="867"/>
            <ac:picMk id="150" creationId="{6F9D1AC9-ACAB-45AE-9F6C-D54567559DCC}"/>
          </ac:picMkLst>
        </pc:picChg>
        <pc:picChg chg="add mod">
          <ac:chgData name="Ahamed, Md Maruf [E CPE]" userId="6f647de5-aeca-43cd-b76c-e84c6089bcf4" providerId="ADAL" clId="{C2FB9565-709C-4B6E-97D1-05652CFDD7D4}" dt="2022-01-28T19:11:39.942" v="61" actId="1035"/>
          <ac:picMkLst>
            <pc:docMk/>
            <pc:sldMk cId="0" sldId="867"/>
            <ac:picMk id="151" creationId="{F1B7CFAF-84F7-471A-AC75-7AC946E0696B}"/>
          </ac:picMkLst>
        </pc:picChg>
        <pc:picChg chg="add mod">
          <ac:chgData name="Ahamed, Md Maruf [E CPE]" userId="6f647de5-aeca-43cd-b76c-e84c6089bcf4" providerId="ADAL" clId="{C2FB9565-709C-4B6E-97D1-05652CFDD7D4}" dt="2022-01-28T19:11:39.942" v="61" actId="1035"/>
          <ac:picMkLst>
            <pc:docMk/>
            <pc:sldMk cId="0" sldId="867"/>
            <ac:picMk id="152" creationId="{15B0F408-377B-41BA-AA71-F05285B08005}"/>
          </ac:picMkLst>
        </pc:picChg>
        <pc:picChg chg="add mod">
          <ac:chgData name="Ahamed, Md Maruf [E CPE]" userId="6f647de5-aeca-43cd-b76c-e84c6089bcf4" providerId="ADAL" clId="{C2FB9565-709C-4B6E-97D1-05652CFDD7D4}" dt="2022-01-28T19:11:39.942" v="61" actId="1035"/>
          <ac:picMkLst>
            <pc:docMk/>
            <pc:sldMk cId="0" sldId="867"/>
            <ac:picMk id="153" creationId="{888A276A-9365-4027-9C3A-76FF0FCD71F8}"/>
          </ac:picMkLst>
        </pc:picChg>
        <pc:inkChg chg="del">
          <ac:chgData name="Ahamed, Md Maruf [E CPE]" userId="6f647de5-aeca-43cd-b76c-e84c6089bcf4" providerId="ADAL" clId="{C2FB9565-709C-4B6E-97D1-05652CFDD7D4}" dt="2022-01-28T19:10:47.006" v="38" actId="478"/>
          <ac:inkMkLst>
            <pc:docMk/>
            <pc:sldMk cId="0" sldId="867"/>
            <ac:inkMk id="2" creationId="{1D64A3E4-66F2-421F-A65B-E8B9CD098C8D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20:25.733" v="116" actId="478"/>
        <pc:sldMkLst>
          <pc:docMk/>
          <pc:sldMk cId="0" sldId="881"/>
        </pc:sldMkLst>
        <pc:inkChg chg="del">
          <ac:chgData name="Ahamed, Md Maruf [E CPE]" userId="6f647de5-aeca-43cd-b76c-e84c6089bcf4" providerId="ADAL" clId="{C2FB9565-709C-4B6E-97D1-05652CFDD7D4}" dt="2022-01-28T19:20:25.733" v="116" actId="478"/>
          <ac:inkMkLst>
            <pc:docMk/>
            <pc:sldMk cId="0" sldId="881"/>
            <ac:inkMk id="2" creationId="{3AA79C9C-66C7-48A2-88D0-F33BE82B6974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20:42.766" v="117" actId="478"/>
        <pc:sldMkLst>
          <pc:docMk/>
          <pc:sldMk cId="0" sldId="883"/>
        </pc:sldMkLst>
        <pc:inkChg chg="del">
          <ac:chgData name="Ahamed, Md Maruf [E CPE]" userId="6f647de5-aeca-43cd-b76c-e84c6089bcf4" providerId="ADAL" clId="{C2FB9565-709C-4B6E-97D1-05652CFDD7D4}" dt="2022-01-28T19:20:42.766" v="117" actId="478"/>
          <ac:inkMkLst>
            <pc:docMk/>
            <pc:sldMk cId="0" sldId="883"/>
            <ac:inkMk id="2" creationId="{A0FE591F-487D-48B5-9B38-2EB1006A8CF5}"/>
          </ac:inkMkLst>
        </pc:inkChg>
      </pc:sldChg>
      <pc:sldChg chg="del">
        <pc:chgData name="Ahamed, Md Maruf [E CPE]" userId="6f647de5-aeca-43cd-b76c-e84c6089bcf4" providerId="ADAL" clId="{C2FB9565-709C-4B6E-97D1-05652CFDD7D4}" dt="2022-01-28T19:22:49.143" v="122" actId="2696"/>
        <pc:sldMkLst>
          <pc:docMk/>
          <pc:sldMk cId="0" sldId="887"/>
        </pc:sldMkLst>
      </pc:sldChg>
      <pc:sldChg chg="delSp del">
        <pc:chgData name="Ahamed, Md Maruf [E CPE]" userId="6f647de5-aeca-43cd-b76c-e84c6089bcf4" providerId="ADAL" clId="{C2FB9565-709C-4B6E-97D1-05652CFDD7D4}" dt="2022-01-28T19:22:36.756" v="121" actId="2696"/>
        <pc:sldMkLst>
          <pc:docMk/>
          <pc:sldMk cId="0" sldId="889"/>
        </pc:sldMkLst>
        <pc:inkChg chg="del">
          <ac:chgData name="Ahamed, Md Maruf [E CPE]" userId="6f647de5-aeca-43cd-b76c-e84c6089bcf4" providerId="ADAL" clId="{C2FB9565-709C-4B6E-97D1-05652CFDD7D4}" dt="2022-01-28T19:22:29.645" v="120" actId="478"/>
          <ac:inkMkLst>
            <pc:docMk/>
            <pc:sldMk cId="0" sldId="889"/>
            <ac:inkMk id="2" creationId="{B6BEEC14-6B1D-49F0-B239-808B91681FAA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22:57.693" v="123" actId="478"/>
        <pc:sldMkLst>
          <pc:docMk/>
          <pc:sldMk cId="0" sldId="891"/>
        </pc:sldMkLst>
        <pc:inkChg chg="del">
          <ac:chgData name="Ahamed, Md Maruf [E CPE]" userId="6f647de5-aeca-43cd-b76c-e84c6089bcf4" providerId="ADAL" clId="{C2FB9565-709C-4B6E-97D1-05652CFDD7D4}" dt="2022-01-28T19:22:57.693" v="123" actId="478"/>
          <ac:inkMkLst>
            <pc:docMk/>
            <pc:sldMk cId="0" sldId="891"/>
            <ac:inkMk id="2" creationId="{4E21C532-4F4A-4953-A1FA-E7B44C912FB1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24:36.269" v="127" actId="478"/>
        <pc:sldMkLst>
          <pc:docMk/>
          <pc:sldMk cId="0" sldId="892"/>
        </pc:sldMkLst>
        <pc:inkChg chg="del">
          <ac:chgData name="Ahamed, Md Maruf [E CPE]" userId="6f647de5-aeca-43cd-b76c-e84c6089bcf4" providerId="ADAL" clId="{C2FB9565-709C-4B6E-97D1-05652CFDD7D4}" dt="2022-01-28T19:24:36.269" v="127" actId="478"/>
          <ac:inkMkLst>
            <pc:docMk/>
            <pc:sldMk cId="0" sldId="892"/>
            <ac:inkMk id="2" creationId="{E6F914B2-3A93-495F-AA56-2B16D3E0667C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25:50.041" v="136" actId="478"/>
        <pc:sldMkLst>
          <pc:docMk/>
          <pc:sldMk cId="0" sldId="893"/>
        </pc:sldMkLst>
        <pc:inkChg chg="del">
          <ac:chgData name="Ahamed, Md Maruf [E CPE]" userId="6f647de5-aeca-43cd-b76c-e84c6089bcf4" providerId="ADAL" clId="{C2FB9565-709C-4B6E-97D1-05652CFDD7D4}" dt="2022-01-28T19:25:50.041" v="136" actId="478"/>
          <ac:inkMkLst>
            <pc:docMk/>
            <pc:sldMk cId="0" sldId="893"/>
            <ac:inkMk id="2" creationId="{08C7B9BE-C188-4A15-B46A-2F8C3E6E680F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38:19.180" v="151" actId="478"/>
        <pc:sldMkLst>
          <pc:docMk/>
          <pc:sldMk cId="0" sldId="894"/>
        </pc:sldMkLst>
        <pc:inkChg chg="del">
          <ac:chgData name="Ahamed, Md Maruf [E CPE]" userId="6f647de5-aeca-43cd-b76c-e84c6089bcf4" providerId="ADAL" clId="{C2FB9565-709C-4B6E-97D1-05652CFDD7D4}" dt="2022-01-28T19:38:19.180" v="151" actId="478"/>
          <ac:inkMkLst>
            <pc:docMk/>
            <pc:sldMk cId="0" sldId="894"/>
            <ac:inkMk id="2" creationId="{4443922B-48CF-477D-8A07-1FA162733179}"/>
          </ac:inkMkLst>
        </pc:inkChg>
      </pc:sldChg>
      <pc:sldChg chg="delSp modSp">
        <pc:chgData name="Ahamed, Md Maruf [E CPE]" userId="6f647de5-aeca-43cd-b76c-e84c6089bcf4" providerId="ADAL" clId="{C2FB9565-709C-4B6E-97D1-05652CFDD7D4}" dt="2022-01-28T19:25:19.895" v="133" actId="1035"/>
        <pc:sldMkLst>
          <pc:docMk/>
          <pc:sldMk cId="0" sldId="896"/>
        </pc:sldMkLst>
        <pc:spChg chg="mod">
          <ac:chgData name="Ahamed, Md Maruf [E CPE]" userId="6f647de5-aeca-43cd-b76c-e84c6089bcf4" providerId="ADAL" clId="{C2FB9565-709C-4B6E-97D1-05652CFDD7D4}" dt="2022-01-28T19:25:17.743" v="132" actId="14100"/>
          <ac:spMkLst>
            <pc:docMk/>
            <pc:sldMk cId="0" sldId="896"/>
            <ac:spMk id="59393" creationId="{7474F37C-828F-4ED8-B03A-6CED152A5E97}"/>
          </ac:spMkLst>
        </pc:spChg>
        <pc:grpChg chg="mod">
          <ac:chgData name="Ahamed, Md Maruf [E CPE]" userId="6f647de5-aeca-43cd-b76c-e84c6089bcf4" providerId="ADAL" clId="{C2FB9565-709C-4B6E-97D1-05652CFDD7D4}" dt="2022-01-28T19:25:19.895" v="133" actId="1035"/>
          <ac:grpSpMkLst>
            <pc:docMk/>
            <pc:sldMk cId="0" sldId="896"/>
            <ac:grpSpMk id="59394" creationId="{6B583900-4468-4018-9D0D-A69EF3D6A594}"/>
          </ac:grpSpMkLst>
        </pc:grpChg>
        <pc:inkChg chg="del">
          <ac:chgData name="Ahamed, Md Maruf [E CPE]" userId="6f647de5-aeca-43cd-b76c-e84c6089bcf4" providerId="ADAL" clId="{C2FB9565-709C-4B6E-97D1-05652CFDD7D4}" dt="2022-01-28T19:25:09.686" v="128" actId="478"/>
          <ac:inkMkLst>
            <pc:docMk/>
            <pc:sldMk cId="0" sldId="896"/>
            <ac:inkMk id="2" creationId="{2BEA27F1-DF31-40E6-A2B7-9186FB45463B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39:39.603" v="167" actId="478"/>
        <pc:sldMkLst>
          <pc:docMk/>
          <pc:sldMk cId="0" sldId="904"/>
        </pc:sldMkLst>
        <pc:inkChg chg="del">
          <ac:chgData name="Ahamed, Md Maruf [E CPE]" userId="6f647de5-aeca-43cd-b76c-e84c6089bcf4" providerId="ADAL" clId="{C2FB9565-709C-4B6E-97D1-05652CFDD7D4}" dt="2022-01-28T19:39:39.603" v="167" actId="478"/>
          <ac:inkMkLst>
            <pc:docMk/>
            <pc:sldMk cId="0" sldId="904"/>
            <ac:inkMk id="2" creationId="{4A73E9AB-CC0A-4088-ACF4-DA9AA55800C6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41:40.584" v="174" actId="478"/>
        <pc:sldMkLst>
          <pc:docMk/>
          <pc:sldMk cId="0" sldId="907"/>
        </pc:sldMkLst>
        <pc:inkChg chg="del">
          <ac:chgData name="Ahamed, Md Maruf [E CPE]" userId="6f647de5-aeca-43cd-b76c-e84c6089bcf4" providerId="ADAL" clId="{C2FB9565-709C-4B6E-97D1-05652CFDD7D4}" dt="2022-01-28T19:41:40.584" v="174" actId="478"/>
          <ac:inkMkLst>
            <pc:docMk/>
            <pc:sldMk cId="0" sldId="907"/>
            <ac:inkMk id="5" creationId="{4F18907B-7B32-4197-9DDF-45093DAA4921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39:16.521" v="165" actId="478"/>
        <pc:sldMkLst>
          <pc:docMk/>
          <pc:sldMk cId="0" sldId="908"/>
        </pc:sldMkLst>
        <pc:inkChg chg="del">
          <ac:chgData name="Ahamed, Md Maruf [E CPE]" userId="6f647de5-aeca-43cd-b76c-e84c6089bcf4" providerId="ADAL" clId="{C2FB9565-709C-4B6E-97D1-05652CFDD7D4}" dt="2022-01-28T19:39:16.521" v="165" actId="478"/>
          <ac:inkMkLst>
            <pc:docMk/>
            <pc:sldMk cId="0" sldId="908"/>
            <ac:inkMk id="2" creationId="{2312DDAE-233A-464F-8738-3D7A7F1A121F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39:32.441" v="166" actId="478"/>
        <pc:sldMkLst>
          <pc:docMk/>
          <pc:sldMk cId="0" sldId="912"/>
        </pc:sldMkLst>
        <pc:inkChg chg="del">
          <ac:chgData name="Ahamed, Md Maruf [E CPE]" userId="6f647de5-aeca-43cd-b76c-e84c6089bcf4" providerId="ADAL" clId="{C2FB9565-709C-4B6E-97D1-05652CFDD7D4}" dt="2022-01-28T19:39:32.441" v="166" actId="478"/>
          <ac:inkMkLst>
            <pc:docMk/>
            <pc:sldMk cId="0" sldId="912"/>
            <ac:inkMk id="2" creationId="{729F1CBF-C4DC-407A-9334-808EDB1C2E5E}"/>
          </ac:inkMkLst>
        </pc:inkChg>
      </pc:sldChg>
      <pc:sldChg chg="delSp modSp">
        <pc:chgData name="Ahamed, Md Maruf [E CPE]" userId="6f647de5-aeca-43cd-b76c-e84c6089bcf4" providerId="ADAL" clId="{C2FB9565-709C-4B6E-97D1-05652CFDD7D4}" dt="2022-01-28T19:39:49.665" v="171" actId="1035"/>
        <pc:sldMkLst>
          <pc:docMk/>
          <pc:sldMk cId="0" sldId="913"/>
        </pc:sldMkLst>
        <pc:spChg chg="mod">
          <ac:chgData name="Ahamed, Md Maruf [E CPE]" userId="6f647de5-aeca-43cd-b76c-e84c6089bcf4" providerId="ADAL" clId="{C2FB9565-709C-4B6E-97D1-05652CFDD7D4}" dt="2022-01-28T19:39:49.665" v="171" actId="1035"/>
          <ac:spMkLst>
            <pc:docMk/>
            <pc:sldMk cId="0" sldId="913"/>
            <ac:spMk id="2" creationId="{2EB49DC9-AE28-438C-8B08-C76CB7DFDBE8}"/>
          </ac:spMkLst>
        </pc:spChg>
        <pc:picChg chg="mod">
          <ac:chgData name="Ahamed, Md Maruf [E CPE]" userId="6f647de5-aeca-43cd-b76c-e84c6089bcf4" providerId="ADAL" clId="{C2FB9565-709C-4B6E-97D1-05652CFDD7D4}" dt="2022-01-28T19:39:49.665" v="171" actId="1035"/>
          <ac:picMkLst>
            <pc:docMk/>
            <pc:sldMk cId="0" sldId="913"/>
            <ac:picMk id="88071" creationId="{189BC9AC-938F-4AE7-AD27-9F915D69587C}"/>
          </ac:picMkLst>
        </pc:picChg>
        <pc:picChg chg="mod">
          <ac:chgData name="Ahamed, Md Maruf [E CPE]" userId="6f647de5-aeca-43cd-b76c-e84c6089bcf4" providerId="ADAL" clId="{C2FB9565-709C-4B6E-97D1-05652CFDD7D4}" dt="2022-01-28T19:39:49.665" v="171" actId="1035"/>
          <ac:picMkLst>
            <pc:docMk/>
            <pc:sldMk cId="0" sldId="913"/>
            <ac:picMk id="88072" creationId="{3FC7AC3A-E672-4C81-A37A-A1754A197F3B}"/>
          </ac:picMkLst>
        </pc:picChg>
        <pc:inkChg chg="del">
          <ac:chgData name="Ahamed, Md Maruf [E CPE]" userId="6f647de5-aeca-43cd-b76c-e84c6089bcf4" providerId="ADAL" clId="{C2FB9565-709C-4B6E-97D1-05652CFDD7D4}" dt="2022-01-28T19:39:44.720" v="168" actId="478"/>
          <ac:inkMkLst>
            <pc:docMk/>
            <pc:sldMk cId="0" sldId="913"/>
            <ac:inkMk id="3" creationId="{A7A23838-06D6-4EBD-B8A7-A7118F5CB2D5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41:20.772" v="172" actId="478"/>
        <pc:sldMkLst>
          <pc:docMk/>
          <pc:sldMk cId="3412329898" sldId="914"/>
        </pc:sldMkLst>
        <pc:inkChg chg="del">
          <ac:chgData name="Ahamed, Md Maruf [E CPE]" userId="6f647de5-aeca-43cd-b76c-e84c6089bcf4" providerId="ADAL" clId="{C2FB9565-709C-4B6E-97D1-05652CFDD7D4}" dt="2022-01-28T19:41:20.772" v="172" actId="478"/>
          <ac:inkMkLst>
            <pc:docMk/>
            <pc:sldMk cId="3412329898" sldId="914"/>
            <ac:inkMk id="2" creationId="{4C9AA6A9-6E8B-4836-ACAC-C3CEFA22CB56}"/>
          </ac:inkMkLst>
        </pc:inkChg>
      </pc:sldChg>
      <pc:sldChg chg="delSp modSp">
        <pc:chgData name="Ahamed, Md Maruf [E CPE]" userId="6f647de5-aeca-43cd-b76c-e84c6089bcf4" providerId="ADAL" clId="{C2FB9565-709C-4B6E-97D1-05652CFDD7D4}" dt="2022-01-28T19:48:08.924" v="202" actId="20577"/>
        <pc:sldMkLst>
          <pc:docMk/>
          <pc:sldMk cId="1729605039" sldId="917"/>
        </pc:sldMkLst>
        <pc:spChg chg="mod">
          <ac:chgData name="Ahamed, Md Maruf [E CPE]" userId="6f647de5-aeca-43cd-b76c-e84c6089bcf4" providerId="ADAL" clId="{C2FB9565-709C-4B6E-97D1-05652CFDD7D4}" dt="2022-01-28T19:48:08.924" v="202" actId="20577"/>
          <ac:spMkLst>
            <pc:docMk/>
            <pc:sldMk cId="1729605039" sldId="917"/>
            <ac:spMk id="93185" creationId="{598F5AF4-CFD3-4BF8-8CAA-2EA8B47907B8}"/>
          </ac:spMkLst>
        </pc:spChg>
        <pc:inkChg chg="del">
          <ac:chgData name="Ahamed, Md Maruf [E CPE]" userId="6f647de5-aeca-43cd-b76c-e84c6089bcf4" providerId="ADAL" clId="{C2FB9565-709C-4B6E-97D1-05652CFDD7D4}" dt="2022-01-28T19:41:28.962" v="173" actId="478"/>
          <ac:inkMkLst>
            <pc:docMk/>
            <pc:sldMk cId="1729605039" sldId="917"/>
            <ac:inkMk id="2" creationId="{864F06C7-FE65-482C-9CAE-58EECE0E93BC}"/>
          </ac:inkMkLst>
        </pc:inkChg>
      </pc:sldChg>
      <pc:sldChg chg="delSp modSp">
        <pc:chgData name="Ahamed, Md Maruf [E CPE]" userId="6f647de5-aeca-43cd-b76c-e84c6089bcf4" providerId="ADAL" clId="{C2FB9565-709C-4B6E-97D1-05652CFDD7D4}" dt="2022-01-28T19:08:49.671" v="29" actId="6549"/>
        <pc:sldMkLst>
          <pc:docMk/>
          <pc:sldMk cId="0" sldId="920"/>
        </pc:sldMkLst>
        <pc:graphicFrameChg chg="modGraphic">
          <ac:chgData name="Ahamed, Md Maruf [E CPE]" userId="6f647de5-aeca-43cd-b76c-e84c6089bcf4" providerId="ADAL" clId="{C2FB9565-709C-4B6E-97D1-05652CFDD7D4}" dt="2022-01-28T19:08:49.671" v="29" actId="6549"/>
          <ac:graphicFrameMkLst>
            <pc:docMk/>
            <pc:sldMk cId="0" sldId="920"/>
            <ac:graphicFrameMk id="4" creationId="{771D2815-93E0-5746-9CF5-F50FEEE38A94}"/>
          </ac:graphicFrameMkLst>
        </pc:graphicFrameChg>
        <pc:inkChg chg="del">
          <ac:chgData name="Ahamed, Md Maruf [E CPE]" userId="6f647de5-aeca-43cd-b76c-e84c6089bcf4" providerId="ADAL" clId="{C2FB9565-709C-4B6E-97D1-05652CFDD7D4}" dt="2022-01-28T19:08:18.090" v="26" actId="478"/>
          <ac:inkMkLst>
            <pc:docMk/>
            <pc:sldMk cId="0" sldId="920"/>
            <ac:inkMk id="3" creationId="{31817F32-C4C2-4354-8DD9-047A980B334C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26:17.708" v="150" actId="478"/>
        <pc:sldMkLst>
          <pc:docMk/>
          <pc:sldMk cId="0" sldId="936"/>
        </pc:sldMkLst>
        <pc:inkChg chg="del">
          <ac:chgData name="Ahamed, Md Maruf [E CPE]" userId="6f647de5-aeca-43cd-b76c-e84c6089bcf4" providerId="ADAL" clId="{C2FB9565-709C-4B6E-97D1-05652CFDD7D4}" dt="2022-01-28T19:26:17.708" v="150" actId="478"/>
          <ac:inkMkLst>
            <pc:docMk/>
            <pc:sldMk cId="0" sldId="936"/>
            <ac:inkMk id="2" creationId="{1D4380FB-2420-4802-AEF3-3FCE4136E05F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38:38.923" v="153" actId="478"/>
        <pc:sldMkLst>
          <pc:docMk/>
          <pc:sldMk cId="0" sldId="939"/>
        </pc:sldMkLst>
        <pc:inkChg chg="del">
          <ac:chgData name="Ahamed, Md Maruf [E CPE]" userId="6f647de5-aeca-43cd-b76c-e84c6089bcf4" providerId="ADAL" clId="{C2FB9565-709C-4B6E-97D1-05652CFDD7D4}" dt="2022-01-28T19:38:38.923" v="153" actId="478"/>
          <ac:inkMkLst>
            <pc:docMk/>
            <pc:sldMk cId="0" sldId="939"/>
            <ac:inkMk id="2" creationId="{779EE1C0-8937-472D-B789-7C45A1A38C6D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38:53.720" v="154" actId="478"/>
        <pc:sldMkLst>
          <pc:docMk/>
          <pc:sldMk cId="0" sldId="943"/>
        </pc:sldMkLst>
        <pc:inkChg chg="del">
          <ac:chgData name="Ahamed, Md Maruf [E CPE]" userId="6f647de5-aeca-43cd-b76c-e84c6089bcf4" providerId="ADAL" clId="{C2FB9565-709C-4B6E-97D1-05652CFDD7D4}" dt="2022-01-28T19:38:53.720" v="154" actId="478"/>
          <ac:inkMkLst>
            <pc:docMk/>
            <pc:sldMk cId="0" sldId="943"/>
            <ac:inkMk id="2" creationId="{68A5A5D9-B0CE-4C3B-BF39-DC90474CF5C3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25:37.194" v="134" actId="478"/>
        <pc:sldMkLst>
          <pc:docMk/>
          <pc:sldMk cId="0" sldId="944"/>
        </pc:sldMkLst>
        <pc:inkChg chg="del">
          <ac:chgData name="Ahamed, Md Maruf [E CPE]" userId="6f647de5-aeca-43cd-b76c-e84c6089bcf4" providerId="ADAL" clId="{C2FB9565-709C-4B6E-97D1-05652CFDD7D4}" dt="2022-01-28T19:25:37.194" v="134" actId="478"/>
          <ac:inkMkLst>
            <pc:docMk/>
            <pc:sldMk cId="0" sldId="944"/>
            <ac:inkMk id="2" creationId="{E6844E75-9EBA-4DF6-BFCB-8031458D3381}"/>
          </ac:inkMkLst>
        </pc:inkChg>
      </pc:sldChg>
      <pc:sldChg chg="del">
        <pc:chgData name="Ahamed, Md Maruf [E CPE]" userId="6f647de5-aeca-43cd-b76c-e84c6089bcf4" providerId="ADAL" clId="{C2FB9565-709C-4B6E-97D1-05652CFDD7D4}" dt="2022-01-28T19:25:39.688" v="135" actId="2696"/>
        <pc:sldMkLst>
          <pc:docMk/>
          <pc:sldMk cId="0" sldId="946"/>
        </pc:sldMkLst>
      </pc:sldChg>
      <pc:sldChg chg="delSp modSp">
        <pc:chgData name="Ahamed, Md Maruf [E CPE]" userId="6f647de5-aeca-43cd-b76c-e84c6089bcf4" providerId="ADAL" clId="{C2FB9565-709C-4B6E-97D1-05652CFDD7D4}" dt="2022-01-28T19:26:11.895" v="149" actId="1036"/>
        <pc:sldMkLst>
          <pc:docMk/>
          <pc:sldMk cId="0" sldId="949"/>
        </pc:sldMkLst>
        <pc:picChg chg="mod">
          <ac:chgData name="Ahamed, Md Maruf [E CPE]" userId="6f647de5-aeca-43cd-b76c-e84c6089bcf4" providerId="ADAL" clId="{C2FB9565-709C-4B6E-97D1-05652CFDD7D4}" dt="2022-01-28T19:26:11.895" v="149" actId="1036"/>
          <ac:picMkLst>
            <pc:docMk/>
            <pc:sldMk cId="0" sldId="949"/>
            <ac:picMk id="68611" creationId="{7B8ADE38-7C68-4354-8F9C-0AA71F5B8A56}"/>
          </ac:picMkLst>
        </pc:picChg>
        <pc:inkChg chg="del">
          <ac:chgData name="Ahamed, Md Maruf [E CPE]" userId="6f647de5-aeca-43cd-b76c-e84c6089bcf4" providerId="ADAL" clId="{C2FB9565-709C-4B6E-97D1-05652CFDD7D4}" dt="2022-01-28T19:26:04.240" v="137" actId="478"/>
          <ac:inkMkLst>
            <pc:docMk/>
            <pc:sldMk cId="0" sldId="949"/>
            <ac:inkMk id="2" creationId="{0F58C481-7A13-4FEB-ADDF-CA2755D802EF}"/>
          </ac:inkMkLst>
        </pc:inkChg>
      </pc:sldChg>
      <pc:sldChg chg="del">
        <pc:chgData name="Ahamed, Md Maruf [E CPE]" userId="6f647de5-aeca-43cd-b76c-e84c6089bcf4" providerId="ADAL" clId="{C2FB9565-709C-4B6E-97D1-05652CFDD7D4}" dt="2022-01-28T19:38:22.847" v="152" actId="2696"/>
        <pc:sldMkLst>
          <pc:docMk/>
          <pc:sldMk cId="0" sldId="952"/>
        </pc:sldMkLst>
      </pc:sldChg>
      <pc:sldChg chg="addSp delSp">
        <pc:chgData name="Ahamed, Md Maruf [E CPE]" userId="6f647de5-aeca-43cd-b76c-e84c6089bcf4" providerId="ADAL" clId="{C2FB9565-709C-4B6E-97D1-05652CFDD7D4}" dt="2022-01-28T19:17:51.346" v="108" actId="478"/>
        <pc:sldMkLst>
          <pc:docMk/>
          <pc:sldMk cId="0" sldId="961"/>
        </pc:sldMkLst>
        <pc:grpChg chg="add">
          <ac:chgData name="Ahamed, Md Maruf [E CPE]" userId="6f647de5-aeca-43cd-b76c-e84c6089bcf4" providerId="ADAL" clId="{C2FB9565-709C-4B6E-97D1-05652CFDD7D4}" dt="2022-01-28T19:17:43.091" v="105"/>
          <ac:grpSpMkLst>
            <pc:docMk/>
            <pc:sldMk cId="0" sldId="961"/>
            <ac:grpSpMk id="79" creationId="{0BCE0D19-4699-4125-82DF-87BFE4A1C080}"/>
          </ac:grpSpMkLst>
        </pc:grpChg>
        <pc:grpChg chg="del">
          <ac:chgData name="Ahamed, Md Maruf [E CPE]" userId="6f647de5-aeca-43cd-b76c-e84c6089bcf4" providerId="ADAL" clId="{C2FB9565-709C-4B6E-97D1-05652CFDD7D4}" dt="2022-01-28T19:17:41.638" v="104" actId="478"/>
          <ac:grpSpMkLst>
            <pc:docMk/>
            <pc:sldMk cId="0" sldId="961"/>
            <ac:grpSpMk id="43011" creationId="{8DEBED0A-4621-4F68-A2DE-EDF2567A25D8}"/>
          </ac:grpSpMkLst>
        </pc:grpChg>
        <pc:picChg chg="add del">
          <ac:chgData name="Ahamed, Md Maruf [E CPE]" userId="6f647de5-aeca-43cd-b76c-e84c6089bcf4" providerId="ADAL" clId="{C2FB9565-709C-4B6E-97D1-05652CFDD7D4}" dt="2022-01-28T19:17:50.130" v="107" actId="478"/>
          <ac:picMkLst>
            <pc:docMk/>
            <pc:sldMk cId="0" sldId="961"/>
            <ac:picMk id="153" creationId="{F3994E3C-EF71-4794-BEF1-FF65191498C2}"/>
          </ac:picMkLst>
        </pc:picChg>
        <pc:picChg chg="add del">
          <ac:chgData name="Ahamed, Md Maruf [E CPE]" userId="6f647de5-aeca-43cd-b76c-e84c6089bcf4" providerId="ADAL" clId="{C2FB9565-709C-4B6E-97D1-05652CFDD7D4}" dt="2022-01-28T19:17:49.138" v="106" actId="478"/>
          <ac:picMkLst>
            <pc:docMk/>
            <pc:sldMk cId="0" sldId="961"/>
            <ac:picMk id="154" creationId="{AB2269A1-5353-443D-87F2-19FD2648A227}"/>
          </ac:picMkLst>
        </pc:picChg>
        <pc:picChg chg="add del">
          <ac:chgData name="Ahamed, Md Maruf [E CPE]" userId="6f647de5-aeca-43cd-b76c-e84c6089bcf4" providerId="ADAL" clId="{C2FB9565-709C-4B6E-97D1-05652CFDD7D4}" dt="2022-01-28T19:17:51.346" v="108" actId="478"/>
          <ac:picMkLst>
            <pc:docMk/>
            <pc:sldMk cId="0" sldId="961"/>
            <ac:picMk id="155" creationId="{885E9016-1A09-4D8A-A348-AB3D5F2D7946}"/>
          </ac:picMkLst>
        </pc:picChg>
      </pc:sldChg>
      <pc:sldChg chg="delSp">
        <pc:chgData name="Ahamed, Md Maruf [E CPE]" userId="6f647de5-aeca-43cd-b76c-e84c6089bcf4" providerId="ADAL" clId="{C2FB9565-709C-4B6E-97D1-05652CFDD7D4}" dt="2022-01-28T19:08:31.678" v="27" actId="478"/>
        <pc:sldMkLst>
          <pc:docMk/>
          <pc:sldMk cId="815354807" sldId="966"/>
        </pc:sldMkLst>
        <pc:inkChg chg="del">
          <ac:chgData name="Ahamed, Md Maruf [E CPE]" userId="6f647de5-aeca-43cd-b76c-e84c6089bcf4" providerId="ADAL" clId="{C2FB9565-709C-4B6E-97D1-05652CFDD7D4}" dt="2022-01-28T19:08:31.678" v="27" actId="478"/>
          <ac:inkMkLst>
            <pc:docMk/>
            <pc:sldMk cId="815354807" sldId="966"/>
            <ac:inkMk id="3" creationId="{B58430E6-D940-451F-94C9-7D05DC2F5D2E}"/>
          </ac:inkMkLst>
        </pc:inkChg>
      </pc:sldChg>
      <pc:sldChg chg="del">
        <pc:chgData name="Ahamed, Md Maruf [E CPE]" userId="6f647de5-aeca-43cd-b76c-e84c6089bcf4" providerId="ADAL" clId="{C2FB9565-709C-4B6E-97D1-05652CFDD7D4}" dt="2022-01-28T19:09:24.246" v="30" actId="2696"/>
        <pc:sldMkLst>
          <pc:docMk/>
          <pc:sldMk cId="375832288" sldId="967"/>
        </pc:sldMkLst>
      </pc:sldChg>
      <pc:sldChg chg="delSp modSp">
        <pc:chgData name="Ahamed, Md Maruf [E CPE]" userId="6f647de5-aeca-43cd-b76c-e84c6089bcf4" providerId="ADAL" clId="{C2FB9565-709C-4B6E-97D1-05652CFDD7D4}" dt="2022-01-28T19:10:02.421" v="37" actId="1035"/>
        <pc:sldMkLst>
          <pc:docMk/>
          <pc:sldMk cId="849155373" sldId="971"/>
        </pc:sldMkLst>
        <pc:spChg chg="mod">
          <ac:chgData name="Ahamed, Md Maruf [E CPE]" userId="6f647de5-aeca-43cd-b76c-e84c6089bcf4" providerId="ADAL" clId="{C2FB9565-709C-4B6E-97D1-05652CFDD7D4}" dt="2022-01-28T19:10:02.421" v="37" actId="1035"/>
          <ac:spMkLst>
            <pc:docMk/>
            <pc:sldMk cId="849155373" sldId="971"/>
            <ac:spMk id="3" creationId="{1CEBF2A2-66C5-42E6-9E29-5A4B796DA2C4}"/>
          </ac:spMkLst>
        </pc:spChg>
        <pc:spChg chg="mod">
          <ac:chgData name="Ahamed, Md Maruf [E CPE]" userId="6f647de5-aeca-43cd-b76c-e84c6089bcf4" providerId="ADAL" clId="{C2FB9565-709C-4B6E-97D1-05652CFDD7D4}" dt="2022-01-28T19:10:02.421" v="37" actId="1035"/>
          <ac:spMkLst>
            <pc:docMk/>
            <pc:sldMk cId="849155373" sldId="971"/>
            <ac:spMk id="4" creationId="{0129BE5C-6ED0-4DA5-8D30-33C399DBEB0F}"/>
          </ac:spMkLst>
        </pc:spChg>
        <pc:spChg chg="mod">
          <ac:chgData name="Ahamed, Md Maruf [E CPE]" userId="6f647de5-aeca-43cd-b76c-e84c6089bcf4" providerId="ADAL" clId="{C2FB9565-709C-4B6E-97D1-05652CFDD7D4}" dt="2022-01-28T19:10:02.421" v="37" actId="1035"/>
          <ac:spMkLst>
            <pc:docMk/>
            <pc:sldMk cId="849155373" sldId="971"/>
            <ac:spMk id="13" creationId="{24B94EA5-F27A-4E88-9AAB-D733DF58190E}"/>
          </ac:spMkLst>
        </pc:spChg>
        <pc:picChg chg="mod">
          <ac:chgData name="Ahamed, Md Maruf [E CPE]" userId="6f647de5-aeca-43cd-b76c-e84c6089bcf4" providerId="ADAL" clId="{C2FB9565-709C-4B6E-97D1-05652CFDD7D4}" dt="2022-01-28T19:10:02.421" v="37" actId="1035"/>
          <ac:picMkLst>
            <pc:docMk/>
            <pc:sldMk cId="849155373" sldId="971"/>
            <ac:picMk id="2" creationId="{665B640A-243C-417D-B705-55A5712CAF61}"/>
          </ac:picMkLst>
        </pc:picChg>
        <pc:picChg chg="mod">
          <ac:chgData name="Ahamed, Md Maruf [E CPE]" userId="6f647de5-aeca-43cd-b76c-e84c6089bcf4" providerId="ADAL" clId="{C2FB9565-709C-4B6E-97D1-05652CFDD7D4}" dt="2022-01-28T19:10:02.421" v="37" actId="1035"/>
          <ac:picMkLst>
            <pc:docMk/>
            <pc:sldMk cId="849155373" sldId="971"/>
            <ac:picMk id="7" creationId="{99CAE596-5580-452E-8CEE-71FDAAC10575}"/>
          </ac:picMkLst>
        </pc:picChg>
        <pc:picChg chg="mod">
          <ac:chgData name="Ahamed, Md Maruf [E CPE]" userId="6f647de5-aeca-43cd-b76c-e84c6089bcf4" providerId="ADAL" clId="{C2FB9565-709C-4B6E-97D1-05652CFDD7D4}" dt="2022-01-28T19:10:02.421" v="37" actId="1035"/>
          <ac:picMkLst>
            <pc:docMk/>
            <pc:sldMk cId="849155373" sldId="971"/>
            <ac:picMk id="8" creationId="{5482E02B-7D98-4344-8E15-639321D4B265}"/>
          </ac:picMkLst>
        </pc:picChg>
        <pc:picChg chg="mod">
          <ac:chgData name="Ahamed, Md Maruf [E CPE]" userId="6f647de5-aeca-43cd-b76c-e84c6089bcf4" providerId="ADAL" clId="{C2FB9565-709C-4B6E-97D1-05652CFDD7D4}" dt="2022-01-28T19:10:02.421" v="37" actId="1035"/>
          <ac:picMkLst>
            <pc:docMk/>
            <pc:sldMk cId="849155373" sldId="971"/>
            <ac:picMk id="9" creationId="{4A366E46-602B-4D0E-A95E-19E51CCCCE9E}"/>
          </ac:picMkLst>
        </pc:picChg>
        <pc:inkChg chg="del">
          <ac:chgData name="Ahamed, Md Maruf [E CPE]" userId="6f647de5-aeca-43cd-b76c-e84c6089bcf4" providerId="ADAL" clId="{C2FB9565-709C-4B6E-97D1-05652CFDD7D4}" dt="2022-01-28T19:09:55.286" v="32" actId="478"/>
          <ac:inkMkLst>
            <pc:docMk/>
            <pc:sldMk cId="849155373" sldId="971"/>
            <ac:inkMk id="5" creationId="{AD1B46B1-FD0C-422D-A479-424C15C14AB4}"/>
          </ac:inkMkLst>
        </pc:inkChg>
      </pc:sldChg>
      <pc:sldChg chg="modSp">
        <pc:chgData name="Ahamed, Md Maruf [E CPE]" userId="6f647de5-aeca-43cd-b76c-e84c6089bcf4" providerId="ADAL" clId="{C2FB9565-709C-4B6E-97D1-05652CFDD7D4}" dt="2022-01-28T19:12:17.516" v="69" actId="1076"/>
        <pc:sldMkLst>
          <pc:docMk/>
          <pc:sldMk cId="2069274461" sldId="973"/>
        </pc:sldMkLst>
        <pc:picChg chg="mod">
          <ac:chgData name="Ahamed, Md Maruf [E CPE]" userId="6f647de5-aeca-43cd-b76c-e84c6089bcf4" providerId="ADAL" clId="{C2FB9565-709C-4B6E-97D1-05652CFDD7D4}" dt="2022-01-28T19:12:17.516" v="69" actId="1076"/>
          <ac:picMkLst>
            <pc:docMk/>
            <pc:sldMk cId="2069274461" sldId="973"/>
            <ac:picMk id="16" creationId="{E3CAB550-4AEC-4BAB-BA5B-ED9E30252418}"/>
          </ac:picMkLst>
        </pc:picChg>
        <pc:picChg chg="mod">
          <ac:chgData name="Ahamed, Md Maruf [E CPE]" userId="6f647de5-aeca-43cd-b76c-e84c6089bcf4" providerId="ADAL" clId="{C2FB9565-709C-4B6E-97D1-05652CFDD7D4}" dt="2022-01-28T19:12:07.283" v="66" actId="1076"/>
          <ac:picMkLst>
            <pc:docMk/>
            <pc:sldMk cId="2069274461" sldId="973"/>
            <ac:picMk id="89" creationId="{1B9B15D6-D7C7-442F-A6A9-1C29994E334D}"/>
          </ac:picMkLst>
        </pc:picChg>
        <pc:picChg chg="mod">
          <ac:chgData name="Ahamed, Md Maruf [E CPE]" userId="6f647de5-aeca-43cd-b76c-e84c6089bcf4" providerId="ADAL" clId="{C2FB9565-709C-4B6E-97D1-05652CFDD7D4}" dt="2022-01-28T19:12:08.534" v="67" actId="1076"/>
          <ac:picMkLst>
            <pc:docMk/>
            <pc:sldMk cId="2069274461" sldId="973"/>
            <ac:picMk id="90" creationId="{5730A3CC-B9FB-44BB-9D24-56C5C2BF0534}"/>
          </ac:picMkLst>
        </pc:picChg>
      </pc:sldChg>
      <pc:sldChg chg="delSp">
        <pc:chgData name="Ahamed, Md Maruf [E CPE]" userId="6f647de5-aeca-43cd-b76c-e84c6089bcf4" providerId="ADAL" clId="{C2FB9565-709C-4B6E-97D1-05652CFDD7D4}" dt="2022-01-28T19:20:09.438" v="115" actId="478"/>
        <pc:sldMkLst>
          <pc:docMk/>
          <pc:sldMk cId="0" sldId="976"/>
        </pc:sldMkLst>
        <pc:inkChg chg="del">
          <ac:chgData name="Ahamed, Md Maruf [E CPE]" userId="6f647de5-aeca-43cd-b76c-e84c6089bcf4" providerId="ADAL" clId="{C2FB9565-709C-4B6E-97D1-05652CFDD7D4}" dt="2022-01-28T19:20:09.438" v="115" actId="478"/>
          <ac:inkMkLst>
            <pc:docMk/>
            <pc:sldMk cId="0" sldId="976"/>
            <ac:inkMk id="2" creationId="{437EC8B6-8F10-42A1-B4E0-1C47DD0F8538}"/>
          </ac:inkMkLst>
        </pc:inkChg>
      </pc:sldChg>
      <pc:sldChg chg="modSp">
        <pc:chgData name="Ahamed, Md Maruf [E CPE]" userId="6f647de5-aeca-43cd-b76c-e84c6089bcf4" providerId="ADAL" clId="{C2FB9565-709C-4B6E-97D1-05652CFDD7D4}" dt="2022-01-28T19:17:58.879" v="112" actId="1038"/>
        <pc:sldMkLst>
          <pc:docMk/>
          <pc:sldMk cId="4196449895" sldId="979"/>
        </pc:sldMkLst>
        <pc:grpChg chg="mod">
          <ac:chgData name="Ahamed, Md Maruf [E CPE]" userId="6f647de5-aeca-43cd-b76c-e84c6089bcf4" providerId="ADAL" clId="{C2FB9565-709C-4B6E-97D1-05652CFDD7D4}" dt="2022-01-28T19:13:45.307" v="100" actId="1037"/>
          <ac:grpSpMkLst>
            <pc:docMk/>
            <pc:sldMk cId="4196449895" sldId="979"/>
            <ac:grpSpMk id="43011" creationId="{8DEBED0A-4621-4F68-A2DE-EDF2567A25D8}"/>
          </ac:grpSpMkLst>
        </pc:grpChg>
        <pc:picChg chg="mod">
          <ac:chgData name="Ahamed, Md Maruf [E CPE]" userId="6f647de5-aeca-43cd-b76c-e84c6089bcf4" providerId="ADAL" clId="{C2FB9565-709C-4B6E-97D1-05652CFDD7D4}" dt="2022-01-28T19:17:58.879" v="112" actId="1038"/>
          <ac:picMkLst>
            <pc:docMk/>
            <pc:sldMk cId="4196449895" sldId="979"/>
            <ac:picMk id="79" creationId="{695C8A54-18DB-4B1C-9BE6-1B9CD4CE3F07}"/>
          </ac:picMkLst>
        </pc:picChg>
        <pc:picChg chg="mod">
          <ac:chgData name="Ahamed, Md Maruf [E CPE]" userId="6f647de5-aeca-43cd-b76c-e84c6089bcf4" providerId="ADAL" clId="{C2FB9565-709C-4B6E-97D1-05652CFDD7D4}" dt="2022-01-28T19:13:45.307" v="100" actId="1037"/>
          <ac:picMkLst>
            <pc:docMk/>
            <pc:sldMk cId="4196449895" sldId="979"/>
            <ac:picMk id="80" creationId="{9382CB44-9E06-49E4-B621-4B66781973F3}"/>
          </ac:picMkLst>
        </pc:picChg>
        <pc:picChg chg="mod">
          <ac:chgData name="Ahamed, Md Maruf [E CPE]" userId="6f647de5-aeca-43cd-b76c-e84c6089bcf4" providerId="ADAL" clId="{C2FB9565-709C-4B6E-97D1-05652CFDD7D4}" dt="2022-01-28T19:13:45.307" v="100" actId="1037"/>
          <ac:picMkLst>
            <pc:docMk/>
            <pc:sldMk cId="4196449895" sldId="979"/>
            <ac:picMk id="81" creationId="{0C6535BB-1A19-4855-98ED-EA8D1FF84094}"/>
          </ac:picMkLst>
        </pc:picChg>
      </pc:sldChg>
      <pc:sldChg chg="modSp del">
        <pc:chgData name="Ahamed, Md Maruf [E CPE]" userId="6f647de5-aeca-43cd-b76c-e84c6089bcf4" providerId="ADAL" clId="{C2FB9565-709C-4B6E-97D1-05652CFDD7D4}" dt="2022-01-28T19:18:28.376" v="113" actId="2696"/>
        <pc:sldMkLst>
          <pc:docMk/>
          <pc:sldMk cId="2974578578" sldId="980"/>
        </pc:sldMkLst>
        <pc:picChg chg="mod">
          <ac:chgData name="Ahamed, Md Maruf [E CPE]" userId="6f647de5-aeca-43cd-b76c-e84c6089bcf4" providerId="ADAL" clId="{C2FB9565-709C-4B6E-97D1-05652CFDD7D4}" dt="2022-01-28T19:13:22.187" v="78" actId="1076"/>
          <ac:picMkLst>
            <pc:docMk/>
            <pc:sldMk cId="2974578578" sldId="980"/>
            <ac:picMk id="79" creationId="{695C8A54-18DB-4B1C-9BE6-1B9CD4CE3F07}"/>
          </ac:picMkLst>
        </pc:picChg>
        <pc:picChg chg="mod">
          <ac:chgData name="Ahamed, Md Maruf [E CPE]" userId="6f647de5-aeca-43cd-b76c-e84c6089bcf4" providerId="ADAL" clId="{C2FB9565-709C-4B6E-97D1-05652CFDD7D4}" dt="2022-01-28T19:13:04.262" v="73" actId="14100"/>
          <ac:picMkLst>
            <pc:docMk/>
            <pc:sldMk cId="2974578578" sldId="980"/>
            <ac:picMk id="80" creationId="{9382CB44-9E06-49E4-B621-4B66781973F3}"/>
          </ac:picMkLst>
        </pc:picChg>
        <pc:picChg chg="mod">
          <ac:chgData name="Ahamed, Md Maruf [E CPE]" userId="6f647de5-aeca-43cd-b76c-e84c6089bcf4" providerId="ADAL" clId="{C2FB9565-709C-4B6E-97D1-05652CFDD7D4}" dt="2022-01-28T19:13:13.610" v="76" actId="1076"/>
          <ac:picMkLst>
            <pc:docMk/>
            <pc:sldMk cId="2974578578" sldId="980"/>
            <ac:picMk id="81" creationId="{0C6535BB-1A19-4855-98ED-EA8D1FF84094}"/>
          </ac:picMkLst>
        </pc:picChg>
        <pc:picChg chg="mod">
          <ac:chgData name="Ahamed, Md Maruf [E CPE]" userId="6f647de5-aeca-43cd-b76c-e84c6089bcf4" providerId="ADAL" clId="{C2FB9565-709C-4B6E-97D1-05652CFDD7D4}" dt="2022-01-28T19:13:10.160" v="75" actId="14100"/>
          <ac:picMkLst>
            <pc:docMk/>
            <pc:sldMk cId="2974578578" sldId="980"/>
            <ac:picMk id="82" creationId="{2CC7ACAF-18EA-4D65-B827-F0D033842661}"/>
          </ac:picMkLst>
        </pc:picChg>
      </pc:sldChg>
      <pc:sldChg chg="delSp">
        <pc:chgData name="Ahamed, Md Maruf [E CPE]" userId="6f647de5-aeca-43cd-b76c-e84c6089bcf4" providerId="ADAL" clId="{C2FB9565-709C-4B6E-97D1-05652CFDD7D4}" dt="2022-01-28T19:23:07.523" v="124" actId="478"/>
        <pc:sldMkLst>
          <pc:docMk/>
          <pc:sldMk cId="3487003274" sldId="983"/>
        </pc:sldMkLst>
        <pc:inkChg chg="del">
          <ac:chgData name="Ahamed, Md Maruf [E CPE]" userId="6f647de5-aeca-43cd-b76c-e84c6089bcf4" providerId="ADAL" clId="{C2FB9565-709C-4B6E-97D1-05652CFDD7D4}" dt="2022-01-28T19:23:07.523" v="124" actId="478"/>
          <ac:inkMkLst>
            <pc:docMk/>
            <pc:sldMk cId="3487003274" sldId="983"/>
            <ac:inkMk id="2" creationId="{44922052-5713-412B-8713-BB184BAFD89F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23:13.027" v="125" actId="478"/>
        <pc:sldMkLst>
          <pc:docMk/>
          <pc:sldMk cId="4128175371" sldId="984"/>
        </pc:sldMkLst>
        <pc:inkChg chg="del">
          <ac:chgData name="Ahamed, Md Maruf [E CPE]" userId="6f647de5-aeca-43cd-b76c-e84c6089bcf4" providerId="ADAL" clId="{C2FB9565-709C-4B6E-97D1-05652CFDD7D4}" dt="2022-01-28T19:23:13.027" v="125" actId="478"/>
          <ac:inkMkLst>
            <pc:docMk/>
            <pc:sldMk cId="4128175371" sldId="984"/>
            <ac:inkMk id="2" creationId="{BEF06028-ED8E-4DE0-A1EE-F13EBD31FFBD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23:43.292" v="126" actId="478"/>
        <pc:sldMkLst>
          <pc:docMk/>
          <pc:sldMk cId="3651066842" sldId="989"/>
        </pc:sldMkLst>
        <pc:inkChg chg="del">
          <ac:chgData name="Ahamed, Md Maruf [E CPE]" userId="6f647de5-aeca-43cd-b76c-e84c6089bcf4" providerId="ADAL" clId="{C2FB9565-709C-4B6E-97D1-05652CFDD7D4}" dt="2022-01-28T19:23:43.292" v="126" actId="478"/>
          <ac:inkMkLst>
            <pc:docMk/>
            <pc:sldMk cId="3651066842" sldId="989"/>
            <ac:inkMk id="7" creationId="{01D89C1A-335D-4681-8482-27F06D4734D6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22:01.030" v="119" actId="478"/>
        <pc:sldMkLst>
          <pc:docMk/>
          <pc:sldMk cId="3930447016" sldId="991"/>
        </pc:sldMkLst>
        <pc:inkChg chg="del">
          <ac:chgData name="Ahamed, Md Maruf [E CPE]" userId="6f647de5-aeca-43cd-b76c-e84c6089bcf4" providerId="ADAL" clId="{C2FB9565-709C-4B6E-97D1-05652CFDD7D4}" dt="2022-01-28T19:22:01.030" v="119" actId="478"/>
          <ac:inkMkLst>
            <pc:docMk/>
            <pc:sldMk cId="3930447016" sldId="991"/>
            <ac:inkMk id="2" creationId="{49E43A80-3296-4B42-B899-959706A40B7A}"/>
          </ac:inkMkLst>
        </pc:inkChg>
      </pc:sldChg>
      <pc:sldChg chg="delSp">
        <pc:chgData name="Ahamed, Md Maruf [E CPE]" userId="6f647de5-aeca-43cd-b76c-e84c6089bcf4" providerId="ADAL" clId="{C2FB9565-709C-4B6E-97D1-05652CFDD7D4}" dt="2022-01-28T19:19:39.581" v="114" actId="478"/>
        <pc:sldMkLst>
          <pc:docMk/>
          <pc:sldMk cId="3064074053" sldId="994"/>
        </pc:sldMkLst>
        <pc:inkChg chg="del">
          <ac:chgData name="Ahamed, Md Maruf [E CPE]" userId="6f647de5-aeca-43cd-b76c-e84c6089bcf4" providerId="ADAL" clId="{C2FB9565-709C-4B6E-97D1-05652CFDD7D4}" dt="2022-01-28T19:19:39.581" v="114" actId="478"/>
          <ac:inkMkLst>
            <pc:docMk/>
            <pc:sldMk cId="3064074053" sldId="994"/>
            <ac:inkMk id="6" creationId="{69A69D07-DCF8-45DD-8EE7-9AE786516AC6}"/>
          </ac:inkMkLst>
        </pc:inkChg>
      </pc:sldChg>
      <pc:sldChg chg="addSp delSp add del">
        <pc:chgData name="Ahamed, Md Maruf [E CPE]" userId="6f647de5-aeca-43cd-b76c-e84c6089bcf4" providerId="ADAL" clId="{C2FB9565-709C-4B6E-97D1-05652CFDD7D4}" dt="2022-01-28T19:13:39.853" v="82" actId="2696"/>
        <pc:sldMkLst>
          <pc:docMk/>
          <pc:sldMk cId="3696656247" sldId="996"/>
        </pc:sldMkLst>
        <pc:picChg chg="add del">
          <ac:chgData name="Ahamed, Md Maruf [E CPE]" userId="6f647de5-aeca-43cd-b76c-e84c6089bcf4" providerId="ADAL" clId="{C2FB9565-709C-4B6E-97D1-05652CFDD7D4}" dt="2022-01-28T19:13:38.132" v="81" actId="478"/>
          <ac:picMkLst>
            <pc:docMk/>
            <pc:sldMk cId="3696656247" sldId="996"/>
            <ac:picMk id="82" creationId="{E379D524-0059-419D-94A5-8E1119780867}"/>
          </ac:picMkLst>
        </pc:picChg>
      </pc:sldChg>
      <pc:sldChg chg="addSp modSp add">
        <pc:chgData name="Ahamed, Md Maruf [E CPE]" userId="6f647de5-aeca-43cd-b76c-e84c6089bcf4" providerId="ADAL" clId="{C2FB9565-709C-4B6E-97D1-05652CFDD7D4}" dt="2022-01-28T19:13:53.232" v="103" actId="1076"/>
        <pc:sldMkLst>
          <pc:docMk/>
          <pc:sldMk cId="4054879450" sldId="996"/>
        </pc:sldMkLst>
        <pc:picChg chg="add mod">
          <ac:chgData name="Ahamed, Md Maruf [E CPE]" userId="6f647de5-aeca-43cd-b76c-e84c6089bcf4" providerId="ADAL" clId="{C2FB9565-709C-4B6E-97D1-05652CFDD7D4}" dt="2022-01-28T19:13:53.232" v="103" actId="1076"/>
          <ac:picMkLst>
            <pc:docMk/>
            <pc:sldMk cId="4054879450" sldId="996"/>
            <ac:picMk id="82" creationId="{56DB0EFE-EB7F-491A-8FB8-0DEB7C33821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F16A246E-1165-E245-A7EB-0772963E03C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2440F699-AA4E-4A4F-915B-4E190BCFD03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EA62CF11-F0EA-0848-BA90-DDCC4F4E76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>
            <a:extLst>
              <a:ext uri="{FF2B5EF4-FFF2-40B4-BE49-F238E27FC236}">
                <a16:creationId xmlns:a16="http://schemas.microsoft.com/office/drawing/2014/main" id="{ABB4707E-3172-FE4D-BE44-CD82F8236D0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85064E9-D108-4958-BC0A-32345D0A6B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2:27:10.1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10373 5133 1825 0,'0'0'40'0,"0"0"8"0,0-5 1 0,0 0 3 0,0 5-41 0,-3-6-11 0,0 1 0 0,3 5 0 16,-3-3 81-16,-3 1 15 15,0-1 2-15,0 3 1 0,-3 3-43 0,0-1-8 0,0 1-1 0,-3 5-1 16,-2 0-21-16,2 3-4 0,-6-1-1 0,0 6 0 16,0-3-20-16,0 6 0 0,0-3 0 0,-2 5 0 15,2 3 21-15,-3-6 0 0,3 3 0 16,-6 3 0-16,3-3-21 0,-3 3 0 0,4 0 0 0,-7 0 0 31,3 0-18-31,3-3-8 0,-3 3-2 0,4-6 0 16,2-2-125-16,0-3-26 0,0 0-5 0,3-2-695 0</inkml:trace>
  <inkml:trace contextRef="#ctx0" brushRef="#br0" timeOffset="262.447">9879 5149 1728 0,'-3'-5'38'0,"0"-3"8"0,0 3 2 0,0-3 0 0,3 5-39 0,0 3-9 16,0-3 0-16,0 3 0 0,3-8 104 0,-3 8 20 15,3-2 3-15,3 2 1 0,3 2-52 0,-3-2-9 16,6 8-3-16,-3-5 0 0,2 5 0 0,1 0 0 16,0 2 0-16,3 4 0 0,0-4-39 0,0 4-8 15,0-1-1-15,-3 3-1 0,3-1-24 0,-4 4-5 16,1-3-1-16,0 5 0 0,-3 0 15 0,3 0 0 0,0 3 0 15,3 5 0-15,-3-2 0 0,0 2 0 16,0-8 0-16,0 6 0 0,-1-4 0 0,-2-2 0 16,0 1 0-16,0-4 0 15,0 1-208-15,0-3-38 0</inkml:trace>
  <inkml:trace contextRef="#ctx0" brushRef="#br0" timeOffset="449.913">10486 5588 2347 0,'0'0'52'0,"0"0"10"0,0 0 2 0,0 0 2 0,0 0-53 0,0 0-13 0,0 0 0 0,-3-2 0 16,3-4 46-16,0 6 6 0,3-5 2 0,-3 0 0 16,3 2-42-16,0-2-12 0,0 2 0 0,3-2 0 15,0 2-127-15,-6 3-29 0</inkml:trace>
  <inkml:trace contextRef="#ctx0" brushRef="#br0" timeOffset="1109.217">10906 5170 2397 0,'0'0'52'0,"0"0"12"0,0 0 1 0,-3-5 3 0,3 2-54 0,0 3-14 0,-3-5 0 0,3 5 0 15,0-3 59-15,0 3 9 0,0 0 1 0,0 0 1 16,0 0-34-16,0 0-8 0,0 0 0 0,0 0-1 16,0 0 8-16,6 3 1 0,-3 0 1 0,3 5 0 15,0 0-54 1,0 7-11-16,0-7-3 0,-1 6 0 0,1-1 31 0,3 0-9 0,3 6 9 0,-3-9 0 15,3 6-30-15,0-3-1 0,3 1 0 16,0 1 0-16,3-1-60 0,-3-1-12 0,5 0-2 0,-2-2-1 16,0-3-39-16,-3-3-8 0,3 3-2 0,0-8 0 15,-3 2 23-15,2-2 5 0,-2-2 1 0,0-3 0 0,-3-1 98 0,0 1 28 16,0-3-10-16,-3 0 10 0,0-2 97 16,-3-1 24-16,0 0 5 0,0 1 1 15,-3-1 6-15,0-2 2 0,0 0 0 0,-3 2 0 16,0-2-6-16,0-3-1 0,0 3 0 0,0 0 0 0,-3 2-38 15,3 0-8-15,-3 3-2 0,3 1 0 0,0-1-25 0,-3 2-6 16,3 6-1-16,0 0 0 0,0 0-13 0,0 0-3 16,0 0-1-16,-6 3 0 0,0 5-11 0,0 2-3 0,0-2 0 15,-6 6 0-15,3-1-17 0,0 3 10 16,-3 2-10-16,0 3 8 0,0 1-8 0,-3 4 0 16,4 6 0-16,-4 0 0 0,0-1 0 0,0 1 0 0,0-3 0 15,0 0 0-15,3-2 0 0,-3-1 0 0,3 1-9 16,1-4 9-1,-1-1-33-15,0 1 0 0,3-1 0 0,-3 1 0 16,6-1-87-16,-3-1-18 0,3 3-3 0,0-1-1122 0</inkml:trace>
  <inkml:trace contextRef="#ctx0" brushRef="#br0" timeOffset="1721.273">14284 5199 1519 0,'0'0'43'0,"0"0"9"0,0 0-41 0,-3 6-11 0,-3-1 0 0,0-2 0 16,3 2 108-16,-3 0 19 0,0 0 4 0,0 1 1 0,1-1-51 16,-1-2-9-16,-3 5-3 0,3 0 0 15,-3-3-11-15,3 3-2 0,-3 0-1 0,-3 8 0 16,3-8-32-16,-3 5-7 0,3 0 0 0,-3 3-1 16,-3 0-15-16,1 2 8 0,-1 1-8 0,-3 2 0 15,-3-2 0-15,3-1 0 0,-6 1 0 0,0-1 0 16,4-2-56-16,-4-3-8 0,3 0-2 15,-3 1-618-15,6-4-123 0</inkml:trace>
  <inkml:trace contextRef="#ctx0" brushRef="#br0" timeOffset="1992.884">13811 5334 1728 0,'0'-13'49'0,"3"8"11"0,-3-3-48 0,3 0-12 16,-3 3 0-16,3-3 0 0,0 2 118 0,-3 1 22 0,3 2 4 0,-3 3 0 15,0 0-36-15,3-2-7 0,3-1-1 0,-3 1-1 16,3 2-56-16,0 2-11 0,3 1-3 0,-1-1 0 16,1 4 28-16,3 2 6 0,0 0 1 0,3 2 0 15,0 1-52-15,0 2-12 0,3 0 0 0,0 3 0 16,-1 3-9-16,1 2-5 0,0-8-1 0,0 11 0 16,0-8 15-16,-3 2 0 0,3 3 0 0,-4-2 0 15,1-3 0-15,0 0 10 0,3 0-10 0,-3 2 8 16,0-7 1-16,0 2 0 0,0-2 0 0,-3 2 0 31,2-3-58-31,-2-2-12 0,0 3-3 0,0-3 0 0,-3-3-111 16,6-2-22-16</inkml:trace>
  <inkml:trace contextRef="#ctx0" brushRef="#br0" timeOffset="2173.34">14528 5512 2214 0,'0'0'48'0,"0"0"11"0,-3-6 1 0,-3 4 3 0,6 2-51 0,-3-3-12 15,3 3 0-15,0 0 0 0,-6-5 100 0,6 5 16 16,0 0 4-16,0 0 1 0,0 0-53 0,0 0-12 0,0 0-1 0,0 0-1 16,0-6-40-16,0 6-14 15,0 0 9-15,0-5-9 0,3 3 0 0,-3 2-11 16,3-6 1-16,0 4 0 16,0-4-166-16,-3 6-34 0,0 0-6 0,9-10-2 0</inkml:trace>
  <inkml:trace contextRef="#ctx0" brushRef="#br0" timeOffset="5748.941">15013 5199 1792 0,'0'0'51'0,"0"0"10"0,0 0-49 0,-3-5-12 0,3 5 0 0,-3-3 0 16,3 3 105-16,-2-5 19 0,2 5 3 0,0 0 1 16,0 0-52-16,0 0-9 0,-3-2-3 0,3 2 0 15,0 0 0-15,0 0 0 0,0 0 0 0,0 0 0 16,0 0-51-16,0 0-13 0,0 7 0 0,0-1 0 16,0 2 0-16,3 0 0 0,-1 2 0 0,1 1 0 15,0 2 0-15,3-2 0 0,-3 2 0 0,3 0 0 16,0 3 0-16,3 0 0 0,0 2 0 0,0-2 0 15,3 3-18-15,3-3-6 0,0-1-2 16,3-1 0-16,2-4-34 0,1 1-6 0,-3-3-2 16,6-3 0-16,0-5 3 0,-3 0 0 0,-1 0 0 0,-2-5 0 15,0 0 32-15,-3-3 6 0,0-3 2 0,0 0 0 0,-3 1 13 16,0-1 4-16,-3-2 0 0,-1 2 0 0,-2 1 55 16,0-1 11-16,0-2 2 0,-3 2 1 0,0 1 5 15,-3 2 1-15,0-3 0 0,0 3 0 16,-3-2-3-16,0 2 0 0,3 3 0 0,-3-3 0 0,0 2 0 0,0 4 0 15,3 2 0-15,0 0 0 0,0 0-51 0,0 0-13 16,0 0 0-16,-6 0 0 0,3 5 0 0,-2 0 0 16,-1 3 0-16,0 3 0 0,0 2 34 0,-3 0 4 15,3 6 1-15,0 2 0 0,-3 5-31 0,3-2-8 0,-3 5 0 0,-3 3 0 16,3-3 0-16,-6 0 0 0,3 3 0 0,-2-3 0 16,2 0 0-16,-3-2 0 0,-3-3 0 0,3 2-8 15,-3 0-3-15,0 1 0 0,3 2 0 16,-2-2 0-16,2 2-11 0,0-3-2 0,3-2-1 0,-3 0 0 15,6-3-31-15,0-5-7 16,3 2-1-16,-3-5 0 0,3-2-51 0,3-3-10 16,3 0-3-16,-3-3-921 0</inkml:trace>
  <inkml:trace contextRef="#ctx0" brushRef="#br0" timeOffset="6480.348">13734 5054 1074 0,'0'0'30'0,"0"0"8"0,0 0-30 0,0 0-8 0,0 0 0 0,0 0 0 15,0 0 104-15,0 0 19 0,0 0 4 0,0-3 1 16,0-5-52-16,2 3-9 0,1 2-3 0,0-2 0 15,0 2-7-15,0-2-1 0,3 2-1 0,0 1 0 0,0-1-37 0,3-2-7 16,3 0-2-16,0-1 0 0,0 4 44 0,6-1 9 16,0 0 2-16,5 1 0 0,4-4-23 0,3 6-4 15,3-2-1-15,-1-1 0 0,1 3-16 0,0-5-3 16,0 2-1-16,5-2 0 0,4-3-3 16,6 3-1-16,2-1 0 0,4 4 0 15,-4 2-12-15,-2-3 0 0,-3-5 0 0,5 5 0 0,4-2 54 0,-3 3 8 16,5-1 2-16,1 0 0 15,-10 1-64-15,1 2 0 0,0-3-9 0,-1-2 0 0,-2 2 9 0,2 0 12 16,1 1-2-16,0-1-1 0,-4 3-9 0,-5 3 0 16,-6-3 0-16,0 0 0 0,-10 0 12 0,4-3 1 15,-6 3 0-15,0-3 0 0,-3 3-13 0,0-2-18 0,-1-1 4 0,1 3 1 16,-3-2 13-16,-3 2 0 0,3-3 0 0,-3 3 0 16,-3 0 48-16,3 0 13 0,0 0 3 0,-4 0 0 15,1 0-52-15,0 0-12 0,0 0 0 0,-3 0 0 31,0 3-20-31,0-3-6 0,-6 0-2 0,6 0 0 16,-6 0-22-16,0 0-5 0,3 2-1 0,-3-2-733 0,0 0-147 0</inkml:trace>
  <inkml:trace contextRef="#ctx0" brushRef="#br0" timeOffset="16226.896">10284 11481 1048 0,'0'0'29'0,"0"0"8"0,0 0-29 0,0 0-8 0,0 0 0 0,0 0 0 15,0 0 105-15,0 0 20 0,0 0 4 0,0 0 1 16,0 0-19-16,0 0-4 0,0 0-1 0,0 0 0 16,0 0-23-16,0 0-5 0,0 0-1 0,-6 3 0 15,6-3-25-15,-3 5-6 0,-3 0-1 0,3 1 0 16,0 1-15-16,-3 1-3 0,3 3-1 0,0 0 0 15,-3-1-7-15,3 6-2 0,0-3 0 0,-3 3 0 16,3 0-8-16,0 0-1 0,-3-3-8 0,3 3 12 16,-3 0-23-16,3 0-5 0,0-3 0 0,3 3-1 15,-3-3 17-15,3 3 0 0,-3-3 0 0,3 0 0 16,0 1 0-16,-3-1 0 0,3-3 0 0,0 4 0 16,0-4 12-16,0 1 5 0,3-3 2 0,-3 0 0 15,0 2-31-15,3-2-5 0,-3 0-2 0,0 0 0 16,3 0 19-16,-3-3 0 0,3 1 0 0,-3-1 0 15,0-5-106-15,3 5-18 0,-3 1-3 0,0-6-513 16,0 0-102-16</inkml:trace>
  <inkml:trace contextRef="#ctx0" brushRef="#br0" timeOffset="19944.092">10299 6874 1501 0,'0'0'32'0,"0"0"8"0,0 0 0 0,-3-2 4 0,3 2-36 0,-6-3-8 0,0 0 0 0,3 1 0 16,-3 2 71-16,0 0 12 0,0 0 2 0,0 0 1 15,0 0-36-15,0 0-7 0,0 2-2 0,0 4 0 16,-3-4 15-16,3 4 2 0,-3-1 1 0,0 3 0 0,3 0-43 0,0 0-16 15,0 0 11-15,0 5-11 0,1-3 0 0,2 4 0 16,0 2 0-16,0 2 0 0,0 1 0 0,0-1 0 16,3 1 0-16,0-1 0 0,3-2 0 0,0 0 0 15,3 0 0-15,-1-3 0 0,4 0 0 0,3-5 0 16,0 0 0-16,3 0 0 16,0-5-45-16,3-1-15 0,0-2-4 15,3 0 0-15,-1-2 64 0,1-6 16 0,3 2 2 0,0-4 0 0,-3-1-6 0,0-2 0 16,-4 0-1-16,1-3 0 0,0 0 5 0,-6 0 2 15,3 0 0-15,-6-2 0 0,3 2-1 0,-3 0 0 16,0 0 0-16,-3 0 0 0,-3 0 28 0,-3 3 6 0,2-3 1 0,-4 0 0 16,2 1-32-16,-6-1-7 0,0 0-1 0,-3 0 0 15,3 3 42-15,-6 0 8 0,3-1 2 0,-6 6 0 16,0 0-64-16,-3 0 0 0,-3 3-14 0,-2 3 2 16,-1-1 12-16,-3 6 0 0,0-1 0 0,-3 3 0 15,1 3-21 1,5 0-9-16,0 6-2 0,-3-1 0 0,6 0-116 0,4 3-24 15,-1 2-5-15</inkml:trace>
  <inkml:trace contextRef="#ctx0" brushRef="#br0" timeOffset="20559.236">10260 8081 1482 0,'-12'3'42'0,"6"2"9"0,0-3-41 0,-3 1-10 0,3 2 0 0,-6 3 0 15,3-2 47-15,0 4 7 0,0-2 2 0,0 3 0 16,1 2-24-16,-1 3-4 0,0 0 0 0,0 5-1 15,0 0-7-15,0 3-2 0,3 2 0 0,0 1 0 16,3-3-29-16,0 2-5 0,0-2-2 0,3 0 0 16,-3-3 18-16,6 0 0 0,0-2 0 0,0-1 0 15,3-2 0-15,0-3 0 0,3 0 0 0,-3-5 0 16,6 0 0-16,-3-2 0 0,6-4 0 0,-4 1 0 16,4-3 0-16,0-3 0 0,3 1 0 0,0-1 0 0,3-2 26 15,0-6 9-15,-4 3 1 0,4-5 1 16,0 0 13-16,-3-1 2 0,0 1 1 0,0-3 0 0,-3-2-1 0,-4-1 0 15,-2-2 0-15,0 0 0 0,-3-3-3 0,0 3-1 16,-6-3 0-16,0-2 0 0,-3 2-12 0,0 3-2 16,-3 0-1-16,-6 5 0 0,1 0-9 0,-4 0-3 15,0 3 0-15,-3-1 0 0,-3 4-6 0,-3 2-2 16,3 3 0-16,-2-1 0 0,2 1-13 0,-3 5 0 16,3 0 0-16,-3 3 0 15,3-1-49-15,1 6-13 0,-1-2-2 0,0 4-1 16,0 1-153-16,0 2-30 0</inkml:trace>
  <inkml:trace contextRef="#ctx0" brushRef="#br0" timeOffset="21368.618">10129 10023 1497 0,'0'0'32'0,"0"0"8"0,0 0 0 0,-6-3 4 0,0 1-36 0,6 2-8 0,-6-3 0 0,0 0 0 15,0 3 99-15,0 0 17 0,6 0 4 0,-9 6 1 16,3-4-53-16,-3 4-12 0,3 2-1 0,-3 0-1 15,0 0-30-15,1 2-5 0,-1 1-2 0,0 2 0 16,0 0-17-16,0 3 0 0,0 0 0 0,-3 0 0 16,6 2 32-16,-3 1 4 0,3 2 0 0,0 5 0 15,0 4-36-15,3-1 0 0,0 2 0 0,0-2 0 16,6 1 0-16,-3-4 0 0,3 1 0 0,3-6 0 16,0 0-27-16,0-3-5 15,3 1-2-15,3-3 0 0,-3 0 34 0,6-6 0 0,-3 1 0 0,3-3 0 16,-4-3 0-16,1 0 0 0,3-2 0 0,-3-3 0 0,0-5 0 15,3-1 0-15,0 1 0 0,0-5 0 0,3-1-24 16,-1-2 3-16,1-1 0 0,0-4 0 0,6-3 21 0,-3 0 0 16,3-8 0-16,-4-1 8 0,4-4 15 15,-3 2 2-15,-3 3 1 0,0-3 0 0,0-2 23 16,-6 5 5-16,0-3 1 0,-4-2 0 0,-2 5 7 0,-3-3 2 16,0-2 0-16,-3-1 0 0,-3 3-47 0,-3 3-9 15,0 0-8-15,-5 3 12 0,2-1 7 16,-6 9 1-16,0-1 1 0,-3 3 0 0,-3 6-8 0,-3-1-1 15,4 3-1-15,-4 3 0 0,0 2-11 0,3 3 0 16,0 0 0-16,0 6 0 16,4-1-28-16,-1 5-8 0,0 1-2 0,0 2 0 15,0 3-302-15</inkml:trace>
  <inkml:trace contextRef="#ctx0" brushRef="#br0" timeOffset="28367.109">10569 4572 1267 0,'0'0'28'0,"0"0"5"0,3-2 38 0,3-1-71 0,3-2 0 0,-3 2 0 0,3 0 0 16,0-7 117-16,3 5 17 0,0-3 3 0,6 2 1 15,-3-7-48-15,2 2-10 0,1 4-1 0,3-4-1 16,0-2-34-16,0-3-8 0,3-3 0 0,-1 1-1 16,1-3-24-16,0 2-11 0,0-5 10 0,3 0-10 15,-1 6 0-15,1-8 0 0,3-1 0 0,0 6 0 16,0-6 12-16,-4 6-4 0,1 3-8 15,0 2 12-15,-6 0-12 0,3 5-8 0,-7-2 8 0,1 3-13 16,-6 2-12 0,0-3-3-16,-3 3 0 0,-3 3 0 15,0 0-142-15,-3-3-29 0,-12-8-5 0,9 16-2 0</inkml:trace>
  <inkml:trace contextRef="#ctx0" brushRef="#br0" timeOffset="28863.933">10694 4281 1552 0,'0'0'44'0,"-3"-5"10"0,3 0-43 0,-3-3-11 0,0 2 0 0,0 1 0 16,3 0 84-16,-2 0 16 0,-1 2 2 0,3 3 1 16,-3-5-63-16,3-1-12 0,-3 1-2 0,3 5-1 15,-3-3 31-15,3 3 5 0,0 0 2 0,0 0 0 16,0 0-50-16,0 0-13 16,-3 0 0-16,-3 3 0 0,0 0 56 0,0 2 7 0,-3 3 1 0,3 0 0 15,0 2-52-15,-3 4-12 0,3-4 0 0,-3 6 0 16,0 0 0-16,3 0 0 0,-3 0 0 0,3 2 0 15,0 1-11-15,0-3-5 0,3 2 0 0,-2 1-1 32,2-1-24-32,0-5-5 0,0 3-1 0,0-5 0 0,3 2 31 0,-3 0 5 0,3 1 2 0,0-4 0 15,0 3-7-15,0-5-2 0,0 0 0 0,3 3 0 16,0-1 18-16,0-4-10 0,0 2 10 0,0-3-8 16,-1 0 8-16,4 1 0 0,0 1 0 0,0-7 0 15,0 3 14-15,0 0-2 0,3-3 0 0,-3 2 0 16,3-2 2-16,0-2 0 0,0 2 0 0,3 0 0 15,0-3-14-15,0 0 8 0,0-2-8 0,2 3 0 16,1-6 12-16,-3 0-4 0,3 2-8 0,3 1 12 16,-3 2-38-16,0-7-8 15,3 5-2-15,-1-3-598 0,1 0-120 0</inkml:trace>
  <inkml:trace contextRef="#ctx0" brushRef="#br0" timeOffset="36460.602">14472 6874 1728 0,'0'0'38'0,"0"0"8"0,0 0 2 0,0 0 0 0,0 0-39 0,0 0-9 0,-3-5 0 0,3 5 0 15,0 0 78-15,0 0 14 0,0 0 2 0,0 0 1 16,0 0-23-16,0 0-4 0,0 0 0 0,0 0-1 15,0 0-20-15,0 0-4 0,0 0-1 0,-3 5 0 16,0 3-9-16,0 0-1 0,3 0-1 0,-3 3 0 16,3-3-15-16,0 5-2 0,0-3-1 0,-3 4 0 15,3 2-13-15,0-1 8 0,-3 4-8 0,3-1 0 16,0 4 0-16,0-1 0 0,0 0 0 16,3 0 0-16,-3-2 8 0,0-1-8 0,0 1 0 15,3-1 0-15,-3-2 8 0,-3 0-8 0,3 0 0 0,0-3 9 16,-3 3-9-16,3-3 0 0,-3 3 0 0,3-3 0 15,-3 1-49 1,0-1-12-16,0-3-3 0,0 4 0 0,0-1-148 16,3 0-29-16</inkml:trace>
  <inkml:trace contextRef="#ctx0" brushRef="#br0" timeOffset="37251.098">14454 8189 1048 0,'0'0'29'0,"0"0"8"0,0 0-29 0,0 0-8 0,0 0 0 0,0 0 0 16,0 0 104-16,0 0 19 0,0 0 4 0,0 0 1 16,0 0-46-16,-3 3-9 0,3-3-1 0,-3 8-1 15,0 0-6-15,0 0-1 0,3 0 0 0,-3 2 0 16,0 1 0-16,3 2 0 0,-3 0 0 0,3 3 0 16,0 0-51-16,-3 3-13 0,3 2 0 0,0 0 0 15,0-2 0-15,0 2 0 0,0-3 0 0,0 3 0 16,3 1 0-16,0-1 0 0,-3-3 0 0,3 3 0 15,-3-2 0-15,3-1 0 0,0 4 0 0,-3-4 0 16,3 1 0-16,0-1 11 0,0 1-11 0,-3-1 10 16,0-2-10-16,0 0 0 0,0 0-10 0,0 0 10 15,3-3-29 1,-3 0 0-16,0 0 0 0,0-2 0 0,0 0-126 16,0-1-25-16</inkml:trace>
  <inkml:trace contextRef="#ctx0" brushRef="#br0" timeOffset="38136.274">14281 9944 1652 0,'0'0'36'0,"0"0"8"0,0 0 2 0,0 0 0 0,0 0-37 0,0 0-9 0,-6-3 0 0,6 3 0 15,0 0 80-15,-6 0 15 0,0 3 2 0,0 2 1 16,0-2-34-16,3 5-6 0,-2-3-2 0,-1 5 0 16,0 4-16-16,3-1-4 0,0 0-1 0,-3 3 0 15,3 0-9-15,3 5-2 0,-3-2 0 0,0 2 0 16,3 0-24-16,-3 3 0 0,3 2 0 0,-3 3 0 15,6 3 0-15,-3 2 0 0,-3 3 0 0,3-2 0 0,0-3 0 16,0-1 0-16,0-4 0 0,0 2 0 0,0-3 0 0,0-2 0 16,0 0 0-16,0-3 0 0,0 0 0 0,0 1 0 15,3-1 0-15,-3-3 0 16,0 1-50-16,0-1-15 0,0 1-3 16,0-3-608-16,0-3-120 0</inkml:trace>
  <inkml:trace contextRef="#ctx0" brushRef="#br0" timeOffset="39174.937">14287 11447 1224 0,'0'0'27'0,"0"0"5"0,0 0 2 0,0 0 0 0,0 0-34 0,-6 2 0 16,6-2 0-16,-6 6 0 0,0-1 84 0,3 0 11 16,-3 0 1-16,0-2 1 0,3 2-21 0,-3 3-5 15,1 0-1-15,-1 3 0 0,3-1-26 0,0 1-6 16,0 0-1-16,-3 4 0 16,3-1 0-16,0 2 0 0,-3 2 0 0,3 3 0 0,-3-5-21 0,6 5-5 15,-3-2-1-15,0-1 0 0,0 3-10 0,0 1 0 16,3-1 0-16,-3-3 0 0,3 4 0 0,-3-4 0 0,6 1 0 0,-3-1 0 15,3-2 0-15,0 2 0 0,0-2 0 0,3 0 0 16,-3 0 0-16,3-5 0 16,0 2 0-16,3-3 0 0,0 1-9 0,3-3 9 0,-4 0-12 15,4-3 12 1,3-2-38-16,-3-3-1 0,6-3 0 0,-3-2 0 0,3 0 52 0,3-3 11 16,-1-3 1-16,-2 1 1 0,3-4-10 15,-3 1-3-15,3-5 0 0,-6 2 0 0,3-3 9 0,-7 1 2 0,1-1 0 0,0 1 0 16,-3-4 32-16,0 4 6 0,0-3 2 0,-3 2 0 15,0-2-7-15,-3 3-1 0,-3-4 0 0,3 1 0 16,-3-3-37-16,-3 3-8 0,0 0-2 0,0 0 0 16,0 2 44-16,-3 1 9 0,0 2 2 0,-3 0 0 15,0 3-52-15,0 2-12 0,0-2 0 0,-3 5 0 16,1-2 0-16,-7 2 0 0,3 2 0 0,-3 1 0 16,-3 2 0-16,0 3 0 0,0 0 0 0,1 0 0 15,-4 3-48-15,3 2-13 16,-3 3-3-16,3 3 0 0,0 2-117 0,1 0-24 15,2 3-5-15,-6 0-1 0</inkml:trace>
  <inkml:trace contextRef="#ctx0" brushRef="#br0" timeOffset="41483.593">13835 4062 1728 0,'0'0'38'0,"0"0"8"0,0 0 2 0,0 0 0 0,6 0-39 0,-3-6-9 0,-3 6 0 0,6 0 0 15,-6 0 52-15,3-2 9 0,-3 2 2 0,6 0 0 16,-6 0-50-16,0 0-13 0,5 2 0 0,-2-2 0 15,0 0 23-15,-3 0-1 0,0 0 0 0,6 8 0 16,-3-2-14-16,-3-1-8 0,3 3 8 0,-3 2-8 16,-3 4 0-16,3-4 0 0,-3 3 0 0,0 3 8 31,0 3-28-31,-3-3-6 0,4 5-1 0,-4-3 0 0,3 1-3 16,-3-1-1-16,3 1 0 0,-3-3 0 15,3 0-1-15,3 0-1 0,-1450-3 0 0,2897 0 0 16,-1447-2-25-16,0-1-5 0,0-2-1 0,3 3 0 0,0-6 52 0,3 3 12 0,-3-3 0 0,3 3 0 15,3-8 0-15,-4 3 0 0,4-3 0 0,3 2 0 16,-3-4 28-16,3 2 9 0,3 0 2 0,-3-3 0 16,0 3-11-16,3-8-3 0,-3 6 0 0,2-4 0 15,1 1-71-15,0 0-14 0,3-3-4 0,-3 0 0 16</inkml:trace>
  <inkml:trace contextRef="#ctx0" brushRef="#br0" timeOffset="41847.099">14394 3995 1609 0,'0'0'35'0,"0"0"7"0,0 0 2 0,0-7 2 0,3 1-37 0,-3 1-9 0,3 2 0 0,-3 3 0 16,0 0 99-16,0-5 17 0,0 5 4 0,0 0 1 15,0 0-61-15,0 0-12 0,0 0-2 0,0 0-1 16,0 0-21-16,0 0-4 0,0 0 0 0,0 5-1 16,0 3-11-16,0 5-8 0,0-5 9 0,0 6-9 15,0 2 8-15,0-6-8 0,0 9 0 0,0-1 0 16,0 1 0-16,0 2 0 0,0 5 0 0,0 1 0 15,0-3-28-15,0 5 0 16,-3-3 1-16,3 1 0 0,0-6 2 0,0 3 0 0,-3-3 0 0,0-3 0 16,3 6-58-16,-3-8-11 0,3 0-2 15,-3 0-468-15,3-3-92 0</inkml:trace>
  <inkml:trace contextRef="#ctx0" brushRef="#br0" timeOffset="42116.842">14686 3932 1728 0,'0'0'38'0,"0"-3"8"0,0-5 2 0,0 3 0 0,0 5-39 0,-3-5-9 0,3 5 0 16,0 0 0-16,0 0 88 0,0 0 15 0,0 0 3 0,0 0 1 16,0 0-69-16,0 0-14 0,0 5-2 0,-3 3-1 15,0 3 35-15,0-1 6 0,-3 3 2 0,3 1 0 16,0 4-52-16,0-2-12 0,0 3 0 0,0-4 0 15,0 7 0-15,0-4-12 0,0 9 3 16,0-4 0-16,0 1 9 0,0 5 0 0,0 0 0 16,0 1-8-1,0-4-36-15,1 0-8 0,-1-2 0 0,0 0-1 16,0 0-60-16,0-3-12 0,-3 0-3 0,0-2-716 0</inkml:trace>
  <inkml:trace contextRef="#ctx0" brushRef="#br0" timeOffset="42363.938">14439 4260 1314 0,'-9'-11'37'0,"3"9"8"16,0-6-36-16,3 3-9 0,-3-3 0 0,3 2 0 0,0 1 53 0,0 0 9 16,3 5 2-16,0 0 0 0,0-6 35 0,0 6 7 15,6-2 2-15,-3 2 0 0,3-8-39 0,3 8-7 16,0-3-2-16,3 1 0 0,0-1-21 0,-3 3-5 15,9-8-1-15,-1 5 0 0,-5 3-18 0,0 0-4 16,3-2-1-16,0 2 0 0,0-6-10 0,0 4 8 16,3-3-8-16,0-1 8 15,2 1-48-15,1 0-9 0,0-1-3 0,6-2-905 16</inkml:trace>
  <inkml:trace contextRef="#ctx0" brushRef="#br0" timeOffset="42730.086">15091 3932 1728 0,'0'0'38'0,"0"0"8"0,0 0 2 0,0 0 0 0,0 0-39 0,0 0-9 0,0 0 0 0,0 0 0 16,0 0 104-16,-3 0 20 0,-6 3 3 0,3-1 1 16,-3 1-103-16,0 0-25 0,0 2 0 0,-3-3 0 15,0 1 56-15,0 2 7 0,1 3 1 0,-1-5 0 16,0 0-64-16,0 5 0 0,3 0-9 0,0-1 0 15,0-1 9-15,3 4 0 0,0-4-9 0,0 4 9 16,3-2-8-16,3-3 8 0,3 3-10 0,0 0 10 16,3-2-10-16,3 2 10 0,0-3-10 0,3 3 10 15,3-3-8-15,0 0 8 0,0 1 0 0,-1-4-9 16,1 4 27-16,0-1 6 0,0 0 0 0,-3 0 1 16,0 3-42-16,0-2-9 0,-6-1-2 0,0 3 0 15,0-3-6-15,-6 6-2 0,0-3 0 0,-6 0 0 0,0 2 48 16,-3 1 8-16,-3-3 3 0,0 0 0 0,-6 2-37 0,0 4-7 15,0-7-2-15,-2 4 0 0,-1 0 11 0,0-1 3 16,-6 3 0-16,0-2 0 16,4 0-25-16,-4-3-5 0,3-1-1 0,0 4 0 15,0-8-31-15,3 2-6 0,1-2-2 0,-1-1-737 0</inkml:trace>
  <inkml:trace contextRef="#ctx0" brushRef="#br0" timeOffset="43552.914">15243 3863 1630 0,'0'0'36'0,"0"0"7"0,-3-8 1 0,0 0 3 0,0 0-38 0,0 0-9 0,0-2 0 0,-3-1 0 16,3-2 108-16,-3 0 20 0,3 0 4 0,-3-1 1 16,0 1-61-16,-3 0-13 0,0 0-3 0,0 2 0 15,0-5-20-15,-3 3-5 0,0 5-1 0,1-8 0 16,-4 6 27-16,0-4 6 0,-6 1 1 0,3 0 0 16,-3 0-64-16,-3 5-26 0,1-8 2 0,-7 5 0 0,-3 1 24 15,0 2 0-15,-5-6 0 0,-4 4 8 0,3 5 9 0,-5-3 3 16,-1 0 0-16,-6 0 0 15,4 2-68-15,-4 4-12 0,-2-1-4 0,-4 3 0 16,1 3 52-16,2-1 12 0,3 1 0 0,-8 8 0 0,5-3-11 16,-2 0 1-16,-1 2 0 0,1 3 0 15,5 3 10-15,3 3 14 0,7-3-3 0,-4 5-1 16,0-5-34-16,7 5-6 0,-4-3-2 0,3 9 0 16,7-3 0-16,-1 2 0 0,3 6 0 0,3 0 0 0,0 2 32 15,7-2 10-15,2 2 0 0,3 3 0 16,0-5-37-16,3 2-7 0,0 1-2 0,0 2 0 15,3-3-18-15,3 3-4 0,3 0-1 0,-3 3 0 0,6-6 29 0,0 3 6 0,0 0 0 16,3-2 1-16,3-1 3 0,3-5 0 0,3 3 0 0,3 0 0 16,3-3 20-16,3 5 0 0,3-7 0 0,2 2 0 15,4 0 14-15,6-5 7 0,0-3 2 0,2 0 0 16,1-2-12-16,0-3-3 0,2 0 0 16,4-1 0-16,3-4 20 0,-1-3 4 0,7 0 1 15,-1-3 0 1,-5 0-48-16,3-5-9 0,-1 0-3 0,4 0 0 0,-4-5 27 0,1 2 0 0,3 1 0 0,-1-9 11 15,-5 6 9-15,-1-3 3 0,1-3 0 0,3 1 0 16,-7-3-23-16,4-1 0 0,-3-1 0 0,-1-1 0 16,-2-3 44-16,0 1 8 0,-4-9 2 0,1 3 0 15,0 1-35-15,-4-1-7 0,-2 0-2 0,3-3 0 16,-3 1-10-16,-4-3 0 0,1 2 0 0,3-4 0 16,-6-4 46-16,-4 3 7 0,1-2 2 0,0-3 0 15,-3 5-37-15,-3-2-7 0,0 5-2 0,0-6 0 16,-7 4 44-16,4 2 9 0,-6-1 2 0,0-1 0 0,-3 2-52 15,-3-1-12-15,0 1 0 0,-3-5 0 0,-3 5 54 0,-3 2 8 16,0 1 2-16,-3 2 0 0,-3-2-52 0,0 5-12 16,-2 2 0-16,-4-5 0 0,-3 3 0 0,-3 2 8 15,-3-2-8-15,-2 3 0 0,-1-6 0 0,0 11 0 16,-6-6 0-16,1 3 0 0,-1 0 0 16,3 3 0-16,-3 3 0 0,1-6 0 15,-1 8-55-15,0 3-7 0,0-3-2 0,-2 0 0 16,5 5 0-16,-3 0 0 0,1 3 0 0,-1 3 0 15,6 2-102-15,-3 3-21 0</inkml:trace>
  <inkml:trace contextRef="#ctx0" brushRef="#br0" timeOffset="58798.96">18273 5340 1396 0,'0'0'31'0,"0"0"6"0,0 0 2 0,0 0 0 0,-6-3-31 0,6 3-8 0,-3 0 0 0,-6-3 0 16,6 3 75-16,3 0 13 0,-6 0 4 0,-3 0 0 16,9 0-23-16,-6 0-4 0,-3 0-1 0,0 3 0 15,3 0-51-15,-3-1-13 0,0 1 0 0,-2 2 0 16,-1 1 34-16,-3 1 4 0,0 1 1 0,-3 0 0 16,0 3-11-16,-3-1-3 0,1 6 0 0,-7 3 0 0,6-6-33 15,-3 6-8-15,0 2 0 0,0-3-1 0,1 3-7 16,2-2 0-16,0 0-1 0,0-4 0 15,3 7-49-15,0-4-10 0,4-2-1 0,-1 0-467 16,0 0-94-16</inkml:trace>
  <inkml:trace contextRef="#ctx0" brushRef="#br0" timeOffset="59118.623">17803 5295 1456 0,'0'0'41'0,"0"0"9"0,0 0-40 0,0 0-10 0,0 0 0 0,3-6 0 15,-3 6 74-15,5-2 13 0,1-1 2 0,-3 3 1 16,3 3-21-16,0-3-4 0,3 2-1 0,-3 4 0 16,3-4-10-16,0 4-2 0,0-1-1 0,0 3 0 15,3 2-31-15,0 1-5 0,0 2-2 0,3 0 0 16,-1 3-13-16,1 3 0 0,0-1 0 0,3 4 0 15,-3-4 0-15,0 3 0 0,3-2 0 0,-1-1 0 16,-2 1 0-16,0-3 0 0,0 2 0 0,0-2 0 16,-3 0 0-16,-3 0 0 0,3-6 0 0,-3 4 0 15,-3-4-20-15,0 1-8 0,0-3 0 16,-3 0-1-16,2 0-107 0,-2-3-22 16,-3 0-4-16,0-5-602 0</inkml:trace>
  <inkml:trace contextRef="#ctx0" brushRef="#br0" timeOffset="59546.172">17695 5149 1267 0,'0'0'28'0,"0"0"5"0,0 0 2 0,0 0 1 0,0 0-36 0,0 0 0 0,6-3 0 0,0 3 0 16,0 0 88-16,3 0 10 0,-3-2 2 0,3 2 1 15,-3-3-8-15,3 3-1 0,0-2-1 0,3 2 0 16,0-3-22-16,0 0-4 0,2 1-1 0,4-1 0 16,3 0-51-16,0 1-13 0,3-4 0 0,3 6 0 15,2-8 30-15,-2 3 3 0,3 0 1 0,3 0 0 16,-4 2-3-16,-2 0-1 0,0-2 0 0,0 2 0 16,-3 3-30-16,-1-5 0 0,1 2 0 0,-3 1 0 15,3-1-16-15,-3 0-8 0,0 3-3 16,-4 0 0-16,1-2 3 0,0 2 1 0,0 0 0 0,-3 2 0 15,-3-2-146-15,0 0-30 0,0 3-5 0,-3-3-2 16</inkml:trace>
  <inkml:trace contextRef="#ctx0" brushRef="#br0" timeOffset="73225.182">17934 6488 1108 0,'0'0'31'0,"0"0"8"0,0 0-31 0,0 0-8 15,0 0 0-15,0 0 0 0,2-5 102 0,-2 5 19 16,3-3 4-16,-3 3 1 0,0 0-25 0,3-5-5 15,0 2 0-15,-3 3-1 0,0 0-32 0,0 0-7 16,0 0 0-16,0 0-1 0,0 0-18 0,0 0-3 0,0 0-1 0,0 0 0 16,0 0 0-16,0 0 0 0,0 0 0 0,3 5 0 15,0 1-5-15,0-1-2 16,-3 3 0-16,0 0 0 0,0 0-10 0,-3 2-3 0,3 4 0 16,-3-1 0-16,3 5-13 0,0 1 9 0,0 2-9 15,-3 3 8-15,3 2-8 0,0-2 0 0,0 3 0 16,0-4 8-16,0 1-8 0,0 0 0 0,0 0 0 0,0 0 8 15,-3-1-8-15,3-1 0 0,-3-4 0 0,3 3 0 16,-3 1 0-16,3-1 0 0,-2 0 9 0,-1 3-9 16,3-3-9-16,0 0-7 0,-3 0 0 0,3 3-1 15,0-5 17-15,0-1 0 0,0-2 0 0,0 0 0 16,3 0-157-16,-3-3-28 16,3-3-6-16</inkml:trace>
  <inkml:trace contextRef="#ctx0" brushRef="#br0" timeOffset="73963.652">17919 8245 1148 0,'0'0'25'0,"0"0"6"0,0 0 1 0,0 0 0 0,0 0-32 0,0 0 0 16,0 0 0-16,0 0 0 0,0 0 84 0,-6 3 10 15,6-3 2-15,0 0 1 0,0 0-8 0,0 0-1 16,-3 2-1-16,3-2 0 0,0 0 14 0,-3 6 3 16,3-6 1-16,0 5 0 0,-3 0-33 0,3 3-6 15,0-3-2-15,-3 1 0 0,0 2-51 0,3 2-13 16,-3-2 0-16,3 5 0 0,-3 1 54 0,0-1 8 0,0 3 2 0,0 0 0 16,0-1-52-16,0 4-12 0,0-3 0 15,3 2 0-15,-3 1 0 0,3-1 0 0,0-2 0 0,0 3 0 16,0-1 0-16,0-2 0 0,3 3 0 0,-3-3 0 31,3-1-48-31,0 1-13 0,-3 0-3 0,3 3 0 0,0-3 52 0,-3-3 12 0,0 0 0 0,3 0 0 31,-3-2-54-31,0-1-8 0,3 1-2 0,-3-3 0 0,0 0-51 16,3 0-10-16,-3-3-3 0,0 0-716 0</inkml:trace>
  <inkml:trace contextRef="#ctx0" brushRef="#br0" timeOffset="74797.092">17871 10002 1728 0,'0'0'38'0,"-9"0"8"0,3 3 2 0,-3-1 0 0,3 1-39 0,-3-1-9 15,0 1 0-15,3 2 0 0,-3 1 37 0,1-1 6 16,-1 0 1-16,0 3 0 0,0 0-20 0,-3 3-3 15,3-1-1-15,0 4 0 0,-3-1-20 0,3 3 0 16,0 2 0-16,3-2 0 0,0 3 0 0,3-1 0 16,0 3 0-16,3 3 0 0,0-3 0 0,3 3 0 15,0 3 0-15,0-4 0 0,6-2 0 0,-3 3 0 16,3-5 0-16,0 2 0 0,3-2 12 0,-3-4-3 16,0-1 0-16,3 2 0 0,0-6-23 0,0 1-5 0,-1-1-1 15,4-4 0-15,0-1 20 0,0 0 14 0,0-5-2 16,0 0-1-1,0-3-30-15,0 1-5 0,0-3-2 0,-1-3 0 0,1 0 26 0,0 0 0 0,0-3 0 0,0-2 0 16,0 0 20-16,-3-3 4 0,-3-3 0 0,3 1 0 16,-4-3 32-16,-2-1 6 0,0-4 2 0,0 2 0 15,-3 0-1-15,0 1 0 0,-3 1 0 0,0-4 0 16,-3 2-20-16,0 3-4 0,-3 0-1 0,-3 2 0 16,-2 1-13-16,-1 2-2 0,0 3-1 0,-6 2 0 15,3 3-6-15,-6-2 0 0,3 2-1 0,-3 2 0 16,1 1-15-16,-1 2-13 0,0 1 2 0,0 2 1 15,0 0-9-15,3 2-1 0,4 1-1 0,-4 0 0 16,3 2-51-16,-3 0-11 0,3 1-1 0,-3 1-628 16,3 4-124-16</inkml:trace>
  <inkml:trace contextRef="#ctx0" brushRef="#br0" timeOffset="75579.297">17993 11333 1444 0,'0'0'40'0,"-6"0"11"0,0 0-41 16,0 0-10-16,0 0 0 0,-3 0 0 0,3 2 103 0,0 1 18 15,-3-3 4-15,1 3 1 0,-1-1-47 0,0 4-10 16,0-1-1-16,0 0-1 0,0 3-31 0,0 0-7 15,-3 0-1-15,0 5 0 0,3-2 13 0,0 2 3 16,0 0 0-16,0 3 0 0,0 3-19 0,1-1-3 16,2 1-1-16,0 2 0 0,3 0-10 0,-3-2-3 15,3 2 0-15,3-3 0 0,-3 1-8 16,6-1 0-16,-3-2 0 0,3 0 0 16,0-3 0-16,0 3 0 0,3-3 0 0,0 1 0 0,0-1 0 0,2 0-9 15,-2-2 9-15,3-3 0 0,3 0-10 0,-3 0 10 16,3-3-8-16,0-2 8 0,0-1 0 0,3 1 0 0,-3-3 0 15,3 0 0 1,-1-3-28-16,1 1 0 0,3-4 0 0,-3 1 0 0,0-3 20 0,3-3 8 0,-3 3-8 16,3-5 8-16,-4 3 0 0,1-4 0 0,0 1 0 0,0-3 8 15,-3 0 6-15,0-2 2 0,-3-1 0 0,0-4 0 16,-3 1 20-16,0-1 4 0,-3-1 0 0,0 0 1 16,0 0 1-16,-3 3 0 0,0 0 0 0,0 2 0 15,-3-2-9-15,-3 3-1 0,3-1-1 0,-6 3 0 16,0 3-5-16,0 0-1 0,-3 2 0 0,0 1 0 15,-3 2-25-15,0 0 0 0,0 2 8 0,1 1-8 16,-4 2 0-16,3 1 0 0,-3-3 0 0,3 5 0 16,0 0-52-16,0 0-8 0,0 0-3 0,1 2 0 15,2 1-168 1,-3 2-33-16,-18 11-8 0,9 3 0 0</inkml:trace>
  <inkml:trace contextRef="#ctx0" brushRef="#br0" timeOffset="77357.965">19990 5215 1204 0,'-3'-13'448'0,"3"13"-348"0,-3-5-32 16,0 2 160 0,6 3-140-16,-3-3 36 15,0 6-76-15,-3 0-28 16,3 2-12-16,0 3-20 0,3 5 8 0,0 3 12 15,3 3-4-15,3 2-12 16,3 3 4-16,6 2-84 31,0-2 48-31,6-3-136 0,2-2 100 0,4-9 8 16,0-2 44-16,-3-8 16 16,0-3 8-16,-7-7 68 15,1 2-36-15,-6-8 156 16,-3 5-108-16,-3-7 124 15,-3 5-116-15,-6-6 80 16,3 6-100-16,-6-3 20 16,0 8-52-16,-6 0-4 15,3 8-20-15,-3 5 20 16,3 3-20 0,-6 11-20-16,6 2 0 0,-12 14-4 15,7-1 4-15,-10 11-36 16,3-3 24-16,-6 6-72 15,6-3 52-15,-6 0-88 16,7-3 72-16,-7-5-88 16,9-2 84-16,-3-6-324 15,6-3 216-15,0-10-652 16,6-3 460-16</inkml:trace>
  <inkml:trace contextRef="#ctx0" brushRef="#br0" timeOffset="77733.88">19824 4998 1016 0,'-6'0'376'0,"6"0"-292"0,3 6-20 0,0-4 76 16,0 1-88-16,3-3 120 15,5 5-96-15,7-10 92 16,6 5-92-16,15-5 100 16,0 2-100-16,17-5 76 15,1 3-88-15,14-6-4 16,-5-2-40-16,5 2-12 15,-5 3-4-15,-4 3-4 16,-11 0 0-16,-10-1-56 16,-5 4 32-16,-9-1-316 15,-6 6 188-15,-9 2-852 16,-1 3 560-16</inkml:trace>
  <inkml:trace contextRef="#ctx0" brushRef="#br0" timeOffset="88375.915">20404 6480 900 0,'0'0'20'0,"0"0"4"0,0 0 0 0,0 0 1 0,3-5-25 0,-3-1 0 0,0 1 0 0,0 0 0 16,0 5 76-16,3-5 9 0,-3-1 3 0,0 6 0 15,0 0-8-15,0 0-2 0,0 0 0 0,0 0 0 16,0 0-18-16,0 0-4 0,0 0-1 0,0 0 0 16,0 0-12-16,0 0-3 0,0 0 0 0,-6 6 0 15,3-1-5-15,0 0-2 0,0 3 0 0,0 0 0 16,0 3 13-16,-3 2 2 0,0 0 1 0,0 6 0 15,3 2-17-15,-3 3-4 0,0 2-1 0,1 6 0 0,-1 0-12 16,0-1-3-16,3 1 0 0,0-3 0 16,0-2-12-16,0-1 8 0,0 1-8 0,0-4 0 0,0-1 8 0,0-1-8 15,3 3 0-15,-3-3 0 0,3 0 0 0,-3 3 0 16,3-3 0-16,0 0 0 0,0-2 0 0,3-1 0 16,-3 1-13-16,0-1 4 0,0-5-10 0,3 1-1 15,-3-1-1-15,0-3 0 16,3-2-107-16,0 0-22 0,-3-2-4 0,3-1-664 0</inkml:trace>
  <inkml:trace contextRef="#ctx0" brushRef="#br0" timeOffset="89034.268">20288 8107 1728 0,'0'0'38'0,"0"0"8"0,0 0 2 0,-6 0 0 0,0 3-39 0,0 0-9 0,0-1 0 0,0 1 0 15,3 0 0-15,-3 2 0 16,0 0 0-16,3 0 0 0,-3 1 25 0,3 2 3 0,-3 0 1 0,1 2 0 31,2 3-46-31,-3 1-10 0,3 4-1 0,-3 1-1 0,3 2 29 0,0 0 0 16,0 3 0-16,0 0 0 0,0-3 17 0,3 0 10 0,0 0 1 0,0-2 1 31,0-1-46-31,3 1-10 0,0-1-1 0,-3 1-1 0,3-6 29 0,3 0 0 0,-3 0 0 0,3-2 0 16,0 0 0-16,0-6 0 0,-1 0 0 0,4 1 0 15,0-4 0-15,0-2 0 0,3 0 0 0,0-2 0 16,0-1 12-16,0 0 8 0,3-2 1 0,0-3 1 16,0 0 6-16,-1-3 0 0,4-2 1 0,-3 0 0 15,0-3 16-15,0 0 3 0,-3-2 1 16,0-3 0-16,-3-6 5 0,-3 1 1 0,3-1 0 16,-6-2 0-16,2 0-9 0,-2 3-2 0,-3-1 0 0,-3 3 0 15,1 3-6-15,-4 3-2 0,0-1 0 0,-3 3 0 16,0 0-12-16,-3 3-2 0,-3 2-1 0,0 4 0 15,-3-4-21-15,0 6-8 0,-2-1 0 0,2 6 0 16,-3 0-39-16,3 3-7 0,-3 0-2 16,0 7-687-16,3 1-137 0</inkml:trace>
  <inkml:trace contextRef="#ctx0" brushRef="#br0" timeOffset="89841.162">20276 10073 1436 0,'0'0'32'0,"-3"-5"6"0,-3 2 2 0,3-2 0 0,0 0-32 0,3 5-8 0,-3-5 0 0,3 5 0 15,-3-3 89-15,3 3 17 0,0 0 3 0,0 0 1 16,0 0-22-16,0 0-5 0,0 0-1 0,0 0 0 16,0 0-52-16,0 5-10 0,-3 3-3 0,0 0 0 15,3 0 38-15,0 3 7 0,0 2 2 0,-3 3 0 16,3 2-52-16,0 1-12 0,-3 5 0 0,3 2 0 15,-3 6 0-15,0 2 0 0,3 6 0 0,-3-1 0 16,3-1 54-16,0-1 8 0,-3-6 2 0,3 4 0 16,-3-6-52-16,0-3-12 0,1 1 0 0,-1 2 0 15,3-5-28-15,-3 2-8 0,3-2-1 0,-3 0-1 16,3 0-2-16,0-3-1 0,0-3 0 0,0 1 0 16,0-1-109-16,0-2-22 0,3-5-4 0</inkml:trace>
  <inkml:trace contextRef="#ctx0" brushRef="#br0" timeOffset="90550.75">20264 11470 1724 0,'-12'0'38'0,"12"0"8"0,-6 3 2 0,0-3 0 0,0 3-39 0,0-1-9 15,1 1 0-15,-1 2 0 0,0-2 54 0,0 2 9 16,0 1 1-16,0 1 1 0,0 1-14 0,0 0-3 16,0 3-1-16,0-1 0 0,0 4-38 0,0 2-9 15,0-1 0-15,3 4 0 0,-3 0 0 0,3-1 0 16,0 1 0-16,3 2 0 0,0-3 0 0,3 1 0 0,-3-3-10 0,3 0 10 31,3-1-40-31,0 1-1 0,0-2-1 0,3-1 0 0,-3 0 34 0,3-5 8 0,0 2 0 16,3-2 0-16,-3-2 0 0,2-1 0 0,1 0 0 0,0-2 0 15,0-3 20-15,3 0 5 0,0 0 2 0,0-5 0 32,0-1-43-32,0 1-9 0,2-3-2 0,1 0 0 0,0 0 50 0,-3-2 9 0,0 2 3 0,0-5 0 15,0-1-5-15,-6-2-1 0,3 3 0 16,-6-3 0-16,2-2 28 0,-2-1 6 0,-3 1 1 0,0-3 0 16,-3-3-22-16,0 3-4 15,-3-3-1-15,-3 3 0 0,-2-1 3 0,-1 4 0 0,0-1 0 0,-3 4 0 16,-3 1-14-16,-3 1-2 0,0 5-1 0,-6 0 0 15,3 3-12-15,1 5-3 0,-1 0 0 0,0 3 0 16,0-1-17-16,3 3-4 0,3 3-1 0,-2 3 0 16,2 0-103-16,3-1-21 0,-3 3-4 15,-3 1-941-15</inkml:trace>
  <inkml:trace contextRef="#ctx0" brushRef="#br0" timeOffset="92012.096">22711 5176 1074 0,'0'0'30'0,"0"0"8"0,0 0-30 0,-3 5-8 0,-3 0 0 0,0 0 0 16,0-2 83-16,-3 5 15 0,0-3 3 0,0 3 1 16,0 3-10-16,-3-3-1 0,1 5-1 0,-4-2 0 15,-3-1-52-15,-3 1-10 0,0 5-3 0,-3-6 0 16,1 3-8-16,-4 3-1 0,0 0-1 0,-3 8 0 16,3 0-15-16,1-3 0 0,-1 5 8 0,3-2-8 15,0-3 0-15,3 1 0 0,4-1-9 0,-1-3 9 16,0 1-43-16,3-3-2 15,0-3-1-15,3 0 0 0,-3-2-110 0,6-3-21 16</inkml:trace>
  <inkml:trace contextRef="#ctx0" brushRef="#br0" timeOffset="92280.753">22250 5247 1497 0,'-6'-13'32'0,"3"7"8"0,0-1 0 0,0-1 4 0,0 2-36 0,0 1-8 15,0 2 0-15,3 3 0 0,0 0 87 0,0 0 15 16,0 0 3-16,0 0 1 0,0 0-25 0,0 0-5 16,3 6 0-16,0 4-1 0,3-2-16 0,-3 3-3 15,6-1-1-15,-3 4 0 0,-1-6-28 16,7 5-6-16,0 3-1 0,0-6 0 0,0 6-20 0,3 0 0 16,-3 5 0-16,3 0 0 0,3 0 20 0,-3 1 0 0,-1-1 0 15,4 0 0-15,0-2-20 0,-3-1 0 0,0-2 0 16,3 0 0-1,-3-3-31-15,0 0-10 0,-1-2-3 0,-2 2 0 16,0-2-89-16,-3-3-19 0,0 0-3 0,-3-1-725 0</inkml:trace>
  <inkml:trace contextRef="#ctx0" brushRef="#br0" timeOffset="93213.12">17636 4503 1501 0,'0'0'32'0,"0"0"8"16,6-5 0-16,-3 0 4 0,3 2-36 0,0-5-8 0,3 8 0 0,0-8 0 0,-4 6 16 0,1-4 2 0,0 4 0 0,0-1 0 15,0 1 10-15,-3-1 1 0,0 3 1 0,-3 0 0 16,0 0-10-16,0 0-3 0,6 3 0 0,-3 2 0 15,3-3-17-15,-3 6 0 0,3 0 0 0,-3 3 0 16,0-3 17-16,3 2 7 16,-3 1 0-16,3-3 1 0,0 3-40 0,0-1-8 0,0-2-1 0,-3 0-1 15,0 5 50 1,6-5 11-16,0-3 1 0,0-5 1 0,-1 3-10 0,1-3-1 16,0 0-1-16,0-3 0 0,0 3 17 0,3-5 3 0,0-3 1 0,0 0 0 15,3-2-21-15,0-1-4 0,3 1-1 0,-1-4 0 16,1 1 3-16,3 0 1 0,-3 2 0 0,3-10 0 15,-3 5-5-15,2-8-2 0,1 6 0 0,-3-6 0 16,0 3-9-16,-3-3-1 0,3 0-8 0,-3 0 12 16,0 1-12-16,-4-1 8 0,1 3-8 0,0-1 0 15,-3 4 12-15,0 5-4 0,-3-6-8 0,0 9 12 16,0 2-163-16,-3-6-33 16,-3 7-6-16,-3 1-2 0</inkml:trace>
  <inkml:trace contextRef="#ctx0" brushRef="#br0" timeOffset="93527.917">17898 4406 1497 0,'0'0'32'0,"0"0"8"0,0 0 0 0,0 0 4 0,0 0-36 0,0 0-8 15,0 0 0-15,0 0 0 0,3 5 53 0,0 3 9 16,3-3 2-16,0 0 0 0,-3 3-52 0,3 0-12 15,3 0 0-15,-4-2 0 0,4-1 8 0,0 3-8 0,0-3 11 0,0 3-11 16,3 0 0-16,-3-3 0 0,3 0 0 0,-3 3 0 16,3-5 20-16,-3 2-2 0,0-2-1 0,0 2 0 15,-1-5 35-15,1 0 6 0,3 0 2 0,-3 0 0 16,0-5-12-16,3 2-3 0,-3-2 0 16,0 0 0-16,3-1-36 0,3-1-9 0,-3-4 0 15,3 0 0-15,-4 3 53 0,4-2 9 0,3-1 2 0,0-7 0 16,0 7-52-16,3-10-12 0,0 5 0 0,2-5 0 31,1 0-48-31,0 0-13 0,3 2-3 0,3 1 0 0,-4-1-14 16,4 1-3-16,-3 2-1 0,3 0 0 0</inkml:trace>
  <inkml:trace contextRef="#ctx0" brushRef="#br0" timeOffset="94108.289">19842 4157 1728 0,'0'0'38'0,"0"0"8"0,0-3 2 0,2-2 0 0,4 2-39 0,-3 1-9 0,0-1 0 0,-3 3 0 16,6-3 0-16,0 3 0 0,-3 3 0 0,3 2 0 15,-3 1 39-15,3 7 5 0,-3-5 2 16,0 10 0-16,0 1-20 0,3 5-4 0,-3-1-1 0,0 1 0 16,3 3-21-16,-3-4 0 0,3 1 0 0,0 0 0 15,0-5 0-15,0-1 0 0,3-2 0 0,-3 0 0 16,3-5 0-16,-3 2 0 0,2-3 0 0,-2-2 0 16,0-2 0-16,0 1 0 0,3-1 0 0,-3-4 0 15,0 1 23-15,3-3 9 0,0 0 3 0,0-3 0 16,0 1-1-16,3-1 0 0,0-2 0 0,0 0 0 15,2-1-10-15,1-2-3 0,0-8 0 0,3 3 0 0,0-3 14 16,0 0 2-16,0-5 1 0,0 3 0 16,2-3-30-16,1-3-8 0,3 0 0 0,-3-2 0 0,3 2 0 15,-4 3 0-15,-2-1 0 0,3 4 0 16,-3 2 0-16,0 3 0 0,-6 0 0 0,0 2 0 0,0 3-13 0,-3 3 2 16,-3-3 1-16,2 8 0 15,-5-8-122-15,-3 8-24 0,0 0-4 0,0 0-734 0</inkml:trace>
  <inkml:trace contextRef="#ctx0" brushRef="#br0" timeOffset="94445.172">20223 4279 1497 0,'0'0'32'0,"0"0"8"0,0 0 0 0,0 0 4 0,0 0-36 0,0 0-8 0,0 0 0 0,0 0 0 15,0 0 53-15,0 8 9 0,0-3 2 0,-3 0 0 16,3 3 8-16,0 0 3 0,-3-3 0 0,3 6 0 15,0 2-51-15,0-2-9 0,0 5-3 0,0-3 0 16,0 3-12-16,3 2 0 0,-3-5 0 0,0 3 0 16,3-5 0-16,-1 2 0 0,1 0 0 0,0-2 0 15,0-1 0-15,3 1 0 0,-3-3-10 0,3 3 10 16,0-3-20-16,0-3 2 0,0 5 0 0,0-7 0 16,0 0 18-16,3-1 0 0,0 1 0 0,0-3 0 15,3-3 58-15,0-2 15 0,0 2 3 0,2-5 1 16,1 1-21-16,3 1-5 0,0-2-1 0,3 0 0 15,0 0-39-15,0 0-11 0,-1 1 0 0,-2-4 0 0,3-2 56 16,-3-3 6-16,0-3 2 0,3 3 0 16,-1-2-83-16,1 2-16 0,3-5-3 0,0 5-1 15,0-8-91-15,3 11-18 0,-4-8-4 16,4 5-811-16</inkml:trace>
  <inkml:trace contextRef="#ctx0" brushRef="#br0" timeOffset="95213.937">22154 5014 1587 0,'0'0'35'0,"0"0"7"0,0 0 2 0,0 0 0 0,0 0-35 0,6 0-9 0,0 3 0 0,0-1 0 15,0-2 68-15,0 3 12 0,3 0 3 0,-3-1 0 16,3-2-29-16,0 3-6 0,0-3 0 0,3 0-1 15,3 0-14-15,-1-3-2 0,4 3-1 0,3-2 0 0,0-1-14 0,3 0-4 16,3 1 0-16,2-1 0 0,-2-2-12 0,3 2 0 16,3 1 8-16,-1-4-8 15,-2 1 0-15,3 0-8 0,0-1 8 0,-1 4-13 32,4-1-41-32,-3 3-8 0,0-5-2 0,-1 10 0 0,-2-5-75 15,-3 3-15-15</inkml:trace>
  <inkml:trace contextRef="#ctx0" brushRef="#br0" timeOffset="95578.254">22839 5596 1314 0,'0'0'37'0,"0"0"8"0,0 0-36 0,0 0-9 0,3-2 0 0,3-1 0 16,0 0 53-16,0 3 9 0,3-2 2 0,-3 2 0 16,3-3 9-16,3 3 3 0,-4-3 0 0,4 3 0 15,3-2-9-15,-3-1-2 0,6 3 0 0,-3 0 0 16,0-5-17-16,0 2-3 0,3 1-1 0,-1-1 0 15,4 0-29-15,0 1-7 0,3-4 0 0,-3 4-8 16,3-4 0-16,-1 1 0 0,1 0 0 0,0-1 0 16,0-1 0-16,-6 1 0 0,2 1 0 0,-2 0 0 31,-3-1-16-31,0 1-11 0,0 0-1 0,0 0-1 0,-6-1-171 0,0 1-35 16</inkml:trace>
  <inkml:trace contextRef="#ctx0" brushRef="#br0" timeOffset="95858.667">23119 5287 1720 0,'0'0'48'0,"0"0"12"0,0 0-48 0,0 0-12 0,0 0 0 0,0 0 0 15,0 0 69-15,0 0 11 0,0 0 3 0,0 0 0 16,0 0-15-16,0 0-4 0,0 0 0 0,0 0 0 15,-3 8-13-15,3-6-3 0,-3 6-1 0,0 0 0 16,0 0-24-16,3 3-5 0,-3 2-1 0,0 3 0 16,0 0-4-16,0 5-1 0,0 0 0 0,0 3 0 15,3 0-12-15,0-1-16 0,-3 1 3 0,3 0 1 16,0-3 12-16,3 0 0 0,-3 1 0 0,0-1 0 16,3-3 0-16,0 1 0 0,0-3 0 0,0 2 0 15,0-5-108-15,0 3-15 16,0-2-3-16,0 1-821 0</inkml:trace>
  <inkml:trace contextRef="#ctx0" brushRef="#br0" timeOffset="96832.898">23690 5329 1749 0,'0'0'38'0,"0"0"8"0,0 0 52 0,0 0-88 0,0-3-10 0,0 3 0 0,0 0 0 16,3-5 73-16,-3 5 13 0,0 0 2 0,3-3 1 16,-3 3-35-16,0 0-7 0,3-2-2 0,-3 2 0 15,6 0-16-15,-6 0-3 0,6 2-1 0,-3 1 0 16,3 2-13-16,-3 1-4 0,3 2 0 0,0 2 0 15,-3 3-8-15,3 1 0 0,3-1 0 0,-3 5 0 16,3-2 0-16,0 0 0 0,2 0 0 16,1 3 0-1,0-6-41-15,3 3-1 0,0-6 0 0,0 3 0 16,6-5-18-16,-3 0-3 0,0 0-1 0,-1-2 0 16,1-6 52-16,0 2 12 0,0-2 0 0,0-2 0 0,-3 2 0 0,-3-6 0 0,-3 4 0 15,2-4 0-15,-5 1 0 0,0 0 0 0,0-1 12 0,-3-1-12 16,0-1 36-16,0 0 1 0,-6-3 0 0,3 1 0 15,-3-1 13-15,3 0 2 0,-3-2 1 0,0 0 0 16,0 0-17-16,0 2-3 0,0-2-1 0,0 2 0 16,3 1 26-16,-3 2 5 0,0 2 1 0,3-1 0 15,-3 1-52-15,3 1-12 0,0 5 0 0,0 0 0 16,0 0 28-16,0 0 2 0,0 0 1 0,0 0 0 16,-5 8-50-16,-1 0-9 15,0 0-3-15,0 5 0 0,0 5 76 0,-3 1 15 0,3 2 4 0,-3 3 0 0,0 0-64 16,0 0-28-16,0-3 3 0,-3 3 0 15,3-1-11-15,0-1-3 16,-3-4 0-16,4 1 0 0,-4-1 39 0,3-2 0 0,0 3 0 0,0-1 0 0,-3-2-19 16,6 0 4-16,-3 0 1 0,3-3 0 15,0 3-27-15,0-6-6 0,0 1-1 0,3 2 0 16,-3-5-10-16,3 0-2 0,0-3-1 16,3-5 0-16,0 0-119 0,0 0-24 0</inkml:trace>
  <inkml:trace contextRef="#ctx0" brushRef="#br0" timeOffset="97171.641">23684 5091 1267 0,'0'0'28'0,"0"0"5"0,-6 0 38 0,6 0-71 0,-6 3 0 0,6-3 0 0,-3 5 0 16,3-5 58-16,0 8 5 0,3-3 1 0,3 0 0 16,0 1 51-16,3-1 10 0,0-2 3 0,3 2 0 15,3-2-52-15,3-1-9 0,0 1-3 0,0-1 0 16,2 1-1-16,1 2-1 0,6-5 0 0,0 0 0 16,0-5-17-16,2 5-3 0,4-3-1 0,0 1 0 15,-3-1-13-15,-4 1-2 0,4-1-1 0,0 0 0 0,-3 1-25 0,-3-1-16 16,-1 0 3-16,-2 1 0 0,0-1 21 0,3 0 4 15,-3 3 0-15,-1 0 1 16,-2-5-61-16,0 2-13 0,-3 3-3 0,-3 0 0 16,0 0-68-16,-6 0-13 0,0 0-3 0,-6 0-480 15,0 0-95-15</inkml:trace>
  <inkml:trace contextRef="#ctx0" brushRef="#br0" timeOffset="103955.672">20901 11219 1724 0,'0'0'38'0,"0"0"8"0,0 0 2 0,0 5 0 0,0-5-39 0,0 6-9 0,3-1 0 0,-3-5 0 0,3 5 0 0,-3-5 0 16,0 0 0-16,0 0 0 0,0 0 56 0,0 0 7 16,0 0 1-16,0 0 0 0,0 0 0 0,-6 0 0 15,0 0 0-15,-3 0 0 0,-3 0-52 0,0-2-12 16,-2 2 0-16,-1 0 0 0,-3 0 0 0,0 0 0 15,-3 0 0-15,0 0 0 0,-2 0 0 16,2 0 0-16,-3 0 0 0,0 0 0 0,0 0 28 0,0 0 4 16,1 0 0-16,-4 0 0 0,0 0-20 0,0 0-4 15,3 0-8-15,-5 0 12 0,5-3 11 0,-3 3 1 16,0-3 1-16,0 1 0 0,4-1-25 0,-4-2 0 16,3 2 0-16,-6-2 0 0,4 2 0 0,-1-2 0 15,-6 2 0-15,0-2 0 0,3 0 0 0,-2-1 0 16,-4-2-9-16,0 3 9 0,1-3 0 0,-4 3 0 0,3-3 0 15,-3 0 9-15,1 3-9 0,-4-3 0 0,0 0 0 0,-2 0 0 16,2 0 0-16,-3 3 0 0,4-3 0 0,-1 2 0 16,0-2 0-16,4 1 0 0,-4-1 0 0,-3 0 0 15,1 0 0-15,2 0 0 16,0-3 0-16,-2 3 0 0,2-2 32 0,0 2 2 0,1-3 0 16,-1 3 0-16,-3 0-26 0,1 0-8 0,-1 0 0 15,0 0 0-15,1 3 27 0,2 2 1 0,-2-2 1 0,-1 0 0 16,0 2-42-16,1 1-9 0,-1-1-2 0,-3 3 0 15,7 0 39-15,-1 0 7 0,0 0 2 0,-2 0 0 16,5 0-40 0,-3 0-8-16,1 0-2 0,-4 3 0 0,3-1 26 0,4 1-10 0,-4 0 10 0,3-1 0 15,3 1 16-15,4-1 11 0,-1 1 1 0,0 0 1 16,3-1-42-16,4 1-9 0,-4 2-2 0,0-2 0 0,3 0 24 16,4 2 0-16,-1-2 0 0,3 2 0 0,0 0 8 0,3 0-8 15,0 3 8-15,0 0-8 0,4 0 19 0,2 0-2 16,-3 5 0-16,6-2 0 0,0 2-17 0,0 1 0 15,3 1 0-15,-3 4 0 0,6-1 0 0,0 1 0 16,0-1 0-16,0 6 0 0,3-3-15 0,-3 1-6 16,3-1-2-16,0 0 0 0,0 3 23 0,0 0 0 15,0 2 0-15,0 1 0 0,0-1-10 0,0 3 10 16,0 0 0-16,-3 6-9 0,3-1 9 16,-3-2 0-16,3 2 0 0,0 1-8 0,0-4 8 0,-3 4 0 15,3-4 0-15,-3 4 0 0,0-1 19 0,3 1 9 16,0-1 1-16,0 3 1 0,0-3-30 0,0 1 0 15,0-1 0-15,3-2 0 0,-3-6 0 0,3 1 0 0,0 2 0 16,0-3 0-16,3-2 0 0,-3-3 0 16,6 3 0-16,-3-3 0 0,3 3 0 0,-3-3 0 0,6 1 0 15,0-1 0 1,3-3-28-16,0 1-12 0,-1-3-3 0,4 0 0 0,0-3 35 0,3 0 8 16,0-2 0-16,3-3 0 0,2-1 0 0,-2 1 0 0,3-2 0 0,0 2 0 15,3-3 0-15,-1-2 0 0,4 2 0 0,3-5 0 16,0 0 0-16,2 0 0 0,4-3 0 0,0 1 0 15,-1-1 0-15,-2 0 0 0,3-2 0 0,2 2 0 16,-2-2 0-16,6 0-8 0,-1-3 8 0,4 0 0 16,-1 0 0-16,1 0 0 0,-3 0 0 0,8 0 0 15,-2 0-20-15,-1 0 2 0,4-2 0 0,2 2 0 16,-5-3 18-16,3 1 12 0,2 2-1 0,7-3-1 16,-4 0-10-16,-2 4 0 0,5-4 0 0,4-2 0 0,-7 2 0 15,7 3 0-15,-1 0-8 0,6-2 8 16,-8 2-11-16,-1-3 3 0,4 3 0 0,5 0 0 15,-5 0-4-15,-1 0-1 0,-5 3 0 0,5-3 0 0,-5 6 22 16,-1-4 5-16,-2 4 1 0,5-1 0 0,-8 0-32 0,-1 3-7 16,-5 0 0-16,5 3-1 0,-5-3 40 0,0 0 8 15,-4 3 1-15,4-3 1 16,-6 0-39-16,-4 2-8 0,1-2-2 0,0 0 0 0,-1 0 24 0,-5 0 0 16,0 0 0-16,2 0 0 0,-5 0 0 0,0 0 0 15,0-2 0-15,-1 2 0 0,-2-3 0 0,-3 0 0 16,-3 1 9-16,0-1-9 0,-4 0 8 0,-2-2-8 0,0 2 8 15,0-2-8-15,-3 2 8 0,0-2-8 0,-3 3 10 16,0-4-10-16,-4 1 11 0,1 2-11 0,0-5 12 0,-3 3-12 16,0-3 10-16,-3-2-10 0,0-1 8 0,0 0-8 15,-3 1 56-15,0-3 7 0,0-3 1 16,0 0 0-16,-3-3-64 0,0 1-28 16,0-3 3-16,0-1 0 0,-3 1 40 0,3 0 8 0,-6 3 1 0,3-4 1 15,-2 1-25-15,-1-3 0 0,0 1 0 0,-3 1 0 16,0-1 0-16,-3-1 0 0,0 3 0 0,0-6 0 15,-3 3 20-15,0 1 0 0,-2-1-1 0,-1 0 0 16,-3-3-31-16,0 6-5 0,-3-2-2 0,1 1 0 16,-4 4 19-16,3 2 0 0,-3 0 0 0,-2 0 0 15,5 3 0-15,-3 2-8 0,-3-2 8 0,0 5 0 16,4 0-54-16,-4 3-4 0,3 0-1 0,-3 2 0 16,10 0-108-16,-1 3-21 0,0 0-5 0,3 3-1 15</inkml:trace>
  <inkml:trace contextRef="#ctx0" brushRef="#br0" timeOffset="104682.91">23384 11320 1854 0,'-12'-6'40'0,"-3"1"9"0,3 0 2 0,0 2 1 0,0-2-41 0,0-3-11 15,3 3 0-15,-3-1 0 0,1 4 0 0,-4-4 0 16,3 4 9-16,-3-4-9 0,0 4 0 0,0-1 0 15,-3 0 0-15,0 3 0 16,1 0-33-16,-1 3-2 0,-3 0 0 0,3 5 0 16,-3-3 35-16,3 3 0 0,0 2 0 0,-2 1 0 0,-1 2 23 0,0 1 11 15,3-1 2-15,0 5 1 16,0-2-37-16,3 0 0 0,1 0 0 0,2 0 0 0,0 2-8 0,3 3 8 16,3 1-8-16,0 1 8 15,3-1-28-15,3-1-1 0,0 3 0 0,6-3 0 0,0 0 29 16,0-3 0-16,6 1 0 0,0-1 0 0,2-2 8 0,7 0 8 15,0 0 2-15,3-3 0 0,0 3-18 0,0-5 0 0,2-1 0 16,4 1 0-16,0-3-11 0,0-3-5 0,2-2-2 0,1 2 0 16,0-2 54-16,0-1 12 0,-1-2 1 0,1-2 1 15,0-1 3-15,-6-2 1 0,-1-3 0 16,1 0 0-16,0 0 8 0,-6-3 2 16,3 1 0-16,-3-1 0 0,2-2 19 0,-5 0 4 0,0 0 1 0,-3-1 0 15,0-4-73-15,-3-1-15 0,-3 1 0 0,-3-3 0 16,0-3 0-16,-3 0 0 0,-3 0 0 0,-3 0 0 15,-3-2 0-15,-3 5 0 0,-3 0 0 0,-3-1 0 16,-3 4 0-16,-3 2 0 0,-6 0 0 0,-2 3 0 16,-1 2 0-16,-6 6-12 0,-9 2 0 0,-5 6 1 31,-1 2-157-31,-5 6-31 0</inkml:trace>
  <inkml:trace contextRef="#ctx0" brushRef="#br0" timeOffset="106445.435">23413 6591 1267 0,'0'0'28'0,"0"0"5"0,0 0 2 0,0 0 1 0,0 0-36 0,0 0 0 16,0 0 0-16,0 0 0 0,0-5 58 15,0 5 5-15,0 0 1 0,0 0 0 16,0 0 6-16,0 0 2 0,0 0 0 0,-6 8 0 0,4-3-13 0,-1 3-3 16,0 0 0-16,0 3 0 0,3-1-7 0,-3 3-1 15,3-2-1-15,0 5 0 0,-3 0-21 0,3 2-4 16,0 1-1-16,-3-1 0 0,3 1-21 0,0 2 0 15,0 3 0-15,0 0-8 0,0-1 8 0,0-1 0 16,0 1 0-16,3 4 0 0,-3-1 9 0,0 1 4 16,3 2 1-16,-3 0 0 0,0-3-14 0,3 1 0 0,0-3 0 15,-3 2 0-15,3-2-12 0,0-3-6 16,-3 0-1-16,2 1 0 16,-2-7-49-16,0 4-11 0,3-3-1 0</inkml:trace>
  <inkml:trace contextRef="#ctx0" brushRef="#br0" timeOffset="106934.672">23416 7938 1501 0,'0'0'32'0,"0"0"8"0,-6 3 0 0,1 2 4 0,5-5-36 0,-3 5-8 0,0 1 0 0,0-1 0 16,0 0 89-1,0 0 16-15,0 3 3 0,0 0 1 0,0 0-35 0,0 0-7 16,0 0-2-16,0 3 0 0,3-1-38 0,-3 3-8 0,3 1-2 0,-3-1 0 16,3 0-5-16,-3 0-2 0,3 3 0 0,0-2 0 15,0 1-10-15,0 4 8 0,0-1-8 0,-3 1 8 16,0 2-17-16,3-2-4 0,0 2-1 0,-3 3 0 15,3-1 14-15,0-1 0 0,0-1 9 0,-3 3-9 32,3-6-49-32,0 3-16 0,-3 0-3 0,3-2-1 15,-3 2 5-15,0-2 2 0,3-3 0 0,-6 2-481 0,3 1-96 16</inkml:trace>
  <inkml:trace contextRef="#ctx0" brushRef="#br0" timeOffset="107523.567">23458 9960 1854 0,'0'0'40'0,"0"0"9"0,0 0 2 0,0 0 1 0,0 0-41 0,-3 5-11 0,3-5 0 0,-6 8 0 15,0-3 76-15,3 3 14 0,0-3 2 0,0 3 1 16,0-2-6-16,0 1-2 0,0 4 0 0,0-3 0 16,0 3-43-16,3-1-9 0,-3 1-1 0,3 2-1 15,-3 0-18-15,3 3-3 0,-3 0-1 0,3 0 0 16,-3 0-9-16,3 2 0 0,0-2 9 0,0 5-9 16,0 0 0-16,0 3 0 0,0 0 0 0,0 0 8 15,0 0-8-15,0-1 0 0,0-1 0 0,3-1 0 0,-3-3 0 0,0 1-12 16,0-3 12-16,0 2-12 15,0-4-36-15,0 1-8 0,0-1-2 16,3 1 0-16,-3-1-5 0,0-4-1 0,0 1 0 0,0-3 0 16,0 0-102-16,0 0-21 0,0-3-4 0</inkml:trace>
  <inkml:trace contextRef="#ctx0" brushRef="#br0" timeOffset="108825.247">23044 3937 1306 0,'0'0'28'0,"0"0"7"16,0 0 1-16,0 0 1 0,0 6-29 0,0 1-8 0,-3 1 0 0,3 0 0 0,0 3 0 0,0 0 0 16,0-1 0-16,0 3 0 0,0 1 10 0,3-1 1 15,-3 3 0-15,0 0 0 0,3-1 1 0,-3 7 0 16,3-7 0-16,-3 9 0 0,3-3-12 0,0 1 8 0,0 1-8 0,0 4 8 16,0-9-8-16,0 1 0 15,0 2 0-15,-3-2 0 0,0-4 0 0,0-1 0 0,0 2 0 16,0-3 0-16,-3 0 12 0,3-2-4 0,-3-3 0 15,0 2 0-15,0-5-8 0,0 1 12 16,3-6-12-16,0 0 12 0,-6 2-1 0,6-2 0 0,0 0 0 0,-3-2 0 16,-3-6 42-16,3-3 9 0,0 1 2 0,3-6 0 15,-3-5-52-15,3 2-12 0,0-7 0 16,3-6 0-16,-3 0 24 0,3 0 3 16,3-2 0-16,0 0 0 0,0-1 9 0,0 1 1 0,0-1 1 0,3-2 0 15,0 3 6-15,0-3 2 0,3-3 0 0,3 3 0 16,-3 3-31-16,3 5-7 0,2 0 0 0,1 5-8 15,-3 3 11-15,6 2-11 0,-3 1 10 0,3 2-10 16,-1 0 8-16,-2 3-8 0,0-1 0 0,0 6 0 16,-3-2 8-16,0 2-8 0,-6 3 0 0,0-1 9 15,0 1-9-15,-3 2 10 0,0 3-10 0,-6 0 10 16,5 3-2-16,-5 2-8 0,3 6 12 0,-6-3-4 16,3 2-8-16,-5 4-11 0,2-1 3 0,-6 0 0 0,3 3-8 15,-3-3-2-15,-3 6 0 0,-3-1 0 16,0 1-10-16,-3 2-1 0,0 3-1 0,0 2 0 15,1-7 10-15,-1 7 1 0,-3-5 1 0,3 0 0 16,0 3 18-16,0-5-8 0,1-1 8 0,2 4 0 0,0-9 0 0,0 3 0 16,6 0 0-16,-3-3 0 0,6 3 0 0,0-6-8 15,0 1 8-15,3-1 0 0,0 4-8 0,0-9 8 16,3 5 0-16,0-2 0 0,0 0 0 0,3 0 0 16,3 0 12-16,-3-2-3 0,6-1 9 0,-3 3 2 0,3-8 0 15,3 5 0-15,0-2 9 0,0-1 3 0,3 4 0 0,-1-4 0 16,1 1-13-16,3 5-3 0,0-8 0 0,0 2 0 15,0 4-4-15,0-4-2 0,-4 1 0 0,1 2 0 16,3-2-10-16,-3 2 8 0,3-2-8 0,-6 5 8 16,3-5-8-16,-3 2 0 0,0-3 9 15,-1 1-9-15,1 2 0 0,0-2 0 0,0 0 0 16,0-1 8 0,-3 4-47-16,3-6-9 0,-3 5-1 0,0-5-596 15,3 0-119-15</inkml:trace>
  <inkml:trace contextRef="#ctx0" brushRef="#br0" timeOffset="109122.763">23836 3847 1695 0,'-3'-16'37'0,"0"11"8"0,3 0 2 0,-3-3 1 0,3 5-39 0,-3-7-9 15,3 4 0-15,-3 1 0 0,3 0 60 0,-3 2 11 16,3 3 1-16,0 0 1 0,0 0-7 0,0 0-2 15,0 0 0-15,0 0 0 0,0 0 0 0,0 0 0 16,0 0 0-16,-3 8 0 0,0-3-51 0,0 3-13 16,3 3 0-16,0 2 0 0,-3 0 0 0,3 3 0 15,0 0 0-15,0 5 0 0,3-8 0 16,-3 6 0-16,0 0 0 0,3 4 0 0,-3-1 0 0,0-7 0 16,3 7 0-16,-3-4 0 0,0 1 0 0,0 2 0 15,0-3 0-15,0 3 0 16,0 1-20-16,0-1-6 0,0-5-2 15,0 5 0-15,0-8-57 0,0 0-12 0,0 1-3 0,0-4-527 16,0-2-105-16</inkml:trace>
  <inkml:trace contextRef="#ctx0" brushRef="#br0" timeOffset="109384.796">24009 3826 1497 0,'3'-16'32'0,"-3"0"8"0,3-2 0 0,-3-1 4 0,3 6-36 0,-3-5-8 0,0 7 0 0,0-2 0 15,-3 2 104-15,0 6 20 0,3-3 3 0,-3 3 1 16,0 2-52-16,3 3-9 0,0 0-3 0,0 0 0 16,0 0-51-16,0 0-13 0,0 0 0 0,0 0 0 15,-6 3 40-15,0 2 6 0,3 3 1 0,0 2 0 16,0 4-29-16,0-1-6 0,0 8 0 0,3-2-1 0,-3 7-11 16,0-5 0-16,3 6 0 0,0-1 8 15,0 3-8-15,0-8 0 0,0 3 0 0,0-3 8 0,0 1-8 0,0-4 0 16,0 1 0-16,-3 2 0 15,3-5-48-15,-3 2-11 0,0-2-2 0,0 3-1 16,0-9-6-16,-3 9 0 0,3-6-1 0,-3 3-835 16</inkml:trace>
  <inkml:trace contextRef="#ctx0" brushRef="#br0" timeOffset="109598.715">23866 4025 1314 0,'0'0'37'0,"0"0"8"0,0 0-36 0,0 0-9 0,0 0 0 0,0 0 0 16,0 0 64-16,0 0 10 0,0 0 2 0,0 0 1 15,0 0-3-15,0 0-1 0,0 0 0 0,6 0 0 16,0 0-25-16,0 0-6 0,3 0-1 0,0 0 0 16,0-6-26-16,-1 4-6 0,4-1-1 0,0-2 0 31,3-1-36-31,0 1-8 0,3-3-2 0,0-2-527 0,3-1-106 0</inkml:trace>
  <inkml:trace contextRef="#ctx0" brushRef="#br0" timeOffset="109928.589">24384 3781 1267 0,'0'0'28'0,"0"0"5"0,0 0 2 0,0 0 1 0,0 0-36 0,0 0 0 0,0 0 0 0,0 0 0 16,0 0 58-16,0 0 5 0,-3 3 1 0,-3 2 0 15,0-2-1-15,0-1 0 0,0 4 0 0,-3-4 0 0,3 6-50 0,-3-5-13 16,0 2 0-16,0-2 0 0,0 2 51 0,0-2 5 15,1 2 0-15,-1 0 1 0,3 3-40 0,-3-5-8 16,6 2-1-16,-3 3-8 0,6-8 49 0,0 3 3 16,-3 5 1-16,3 2 0 0,3-7-41 0,-3 5-12 15,6 0 0-15,-3 0 8 16,3 2-8-16,0-2 0 0,0-2-8 0,3 2 8 0,-1-1 0 16,1 1 0-16,-3 0 0 0,3 3 0 0,-3 0 0 0,-3-4 0 15,3-1 0-15,-3 2 0 0,0 0 10 0,0 0 1 16,-3 0 0-16,-3-1 0 0,3 1-11 0,-3 0 0 15,0 0 0-15,-3 0 0 0,0 0 0 0,-3 0 0 16,0 3 0-16,0-3 0 0,-2-3 0 0,2 3 0 16,0 0 0-16,0 0 0 0,0-3 0 0,-3 3-9 0,3-3 9 0,0 1-13 31,-3-1-51-31,3-3-9 0,-3 4-3 0,0-6-809 0</inkml:trace>
  <inkml:trace contextRef="#ctx0" brushRef="#br0" timeOffset="110632.297">24655 3651 1578 0,'0'0'44'0,"-3"-7"12"0,0-1-45 0,3 0-11 15,-3 0 0-15,-3 0 0 0,3 0 48 16,-3-3 7-16,0 1 1 0,0 2 1 15,0 0 6-15,-6-3 1 0,3 1 0 0,-3 2 0 0,0-6 0 16,-3 4 0-16,1-3 0 0,-4-3 0 16,0-3 0-16,-3 3 0 0,0 1 0 0,-3-7 0 0,-2 6 0 0,-1-2 0 15,0-1 0-15,-3 4 0 0,0 1-52 0,-2-4-12 16,-4 7 0-16,-3-5 0 0,-2 0 0 0,-4 3 0 16,-6 5 0-16,4-5 0 0,-1 5 0 0,1 0 0 15,-7 3 0-15,-3 2 0 0,-2-2 0 0,2 5 0 0,-2 5 0 16,-1-2 0-16,4 5 0 0,-4 0 0 15,-2 2 0-15,-4 6 0 0,7 3-11 0,2 7-5 0,6 3 0 0,-5 3-1 32,5 2-24-32,-2 4-5 0,2 1-1 0,-2 1 0 0,11-3 38 15,0 0 9-15,6 0 0 0,4 8 0 0,5-5 0 0,3 2 0 0,9 0 0 16,0 3 0-16,3 0-12 0,7-8 4 0,2 3 0 16,0 0 0-16,6-3-2 0,2 2 0 15,4 4 0-15,3 2 0 0,3 0 10 0,6-8-12 0,3 3 12 16,9-1-12-1,2-4-21-15,4-4-5 0,0 4-1 0,2-3 0 0,-2-1 39 0,0-2 0 0,5-7 0 0,4 4 0 16,0 0 0-16,2-7 0 0,4 2 0 0,-1-5 0 16,-2 0 0-16,0-6 0 0,-1-2 0 0,10-2 0 15,-1-4 0-15,-2-4 15 0,-1-4-1 0,1 1 0 16,-3-5-22-16,2-4-5 0,1 1-1 0,2 2 0 16,1-7 14-16,-7 5 16 0,-2-3-3 0,3-3-1 0,-4 1-12 15,1-1-16-15,-1 1 3 0,4-1 1 0,-6-2 26 16,-1 0 6-16,-2-6 0 0,-4 1 1 0,-2-3 1 15,-3-3 0-15,0-2 0 0,2-1 0 0,-2 1-1 0,-3 5 0 16,-1-6 0-16,-2 6 0 0,-3 0 35 0,-3 3 6 16,0-1 2-16,-6-2 0 0,-1 0-52 0,-5-3-12 15,-3 1 0-15,-3 1 0 0,-3-1 0 16,0 4 0-16,-6-2 0 0,-3 0 0 16,-3 3 30-16,-3-1 3 0,-3 6 1 0,-5-5 0 0,-4 7-3 15,-6-2-1-15,0-6 0 0,-5 9 0 16,-1-9-75-16,0 6-15 0,-3-3-4 0,-5 1 0 0,-4-1 52 0,1 3 12 15,-7-6 0-15,-3 3 0 16,7 8-105-16,-4-2-19 0,-2-1-3 0,-7-2-1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2:31:36.1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19990 7610 873 0,'0'0'24'0,"0"0"7"0,3 5-31 0,0 3 0 0,0-5 0 0,0 2 0 0,-3-5 88 0,3 5 11 16,0 1 2-16,0-4 1 0,0 1-25 0,-3-3-5 16,0 0 0-16,3 0-1 0,-3 0 6 0,0 0 2 15,6 0 0-15,-6 0 0 0,3 0 6 0,-3 0 2 16,3-5 0-16,0 2 0 0,0-2-10 0,-3-3-1 16,3 0-1-16,0 0 0 0,0-5-18 0,0-1-3 15,0-1-1-15,0-4 0 0,0-2-14 0,0 0-3 16,3-3-1-16,0-3 0 0,0 4-5 0,-3 1-1 15,3-1 0-15,0 4 0 0,-1 1-1 0,-2-1-1 0,3 1 0 16,0 2 0-16,0 2-15 0,-3 1-4 0,0 3 0 16,3 2 0-16,-3 0 11 0,0 2 1 15,0 1 1-15,0 3 0 0,0-4-33 0,0 6-8 0,0 0 0 0,0 3-1 16,0 2 21-16,0 0 0 0,0 1 0 0,3 2 0 16,-3 2 0-16,3 1 0 0,0-1 0 0,-3 6 0 15,3-2 0-15,0 1 0 0,0 1 0 0,-3 3 0 16,3-1 0-16,0 1 0 0,-1-1 0 0,-2 4 0 15,3-4-56 1,0 1-6-16,0-1-2 0,-3-2 0 0,3-3 52 0,0 0 12 0,0-2 0 0,0 0 0 16,0-3 0-16,-3-1 0 0,3-1 0 0,0-1 0 15,0-2 0-15,0-3 0 0,0 0 0 0,0 0 0 16,3-3 0-16,-3 0 0 0,3-2 0 0,-3 0 0 16,2-3 48-16,-2 0 13 0,0-5 3 0,3 0 0 15,-3-3-52-15,3-3-12 0,-3-2 0 0,0 0 0 16,0 0 44-16,3-1 7 0,-3 1 1 0,0 0 0 15,3 3-37-15,-3 2-7 0,0-3-8 0,3 3 11 16,-3 3-11-16,0-3 0 0,-3 3 0 0,2 2 8 0,-2 1-8 16,0-1 0-16,0 3 0 0,0 0 0 0,0 0-19 15,-3 3 1-15,3-3 0 0,0 3 0 16,0 0-114-16,0-1-24 0,0 1-4 0,3 2-1023 0</inkml:trace>
  <inkml:trace contextRef="#ctx0" brushRef="#br0" timeOffset="615.682">20874 7303 1958 0,'0'0'43'0,"0"0"9"0,-6 0 1 0,-2-3 3 0,2 3-45 0,-3 0-11 0,3 0 0 0,-3 3 0 0,0-3 53 0,-3 3 9 15,0-1 2-15,3 4 0 0,-3-1 0 0,0 0 0 16,3 3 0-16,-3 0 0 0,1 3-52 0,2 2-12 16,0 3 0-16,0 0 0 0,0-1 0 0,0 4 0 15,3-1 0-15,0 4 0 0,3-4 0 0,0 1 0 16,3-1 0-16,0-2 0 0,3 0 0 0,-3 0 0 15,3-3 0-15,3-2 0 0,0-1 0 0,3 1 0 16,-3-6 0-16,3 3 0 0,3 0 0 0,-3-5 0 16,-1-1 0-16,7 1 0 0,-3-3 0 0,3 0 0 15,3 0 0-15,0-5 0 0,-3 2 54 0,3-5 8 0,-4 3 2 0,4-3 0 16,-3-3-52-16,0 1-12 0,-3-1 0 0,-3 0 0 16,0-4 54-16,0-1 8 0,-3 0 2 0,-3-3 0 15,0 1 0-15,0-3 0 0,-3-1 0 0,0 4 0 16,0-1-64-16,-3 1 0 0,0 2 0 0,-3 3-10 15,-3 0 10-15,0-1 9 0,0 4-1 0,-6-1-8 16,0 3 0-16,0 0 0 0,-3 3 0 0,1 0 0 16,-4 2-17-16,3 0-11 0,-3 1-1 15,3-1-1-15,3 3-54 0,0 3-12 0,4-1-1 0,-1-2-734 16,6 3-146-16</inkml:trace>
  <inkml:trace contextRef="#ctx0" brushRef="#br0" timeOffset="967.294">21154 7279 1489 0,'0'0'42'0,"0"0"10"0,3 0-42 0,3-3-10 0,0 3 0 0,0 0 0 16,3 0 105-16,0-2 19 0,3 2 4 0,0 0 1 15,0 0-39-15,2-3-8 0,4 3-2 0,-3 0 0 16,3-2-12-16,0 2-4 0,3 0 0 0,0-3 0 16,-4 0 0-16,1 3 0 0,0-2 0 0,3-1 0 15,0 0-64-15,0 1-19 0,0-1-1 0,2 0 0 16,1 1 32-16,-3-1 7 15,3 0 1-15,-3 1 0 0,-3 2-20 0,-1-3 0 0,1 3 0 0,-3-2 0 32,-3-1-48-32,0 0-12 0,-3 3-4 0,-3-2 0 15,0 2-177-15,0 0-36 0</inkml:trace>
  <inkml:trace contextRef="#ctx0" brushRef="#br0" timeOffset="1268.275">21470 7189 1958 0,'0'0'43'0,"0"0"9"0,0 0 1 0,0 0 3 0,0 0-45 0,0 0-11 15,0 0 0-15,0 0 0 0,0 0 104 0,-3 8 20 16,3-3 3-16,-3 3 1 0,3 3-52 0,0 0-9 16,0-1-3-16,0 3 0 0,0-2-22 0,0 2-5 15,-3 3-1-15,0 3 0 0,3-4-10 0,-3 7-2 16,0 1-1-16,0 7 0 0,-3-1-15 15,3-3-8-15,0 3 10 0,0 0-10 0,0-2 0 16,0-1 0-16,0 1 0 0,0-4 0 0,0-1 0 0,0-1 0 16,0 0 8-16,0 0-8 0,3-5 0 0,-3 3 0 0,3-4 0 15,-3 1 0-15,3 0 0 0,0 0 0 16,0-5 0-16,0 2 0 16,0-3-52-16,0-2-9 0,0 0-3 0,3-2 0 15,0-1-153-15,-3-5-31 0,0 0-7 0,0 0-1 0</inkml:trace>
  <inkml:trace contextRef="#ctx0" brushRef="#br0" timeOffset="4087.922">20407 8578 1465 0,'0'0'32'0,"-6"0"6"16,0 0 44-16,0 0-74 0,0 0-8 0,3 3 0 0,-3 2 0 15,0 3 44-15,0 0 6 0,3 8 2 0,-3 3 0 0,1 2-39 16,-1 3-13-16,0-1 9 0,0 6-9 15,0-2 0-15,0-1 0 0,0-2 0 0,0 3 0 16,0-1-27-16,0-5-4 0,0 0-1 0,0 1 0 0,0-4 16 0,0-2 2 16,0 0 1-16,0 0 0 0,3-3-7 0,-3 0 0 15,3-2-1-15,-3-3 0 0,3-3 21 0,3-5 15 0,0 0-3 16,0 0 0-16,0 0 4 0,0-8 0 0,3 0 0 16,3-5 0-16,-3-3-16 0,6-2-8 15,-3-4 8-15,6-1-13 0,0-1 61 0,0-5 13 0,3-6 3 16,0-2 0-16,3-3 20 0,-1 3 5 0,4 0 1 15,0 3 0-15,-3 2 10 0,0 6 1 0,0 2 1 16,-3 0 0-16,-1 0-52 0,1 6-10 0,-3-1-3 16,-3 3 0-16,3 3-8 0,-3 0-1 0,-3 5-1 0,0 0 0 15,0 0 14-15,0 3 3 0,0 2 1 0,-3 3 0 16,3 0-21-16,-3 0-4 0,3 6 0 0,-3 1-1 16,3 1-19-16,-4 6-11 0,1-1 2 0,3 0 0 15,-3 3 9-15,0 0 12 0,0 2-2 0,0 1-1 16,0 2-9-16,-3 0 0 0,3 6 0 0,-3-1 0 15,0 1-49 1,0 2-12-16,0-3-3 0,-3 3 0 0,3-5-3 16,0 0-1-16,-3 0 0 0,0-3 0 0,0 0-44 0,0-2-10 0,0-1-2 15,-6-2-820-15</inkml:trace>
  <inkml:trace contextRef="#ctx0" brushRef="#br0" timeOffset="4345.673">20333 8748 1958 0,'-6'0'43'0,"0"0"9"0,0 0 57 0,6 0-98 0,0 0-11 0,0 0 0 0,0 0 0 16,0 0 104-16,0 0 20 15,0 0 3-15,0 0 1 0,0 0-103 0,6-3-25 16,0 3 0-16,3-3 0 0,0 3 56 0,2 0 7 0,4 0 1 15,3 0 0-15,-3 3-52 0,3-3-12 0,0 0 0 0,3 0 0 16,-1 0-8-16,4 0-5 0,-3-3-1 0,3 3 0 31,0-2-114-31,0 2-22 0,-1-3-5 0,4 0-1 0</inkml:trace>
  <inkml:trace contextRef="#ctx0" brushRef="#br0" timeOffset="4837.63">20854 8893 1659 0,'0'0'36'0,"0"0"8"0,0 0 49 0,0 0-84 0,0 0-9 0,0 0 0 0,3-5 0 0,0 0 104 0,-3-1 20 16,2 1 3-16,1 0 1 15,0-3-36-15,3 0-8 0,-3 0 0 0,0-5-1 16,3 2-17-16,-3-2-3 0,3 0-1 0,-3-3 0 0,3 0-18 15,0 0-3-15,0-2-1 0,0 2 0 16,0 0-9-16,-3 0-3 0,3 3 0 0,0-1 0 0,-3 4-10 0,0-1-2 16,3 3-1-16,-3 0 0 0,0 6-5 0,0-4-1 15,0 4 0-15,-3 2 0 0,0 0-9 0,0 0 0 16,3 0 0-16,0 2 8 0,3 4-8 0,-3 2 0 16,0 0 0-16,0 2 0 0,-1 1 0 0,1 5 0 0,0-3-9 15,3 5 9-15,-3-2-20 0,3 0-1 0,0 3 0 16,0-3 0-1,0-3-7-15,0 3 0 0,0-3-1 0,0-3 0 16,3 1-7-16,0-3-2 0,-3 0 0 0,3 0 0 0,-3 0 55 16,3-3 11-16,0-2 3 0,-3 2 0 0,2-2 1 0,1-3 1 0,-3 0 0 15,3 0 0-15,-3-3-33 0,3 0 0 0,-3 1 0 0,0-1 0 16,0-2 44-16,-3-3 1 0,3 0 1 0,0 0 0 16,-3-3-13-16,3-2-2 0,0-3-1 0,-3 0 0 15,3-2-12-15,-3-1-2 0,3 1-1 0,-3-1 0 16,3 1-15-16,-3 5 0 0,0-3 8 0,0 2-8 15,-1 4-8-15,-2 2-5 0,3 0-1 0,-3 0 0 32,0 3-79-32,3-1-16 0,-3 1-3 0,0 5-758 0,0 0-151 0</inkml:trace>
  <inkml:trace contextRef="#ctx0" brushRef="#br0" timeOffset="5234.835">21464 8605 2383 0,'0'0'52'0,"0"0"12"0,0 0 1 0,0 0 2 0,0 0-54 0,0 0-13 0,0 0 0 0,0 0 0 16,0 0 62-16,0 5 10 0,0 0 1 0,0 3 1 15,0 0-8-15,3 3-2 0,-3 2 0 0,0 0 0 16,3 1-51-16,-3 1-13 0,3 4 0 0,-3-1 0 15,0 4 0-15,3-1 0 0,0-3 0 0,-3 3 0 16,3-2 0-16,0 0-15 0,-3-1 3 0,3 3 1 16,-3-5-33-16,0 0-8 15,0 0 0-15,0 0-1 0,0-3-9 16,0 0-2-16,-3 3 0 0,3-3-682 0,-3 1-137 0</inkml:trace>
  <inkml:trace contextRef="#ctx0" brushRef="#br0" timeOffset="5607.722">21494 8613 2419 0,'0'0'53'0,"-3"-6"11"16,0-2 3-16,0 3 1 0,0-3-55 0,0 0-13 0,3 3 0 0,-3 0 0 0,3-1 105 0,-3 1 19 15,3 3 3-15,0 2 1 0,3-6-52 0,-3 6-9 0,3-2-3 0,3-1 0 16,0 0-51-16,0 3-13 0,2 3 0 0,1 0 0 15,3-1 0-15,0 4 0 0,3 1 0 0,0 1 0 16,3 0 12-16,0 6 0 0,2-1 0 0,-2 3 0 16,3 0-12-16,-3 2 0 0,-3 1 0 0,3-1 0 15,-6 1 0-15,0-1 0 0,0 1 0 16,-4-3 0-16,-2-1 0 0,0 4-15 0,-3-6 2 0,0 3 0 16,-3-3 13-16,0 3 0 0,-3-5 0 0,-3 2 0 15,0 0 0-15,-5-2 0 0,2-1 0 0,-6 1 0 16,0-3 0-16,0 2 0 0,-3-2 0 15,0 0 0-15,-3 0 0 0,1 0 0 0,2 0 0 0,-3 0 0 16,3 0 0-16,0 0 0 0,0 0 0 0,3 0 0 16,1 0-54-1,2-3-8-15,0 3-2 0,3-3 0 0,0-2-102 0,3 2-21 16,0-2-4-16,-3 0-1 0</inkml:trace>
  <inkml:trace contextRef="#ctx0" brushRef="#br0" timeOffset="6319.918">20505 9854 1818 0,'0'0'40'0,"-6"-3"8"0,3 0 1 0,0 1 3 0,3 2-42 0,-6 0-10 0,0-3 0 0,1 0 0 16,5 3 92-16,-6 0 17 0,-3 0 3 0,3 3 1 0,0 0-47 0,0-1-10 15,-3 4-1-15,3-1-1 0,0 3-43 16,-3 3-11-16,3 2 0 0,0 0 0 0,0 3 0 0,0 2 0 16,3 4 0-16,-3-1 0 0,3 0 0 0,0 0 0 15,3-2 0-15,0 2 0 0,0-3 0 0,6 1 0 16,-3-3 0-16,3 2 0 0,3-5 0 0,0 3 0 16,3-5 0-16,0 2 0 0,3-2 0 0,0-1 0 15,0-2 0-15,5 0 0 0,-2 0-12 16,0-5-4-16,0-1 0 0,0-2-1 0,-3 0 27 0,3-5 6 15,-4 0 0-15,4-3 1 0,-3 0-1 0,3 0-1 16,-3-3 0-16,0 1 0 0,0 2 27 0,-3-5 6 16,-3-1 0-16,-1 1 1 0,-2 0 12 0,0-3 3 15,-3 0 0-15,-3-2 0 0,0-1-52 0,-3 1-12 16,0-4 0-16,-3 1 0 0,-3 0 0 0,1 3 0 0,-1-1 0 0,-3 3 0 16,-3 3 0-16,3 0 0 15,-3 5 0-15,0-3 0 0,3 3 0 0,-3 3 0 16,-2 0 0-16,-1 2 0 15,0 0-22-15,-3 1-7 0,3 2-2 0,0 0 0 16,0 0-173-16,4 0-34 0</inkml:trace>
  <inkml:trace contextRef="#ctx0" brushRef="#br0" timeOffset="7285.143">21068 9901 1549 0,'0'0'44'0,"0"0"9"0,0 0-42 0,0 0-11 0,0 0 0 0,0 0 0 16,0 0 133-16,0 0 25 0,0 0 5 0,-3 8 1 15,3-2-57-15,-3-1-11 0,3 3-3 0,0 0 0 16,-3-3-74-16,3 6-19 0,0-3 0 0,0 5 0 16,0 0 0-16,0 0 0 0,0 3 0 0,3 0 0 15,-3 3 0-15,3-1 0 0,0 1 0 0,-3-1 0 16,3 1 0-16,0-1 0 0,0 1 0 0,0-1 0 16,-3 1 0-16,3-1 0 0,0 3 0 0,-3-2 0 15,0-1 0-15,3 1 0 0,-3 2 0 0,0-5 0 16,0 2 0-16,0-2 0 0,0-2 0 0,0-4 0 15,0 1 0-15,0-3 0 0,0 0 0 0,0-6 0 0,0-2 0 16,0 0 0-16,0 0 0 0,0 0 0 16,0 0 55-16,0-8 7 0,0-2 2 0,0-3 0 0,0-3-52 0,0-3-12 15,0 1 0-15,0-4 0 0,0-1 45 0,0 1 7 16,0 1 0-16,0-3 1 0,0 3-33 0,0-2-8 16,0-1 0-16,0 0-1 0,0 0 0 0,0-2 0 15,0-1 0-15,3 1 0 0,0-3-11 0,0 5-16 16,0-3 4-16,3 3 1 0,0 1 11 0,2 4 0 15,4 1 0-15,-3 2 0 0,3 3 49 0,3-1 12 16,-3 1 3-16,6 5 0 0,-3 0-52 0,6 0-12 0,-4 3 0 16,1 0 0-16,0-1 0 0,0 4 0 15,-3-1 0-15,3 0 0 0,-3 3 0 0,-3 0 0 0,-1 3 0 16,1-3 0 0,-3 3-48-16,0-1-13 0,-3 4-3 0,0-4 0 0,0 4 103 0,-3 2 20 15,0-3 4-15,0 5 1 16,-6-2-103-16,3 3-20 0,-6 2-4 0,3 0-1 0,-3 1 52 0,-3-4 12 0,3 3 0 15,-6 1 0-15,3-1 0 0,-5 0 0 0,-1 0 0 0,0 1 0 16,-3-1 0-16,0-3 0 0,0 1 0 0,0 0 0 16,0-1 0-16,1 1 0 0,-1-1 0 0,3-2 0 15,0 0 0-15,3 0 0 0,3-3 0 0,0 1 0 16,3-1 0-16,0 0 0 0,6-5 0 0,-3 6 0 16,3-6 0-16,0 0 0 0,3 5 0 0,0 0 0 15,0 0 0-15,3 1 0 0,0-1 0 0,3-2 0 16,3 2 0-16,0 3 0 0,3-3 0 0,3 3 0 15,0-3 0-15,2 1 0 0,-2 2 0 0,3 0 0 16,0-3 48-16,0 3 13 0,0-3 3 0,-4 0 0 16,1 1-52-16,0 2-12 0,3-3 0 0,-3 0 0 0,0 1 0 15,0-1 0-15,-1 0 0 0,-2-2 0 0,3 2 0 0,0 0 0 16,-3 1 0-16,0-4 0 0,0 4-12 16,0-4-6-16,-1 4-1 0,-2-4 0 15,3 1-123-15,-6-1-25 0,3-2-5 0,0 0-1007 16</inkml:trace>
  <inkml:trace contextRef="#ctx0" brushRef="#br0" timeOffset="8611.623">22577 10216 1556 0,'0'0'44'0,"0"0"10"0,-6-2-43 0,0-1-11 0,6 3 0 0,-3-3 0 16,-3-2 121-16,0 2 23 0,3-2 4 0,0 0 0 15,0-1-84-15,0 1-18 0,-3 0-3 0,3 0-1 16,0-3 18-16,0 0 3 0,0 0 1 0,0 0 0 16,1 0 0-16,2-3 0 15,-3 1 0-15,0-1 0 0,3-5 0 0,-3 3 0 0,3-5 0 0,-3-1 0 16,3-2-52-16,-3 0-12 0,0-3 0 0,0-3 0 15,0 4-9-15,0 1-5 0,0-1-1 16,-3 1 0-16,3 1 15 0,0 0 8 0,-3 0 0 0,3-3-8 16,-3 3 12-16,0-3-4 0,0 0 0 0,0-5-8 15,0 0 8-15,0-3-8 0,-3 1 0 0,3-4 0 16,0 1 0-16,-3 5 0 0,3 0 0 0,-2-1 0 16,2 4 0-16,0-3 0 0,0 2 0 0,0-2 0 15,0-2 0-15,0-4 0 0,3 1 0 0,-3-3 0 16,0 2 40-16,0 1 4 0,3 5 0 0,-3 0 1 15,3 2-29-15,-3-2-5 0,0 3-2 0,3-3 0 16,-3 2-9-16,0-2 12 0,3-3-12 0,-3-2 12 0,3 2-4 16,0-2-8-16,0 2 12 0,0 0-4 0,0 3 0 0,3 3 0 15,-3-1 0-15,3 1 0 0,-2 2 0 0,2-3 0 16,0 1 0-16,0 0 0 0,0-1-21 0,0-2-5 16,0-3-1-16,0 3 0 0,0 0 38 15,0 0 7-15,0 2 2 0,2 4 0 0,-2-1-20 16,0 3-8-16,0-1 0 0,3 4 8 0,-3-1-8 0,0 1 0 15,3-3 0-15,-3 0 0 0,0 2 0 0,3-2 0 16,-3 0 8-16,0-6-8 0,3 3 0 0,-3 1 0 16,3-4 0-16,-3 3 0 0,3 1 0 0,-3-1 0 0,3 3 0 15,-3 2 0-15,3 1 0 0,-3-1 0 0,3 3 0 0,-3 0 0 16,3-2 0-16,-3 2 0 0,0 0 0 0,0 0 0 16,0 3 0-16,0-3 0 0,0-3 0 0,0 4 0 15,0-4 0-15,0 3 0 0,0-2 0 16,0-1 0-16,0 3 0 0,0-2 0 15,0 2 0-15,3 0 0 0,-3 3 0 0,0-3 0 0,0 5 0 0,0 1 0 16,0-3 0-16,0 5 0 0,0 0 0 0,0 0 0 16,0 2 8-16,-3-2-8 0,3 3 0 0,-3 3 8 15,0-4-8-15,3 4 8 0,0 2-8 0,-6-6 8 16,3 4-8-16,3 2 0 0,-3-6 0 0,0 6 0 16,3 0 0-16,-6-2 0 0,6 2 8 0,-5-3-8 15,5 3 0-15,-6 0 0 0,0 0 0 0,0 0 0 16,0 0 0-16,-3 3 0 0,3-1 0 0,-3 4 0 15,0-4 0-15,0 4 0 0,0-1 0 0,-3 0 0 16,0 3 0-16,0 0-11 0,0 0 11 0,1 3-12 16,-1-3 12-16,3 2-13 0,-3 1 5 0,0-1 8 0,3 3-12 15,-3 1 12-15,3-4-12 0,0 1 12 0,3-1-11 0,0-2 11 16,0 3-8-16,0-3 8 0,3-3 0 16,0 1-10-16,0-1 10 0,3-5 0 0,0 0-8 0,0 0 8 15,0 0 0-15,0 0 0 0,0 0-8 16,0 0 8-16,0 0 0 0,0 0 0 0,6-5-8 0,0-3 8 15,0 0 0-15,0-3 0 0,3 0-9 0,3 1 9 16,-3-3 0-16,3 2-9 0,0 0 9 0,0-2 0 16,0 3 0-16,3 2 0 0,-4-3 0 15,1 3 0-15,0 0 0 0,0 3 0 0,0-3 0 0,-3 3 0 0,0-1 0 16,3 1 0-16,-3 3 0 0,0-4 0 0,0 6 0 16,0-2 11-16,2 2 0 0,-2-3 0 0,0 3 0 15,3 0 0-15,0 3 1 0,0-1 1 0,0 4 0 0,0-4 0 16,0 6-4-16,0 0-1 0,0 0 0 0,2 3 0 15,-2 2-8-15,0 3 0 0,0-3 0 0,0 3 8 16,0 0-8-16,-3 0 0 0,3 2 0 0,0-2 0 16,-3-3 0-16,3 0 0 0,0-2-9 0,-4 2 9 15,4-2-94-15,0-3-12 16,0 5-2-16,3-5-791 0,-3 2-157 0</inkml:trace>
  <inkml:trace contextRef="#ctx0" brushRef="#br0" timeOffset="11908.111">15130 11777 2120 0,'0'0'47'0,"-3"-2"9"0,0-4 3 0,0-2 0 0,0 6-47 0,-3-3-12 0,3-1 0 0,0 4 0 15,-3-4 72-15,0 4 12 0,0 2 2 0,0 0 1 16,-3 0-22-16,3 2-4 0,-3 1-1 0,0 5 0 16,0 0-32-16,0 2-6 0,-3 1-2 0,0 2 0 15,4 3-20-15,-1 5 9 0,0 6-9 0,0 2 0 16,0 0 0-16,3 5 0 0,3 1 0 0,-3 2 0 0,3 0 0 15,3 3 0-15,0-1 0 0,3 6 0 0,-3 0 0 0,3 0 0 16,3 3 0-16,-3-1 0 0,0-2 0 0,0-2 0 16,0-1 0-16,0 3 0 0,-3-3 0 0,0 1 0 15,0-1 0-15,0 3 0 0,0-5 0 0,-3-3 0 16,3-3 0-16,-3 1 0 0,-3-6-20 0,3 0 1 16,-3 0 1-16,0-3 0 15,0-2-30-15,-3 0-5 0,-3-6-2 0,0 1 0 16,0-3-128-16,-2 0-25 0,-1-6-6 0</inkml:trace>
  <inkml:trace contextRef="#ctx0" brushRef="#br0" timeOffset="12094.6">14746 12576 2004 0,'6'-10'56'0,"-4"7"14"0,1-5-56 0,0 3-14 0,0 0 0 0,3-3 0 15,0 2 89-15,0 1 15 0,0 0 4 0,0 0 0 16,0-1-44-16,3 1-9 0,-3 2-2 0,3-2 0 15,0 0-28-15,0 2-5 0,3-2-2 0,0 0 0 16,0-1-18-16,2 1 0 0,1 0 8 0,0-3-8 31,0 2-33-31,3-2-11 0,3 1-1 0,3-1-1058 0</inkml:trace>
  <inkml:trace contextRef="#ctx0" brushRef="#br0" timeOffset="12503.274">15859 12510 1728 0,'0'0'38'0,"0"0"8"0,-6 0 2 0,6 0 0 0,-6 0-39 0,6 0-9 0,0 0 0 0,0 0 0 16,0 0 104-16,0 0 20 0,0 0 3 0,0 0 1 16,0 0-52-16,0 0-9 0,0 0-3 0,3 0 0 15,6 3 11-15,0-3 1 16,3 0 1-16,0 0 0 0,5 0-37 0,1 0-7 0,3 0-1 0,0-3-1 15,3 1-11-15,0-1-1 0,2-2-1 0,-2 2 0 16,-3 0-18-16,0 1 0 0,3-1 0 0,-4 3 0 16,1-3 0-16,-3 1 0 0,0-1 0 0,0 3 0 31,-3-2-104-31,3 2-16 0,-6 0-2 0,-4 0-1 16,1 0-93-16,0 0-18 0</inkml:trace>
  <inkml:trace contextRef="#ctx0" brushRef="#br0" timeOffset="12737.011">15939 12740 2053 0,'0'0'58'0,"0"0"13"0,0 0-57 0,0 0-14 16,0 0 0-16,0 0 0 0,0 0 97 0,0 0 17 16,0 0 3-16,0 0 1 0,0 0-34 15,0 0-8-15,6-5 0 0,0 3-1 0,0-4-28 16,3 4-6-16,3-1-1 0,0 0 0 0,0 1-21 0,3-1-5 15,-1 0-1-15,4 1 0 0,0-1-13 0,0 0 0 16,0 1 8-16,0-1-8 0,0-2 0 0,-1 2 0 0,4-2 0 16,0-3 0-1,3 3-47-15,0-3-12 0,3 0-2 0,-1 3-1 16,4-3-232-16,3 0-46 0,35-16-10 0,-14 5-2 0</inkml:trace>
  <inkml:trace contextRef="#ctx0" brushRef="#br0" timeOffset="13530.26">17555 12299 1609 0,'0'0'35'0,"0"0"7"0,0 0 2 0,0 0 2 0,0 0-37 0,0 0-9 0,0 0 0 0,0 0 0 16,0 0 97-16,-3 8 18 0,3-3 3 0,-2 0 1 16,2 3-62-16,-3 0-12 0,0 0-2 0,-3 3-1 15,3-1 14-15,0 3 4 16,-3 1 0-16,3 4 0 0,-3-2-45 0,0 2-15 0,3 1 9 0,-3 0-9 15,3-1 0-15,-3 3 0 16,0 0 0-16,0 1 0 0,0-1 8 0,0 3-8 0,0-3 0 0,0 3 8 16,3-1-8-16,-3-1-12 0,0-1 2 0,0-3 1 15,3 1 1-15,-3-3 0 0,4-1 0 0,-4-4 0 16,3 0 17-16,0-3 4 0,0 0 1 0,3-8 0 16,0 0-14-16,0 0 0 0,0 0 0 0,0 0 0 15,-3-6 0-15,3-4 0 0,0-4 0 0,0-1 0 16,3-7-8-16,0-1-5 0,3-1-1 0,-3-3 0 15,2-2 14-15,4 3 16 0,0-3-3 0,3-1-1 16,-3-1 44-16,6-1 8 0,-3-2 1 0,6-3 1 0,0 2-53 16,0 3-13-16,-1 1 0 0,1 2 0 0,0 5 54 0,0 0 8 15,3 3 2-15,-6 2 0 0,3 3-52 0,-4 3-12 16,-2 0 0-16,0 2 0 0,0 3 0 0,-3 0 0 16,0 3 0-16,-3 2 0 0,3 1 0 0,-3-1 0 15,-3 3 0-15,3 3 0 0,0-1 54 16,-3 1 8-16,3 2 2 0,-3 3 0 0,0 0-52 0,0 0-12 15,0 3 0-15,0 2 0 0,-3 0 0 16,3 1-12-16,-3 4 3 0,3 1 0 0,-3 4-1 0,0 1 0 16,2 0 0-16,-2 2 0 15,0 1-28-15,3-1-6 0,-3 1 0 0,0-3-1 0,0-3 21 0,0 3 4 16,0-3 0-16,-3 3 1 16,1-3-72-16,-1 0-14 0,0 0-3 0,0 0-1 15,-3-2-45-15,0-1-9 0,3 1-1 0,-6-3-747 0</inkml:trace>
  <inkml:trace contextRef="#ctx0" brushRef="#br0" timeOffset="13761.469">17484 12537 1728 0,'0'0'38'0,"0"0"8"0,0 0 2 0,-6-3 0 0,3 0-39 0,3 3-9 0,0 0 0 0,0 0 0 15,0-5 102-15,3 0 18 0,0 2 4 0,0 1 1 0,3-1-45 0,0 0-10 16,3 1-2-16,0 2 0 16,3-3-23-16,3 3-5 0,-4 0 0 0,4-3-1 15,3 3-19-15,-3-2-4 0,3-1-1 0,3 3 0 16,0-5-15-16,-3 2 0 0,2 0-9 0,-2 1 9 16,3-3-148-16,-3 2-24 0,0-2-5 15,-3-1-1-15</inkml:trace>
  <inkml:trace contextRef="#ctx0" brushRef="#br0" timeOffset="14255.848">17475 11984 1497 0,'0'0'32'0,"0"0"8"0,0 0 0 0,0 0 4 15,0 0-36-15,0 0-8 0,0 0 0 0,-9 0 0 0,9 0 94 0,0 0 17 16,0 0 3-16,0 0 1 0,0 0-37 0,0 0-7 16,0 0-2-16,0 8 0 15,3-6 3-15,3 4 0 0,0-4 0 0,3 1 0 16,3 0-28-16,3-3-6 0,3 2-1 0,-1-2 0 15,4 0 3-15,0-2 0 0,3-1 0 0,6-2 0 0,-6-1-40 0,2 1-13 16,-2 0 0-16,0-3 0 0,0 0 13 0,3 0 0 16,-4 0 0-16,4 0 0 0,-3 3 0 0,0-3 0 15,-3 3 0-15,2-3 0 0,-2 5 0 0,-3-2-11 16,0-1 11-16,-3 4-10 16,0-1-53-16,-6 0-10 0,3 3-3 0,-3-2-658 0,-4 2-132 0</inkml:trace>
  <inkml:trace contextRef="#ctx0" brushRef="#br0" timeOffset="14944.656">18413 12518 1213 0,'0'0'34'0,"0"0"8"0,0 0-34 0,0 0-8 0,0 0 0 0,0 0 0 15,6 0 95-15,0 3 17 0,0-3 3 0,0 0 1 16,2 0-8-16,1 0 0 0,3 0-1 0,0 3 0 16,0-3-23-16,3 2-4 0,-3-2 0 0,3 0-1 15,0 0-23-15,3 3-4 0,-1-3 0 0,1 0-1 0,3 0 5 16,0 0 2-16,3 0 0 0,3-3 0 16,-1 3-72-16,1-5-14 0,0 2-4 15,3 1 0-15,-1-1 32 0,-2 0 0 0,0 1-8 0,-3-1 8 16,0-2-28-16,-6 2-2 15,2 3-1-15,-5-3 0 0,3 1-26 0,-3-1-6 0,-3 3-1 0,0-3 0 16,0 1-102-16,-3 2-21 0,-3-3-4 0,-6 3-1 16</inkml:trace>
  <inkml:trace contextRef="#ctx0" brushRef="#br0" timeOffset="15295.009">18797 12256 2293 0,'0'0'50'0,"0"0"10"0,0 0 3 0,-3-2 2 0,3 2-52 0,0-6-13 0,0 6 0 0,0 0 0 16,0 0 91-16,0 0 15 0,0 0 3 0,0 0 1 15,0 0-40-15,0 0-8 0,0 0-2 0,0 0 0 16,0 0-22-16,-3 8-5 0,-3 0-1 0,3 5 0 15,-3 1-6-15,0 4-2 0,3 1 0 0,-3 5 0 16,3-3-12-16,-3 3-4 0,0-1 0 0,3 4 0 16,-3-6-8-16,3 0-9 0,0 3 9 0,0 0-13 15,0 0 13-15,0-3 0 0,0 5 0 0,0-2 0 16,0 0 0-16,3 2 0 0,0-2 0 0,0 0 0 16,0 0 0-16,0-6 0 0,3 1 0 0,-3-3 0 15,3 0-109-15,-3-6-19 0,3 1-4 0,3-3-1 16,-3 0-108-16,6-6-22 0</inkml:trace>
  <inkml:trace contextRef="#ctx0" brushRef="#br0" timeOffset="16297.469">19764 12304 1764 0,'0'0'39'0,"-3"-3"8"0,0-2 1 0,0 0 1 16,3 5-39-16,0 0-10 0,-3-3 0 0,3 3 0 15,0 0 87-15,0 0 15 0,-6-3 3 0,6 3 1 0,0 0-38 0,-6 6-7 16,0 2-1-16,0 5-1 0,0 0-33 16,3 3-6-16,-2 5-2 0,2 0 0 0,-3 6-18 0,3-3 0 15,0-1 0-15,0 4 0 0,0-3 0 0,0 2 0 16,0-2 0-16,3 2 0 0,0-2-12 0,0 0 12 16,0 0-13-16,0-3 5 0,0 0-6 0,3-2-1 0,-3-3 0 15,0-1 0-15,0-4 2 0,0 0 0 16,0-3 0-16,0-3 0 0,0-5 13 0,0 0 0 0,0 0-10 15,0 0 10-15,0-5 0 0,0-3 0 16,0-6-9-16,0 1 9 0,0-3 8 0,0-2 6 0,0-3 1 0,0-1 0 16,3 4 15-16,-3-6 3 0,3 0 1 0,0-2 0 15,0-1 9-15,0 1 1 0,0-3 1 0,3-3 0 16,-1-2-3-16,1 2-1 0,3 0 0 0,0 3 0 16,0 3-11-16,3 2-2 0,-3 0-1 0,3 3 0 15,0 0-3-15,0 2-1 0,3 3 0 0,0 3 0 16,5 0-23-16,-2 2-20 0,3 3 4 0,0 0 1 15,3 3 15-15,0 2 0 0,-1-2 0 0,-2 5 0 16,0 0 0-16,0 3 0 0,0-1 0 0,-3 1 0 16,-1 2 24-16,-2 3 8 0,-3-3 2 0,-3 3 0 15,0 3-34-15,-3 0 0 0,-3-1 0 0,3 3 0 16,-6-5 0-16,0 6-17 0,0-4 1 0,-6 1 1 16,3-1-18-16,-3-2-4 0,0 3-1 0,-3-1 0 15,0 1 2-15,0 0 1 0,0-1 0 0,0-2 0 16,1 0 11-16,-1-3 3 0,3 3 0 0,-3-2 0 0,3-4 12 0,0 1 9 15,6-3-12-15,0 0 12 0,0 0 0 0,0 0 20 16,0 0-2-16,0 0-1 0,0 0-17 0,0 0-19 16,0 0 4-16,0 0 1 0,6 0 26 0,0 0 4 15,3 0 2-15,0 0 0 0,-1 0 3 0,4 3 1 16,0-1 0-16,0 1 0 0,-3-1-3 0,3 4-1 16,-3 2 0-16,3-3 0 0,-3 3-5 0,-3 3-1 15,3-4 0-15,-3 4 0 0,0 0-3 0,0 2-1 16,-3-3 0-16,0 1 0 0,-3 0-8 0,0 2 0 15,0-5 0-15,0 5 0 0,-3-2 0 0,0-1 0 0,-3 1 0 16,0-1 0-16,0 1 0 0,-3 2 0 16,-3-2 0-16,0 2 0 0,-3-2 0 0,0-1 0 0,-3-2-12 0,-3 3 12 15,4-3-20-15,-7 0 4 0,3-1 1 0,0 1 0 32,-3 0-22-32,4 0-5 0,-4-2-1 0,3-1 0 0,3 0 35 0,0 0 8 0,3-2 0 0,0 0 0 31,3-3-48-31,1 0-8 0,2 0-2 0,0 0 0 15,0-3-71-15,3 0-15 0,3 1-2 0,-6-3-792 0</inkml:trace>
  <inkml:trace contextRef="#ctx0" brushRef="#br0" timeOffset="16718.33">20630 12574 1958 0,'0'0'43'0,"0"0"9"0,0 0 1 0,0 0 3 0,0 0-45 0,0 0-11 0,-6 2 0 0,6-2 0 16,-3 3 110-16,3-3 20 0,-6 3 4 0,6-3 1 16,0 0-47-16,0 0-10 0,-3 5-2 0,3-5 0 15,0 0-19-15,0 0-4 0,0 0-1 0,0 0 0 16,0 0 4-16,0 0 1 0,0 0 0 0,0 0 0 15,0 0-45-15,0 0-12 0,0 0 0 0,0 0 0 16,0 0 0-16,0 0-17 0,0 0 4 0,0 0 1 31,0 0-32-31,0 0-7 0,3-8-1 0,0 3-825 0,3-3-166 0</inkml:trace>
  <inkml:trace contextRef="#ctx0" brushRef="#br0" timeOffset="17286.228">21273 12352 2127 0,'0'0'47'0,"0"0"9"0,0-6 3 0,3 1 1 0,0 0-48 0,-3-3-12 0,0 2 0 0,0 1 0 15,0-3 67-15,0 0 11 0,-3 0 2 0,3 3 1 16,-6-3-13-16,3 0-4 0,-3 3 0 0,0 0 0 16,0-1 0-16,-2 1 0 0,-1 2 0 0,-3 1 0 15,3-1 0-15,-6 3 0 0,3 0 0 0,-3 0 0 16,0 3-52-16,-3-1-12 0,3 1 0 0,1 2 0 16,-1 3 0-16,3 0 0 0,-3 5 0 0,3 1 0 15,3-1 0-15,0 3 0 0,3 0 0 0,0 5 0 16,3 0 0-16,0 0-11 0,3 0 11 0,3 0-10 15,0-2 10-15,3 2 9 0,3 0-1 0,0-2-8 16,3-3 0-16,3 2 0 0,0-2 0 0,3 0 0 16,-1-3 0-16,1-2 0 0,0-1 0 0,-3 1 0 0,3-3 0 0,-3 0 0 15,0-3 0-15,0 3 0 0,-4-3 0 0,4-2 0 16,0 0 0-16,-3-1 0 16,3 1-44-16,0-3-16 0,0 0-4 0,-3 0 0 15,3-3-102-15,-7-5-21 0,1-15-4 0,0 9-1 16</inkml:trace>
  <inkml:trace contextRef="#ctx0" brushRef="#br0" timeOffset="39389.308">15186 14572 2426 0,'0'0'53'0,"0"0"11"0,-3-6 3 0,0-2 1 0,0 0-54 0,0 0-14 0,0 0 0 0,-3-2 0 15,3 2 48-15,-3 3 6 0,3-3 2 0,-3 2 0 16,0 1-12-16,-2 0-1 0,2 2-1 0,-3 3 0 16,3 0-12-16,-3 3-2 0,0 2-1 0,0 0 0 15,0 3-27-15,0 3 0 0,0 2 8 0,0 3-8 16,3 0 14-16,-3 2 1 0,0 4 0 0,3 4 0 16,0 1-24-16,0 7-5 0,1 3-1 0,2 5 0 15,0 3 23-15,0-2 4 0,0-4 0 16,3 4 1-16,0-4-13 0,0 4 0 0,0-1 0 15,3 6 0-15,-3-3 0 0,3 0 0 0,0-3 0 0,0 0 0 16,0-2 0-16,-3-6 0 0,2 1 0 0,1-1 0 16,-3-2-13-16,0-3 1 0,0 3 0 0,-3-3 0 15,3 0-34-15,-2-3-6 16,-1-2-2-16,-3 0 0 0,3-5-15 0,0-4-3 0,-3-1-1 16,0-1 0-16,0-5-147 0,-3 0-28 0</inkml:trace>
  <inkml:trace contextRef="#ctx0" brushRef="#br0" timeOffset="39576.393">14832 15320 1564 0,'3'-16'44'0,"0"9"10"0,0-4-43 15,0 3-11-15,0 0 0 0,-3 0 0 0,3 3 134 0,0 0 25 16,0-1 5-16,-3 4 0 0,3-4-62 0,0 4-13 16,3-4-2-16,-3 4-1 0,3-1-45 0,-1-2-9 15,4 2-1-15,-3-2-1 0,3 0-17 16,0-1-3-16,0-2-1 0,0 0 0 0,3-2-9 0,0-1 0 15,3 3 0-15,3-5 0 16,2 2-83-16,1 1-18 0,6-3-4 0,6-1-923 0</inkml:trace>
  <inkml:trace contextRef="#ctx0" brushRef="#br0" timeOffset="39918.093">15677 15167 1872 0,'0'0'41'0,"0"0"9"0,0 0 2 0,0 5 0 0,0 0-42 0,3 1-10 0,0-1 0 0,0 0 0 0,3-2 84 0,0 2 16 16,3-2 2-16,-3 2 1 0,6-2-30 0,-3-1-5 15,0-2-2-15,3 3 0 0,0-3-15 0,-1 0-3 16,1-3-1-16,3 1 0 16,0-3-38-16,3 2-9 0,0-2 0 0,0-1 0 0,3 1 0 0,-4 0 0 15,4-1 0-15,-3 1 0 16,0 3-57-16,-3 2-14 0,0-3-2 0,-3 0-667 15,0 3-134-15</inkml:trace>
  <inkml:trace contextRef="#ctx0" brushRef="#br0" timeOffset="40135.984">15743 15487 1821 0,'-9'11'52'16,"3"-9"11"-16,3 1-51 0,3-3-12 0,0 0 0 0,0 0 0 0,0 0 135 0,0 0 24 0,0 0 5 0,0 0 0 15,0 0-71-15,6 0-14 0,0-3-3 0,0 1-1 16,3-4-54-16,3 4-10 0,-1-6-3 0,4 2 0 16,0-1 45-16,3-1 9 0,3 0 2 0,3 0 0 15,0 0-52-15,-1 0-12 0,7-3 0 0,0-2 0 16,-3 2-107 0,2-2-24-16,1-3-5 0,-3 3-635 0,0 0-127 0</inkml:trace>
  <inkml:trace contextRef="#ctx0" brushRef="#br0" timeOffset="40828.765">17285 15013 1854 0,'0'0'40'0,"-6"3"9"0,0 2 2 0,0 1 1 0,3-1-41 0,-3 0-11 0,3 3 0 0,-3 0 0 16,0 0 60-16,3 0 9 0,-3 5 3 0,-3 0 0 15,3 3-41-15,0 3-8 0,-3 5-2 0,0 5 0 16,0-3-21-16,3 6 0 0,-3-3 0 0,4 0 0 16,-4 0 0-16,3-2 0 0,-3 2 0 0,0-3 0 15,3-2 0-15,-3 0-10 0,3 0 1 0,-3 0 0 16,0-1-6-16,3-1-1 0,-3-1 0 0,0 0 0 15,3-3-18-15,0-4-4 0,0-1-1 16,3-5 0-16,0 0 39 0,3-8 0 0,0 0 0 0,0 0 0 16,0 0-8-16,0-8 8 0,-3-3 0 0,6-2 0 15,-3-6 0-15,3 1 0 0,3-6 0 0,-3 0 0 0,3-2 0 0,3-3 0 16,0 0 0-16,0-3 0 0,6-5 0 0,-3 0 0 16,3-8 0-16,0 2 0 0,3 4 50 0,2 4 11 15,-2 1 3-15,3 2 0 0,0 3 0 16,-3 5 0-16,3 3 0 0,-7 3 0 0,4-1-52 0,-6 1-12 15,3 4 0-15,-3 1 0 0,-3 0 32 0,0 5 4 16,0-3 1-16,0 6 0 0,0 0-15 0,-3-1-3 16,0 6-1-16,0 3 0 0,0 0-7 0,-4 2-2 0,1 3 0 15,0 3 0-15,0-1-9 0,0 3 0 0,-3 1 0 0,0 2 0 16,0 2 0-16,0 1 0 0,-3 2 0 0,3 0 0 16,-3 5 0-16,0-2 0 0,3 5 0 15,-3 0 0 1,3 0-52-16,-2 1-8 0,2-1-3 0,0-3 0 0,0 1 36 15,-3-6 7-15,3 3 2 0,0-6 0 16,0 1-36-16,-3-1-7 0,3 1-2 0,-3-3 0 16,3-3-106-16,-6 0-22 0</inkml:trace>
  <inkml:trace contextRef="#ctx0" brushRef="#br0" timeOffset="41059.833">17255 15357 2098 0,'0'0'46'0,"0"0"10"0,0 0 1 0,0 0 3 0,-3-2-48 0,3 2-12 16,-3-6 0-16,3 6 0 0,0 0 22 0,0 0 2 15,0-2 1-15,3-4 0 0,0 4 23 0,3-1 5 16,0 1 1-16,0-1 0 0,6 0-35 0,-3 1-7 16,2-4-2-16,1 4 0 0,0-4-10 0,0 1 0 15,0 0 0-15,3-3 0 16,0 0 0-16,0 0 0 0,3-3 0 0,-1 1 0 15,4-1-100-15,0-2-23 0,3-3-4 0,3 0-820 16</inkml:trace>
  <inkml:trace contextRef="#ctx0" brushRef="#br0" timeOffset="46983.958">17154 14654 831 0,'0'0'18'0,"0"0"4"0,0 0 1 0,0 0 1 0,0 0-24 0,0 0 0 16,0 0 0-16,0 0 0 0,0 0 46 0,0-6 5 15,0 6 1-15,0 0 0 0,0 0 24 0,0 0 4 0,0 0 2 0,0 0 0 16,0 0 13-16,0 0 2 0,0 0 1 0,0 0 0 16,0 0-9-16,0 0-1 0,0 0-1 0,0 0 0 15,0 0-7-15,0 0 0 16,0 0-1-16,0 0 0 0,0 0-7 0,0 0 0 0,0 0-1 0,0 8 0 16,0-8-12-16,3 5-3 15,0 3 0-15,0-2 0 0,5-1-19 0,-2 0-4 16,6 3-1-16,-3-2 0 0,6 1-16 0,0 1-3 0,3-2-1 0,0 2 0 15,0-3-12-15,2 0 9 0,-2-2-9 0,3 0 8 16,0-1-8-16,3 1 0 0,0-3 0 0,5 0 8 16,1-3-8-16,0 3 0 0,3-2-12 0,-1 2 12 31,4-3-138-31,-3 0-20 0,0 1-4 0</inkml:trace>
  <inkml:trace contextRef="#ctx0" brushRef="#br0" timeOffset="47450.739">18204 15312 1773 0,'0'0'50'0,"0"0"11"0,0 0-49 0,0 0-12 0,0 0 0 0,6 0 0 16,-3 0 96-16,3 3 16 0,3-3 3 0,-3 3 1 15,3-1-42-15,0 1-8 0,6 0-2 0,-3-1 0 16,6 1 14-16,-3 2 2 0,5-2 1 0,4-1 0 16,0 1-81-16,0 0-12 0,3-3-5 0,-1 0-1 15,1 0 18-15,0-3 0 0,-3 0 0 0,3-2 0 16,-4 3 18-16,1-1-2 0,0-2-1 0,0-1 0 15,0 1-69-15,-1 0-14 16,1-1-2-16,-3-1-1 0,0 1-49 0,-3-2-9 16,0-2-3-16,-3 2-800 0</inkml:trace>
  <inkml:trace contextRef="#ctx0" brushRef="#br0" timeOffset="47722.204">18585 15098 2188 0,'-9'3'48'0,"9"-3"11"0,-6 2 1 0,1-2 1 16,-1 0-49-16,6 0-12 0,0 0 0 0,0 0 0 0,0 0 120 0,0 0 22 0,0 0 4 0,0 0 1 15,0 0-67-15,0 8-12 0,-3 0-4 0,3 0 0 16,0 3-21-16,0 2-5 16,0 0-1-16,0 6 0 0,0-1-12 0,0 3-2 0,0 1-1 15,0 4 0-15,0 1-7 0,0-4-2 0,0 4 0 16,0-1 0-16,0 1-13 0,0 2 8 0,0 3-8 15,0 2 0-15,0 0 0 0,0 3 8 0,0-2-8 0,0 2 0 16,0-5-16-16,3-3-5 0,0-3-2 0,-3-2 0 31,3-5-114-31,0-1-23 0,2-2-5 0,-5-3-1064 0</inkml:trace>
  <inkml:trace contextRef="#ctx0" brushRef="#br0" timeOffset="48192.244">19523 14990 2109 0,'0'0'60'0,"0"0"12"0,-6 0-57 0,0-3-15 15,0 3 0-15,6 0 0 0,-6 0 79 0,0 0 13 0,6 0 2 0,-6 0 1 16,0 3-15-16,0-1-4 0,3 4 0 0,-3-1 0 15,1 3-60-15,-1 2-16 0,0 1 0 0,0 5 0 16,0 2 0-16,0 3 0 0,0 6 0 0,0 5 0 16,3 2 12-16,0 3-1 0,0 3 0 0,0 2 0 15,3-2-11-15,3 2 0 0,0-2 0 16,0 8 0-16,3-4-12 0,3 1 3 0,0 3 0 0,6-3 0 16,-1-8 9-16,4 0 0 0,3-8 0 0,3 3 0 15,0-3 0-15,3-2 0 0,2-4 0 16,4 1 0-16,0-3 0 0,-3-5 0 0,-1-3 0 0,1-2 0 15,0-8-53-15,0-3-9 16,5-3-2-16,1-8-1049 0</inkml:trace>
  <inkml:trace contextRef="#ctx0" brushRef="#br0" timeOffset="49057.046">20237 15151 1695 0,'0'0'37'0,"-3"5"8"0,3 3 2 0,-3 3 1 0,0 2-39 0,0 3-9 0,3 2 0 0,-2 1 0 15,2-1 9-15,-3 4 0 0,3 1 0 0,0-1 0 16,-3-1-9-16,3 0 0 0,0 3 0 0,-3-3 0 16,0 3 0-16,0-3 0 0,0-3 0 0,0 1 0 15,0-3 0-15,0 0 0 0,0 0 0 0,0-3 0 16,0-3 0-16,0 1 0 0,0-6 0 0,3-5 0 15,0 0 53-15,0 0 9 0,0 0 2 0,0 0 0 16,-3-5-52-16,0 0-12 0,0-6 0 0,3-2 0 16,0 0 48-16,3-3 8 0,-3-3 0 0,3-2 1 0,0 0-11 15,-3-3-2-15,3-2-1 0,3-9 0 16,-3 1-12-16,3-3-3 0,0-3 0 0,3 0 0 16,0 3 29-16,2 3 6 0,1 2 1 0,6 0 0 15,0 6-52-15,0 2-12 0,3 0 0 0,3 3 0 16,-4 0 27-16,7 0 2 0,-3 2 1 0,0 1 0 0,0 2-18 15,-4 3-3-15,1 2-1 0,-3 3 0 0,-3 3-8 0,0 0 12 16,-3 5-12-16,-3 2 12 0,-3 1-3 0,0 5 0 16,0 0 0-16,-3 2 0 0,0 4-9 0,-6-1 12 15,3 0-12-15,-6 3 12 0,0 0-27 0,-3 2-5 16,0 1 0-16,-6-1-1 16,0 1-16-16,-3-3-3 0,0 2-1 0,-2 1 0 15,2-3 9-15,0 2 1 0,0-2 1 0,0 3 0 16,3-3 15-16,0-3 3 0,3 0 1 0,0-2 0 0,4-1-7 0,-1-2-2 0,3-3 0 15,0 1 0-15,0-4 20 0,6-2 0 0,0 0 0 16,0 0 0-16,0 0 0 0,0 0 0 0,6-5 0 0,0-3 0 16,3 3 48-16,3-1 12 0,-1-1 4 15,7 1 0-15,-3 4-52 0,3-1-12 0,0 0 0 16,0 3 0-16,0 3 0 0,-1 0 0 0,1-1 0 16,-3 6 0-16,0-3 54 0,-3 3 8 0,-3 3 2 0,3 0 0 15,-3 2-52-15,-3 0-12 0,0 3 0 16,-3 2 0-16,0-2 0 0,0 0 0 0,-3 3 0 0,0-3 0 15,0-1 0-15,-3 1 0 0,0 3 0 0,-3-1 0 16,0-2 0-16,0 3 0 0,-3-3 0 0,-3 0 0 16,0-3 0-16,-3 3 9 0,-3 0-9 0,0-1 8 15,-2 1-8-15,-1 0 0 0,-3 0 0 0,3-3-11 0,-3 3 11 16,3-5 0-16,1-1 0 0,-1 1 0 0,3-6 0 0,0-2 0 16,0-1 0-16,3-2 0 15,0-2-51-15,4-3-8 16,2-1-1-16,-3-2-1 0,3-2-23 0,0-1-4 0,3-2 0 0,0 0-1 15,0-1-91-15,3 1-19 16,3 0-3-16,0 0-635 0</inkml:trace>
  <inkml:trace contextRef="#ctx0" brushRef="#br0" timeOffset="49362.728">20836 15334 2577 0,'0'0'56'0,"0"0"12"0,0 0 3 0,0 0 2 0,0 0-58 0,0 0-15 0,0 0 0 0,0 0 0 16,0 0 70-16,-6 0 11 0,6 0 3 0,-6 0 0 15,6 0-68-15,-3 0-16 0,3 0 0 0,0 0 0 16,0 0 28-16,0 0 3 0,0 0 0 0,0 0 0 16,-6-3-50-16,6 3-9 0,0 0-3 15,-6-3 0-15,6-2-59 0,0 0-12 0,3-1-2 16,0 1-687-16,0-3-137 0</inkml:trace>
  <inkml:trace contextRef="#ctx0" brushRef="#br0" timeOffset="49753.974">21488 15008 1958 0,'0'0'43'0,"0"0"9"0,-6-3 1 0,0 1 3 0,6 2-45 0,-6-3-11 0,3-2 0 0,3 5 0 16,-6 0 82-16,0-3 14 0,6 3 4 0,-9 0 0 16,3 0-36-16,-3 0-6 0,3 3-2 0,-3 0 0 15,0 2-13-15,-3 0-3 0,0 0-1 0,-2 3 0 16,-1 3-12-16,-3 0-3 0,-3-1 0 0,-3 3 0 16,3 1-8-16,-3-1-3 0,4 3 0 0,-1 2 0 15,0 1-5-15,6 2 0 16,0 0-8-16,0 5 12 0,3 1-12 0,6-3 0 0,-2 0 0 0,5-1 0 15,0-4 12-15,6-1 5 0,0 1 2 0,5-1 0 16,-2-2-35-16,6 0-8 0,3 0 0 0,0-3-1 16,6 1 12-16,-3-4 2 0,9 1 1 0,-4-3 0 15,4 0-18-15,-3-3-3 0,3-2-1 0,-3-3 0 16,-4 0-125-16,1-6-26 0,3 1-5 0,0-3-480 16,0-3-96-16</inkml:trace>
  <inkml:trace contextRef="#ctx0" brushRef="#br0" timeOffset="50074.345">21738 14728 2412 0,'0'0'53'0,"-6"-3"11"0,0 0 3 0,-3 1 0 0,3-1-54 0,0 0-13 0,3 3 0 16,3 0 0-16,0 0 56 0,0 0 9 15,-6 6 2-15,6 2 0 0,0 2-13 0,0 1-2 16,3-1-1-16,0 6 0 0,0 3-3 0,6-1 0 0,0 3 0 15,0 3 0-15,3 0-12 0,-1 0-2 16,1 0-1-16,3 2 0 0,-3 1-33 0,0 2 0 0,3 0 0 0,0 5-9 16,-3 3 9-16,3 3 0 0,0 2 0 0,-4 1 0 15,-2-6 0-15,0-3 0 0,-3-5 0 0,-6 6 0 16,0-9 0-16,-6 3 0 0,0 0 0 0,-9 3 0 16,4 0 0-16,-7 2 0 0,-3 1 0 0,-6 2 0 15,-3-3 8-15,-5 0 4 0,-7-2 1 0,-3 3 0 16,1-6-13-16,2 2-18 0,0-1 4 0,1-1 1 31,8-3-41-31,-3 1-8 0,3-6-2 0,4 0-819 0,-1-3-164 0</inkml:trace>
  <inkml:trace contextRef="#ctx0" brushRef="#br0" timeOffset="56849.206">19871 16524 1666 0,'0'0'36'0,"-6"0"8"0,0 0 2 0,0 0 2 0,-3 0-39 0,4-2-9 0,-4 2 0 0,0-3 0 15,3 0 48-15,0 1 7 0,-3 2 1 0,0-3 1 16,3 0-26-16,-3 1-6 0,3-1-1 0,0 0 0 15,0 1 2-15,0-3 0 0,0 2 0 0,0-2 0 16,3 2-11-16,0 0-3 0,-3 1 0 0,6 2 0 16,-3-6 6-16,3 6 1 0,-3-2 0 0,3 2 0 15,0 0-10-15,0 0-1 0,0 0-8 0,0 0 12 16,0 0 30-16,0 0 6 0,0 0 0 0,6-3 1 16,3 3-33-16,0 0-6 0,3-3-2 0,0 3 0 15,0 0 0-15,3 0-8 0,3 0 12 0,3-2-4 16,-1-1-8-16,7 0 0 0,0-2 0 0,6 3 0 0,-1-4 0 15,4 1-17-15,3 0 4 0,3-1 1 16,-4 1 12-16,7-3 0 0,0 3 0 0,2-3-9 0,4 3 9 16,2-1 0-16,1 4 0 0,2-4 0 0,-2 1 0 0,0 2 0 15,2-2 10-15,7 0-10 0,-7 5 15 0,4-3-3 16,-4 1-1-16,7-1 0 0,-7 0-11 0,4 1 0 16,2-1 0-16,1 3 0 0,-4 0 16 0,1 0 8 15,0-3 2-15,-1 3 0 0,-2-2 10 0,-1-1 1 16,1 3 1-16,2-3 0 15,-8 3-52-15,2-5-10 0,-5 2-3 0,6 1 0 0,-7-1 43 0,1 1 9 0,3-1 2 0,-4-2 0 32,1-1-73-32,-4 1-14 0,1-6-4 0,0 1 0 15,-4-6-153-15,7 3-31 0,47-19-7 0,-35 6-1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2:33:34.9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21190 12111 1728 0,'0'0'38'0,"0"8"8"0,0 2 2 0,0 3 0 0,3 1-39 0,0-1-9 16,3 0 0-16,-3 3 0 0,6-3 43 0,-3 1 6 0,3 1 2 0,0 1 0 16,-1 3-39-16,1-1-12 0,3 6 0 0,0 0 0 15,-3 0 0-15,3 2 0 0,0 1 0 0,3 2 0 16,-3-3 0-16,3 1 0 0,-3-1 0 0,-1 1 0 15,1-4 0-15,0-4 0 0,0-1 0 0,0 1 0 16,3-6 29-16,-3-2 6 0,3-1 1 0,3-2 0 16,-4-2 20-16,7-1 5 0,-3-2 1 0,6-1 0 15,0-4 4-15,0-1 1 0,2-2 0 16,7-1 0-16,3-4-11 0,0-3-1 0,2-3-1 0,4-6 0 16,6-1-18-16,2-4-4 0,7-7-1 0,2-6 0 15,-2-5-19-15,2-2-3 0,4-1-1 0,5-8 0 16,-5 3-19-16,2 0-4 0,-2-7-1 0,5-4 0 15,-2 6-69-15,-4 0-15 0,4 2-2 16,-1-2-1-16,-5 5 45 0,-7 5 9 0,-2 3 1 0,-6-2 1 16,-4 7-25-16,-5 0-6 0,-3 6-1 0,0 2-538 15,-7 6-108-15</inkml:trace>
  <inkml:trace contextRef="#ctx0" brushRef="#br0" timeOffset="464.009">21913 12492 2012 0,'-12'0'57'0,"6"-3"12"0,3 0-55 0,-3-2-14 0,0 0 0 0,1 0 0 16,2-1-10-16,0 1-5 0,0 0-1 0,0-1 0 16,0 1 16-16,3 5 0 0,-3-3 0 0,3 3 0 15,-3-5 10-15,3 5-2 0,0 0 0 0,0 0 0 16,0 0 10-16,0 0 2 0,0 0 0 0,0 0 0 16,0 0-20-16,0 0 0 0,0 0 8 0,0 0-8 15,0 8 0-15,3 0 0 0,3 0 0 0,-3 3-9 16,3 2-11-16,-3 0-3 0,2 3 0 0,1 0 0 31,3 2-20-31,-3 1-4 0,6-3-1 0,-3 0 0 0,3-3 39 0,0 0 9 0,0-2 0 0,6-1 0 0,-3-2 30 0,5 0 8 16,1 0 2-16,6-3 0 0,0 1 0 0,3-4 1 15,-1-2 0-15,7-2 0 16,0-4 5-16,6-2 1 0,5-2 0 0,7-1 0 16,5-5-6-16,-2-2-1 0,5-6 0 0,13-5 0 0,-4-3-26 0,10-5-6 15,2-8 0-15,15-5-8 16,-9 2-31-16,7-5-13 0,-1-5-2 0,21-8-1 15,-15 2-13-15,6-2-4 0,3 0 0 0,16-8-844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2:35:17.30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4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2-01-28T22:35:44.498"/>
    </inkml:context>
  </inkml:definitions>
  <inkml:trace contextRef="#ctx0" brushRef="#br0">17264 8263 2310 0,'-3'-23'48'0,"3"15"11"0,-3 0-47 0,0 0-12 0,3 3 0 0,-6-3 0 16,3 5 72-16,-3-2 12 0,-3-1 2 0,0 1 1 15,-3 5-22-15,0-3-4 0,-3 3-1 0,1 3 0 0,-1 0-25 0,0-1-6 0,0 4-1 0,-3 2 0 31,3 5-16-31,0 0-3 0,0 3-1 0,0 5 0 0,4 0-8 0,2 3 0 0,0 0 0 16,0 5-11-16,3-3 11 0,0 1 0 0,3 2-9 16,-3 0 9-16,3 0 0 0,3 3 0 0,-3-3 0 15,3 5 0-15,0 1-9 0,0 2 9 0,3 0 0 16,-3 3 0-16,3-9 8 0,0 4 9 16,0-3 2-16,-3-3 0 0,0 0-29 0,3-3-6 0,-3-2 0 0,0 3-1 15,0-1 5-15,-3-2 2 0,3 2 0 0,-3-2 0 16,0-3-14-16,0 0-2 15,-3 1-1-15,0-1 0 0,0-3-37 0,-3 1-8 16,3-3-2-16,-6 0 0 0,3-1-83 0,-3-4-17 16,-2 2-3-16</inkml:trace>
  <inkml:trace contextRef="#ctx0" brushRef="#br0" timeOffset="190.556">16728 8840 1987 0,'6'-8'84'16,"0"3"-68"0,3-3 107-16,0 0 21 0,0 0 4 0,3 0 0 15,-1 0-67-15,1 0-13 0,3 0-4 0,-3 3 0 16,3 0-51-16,0-3-13 0,0 3 0 0,3-1 0 0,0 1 0 0,-4 0 0 0,4 0 0 16,0 2 0-1,0-2-100-15,3 2-22 0,3-2-5 0</inkml:trace>
  <inkml:trace contextRef="#ctx0" brushRef="#br0" timeOffset="492.004">17481 8467 2298 0,'-6'-5'48'0,"0"2"11"0,3-2-47 15,3 5-12-15,-3-3 0 0,3 3 0 0,-6-2 107 0,0-1 19 0,6 3 4 0,-6 3 1 16,3-1-54-16,-3 1-10 0,0 2-3 0,1 3 0 16,-1 0-51-16,-3 3-13 0,0 2 0 0,0 3 0 15,0 2 0-15,0 4 0 0,-3-1 0 0,0 5 0 16,0 3 0-16,3 3 0 16,-3 5 0-16,3 3 0 0,3-6 0 0,3 1 0 0,1-4-9 0,-1 1 9 15,6-3 0-15,-1 0 0 0,4-5-8 0,3 3 8 16,0-4 0-16,3-1 0 0,0-1 12 0,0-3-12 15,3-2 0-15,0-3 0 0,0-2 0 0,6-6 0 16,-1 0-44-16,1-7-16 0,3-1-4 0</inkml:trace>
  <inkml:trace contextRef="#ctx0" brushRef="#br0" timeOffset="974.672">18216 8552 2066 0,'0'0'43'0,"0"0"10"16,-6-3-42-16,3 3-11 0,3 0 0 0,-6-2 0 16,0 2 53-16,-2 2 9 0,2-2 2 0,-3 3 0 15,0 0 0-15,0 2 0 0,-3-3 0 0,-3 6 0 16,3-2-35-16,-6 2-6 0,3 2-2 0,-6 1 0 16,1 5-33-16,-1 0-8 0,-3-1 0 0,0 7-1 0,3-1 21 15,-2 0 0-15,2 0 0 0,0 0 0 16,3-2-9-16,3-3 9 0,-3 0-12 0,3 2 12 15,1-5-137-15,2 1-21 0,0-4-4 0</inkml:trace>
  <inkml:trace contextRef="#ctx0" brushRef="#br0" timeOffset="1227.55">17806 8544 2017 0,'0'-5'85'0,"2"-3"-68"15,-2 2 99-15,0 6 20 0,0-2 4 0,0 2 1 16,0 0-61-16,6-3-13 0,-6 3-3 0,3 0 0 16,3 0 0-16,0 3 0 0,0 2 0 0,0 0 0 15,3 1-52-15,-3 2-12 0,3-3 0 0,3 5 0 16,-3 1 0-16,3 2 0 0,0 0 0 0,0 3 0 16,0 3 0-16,5 2 0 0,-2 0 0 0,3 0 0 15,-3 1 0-15,3-1 0 0,-3 0 0 0,0-3 0 16,2 1 0-16,-2-3 0 0,0-3 0 0,0-2 0 15,-6-1-201-15,0-2-44 0</inkml:trace>
  <inkml:trace contextRef="#ctx0" brushRef="#br0" timeOffset="1428.331">18362 8758 2101 0,'0'0'88'16,"0"0"-70"-16,0 0 132 0,0 0 26 0,0 6 6 0,-3 1 1 31,0-1-95-31,3 2-20 0,0 0-3 0,-3 0-1 0,0 0-51 0,0 2-13 0,-3-2 0 0,3 0 0 16,-3 0 0-16,-3 0 0 0,3 0 0 0,-2 2 0 15,2 1 0-15,-3-3 0 0,0 5 0 0,0-2 0 32,3-1-92-32,-3 1-20 0,0-1-5 0</inkml:trace>
  <inkml:trace contextRef="#ctx0" brushRef="#br0" timeOffset="4914.714">18329 8782 1668 0,'6'-11'35'0,"-6"11"7"0,3-5-34 0,0 0-8 0,0 0 0 0,-3 5 0 15,3-3 120-15,-3-2 23 0,3-1 4 0,-3 6 1 16,0 0-46-16,0 0-9 0,0-5-1 0,0 5-1 16,0 0-29-16,0 0-6 0,0 0 0 0,0 0-1 15,0 0-23-15,0 0-4 0,0 0 0 0,0 0-1 16,-3 5-15-16,0 1-2 0,3 2-1 0,-3 0 0 15,3 2-9-15,0 1 0 0,0-3 9 0,0 5-9 16,0-3 0-16,0 1 0 0,0 0 0 0,3-1 0 16,-3 1 0-16,0 2 0 0,3-2 0 0,-3-1 0 15,0-2 0-15,0 3 0 0,0-3 0 0,0-3 0 16,0 3 0-16,0-3 0 0,0-5 0 0,0 8 8 16,0-8-8-16,-3 5 0 0,3-5 0 0,0 0 0 15,0 0 0-15,0 0 0 0,0 0 0 0,0 0 0 16,0 0 0-16,0 0 8 0,0 0-8 0,0 0 0 15,0 0 8-15,0 0-8 0,0 0 8 0,0-5-8 16,-3 0 23-16,3-3 0 0,-3 3 0 0,3-3 0 16,0 0 4-16,0 0 1 0,0-3 0 0,0 3 0 15,-3 0-6-15,3 3-1 0,0 0 0 0,-3-1 0 16,3 1-2-16,0 5-1 0,0 0 0 0,0 0 0 16,0 0-8-16,0 0-2 0,0 0 0 0,0 0 0 15,0 0-8-15,0 0 0 0,0 0 0 0,0 0 0 0,-6 5 0 0,3 1-19 16,0-1 3-16,0 3 1 0,3-3 15 0,0 3 16 15,0 0-3-15,0 0-1 0,3 0-12 0,-3 0-12 0,3 0 3 0,-3 0 0 16,3-3-8-16,0 3-2 0,-3 0 0 0,3-3 0 31,0 3-13-31,0-2-4 0,0-1 0 0,0 3 0 16,0-3-69-16,3 0-15 0,0-2-2 0</inkml:trace>
  <inkml:trace contextRef="#ctx0" brushRef="#br0" timeOffset="5172.453">18853 8906 2230 0,'6'-2'94'16,"0"2"-75"-1,-3 0 119-15,3 0 24 0,0 0 5 0,-3 0 1 16,3 2-78-16,-6-2-15 0,6 0-3 0,-3 3-1 15,3 0-42-15,-3-1-8 0,0 4-1 0,0-1-1 16,-3 0-19-16,3 1 10 0,-3-1-10 0,-3 3 8 16,3 0-8-16,-3 0 0 0,0 0 0 0,-3 2 0 15,-3 1-23-15,0-1-3 0,0 1-1 0,0 2 0 16,-3-2-97-16,0 2-20 16,3-2-4-16</inkml:trace>
  <inkml:trace contextRef="#ctx0" brushRef="#br0" timeOffset="5617.089">19749 8631 1824 0,'0'0'38'0,"0"0"8"16,0 0-37-16,0 0-9 0,3-2 0 0,-3 2 0 16,0 0 104-16,0 0 20 0,0 0 3 0,0 0 1 15,0 0-35-15,0 0-6 0,-3-3-2 0,-3 0 0 16,-3 3-43-16,0 0-9 0,0 3-1 0,-2 2-1 16,-1 1-11-16,-3 1-3 0,-3 1 0 0,0 6 0 15,-3-1-17-15,-3 5 10 0,1 4-10 0,-1-1 8 0,0 0-8 16,0-3-12-16,0 4 2 0,4-4 1 15,-4 1-44-15,3-1-9 0,0 1-2 0,-3-3 0 16,3-3-97-16,1-3-20 0,-1 1-4 0</inkml:trace>
  <inkml:trace contextRef="#ctx0" brushRef="#br0" timeOffset="6131.026">19368 8682 2542 0,'3'-16'72'0,"0"5"16"0,-3 0-71 0,3 4-17 0,0 1 0 0,-3 1 0 16,0 5 48-16,0 0 5 0,0 0 2 0,0 0 0 16,0 0 13-16,3 5 2 0,3 3 1 0,-3 0 0 15,0 3-42-15,3-1-8 0,0 4-1 0,-3 1-1 16,3 1-11-16,3 0-8 0,0 0 9 0,-3 3-9 16,3-4 0-16,3 4 0 0,-1-3 0 0,1 0 0 15,3 0 0-15,-3-3-20 0,3 0 4 0,0 0 0 16,-3-2-40-16,3-1-8 0,0-2-2 0,-1 3 0 15,-2-6-120-15,3 3-24 0,-3-5-5 0,0 2-1 16,0-2 80-16,0-1 15 0,0 1 3 0,-3 0 1 16,0-3-9-16,0 0-2 0,-1-3 0 0,-2 3 0 15,0-3 103-15,-3 1 25 0,-3 2 0 0,3-3 0 16,0-2 148-16,0 0 36 0,0-1 6 0,-3 1 2 16,3-3-52-16,0 3-9 0,0-3-3 0,0 2 0 15,0 1 0-15,3 0 0 0,-3 0 0 0,0-1 0 16,3 1-51-16,0 2-10 0,0 1-3 0,0-1 0 0,-3 0-51 15,3 1-13-15,0 2 0 0,0 0 0 16,-3 0 54-16,-3 0 8 0,6 2 2 0,-6-2 0 0,0 0-52 16,3 3-12-16,-3-3 0 0,3 8 0 15,-3-3 0-15,-3 3 0 0,3 0 0 0,-3 0 0 16,0 0 0-16,0 0 0 0,-3 0 0 0,3 3 0 0,0-4 0 16,-3 4 0-16,3 0 0 0,0-1 0 15,0-2-48-15,3 3-13 0,0-1-3 0,0 1 0 0,0-3 52 0,0 2 12 0,3-2 0 0,0 0 0 16,0-2 0-16,3-1 0 0,0-2 0 0,0-1 0 15,3 1-54-15,0-6-8 16,2 1-2-16,4-1 0 0,-3-5-51 0,6 0-10 0,0 0-3 0</inkml:trace>
  <inkml:trace contextRef="#ctx0" brushRef="#br0" timeOffset="6444.553">20154 8597 2176 0,'-21'-16'62'0,"3"0"13"0,3 6-60 0,1-4-15 0,-1 4 0 0,-3-1 0 16,6 3 85-16,3 0 15 0,-3 3 2 0,6 2 1 16,0-2-29-16,0 2-6 0,6 3 0 0,0 0-1 15,0 0-11-15,0 0-1 0,0 0-1 0,0 0 0 16,6 6-25-16,0-1-5 0,3 0 0 0,0 1-1 16,0 1 7-16,0 4 2 0,3 0 0 0,0-1 0 0,-3 3-12 15,3 3-1-15,-1 3-1 0,1 2 0 16,-3 3-9-16,3 0-1 0,-3 5-8 0,-3-3 12 0,3 1-12 0,-3-1 11 15,-3 1-11-15,0-1 10 0,0-2-10 0,-3 0 8 0,0-1-8 16,-3 1 8-16,-3-3-8 0,0 3 0 0,-3-3 0 0,0 3 0 16,-3 0 0-16,-3 0-12 0,3 2 4 0,-5 1 8 15,2-3-27-15,-6-1 3 16,0-1 0-16,0 1 0 0,3-7 24 0,-3 3 0 0,1-3 0 16,-1-3 0-1,3 0-108-15,3 0-16 0,0-2-3 0</inkml:trace>
  <inkml:trace contextRef="#ctx0" brushRef="#br0" timeOffset="23059.118">18213 14736 1569 0,'-6'-6'66'0,"6"6"-53"16,-3-2 95-16,0-4 18 0,3 6 4 0,-6-2 1 15,6 2-54-15,-3-6-10 0,0 4-3 0,3 2 0 16,-5 0-3-16,5 0-1 0,-6-3 0 0,6 3 0 16,-6 3-28-16,0-3-5 0,0 2-2 0,-3 4 0 15,3-4-9-15,-3 6-1 0,3-2-1 0,-3 2 0 16,0 2-6-16,0 1-8 0,0-1 11 0,0 6-11 16,-3-3 8-16,3 3-8 0,1-3 0 0,-4 6 0 15,3-6 8-15,0 3-8 0,3 0 0 0,0 0 0 16,0-3 0-16,3 0 0 0,0 1 0 0,-3-1 0 15,6 0 12-15,0-2 9 0,0 2 2 0,3 3 0 16,0-3-51-16,0 0-9 0,0 3-3 0,3-3 0 16,0 0 27-16,3 1 5 0,0-4 8 0,0 4-13 15,3-4-3-15,-1 1-1 0,1-3 0 0,3 0 0 16,-3 0 17-16,0-3 0 0,0-3 0 0,0 1 0 16,0 0-11-16,3-3 2 0,-3 0 0 0,-1-3 0 15,4 0 9-15,0 1 0 0,0-6 0 0,0 0-8 0,3 0 0 0,0 0 0 16,0-3 0-16,-1 1 0 0,-2-1 8 0,3 1 0 15,0-1 0-15,-3-2 0 0,3 2 0 0,-3 1-8 0,0-1 8 16,-4-2 0-16,4 5 0 0,-3-3 0 0,0 1 12 16,-3 2-4-16,-3 0 6 0,3 0 2 0,-6-3 0 15,0 6 0 1,0-5 37-16,0 2 8 0,-3 0 2 0,0 2 0 0,0-2-51 0,0 0-12 16,-3 1 0-16,0-1 0 0,0 0 33 15,0-3 4-15,-3 3 1 0,3-2 0 0,-3 2-4 0,-3-3-1 16,3-2 0-16,-3 5 0 0,0-3-11 0,-3 1-2 15,3-1-1-15,-2 3 0 0,-1 0-6 0,0 0-1 0,0 3 0 0,-3 0 0 16,0-1-4-16,-3 4-8 0,0-1 11 0,3 3-11 16,1-2 10-16,-1 4-10 0,-3 1 8 0,3-1-8 15,3 1 0-15,0 2 0 0,-3 1 0 0,6 2 0 16,-3-3-40-16,4 3-4 0,-1 0-1 16,0-3 0-16,0 3-92 0,0 0-19 0,0 0-3 0</inkml:trace>
  <inkml:trace contextRef="#ctx0" brushRef="#br0" timeOffset="25732.272">18252 12362 1501 0,'0'0'63'0,"0"0"-51"16,0 0 110-16,-3 5 22 0,3 3 4 0,0-2 0 15,-3 2-16-15,3-3-3 0,0 3-1 0,-3 2 0 16,3 1-51-16,0-3-10 15,0 2-3-15,-3 4 0 0,3-4-51 0,-3 4-13 0,3-4 0 0,-3 3 0 16,0 1 54-16,3 1 8 0,-3 1 2 0,0 3 0 31,3-3-72-31,-3 2-15 0,0-2-2 0,3 3-1 0,-3-1 26 0,0 3 0 0,3-2 0 0,0 2 0 16,-3 0 0-16,3 0 0 0,0-2 0 0,0-1 0 16,3 1 0-16,-3-1 0 0,0-2-9 0,3-2 9 15,-3 1-33-15,0-1-3 16,3-4 0-16,-3 3 0 0,0-5 6 0,3 0 1 0,-3 0 0 15,3-2 0-15,-3-1-56 0,0 0-11 0,3-2-3 0</inkml:trace>
  <inkml:trace contextRef="#ctx0" brushRef="#br0" timeOffset="26506.112">18463 10261 1622 0,'-3'-8'68'0,"0"-2"-54"31,0 2 93-31,3 0 18 0,-3 0 4 0,0 0 1 0,0 0-46 0,1 3-10 0,-4-1-2 0,3 1 0 16,0 0-21-16,3 5-5 0,0 0-1 0,-6-3 0 15,6 3-8-15,0 0-1 0,0 0-1 0,0 0 0 16,0 0-8-16,-6 3-2 15,6-3 0-15,-3 2 0 16,3-2 0-16,-6 6 0 0,3-1 0 0,0 3 0 0,0 0-9 0,0 0-3 0,3 5 0 0,-3 0 0 16,3 1-13-16,-3 4 11 0,3 3-11 0,0 0 10 15,0 1-10-15,0 1 0 0,0 1 0 0,0 0 8 16,3 0-8-16,-3 0 0 0,3-3 0 0,0 0 0 16,0 0 0-16,0 0 0 0,0-2 0 15,0-1 0-15,3 1 0 0,-3-1 0 0,0-2 0 0,0 3 0 16,3-3-16-16,-3-3 0 0,3 3 1 0,-4-3 0 15,1 0-20-15,0-2-4 0,3-1-1 0,-3 1 0 16,0-3-87-16,3-3-17 0,-3 1-4 0</inkml:trace>
  <inkml:trace contextRef="#ctx1" brushRef="#br0">22571 16844 0,'0'0'15,"-36"19"1,1 2 0,29-18-1</inkml:trace>
  <inkml:trace contextRef="#ctx0" brushRef="#br0" timeOffset="27566.112">18210 16577 1516 0,'-6'11'70'15,"6"-6"-62"-15,-3 0-8 0,0 3 0 0,3-2 0 16,-3 4 110-16,0 1 21 0,3-1 4 0,-3 4 1 0,3 1-51 0,-2 4-9 0,-1 2-3 0,3 3 0 16,-3 0 14-16,3 2 2 0,-3 3 1 0,3 0 0 15,0-2-43-15,0-1-9 0,3 1-2 16,-3-1 0-16,3-2-27 0,-3 3-9 0,3-4 0 0,-1 1 0 15,1 3 0-15,-3-6 0 0,0 3 0 16,3-1 0-16,-3-1 0 0,3-1 0 0,-3 0 0 0,3-3 0 16,-3 4 0-16,3-7 0 15,-3 4 0-15,0-3 0 0,3 0 0 16,-3-3 0-16,0-2 0 0,3-1 0 0,0 1 0 16,-3-3-16-16,6 0 2 0,-3-3 0 15,0-2-100-15,0-1-20 0,3 1-4 0</inkml:trace>
  <inkml:trace contextRef="#ctx0" brushRef="#br0" timeOffset="44573.305">18568 5811 2055 0,'0'-6'43'0,"0"1"9"0,0 5-41 0,0-5-11 0,0 5 0 0,0 0 0 16,0 0 81-16,0 0 15 0,2-3 2 0,-2 3 1 15,0 0-35-15,0 0-8 0,0 0 0 0,0 0-1 16,-2 5-32-16,2 3-7 0,0 0 0 0,-3 3-1 15,3 2-7-15,0 3-8 0,0 0 11 0,0 2-11 16,0 1 0-16,0-1 0 0,0 4 0 0,0-1 0 16,0-3 8-16,3 3-8 0,-3 1 0 0,0-1 0 15,0-3 0-15,0 1 0 0,0-3 0 0,0 2 0 16,-3-2 0-16,3 3 0 0,0-4 0 16,-3 1 0-16,3 0-23 0,0-3-5 15,0 3 0-15,0-2-1 0,0-4-91 16,0 1-19-16,3-1-3 0</inkml:trace>
  <inkml:trace contextRef="#ctx0" brushRef="#br0" timeOffset="44874.255">18809 6073 1579 0,'0'0'32'0,"-6"5"10"0,3 0-34 0,3-5-8 0,0 5 0 0,-3 1 0 16,3-6 53-16,0 5 9 0,0-5 2 0,0 8 0 16,0-8 17-16,0 5 4 0,0-5 1 0,0 0 0 15,3 6-3-15,-3-6-1 0,0 0 0 0,0 0 0 16,3 2 1-16,-3-2 0 0,6 0 0 0,-6 0 0 16,0 0-12-16,0 0-3 0,3 0 0 0,-3 0 0 15,6 0-32-15,-6 0-8 0,6-2 0 0,-4-1-1 16,1 0-19-16,-3 3-8 0,6-2 0 0,-3-1 8 15,-3 3-32 1,0 0-8-16,3-5 0 0,-3 5-1 0,3-6-193 0,0 1-38 0</inkml:trace>
  <inkml:trace contextRef="#ctx0" brushRef="#br0" timeOffset="51691.008">19815 5811 1824 0,'6'-8'38'0,"-3"2"8"0,0 1-37 0,0-3-9 0,0 3 0 0,-3 2 0 16,0-2 53-16,0 5 9 0,-3-3 2 0,3 3 0 15,-3-2 0-15,-3-1 0 0,-3 3 0 0,0 0 0 16,0 3 0-16,-6-3 0 0,3 2 0 0,-6 4 0 16,0-4-52-16,-2 4-12 0,-1-1 0 0,-3 3 0 15,0 2 0-15,0 1 0 0,0-1 0 0,4 4 0 16,2-1 0-16,0 0 0 0,3 0 0 0,0 1 0 15,6-1 0-15,3 0 0 0,0-2 0 0,3 2 0 16,6-3 0-16,0 1 0 0,3-3 0 0,3 0 0 16,3 3 0-16,3-4-16 0,3 1 3 0,-3 0 1 15,6 0 12-15,-1 0-11 0,1 0 11 0,3-3-10 16,-6 3 10-16,3 0 0 0,-3-2 0 0,-1 2 0 16,-5-3 0-16,3 0 0 0,-6 0 0 0,0 3 0 15,-3-2 12-15,0-1 4 0,-3 0 0 0,0 3 1 16,-3 0-17-16,-3 0 0 0,0-3 0 0,-3 3 0 0,0 0 0 15,-6 0 0-15,0 0 0 0,-3 0 0 16,0-3 0-16,-2 3 0 0,-4-2 0 0,0 2 0 0,0-3 0 16,0 0 0-16,-3 0 0 0,4 3 0 0,-1-2-16 15,3-4-6-15,0 1-2 0,3 0 0 16,0 2 39-16,3-5 7 0,1 0 2 0,2 0 0 16,0-3-71-16,3 1-13 0,3-4-4 0,-3 4 0 15,3-6-116-15,0 0-23 0</inkml:trace>
  <inkml:trace contextRef="#ctx0" brushRef="#br0" timeOffset="52128.366">20166 5887 2045 0,'0'0'58'0,"-3"-5"13"16,3 5-57-16,-3-5-14 0,3 5 0 0,-6-3 0 15,6 3 68-15,0 0 10 0,-6 0 2 0,0 0 1 16,0 3-42-16,0 2-9 0,0-2-2 0,0 5 0 16,0 0-15-16,-3 0-3 0,3 2-1 0,1 1 0 15,-1 2-9-15,0-3 0 0,3 4 0 0,-3-1 8 16,3 0-8-16,3 0 0 0,-3-2 0 0,3 5 0 16,0-6 0-16,3 1 0 0,0 0 0 0,3-1 0 15,0 1 0-15,0-1 0 0,2-2 0 0,1 0 0 16,0 0-9-16,3 0 9 0,0-3 0 0,0-2 0 15,0 0 0-15,0-1-8 0,0-2 8 0,0-2 0 0,0 2 0 0,0-6 12 16,-1 4-1-16,1-4-1 0,0 1-10 0,-3-3 0 16,3 3 0-16,-3-3 0 0,-3-3 53 0,3 4 9 0,-3-7 2 15,-3 4 0-15,0-4-52 0,0 1-12 0,-3 0 0 16,0-3 0-16,0 3 54 0,-3-3 8 16,-3 0 2-16,0 3 0 0,0-3-52 0,-3 3-12 15,0 0 0-15,0 2 0 0,-3 0 0 0,3 1 0 16,-3 5 0-16,3-1 0 0,-2 1 0 0,-1 0 0 15,3 2-9-15,-3 0 9 16,3 1-40-16,-3 2-3 0,3 0 0 0,3 0 0 16,6 0-181-16,0 0-37 0</inkml:trace>
  <inkml:trace contextRef="#ctx0" brushRef="#br0" timeOffset="52433.099">20693 5821 2066 0,'-6'-2'43'0,"6"2"10"15,0 0-42-15,0 0-11 0,0 0 0 0,0 0 0 16,0 0 104-16,0 0 20 0,0 0 3 0,0 0 1 16,-3 5-103-16,3 0-25 0,-3 3 0 0,3 3 0 15,0 2 0-15,0 0 0 0,0 3 0 0,0 0 0 16,0 2 0-16,0 1 0 0,0 2 0 0,-3 0 0 0,3-2 0 15,-3 2 0-15,3-3 0 0,-3 4 0 0,0-4 0 0,3 3 0 0,-3 0 0 0,0 3 0 32,0 0 0-32,0 0 0 0,0 0 0 0,-3 2 0 15,3-2 0-15,0-3 0 0,3 0 0 0,-3-2 0 16,0-3 0-16,0 0 0 0,3 0 0 0,-3-6 0 16,0 1-168-16,-3-3-40 0</inkml:trace>
  <inkml:trace contextRef="#ctx0" brushRef="#br0" timeOffset="52773.736">20761 5848 1824 0,'-12'-24'38'0,"9"16"8"0,0 0-37 0,0-3-9 0,3 3 0 0,0 1 0 16,0-1 133-16,3 2 25 0,3 1 5 0,0 0 1 15,0-1-80-15,3 1-15 0,3 2-3 0,-3 1-1 16,6-1-14-16,-3 1-3 0,3 2-1 0,0 2 0 16,-1 1-18-16,1-1-3 0,0 4-1 0,0-1 0 15,0 3-14-15,-3 0-3 0,0 0-8 0,0 2 12 16,-3 4-12-16,0-1 8 0,0 0-8 0,-1 3 0 16,-5-3 8-16,3 3-8 0,-3 3 0 0,-3-3 9 15,0-1-9-15,-3 1 8 0,0 0-8 0,0 0 8 16,-3-3-8-16,1-2 0 0,-4-1 0 0,0 1 8 15,-3 0-8-15,-3-3 0 0,0-1 0 0,0-1 8 0,-3-1-8 16,-3 0-11-16,4-2 3 0,-4 0 0 16,0-1-32-16,3-2-5 0,-3 0-2 0,0 0 0 15,3 0-176-15,-2-2-35 0</inkml:trace>
  <inkml:trace contextRef="#ctx0" brushRef="#br0" timeOffset="53813.674">18413 7102 2250 0,'3'-11'64'0,"0"1"14"16,3-1-62-16,-3 1-16 0,3 2 0 0,0 0 0 15,-1 0 79-15,1 0 13 0,3 2 2 0,-3 1 1 16,3 3-37-16,-3-1-7 0,3-2-2 0,0 5 0 15,0-3 3-15,0 0 1 0,0 3 0 0,0-2 0 16,0 2-42-16,0 2-11 0,0-2 0 0,-3 3 0 16,2 0-16-16,1-1-6 0,0 1-1 0,-3 0 0 15,3 2 23-15,-3 3 0 0,0-3 0 0,0 3 0 16,-3 0 14-16,0 3 7 0,0-1 2 0,-3 1 0 16,0 2-70-16,0 0-13 0,-3-2-4 0,0 2 0 0,-3 0 52 15,3-2 12-15,-3 2 0 0,0-2 0 16,0-1-54-16,0 3-8 0,0-2-2 0,-3 0 0 15,0-1 0-15,1-2 0 0,-1 3 0 0,0-1 0 0,0-2 42 0,0 0 8 0,-3 0 2 0,3 0 0 16,0-3 1-16,0 1 1 0,3 2 0 0,-3-6 0 16,3 3 10-16,0 1-8 0,3-4 8 0,3-2-8 15,0 0 8-15,-3 6 0 0,3-6 0 0,0 0 0 16,0 8 17-16,3-6-1 16,3 4 0-16,-3-4 0 0,3 4 8 0,0-4 0 0,0 1 1 0,0-1 0 15,3 1 6-15,0 2 1 0,0-2 0 0,0 0 0 16,0-1-4-16,0-2-1 0,0 3 0 0,0 0 0 15,2-1-8-15,-2-2-2 0,3 3 0 0,-3 0 0 16,3-3 15-16,0 2 2 0,0-2 1 0,0 3 0 16,0 0-35-16,0-3 0 0,3 2 0 0,-1 1 0 15,1-1-12-15,-3-2-10 0,3 3-2 0,0 2 0 16,0-5 24-16,0 3-9 0,-3 0 9 0,3-1 0 16,-4-2-127-16,1 0-18 0,3 0-4 0</inkml:trace>
  <inkml:trace contextRef="#ctx0" brushRef="#br0" timeOffset="53990.272">19044 7300 2310 0,'-15'0'48'0,"15"0"11"16,0 0-47-16,0 0-12 0,0 0 0 0,-6 0 0 0,6 0 104 0,0 0 20 0,0 0 3 0,0 0 1 15,0 0-52-15,0 0-9 0,0-5-3 0,-3 0 0 16,3 5-51-16,3-6-13 0,-3 1 0 0,3 0 0 31,0 0-100-31,0 2-22 0,0 0-5 0</inkml:trace>
  <inkml:trace contextRef="#ctx0" brushRef="#br0" timeOffset="54527.999">19722 7041 2066 0,'0'0'43'0,"0"0"10"0,0 0-42 16,0 0-11-16,-3-3 0 0,3 3 0 0,0 0 104 0,0 0 20 0,0 0 3 0,-5 0 1 15,5 0-103-15,-6 6-25 0,3-1 0 0,0 3 0 16,0 5 0-16,0 0 0 0,0 3 0 0,0 3 0 16,0-1 0-16,0 1 0 0,0-1 0 0,0 3 0 15,3 1 0-15,-3 1 0 0,0-1 0 0,3 1 0 16,-3 1 0-16,3-3 0 0,0 3 0 0,-3 3 0 15,3-3 0-15,0-1 0 0,-3 1 0 0,3-3 0 32,0 3-37-32,-3-5-7 0,0-1 0 0,3-2-1 0,-3 0-29 0,0-6-6 0,0 1 0 0,3-3-1 15,-3 0-87-15,3 0-16 0</inkml:trace>
  <inkml:trace contextRef="#ctx0" brushRef="#br0" timeOffset="54831.83">19782 6999 1811 0,'-3'-22'37'0,"0"15"11"0,3-1-39 0,3 2-9 16,-3 1 0-16,3-3 0 16,3 3 106-16,-3 0 19 0,3-3 4 0,3 5 1 0,-3-2-52 0,3 2-10 0,0 0-3 0,0 1 0 15,2-1-1-15,1 3 0 0,0 0 0 0,0 0 0 16,0 3-51-16,0-3-13 0,0 5 0 15,0-2 0-15,-3 2 0 0,0 0 0 16,3 3 0-16,-6 0 0 0,-1 0 0 0,-2 3 0 0,3-1 0 0,-6 1 0 16,0 2 0-16,0 0 0 0,-3 0 0 0,-3 1 0 15,-2 2 0-15,-1-3 0 0,-3 3 0 0,0 0 0 16,0-3 0-16,-3 0 0 0,0 0 0 0,0-2 0 16,3-1-26-16,-3-2-8 15,1 0-2-15,-1 0 0 0,3-2-28 16,0-1-5-16,0 0-2 0</inkml:trace>
  <inkml:trace contextRef="#ctx0" brushRef="#br0" timeOffset="55230.824">20237 7038 2290 0,'-6'0'48'0,"0"0"11"15,1 0-47-15,-1 0-12 0,0 3 0 0,0 0 0 16,0 2 44-16,0-2 6 0,0 2 2 0,0 3 0 16,0 0-34-16,3 2-6 0,-3 1-2 0,3 2 0 15,0 0-10-15,0 3 0 0,0-3 0 0,3 3 0 16,0 0 0-16,0 0 0 0,0 0 0 0,3 3 0 0,-3-6 0 16,3 3 0-16,3-1 0 0,-3-1 0 0,3-1-9 0,-3-2 9 0,3-1 0 0,0-2 0 15,0 0-9-15,0-3 9 0,0 1 0 0,0-1-9 16,0-2 9-16,2-3 0 0,1 0 0 0,0 0 0 15,0-3 12-15,0 0 2 0,0-2 0 0,0 0 0 16,0-1 40-16,0 1 8 0,0-3 2 0,-3 0 0 16,3 0 0-16,-3-2 0 0,3-1 0 0,-3 0 0 15,0-2-52-15,-1 0-12 0,-2 0 0 16,3-3 0-16,-6 0 0 0,3 0 0 16,0 0 0-16,-3-2 0 0,-3 2 0 0,0-3 0 15,0 4 0-15,-3 1 0 0,-2 1 0 0,2 0 0 0,-6 2 0 0,0 3 0 16,0 0 0-16,-3 3 0 0,0 0 0 0,-6 2 0 15,6 0-140 1,-2 1-30-16,-1 2-6 0</inkml:trace>
  <inkml:trace contextRef="#ctx0" brushRef="#br0" timeOffset="55860.518">20788 7086 2030 0,'0'0'57'0,"0"0"14"0,0-5-57 15,0 5-14-15,0-3 0 0,0-2 0 0,0 5 105 0,-3-6 19 0,3 1 3 0,-3 0 1 16,-3 2-48-16,3 1-10 0,-3-1-2 0,0-2 0 15,0 2-13-15,-3 3-3 0,0-3-1 0,-2 1 0 16,-1 2-28-16,0 0-6 0,0 0-1 0,-3 2 0 16,3 1-16-16,0 2 8 0,0-2-8 0,0 5 0 15,0-3 0-15,1 3 0 0,-1 0 0 0,3 0 0 16,0 3 0-16,0-1 0 0,3 1 0 0,3 2 0 16,0 0 0-16,3-2 0 0,0 2-12 0,3 0 12 15,3 0-10-15,0 1 10 0,3-1-10 0,0-2 10 16,3-1-8-16,-4 3 8 0,4-5 0 0,3 3-9 15,-3-3 9-15,3-3 0 0,0 3 0 0,-3-3 0 16,3 3 0-16,-3-2 0 0,0-1 0 0,-4 0 0 16,1 0 0-16,0 1 0 0,-3-1 0 0,0 0 0 15,-3 1 0-15,-3-6 0 0,-3 5 0 0,0 0 0 16,0 0 0-16,-3 3 0 0,-3-2 8 0,0 2-8 16,-2-3 0-16,-1 3 0 0,-3 0 0 0,0 0 8 0,0 0-8 15,0 0 0-15,0 0 0 0,-3-3 0 0,4 3 0 0,-1-3 0 16,0 0 0-16,0 1 0 0,0-4 0 0,0 4 0 0,3-4 0 15,0 1 0 1,0 0-152-16,3-3-32 0,-2 2-7 0</inkml:trace>
  <inkml:trace contextRef="#ctx0" brushRef="#br0" timeOffset="58556.331">21494 5869 1824 0,'0'0'38'0,"0"0"8"0,0 0-37 0,0 0-9 0,0 0 0 0,0 0 0 16,0 0 104-16,0 0 20 0,0 0 3 0,0 0 1 15,0 0-52-15,0 0-9 0,0 0-3 0,-3 5 0 16,3-5-51-16,0 0-13 0,0 0 0 0,-3 5 0 16,3-5 54-16,0 0 8 0,0 0 2 0,0 0 0 15,0 0-52-15,0 0-12 0,0 0 0 0,0 0 0 16,0 0 54-16,0 0 8 0,0 0 2 0,0 0 0 0,0 0-52 15,0 0-12-15,0 0 0 0,0 0 0 16,0-2 0-16,0-4 0 0,3 1 0 0,-3 0 0 0,0 0 0 16,3-1 0-16,-3 1 0 0,0 5 0 0,3-5 0 0,-3 5 0 0,0-3 0 15,0 3 0 1,0 0 0-16,0 0 0 0,0 0 0 0,0 0 0 16,5 3-202-16,-2 5-43 0,-3-3-9 0</inkml:trace>
  <inkml:trace contextRef="#ctx0" brushRef="#br0" timeOffset="58856.75">21544 6118 1337 0,'0'0'56'0,"0"0"-44"15,0 0 92-15,0 0 20 0,0 5 3 0,0-5 1 16,0 5-52-16,-3 0-9 0,3-5-3 0,0 8 0 15,-3 0 0-15,3-2 0 0,-3-1 0 0,0 3 0 16,3-3 0-16,-3 0 0 0,0 1 0 0,3 2 0 16,-3-6 0-16,0 4 0 0,3-6 0 0,-3 5 0 15,0 3-51-15,3-8-13 0,-3 2 0 0,3-2 0 16,0 0 54-16,0 0 8 0,-3 6 2 0,3-6 0 16,0 0-52-16,0 0-12 0,0 0 0 0,0 0 0 15,0 0 0-15,0 0 0 0,0 0 0 0,0 0 0 16,0 0 15-16,0-6 0 0,3-1 0 0,0 1 0 15,0 1-127-15,3 0-24 0,-3-1-6 0</inkml:trace>
  <inkml:trace contextRef="#ctx0" brushRef="#br0" timeOffset="63947.741">22413 5639 2039 0,'3'-11'42'0,"-3"3"11"16,3 0-42-16,-3 0-11 0,0 0 0 0,0 0 0 15,0 3 110-15,-3 0 20 0,0 2 4 0,0-5 1 16,-3 6-57-16,3-1-11 0,-3 0-3 0,0 3 0 16,-2 0-51-16,2 0-13 0,0 0 0 0,-3 6 0 15,3-1 0-15,0 3 0 0,-3 0 0 0,3 0 0 16,0 5-8-16,0 0-5 0,0 3-1 0,3 0 0 15,0 0 22-15,0 0 5 0,0 2 1 0,3 1 0 16,0 2-14-16,0 0 0 0,3 3 0 0,0 2 0 0,-3 1 0 16,3-3 0-16,-3 2 0 0,3-2 0 0,-3 0 0 15,0-1 0-15,3-4 0 0,-3 2 0 16,0-2-27-16,0-3-8 0,0-1-1 0,-3-1-1 16,0-4-16-16,3 3-3 0,-3-5-1 0,-3 3 0 15,3 0-98-15,0-4-19 0,-3 1-4 0</inkml:trace>
  <inkml:trace contextRef="#ctx0" brushRef="#br0" timeOffset="64136.726">22196 5829 2026 0,'0'0'57'0,"3"-5"14"0,3 2-57 0,-3 1-14 0,3-4 0 0,3 4 0 15,-3-1 62-15,6 0 10 0,-3-2 1 0,2 2 1 16,4 1-66-16,3-1-8 0,0 0-13 0,0 1 3 16,3-1 10-16,0 1 0 0,2-1 0 0</inkml:trace>
  <inkml:trace contextRef="#ctx0" brushRef="#br0" timeOffset="64379.446">22773 5760 1824 0,'0'0'38'0,"0"0"8"0,0 0-37 15,0 0-9-15,0 0 0 0,0 0 0 0,3-2 104 16,3-1 18-16,0 3 4 0,3-3 1 0,0 1-55 0,3 2-10 0,0-3-2 0,3 3-1 16,-3 0-43-16,3 0-8 0,0 0-8 0,-1 3 12 15,-2-3 41-15,6 0 9 0,-6 2 2 0,3-2 0 16,-3 3-52-16,3-3-12 0,-3 0 0 15,-3 3 0 1,3-3-48-16,-4 0-13 0,1 0-3 0,0 2 0 16,-3-2-64-16,0 3-14 0,0 0-2 0</inkml:trace>
  <inkml:trace contextRef="#ctx0" brushRef="#br0" timeOffset="64601.664">22791 5914 1337 0,'-6'2'56'16,"6"-2"-44"0,0 0 136-16,0 0 28 0,0 0 6 0,0 0 1 15,0 0-88-15,0 0-18 0,6 6-3 0,0-4-1 16,3-2-10-16,0 3-3 0,3-3 0 0,0-3 0 16,0 3-26-16,0-2-6 0,3 2 0 0,0-3-1 15,-1 0-15-15,1 1-2 0,3-1-1 0,-3 1 0 16,0-4-33-16,0 4-6 0,-3-4-2 0,3 1 0 15,-1 0-89-15,1 2-19 0,0-5-3 0</inkml:trace>
  <inkml:trace contextRef="#ctx0" brushRef="#br0" timeOffset="64991.506">23366 5705 1094 0,'0'0'46'0,"0"0"-37"15,0 0 95-15,0 0 20 0,0 0 3 0,0 0 1 16,0 0 0-16,0 0 0 0,0 0 0 0,0 0 0 16,0 0-52-16,0 0-9 0,-3-6-3 0,3 6 0 15,0 0 52-15,0 0 9 0,0 0 3 0,0 0 0 16,0 0-52-16,0 0-9 0,0 0-3 0,0 0 0 15,0 0-51-15,0 0-13 0,0 0 0 0,0 0 0 16,-6 6 0-16,6-6 0 0,-3 5 0 0,0 3 0 16,0 0 0-16,3 3 0 0,-3-4 0 0,3 7 0 15,-3-1 0-15,3 3 0 0,0 0 0 0,0 2 0 16,-3 1 0-16,3 2 0 0,0 0 0 0,-3 0 0 16,3-2 0-16,-3-1 0 0,3 1 0 0,-3-1 0 15,0-2 0-15,3 0 0 0,-3-3 0 0,0 1 0 16,0-4 0-16,0 1 0 0,0-3 0 0,-3 2 0 15,3-2 0-15,0-3 0 0,0 3 0 0,0 0 0 16,0-2-202-16,6-1-43 0</inkml:trace>
  <inkml:trace contextRef="#ctx0" brushRef="#br0" timeOffset="65881.581">21461 7155 1546 0,'0'0'65'0,"0"0"-52"32,0-6 131-32,0 1 27 0,0 0 5 0,0 2 0 15,0-2-48-15,3-3-9 0,-3 3-3 0,0-1 0 0,0 1-29 0,3-3-7 0,-3 3 0 0,0 0-1 16,0-3-27-16,3 2-6 0,-3-2-1 0,0 3 0 16,0 0-21-16,0-3-4 0,3 3 0 0,-3-1-1 15,0 1 1-15,0 2 1 0,0 3 0 0,0 0 0 16,0 0-21-16,0 0 0 0,0 0 0 0,0 0 0 31,0 0-47-31,0 0-13 0,0 0-4 0,0 0 0 16,3 6-51-16,-3 2-10 0,0 2-3 0</inkml:trace>
  <inkml:trace contextRef="#ctx0" brushRef="#br0" timeOffset="66243.164">21464 7419 2066 0,'0'0'43'0,"0"0"10"15,0 0-42-15,0 0-11 0,0 0 0 0,0 0 0 16,0 0 104-16,-3 8 20 0,0-2 3 0,0-1 1 15,0 0-103-15,3 0-25 0,-3 3 0 0,0-2 0 16,3 2 56-16,0-3 7 0,-3 3 1 0,3 0 0 16,0 0-52-16,-3 0-12 0,3-3 0 0,0 3 0 0,-3-3 54 15,3 1 8-15,0-6 2 0,0 5 0 16,0-5-52-16,0 0-12 0,0 0 0 0,0 0 0 16,0 0 54-16,0 0 8 0,0 0 2 0,0 0 0 15,0 0-52-15,0 0-12 0,0 0 0 0,0 0 0 16,0 0 0-16,0 0 0 0,0 0 0 0,0 0 0 15,3-5-48-15,3-1-13 0,-3-2-3 0,3 0 0 16,-3 3-153-16,3 0-31 0</inkml:trace>
  <inkml:trace contextRef="#ctx0" brushRef="#br0" timeOffset="68924.627">22419 6943 2206 0,'-3'-8'63'0,"0"0"13"16,-3 3-61-16,3 0-15 0,-3-1 0 0,0 1 0 16,1 0 68-16,-1 2 10 0,0-2 2 0,-3 2 1 15,3 1-13-15,0 2-4 0,-3 0 0 0,3 2 0 16,0 1-51-16,-3-1-13 0,3 4 0 0,0 2 0 16,-3 0 0-16,3 2 0 0,0 3 0 0,3 3 0 15,0 3 0-15,-3 2 0 0,3 3 0 0,0 0 0 16,0 5 0-16,3-3 0 0,0 3 0 0,0 3 0 15,0-5 0-15,0-1 0 0,0 3 0 0,0-2 0 0,0-1 0 0,-3-2 0 16,0 2 0-16,0-2 0 0,1 3 0 0,-1-4 0 0,0 4 0 16,0-1 0-16,0-5 0 0,0 1 0 0,0-1 0 15,0-3 0 1,-3-2-151-16,3 0-33 0,0-5-6 0</inkml:trace>
  <inkml:trace contextRef="#ctx0" brushRef="#br0" timeOffset="69123.622">22190 7284 2310 0,'-3'-5'48'0,"3"2"11"0,0-2-47 15,0 5-12-15,0-2 0 0,3-4 0 0,-3 1 61 0,3 2 11 0,3 1 1 0,-3-1 1 16,3 0-16-16,0-2-3 0,0 2-1 0,3 1 0 15,0-1-43-15,0 1-11 0,3-1 0 0,2 0 0 16,4-2-100-16,0 2-23 0,3-2-4 0</inkml:trace>
  <inkml:trace contextRef="#ctx0" brushRef="#br0" timeOffset="69451.728">22693 7239 1580 0,'0'0'67'0,"0"0"-54"15,0 0 111-15,0 0 21 0,0 0 5 0,6 0 1 16,0 0-88-16,0 3-18 0,3-3-3 0,0 0-1 15,3 0 19-15,0 0 3 0,0 0 1 0,2 0 0 16,1 0 0-16,0 0 0 0,3 0 0 0,0 3 0 16,0-3-52-16,-3 0-12 0,3 0 0 0,-1 2 0 15,-2-2 0-15,0 0 0 0,0 0 0 0,-3 3 0 16,0-3 0-16,-3 0-16 0,0 3 3 0,0-1 1 16,-3 1-32-16,0-3-5 0,2 3-2 0,-2-1 0 31,-3 1-130-31,-3-3-27 0,3 3-4 0</inkml:trace>
  <inkml:trace contextRef="#ctx0" brushRef="#br0" timeOffset="69710.144">22684 7464 2032 0,'0'0'42'0,"0"0"10"15,0 0-41-15,0 0-11 0,0 0 0 0,0 0 0 16,0 0 60-16,0 0 11 0,0 0 1 0,6 0 1 0,0-2-7 0,0 2-2 0,3-3 0 0,-3 0 0 16,3 1 0-16,0-1 0 0,0 0 0 0,0 1 0 15,3 2-53-15,-1-3-11 0,4 1 0 0,-3-1 0 32,6 0 0-32,-3 1 0 0,0-1 0 0,3 0 0 15,-3 1 0-15,2-1-15 0,1 0 3 0,0 1 0 16,-3-1-135-16,3 0-26 0,-3 1-6 0</inkml:trace>
  <inkml:trace contextRef="#ctx0" brushRef="#br0" timeOffset="70339.711">23375 7247 2154 0,'0'0'61'0,"0"0"13"16,0 0-59-16,0 0-15 0,0 0 0 0,0 0 0 16,-6 0 69-16,6 0 11 0,-6 0 3 0,0 0 0 15,0 0-39-15,-3 3-7 0,3 0-1 0,-3-1-1 16,3 4-23-16,0 2-12 0,-3-3 12 0,3 0-12 0,0 3 0 15,0 0 0-15,0 3 0 0,1-1 0 0,2-2 35 0,0 5 0 0,3-2 0 0,-3 0 0 16,6 2-79 0,-3 0-16-16,3 0-4 0,2 0 0 0,1 1 64 0,0-4 24 0,3 1 0 0,0-1-1 15,0 1-23-15,0-3 0 0,3 0 0 0,0-3 0 16,0 0 0 0,0-2-8-16,0 0 8 0,0-3 0 0,-1 0 0 15,-2-3 0-15,6 0 0 0,-6 1 0 0,6-3 0 0,-3-3 16 0,0 0-3 0,-3 0 0 16,3-3 16-16,-3 1 3 0,3 2 1 0,-3-6 0 15,-4 4-2-15,4-1-1 0,-3 1 0 0,0-4 0 16,-3 1 6-16,3 3 2 0,-3-4 0 0,-3 4 0 16,0-3-6-16,0-1 0 0,-3 1-1 0,0 2 0 15,0-2-7-15,-3 0-2 0,0 2 0 0,-3-2 0 16,1 0-8-16,-1 2-2 0,0-2 0 0,0 3 0 16,-3-1-12-16,3 3 0 0,0 0 8 0,-3 0-8 15,0 3-8-15,0 0-5 0,3-1-1 0,-6 4 0 16,4-1-78-16,-4 3-16 0,-3 0-4 0</inkml:trace>
  <inkml:trace contextRef="#ctx0" brushRef="#br0" timeOffset="83907.054">23565 6112 1824 0,'0'0'38'0,"0"0"8"0,0 0-37 0,0 0-9 0,0 0 0 0,0 0 0 16,0 0 52-16,0 0 9 0,0 0 2 0,0 0 0 16,0 0-50-16,6 6-13 0,-3-4 0 0,3 1 0 15,-3 2 56-15,3 0 7 0,-3 3 1 0,0 0 0 16,0 3-52-16,3 2-12 0,-3 0 0 0,0 1 0 15,0 1 0-15,0 1 0 0,0 0 0 0,0 0 0 16,3 0 0-16,-3-3 0 0,3 0 0 0,0 1 0 16,0-4 0-16,0-2 0 0,2 0 0 0,-2-3 0 15,3 1 0-15,0-4 0 0,0 1-10 0,0-3 10 16,3 0 0-16,-3-5 0 0,3 2 0 0,3-2 0 16,0-3 16-16,-3-3 1 0,2-2 1 0,1 0 0 15,0-6 10-15,3-2 1 0,0-3 1 0,3-2 0 16,3-1-17-16,2 1-3 0,1-1-1 0,3-2 0 0,0 0-9 15,-1 0 0-15,1-3 0 0,3 3 0 0,-6 0 10 0,0 3 0 16,-1-1 0-16,-2-2 0 0,0 5-10 0,-3 3 0 0,0 0 0 16,-1 2 0-1,-5 4-49-15,0 4-12 0,-3 0-3 0,0 3 0 16,-6 1-64-16,0 4-14 0,0 0-2 0</inkml:trace>
  <inkml:trace contextRef="#ctx0" brushRef="#br0" timeOffset="84290.823">23919 6128 1824 0,'0'0'76'0,"0"0"-60"15,0 0 18-15,0 0 4 0,0 0 1 0,0 0 0 16,6 8-3-16,-3-3 0 0,3 1 0 0,-3-1 0 15,3 3-12-15,3 0-4 0,-3 0 0 0,3 2 0 16,0 1 11-16,3 0 1 0,-3 4 1 0,3-1 0 16,0-1-47-16,0 0-10 0,-3 0-1 0,2-2-1 15,-2-1 42-15,3 1 8 0,-3-3 1 0,0 0 1 16,3-5-26-16,-3 2-12 0,0-2 0 0,0-3 1 16,3 0 48-16,-3-3 10 0,6-2 1 0,-4 2 1 15,1-5-18-15,3 0-4 0,-3-3-1 0,3 1 0 0,0-3 10 16,3-3 1-16,3-3 1 0,2 1 0 0,-2-3-10 15,6 2-1-15,0 1-1 0,3-4 0 16,-4 1-34-16,7-3-8 0,0-2 0 0,0-1-1 0,-4-2 27 0,4 0 6 16,-3 0 0-16,6-3 1 0,-1 3-17 15,7 3 0-15,0-3 0 0,5 2 0 16,-5 6-61-16,3 0-16 0,-1 2-3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2:37:04.4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15775 11235 1758 0,'-8'-3'82'0,"8"3"-73"0,0 0-9 0,-6 3 0 0,6-3 0 16,-6 3 66-16,3-1 11 0,-3 3 3 0,3 3 0 16,0 3-52-16,-3 0-9 0,3 2-3 0,0 3 0 15,0 2-24-15,-3 3-6 0,3 1-1 0,-3 4 0 16,0 3 15-16,3 0 15 0,-3 6-3 0,3-1-1 16,-3 0-44-16,3 1-9 0,0-3-2 0,0 2 0 15,0-5 12-15,3 0 3 0,0-2 0 0,3-4 0 16,-3-1 29-16,3-1-9 0,0 0 9 0,3-3 0 15,-3 1-16-15,3-3 3 0,0 0 0 0,3 0 0 16,0-3 13-16,-3 0-9 0,3-2 9 0,3-3-8 16,0 2 0-16,-1-2 0 0,4-3 0 0,0 1 0 15,3-4-25-15,3 4-5 16,3-4-1-16,3-2 0 0,2 0 47 0,4-2 8 0,0-1 3 0,3-2 0 16,-7-1-31-16,1 1-5 0,0 0-2 0,-3-3 0 0,2 0 19 15,1 0 0-15,0 0 0 0,3-2 0 16,-4 2 0-16,1 0 8 0,3 0-8 0,-3 0 12 0,-1 2-12 15,-2-1 0-15,0 4 8 0,-3-2-8 0,-3-1 0 0,-3 4-12 16,-4-1 3-16,-2 0 0 0,0 1 9 16,0 2 0-16,-3 0 0 0,-3-3 0 15,3 3 0-15,-3 0 0 0,-3 3 0 0,3-3 0 16,-6 0 0-16,3 0 0 0,-3 0 0 0,0 0 0 0,0 0 0 0,0 0 0 0,6 2 0 16,-6-2 0-16,0 0 49 0,0 0 12 0,3-5 3 0,0 0 0 15,0-1 0-15,-3 1 0 0,0 0 0 0,3-6 0 16,-6 1 0-16,3-3 0 0,0-1 0 0,0-4 0 15,0-1 0-15,-3-2 0 0,3-3 0 0,0 0 0 16,0-5-52-16,0-2-12 0,0-4 0 0,-3 3 0 16,3-2 0-16,-3 5 0 0,3-3 0 0,-3 3 0 15,0 0 37-15,0 0 5 0,-3 2 1 0,0-2 0 16,0 3-19-16,0-1-4 0,0 1-1 0,-3-1 0 16,3 4-19-16,-6-1 0 0,3 3 8 0,-3 2-8 15,-2 1 24-15,-7 2 2 0,0 0 0 0,-6 3 0 16,0-1-14-16,-2 6-4 0,-4 3 0 0,0 0 0 15,0 0 18-15,4 5 3 0,-1 0 1 0,-3 2 0 16,3 1-43-16,1 2-9 0,-1-2-2 0,-3 2 0 16,0 3 12-16,1 3 3 0,-1-3 0 0,0 5 0 15,3 0-18-15,3 0-3 0,1 3-1 0,5 0 0 16,0 0-26-16,6 0-6 0,0 0-1 0,3 0 0 16,3-3-92-16,3 0-20 0,1 0-3 0</inkml:trace>
  <inkml:trace contextRef="#ctx0" brushRef="#br0" timeOffset="989.008">15752 12867 2229 0,'-9'0'46'0,"0"3"12"0,3 2-46 0,0-2-12 0,0 0 0 0,0-1 0 31,3 4 42-31,-3-4 6 0,3 4 2 0,-3 2 0 0,0-1-24 0,0 1-5 0,-3 3-1 0,0 0 0 16,0 4-7-16,0 1-1 0,1 3-1 0,-4-1 0 15,0 9-11-15,0-1 0 0,-3 3 9 0,0 3-9 16,3 3 0-16,-3-1 0 16,3 0 0-16,0 3 8 0,1-5-16 0,2 3-4 0,0-6 0 15,0 2 0-15,0-1-4 0,3-1-2 0,-3 0 0 0,6 0 0 16,0-3-13-16,0 1-2 15,3-1-1-15,0 1 0 0,0-6 44 0,6 0 9 0,-3-2 1 0,6-4 1 16,0-1-21-16,0-1-15 0,3-3 3 16,3 1 0-16,-1-6-13 15,4 1-3-15,3-1 0 0,0-2 0 0,3-1-13 0,3-2-3 16,-4 0-1-16,4-2 0 0,-3-1 18 0,3-2 4 0,-3 2 1 0,5-2 0 16,-2-3-16-16,6 0-3 0,0 0-1 15,2-3 0-15,1 1 4 0,0-1 1 0,-1 1 0 0,1-4 0 16,-6 4 20-16,0-1 4 0,-3 1 1 0,-4 2 0 15,1 0-3-15,0 0 0 0,0 2 0 0,0 4 0 16,-4-4-32-16,4 6-6 0,-6-2-2 0,3 2 0 16,-3 2-21-16,-3-2-5 0,0 3-1 0,-4 2 0 15,1-2-34 1,-3 2-8-16,-3 1 0 0,3-1-1 0,-3 3 79 0,0-3 16 0,0 0 3 16,0 1 1-16,-3 2 36 0,3-3 7 0,-3-2 2 0,0 2 0 15,0-5 56-15,0 3 11 0,0-3 2 0,3 0 1 16,-6 0 23-16,3-3 4 0,0 3 0 0,0-5 1 15,0-1-25-15,0 1-4 0,0-3-2 0,0 0 0 0,-3-2-36 0,3-1-7 0,0 0-2 16,-3-2 0-16,0-3 52 16,3 3 11-16,-3-3 1 0,0-2 1 15,0-1-38-15,0-2-7 0,0 0-1 0,0 0-1 0,0-6-26 0,-3 3-5 16,3-5 0-16,-3 0-1 0,0 0 3 16,0-3 1-16,-3-2 0 0,3 2 0 0,-3 0-6 0,-3 1-1 0,0 2 0 15,-3-1 0-15,0 4 2 0,-3 2 0 0,0 0 0 0,-3 3 0 16,1 0-4-16,-4 3-1 0,0-4 0 0,-3 6 0 15,0-2-6-15,3 5-2 0,-2-3 0 0,2 3 0 16,0 2-13-16,0 3 11 0,0 0-11 0,-3 6 10 16,1-1-10-16,-4 3 0 0,0 3-10 0,-3-1 10 15,4 6-23-15,-1 0 2 0,0 3 0 0,0-1 0 16,3 1-31-16,7 2-5 0,-4 0-2 0</inkml:trace>
  <inkml:trace contextRef="#ctx0" brushRef="#br0" timeOffset="3650.565">15707 16524 1607 0,'0'0'68'0,"0"0"-55"16,0 0 78-16,0 0 15 15,0 0 3-15,0 0 1 0,-3 6-45 0,0-1-9 0,3 0-1 0,-3 3-1 16,0 0-26-16,3 0-6 0,-3 3-1 0,3 2 0 16,-3-3-21-16,0 6 0 0,0-3 0 0,0 9 0 15,0-1 0-15,0 5 0 0,-3 6 0 0,0 0 0 16,0 5 16-16,0 2 0 0,0 4-1 0,-2-1 0 15,2-2-15-15,-3-3-15 0,0-3 3 0,0 6 1 16,3-3 0-16,0 3 0 0,0-1 0 0,0-2 0 16,3 0 11-16,0-5 0 0,0 0 0 0,3-6 0 15,0-4 0-15,0-1-8 0,0-5 8 0,3-3 0 16,0 0-8-16,0-5 8 0,3 0-8 0,0-3 8 16,0 1-11-16,3-4 11 0,3 1-13 0,-3 0 5 15,6-3 8-15,-4-3-10 0,4 3 10 0,3-3-10 16,-3 1 10-16,0-1 0 0,3-2 0 0,-3 2-8 15,3-2 8-15,2-1 0 0,-2 1 0 0,6 0 0 16,-3 2 0-16,3-5 0 0,0 3 0 0,2 0 0 0,4-1 0 16,-3-2 0-16,0 3 0 0,-1-3 0 15,1 3-9-15,-3 2 0 0,0-2 0 0,0 2 0 16,-1 1-15-16,1 2-2 0,3 0-1 0,-3 0 0 16,3 0 27-16,-1-3 0 0,4 3 9 0,-3-3-9 15,0 1 0-15,0-4 0 0,-1 4 0 0,1-3 0 0,-6 2 0 0,0-2 0 16,0 2 0-16,-3 0 0 0,-4-2 0 0,1 2-9 0,3-2 9 15,-3 2 0-15,0-2 0 0,0 2 0 0,-3-2 0 0,3 0 0 16,-3 0 0-16,-1 2 0 0,-2-2 0 0,3-1 0 16,-3 1 0-16,0 0 9 0,0-1 0 0,-3 4 0 15,3-3 0-15,-3 2 0 0,0-2 0 0,-3-1 0 16,3 4 30-16,-3-4 5 0,0 4 2 0,-3-4 0 16,3 1-46-16,-3-3-10 0,3 0-2 0,-3 3 0 15,0-3 24-15,0 0 5 0,0-2 1 0,0 2 0 16,-3-3-2-16,0 0 0 0,0-2 0 0,0 0 0 15,0 2 6-15,0-2 1 0,0 0 0 0,-3 0 0 16,0-1 0-16,0 1 0 0,0-3 0 0,0-2 0 16,-3-1-8-16,3-2-2 0,-3-3 0 0,3-2 0 15,-3 2-24-15,0-2-5 0,1-1 0 0,-1 1-1 16,3 2 65-16,-3 3 12 0,3 0 4 0,-3-1 0 16,3 4-75-16,-3 2-14 0,3-3-3 0,-3 4-1 15,3-1 29-15,0 2 16 0,-3-1-1 0,3-1-1 16,0 2-6-16,0-1 0 0,0 1-8 0,0-2 12 15,0 3-2-15,1 3-1 0,-1-4 0 0,-1447 4 0 16,2891-1 6-16,-1447-2 1 0,0 5 0 0,0-2 0 16,-3 2-2-16,0 2 0 0,3-2 0 0,-6 0 0 15,3 3-4-15,-2 0-1 0,-1 0 0 0,0-1 0 16,0 1-9-16,0 2 0 0,0-2 9 0,0 2-9 0,0 1 0 16,0-1 8-16,1 0-8 0,-1-2 0 0,0 5 0 0,3-2 8 0,-3-1-8 15,3 3 0-15,0-3 18 0,0 3-1 16,0-2 0-16,0 2 0 0,4-3-27 0,-7 3-6 15,3 0 0-15,0 0-1 0,0 0 17 0,-3 0 0 0,0 0 0 0,0 0 0 16,-3 0 0-16,1 0 0 0,2 0 0 0,-3 0 9 16,0 3-9-1,3-1 0-15,-3-2 0 0,0 3 0 0,3 0 0 0,1-1 0 0,2-2 0 16,-3 3 0-16,0 2 0 0,3-2 0 0,0-1 0 0,0 1 0 16,3 2-14-16,0-2-5 0,0 0-1 0,3 2 0 15,1-2-20 1,-1-1-5-16,0-2-1 0,6 0 0 0,0 0-126 0,0 0-26 0,0 0-5 15</inkml:trace>
  <inkml:trace contextRef="#ctx0" brushRef="#br0" timeOffset="8827.509">16639 11341 851 0,'-3'2'36'0,"3"-2"-36"16,0 0 115-16,0 0 16 0,0 0 3 0,0 0 1 16,0 0-63-16,0 0-12 0,0 0-2 0,0 0-1 15,0 0-1-15,0 6-1 0,3-1 0 0,3-2 0 16,0 2-3-16,3-2-1 0,-1 2 0 0,4-2 0 15,3-1-2-15,3 1 0 0,0 2 0 0,6-2 0 16,0 2-15-16,2 0-3 0,4-2-1 0,3 2 0 16,-3-2-17-16,2 0-3 0,1-1-1 0,9 1 0 15,-4-3-9-15,10 2 0 0,3 1 0 0,2-3 8 16,-2 0-8-16,2 0 0 0,1 0 9 0,3-3-9 16,-1 3 0-16,4 0 8 0,2 0-8 0,1-2 0 15,-7 2 0-15,1-3 0 0,-7 1 0 0,7-1 8 16,-9 0-8-16,-4 1 0 0,1-1 0 0,0 3 8 15,-10-3-16-15,-5 1-4 0,0-1 0 0,-6 0 0 16,-1 1-7-16,-5 2-1 0,0-3-1 0,-3 0 0 16,0 1-120-16,-6 2-24 15,0-3-5-15</inkml:trace>
  <inkml:trace contextRef="#ctx0" brushRef="#br0" timeOffset="9336.273">18136 11293 1534 0,'-6'-5'44'0,"0"-3"8"0,0 3-41 0,0-1-11 0,0 1 0 0,0 0 0 16,0-1 70-16,0 1 12 0,0 0 2 0,0 2 1 16,-3 1-22-16,3-1-5 0,4 0-1 0,-4 1 0 15,0 2-9-15,6 0-3 0,0 0 0 0,-6-3 0 16,6 3-17-16,0 0-3 0,0 0-1 0,0 0 0 16,0 0 0-16,0 0-1 0,0 0 0 0,0 5 0 15,0-5 0-15,0 6 0 0,3 1 0 0,3-1 0 16,0-1-7-16,2 3-2 0,-2-3 0 0,3 1 0 15,0-1-14-15,0 3-13 0,0-3 2 0,0 0 1 16,0 1 19-16,0 2 4 0,0-3 1 0,0 3 0 16,0-3-22-16,0 3-5 0,-3 0-1 0,0-3 0 15,0 3 23-15,-1 0 5 0,-2-2 1 0,0-1 0 16,0 3-24-16,0 0-5 0,-3-3-1 0,3 3 0 0,-3 0 30 16,-3 0 5-16,3 0 2 0,-3 2 0 0,0-2-35 15,-3 0-7-15,3 0-2 0,-2 0 0 0,-1 0 36 16,-3 0 7-16,3 0 2 0,-3 2 0 0,0-2-23 0,-3 0 0 0,3 0 0 15,-3 0 8-15,3 0-8 0,-3 0 0 0,3-3-8 16,0 1 8-16,0 2-24 0,1-6 0 0,2 4 0 0,-3-1 0 31,3 0-29-31,3-2-6 0,-3-1-1 0</inkml:trace>
  <inkml:trace contextRef="#ctx0" brushRef="#br0" timeOffset="14343.724">16600 13328 1500 0,'0'0'70'0,"0"0"-62"0,0 0-8 0,0 0 0 0,0 0 0 16,6 3 68-16,-3-1 13 0,3 1 3 0,0-3 0 15,0 2-28-15,0-2-6 0,3 0-1 0,0 0 0 16,2 0-13-16,4 0-2 0,0 0-1 0,0 0 0 16,6 0-5-16,0 0-2 0,3-2 0 0,2-1 0 15,1 3-6-15,0-2-2 0,0-1 0 0,3 0 0 0,-1 1-18 16,4-1 8-16,0 3-8 0,3-3 0 16,-1-2 0-16,10 2 0 0,0-2 0 0,-1 0 0 0,-2-1 8 0,0 4-8 15,-4-3 0-15,1 2 0 0,3-2 0 0,-1-1 0 0,4 4 0 16,0-4 0-16,-4 1 0 0,-2 0 0 15,0 2-10-15,-1-2 10 16,1 2-55-16,-6-2-3 0,0 2-1 0,-1-2 0 16,1 0 14-16,0 2 2 0,-3-2 1 0,2 2 0 15,-2-2-58-15,0 2-11 0,0-2-2 0</inkml:trace>
  <inkml:trace contextRef="#ctx0" brushRef="#br0" timeOffset="14840.599">18201 12947 1466 0,'-6'-3'41'0,"-2"1"11"16,2 2-42-16,0-3-10 0,-3 0 0 0,3 3 0 0,-3-2 81 0,0 2 15 0,0 0 2 0,0 0 1 16,3 0-9-16,-3 0-2 0,0 0 0 0,0 2 0 15,3 1-22-15,-3 0-5 0,3-1-1 0,0 1 0 16,3 2-14-16,1-2-3 0,-1 2-1 0,-3 0 0 15,6 1-7-15,0 2-2 0,0-3 0 0,3 3 0 16,0 0-16-16,0 0-3 0,2 0-1 16,1 0 0-16,0 0-4 15,3 2-1-15,-3-2 0 0,3 3 0 0,0-3-8 0,0 2 0 16,-3 1 0-16,3 2 0 0,-3-5 0 0,3 3 8 0,-3-1-8 0,0 1 8 16,-3-3-8-16,3 2 0 0,-3-2 0 0,-3 3-11 15,3-1 11-15,-3 1 9 0,0-3-1 0,0 2-8 16,-3 1 0-16,0 0 0 0,0-1 0 0,-3 1 0 15,-3-1 0-15,0 1 0 0,-3-1 0 0,0 1-12 16,-3 2-1-16,0-5 0 0,-3 3 0 0,1-1 0 16,-1 1-28-16,0 0-6 0,3-1-1 15,-3-2 0-15,3 3-88 0,0-1-17 0,-3-2-4 16</inkml:trace>
  <inkml:trace contextRef="#ctx0" brushRef="#br0" timeOffset="15817.3">16719 16884 1482 0,'3'-5'42'0,"-3"2"9"0,3-2-41 0,0 0-10 0,0-1 0 0,0 1 0 16,3 0 53-16,-3 2 9 0,3-2 2 0,3 2 0 15,-3 0-10-15,3 1-2 0,3-3 0 0,-4 2 0 16,4 3-12-16,3-3-2 0,-3 1-1 0,6 2 0 16,-3 2-9-16,3 1-3 0,0-3 0 0,2 3 0 15,-2-1-10-15,3 3-3 0,3-2 0 0,3 2 0 16,0-2-12-16,2 0 0 0,4-1 8 0,0 1-8 16,0 0 0-16,2-1 0 0,1 1 8 0,0 0-8 15,-4-1 0-15,4-2 0 0,-3 3 8 0,3-3-8 16,-1 0 0-16,4 0 0 0,0-3 0 0,-1-2 0 15,-2 0 0-15,0-1-12 0,0 1 3 0,-7-3 0 16,1 0-25-16,-3 0-5 0,0-2-1 0,-1-1 0 16,-2-2-122-16,3-3-25 0</inkml:trace>
  <inkml:trace contextRef="#ctx0" brushRef="#br0" timeOffset="16473.125">17788 16500 1257 0,'0'0'58'0,"0"0"-58"15,0 0 0-15,0 0 0 0,0 0 0 0,0 8 75 0,0-8 8 0,-3 6 1 0,3-6 1 16,0 8-17-16,0-8-3 0,0 0-1 0,3 5 0 16,0 0-5-16,-3-5-2 0,3 8 0 0,0-3 0 15,0 1-40-15,0-1-8 0,2-2-1 0,-2 2-8 16,3 0 58-16,0 1 5 0,-3-4 1 0,3 3 0 15,0 1-52-15,0-1-12 0,-3 0 0 0,3 1 0 16,0-1 0-16,-3 3 0 0,0-3 0 0,0 0 0 16,3 1 0-16,-3 2 0 0,0 0 0 0,-3 0 0 15,0-1 54-15,0 4 8 0,0 2 2 16,-3 1 0-16,0 1-52 0,0 1-12 0,0 3 0 16,-3-1 0-16,0 1 0 0,0 2 0 0,0 0 0 0,-3-2 0 15,3 2 0-15,-3-5 0 0,3 2 0 0,0-2 0 16,1-3 0-16,-1-2 0 0,3 2 0 0,-3-5 0 15,3 3-11-15,0-3-5 0,-3 0 0 0,3-3-1 16,0 0 17-16,0 0 0 0,3-5 0 0,0 0 0 16,0 0 10-16,0 0 6 0,0 0 0 0,0 0 1 15,0 0-65-15,0 0-12 0,0 0-4 0,0 0 0 16,0 0-128-16,0 0-27 0</inkml:trace>
  <inkml:trace contextRef="#ctx0" brushRef="#br0" timeOffset="29337.972">19341 4212 1592 0,'0'0'67'0,"0"0"-54"32,0 0 102-32,0 0 20 0,0 0 4 0,0 0 1 15,0 0-56-15,-6 0-10 0,1 0-2 0,-1 3-1 0,-3 2-33 0,0 3-6 0,0 3-2 0,-3-1 0 16,3 1-11-16,-6 5-3 0,3 0 0 0,-3 5 0 16,-3-8-16-16,1 11 0 0,-1-8 0 0,0 8-9 15,-3-6 58-15,3 3 12 0,-3-2 3 0,0 2 0 31,4 0-76-31,-1 0-14 0,0 3-3 0,-3 0-1 0,3-5 48 0,3 2 10 0,-3 3 1 16,1-9 1-16,2 7-75 16,0-9-15-16,-3 0-4 0,3 0 0 15,3-2-102-15,0-3-21 0,0-3-4 0</inkml:trace>
  <inkml:trace contextRef="#ctx0" brushRef="#br0" timeOffset="29574.061">18898 4363 2066 0,'-6'-13'43'0,"3"-3"10"16,3 6-42-16,-3-1-11 0,3 3 0 0,0 0 0 16,0 3 104-16,0 0 20 0,0 5 3 0,3-6 1 15,-3 6-51-15,3 0-9 0,6 0-3 0,-3 0 0 16,0 6-53-16,3-4-12 0,0 3 0 0,0 6 0 16,0-3 52-16,2 3 9 0,1 2 3 0,0 0 0 15,0 3-52-15,3 0-12 0,0 0 0 0,3 2 0 16,-3-2-12-16,3 5-6 0,-1-8-1 0,4 11 0 15,-3-5 31-15,0 2 5 0,3 5 2 0,-3-4 0 16,-3 4-43-16,2-5-9 0,-2 3-2 0,-3-3 0 16,3 0-32-16,-3-2-6 0,3-3-2 0</inkml:trace>
  <inkml:trace contextRef="#ctx0" brushRef="#br0" timeOffset="29839.501">19532 4681 2747 0,'0'0'78'0,"0"0"17"0,0 0-76 0,0 0-19 0,0 0 0 0,0 0 0 15,0 0 55-15,0 0 7 0,0 0 2 0,-3 5 0 16,3-5-52-16,-3 11-12 0,0-6 0 0,3 0 0 16,0 3 0-16,0 0 0 0,0 3 0 0,0-6 0 15,3 6 0-15,-3-3 0 0,0 5 0 0,3-8 0 16,-3 6 0-16,0 2 0 0,0-3 0 0,3 1 0 15,-6-3 0-15,3 3 0 0,0-1 0 0,0 1 0 16,-3 2 0-16,3-8 0 0,-3 3 0 0,0 3 0 16,3-3-48-16,-3 0-13 15,0 0-3-15,3-3 0 0,0-5-51 0,0 0-10 0,0 0-3 0</inkml:trace>
  <inkml:trace contextRef="#ctx0" brushRef="#br0" timeOffset="30017.509">19532 4445 1824 0,'-6'-5'76'15,"3"2"-60"1,-3-2 140-16,3 2 29 0,0-2 6 0,3 5 1 0,-3-3-154 0,3 3-30 0,0 0-8 0,0 0 0 16,0 0 0-16,0 0 0 0,0 0 0 0,0 0 0 31,0 0-101-31,0 0-22 0,0 0-4 0</inkml:trace>
  <inkml:trace contextRef="#ctx0" brushRef="#br0" timeOffset="30536.94">19987 4564 1697 0,'0'0'35'0,"0"0"9"0,0 0-35 0,0 0-9 0,0 0 0 0,0 0 0 15,0 0 86-15,0 0 15 0,0 6 3 0,0-6 1 16,6 2-29-16,-3 1-7 0,3-3-1 0,-3 0 0 16,3 3-24-16,0-3-4 0,0 0-2 15,3 0 0-15,-3 0-11 0,3 0-3 0,3 0 0 0,0 0 0 16,0 0-15-16,0 0-9 0,2 0 10 0,-2 0-10 16,3 0 8-16,-3-3-8 0,0 0 0 0,3 1 0 15,-3 2 0-15,-3-3-15 0,3 3 2 0,-3-3 0 16,-3 3-44-16,2 0-9 0,-2 0-2 15</inkml:trace>
  <inkml:trace contextRef="#ctx0" brushRef="#br0" timeOffset="30773.48">19949 4742 1500 0,'0'0'31'0,"0"0"8"15,0 0-31-15,0 0-8 0,0 0 0 0,0 0 0 16,0 0 99-16,0 0 18 0,6 2 4 0,0-2 1 16,0 0-42-16,2 0-8 0,-2 0-1 0,3-2-1 15,0 2-18-15,0-3-4 0,0 3-1 0,0 0 0 0,3-3-19 0,-3 3-4 0,3-2-1 0,0 2 0 16,3-6-23-16,-4 4 9 0,4-1-9 0,3 0 0 16,-3 1 0-16,0-1 0 0,3-2 0 0,-3 2 0 31,3-2-143-31,-4 0-25 0</inkml:trace>
  <inkml:trace contextRef="#ctx0" brushRef="#br0" timeOffset="31154.387">20612 4427 1804 0,'-8'-6'37'0,"8"6"10"0,0 0-38 0,-6 0-9 0,6 0 0 0,-6 0 0 15,6 0 88-15,-6 3 16 0,0 0 4 0,0 2 0 16,3 0-67-16,-3-2-13 0,6-3-2 0,-3 8-1 16,-3 0-9-16,0 0-1 0,3 0-1 0,0 2 0 15,-3 1-22-15,3-3-5 0,3 2-1 0,-3 1 0 16,3 2 14-16,0-2 0 0,0 2 0 0,3 0 0 16,0-2 0-16,0 2 0 0,0-5 0 0,3 3 0 15,-3-1 0-15,3-2 0 0,0-3 0 0,0 1 0 16,0-1 0-16,0-2 0 0,3-1 0 0,0 4 0 15,-1-6 0-15,-2-6 0 0,3 4 0 0,0-4 0 16,0 1 48-16,0 0 13 0,3-1 3 0,-3-1 0 16,0-4 0-16,0 3 0 0,0-3 0 0,0-2 0 15,-3 0-23-15,0 2-4 0,0-4-1 0,0 4 0 16,-4 0-6-16,1-5-2 0,0 6 0 0,0-1 0 16,-3-2-7-16,-3 3-1 0,3 4-1 0,-3-7 0 0,-2 5-31 15,2-3-5-15,-3 6-2 0,0-3 0 16,0 0-52-16,-3 6-10 0,0-4-3 0</inkml:trace>
  <inkml:trace contextRef="#ctx0" brushRef="#br0" timeOffset="31652.209">21172 4633 1968 0,'0'0'41'0,"0"0"9"0,0 0-40 15,0 0-10-15,0 0 0 0,0 0 0 0,0 0 117 0,0 0 22 0,3 5 4 0,0 1 1 16,-3-1-49-16,3 0-10 0,-3 1-1 0,0 2-1 16,0-1-35-16,0 1-6 0,-3 6-2 0,0-6 0 15,0 2-21-15,-3 1-5 0,0-1-1 0,0 4 0 16,-3-1-13-16,0-3 0 0,0 1 8 0,-2 5-8 16,-1-6 0-16,0 6-13 0,0-2 2 0,-3 1 1 15,-3-1-149 1,3-1-29-16</inkml:trace>
  <inkml:trace contextRef="#ctx0" brushRef="#br0" timeOffset="33339.316">22285 4387 1792 0,'0'-8'51'0,"-3"3"10"0,3 5-49 0,-3-5-12 0,0-1 0 0,0 4 0 15,3 2 92-15,-3-6 15 0,3 6 3 0,-6-2 1 16,3 2-48-16,-2 0-10 0,-1 0-1 0,0 0-1 16,-3 2-20-16,3 4-4 0,0 2-1 0,-3 2 0 15,-3-2-18-15,0 3-8 0,0 2 8 0,-3 5-8 16,0-2 11-16,-2 0-3 0,-1 0-8 0,0 3 12 15,0-1-12-15,-3 3 0 0,0 3 0 0,0-3 0 16,1 0 0-16,2 1-8 0,0-1 8 0,3-3-13 16,0 1-15-16,0-3-4 0,0-3 0 0,3 0 0 15,1 0-153-15,-1-5-31 0,3 0-7 0</inkml:trace>
  <inkml:trace contextRef="#ctx0" brushRef="#br0" timeOffset="33592.471">21839 4427 2030 0,'3'-6'57'0,"-3"6"14"0,3-2-57 0,-3 2-14 0,3-3 0 0,-3 3 0 16,6 0 105-16,0 0 19 0,0 3 3 0,0-1 1 16,0 4-103-16,2-4-25 0,1 4 0 0,0-1 0 15,0 3 56-15,3 0 7 0,-3 0 1 0,3 2 0 16,0 6-52-16,0-5-12 0,0 2 0 0,3 3 0 15,-1 2 0-15,-2 1 0 0,3 0 0 0,0-1 0 16,0 1 0-16,0-1 0 0,0 1 0 0,0-1 0 16,0 1-13-16,-4-6-6 0,1 3-1 0,3-3 0 15,-3 0-38-15,0 0-8 16,-3-2-2-16</inkml:trace>
  <inkml:trace contextRef="#ctx0" brushRef="#br0" timeOffset="33853.213">22384 4739 1824 0,'0'0'76'0,"0"0"-60"16,0 0 89-16,0 0 19 0,0 0 3 0,0 0 1 16,0 8-52-16,0-3-9 0,0 1-3 0,0 1 0 0,3-1-51 15,-1-1-13-15,1 3 0 0,-3 0 0 0,3 0 54 16,-3-3 8-16,3 3 2 0,-3 3 0 0,3-3-52 15,-3 0-12-15,0 2 0 0,0-2 0 16,0 3-19-16,0-3-6 0,-3 2-2 0,3-2 0 16,-3 3 27-16,3-1-10 0,-3 1 10 0,0 2 0 15,3-8-34-15,-2 6 0 0,-1-3 0 0,0 0 0 16,3 0-24-16,-3-3-5 0,0 0-1 0</inkml:trace>
  <inkml:trace contextRef="#ctx0" brushRef="#br0" timeOffset="34103.353">22413 4564 2055 0,'0'0'43'0,"0"0"9"15,0 0-41-15,-3-5-11 0,3 5 0 0,0-3 0 16,0 3 107-16,0-5 19 0,-3 0 4 0,3 5 1 16,0 0-54-16,-3-5-10 0,0 2-3 0,3 3 0 15,-3-5-51-15,3 5-13 0,0 0 0 0,0 0 0 16,-3-3 0-16,3 3 0 0,0 0 0 0</inkml:trace>
  <inkml:trace contextRef="#ctx0" brushRef="#br0" timeOffset="35233.129">21892 4122 1094 0,'-6'0'46'0,"0"0"-37"16,1 0 95-16,-1 0 20 0,0 0 3 0,6 0 1 16,-6 6 0-16,6-6 0 0,-6 0 0 0,6 0 0 15,0 0-52-15,0 0-9 0,0 0-3 0,0 0 0 16,0 0 0-16,0 0 0 0,0 0 0 0,0 0 0 16,0 0-16-16,6 0-3 0,0 0-1 0,3 2 0 15,2-2 3-15,1 0 0 0,3 0 0 0,3 0 0 16,0 0-15-16,6-2-4 0,-3 2 0 0,2 0 0 15,4 0-12-15,0 0-4 0,0 0 0 0,0-6 0 16,-1 4-12-16,-2 2 0 0,3-3 0 0,-3-2 0 16,0 2 0-16,-1 1 0 0,1 2 0 0,-3-6 0 15,0 6-29-15,-3-2-9 0,-3 2-2 0,0 0 0 16,-4 0-112-16,1 2-24 0,-6-2-4 16</inkml:trace>
  <inkml:trace contextRef="#ctx0" brushRef="#br0" timeOffset="43565.59">19333 5483 1845 0,'-6'0'38'0,"0"0"10"0,0 2-38 0,6-2-10 0,-6 0 0 0,0 5 0 15,3-5 77-15,-3 3 14 0,0 0 2 0,3-1 1 16,-3 4-53-16,0-4-10 0,6-2-3 0,-6 3 0 16,0 2 28-16,0-2 6 0,0 2 1 0,0 0 0 15,-3 1-31-15,3 2-7 0,-3-3-1 0,0 3 0 16,1 0 14-16,-1 5 2 0,-3-8 1 0,3 6 0 16,-3 2-33-16,0 0-8 0,0-2 0 0,-3 5 0 15,0-3 0-15,0 3 0 16,1 0 0-16,-1 0 0 0,3-3-22 15,-3 3-6-15,3 0-2 0,-3-3 0 16,0 3-5-16,3-3-1 0,0-2 0 0,0 2 0 0,1-3-101 0,-4 1-21 16,3-3-4-16</inkml:trace>
  <inkml:trace contextRef="#ctx0" brushRef="#br0" timeOffset="43846.07">18919 5549 1824 0,'-9'-16'38'0,"3"10"8"16,3 4-37-16,3 2-9 0,0 0 0 0,0 0 0 16,0 0 121-16,0 0 23 0,0 0 4 0,0 0 0 15,0 0-84-15,0 0-16 0,0 0-4 0,6 2-1 0,0 4 3 0,0-1 1 16,3 0 0-16,0 3 0 0,0 0-24 16,-1 3-5-16,1-1-1 0,0 1 0 0,0 0-17 0,0 2 0 15,3 3 0-15,0-3 0 16,-3 0 0-16,3 0 0 0,3 1 0 0,-3-1 0 0,3 0 0 15,-4 3 0-15,4 0 0 0,0 0 0 0,-3 0 0 16,3 5 0-16,0-3 0 0,-3 1 0 0,0 2 0 0,0-5 0 16,-1 2 0-16,1-2 0 15,-3-3-48-15,0 1-12 0,3-4-4 0,-3 1 0 16,0-3-127-16,0 0-25 0</inkml:trace>
  <inkml:trace contextRef="#ctx0" brushRef="#br0" timeOffset="44042.434">19416 5890 2161 0,'0'0'61'16,"0"-5"14"-16,0 5-60 0,0 0-15 0,0 0 0 0,0 0 0 16,0 0 77-16,0 0 13 0,0 0 2 0,0 0 1 15,0 0-33-15,0 0-6 0,0 5-2 0,0 3 0 16,3 0-32-16,-3 0-6 0,3 0-2 0,-3 2 0 16,3-2-12-16,-3 3 0 0,3-1 0 0,-3-2 0 15,0 3 0-15,0 0 0 0,0-4 0 0,0 4 0 16,0 0 0-16,0-1 0 0,0-2 0 0,0 0 0 15,0 0-151-15,-3-3-33 0,3-5-6 0</inkml:trace>
  <inkml:trace contextRef="#ctx0" brushRef="#br0" timeOffset="44210.279">19517 5694 2310 0,'-6'-8'48'0,"0"0"11"0,3 0-47 0,0 0-12 0,0 3 0 0,0 0 0 15,3 0 104-15,0 5 20 0,0-3 3 0,0-2 1 32,0-1-103-32,3 4-25 0,0-1 0 0,0 0 0 15,3 1-148-15,0-1-36 0,0 0-6 0</inkml:trace>
  <inkml:trace contextRef="#ctx0" brushRef="#br0" timeOffset="44449.962">19797 5821 2356 0,'0'0'49'0,"6"0"11"0,0-2-48 0,0-1-12 0,0 3 0 0,3-3 0 16,0 1 95-16,2-1 17 0,-2 0 3 0,3 1 1 15,0-1-42-15,0 0-8 0,3 1-2 0,-3-1 0 16,3-2-51-16,-3 5-13 0,6-5 0 0,-4 2 0 15,1 3 0-15,0-3 0 0,0 3 0 0,-3-2 0 16,3 2-48-16,0 0-13 0,-3 0-3 0,0 2 0 16,-4 1-49-16,4 0-11 15,-3-1-1-15</inkml:trace>
  <inkml:trace contextRef="#ctx0" brushRef="#br0" timeOffset="44681.018">19865 6006 2066 0,'-6'8'43'0,"0"-2"10"0,3-1-42 16,3-5-11-16,0 0 0 0,0 0 0 0,0 5 53 0,0 1 9 0,6-4 2 0,0 1 0 15,0-1 0-15,3-2 0 0,3 0 0 0,-3 0 0 16,3 0-52-16,3-2-12 0,-3-1 0 0,3 3 0 16,3-2 34-16,-4-1 4 0,4 0 1 0,-3-2 0 15,3 2-11-15,0-2-3 0,3 2 0 0,-3-2 0 16,2 0-71-16,-2-1-14 15,0 1-4-15,0 0 0 0,-3 2-102 0,0-2-21 16</inkml:trace>
  <inkml:trace contextRef="#ctx0" brushRef="#br0" timeOffset="44959.575">20526 5631 2067 0,'0'0'87'16,"0"0"-70"0,0 0 89-16,0 0 18 0,0 0 3 0,0 0 1 15,0 0-52-15,0 0-9 0,0 0-3 0,-3 5 0 16,3 3-51-16,3-3-13 0,-3 0 0 0,3 3 0 16,0-2 54-16,0 2 8 0,0 0 2 0,3 0 0 15,-3-1-56-15,0 4-8 0,0 0 0 0,-3-1-10 0,3 3 10 16,0 1 0-16,-3 2 10 0,0 2-10 15,3 1 0-15,-3 2 0 0,0 0 0 0,0 0 0 0,0 0 0 0,0 0 0 16,-3 1 0-16,3-1 0 0,0-3 0 16,-3 3 0-16,3-5 0 0,-3 3 0 15,3-3-118-15,-3 0-30 0,0-3-5 0</inkml:trace>
  <inkml:trace contextRef="#ctx0" brushRef="#br0" timeOffset="45426.122">21166 5956 2206 0,'0'0'63'0,"0"0"13"0,0 0-61 0,0 0-15 0,0 0 0 0,0 0 0 15,0 0 68-15,0 0 10 0,0 0 2 0,0 0 1 16,0 0-13-16,0 0-4 0,-6 5 0 0,3 3 0 16,-3 0-51-16,0 0-13 0,-3 3 0 0,3-1 0 15,-3 1 0-15,-2 0 0 0,2 2 0 0,-3 0 0 16,0 0 0-16,0 1 0 0,0-4 0 0,-3 9 0 15,0-6-48 1,0 3-13-16,-3-3-3 0</inkml:trace>
  <inkml:trace contextRef="#ctx0" brushRef="#br0" timeOffset="46023.378">21982 5787 2048 0,'0'-5'43'0,"0"-1"9"0,0 4-42 0,0-4-10 0,0 6 0 0,-3-2 0 15,3 2 82-15,0 0 14 0,-3-6 4 0,3 6 0 16,0 0-54-16,-6 0-10 0,3 0-3 0,-6 0 0 16,3 3 25-16,0 2 5 0,-3 1 1 0,0-1 0 15,0 5-52-15,-3 1-12 0,3 2 0 0,-3 3 0 16,1 0 0-16,-1 3-15 0,-3-1 3 0,3 3 1 16,-3-2 11-16,0-1 0 0,-3 1 0 0,0-1 0 15,0 1-22-15,1-3-2 0,-1 2-1 0,-3-2 0 16,3-3-54-16,0 1-10 0,0-1-3 0</inkml:trace>
  <inkml:trace contextRef="#ctx0" brushRef="#br0" timeOffset="46297.313">21541 5885 2116 0,'3'-6'60'0,"3"1"13"0,-3 0-58 0,3 2-15 0,-3-2 0 0,3 5 0 16,0-3 36-16,3 3 4 0,-3 3 0 0,3 0 1 16,0-1 19-16,0 6 3 0,-1-3 1 0,4 6 0 15,0-3-24-15,-3 3-4 0,3-1 0 0,3 3-1 16,-3-2-24-16,3 2-11 0,0 0 10 0,0 3-10 16,-1 0 0-16,4-3 0 0,-3 3 0 0,0-3 0 15,0 1 0-15,0-1 0 0,3-2 0 0,-3 2 0 16,2-3-31-16,-2 1-5 15,0-1-2-15,3-2 0 0,-3 0-123 0,0 0-25 0</inkml:trace>
  <inkml:trace contextRef="#ctx0" brushRef="#br0" timeOffset="46534.455">22181 6099 1963 0,'0'0'40'0,"0"0"12"0,0 0-42 16,0 0-10-16,0 0 0 0,0 0 0 0,0 0 90 0,0 0 16 0,0 0 3 0,0 0 1 31,0 0-58-31,0 0-11 0,0 0-2 0,0 0-1 16,0 0-19-16,-3 5-4 0,3 3-1 0,0-2 0 0,0 1-14 0,0-1 0 0,3 2 8 0,-3 0-8 15,3 0 0-15,0 2 0 0,-3 1 0 0,3-1 0 16,-3 1 0-16,3 0 0 16,-3 2 0-16,0-3 0 0,0-2-19 0,0 3 3 0,0-1 1 15,0-2 0 1,0 3-21-16,-3-3-4 0,3 0 0 0,-3 0-1 15,0-3-109-15,-3 3-22 0</inkml:trace>
  <inkml:trace contextRef="#ctx0" brushRef="#br0" timeOffset="46695.907">22223 5911 2191 0,'-3'-8'45'0,"-3"0"12"15,3 3-45-15,0 0-12 0,3-1 0 0,-3 4 0 16,3 2 39-16,0 0 5 0,-3-6 2 0,3 6 0 16,-3-2-131-16,3 2-27 0</inkml:trace>
  <inkml:trace contextRef="#ctx0" brushRef="#br0" timeOffset="55166.88">19187 11132 2021 0,'0'-8'42'0,"0"0"10"0,3 3-42 0,-3-1-10 0,0-2 0 0,0 6 0 15,0-4 63-15,0 6 10 0,-3-5 3 0,3 5 0 16,0-5-10-16,0 5-2 0,-3-3 0 0,3 3 0 15,-6-2 0-15,0 2 0 0,0 0 0 0,-3 2 0 16,3 3-51-16,-3 1-13 0,0-1 0 0,0 3 0 16,0 3 0-16,-3 2 0 0,0 0 0 0,0 3 0 15,1 0 0-15,-4 0 0 0,3 2 0 0,0 1 0 16,-3-1 0-16,3 1 0 0,0-1 0 0,0 1 0 16,0-1 0-16,-2 1 0 0,-1-1 0 0,0 1 0 15,0-3-31-15,0 0 1 0,0-1 0 0,0 1 0 16,0-2-1-16,0-1 0 0,1 0 0 15,2 0 0-15,-3 1-47 0,3-4-10 0,0 1-1 0</inkml:trace>
  <inkml:trace contextRef="#ctx0" brushRef="#br0" timeOffset="55480.984">18776 11198 1805 0,'3'-8'76'15,"-3"0"-61"-15,3 0 100 0,-3 3 20 0,3-1 4 0,0 4 1 32,0-3-67-32,-3 5-13 0,3 0-2 0,-3 0-1 0,6 0 6 0,0 0 1 0,-3 0 0 0,3 2 0 15,0 3 0-15,-1 1 0 0,4 2 0 0,-3 0 0 16,0 2-52-16,3 1-12 0,-3-3 0 0,3 5 0 16,0-2 0-16,0-1 0 0,0 1 0 0,0 2 0 15,0 0 0-15,0 3 0 0,3-3 0 0,-3 3 0 16,-1-3 0-16,1 1 0 0,3-1 0 0,-3 3 0 15,3-3 0-15,0 3 0 0,0-3 0 0,-3 3 0 16,3-3 0-16,0 0 0 0,0 3 0 0,0-2 0 16,-1-1 0-16,1-3 0 0,0 4 0 0,0-7-10 15,0 4-22 1,0-6-5-16,0 3-1 0,-3-2 0 0,6-4-162 0,-3-2-32 0</inkml:trace>
  <inkml:trace contextRef="#ctx0" brushRef="#br0" timeOffset="55744.766">19392 11399 2245 0,'0'0'47'0,"0"0"10"16,0 0-45-16,-6 0-12 0,6 0 0 0,0 0 0 16,0 0 92-16,0 0 17 0,0 0 3 0,0 0 1 15,-3 5-46-15,3-5-10 0,-3 6-1 0,3 1-1 16,0-1-21-16,0 2-4 0,0 0-1 0,0 0 0 0,0 0-14 15,3 2-3-15,-3 1-1 0,0 2 0 0,3-2-11 0,-3 2 0 0,0 0 0 0,3 0 0 16,-3 0 0-16,0 1 0 0,3-1 0 0,-6 0 0 16,6 0 0-16,-3 1-12 0,0-4 0 0,0 3 1 31,0 1-38-31,0-6-8 0,0 2-2 0,0-2 0 16,-3 3-153-16,0-3-30 0</inkml:trace>
  <inkml:trace contextRef="#ctx0" brushRef="#br0" timeOffset="56517.849">19839 11388 1580 0,'0'0'67'0,"0"0"-54"16,0 0 128-16,0 0 26 0,0 0 5 0,0 0 0 15,0 0-78-15,0 0-16 0,0 0-3 0,0 0-1 16,0 0-34-16,0 0-6 0,0 0-2 0,0 0 0 16,0 0 8-16,-3 6 0 0,3-6 1 0,-6 5 0 15,6-5-33-15,0 5-8 0,0-5 0 0,-3 6 0 16,3-6 0-16,0 0 0 0,0 0 0 0,0 0 0 16,0 5 0-16,0-5 0 0,0 0 0 0,0 0 0 15,0 0 0-15,0 0 0 0,0 0 0 0,0 0 0 16,0 0 0-16,0 0 0 0,0 0 0 0,0 0 0 15,0 0 0-15,0 0 0 0,0 0 0 0,0 0 0 16,0 0 49-16,0 0 8 0,-3-5 2 0,3 5 0 16,-3-6-43-16,3 6-16 0,-3-2 11 0,3 2-11 15,0 0 21-15,0 0-1 0,0 0-1 0,0 0 0 16,0 0-31-16,0 0-5 0,-6 2-2 0,6-2 0 16,-6 6 19-16,6-6 0 0,-3 5 0 0,3-5 0 15,0 5 8-15,0 0 6 0,0 1 1 0,3-1 0 16,-3 0-24-16,3-2-5 0,3 0-1 0,-3-1 0 15,3-2 15-15,-3 3 8 0,3-3 0 0,-6 0-8 0,3 0 0 0,3-3 0 16,-4 1-10-16,-2 2 10 16,0 0 0-16,0 0 0 0,3-3 0 0,-3 3 0 0,3-5 31 15,-3 5 13-15,0-6 4 0,0 1 0 0,0 0-33 0,-3 2-7 0,3-2 0 0,0 5-8 16,-3-5 0-16,3 5 0 0,-2-6 0 0,2 6 0 31,-3-5-40-31,3 5-11 0,0 0-2 0,-3-3-1 16,0 1-121-16,-3-1-24 0</inkml:trace>
  <inkml:trace contextRef="#ctx0" brushRef="#br0" timeOffset="57104.622">20708 11201 2200 0,'0'0'46'0,"0"0"10"0,0 0-45 0,0 0-11 0,0 0 0 0,0 0 0 16,-6 0 76-16,6 0 14 0,-6 0 2 0,0 0 1 16,0 0-23-16,0 2-5 0,0 1-1 0,-3-1 0 15,3 4-24-15,-3-1-6 0,3 3-1 0,-3-3 0 16,0 3-1-16,-3 3-1 0,4-3 0 0,-4 5 0 15,-3-2-31-15,-3 2-15 0,3 0 2 0,-6 3 0 16,3-3 5-16,-3 3 8 0,-2 0-13 0,2-3 5 16,0 3-29-16,0 0-6 15,3-3-1-15,-3 3 0 0,4 0-16 0,-1-3-3 0,3 0-1 0,0 1 0 16,0-4-47-16,3 1-9 0,3-1-3 0</inkml:trace>
  <inkml:trace contextRef="#ctx0" brushRef="#br0" timeOffset="57388.395">20330 11193 2033 0,'0'-11'85'16,"0"3"-68"-16,3 3 83 0,-3-1 16 0,3 1 3 0,-3 3 1 16,0 2-32-16,0 0-5 0,6-3-2 0,-3 3 0 15,3 3-13-15,-1-1-4 0,1 1 0 0,0 5 0 16,0-3-51-16,3 3-13 0,-3 3 0 0,3-1 0 15,0 3 0-15,3 1 0 0,-3-1 0 0,3 0 0 32,-3 0 0-32,3 3 0 0,0 0 0 0,-1 0 0 0,1-3 32 0,0 3 3 0,0 0 1 0,0 0 0 15,0 2-36-15,-3-2 0 0,3 0 0 0,-3 0 0 32,3-3-22-32,-3 3-11 0,0-3-3 0,-1 1 0 0,1-4 36 0,0 3 0 0,0-5 0 0,0 3 0 15,0-3-212-15,-3-3-35 0,3 3-7 16</inkml:trace>
  <inkml:trace contextRef="#ctx0" brushRef="#br0" timeOffset="57855.76">20842 11613 2213 0,'3'-5'63'0,"-3"-3"13"0,3 3-60 0,-3-1-16 0,3 1 0 0,0-3 0 16,0 3 92-1,2-3 15-15,-2 3 3 0,3-1 1 0,0 1-42 0,0 0-8 0,0 0-1 0,3 2-1 16,-3 0-18-16,3 3-3 0,-3-2-1 16,3 2 0-16,-3 0-13 0,0 0-2 0,0 0-1 0,0 0 0 15,-3 2 18-15,3 1 3 0,0 0 1 0,-3-1 0 16,0 1-55-16,0 2-10 0,0 0-2 0,0 1-1 15,0-1 25-15,-3 3 0 0,0-3 0 0,0 3 0 16,0 3-14-16,-3-1-1 0,0-2 0 0,0 6 0 31,-3-4-12-31,0 1-2 0,0-1-1 0,-3 3 0 0,0 1 6 0,3-4 0 0,-3 4 1 16,0-4 0-16,0 1 11 0,3-1 3 0,0 4 0 0,0-7 0 16,0 4-15-1,3-6-2-15,0 3-1 0,0 0 0 0,3-2 38 0,0-6 7 0,3 5 2 0,0 0 0 16,3 0-11-16,-3-2-1 0,3 0-8 0,0-3 12 15,3 2-2-15,-3-2-1 0,3 0 0 0,3 0 0 16,-3 0 3-16,-3 0 0 0,3-2 0 0,0 2 0 16,-3-3 3-16,3 0 1 0,-1 1 0 0,1-1 0 15,0 0-64-15,0 1-13 0,0-1-3 16,0 1 0-16,-3-4-194 0</inkml:trace>
  <inkml:trace contextRef="#ctx0" brushRef="#br0" timeOffset="68411.466">18698 10965 1074 0,'0'0'30'0,"0"0"8"0,0 0-30 0,0 0-8 0,0 0 0 0,0 0 0 16,0 0 104-16,0 0 19 0,0 0 4 0,-5 0 1 16,5 0-52-16,0 0-9 0,0 0-3 0,-6 0 0 15,6 0 0-15,0 0-1 0,-6 0 0 0,6 0 0 16,0 0 1-16,0 0 1 0,0 0 0 0,-6 0 0 16,6 0-38-16,0 0-8 0,0 0-2 0,0 0 0 15,0 0 24-15,0 0 5 0,0 0 1 0,0 0 0 16,0 0-47-16,0 0-18 0,0 0 1 0,0 0 0 15,0 0 17-15,0 0 0 0,0 0 0 0,0 0 0 16,3 0 10-16,6 0 6 0,-3 0 0 0,2 0 1 16,4 0-17-16,0 0 0 0,3 0 0 0,0 0 0 15,3 0 0-15,3-3 0 0,0 3 0 0,-1 0 0 16,1-2 0-16,3 2 0 0,3-3 0 0,-6 0 0 16,3 3 0-16,-4-2 0 0,1-1 0 0,3 0 0 15,-3 3 9-15,-3-2-1 0,3-1-8 0,-1 1 12 16,-2 2-12-16,3 0-8 0,-3-3 8 0,-3 3-13 0,3-3 13 15,-3 3 0-15,-1 0 0 0,-2 0 0 16,-3 0 0-16,0 0 0 0,0 0 0 0,-3 0 0 16,0 0 0-16,0 3 0 0,3-3 0 0,-3 3 0 15,-3-3 48-15,3 0 13 0,-3 2 3 0,0-2 0 0,3 0-52 16,-3 3-12-16,0-3 0 0,-3 0 0 16,6 0 0-16,-3 2 0 0,3-2 0 0,-6 0 0 15,3 0 0-15,-1 0 0 0,4 0 0 0,-6 0 0 0,3-2 0 0,3 2 0 0,-3-3 0 0,0 1 0 31,0-1-151-31,0 0-33 0,0-2-6 0</inkml:trace>
  <inkml:trace contextRef="#ctx0" brushRef="#br0" timeOffset="72435.862">20187 10909 1314 0,'0'0'37'0,"0"0"8"0,0 0-36 0,0 0-9 0,3 6 0 0,-3-6 0 15,3 2 53-15,0 4 9 0,3-4 2 0,-3 1 0 16,3 0 0-16,0-1 0 0,0-2 0 0,2 3 0 15,1-3 0-15,3 3 0 0,0-3 0 0,3 0 0 16,0 0 0-16,6 0 0 0,0 0 0 0,2 0 0 16,1 0-28-16,6 0-6 0,-3 0-1 0,3 0 0 15,-1-3 5-15,-2 0 1 0,0 1 0 0,-3-1 0 16,0 3-35-16,-1-3 0 0,1 1 0 0,-3-1 0 16,-3 3 0-16,3 0 0 0,-3-3 0 0,-4 3 0 15,1 0 0-15,-3 0 0 0,0 0 0 0,-3 0 0 16,-3 0 8-16,3 3-8 0,-9-3 9 0,0 0-9 15,6 3 0-15,-6-3-20 0,0 0 4 0,0 0 0 16,0 0-119-16,0 0-23 0,0 0-5 0</inkml:trace>
  <inkml:trace contextRef="#ctx0" brushRef="#br0" timeOffset="77449.231">19050 12920 1976 0,'0'0'41'0,"0"0"9"0,0 0-40 0,0 0-10 0,0 0 0 0,0 0 0 16,0 0 72-16,0 0 13 0,0 0 3 0,0 0 0 16,0 0-33-16,-6 0-7 0,6 0 0 0,-6 3-1 15,-3 0-24-15,3-1-5 0,0 4-1 0,0-1 0 16,0 3 12-16,0 0 3 0,0 2 0 0,-3 1 0 16,0 2-14-16,-3 0-2 0,1 1-1 0,-1 2 0 15,-6-1-6-15,0 4-1 0,0-3 0 0,-3 5 0 16,0 0-8-16,1-2-11 0,-4 2 3 0,3 0 0 15,0 0-13-15,3-2-3 0,3-3 0 0,-3-1 0 16,7 1-50-16,-4-5-10 16,3-1-3-16,3 1 0 0,-3-3 15 0,3 0 2 0,0-3 1 15</inkml:trace>
  <inkml:trace contextRef="#ctx0" brushRef="#br0" timeOffset="77744.156">18660 12928 1824 0,'3'-10'38'0,"-3"10"8"0,3-6-37 15,0 4-9-15,0-3 0 0,-3 5 0 0,3-3 104 0,0 0 20 0,-3 3 3 0,6-2 1 16,-6 2-57-16,0 0-11 0,6 0-3 0,0 2 0 16,-4 1-4-16,4 2-1 0,0-2 0 0,0 5 0 15,0-3-20-15,0 3-5 0,0 0-1 0,3 3 0 16,-3-1-11-16,3 3-3 0,0 1 0 0,0-1 0 15,0 3-12-15,3 0 11 0,0-1-11 0,0 4 10 16,-1-1-10-16,1 4 0 0,3-1 0 16,0 0 8-16,-3 0-8 0,3-2 0 0,0-1 0 0,0 1 0 15,-3-1 0-15,2-2 0 0,-2-3 0 0,3 1-11 16,-3-1-20 0,0-3-4-16,0-2-1 0,-3 0 0 0,3-5-113 0,0 2-23 0,-3-2-5 0</inkml:trace>
  <inkml:trace contextRef="#ctx0" brushRef="#br0" timeOffset="78017.682">19333 13164 2066 0,'0'0'43'0,"0"0"10"0,0 0-42 0,0 0-11 0,-3 5 0 0,3 0 0 15,-3 1 101-15,3-1 19 0,0 0 3 0,0 3 1 16,0 0-44-16,0 0-9 0,0 0-2 0,0 0 0 31,-3 3-26-31,3-1-6 0,0 1-1 0,0-1 0 16,-3 1-15-16,3 2-3 0,0-2-1 0,-3 2 0 0,0-2-17 0,0 2 10 0,3-3-10 0,-3 4 8 15,0-1-8 1,3 0 0-16,-3-2 0 0,0 5 0 0,3-6 0 16,0 3 0-16,0-2 0 0,-3-1 0 0,3 4-10 0,-3-4-4 0,3 4-1 0,-3-4 0 31,0 1-41-31,3-1-9 0,0 1-2 0</inkml:trace>
  <inkml:trace contextRef="#ctx0" brushRef="#br0" timeOffset="78605.504">19684 13256 1546 0,'0'0'65'16,"0"0"-52"-16,0 0 85 0,0 0 17 0,0 0 3 0,0 0 1 16,0 6-81-16,-3-1-16 0,3 0-3 0,0 3-1 15,0-5 23-15,0 2 5 0,0 0 1 0,0 3 0 16,0-2-27-16,0-1-4 0,3 0-2 0,-3-5 0 16,0 3 2-16,0-3 1 0,0 0 0 0,0 0 0 15,0 0 23-15,0 0 5 0,0 0 1 0,0 0 0 16,0 0 3-16,0 0 1 0,0 0 0 0,0 0 0 15,6 0-26-15,-6 0-4 0,3 0-2 0,-3 0 0 16,3-5 16-16,0-1 3 0,0 1 1 0,0 0 0 16,-3-3-30-16,3 3-8 0,0-1 0 0,0-2 0 15,-1 3-14-15,-2-3-4 0,3 0-1 0,0 0 0 16,0 0-106-16,3-2-22 0,-3 2-4 0</inkml:trace>
  <inkml:trace contextRef="#ctx0" brushRef="#br0" timeOffset="79180.712">20615 12992 1820 0,'0'0'38'0,"3"-3"8"15,-3 3-37-15,0 0-9 0,0 0 0 0,0 0 0 16,0 0 54-16,0 0 9 0,0 0 1 0,0 0 1 15,0 0 51-15,0 0 9 0,0 0 3 0,0 0 0 16,0 0-103-16,-6 3-25 0,0 2 0 0,1 0 0 0,-1 1 52 0,-3-4 6 0,3 6 1 16,-3-2 0-16,-3 2-27 0,0-3-6 0,0 3-1 15,-3 2 0-15,0 1-14 16,-3 0-3-16,1-1-8 0,-4 6 12 0,0 0-12 16,0 0 0-16,0 5 0 0,-3-3 0 15,4 1-19-15,-1 2-6 0,-3-2-2 0,6-1 0 0,-3 1 15 16,6-3 4-16,-3-1 0 0,4 1 0 15,-1-5-48-15,3 2-10 0,0-2-2 0,-3-1 0 16,6-2-144-16,-3-2-30 0</inkml:trace>
  <inkml:trace contextRef="#ctx0" brushRef="#br0" timeOffset="79442.764">20264 12994 2030 0,'0'-5'57'0,"0"5"14"15,0 0-57-15,0 0-14 0,0 0 0 0,0 0 0 16,0 0 105-16,0 0 19 0,0 0 3 0,0 0 1 16,0 0-52-16,0 0-9 0,-3 5-3 0,3 3 0 15,0 0-51-15,-3 3-13 0,3-3 0 0,0 2 0 16,0 4 54-16,0-1 8 0,0 3 2 0,0 0 0 16,3 0-53-16,-3 5-11 0,3-3 0 0,3 3 0 15,-3 1 0-15,3-4 0 0,0 3 0 0,0 0 0 16,3-2 0-16,0-3 0 0,0 0 0 0,0 0 0 15,3-1 0-15,-3-4 0 0,2 2-8 0,1 1 8 16,3-4-40-16,-3-2-1 0,0 3-1 0,0-3 0 16,0 0-187-16,0-6-38 0</inkml:trace>
  <inkml:trace contextRef="#ctx0" brushRef="#br0" timeOffset="79910.154">20609 13399 1824 0,'3'-5'76'0,"-3"0"-60"16,3-1 89-16,0 1 19 0,0 0 3 0,0 0 1 15,0-1-17-15,3 4-3 0,-3-1-1 0,3 0 0 16,0 1-69-16,0-1-14 0,0 3-2 0,3 0-1 15,0-3 35-15,-3 3 6 0,6 0 2 0,-3 3 0 16,0-3-64-16,0 3-8 0,0-1-4 0,-4 1-1 16,4 0 13-16,0-1 0 0,-3 1 0 0,0 2 0 15,0-2 0-15,-3 2 0 0,0 0 0 0,-3 1 0 16,0-1-14-16,0 3 0 0,-3 0 0 0,0 0 0 16,-3 0-18-16,0 0-4 0,0 0-1 0,0 0 0 15,-3 2 4-15,1-2 1 0,-1 3 0 0,0-1 0 16,0-2 0-16,3 3 0 0,-3-1 0 0,3 1 0 15,0-3 32-15,3 0 0 0,0 0 0 0,3 0 0 16,-3-3 0-16,3-5 0 0,0 5 0 0,0-5 0 16,3 6 0-16,0-1 0 0,3 0 0 0,0-2 0 15,0-1 20-15,3-2 12 0,-3 0 1 0,3 0 1 0,3 0-14 16,-4 0-4-16,4 0 0 0,0-2 0 0,0-1-5 16,0 1-2-16,3 2 0 0,-3-3 0 0,0 0-9 15,0 1 0-15,0-1 0 0,0 0 8 0,-1 1-8 16,-2-1 0-16,3 0 9 0,-3-2-9 15,3 0-174-15,-3 0-39 0</inkml:trace>
  <inkml:trace contextRef="#ctx0" brushRef="#br0" timeOffset="88216.357">18687 12725 904 0,'0'0'38'0,"0"0"-30"15,0 0 76-15,0 0 16 16,0 0 4-16,-6 2 0 0,6-2-24 0,0 0-5 0,-6 0-1 0,6 0 0 15,0 0-8-15,0 0-2 0,-6 0 0 0,6 0 0 16,0 0 3 0,0 0 0-16,0 0 0 0,0 0 0 0,0 0-19 0,0 0-3 0,0 0-1 0,0 0 0 15,0 0-20-15,0 0-4 0,0 0 0 0,0 0-1 16,0 0-19-16,0 0 0 0,0 0 0 0,0 0 0 16,0 0 0-16,0 0 0 0,0 0 0 0,0 0 0 15,0 0 0-15,0 0 0 0,0 0 0 0,0 0 0 16,0 0 27-16,0 0 8 0,0 0 1 0,0 0 1 15,6-2-21-15,0-1-5 0,3 3-1 0,-1 0 0 16,4-3 4-16,0 3 1 0,3-2 0 0,3 2 0 16,0-3-5-16,3 0-1 0,0 3 0 0,-1-2 0 15,4-1-9-15,-3 0-9 0,0 3 9 0,0-2-13 16,-3-1 13-16,-1 1 13 0,1-1-2 0,-3 0-1 16,0 1-10-16,0-1-14 0,0 0 3 0,0 3 1 15,-3-2 10-15,0 2 0 0,-4-3 0 0,4 3 0 16,-3 0 0-16,-3 0 0 0,3 0 0 0,-3 3 0 15,-6-3 0-15,0 0 0 0,3 2 0 0,-3-2 0 16,0 0 0-16,6 0 0 0,-6 0 0 0,6 3 0 16,-6-3-18-16,3 0-2 0,-3 0 0 0,6 3 0 15,0-1-121-15,0-2-25 0,0 0-5 0</inkml:trace>
  <inkml:trace contextRef="#ctx0" brushRef="#br0" timeOffset="94927.554">18767 16649 1706 0,'0'0'36'0,"0"0"7"0,0 0-35 0,0 0-8 0,0 0 0 15,0 0 0 1,-3 2 92-16,3-2 16 0,-6 6 3 0,0-4 1 15,3 3-37-15,-3-2-7 0,3 2-2 0,-3 1 0 0,3-4-17 0,-3 4-3 16,3-1-1-16,-3 3 0 0,0-3 15 0,0 3 4 0,0 0 0 0,1 0 0 16,-1 3-52-16,-3 2-12 0,0-3 0 0,0 4 0 15,0 4 0-15,0-2 0 0,-3 3 0 0,3-1 0 16,-3 1-16-16,3-1-5 0,0 1-2 16,-3-1 0-1,3-2-14-15,1 0-3 0,-1-3-1 0,0 0 0 0,3 1 21 0,-3-1 5 0,3-3 1 0,0 1 0 31,0 0-35-31,0-3-7 0,0-1-2 0,0 1 0 16,3 0-86-16,0-2-16 0,3-6-4 0</inkml:trace>
  <inkml:trace contextRef="#ctx0" brushRef="#br0" timeOffset="95267.155">18475 16630 1934 0,'-18'5'40'0,"12"1"9"16,0-4-39-16,1 1-10 0,-1 0 0 0,0-1 0 15,6-2 84-15,-6 3 16 0,6-3 2 0,-3 3 1 16,3-3-29-16,-3 5-6 0,0 0 0 0,0 0-1 16,3 3-23-16,0-2-4 0,0 2 0 0,0 0-1 15,3-3-21-15,0 3-4 0,3 0-1 0,-3 0 0 0,3 0-13 16,0 0 11-16,2 2-11 0,-2 1 10 0,3-3-10 15,3 2 0-15,-3 1 0 0,3 2 0 0,0-2 0 16,0 2 0-16,0 0 0 0,3 0 0 0,-3 1 0 16,0-1 0-16,2 0 0 0,1 0 0 0,0 0 0 15,0-2 0-15,0 2 0 0,0-2 0 0,3-1 0 16,-3 1 0-16,2-3 0 0,-2 0 0 0,0 0 0 16,0-3-16-16,-3 3 4 0,3-3 1 15,-3-2-20-15,0 2-4 0,0-2-1 0,-1 0 0 16,-2-3-36-16,3 0-7 0,-3 0-1 0</inkml:trace>
  <inkml:trace contextRef="#ctx0" brushRef="#br0" timeOffset="95534.947">19071 16908 1792 0,'0'0'51'0,"0"0"10"16,0 0-49-16,0 0-12 0,0 0 0 0,-6 8 0 15,3-3 105-15,0 0 19 0,3 3 3 0,-3-2 1 16,0-1-52-16,0 0-9 0,3 3-3 0,-3-3 0 15,0 3 0-15,0 0 0 0,3-2 0 0,-3-1 0 16,3 3-51-16,-3 0-13 0,3-3 0 0,-3 3 0 16,3 0 19-16,0 0 1 0,0 3 0 0,0-4 0 15,0 4-20-15,3 2 0 0,-3-2 8 0,3 2-8 16,-3 3-14-16,3 0-6 0,0 2-2 0,-3 1 0 16,3 2 22-16,0-2 0 0,3 2 0 0,-3 3 0 15,0-6-56-15,3 1-6 0,-3 2-2 0,0-5 0 16,0 0 12-16,-1-3 1 0,1 0 1 0</inkml:trace>
  <inkml:trace contextRef="#ctx0" brushRef="#br0" timeOffset="96158.927">19392 16913 1811 0,'-3'11'37'0,"-3"-3"11"0,3-3-39 0,3 3-9 0,-3-3 0 16,0 1 0-16,3-1 72 0,0-5 13 0,0 5 3 0,0-5 0 15,-3 5-16-15,3-5-2 0,0 0-1 0,0 8 0 16,0-8-5-16,0 0-2 0,0 0 0 16,-3 6 0-16,3-6-13 0,0 0-2 0,0 0-1 0,0 0 0 15,0 0-17-15,0 0-3 0,0 0-1 0,0 0 0 16,0 0-14-16,0 0-3 0,0 0-8 0,0 0 12 16,0 0-12-16,0 0 0 0,0 0 0 0,0 0 0 15,0 0-29-15,0 0-6 0,0 0-1 0,3-6 0 16,-3 1-187-16,-3-3-37 0</inkml:trace>
  <inkml:trace contextRef="#ctx0" brushRef="#br0" timeOffset="96697.447">20071 16686 1922 0,'0'0'54'16,"-6"5"13"-16,3 3-54 0,-3-5-13 0,0 2 0 0,3 3 0 16,0-3 77-16,-3 0 13 0,0 1 2 0,3 2 1 15,-3 0-23-15,0-1-5 0,0 1-1 0,0 0 0 16,0 3-12-16,-3 0-2 0,0 2-1 0,0 0 0 16,1 0-27-16,-4 3-6 0,3 0 0 0,-3 0-1 15,3 0-15-15,-3 0 0 0,0 2 0 0,3-2 0 16,-3 0 0-16,3-3 0 0,-3 0 0 0,3 3 0 15,1-3 0-15,-1 1 0 0,0-4 0 0,3 3 0 16,-3 1-48-16,3-4-13 0,0 4-3 16,3-4 0-16,-3 3-135 0,0-5-27 0,3 3-6 0</inkml:trace>
  <inkml:trace contextRef="#ctx0" brushRef="#br0" timeOffset="96995.364">19696 16792 2017 0,'0'0'85'0,"-3"2"-68"15,3-2 78-15,0 0 15 0,0 0 3 0,0 0 1 16,0 0-53-16,0 0-10 0,0 0-3 0,0 5 0 16,3 1-4-16,0 2 0 0,3-3-1 0,-3 3 0 15,3 0-13-15,-1 0-2 0,1 0-1 0,3 5 0 16,0-5-13-16,-3 2-2 0,3 1-1 0,0 0 0 15,0-1-11-15,0 3 0 0,0-2 9 0,3 2-9 16,0-2 23-16,0 2 0 0,2-2 0 0,1-1 0 16,0 3-70-1,3-5-13-15,0 3-4 0,0-3 0 0,3 0 38 0,-3 0 7 0,2-3 2 0,-2 0 0 16,0 3-54-16,0-2-10 0,-3-1-3 0,3 0 0 16,-3 1-142-16,-4-4-29 0</inkml:trace>
  <inkml:trace contextRef="#ctx0" brushRef="#br0" timeOffset="97445.04">20270 17051 2066 0,'-12'2'43'0,"12"-2"10"0,0 0-42 0,-6 0-11 0,3 0 0 0,3 0 0 15,0 0 104-15,-6-2 20 0,6 2 3 0,0 0 1 16,0 0-52-16,0 0-9 0,0 0-3 0,0 0 0 15,0 0-51-15,0 0-13 0,0 0 0 0,0 0 0 16,6-3 0-16,-3 1 0 0,3-1 0 0,0 3 0 16,3-3 0-16,0 3 0 0,-3 0 0 0,3 0 0 15,0 0 54-15,-3 0 8 0,0 3 2 0,3 0 0 16,-3-1-52-16,-3 1-12 0,3-1 0 0,-3 4 0 16,0-1 0-16,0 3 0 0,-3 0 0 0,2 3 0 15,-4-1-48-15,2 3-13 0,-3 1-3 0,0-1 0 16,0 5 0-1,-3-2 0-15,0 5 0 0,0-2 0 0,0 2 37 0,0 0 7 0,0 0 2 0,-3 1 0 32,3-4-22-32,-3 1-5 0,3-1-1 0,-3-2 0 0,3-3 37 0,3 0 9 0,-3-2 0 0,3 0 0 15,0-1 0-15,3-2 0 0,0-3 0 0,0 1 0 16,0 2 29-16,3-3 8 0,0-2 2 0,0 2 0 16,0-2-11-16,3-1-3 0,0-2 0 0,0 3 0 15,3-3-25-15,-3 0 0 0,3 0 0 0,0 0 0 16,0 0 0-16,3-3 0 0,-3 3 0 0,3 0 0 15,-4 0 0-15,1-2 0 0,3-1 0 0,0 3 0 16,-3-3 0-16,3 1 0 0,-3-1 0 0,3-2 0 16,-3 2-95-16,0 0-17 0,-3 1-4 0</inkml:trace>
  <inkml:trace contextRef="#ctx0" brushRef="#br0" timeOffset="115410.079">21098 11328 1824 0,'0'0'84'0,"0"0"-75"0,0 0-9 0,0 0 0 0,0 0 0 15,0 0 53-15,0 0 9 0,6 2 2 0,-3 1 0 16,0 2 0-16,3-2 0 0,2 2 0 0,-2-2 0 15,3 2-1-15,-3 0 0 0,3 3 0 0,3-2 0 16,0 1-33-16,0 1-6 0,3 3-2 0,-3 0 0 16,3 2-11-16,-1 3-3 0,1 0 0 0,0 5 0 15,0 0 6-15,0 0 1 0,0 5 0 0,0 1 0 16,0-1 5-16,0-2 0 0,-1 5 1 16,-2-2 0-16,3-1-21 0,0 3 0 0,3-2 0 15,0 2 0-15,0 3 0 0,0-1 0 0,5 1 0 16,1 5 0-16,0-2 20 0,0-1 2 0,3 0 1 0,-1 1 0 15,1-3-37-15,-3-1-7 0,0 1-2 0,0-3 0 16,-1 0 51-16,-5 3 9 0,3-3 3 0,0 3 0 16,-3-3-13-16,3 0-3 0,-1 0 0 0,-2 0 0 15,3-2-24-15,-3-6-16 0,3 0 3 0,0 0 0 16,-3-2 13-16,-4-1 0 0,4-2 0 0,-6 0 10 16,3-3-10-16,0 3 0 0,-3-3 9 0,0-2-9 15,0 2 0-15,-3-5 0 0,0 3 0 0,-1-3-8 16,-2 0-88-16,0-3-18 0,0 0-3 0</inkml:trace>
  <inkml:trace contextRef="#ctx0" brushRef="#br0" timeOffset="116258.249">21229 13452 1226 0,'0'0'25'0,"3"3"7"0,3-3-32 0,-1 0 0 0,1 0 0 0,3 0 0 15,0-3 87-15,0 3 10 0,3-2 3 0,-3-1 0 16,6 0-35-16,-3 1-6 0,6-4-2 0,-3 1 0 16,-1 0 6-16,4 0 1 0,-3-3 0 0,3 2 0 15,3-2-14-15,3 0-2 0,0 3-1 0,2-3 0 16,4 0-24-16,3 0-5 0,0-2-1 0,2-1 0 16,-5 1-17-16,3-1 0 0,-3 3 0 0,-1-3 0 15,-2 1 32-15,0-1 4 0,0 3 0 0,2-2 0 16,-5-1-22-16,0 3-4 0,0 0-1 0,0-2 0 15,-3 2 5-15,-1 0 1 0,-2 0 0 0,0 3 0 16,-3-3-7-16,0 5-8 0,0-2 11 0,-3 2-11 16,-3-2 12-16,3 2-4 0,-4 3 0 0,1-3-8 15,-3 1 8-15,0-1-8 0,0 1 0 0,0-1 0 16,3 3 0-16,-6-5 0 0,6 2 8 0,-3 0-8 16,0 1 0-16,0-1-12 0,0-2 1 0,0-3 1 15,0 5-96-15,0-2-19 0,3-3-4 0</inkml:trace>
  <inkml:trace contextRef="#ctx0" brushRef="#br0" timeOffset="117457.552">20666 17016 1758 0,'0'0'36'0,"0"0"10"0,0 0-37 0,0 0-9 0,0 0 0 0,0 0 0 15,0 0 53-15,0 0 9 0,0 0 2 0,0 0 0 16,0 0-26-16,0 0-5 0,0 0-1 0,0 0 0 16,0 0-7-16,3-2-1 0,3-1-1 0,-3-2 0 15,3 0 2-15,0-1 1 0,3 1 0 0,-3-3 0 16,0 0-26-16,3 0 0 0,-3-2 0 0,2-1 0 15,1-5 0-15,0 3 0 0,0-3 0 0,3-3 0 16,-3 1 0-16,3-3 0 0,-3 0 0 0,3 2 0 16,0-5 0-16,0 3 0 0,0 0 0 0,-1-3 0 15,1 0 0-15,0 0 0 0,0 3 0 0,0-5 0 16,0-1 16-16,0-2-1 0,0-2-1 0,0-4 0 16,0 3-14-16,0 1 0 0,-1-4 0 0,1 4 0 15,0-1 0-15,0 0 0 0,0 3 0 0,0-3 0 0,3 3-8 16,-3-3-5-16,0 1-1 0,3-1 0 0,-4 0 14 15,4 3 0-15,-3 0 0 0,0-3 0 0,0 6 0 16,0-1 0-16,0 3 0 0,0 1 0 0,-3 1 32 16,3 4 10-16,-3-1 2 0,-1-2 0 0,1 3-12 0,0-4-1 15,0 1-1-15,0 0 0 0,0 0-6 0,3-3-2 0,-3 0 0 0,3 0 0 16,-3 1-10-16,3-1-3 0,0 0 0 0,-3 3 0 16,2-3-9-16,-2 3 0 0,0 0 9 0,0-3-9 15,0 3 0-15,3 2 8 0,-3-2-8 0,0 3 0 16,3-6 10-16,-3 3-2 15,3-3-8-15,-3 0 12 0,3 0 0 0,-1 0-1 16,1 0 0-16,0-2 0 0,-3 5 4 0,6 0 1 0,-3 0 0 0,3 2 0 16,-3-2-7-16,0 2-1 0,-3 1 0 0,2-3 0 15,1-1-25-15,0 1-6 0,0 0-1 0,0 0 0 16,0-6 47-16,0 4 9 0,0-4 1 0,0 1 1 16,0-1-24-16,0 1-10 0,-1-3 8 0,1 2-8 15,-3 3 11-15,0-2-3 0,3 2-8 0,-3-2 12 16,0 2-12-16,0 0 0 0,0 0 0 0,0 0 0 15,0-2 0-15,0-3 0 0,3 2 0 0,-4 1 0 16,1-3 18-16,3 5 1 0,-3 0 0 0,3 0 0 16,-3 3-29-16,3 0-6 0,-3 0 0 0,3 0-1 15,0 5 17-15,0-3 0 0,0 1 0 0,2-1 0 16,-2 1 0-16,0-3 0 0,0-1 0 0,0 1 0 16,0 0 0-16,-3 0 0 0,3 0 0 0,0 0 0 15,-3 2 0-15,3 1 0 0,-1-1 0 0,-2 3 0 0,0 0 0 0,0 3 0 16,-3-3 0-16,3 3 0 15,-3 0 0-15,-3 2 8 0,3 1-8 0,-3-1 0 16,0 0 9-16,0 1-9 0,0 2 8 0,0 0-8 0,0 0 0 16,-3 0 0-16,0 0-12 0,3 0 12 15,-3-2-155-15,0 2-23 0,0 0-5 0</inkml:trace>
  <inkml:trace contextRef="#ctx0" brushRef="#br0" timeOffset="118168.752">22458 12479 1630 0,'3'-6'68'0,"-3"1"-54"15,3 0 120-15,0 2 24 0,-3-2 5 0,0 5 1 16,0 0-52-16,3-6-9 0,-3 6-3 0,0 0 0 16,0 0-26-16,0 0-6 0,0 0 0 0,0 0-1 15,0 0-26-15,0 0-5 0,0 0 0 0,0 6-1 16,3 2-19-16,-3-3-4 0,0 3-1 15,0 2 0-15,0 1-11 0,-3 2 0 0,3 1 0 0,-3-1 8 16,3 3-8-16,-3 2 0 0,0 1 0 0,0 4 8 16,3 1-8-16,-3 3 0 0,0 2 0 0,0 3 8 15,0-1-8-15,3 1 0 0,-3 3 0 0,0 2 0 16,0-6 0-16,3 1 0 0,-3 0 0 0,0 0 0 16,0-1 0-16,3 4 0 0,-3-4 0 0,0 7 0 15,3-4 0-15,0-2 0 0,-3 2 0 0,3 3 0 16,0-8 0-16,0 0 0 0,0 0 0 0,0-5 0 15,-3 3 0-15,3-3-16 0,0-1 3 0,0 1 0 16,0-3 22-16,0 3 5 0,0 0 1 0,0 0 0 16,-3 0-24-16,3-3-5 0,0-3-1 0,-3 1 0 15,3-3 15-15,-3 0 10 0,0-3-2 0,3 0 0 16,-3-2-8-16,0-1-11 0,0-2 3 0,0 3 0 16,-2-6-10-16,2 3-2 0,-3-3 0 0,3 0 0 15,-3-2-19-15,3 2-4 0,3-5-1 0,-6 3 0 16,6-3-16-16,0 0-3 0,0 0-1 0,0 0 0 15,0 0-70-15,-3-5-14 0,0-1-4 0</inkml:trace>
  <inkml:trace contextRef="#ctx0" brushRef="#br0" timeOffset="119165.315">22535 12513 1526 0,'-9'-8'43'0,"3"3"10"15,1 2-42-15,-1-2-11 0,0-3 0 0,0 3 0 16,0 2 68-16,0-2 12 0,0 2 3 0,3 0 0 15,3 3-25-15,-6-2-5 0,0 2-1 0,6 0 0 16,0 0-12-16,0 0-4 0,0 0 0 0,0 0 0 16,0 0-14-16,0 0-3 0,0 0-1 0,0 0 0 15,9 2-1-15,0 1 0 0,0 0 0 0,3-3 0 16,0 2-2-16,2-2-1 0,1 3 0 0,3-3 0 16,0 0-14-16,3 3 11 0,0-3-11 0,2 0 10 15,4 0-29-15,3 0-5 0,0 0-2 0,6 0 0 16,-4 0 46-16,4 0 8 0,0-3 3 0,2 3 0 15,-2-3-50-15,-3 3-9 0,-3 0-3 16,5 0 0-16,-5 0 63 0,6 3 12 0,0-3 2 0,-1 0 1 0,-2 0-19 16,3 3-3-16,-1-3-1 0,-2 2 0 0,0 1-24 15,-3-1 0-15,-4 1-12 0,4 0 12 16,3-1 44-16,-3 4 16 0,3-4 3 0,-1 4 1 16,-2-4-64-16,-3 1-20 0,3 0 0 0,-1-1 0 0,-5 4 30 15,-3-4 6-15,0 3 0 0,-3 1 1 0,-3-1-17 0,-4-2 8 0,1 2-8 0,-3 3 0 16,0-3 36-1,-3 3 1-15,-3-3 0 0,3 3 0 0,-3 0-15 16,0 0-3-16,-3 0-1 0,3 3 0 0,-3-1-7 0,0 1-2 16,0 0 0-16,-3 4 0 0,3-1-9 0,-3 4 0 15,3-2 0-15,-3 5 0 0,3 3 8 0,-3-3-8 0,0 6 12 0,-3-1-4 16,3 3-8-16,-3-2 0 0,0 2 0 0,0 3 0 16,-3-1 0-16,1-2 8 0,-1 6-8 0,0-3 0 15,0 2 0-15,-3 0 8 0,3 1-8 0,0 2 0 16,0-5 0-16,0-1 0 0,3-4-9 0,-3 2 9 15,3-3-16-15,-3-2 4 0,3-3 1 0,-3 3 0 16,3-3 3-16,1 0 0 0,-1 1 0 0,0-4 0 16,0 1 8-16,3-1 0 0,-3-2 0 0,0 3-8 15,0-6 8-15,3 3 0 0,-3-3 0 0,0 0 0 16,3 0 8-16,-3-2 6 0,0 0 2 0,-3-4 0 16,3 1-16-16,0 0 0 0,-3-2 0 0,0 2 0 15,0-3 0-15,4 0 0 0,-4-2 0 0,0 2 0 16,0-2 0-16,0 2 0 0,0-5 0 0,0 3 0 15,0-1 0-15,-3-2 0 0,3 3 0 0,-3-3 0 16,0 0 16-16,0 0 1 0,-2 0 0 0,-1 3 0 16,-3-3-8-16,0 0-1 0,0 0-8 0,-3 0 12 15,-3 0-12-15,4 0 0 0,-4 0 8 0,-3 2-8 16,3-2-18-16,-3 3-6 0,4-3-2 0,-4 0 0 0,3 3 43 0,0-3 9 16,3 2 2-16,-2 1 0 0,-1-3-28 0,-3 2 0 0,0 1 0 0,0 0 0 15,1-3 0-15,-1 2 0 0,0-2 0 0,3 3 0 31,-3-3-17-31,7 0-9 0,-4 0-2 0,3 0 0 0,0 0 48 16,3 0 8-16,-3 0 3 0,3 0 0 0,1 0-19 0,-4 0-3 16,3 0-1-16,-3 0 0 0,3 0-8 0,-3 3 10 0,4-3-10 0,-4 0 10 15,0 2-10-15,0-2 0 0,3 0 0 0,-3 3 0 16,1-3 0-16,2 0 0 0,0 0 0 0,0 0 0 16,6 0 0-16,-3 0-9 0,6 0 0 0,-3-3 0 15,3 1-22-15,3-1-4 0,0-2-1 0,3-1 0 16,1-1-227-1,-1-4-45-15</inkml:trace>
  <inkml:trace contextRef="#ctx0" brushRef="#br0" timeOffset="119457.487">22660 13328 2124 0,'0'0'44'0,"0"0"10"0,0 0-43 0,0 0-11 0,0 0 0 16,0 0 0-16,0 0 83 0,0 0 14 0,0 0 3 0,0 0 1 15,3-3-20-15,3 1-4 0,0-1-1 0,0 0 0 16,6-2-60-16,3 2-16 0,0 3 0 0,0-5 0 16,6 2 27-16,2-2 2 0,1 0 1 0,3 2 0 15,0-5-22-15,3 3-8 0,-1-3 0 0,1 0 9 16,0 3 18-1,0-3 3-15,-1-3 1 0,-2 3 0 16,3 0-76-16,-3-2-15 0,3 2-4 0,-7 0 0 0,1 0 45 16,-6 0 9-16,0 3 2 0,0-3 0 15,-6 3-59-15,-3-1-11 0,-1 1-2 0</inkml:trace>
  <inkml:trace contextRef="#ctx0" brushRef="#br0" timeOffset="119739.267">23038 12976 2256 0,'-17'-5'105'15,"11"-1"-93"-15,0 4-12 0,0-4 0 0,6 6 0 16,0 0 99-16,-6-2 17 0,6 2 4 0,0 0 1 16,0 0-42-16,0 0-9 0,0 0-2 0,0 0 0 15,0 0-28-15,0 0-7 0,-3 5-1 0,0 0 0 16,3 3-19-16,-3 3-4 0,3-1-1 0,0 4 0 15,0 2 0-15,0-1-8 0,0 4 12 0,0 0-4 16,0 7-8-16,0-2 8 0,3 5-8 0,-3 0 8 16,0 0-8-16,0 0 0 0,0 0 0 0,3 0 0 15,-3-2 0-15,3 2 0 0,0-3 0 0,0 1 0 16,0-3-28-16,0-3-10 0,0 0-2 0,-3 0-1 16,3-5-195-16,-3 0-40 0</inkml:trace>
  <inkml:trace contextRef="#ctx0" brushRef="#br0" timeOffset="120182.875">23663 13309 2303 0,'9'-2'65'0,"3"2"15"16,0-3-64-16,6 3-16 0,0 0 0 0,0-3 0 16,3 3 47-16,-1-2 6 0,1-1 2 0,6 0 0 15,0 1 7-15,3-1 2 0,2-2 0 0,4 0 0 16,3-1-64-16,-3 1-21 0,-1-3 0 0,4 0 0 16,-6 3 33-16,-1 0 8 0,1-1 0 0,0 1 1 15,-3 0-21-15,-1 2 0 0,1-2 0 0,0 2 0 16,-3 0-47-16,0 1-13 0,-7-3-4 0,1 2 0 15,0 0 25-15,-6 1 5 0,3-1 1 0,-6-2 0 16,0 2-111-16,0 0-23 0,-4-2-4 0</inkml:trace>
  <inkml:trace contextRef="#ctx0" brushRef="#br0" timeOffset="120519.942">24551 13005 2269 0,'-15'-5'64'0,"3"2"15"16,0-2-63-16,0 2-16 0,3 1 0 0,-3-1 0 16,3-2 54-16,0 5 8 0,3-3 2 0,-3 0 0 15,3 3 21-15,6 0 5 0,-6 0 1 0,6 0 0 16,0 0-42-16,0 0-8 0,0 0-1 0,3 8-1 16,0-2-24-16,0 1-5 0,3 1-1 0,3 0 0 15,0 0-9-15,3 0-16 0,3 3 4 0,0-3 1 16,0 5 11-16,0-2 0 0,2-1 0 0,1 1 0 15,-6 2 0-15,3-2 0 0,-3 2 0 0,-3 0 0 16,0 0 0-16,-3 0 0 0,3 1 0 0,-6-1 0 16,0 3 0-16,0-3 0 0,-3 0 0 0,0 3 0 15,-3-3 0-15,0 1 0 0,0-1 0 0,-3 0 0 16,0-2 0-16,-3 2 0 0,0-3 0 0,-3 4 0 16,0-1-56-16,-3 0-5 0,0 0-2 0,1-2 0 15,-1 0-140-15,0-3-28 0</inkml:trace>
  <inkml:trace contextRef="#ctx0" brushRef="#br0" timeOffset="120902.442">24786 13841 2154 0,'-9'0'91'15,"-3"-2"-73"1,3-1 70-16,-3 3 13 0,3 3 3 0,-3-1 1 16,0 1-33-16,3 2-6 0,-3 3-2 0,0 3 0 15,1-1 0-15,2 6 0 0,-3 0 0 0,0 5 0 16,3 3-32-16,-3 2-6 0,0 1-2 0,0 5 0 15,0-1-15-15,0 1-9 0,3 0 10 0,-2 5-10 16,2 0 0-16,-3 0 8 0,3 3-8 0,3-1 0 16,-3 4-21-16,3-4-7 0,3 1-2 0,-3 2 0 15,3-2 46-15,3-3 10 0,-3 0 2 0,0 0 0 16,3 0-28-16,-3 0-19 0,3 3 3 0,-3-3 1 16,3-2-10-16,-3-6-3 0,3 0 0 0,0-5 0 15,-3-3-33-15,3 0-7 0,0-5-2 0,-3 0 0 16,3-3-183-16,-3-3-37 0</inkml:trace>
  <inkml:trace contextRef="#ctx0" brushRef="#br0" timeOffset="121110.087">24330 14500 2177 0,'3'-5'92'16,"6"-1"-74"-1,0 1 81-15,0-3 16 0,3 3 3 0,0 0 1 16,0 2-31-16,3-2-7 0,-1 5-1 0,4-3 0 16,0 0-38-16,0 3-8 0,3-2-2 0,0 2 0 15,0-3-22-15,-1 1-10 0,4-1 8 0,0 0-8 16,3-2 0-16,0-3 0 0,5 0-14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2:40:58.16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7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2-01-28T22:41:03.393"/>
    </inkml:context>
  </inkml:definitions>
  <inkml:trace contextRef="#ctx0" brushRef="#br0">20145 8996 1482 0,'-45'3'31'0,"31"-3"6"0,-1 0-29 0,0 3-8 0,3-3 0 0,-3 0 0 15,3 2 88-15,3-2 16 0,-3 0 3 0,3 0 1 16,0 0-34-16,3 0-6 0,1 0-2 0,5 0 0 15,0 0-19-15,0 0-4 0,0 0-1 16,0 0 0-16,0 0-13 0,0 0-2 0,0 0-1 0,0 0 0 16,5 3-9-16,1 0-1 0,3-1-1 0,3 1 0 15,3 2 0-15,0-2 0 0,3 0 0 0,3-1 0 16,3 1 1-16,-1-3 0 0,1 2 0 0,6-2 0 16,0-2-2-16,2-1 0 0,4 1 0 0,6-1 0 15,-3 3-4-15,5 0-1 0,1-3 0 0,5 3 0 16,-5-2-9-16,0-1 12 0,2 0-12 0,4 1 12 15,-3-1-12-15,-1 3 0 0,7 0 0 0,-4 0 8 16,-2 0-8-16,-3 0 0 0,-4-3 9 0,4 3-9 16,-3 3 0-16,2-3 0 0,-2 3 0 0,0-1 8 15,-4 1-8-15,-5 0 0 0,0-1 0 0,3 1 8 16,-7 0-8-16,-2-1 0 0,3-2 0 0,-3 3 0 16,-4-1 0-16,4 1 0 0,0-3 0 0,0 5 0 0,0-5 0 15,-4 3 0-15,4 2 0 0,0-2 0 16,-3 2-16-16,-3-2-8 0,2 2-2 0,-2 0 0 15,-3-2-109-15,0 0-21 0,-3-1-5 0</inkml:trace>
  <inkml:trace contextRef="#ctx0" brushRef="#br0" timeOffset="730.608">20234 10153 937 0,'-9'8'19'0,"9"-8"6"0,-2 5-25 16,-4-2 0-16,3 2 0 0,-3 0 0 0,3-2 62 15,-3 2 7-15,6-5 2 0,-6 3 0 0,6-3 9 0,-3 5 3 0,3-5 0 0,-6 3 0 16,6-3-9-16,-6 5-2 0,6-5 0 0,0 0 0 16,0 0-11-16,0 0-2 0,0 0-1 0,0 0 0 15,0 0-14-15,0 0-4 0,3 5 0 0,3-2 0 16,-3 0-10-1,3-3-2-15,3 0-1 0,-3 0 0 0,6 0-6 0,-4 0-1 0,7-3 0 0,-3 3 0 16,6-3 1-16,0 1 0 0,3-1 0 0,3 3 0 16,-1 0-5-16,7-3-2 0,-3 3 0 0,3 0 0 15,2-2-14-15,1 2 9 16,-3-3-9-16,6 3 8 0,-1-3-8 0,1 1 0 0,0-1 9 0,6 0-9 16,-1 1 0-16,1 2 9 0,3-3-9 0,-4 3 0 15,1 0 11-15,0-2-11 0,-4-1 10 0,1 0-10 16,0 3 8-16,-1 0-8 0,1-2 0 0,0 2 0 15,-4-3 0-15,1 3 8 0,-3 0-8 0,0-3 0 16,-4 3 0-16,1 0 8 0,0-2-8 0,-3 2 0 16,3 0 0-16,-1 0 0 0,1 0 0 0,0 0 0 15,0 0 8-15,2 0-8 0,-2 0 0 0,0 0 0 16,-3 0 0-16,-4 0 0 0,1-3 0 0,0 3 0 16,-3 0 0-16,0-3 0 0,0 1 0 0,-1 2 0 0,-5 0 0 15,3-3-12-15,0 3 1 0,-3 0 0 16,-3 0-46-16,0 0-10 0,-3 0-1 0</inkml:trace>
  <inkml:trace contextRef="#ctx0" brushRef="#br0" timeOffset="1362.608">20205 11261 1474 0,'0'0'31'0,"0"0"6"16,0 0-29-16,0 0-8 0,0 0 0 0,0 0 0 15,0 0 75-15,0 0 13 0,0 0 4 0,0 0 0 16,0 6-23-16,0-6-4 0,6 2-1 0,-3 1 0 15,3 0-51-15,2-1-13 0,1 1 0 0,0 0 0 16,3-3 54-16,3 0 8 0,0 2 2 0,3-2 0 16,3 0-64-16,0 0-18 0,2 0-1 0,1 0 0 15,6-2 31-15,0 2 5 0,2-3 2 0,4 3 0 0,-3 0-19 0,3 0 0 0,-4 3 0 0,4-3 0 16,3 2 0-16,2 1 0 0,1-3 0 0,3 2 0 16,-4 1 55-16,1 0 7 15,0-1 2-15,-1 1 0 0,1 0-64 0,0-1 0 16,-1 4-12-16,1-4 2 0,0 1 10 0,-3 0 14 15,2-1-3-15,-2 1-1 0,-6-3 4 16,-1 3 1-16,-2-1 0 0,0 1 0 0,-3-1-24 0,-1-2-5 16,-2 3-1-16,3-3 0 0,-3 0 15 0,-3 0 0 15,0 0 0-15,-1 0 0 0,-2 0 0 0,0 0 0 0,0 0 0 16,-3 0 0-16,0 0 48 0,0 0 13 0,0 0 3 0,-4 0 0 16,1 0-52-16,-3 0-12 0,0 0 0 0,0 0 0 15,-3 0 0-15,0-3 0 0,0 1 0 0,-3 2 0 16,3-3-48-16,-3-2-13 0,0 0-3 0</inkml:trace>
  <inkml:trace contextRef="#ctx0" brushRef="#br0" timeOffset="2500.615">21482 8700 1178 0,'-6'3'49'16,"6"-3"-39"-1,-6 0 78-15,6 0 15 0,-3 2 3 0,3-2 1 16,-3 6-12-16,3-6-3 0,0 0 0 0,-3 5 0 15,3-5-29-15,0 8-7 0,0-3 0 0,3 0-1 16,0 1-15-16,0 2-2 0,3-3-1 0,0 3 0 0,3 0-5 0,-1 0 0 0,4 0-1 0,0 0 0 16,0 0-3-16,3 2 0 0,0-2 0 0,0 3 0 15,3-1-1-15,-3 1-1 0,2-1 0 0,4 4 0 16,-3-1-5-16,0 3-1 0,3 0 0 0,-3 2 0 16,-3-2-8-16,2 5-1 0,1-2-1 0,-3 2 0 15,-3 3-10-15,3 2 10 0,-3 1-10 0,3-1 10 16,-3 1-10-1,3-1 0-15,-4 0 9 0,4 1-9 16,-3-3 0-16,0 0 0 0,0-1 0 0,0 4 0 0,0-3 0 0,0 2 9 0,-3 3-9 16,0 0 0-16,0 3 8 0,0-3-8 0,-4 3 0 0,4 2 0 15,-3-5 0-15,3-2 8 0,-3 2-8 0,0 0 0 16,0-2 0-16,-3-1 0 0,3 1 0 0,0 2 0 16,0 2 8-16,-3-2-8 0,3 3 0 0,0 3 0 15,0-4 0-15,-3-2 0 0,3 1 0 0,0 1 0 16,0-4 8-16,-3 2-8 0,3-5 0 0,-3 5 0 15,3-3 0-15,-4 3 0 0,1 0 8 0,0 1-8 16,0-1 0-16,0 2 0 0,0-1 0 0,0-1 0 16,0-3 8-16,0 1-8 0,0-1 0 0,0 1 0 15,-3-4 9-15,3 4-9 0,-3-3 0 0,0-1 9 16,3 4-9-16,-3-1 8 0,0 1-8 0,0-1 8 16,0 1-8-16,0-1 0 0,0 1 9 0,0-1-9 15,-3 1 0-15,0-4 9 0,0 1-9 0,0 0 0 16,0-3 8-16,-3 3-8 0,3 0 0 0,-3 0 0 15,0-3 0-15,1 0 8 0,-1 3-8 0,0 0 0 16,-3-3 9-16,3 3-9 0,-3-1 0 0,0 4 9 0,0-3-9 16,-3-3 0-16,3 0 0 0,-3 0 0 15,3-2 0-15,-3 2 8 0,0-3-8 0,4 1 0 16,-4-3 0-16,3 2 0 0,-3-2 8 0,0 0-8 16,3 0-20-16,-3 2-5 0,3 1-2 0,0-3 0 15,-3 2 27-15,3-2 0 0,0 3 0 0,0-1 0 0,4-2 0 16,-4 0 0-16,0 0 0 0,0-3 0 0,3 3 0 0,0-3 0 15,-3-2 0-15,3-1 0 0,-3 4 0 0,0-6 0 0,3 2 0 16,-3-2 0-16,0 0 0 0,0 0 0 16,0 0 0-16,0 0 0 0,-2 0 0 0,2 0 0 0,0 0 0 0,-3-3 0 15,0 3 0-15,3-3 0 0,-3 0 0 0,0 3 0 16,3-2 0-16,-3-4 0 0,0 4 0 0,1-4 0 16,-1 1 0-16,3 0 0 0,0-1 0 0,-3 1 0 15,3 0 0-15,3-3 0 0,-3 2 0 0,3-2 0 16,0 3 0-16,6-3 0 0,0 0 0 0,-6 0 0 15,6 0-144-15,0 0-23 0,0 0-5 0</inkml:trace>
  <inkml:trace contextRef="#ctx0" brushRef="#br0" timeOffset="3130.354">21541 11865 1337 0,'6'0'56'16,"0"-3"-44"-16,-3 0 122 0,3 1 25 0,0-1 5 0,3-2 0 15,-3 2-75-15,3 0-15 0,0 1-3 0,0-1-1 16,3 1-22-16,-4-1-5 0,4 0-1 0,3 1 0 15,-3-1-13-15,3-2-2 0,0 2-1 0,0 0 0 32,3 1-2-32,0-4-1 0,-1 4 0 0,1-3 0 0,0-3-23 0,0 0 0 0,0 0-10 0,0 0 10 15,0 0 0-15,-1 0 0 0,4-3 0 0,0 3 0 16,-3-2 44-16,6-1 16 0,0 1 4 0,-4-1 0 16,4-2-52-16,0-3-12 0,0 0 0 0,0 0 0 15,-1-2 0-15,-2-1 0 0,0 1 0 0,3-1 0 16,-3 1 0-16,0-4 0 0,-1 1 0 15,4 0 0-15,0 0 0 0,0 0 0 0,3 0 0 0,-1-1 0 16,1 4 0-16,3-3 0 0,-3 0 0 0,6-1 0 16,-7 4 0-16,1-3 0 0,0-3 0 0,3 3 0 15,-4-3 0-15,1-3 0 0,3 1 0 0,3-1 0 16,-3 4 21-16,2 2 2 0,1-3 0 0,0 3 0 16,-3-3-37-16,2 3-7 0,-2-1-2 0,0-1 0 15,-3 1 23-15,2 1 0 0,-2 0 0 0,0 0 0 16,0-3 19-16,3 0 8 0,-4-2 1 0,1-1 1 15,0 4-7-15,0-1-2 0,-4 0 0 0,1 0 0 16,0 3 3-16,-3 0 0 0,0 0 0 0,0 2 0 16,-7 1-4-16,4-4-1 0,-3 6 0 0,0-2 0 0,0-1-6 15,0 4-2-15,-3-1 0 0,3-3 0 16,-3 3-2-16,-1 0-8 0,1 1 12 0,3-1-4 16,-6 0-8-16,3 3 0 0,0-3 9 0,-3 2-9 0,3 4 0 0,-3-1 8 0,0-2-8 15,0 5 0-15,0-2 0 0,-1 2-10 0,-2 0 1 16,3 0 0-1,-3 0-27-15,0 2-6 0,0 1-1 0,0-3 0 16,-3 3-89-16,0 0-17 0,0-1-4 0</inkml:trace>
  <inkml:trace contextRef="#ctx0" brushRef="#br0" timeOffset="4182.865">21479 8764 1773 0,'0'0'50'0,"3"-3"11"0,0-2-49 16,0 2-12-16,3 0 0 0,-1 1 0 0,-2-1 65 0,3 0 11 0,0 1 1 0,0-1 1 15,3 3-28-15,-3-3-6 0,3 3 0 0,0 0-1 16,0 0-15-16,0 0-4 0,3 3 0 0,-3 0 0 15,6-1-1-15,0 1-1 0,2 2 0 0,1 1 0 16,3-1-9-16,0 3-1 0,3-3-1 0,0 3 0 16,2 0-11-16,-2 3 10 0,3-3-10 0,0 5 10 15,2-3-2-15,4 1 0 0,3-3 0 0,0 5 0 16,-1-2 0-16,1 2-8 0,0 0 12 0,0 0-4 16,-4 1-8-16,1-4 0 0,0 3 0 0,-3 1 0 15,2-1 8-15,1 3-8 0,-3 0 8 0,3 0-8 16,-1 2 0-16,-2-2 0 0,-3 5 8 0,3-2-8 15,-4-1 0-15,-5 3 0 0,3 0 9 0,-3-2-9 16,-3-1 0-16,3-2 0 0,-4 0 0 0,-2 3 0 16,3-6 0-16,0 3 8 0,0-3-8 0,-3 0 0 15,0 1 0-15,3-1 8 0,-4 0-8 0,1 0 0 0,3 0 0 16,-3 3 0-16,3-2 0 0,-3 1 0 16,0 1 0-16,0 0 0 0,-4 0 0 0,4 3 0 15,0-1 0-15,0-2 0 0,0 0 0 0,-3 2 8 16,3-2-8-16,-3 0 0 0,0 0 0 0,-1 0 0 15,1 0 0-15,3-3 0 0,-3 0 0 0,0 3 0 0,3-3 0 0,0-2 0 16,0 2 0-16,0 3 8 0,0-5-8 0,2-1 11 16,-2 3-11-16,0-2 12 0,3 0 4 0,0-1 0 0,0 1 1 0,-3-1 0 15,2 1 3-15,-2 0 1 0,0 2 0 16,0-3 0-16,0 1 4 0,0 0 1 0,-3-4 0 0,0 4 0 16,0 0-14-16,-3-3-4 0,2 2 0 0,-2 1 0 15,0-3 4-15,-3 0 1 0,3 0 0 16,0-1 0-16,0 1-2 0,-3 0-1 0,0 0 0 0,3 0 0 15,-3-2-2-15,0 4 0 0,3-2 0 16,-3 0 0-16,3-3-8 0,-3 1 12 0,2 2-12 0,-2-3 12 16,3 0-12-16,0 3 0 0,-3-3 9 0,3 1-9 15,-3-1 0-15,0 0 9 0,3 0-9 0,-3 1 0 16,0 2 8-16,0-3-8 0,0 0 0 0,0 3 0 16,0-5 0-16,0 2 0 0,0 0 0 0,-3 1 0 15,3-1 0-15,-1 0 0 0,-2 1 8 0,0-1-8 16,3 0 0-16,-3-2 0 0,0 2 0 0,0 0 0 15,0-2 0-15,0 2 0 0,-3-5 0 0,3 6 0 16,0-1 0-16,-3-5 0 0,3 5 8 0,-3-5-8 16,3 3 0-16,-3-3 0 0,6 5 0 0,-6-5 0 15,3 3-37-15,0-1-2 0,3 1 0 0,0-3 0 16,0-3-193-16,0 1-40 0</inkml:trace>
  <inkml:trace contextRef="#ctx0" brushRef="#br0" timeOffset="4772.51">23681 10177 1341 0,'0'0'56'16,"0"0"-44"0,0 0 95-16,0 0 19 0,0 0 4 0,0 0 1 0,0 0-38 0,0 0-7 0,0 0-2 0,6 0 0 31,-3 0-35-31,3 0-7 0,0 2-2 0,3-2 0 16,-3 0-14-16,3 3-3 0,3-3-1 0,-3 2 0 15,3-2 0-15,3 3 0 0,-3 0 0 0,2-3 0 0,1 0-2 0,3 0-1 0,0 0 0 16,3 0 0-16,3-3-3 0,2 3-1 0,4-3 0 15,3 3 0-15,3 0-4 0,-1 0-1 16,7 0 0-16,3 0 0 0,2-2 5 0,1 2 1 0,3-3 0 16,5 3 0-16,1 0-16 0,-1 0 9 0,4 0-9 15,5 0 8-15,-2 0-8 0,2 0 0 16,1 0 0-16,8 0 0 0,-8-2 11 0,-1 2 0 0,4-3 0 16,-1 3 0-16,-2 0-3 0,-4 0-8 15,1 0 12-15,5 0-4 0,-11 0-8 0,2 0 0 16,-5 0 9-16,2 0-9 0,-8 0 0 15,-6 0 0-15,-1 0 0 0,-5-3 0 0,-6 1 0 16,-4-1-16-16,-5 0 2 0,-3-2 1 16,-3 0-119-16,-6-1-24 0,0 1-5 0</inkml:trace>
  <inkml:trace contextRef="#ctx1" brushRef="#br0">21434 12688 0,'0'0'0,"42"-24"15</inkml:trace>
  <inkml:trace contextRef="#ctx0" brushRef="#br0" timeOffset="6829.15">15427 7456 1280 0,'3'-5'36'0,"0"0"8"16,0 0-35-16,0-1-9 0,0 1 0 0,0 0 0 16,0-1 47-16,-3 6 7 0,3-2 2 0,-3 2 0 15,0 0-32-15,0 0-5 0,0 0-2 0,0 0 0 16,0 0 38-16,0 0 7 0,0 0 2 0,0 0 0 15,0 0-52-15,0 0-12 0,0 5 0 0,0 0 0 16,0 1 0-16,0 2 0 0,3-3 0 0,0 3 0 16,0 0 0-16,0-3 0 0,3 3 0 0,0 0 0 15,0 0 0-15,3 0 0 0,0-3 0 0,0 3 0 16,-1-3 32-16,4 1 4 0,0-1 1 0,0 0 0 16,0-2-9-16,3 2-1 0,0-2-1 0,0-1 0 15,3 1 1-15,-1 0 0 0,1-3 0 0,3 2 0 16,-3-2-8-16,3 3-2 0,-3-3 0 0,3 3 0 15,2-3-5-15,1 0 0 0,3 0-1 0,0 0 0 16,3 0-1-16,2-3 0 0,4 3 0 0,0 0 0 16,-4-3-10-16,7 3 0 0,-3 0 0 0,6-2 0 15,-1 2 9-15,4 0 0 0,3-3 0 0,2 3 0 16,1 0-9-16,-4 0 0 0,4 0 9 0,3 0-9 0,-1 0 8 16,1 0-8-16,2 0 10 0,7 0-10 0,-7 0 0 0,1 3-21 15,-1-3 3-15,7 2 1 16,-4 1 37-16,4 0 7 0,2-3 1 0,4 2 1 15,-4 1-46-15,-2 0-10 0,5 2-1 0,4 0-1 0,-7 0 50 0,1 1 11 0,-1-1 1 16,7 0 1-16,-4 1-34 0,-2-1 0 0,5-2 0 0,3 4 0 16,-5-1 0-16,2 2 0 0,1 0 0 0,2 0 0 15,-8 2 0-15,2-2 0 0,-5-3 0 0,8 6 0 16,-8-3 0-16,-1 0 0 0,1 2 0 0,2 1 0 16,-5-3 0-16,-4 0 0 0,4 0 0 0,-4 0 0 15,-5 2 0-15,-3 1 0 0,-1-3 0 0,-2 2 0 16,-1 1 13-16,-5-3-4 0,0 3-1 15,0-1 0-15,-4-2 6 0,1 3 1 0,0-1 0 0,-4-2 0 16,-2 3-7-16,0-3-8 0,-3 0 11 0,-3 2-11 16,-4-2 13-16,1 0-4 0,-3 0-1 0,-3 0 0 15,0 0 3-15,-3 0 0 0,0-3 0 0,0 3 0 16,-3 0 2-16,-1-3 1 0,1 1 0 0,0 2 0 16,-3-3-2-16,0 0-1 0,0 0 0 0,-3 3 0 15,3-2-3-15,-3 2-8 0,0-6 12 0,-3 6-4 16,3-3 1-16,-3 1 0 0,0 2 0 0,0-3 0 15,0 0-1-15,0 3 0 0,0-2 0 0,0 1 0 16,0 1-8-16,-3-2 0 0,3 2 9 0,0 0-9 16,0 0 0-16,3-1 0 0,-3 1 0 0,3 0 0 0,0 0 0 15,-3 0 0-15,3 3 0 0,0-3 0 0,0 5 0 16,0-2 0-16,0-1 0 0,0 3 8 0,3 1-8 0,-3-1 0 16,0 3 0-16,0-3 0 0,0 0 0 0,0 0 0 15,0 3 0-15,0-3 0 0,0 3 0 0,0-2 0 0,0-1 0 16,0 0 0-16,-3 0 0 0,3-2 12 0,0 2-4 0,0-2 0 31,-3-1 0-31,2 1 1 0,-2-1 0 0,3 1 0 0,-3 0-1 16,0-3-8-16,3 2 12 0,-3 1-4 0,0 2 2 0,3-2 0 0,-3-1 0 15,0 3 0-15,0 1-1 16,0-4 0-16,-3 6 0 0,3-3 0 0,0 0-9 0,-3 3 12 0,3 0-12 0,-3-3 12 16,3 3-3-16,0-2 0 0,-2-1 0 0,2 3 0 15,-3-3 1-15,0-3 0 0,0 4 0 0,-3-1 0 16,3-2 0-16,0 2 0 0,0-3 0 0,-3 1 0 15,3 0-1-15,0-1 0 0,0-2 0 0,0 3 0 16,0-1-9-16,0-2 12 0,3 0-12 0,-3 0 12 16,3 0-12-16,-3-3 0 0,3 3 0 0,0-3 0 15,-3 1 0-15,3 2 8 0,-3-3-8 0,3 0 0 16,0-5 0-16,0 8-17 0,0-5 2 0,3 2 1 16,-3-5-145-16,3 8-29 0,0-3-5 0</inkml:trace>
  <inkml:trace contextRef="#ctx0" brushRef="#br0" timeOffset="8912.93">14835 11547 1181 0,'0'0'24'0,"0"0"7"15,0 0-31-15,0 0 0 0,0 0 0 0,0 0 0 16,0 0 83-16,3 5 10 0,3-2 3 0,-3 0 0 16,3-1-20-16,0 1-3 0,0 2-1 0,0-2 0 15,0 0-56-15,2-1-16 0,-2 1 0 0,3 2 0 16,0-2 36-16,0-1 3 0,0 1 0 0,3 2 0 15,0-2-28-15,3 0-11 0,0 2 8 0,3 0-8 16,-1-2 8-16,4 0-8 0,0-1 0 0,6 1 8 16,0 0 0-16,2-1-8 0,1-2 12 0,3 3-4 15,-3-3 2-15,2 2 0 0,-2 1 0 0,6 0 0 16,0-3-1-16,2 2 0 0,1-2 0 0,6 0 0 16,-4 0-9-16,4 0-11 0,0-2 3 0,2 2 0 15,-2-3 8-15,0 3 0 0,2 0 0 0,4-3 0 0,-4 3 23 0,1-5 6 16,3 3 2-16,2-1 0 15,-5 0-19-15,0 1-3 0,-1 2-1 0,4-3 0 0,-4 0-8 0,4 1 12 0,-3 2-12 16,2-3 12-16,-5 3 0 0,-1-3 0 16,-2 3 0-16,3 0 0 0,-1-2 3 0,4 2 1 0,0-3 0 0,-1 3 0 15,-5 0-3-15,0 0 0 0,-4 0 0 16,1 0 0-16,3 0-3 0,-1 0-1 0,1 0 0 16,6 0 0-16,-7 0-9 0,-2 0 10 0,0 0-10 0,2 0 10 15,-2 0-10-15,-3 0 0 0,3 0 0 16,-1-3 0-16,1 1 8 0,3-1-8 0,-1 0 0 15,-2 1 8-15,-3-1-8 0,-1 3 8 0,-5-2-8 0,3 2 8 16,-3-3 10-16,-1 0 2 0,4 3 0 0,0 0 0 16,-3-2-20-16,2 2-16 0,1 0 4 0,0 0 0 15,-3 0 12-15,-3 0 0 0,2 2 9 0,-5-2-9 16,0 0 8-16,0 0-8 0,0 0 0 0,-1 0 0 16,1-2 10-16,-3 2-10 0,6-3 10 0,-3 3-10 15,-4-3 0-15,1 3 0 0,3-2 0 0,-3-1 0 16,0 0 0-16,-3 3 0 0,-1-2 0 0,-2-1 0 15,0 0 0-15,0-2 0 0,-3 2 0 0,-3 1 0 16,0-1 11-16,0 1-11 0,-3-4 12 0,0 4-12 16,-3-1 10-16,3 0-10 0,-3 1 8 0,0-1-8 15,0 0 0-15,0-2 8 0,0 2-8 0,0-2 0 16,-3 0 8-16,2 2-8 0,-2-2 0 0,3-3 8 0,-3 5-8 16,0-2 0-16,3-3 0 0,-3 3 8 0,3 0-20 15,-3-1-4-15,0 1 0 0,3-3-1 16,-3 3 17-16,3-1 0 0,0-2 0 0,0 1 0 15,0 1 0-15,-3-2 0 0,3 0 0 0,3 0 0 16,-3-2 0-16,0 2 0 0,3 0 0 0,0-3 0 0,-3 3 19 0,3-2 7 0,0-1 2 0,0 1 0 31,0-4-17-31,0 1-3 0,3 0-8 0,-3-3 12 0,3-2 14 0,0 2 2 16,0-5 1-16,-4 2 0 0,4-2-29 0,0 2 0 0,-3-2 0 0,3 0 0 16,-3 3 0-16,3-1 0 0,-3 0 0 0,0 4 0 15,0-4 0-15,0 3 0 0,-3 0 0 0,3 0 0 16,0 1 0-16,-3-1 0 0,3-3 0 0,-3 3 0 15,0-2 0-15,3-1 0 0,-3-2 0 0,3 0 0 16,-3 0 0-16,0 2 0 0,-1-5 0 0,1 3 0 16,0 0 0-16,0 0 0 0,0 2 0 0,-3-2 0 15,0 5 57-15,0-2 6 0,-3 2 1 0,3 3 0 16,-3-3-52-16,0 3-12 0,3-3 0 0,-3 2 0 16,1 1 0-16,2 0 0 0,-3 0 0 0,0 0 0 15,0-1 0-15,3 1 0 0,-3 0 0 0,3 0 0 16,-3-1 0-16,3 1 0 0,-3 3 0 0,0-4 0 15,3 1 0-15,-3 3 0 0,0-4 0 0,3 4 0 16,0-1 0-16,-3 1 0 0,3-1 0 0,0 3 0 16,0-3 0-16,3 6 0 0,-3-3 0 0,3 3 0 15,0 0 0-15,0-1 0 0,-3 1 0 0,3 2 0 16,0-2 0-16,3 2 0 0,-3 1 0 0,0-1 0 16,2 1 0-16,1 2 0 0,0-3 0 0,0 3 0 15,0 0 0-15,3-3 0 0,-3 3 0 0,3 0 0 0,0 0 0 16,0 0 0-16,0 3 0 0,0-3 0 15,0 0 0-15,0 3 0 0,0-3 0 0,3 0 0 0,-4 0 0 0,1 0 0 16,0 0 0-16,3 0 0 0,0 0 0 16,3 0 0-16,-3-3 0 0,3 3 0 0,3 0 0 0,-3 0 0 0,2 0 0 0,4 3 0 15,-3-3 8-15,0 2 0 0,3-2-8 0,-3 0 12 16,2 0-12-16,-2 3 0 0,0-3 0 0,0 2 0 16,-3-2 0-16,0 3 0 0,0-3 0 0,0 0 0 15,-1 0 0 1,-2 3 0-16,0-3 0 0,-3 0 0 0,3 0 0 0,0 0 0 0,0 0 0 15,0 0 0-15,0 0 0 0,0 0 0 0,0 0 0 16,2 0 0-16,-2-3 0 0,0 3 0 0,3-3 0 0,0 3 0 16,0 0 0-16,0 0 0 0,3 0 0 0,-1 0 0 15,-2 0 0-15,3 3 0 0,0-3 0 0,-3 0 0 16,0 3 0-16,0-3 0 0,0 0 0 0,0 0 0 16,-4 0 0-16,1 0 0 0,0 0 0 0,0 0 0 15,-3 0 0-15,3 0 0 0,-3 0 0 0,0-3 0 16,3 3 0-16,-3-3 0 0,0 3 0 0,3-2 0 15,-1 2 0-15,1 0 0 0,0-3 0 0,3 3 0 16,-3 0 0-16,3 0 0 0,-3 0 0 0,3 0 0 16,3 3 0-16,-4-3 0 0,1 0 0 0,0 2 0 15,0-2 8-15,0 3-8 0,0-3 0 0,0 0 0 16,0 3 0-16,-3-3 8 0,-1 0-8 0,1 2 0 16,-3-2 0-16,3 3 0 0,-3-3 0 0,0 0 0 0,0 0 0 0,0 0 0 0,0 0 0 0,0 0 0 31,0 0 0-31,0 0 8 0,0 0-8 0,-1 0 0 15,1-3 0-15,3 3 0 0,-3-2 8 0,3 2-8 0,0 0 0 16,-3-3 0-16,3 3 0 0,-3-3 0 16,0 3-32-16,0-2-4 0,0 2 0 0,0 0 0 15,-4 0-118-15,-2 0-24 0,-3 0-5 0</inkml:trace>
  <inkml:trace contextRef="#ctx0" brushRef="#br0" timeOffset="10938.415">11959 15246 1496 0,'-6'6'42'0,"1"-1"10"16,-1 0-41-16,0 0-11 0,0 1 0 0,3-1 0 15,3-5 61-15,-6 3 11 0,6-3 1 0,0 0 1 16,0 0-23-16,0 0-5 0,0 0-1 0,0 0 0 0,0 0-24 0,0 0-5 0,0 0 0 0,0 0-1 16,9 0-7-16,-3 0-8 0,6 0 11 0,-4 0-11 15,7-3 9-15,-3 0-9 0,6 1 0 0,0-1 9 16,0 0-9-16,0-2 0 0,3 2 0 0,2 1 0 16,4-1 0-16,0-2 0 0,6 0 0 15,2-1 0-15,4 1 0 0,3-3 8 0,2 0-8 16,4 0 8-1,-3 0-8-15,-1-2 0 0,1-1 0 0,9 1-11 16,-4-1 27-16,4 0 4 0,2 3 2 0,7-2 0 0,-4-1-35 0,1 3-7 0,2-5-2 16,7 5 0-16,-7 0 42 0,-2 0 9 0,2 0 2 15,7-2 0-15,-4 4-23 0,4-1-8 0,2 1 0 0,7-2 0 16,-4 3 12-16,0-3-4 0,1 3-8 0,5-1 12 16,-5 4 0-16,-4-3-1 0,1 2 0 0,8-2 0 15,-9 2-11-15,1-2 0 0,2-1 9 0,7 1-9 16,-7-3 0-16,0 3 8 0,1-3-8 0,8 3 0 15,-5-1 8-15,-1 1-8 0,0 0 10 0,7 2-10 16,-13-2 8-16,1 2-8 0,-1 0 0 0,3 3 9 16,-8-2 1-16,2-3 0 0,-2 2 0 0,8-2 0 15,-5 2-10-15,-1-2-14 0,4 2 3 0,2-2 1 16,-6 2 10-16,-2 0 0 0,-4 3 0 0,7-2 0 16,-7-1 0-16,1-2 0 0,-3 2 0 0,8-2 0 15,-6 0 0-15,4-1 0 0,-4-2 0 0,10 3 0 16,-10 0 30-16,-5 0 8 0,3-3 2 0,-1 2 0 15,1-2-13-15,-1 3-3 0,1-3 0 0,5 3 0 16,-5-3-24-16,-4 0-14 0,1 0 2 0,5 0 0 16,-8 0 12-16,-1 3 16 0,-2 0-3 0,6-3-1 0,-4 2-12 15,1 4 0-15,-1-4-9 0,4 1 9 16,-7 2 0-16,-2 1 0 0,3-1 11 0,-1 1-3 0,-2-4-8 0,3 4 0 0,-1-1 0 16,4-2 0-16,-4 2 0 0,-2-2 19 0,0 2-3 15,2-2-1-15,-5-1-24 0,2 4-5 0,1-3-1 0,3 2 0 16,-4-2 28-16,1 2 6 0,0-2 1 15,-4 2 0-15,1 0-12 0,-3-2-8 0,-1 2 12 0,4 1-12 16,-3-1 13-16,2 0-4 0,1 1-1 0,-1-1 0 16,-2 1-8-16,-6-4 0 0,-3 4 0 0,2-1 0 15,-2 3 10-15,0-3-10 0,3 1 12 0,-4-1-12 16,4 0 13-16,-3 1-4 0,-1-4-1 0,1 4 0 16,-6-3 6-16,0-1 1 0,-6 1 0 0,-1 2 0 15,1-2-15-15,-3 2 0 0,-3 1 0 0,3-1 0 16,-3 0 0-16,3-2 0 0,-3 0 0 0,2 0 0 15,-2-1 0-15,0-2 0 0,3 0 0 16,-3 0 0-16,0-2 0 0,0 2 0 0,3-3 0 0,-7-2 0 16,4 3 54-16,-3-4 8 0,0 4 2 0,0-4 0 15,0 1-52-15,0 0-12 0,0 0 0 0,0-3 0 16,-3 3 0-16,0 2 0 0,2-2 0 0,-2 0 0 16,0-3-10-16,-3 3-5 0,3-1-1 0,-3-2 0 15,-3 6 16-15,3-3 0 0,0-1 0 0,-3 1 0 16,3 3 10-16,-3-4-10 0,0 1 8 0,0-3-8 15,-3 3 12-15,3-6-4 0,-3 4 0 0,3-7 0 0,-3 1-8 16,0-3 0-16,3 1 0 0,-3-4 0 0,0 6 0 16,3-3 0-16,-3 0 0 0,0 3 0 0,0 0 0 0,0 0 0 0,0 2 0 15,0-2 0-15,0 0 29 0,0 0 1 16,0 0 0-16,0-3 0 0,0 0-22 0,-3-2-8 0,3-4 0 0,-3 1 9 16,3 3-33-16,0-1-8 0,-3-2 0 15,3 6-1-15,-3-1 33 0,0 0 0 16,0 0 0-16,0 3 0 0,3 0 0 0,-6 0 0 0,3-1 0 15,-3-1 0-15,3-1 24 0,0 0 12 16,0-2 3-16,-3-4 0 0,3 4-31 16,0-1-8-16,0-2 0 0,3 3 0 0,-3-1 24 0,0 6 0 0,0-3 0 0,0 6 0 15,0-3-24-15,3 0 0 0,-3 5 0 0,0-3 0 16,0 1-15-16,3-3-7 0,-3-1-2 0,0 1 0 16,0-3 24-16,3 1 0 0,-2-4 0 0,-1 3 0 15,3 0 0-15,-3 1 0 0,0 2 0 0,3-1 0 16,0 1 0-16,-3 0 0 0,3 2 0 0,0 1 0 15,0 2 22-15,0-2-1 0,0 2 0 0,3 0 0 16,-3 0-33-16,0-3-6 0,3 1-2 0,0-1 0 16,-3 1 20-16,3-3 0 0,-1 0 0 0,-2-1 0 15,3 4 0-15,0-3 0 0,0-1 9 0,0 4-9 16,0-1 0-16,0 1 0 0,0 2 8 0,0 0-8 16,0 0 0-16,0 0 0 0,0 3 0 0,0-3 0 15,0 3 13-15,-3 0 1 0,3-3 0 0,0 3 0 0,0 0-14 16,-3-3 0-16,3 0 0 0,-3 0 0 15,3-3 0-15,-3 1 0 0,3 2 0 0,-3-3 0 16,0 1 0-16,3-1-16 0,-3 1 3 0,3-1 1 16,-3 1 12-16,0 2 0 0,3 0 0 0,-3-2 0 0,0 4 0 0,0-2 0 15,0 1 8-15,0 1-8 0,0 1 0 0,0 0 10 16,0 0-10-16,-3-1 8 0,3 4-8 0,0-3 0 16,-3 2 0-16,3-2 0 0,-3 0 0 0,3-1 8 0,0-2-8 0,-3 3 0 15,3-3 0-15,-3 0 0 16,3 3 8-16,-3-3-8 0,3 0 0 0,0 1 0 0,0 1 9 15,0-1-9-15,0 1 0 0,0 1 0 0,3-3 0 0,-3 6 0 16,0-4 0-16,3 4 0 0,-3-1 0 0,0 1 0 16,3-1 0-16,-3 0 0 0,0 1 0 0,3-1 0 15,-3 1 0-15,0-1-10 0,3 1 10 0,-3-6-10 16,3 0-91-16,-3-5-19 0,6-3-3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2:41:53.46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54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2-01-28T22:43:35.869"/>
    </inkml:context>
  </inkml:definitions>
  <inkml:trace contextRef="#ctx0" brushRef="#br0">11355 3532 1729 0,'0'-8'72'16,"3"3"-57"-1,-3 0 110-15,0 5 23 0,0-3 4 0,0 3 0 0,0 0-70 16,-3-2-14-16,3 2-4 0,-6-6 0 0,0 6 1 0,0 6 0 0,-3-6 0 0,0 2 0 31,1 4-33-31,-4 1-8 0,0 7 0 0,-6-6-1 16,0 2-11-16,-3 3-1 0,0 1-1 0,-2-1 0 15,-4 3-10-15,0-3 8 0,0 3-8 0,0 0 8 0,-2 5-8 0,5-3 0 16,-3 4 0-16,0 4 0 16,3-5 0-16,1 3 0 0,-1-3-10 0,0 0 10 15,3 3-35-15,-3-5-1 0,1-1 0 0,-1-2 0 16,3 0-82-16,3-3-17 0,0 0-3 0</inkml:trace>
  <inkml:trace contextRef="#ctx0" brushRef="#br0" timeOffset="296.622">10790 3551 2310 0,'-6'-5'48'0,"3"-1"11"16,0 4-47-16,3-4-12 0,0 6 0 0,0 0 0 16,0 0 68-16,3-2 11 0,-3 2 2 0,0 0 1 15,6 0-33-15,0-6-6 0,0 12-2 0,0-6 0 16,-1 2-13-16,4 4-2 0,0-4-1 0,0 6 0 15,0 0-5-15,3 3-2 0,-3-3 0 0,-3 2 0 16,3-2-2-16,0 5-1 0,-3-2 0 0,3 2 0 16,0-2-15-16,-3 2 0 0,3 3 0 0,-1 0 0 15,1-3 0-15,0 6 0 0,0 2 8 0,0-3-8 16,-3 6 9-16,3-3-1 0,0 3 0 0,0-3 0 16,-3 0-8-16,3-2-11 0,0-3 3 0,-3 2 0 15,0-7-89-15,3 0-18 0,-3 4-3 0</inkml:trace>
  <inkml:trace contextRef="#ctx0" brushRef="#br0" timeOffset="567.675">11257 3863 1824 0,'0'0'76'0,"0"0"-60"16,0 0 135-16,3-5 27 0,-3 5 6 0,0 0 0 15,0 0-90-15,0 0-18 0,3-3-4 0,-3 3-1 16,0 0-19-16,0 0-4 0,3 3-1 0,3 2 0 16,-3 0-24-16,0 3-5 0,-3 0-1 0,3 3 0 15,0-1 18-15,-3 1 3 0,3 2 1 0,-3-2 0 16,3 2-24-16,-3 3-5 0,0-3-1 0,0 3 0 16,0 0 6-16,0-3 1 0,0 3 0 0,-3 3 0 15,3-6-16-15,0 3-16 0,-3 0 3 0,3 5 1 16,0-8-12-16,-3 3-3 15,3 0 0-15,0 2 0 0,-3 1-148 0,3-9-29 0</inkml:trace>
  <inkml:trace contextRef="#ctx0" brushRef="#br0" timeOffset="4171.238">11814 4739 1109 0,'0'0'47'0,"0"0"-38"16,0 0 92-16,0 0 19 0,0 0 3 0,0 0 1 31,0 0-56-31,0 0-10 0,0 0-2 0,0 0-1 0,0 0 0 0,0 0 0 0,0 0 0 0,0 0 0 31,0 0-30-31,0 0-5 0,0 0-2 0,-6-3 0 16,6 3 28-16,0 0 6 0,0 0 0 0,0 0 1 0,0 0-33 0,-6 0-8 0,6 0 0 0,0 0-1 15,0 0 42-15,0 0 9 0,-6 0 2 0,6 0 0 16,0 0-52-16,0 0-12 0,-6-2 0 0,6 2 0 16,0 0 0-16,0 0 0 0,0 0 0 0,0 0 0 15,0 0 54-15,0 0 8 0,0 0 2 0,0 0 0 16,0 0-52-16,0 0-12 0,0 0 0 0,0 0 0 16,0 0-16-16,0 0-5 0,0 0-2 0,3 2 0 15,3 1 37-15,0-3 7 0,3 3 2 0,-3-3 0 16,2 2-15-16,1-2-8 0,0 0 8 0,3 3-8 15,0-3 0-15,0 0 0 0,0 0 0 0,3 0-8 16,0 0 24-16,0 0 6 0,2 0 1 0,1 0 0 16,0 0-23-16,0 0 9 0,0 0-9 0,0 0 0 15,0 0 8-15,-1 0-8 0,1 0 0 0,0 3 0 16,3-3 0-16,0 0 8 0,-3 0-8 0,6 0 0 16,-4-3 0-16,4 3 0 0,3 0 0 0,-3-3 0 15,0 3 8-15,-1-2-8 0,1-1 0 0,0 0 0 16,-3 3 0-16,0-2 0 0,0 2 0 0,-1-6 0 15,-2 6 0-15,-3-2 8 0,3-1-8 0,0 3 0 16,0-3 12-16,-3 3-12 0,2-2 12 0,1 2-12 16,-3-3 8-16,0 3-8 0,3-2 0 0,-3 2 0 15,0-3 0-15,0 3 0 0,-3 0 8 0,-1 0-8 0,1 0 0 16,-3 0 0-16,3 0 0 0,-3 0 0 0,-3 0 8 16,0 0-8-16,0 0 0 0,0 0 0 15,0 0 0-15,-3 0 0 0,-3 0-13 0,6 0 5 16,0 0-97-16,-3 0-19 0,-3 0-4 0</inkml:trace>
  <inkml:trace contextRef="#ctx0" brushRef="#br0" timeOffset="5041.912">12790 4715 1504 0,'0'0'43'0,"0"0"9"0,0 0-42 0,0 0-10 0,0 0 0 0,0 0 0 16,0 0 88-16,0 0 16 0,0 0 4 0,0-2 0 15,0 2-24-15,3-6-5 0,3 4-1 0,-3-1 0 16,-3 3-22-16,3-3-5 0,3 1-1 0,-3 2 0 15,0 0-14-15,3 0-4 0,-3 0 0 0,0 0 0 16,3 0-2-16,-3 2-1 0,3-2 0 0,-4 0 0 16,1 3-1-16,3-3-1 0,-3 3 0 0,3-1 0 15,-3 1-3-15,3-3-1 0,-3 3 0 0,0-1 0 16,3 1-1-16,-3-1 0 0,0 1 0 0,0 0 0 16,0-1-2-16,0 4-1 0,3-6 0 0,-3 2 0 15,0 1 0-15,3-3 0 0,0 0 0 0,-3 3 0 16,3-3 5-16,0 0 0 0,0 0 1 0,0 0 0 15,0 0-7-15,3 0-2 0,-1 0 0 0,-2 0 0 16,3 0-5-16,0-3-2 0,0 3 0 0,0 0 0 16,0 0-9-16,3-3 8 0,-3 3-8 0,0 0 8 15,3-2-8-15,0 2 0 0,-3 0 0 0,2 0 0 0,1 0 0 16,0 0 8-16,3-6-8 0,-3 4 0 0,0 2 0 16,3-3 0-16,-3 3 0 0,3-3 0 15,-3 1 0-15,-1 2 0 0,1-3 0 0,-3 1 0 0,3-1 0 16,-3 3 0-16,0-3 8 0,-3 3-8 0,0 0 0 15,0-2 0-15,0 2 0 0,-3-3 0 0,3 3 0 0,-6 0 0 16,3 0 0-16,-3 0 0 0,0 0 0 0,0 0 0 0,0 0 8 0,0 0-8 16,3 0 0-16,-3 0 0 0,0 0 0 0,0 0 0 15,0 0-8-15,0 0-1 0,0 0 0 0,0 0 0 16,0 0-19 0,0 0-3-16,0 0-1 0,0 0 0 0,0 0-32 15,0 0-6-15,0 0-2 0,0 0 0 0,0 0-108 0,0 0-23 16,0 0-4-16</inkml:trace>
  <inkml:trace contextRef="#ctx0" brushRef="#br0" timeOffset="7595.848">13305 4720 2105 0,'0'0'60'0,"0"0"12"0,0-5-57 0,3 0-15 0,-3 2 0 0,0 3 0 15,0 0 84-15,3-5 13 0,-3 5 3 0,0 0 1 16,0 0-31-16,6 0-6 0,-6 0-2 0,6 0 0 15,-6 0-21-15,3 5-4 0,3-2-1 0,-3 2 0 16,0 3-11-16,0 3-2 0,0-6-1 0,0 6 0 16,-3 2-7-16,3-3-2 0,-3 4 0 0,3 1 0 15,-3 1-3-15,0 3-1 0,0-6 0 0,0 11 0 16,0-8-9-16,0 8 0 0,0 2 9 0,2-2-9 16,-2 2 0-16,0 1 0 0,3-1 0 0,-3 1 0 15,3-3 0-15,0-1 0 0,0-1 0 0,0-1 8 16,0 0-8-16,0-5 0 0,-3 0 0 0,3-1 0 15,0-1-11-15,-3 2 0 0,3-3 0 0,-3 0 0 16,3-2-41-16,0-1-9 0,0 1-2 0,-3-1 0 16,3 1-117-16,0-3-24 0,0 0-5 0</inkml:trace>
  <inkml:trace contextRef="#ctx0" brushRef="#br0" timeOffset="8048.722">13105 5440 1922 0,'-6'3'54'0,"1"-3"13"16,-1 2-54-16,6-2-13 0,0 0 0 0,0 0 0 15,0 0 77-15,0 0 13 0,0 0 2 0,0 0 1 16,0 0-23-16,0 0-5 0,0 0-1 0,0 0 0 16,0 0-51-16,3-5-13 0,3 3 0 0,-1-1 0 15,1 3 54-15,3-5 8 0,3 2 2 0,0 0 0 16,3 3-52-16,0-2-12 0,3-1 0 0,0 0 0 15,0 1 54-15,2-1 8 0,-2 0 2 0,3 1 0 16,0-4-52-16,-3 4-12 0,3-3 0 0,-1-1 0 0,4 1 0 16,0 2 0-16,0-2 0 0,0 2 0 0,-4 1 0 0,1-1 9 15,0 0-9-15,0 1 8 0,-6-1-8 16,0 3 0-16,0 0 0 0,-6 0-11 16,2 0-47-16,-2 0-10 0,-3 3-1 0,0-1-1 15,0-2-10-15,-3 3-1 0,-3-3-1 0,3 5 0 16,-3-5-116-16,0 0-23 0,0 0-5 0</inkml:trace>
  <inkml:trace contextRef="#ctx0" brushRef="#br0" timeOffset="8633.691">13070 5464 1314 0,'-9'3'37'0,"3"-3"8"16,-3 2-36-16,3-2-9 0,6 0 0 0,-6 3 0 15,6-3 104-15,0 0 20 0,0 0 3 0,0 0 1 16,0 0-52-16,0 0-9 0,0 0-3 0,0 5 0 0,3 1 0 15,0-4 0-15,0 3 0 0,3-2 0 16,0 0 0-16,0-1 0 0,0 1 0 0,3 0 0 16,0-1-54-16,0 1-10 0,-1 0 0 0,1 2 0 15,0-2 0-15,0-1 8 0,3 3 2 0,0 1 0 16,-3-4-10-16,3 4 8 0,0-1-8 0,0 0 8 16,0 1-8-16,0-4 10 0,2 6-10 0,-2 0 10 0,0-5-10 0,0 5 0 15,0-3 0-15,0 0 8 0,0 3-20 0,-3 0-4 16,3 0 0-16,0 0-1 0,-3 0 32 0,2 0 6 15,-2-3 2-15,3 0 0 0,0 3-37 0,-3-2-7 0,0-4-2 0,0 4 0 16,0-1 23-16,-3 0 0 16,0-2 0-16,0 2 0 0,0-2 0 0,0-1 0 0,0 1 0 0,0 0 0 15,-3-3 0-15,2 2 0 0,-2-2 0 0,-3 0 0 16,6 0 0-16,-3-2 0 0,3 2 0 0,-6 0 0 16,6-6 47-16,-3 4 13 0,3-3 4 0,-3 2 0 15,0-2-52-15,0-3-12 0,0 2 0 0,3-2 0 16,-3-2 54-16,0-1 8 0,3 1 2 0,-3-4 0 15,3 1-52-15,0 0-12 0,-3 0 0 0,3 0 0 16,0-3 0-16,0 2 0 0,0-1 0 0,0 1 0 16,0-2 0-16,3 3 0 0,-7 0 0 0,4 2 0 15,0 1-48-15,-3 2-13 0,3-3-3 0,0 3 0 16,-3 0-81-16,3 0-17 0,0 6-3 0</inkml:trace>
  <inkml:trace contextRef="#ctx0" brushRef="#br0" timeOffset="9353.102">13495 5747 1241 0,'0'0'25'0,"0"0"8"15,-6 0-33-15,0 0 0 0,6 0 0 0,-5 0 0 16,-1 0 129-16,3 0 19 0,3 0 4 0,-9 0 1 16,3 3-68-16,3-3-13 0,3 0-4 0,-9 0 0 15,3 2-6-15,0-2-2 0,0 3 0 0,0 0 0 16,0-1-12-16,0 1-2 0,0 0-1 0,0 2 0 15,0 3-21-15,-3-3-4 0,3 3 0 0,0 3-1 16,0-3 12-16,0 2 2 0,1 1 1 0,-1-1 0 16,0 1-22-16,0 2-4 0,3-2 0 0,-3 2-8 15,3 0 25-15,0 0-1 0,3 1-1 0,-3-1 0 16,3 0-35-16,0-2-8 0,3-1 0 0,-3 1-1 0,3 2 33 0,0-5 8 16,0 3 0-16,0-1 1 0,0-2-33 0,3 3-8 0,0-3 0 15,0 0-1-15,-1-3 21 16,1 0 0-16,3 1 0 0,-3-4 0 0,3 1 15 0,0-1 4 15,0-2 1-15,0 0 0 0,3 0-20 0,-3-2 0 0,3-1 0 0,0 1 0 16,0-4 0-16,-1 4 0 0,1-4 0 0,0 1 0 16,-3-3 0-16,3 3 0 0,-3-3 0 15,3 0 0-15,-3-3 0 0,0 3 0 0,-3-2 0 0,3-1 0 16,-3-2 48-16,0 2 5 0,0-5 2 0,0 3 0 16,-3-3-32-16,-1 1-7 0,-2-1 0 15,0 0-1-15,0 0-15 0,0 0 0 0,-2 3-12 0,-4 0 12 16,3-1 0-16,-3 4 0 0,0-3 0 0,0 2 0 15,-3 3 0-15,0 3 0 0,3-3 0 0,-3 2 0 16,-3 4 0-16,3-1 0 0,-3 1 0 0,-3 2 0 16,0 0-228-16,-2 2-40 15</inkml:trace>
  <inkml:trace contextRef="#ctx0" brushRef="#br0" timeOffset="14980.601">14740 3556 2138 0,'6'-5'60'0,"0"0"15"16,-1-1-60-16,-2 4-15 0,3-6 0 0,-3 8 0 16,-3 0 63-16,0 0 9 0,0 0 3 0,0 0 0 15,0 0-19-15,0 0-3 0,0 0-1 0,-9-6 0 0,3 12-21 0,-2-6-5 0,-1 8-1 0,0 0 0 16,-3 0-9-16,-3 5-1 16,0 3-1-16,0 0 0 0,-3-1-14 0,0 4 0 0,1-1 0 0,-1 9 0 15,0-9 0-15,0 9 0 16,0-6 0-16,-3 3 0 0,3 0 0 15,1 2 0-15,-1-5 0 0,0 3 0 0,0-3 0 0,0-2 0 0,3-1 0 0,-3-4 0 32,4-1-109-32,-1 0-15 0,0-2-4 0,0-3 0 15,3 0-52-15,0-1-10 0</inkml:trace>
  <inkml:trace contextRef="#ctx0" brushRef="#br0" timeOffset="15233.078">14275 3699 2310 0,'-6'-13'48'0,"3"5"11"0,-3 0-47 0,3-3-12 0,3 6 0 0,-3 0 0 16,3 5 53-16,0 0 9 0,3-5 2 0,3 5 0 15,-3-3 0-15,6 3 0 0,-3 3 0 0,3-3 0 16,0 5-52-16,3-3-12 0,3 6 0 0,-3 3 0 16,6-3 54-16,-3 3 8 0,-1 2 2 0,4 3 0 15,-3 0-52-15,3 2-12 0,0-2 0 0,-3 5 0 16,0 0 16-16,-1-5 0 0,1 5 0 0,0-2 0 15,0-1-16-15,-3-2 0 0,3 0 0 0,-3 0 0 16,0 0 0-16,0-3-21 0,0 3 3 0,-1-3 1 16,-2-2 17-16,0-1 0 0,0 4 0 0,3-12 0 15,-3 4-260-15,0-1-48 0</inkml:trace>
  <inkml:trace contextRef="#ctx0" brushRef="#br0" timeOffset="15581.105">14826 3908 2206 0,'0'-5'63'0,"3"0"13"0,0 2-61 0,0 0-15 0,3-5 0 0,-3 3 0 15,3 0 90-15,3 2 15 0,-3 0 3 0,3 1 1 16,-1-1-58-16,1 3-12 0,0 0-3 0,-3 0 0 16,3 3 28-16,0-3 4 0,-3 2 2 0,0 4 0 15,0-1-46-15,-3 0-8 0,0 3-3 0,3-2 0 16,-3 1-13-16,0 4 0 0,0-3 0 0,0 3 0 15,-3-3 0-15,0 2 8 0,0 3-8 0,-3-2 0 16,0 2 0-16,0-2 0 0,0 2 0 0,0 6 0 16,-3-9 0-16,3 3 0 0,0 1 0 0,-3-1 0 15,3 3 0-15,-3-3-10 0,3 3 10 0,0-3-8 16,0 0 8-16,3-2-10 0,0 2 10 0,0-2-10 16,3 2 10-16,0-5 0 0,3-3 0 0,0 3-8 15,0-3 0-15,3-2 0 0,0 5 0 0,0-8 0 16,3 0 8-16,0 0 0 0,3 0 0 0,-1-5 0 15,4-1 0-15,0 1 0 0,0 0 0 0,3-1 0 16,0-2-171-16,2 6-32 0,-2-9-6 0</inkml:trace>
  <inkml:trace contextRef="#ctx0" brushRef="#br0" timeOffset="22742.733">14573 4821 1052 0,'0'0'44'0,"0"0"-35"0,0 0-9 0,0 0 0 16,0 0 112-16,0 0 21 0,0 0 4 0,0 0 1 16,3-3-58-16,0 1-12 0,3-1-3 0,0 3 0 15,0-3-1-15,3 3 0 0,0 0 0 0,2 0 0 16,1 0-3-16,3 0-1 0,3 0 0 0,0 0 0 16,3 0-31-16,3 0-6 0,-1 0-2 0,7 0 0 15,-3 0 1-15,3-2 0 0,3 2 0 0,-1-3 0 16,4 3 2-16,6 0 1 0,-1-3 0 0,4 1 0 15,0 2-14-15,-1-5-3 0,4 2-8 0,0 0 12 16,-4 1-1-16,1-1-1 0,-3 0 0 0,2-2 0 16,-5 2-10-16,3 1 12 0,-4 2-12 0,1-6 12 15,-6 4 13-15,-4 2 3 0,-2 0 1 0,0-5 0 0,-3 5-3 16,-3 0-1-16,2 0 0 0,-5 0 0 16,0 0-4-16,0 0-1 0,0 0 0 0,-3 0 0 0,0 5-4 15,0-5 0-15,-1 0-1 0,1 2 0 16,0 4-4-16,-3-4-1 0,0 1 0 0,0 2 0 15,0 1-10-15,-3-1 10 0,3 3-10 0,-3-3 10 16,-3 3-2-16,2 0-8 0,-2 0 12 0,0 3-4 0,0-1 1 16,-3 3 0-16,3-2 0 0,-3 2 0 0,0 6 0 15,0-3 0-15,-3 5 0 0,3 0 0 0,-3 3-26 0,3 2-6 0,-3 3-1 16,3 0 0-16,-3-2 24 0,0-1 0 0,0-2 0 0,0 3 0 16,0-4 18-16,0 1 8 0,0 0 2 0,-3 0 0 31,3 0-45-31,0-3-9 0,0 3-2 0,0-1 0 0,-3 1 28 0,3-3 0 0,0 1 0 0,0-1 0 15,0 0 0-15,0-5 0 0,0 0 0 0,0 0 0 16,0-6 22-16,0 3 10 0,0-2 1 0,0-3 1 16,3 0-44-16,-3-3-9 0,0 0-1 0,0-5-1 15,3 6-110-15,-3-6-21 0,0 0-5 0</inkml:trace>
  <inkml:trace contextRef="#ctx0" brushRef="#br0" timeOffset="23079.358">15609 5602 1683 0,'-6'0'71'16,"6"0"-57"-1,0 0 106-15,0 0 20 0,0 0 5 0,0 0 1 16,0 0-60-16,9 0-12 0,0 0-2 0,0 0-1 0,3 0-8 0,2-3-2 0,1 0 0 0,3 3 0 15,0-2 15-15,3-1 2 0,0 3 1 0,2-3 0 16,1 1-63-16,6-1-16 0,3 0 0 0,0 1 0 16,-1-1 0-16,4-5 0 0,-3 0 0 0,-1 6 0 15,-2-4 24-15,-3 1 1 0,0 2 1 0,-3-2 0 32,-1 2-42-32,-2 1-8 0,0-1-1 0,-3 0-1 0,0 1 26 0,-3-1 0 0,0 1 0 15,0-1 0-15,-4 0 0 16,-2 3 0-16,3-2 0 0,-6 2 0 15,0-3-56-15,0 3-7 0,-6 0-1 0,0 0 0 16,0 0-153-16,0 0-31 0,0 0-7 0</inkml:trace>
  <inkml:trace contextRef="#ctx0" brushRef="#br0" timeOffset="23722.426">15591 5602 1811 0,'0'0'37'0,"0"0"11"0,0 0-39 0,0 0-9 0,0 0 0 0,3 5 0 16,3 0 56-16,-3 0 8 0,3 3 3 0,3-2 0 16,0-1-54-16,0 3-13 0,-1-3 0 0,4 0 0 15,0 3 0-15,0 0 0 0,3 0 0 0,-3 0 0 16,3 0 54-16,-3-3 8 0,3 3 2 0,3 0 0 16,-4 0-64-16,4 3 0 0,3-3-9 0,0 0 0 15,0 2 9-15,3 1 0 0,-4-3 0 0,1 5 0 16,3-2 0-16,-6-3 0 0,3 2 0 0,-3 1 0 15,-1-6 0-15,1 3 0 0,-3-5 0 0,0 2 0 16,-3-2 0-16,0-1 0 0,-3 1 0 0,0-3 0 16,0 0 18-16,-3 0-1 0,0-3 0 0,0 1 0 15,0-1 44-15,-1-2 9 0,-2-1 2 0,0 1 0 16,0 0 0-16,3-3 1 0,-3-3 0 0,0 1 0 16,0-1-13-16,3 1-2 0,-3-4-1 0,3 1 0 15,-3 0-23-15,3 0-5 0,3-1-1 0,-3 1 0 16,0 0-20-16,3 2-8 0,-3-2 0 0,3 2 0 0,0 1 0 15,-3-3 0-15,3 2 0 0,-3 3 0 16,-1-2-44-16,1 4-1 0,0-2-1 0,0 0 0 16,0 6-122-16,-3-1-25 0,3-2-5 0</inkml:trace>
  <inkml:trace contextRef="#ctx0" brushRef="#br0" timeOffset="24096.791">16052 5930 1729 0,'-3'5'72'0,"0"3"-57"16,0-3 90-16,3 3 19 0,-3-3 3 0,3 3 1 16,0 0-72-16,0 0-13 0,0 0-3 0,0 0-1 15,0 0-17-15,0 3-3 0,0-1-1 0,0 1 0 16,0-1-8-16,3 1-2 0,-3 0 0 0,3-3 0 15,0 2-8-15,0-2 0 0,0 3 0 0,0-3 8 16,3-1-8-16,-3 1 0 0,3-2 0 0,0-1 8 16,0-2-8-16,0-1 0 0,0 1 9 0,0-3-9 15,0 0 29-15,3-3 2 0,-3 1 0 0,0-4 0 16,0 1 15-16,0 0 3 0,3-3 1 0,-7 0 0 16,4 0 1-16,0-3 0 0,-3 1 0 0,3-1 0 15,-3-2-31-15,0 0-5 0,-3-3-2 0,3 0 0 16,-3 0-13-16,0 0 0 0,-3-2 0 0,3-1 0 15,-3 1 22-15,0-1 2 0,0 1 0 0,-3-1 0 16,3 3-39-16,-3 0-7 0,-2 3-2 0,-1 0 0 16,0 2-186-16,-3 3-38 0</inkml:trace>
  <inkml:trace contextRef="#ctx0" brushRef="#br0" timeOffset="35365.93">18026 7287 1234 0,'0'0'25'0,"0"0"7"16,0 0-32-16,-6 5 0 0,6-5 0 0,0 0 0 16,-3 3 84-16,3-3 9 0,0 0 3 0,0 0 0 15,0 0-8-15,-6 3-2 0,6-3 0 0,0 0 0 16,0 0-9-16,0 0-1 0,0 0-1 0,0 0 0 16,0 0-26-16,3 5-5 0,0 0 0 0,0-2-1 15,3 2-3-15,0-2 0 0,0-1 0 0,3 4 0 16,3-4-4-16,-1 1 0 0,1 0-1 0,3 2 0 15,3-2-9-15,0-3-2 0,0 2 0 0,3-2 0 16,2 0-4-16,4 0-2 0,0 0 0 0,6-2 0 16,0 2-2-16,-1 0 0 0,4-3 0 0,3 3 0 0,-7-3-7 0,4 3-1 15,-3-2-8-15,0-1 12 0,-1 0-12 0,-2 1 0 0,3-1 8 16,-3 0-8-16,-4 3 0 0,1 0 11 0,0 0-11 0,-3 0 10 16,0 0-2-16,-4 0 0 0,-2 3 0 0,3-3 0 15,-6 0-8-15,0 3 10 16,0-3-10-16,-3 0 10 0,0 0-10 0,-3 0 0 0,-3 0 9 15,2 0-9-15,-2 0 0 0,0 2 8 16,-3-2-8-16,3 0 0 0,0 0 0 0,-3 3 0 0,-3-3 0 0,0 0 8 16,3 0-8-16,-3 0-15 0,6 0 4 15,-6 0 1-15,0 0-47 0,0 0-10 16,6 0-1-16</inkml:trace>
  <inkml:trace contextRef="#ctx0" brushRef="#br0" timeOffset="36363.032">18187 8142 1272 0,'0'0'26'0,"0"0"7"0,0 0-33 16,0 0 0-16,0 0 0 0,0 0 0 15,0 0 72-15,0 0 7 0,0 0 1 0,0 0 1 0,0 0-2 0,0 0-1 0,0 0 0 0,0 0 0 16,0 0-22-16,0 0-5 0,0 0-1 0,0 0 0 16,0 0 15-16,0 0 3 0,0 0 1 0,0 0 0 15,2 2-21-15,-2-2-5 0,6 6-1 16,-3-4 0-16,3 1-16 0,0 0-3 0,0-1-1 0,0 1 0 15,0-3-22-15,3 3 0 0,0-3 0 0,0 2-12 16,3-2 61-16,0 3 12 0,0-3 3 0,3 0 0 16,-1 0-52-16,1 2-12 0,3-2 0 15,0 0 0-15,0 3 0 0,3 0 0 0,-3-3 0 0,2 2 0 16,1 1 0-16,0-3 0 0,-3 3 0 0,0-3 0 16,0 0 0-16,-3 2 0 0,2-2 0 0,-2 0 0 15,0 0 14-15,0 0 0 0,0-2 0 0,0 2 0 16,0 0-3-16,0 0-1 0,2 0 0 0,-5 0 0 15,3 0-2-15,0 0-8 0,-3 0 12 0,3 2-4 16,-3-2-8-16,0 0 0 0,0 0 9 0,0 3-9 16,-1-3 0-16,1 0 0 0,0 3 0 0,-3-3 0 15,3 2 0-15,0-2 9 0,0 3-9 0,0-3 0 16,-3 0 9-16,0 0-9 0,3 0 0 0,-3 0 9 16,-3 0-9-16,2 0 0 0,-2 0 9 0,0 0-9 15,0 0 8-15,0 0-8 0,0 0 8 0,-6 0-8 16,6 0 0-16,-3 0 8 0,-3 0-8 0,6 0 0 0,-6 0 0 0,0 0 8 0,3 0-8 15,-3 0 0-15,0 0 0 0,0 0 0 0,0 0 0 0,0 0 0 16,0 0 0-16,0 0-8 0,6-3 0 0,-6 3 0 31,0 0-40-31,3 0-8 0,-3 0-2 0</inkml:trace>
  <inkml:trace contextRef="#ctx0" brushRef="#br0" timeOffset="37380.08">19005 7147 1193 0,'0'0'50'31,"-3"-5"-40"-31,3-1 90 0,0 6 19 0,-3-5 3 0,3 5 1 15,0 0-20-15,0 0-4 0,0-3-1 0,0 3 0 16,0 0-26-16,0 0-4 0,0 0-2 0,0 0 0 16,0 0-16-16,0 0-3 0,0 0-1 0,0 0 0 15,0 0-9-15,0 0-1 0,0 0-1 0,0 0 0 16,0 0 1-16,0 6 1 0,0-1 0 0,0 3 0 16,0 0-10-16,0 0-3 0,0 0 0 0,0 2 0 15,0 1-6-15,-3-1-2 0,3 1 0 0,0 2 0 16,-3 0-4-16,3 1-2 0,0-1 0 0,0 0 0 15,0 0-10-15,0 1 10 0,0-1-10 0,3 0 10 16,-3 3-10-16,0 0 0 0,3 0 9 0,-3 2-9 16,0 1 0-16,3-1 0 0,0 1 0 0,-3 5 0 15,3-6 23-15,-3 3 0 0,3 0 0 0,-3 1 0 0,0-4-23 16,3 3 0-16,-3-2 0 0,-3 2 0 0,3-2 0 0,0-4 0 16,0 4 0-16,0-3 0 15,0 0 0-15,0 0 0 0,0-1 0 0,-3 4 0 0,3-3 0 0,0 2 0 16,0-2 0-16,0 3 0 0,0-1 0 0,3 1-12 15,-3-3 2-15,0 2 0 0,3 1 10 0,-3-3 0 0,0-1 0 16,3 1 0-16,-3 0 0 0,3-3 0 0,-3 3 0 0,3-2 0 16,-3-1 0-16,0 0 0 0,0 0 0 0,0 0 0 15,0-2 0-15,0 2 9 0,0-2-9 0,-3 2 0 16,3-2 0-16,-3 2 0 0,0-3 0 0,3 1 0 16,-3 0 10-16,3 2-10 0,-3-3 8 0,3 1-8 15,-3 0 0-15,3-1 0 0,0 1 0 0,-3-1 0 16,3 1 0-16,-3-3 0 0,3 0 0 15,0 0 8-15,0 0-8 0,-3 0 0 0,3 0 0 16,0-3 0-16,0 3 0 0,0-3 0 0,0 0 8 0,0 1-8 16,0-1 0-16,0-2 0 0,0-3 0 0,0 0 0 15,3 5-10-15,-3-5-7 0,0 0-2 0,3 3 0 16,0-3-125-16,3-3-26 0,0 0-5 16</inkml:trace>
  <inkml:trace contextRef="#ctx0" brushRef="#br0" timeOffset="37911.724">19035 7062 1661 0,'0'0'47'0,"-6"5"10"15,6-5-45-15,-3 6-12 0,0-1 0 0,0-2 0 16,3-3 83-16,-3 5 14 0,3-5 3 0,-3 8 1 16,3-8-28-16,-3 5-5 0,3-5-2 0,-3 6 0 15,3-6-56-15,0 5-10 0,0-5 0 0,3 5 0 16,0 0 44-16,0 1 17 0,3-4 3 0,-3 1 1 15,3 0-20-15,3-1-4 0,-3-2-1 0,3 0 0 16,0 0-13-16,3 0-3 0,-1 0-1 0,4 0 0 16,0-2-6-16,0-1-1 0,3 3 0 0,-3-3 0 0,3 1-8 0,0-1-8 15,2 0 9-15,-2 1-9 0,-3 2 0 0,3-3 0 0,0 0-11 0,-3 3 11 32,0-2-53-32,-1 2-3 0,-2 0-1 0</inkml:trace>
  <inkml:trace contextRef="#ctx0" brushRef="#br0" timeOffset="38529.163">19026 8380 1546 0,'0'0'65'0,"0"0"-52"16,3 3 103-16,3-1 20 0,0-2 4 0,-3 3 0 15,3-1-64-15,0-2-12 0,0 3-4 0,0-3 0 16,3 0-48-16,-4 3-12 0,4-3 0 0,3 2 0 16,-3-2 54-16,3 0 8 0,0 3 2 0,0-3 0 15,0 0-64-15,3 3-23 0,-3-3 1 0,3 0 0 16,-1 0 11-16,1 0 3 0,0-3 0 0,3 3 0 16,-3-3-46-16,0 1-9 0,3-1-1 0</inkml:trace>
  <inkml:trace contextRef="#ctx0" brushRef="#br0" timeOffset="39598.533">19353 7131 1193 0,'0'0'50'15,"0"0"-40"1,0 0 110-16,0 0 21 0,0 0 5 0,0 0 1 0,0 0-48 16,0 0-10-16,0 0-1 0,0 0-1 15,0 0-34-15,3 5-6 0,0 1-2 0,0-1 0 16,0 0-7-16,0 0-2 0,3-2 0 0,0 2 0 0,0 3-9 0,0-2-3 15,0 2 0-15,3-1 0 0,0 1 0 0,3 3-1 0,-3-3 0 0,3 3 0 16,2-1-1-16,1 1 0 16,0-1 0-16,3 3 0 0,3-2-1 15,-3 2 0-15,3 1 0 0,-1 1 0 0,1 1-3 0,0 0-1 16,3 3 0-16,-3-1 0 0,0 3-3 16,-4 1-1-16,4-1 0 0,-3 0 0 0,0 0-3 0,-3 0-1 0,3-2 0 0,-3 2 0 15,-3 0-1-15,2-5-8 0,1 2 12 0,-3 1-4 16,0-3 0-16,-3 0 0 0,0-3 0 0,0 3 0 15,0-3-8-15,-3 3 12 0,0 0-12 0,0 0 12 16,-3 0-12-16,3-1 8 0,-3 1-8 0,0 3 8 16,0-1-8-16,0 1 0 0,0-1 0 0,-3 4 8 15,0-4-8-15,0 1 0 0,-3-3 0 0,3-1 8 16,-3 1-8-16,0 0 8 0,0-3-8 0,0 1 8 16,0-1-8-16,0-3 0 0,-3 1 0 0,3 0 0 15,-3-1 8-15,0 1-8 0,3-3 8 0,-6 2-8 16,3-2 0-16,0 3 8 0,0-3-8 0,0 0 0 15,-3 0 0-15,3 2 8 0,-3-2-8 0,3 3 0 16,-3-3 8-16,1 0-8 0,2 2 0 0,-3 1 8 16,3-3-8-16,0 0 0 0,0 0 0 0,-3 2 0 15,6-2 0-15,-6 0 0 0,3 0 0 0,0 0 0 16,0 0 0-16,-3 0 0 0,3 0 0 0,-3 0 0 16,0 0 0-16,3 0 8 0,-3-3-8 0,1 0 0 15,2 3 0-15,-3-3 0 0,0 1 8 0,3 2-8 0,-3-3 0 16,0-2 0-16,0 2 0 0,0 0 0 0,-3-2 0 15,3 2 0-15,0-2 0 0,-3 2 0 0,0-2 0 0,4-1 8 16,-4 1-8-16,0 0 0 16,0-1 0-16,-3 1-11 0,3 0 1 0,-3-1 0 0,3 3 10 0,-3-5 0 0,3 3 0 0,1 0 0 15,-1-1 0-15,0-2 0 0,-3 3 0 0,3-3 0 16,0 3 0-16,0-3 0 0,0 2 0 0,0-2 0 16,0 0 0-16,1 0 0 0,-4 0 0 0,0 0 0 15,3 0 0-15,0 0 0 0,0 0 0 16,3 0 0-16,-3-2-27 0,3-1-3 0,3 0-1 0,0 1 0 15,0-4-36-15,3 1-7 0,3 0-2 0,0 0 0 16,6-1-168-16,0-2-33 0</inkml:trace>
  <inkml:trace contextRef="#ctx0" brushRef="#br0" timeOffset="41866.318">19990 7787 984 0,'0'0'20'0,"0"0"5"0,0 0-25 0,0 0 0 0,3-2 0 0,0-1 0 15,-3 3 20-15,6-3-2 0,-3 3 0 0,-3 0 0 16,0 0-6-16,3-2 0 0,-3 2-1 0,0 0 0 31,0 0 48-31,0 0 9 0,0 0 3 0,0 0 0 0,0 0 15 16,0 0 3-16,0 0 1 0,0 0 0 0,0 0 4 0,0 0 1 15,0 0 0-15,0 0 0 0,0 0-76 0,0 0-19 0,0 0 0 0,0 0 0 16,0 0 49-16,0 0 7 0,0 0 0 0,0 0 1 16,0 0-40-16,0 0-8 0,0 0-1 0,0 0-8 15,0 0 58-15,0 0 5 0,0 0 1 0,0 0 0 16,0 0-52-16,0 0-12 0,0 0 0 0,0 0 0 16,0 0 15-16,0 0 0 0,0 0 0 0,0 0 0 15,0 0-24-15,0 0-5 0,0 0-1 0,0 0 0 16,6 2 63-16,-3 1 13 0,0 0 3 0,3-1 0 15,0-2-51-15,0 3-13 0,0-3 0 0,0 0 0 16,3 2 0-16,0-2 0 0,3 3 0 0,-3-3 0 16,2 0 53-16,1 3 9 0,0-3 2 0,0 0 0 15,0 0-64-15,0-3 0 0,3 3-12 0,0 0 2 16,-3-3 10-16,3 3 12 0,-1-2-2 0,4-1-1 16,0 3-9-16,3-2 10 0,-3-1-10 0,3 3 10 15,3-3-10-15,-4 3 0 0,7 0 9 0,-3 0-9 16,-3 0 0-16,3 0 0 0,-1 0 0 0,-2-2 8 15,0 2-8-15,-3-3 9 0,3 3-9 0,-3-3 10 16,-1 1 0-16,-2-1 0 0,3 3 0 0,0-3 0 0,-3 1-2 16,0-1 0-16,3 3 0 0,-3-3 0 0,-1 1-8 15,1 2 10-15,-3-3-10 0,3 3 10 0,-3 0-10 0,-3-3 0 0,3 3 9 16,0 0-9-16,-3 0 0 0,-3 0 8 0,3 0-8 0,-3 3 0 16,0-3 0-16,-1 0 8 0,1 3-8 0,0-3 0 31,0 0 0-31,-3 2 0 0,0 1 0 0,3 0 8 15,-3-3-8-15,-3 0 0 0,3 2 0 0,3 1 0 0,-6-3 0 0,6 0 0 0,-3 3 0 0,-3-3-8 16,6 2-12-16,-6-2-1 0,3 3-1 0,-3-3 0 16,3 0-81-1,-3 0-16-15,0 0-3 0,0 0-1 0,0 0-99 0,0 0-20 16</inkml:trace>
  <inkml:trace contextRef="#ctx0" brushRef="#br0" timeOffset="42936.838">18335 10002 1165 0,'0'0'24'0,"0"0"7"0,-3-5-31 0,3 5 0 0,0-6 0 0,0 6 0 16,-3-5 68-16,3 5 7 0,-3-5 1 0,0 2 1 15,3 3-8-15,-3-5-1 0,3 5-1 0,-3-3 0 16,3 3-6-16,-5-3-1 0,5 3 0 0,-6-2 0 16,6 2-5-16,0 0-2 0,0 0 0 0,-6 0 0 15,6 0-8-15,0 0-1 0,0 0-1 0,0 0 0 16,0 0-34-16,-6 2-9 0,6-2 0 0,0 0 0 15,0 0 56-15,-3 6 6 0,3-6 2 0,0 0 0 16,0 8-52-16,0-8-12 0,0 0 0 0,0 5 0 16,6 0 0-16,-3 1 0 0,3-4 0 0,3 1 0 15,2 0 54-15,1-1 8 0,0 1 2 0,6-1 0 16,0-2-64-16,0 0 0 0,3 0-9 0,-1-2 0 16,4 2 9-16,0 0 12 0,0-3-2 0,0 3-1 15,0-2 11-15,2 2 3 0,4 0 0 0,0-3 0 16,0 0-37-16,5 1-7 0,1-1-2 0,0 0 0 15,-3 1 23-15,-4 2 0 0,1-3 0 0,0 0 0 16,-3 3 0-16,-4-2 0 0,-2 2 0 0,0 0 0 16,0 0 25-16,0 0 10 0,0 0 1 0,-4-3 1 15,1 3-8-15,-3 0-1 0,3 0-1 0,-6 0 0 0,3 0-27 16,-3-3 0-16,0 3 0 0,-3 0 0 0,3-2 0 0,-4 2 0 0,1 0 0 16,0-3 0-16,0 3 0 0,0 0 0 15,0-3 0-15,-3 3 0 16,0-2-46-16,3 2-14 0,-3 0-4 15,0-3 0-15,0 3-51 0,0-2-10 0,0 2-3 0</inkml:trace>
  <inkml:trace contextRef="#ctx0" brushRef="#br0" timeOffset="43625.161">18380 10645 904 0,'0'0'19'0,"0"0"4"0,-6 0-23 16,6 0 0-16,-6 2 0 0,6-2 0 0,0 0 72 0,0 0 11 0,0 0 1 0,0 0 1 15,0 0-16-15,0 0-3 0,0 0-1 0,0 0 0 16,0 0-9-16,0 0-3 0,0 0 0 0,0 0 0 16,0 0 17-16,6 3 3 0,0 0 1 0,3-1 0 15,0 1-2-15,0-3-1 0,3 0 0 0,0 3 0 16,0-3-11-16,2 0-1 0,4 0-1 0,-3 0 0 15,0 0-7-15,3 0-2 0,-3 0 0 0,3 0 0 16,-1 0-13-16,1 0-4 0,0 0 0 0,3 0 0 16,3 0-16-16,0 2-4 0,5-2-1 0,-2 3 0 15,0-3-11-15,0 3 0 0,0-1 0 0,-1 1 0 16,-2 0 15-16,0-1 1 0,-3 4 0 0,-3-4 0 16,0 1-26-16,-4-1-5 0,1 1-1 0,-3 2 0 15,3-2 16-15,-3 0 0 0,0 2 0 0,0 0 0 16,-3 1 0-16,0-4 0 0,0 4 0 0,0-1 0 15,-1-3 0-15,-2 1 0 0,3 0 0 0,0 2 0 16,0-2 0-16,-3-3 0 0,3 2 0 0,-3 1 0 16,3-3 0-16,0 0 0 0,0 0 0 0,0 0 0 15,0 0 0-15,0 0 0 0,0-3 0 0,-3 1 0 16,2-1-156-16,1-2-29 0,0-3-6 0</inkml:trace>
  <inkml:trace contextRef="#ctx0" brushRef="#br0" timeOffset="44333.509">19270 9751 1552 0,'-6'-3'44'0,"0"0"10"16,0-2-43-16,3 2-11 0,-3 1 0 0,6 2 0 16,-6-3 94-16,3 0 17 0,3 3 3 0,0 0 1 0,0 0-31 15,0 0-5-15,0 0-2 0,0 0 0 0,-6 0-10 16,6 0-3-16,0 0 0 0,0 0 0 16,-3 6 0-16,0-1 0 0,3 0 0 0,0 3 0 15,0-3-51-15,0 3-13 0,0 0 0 0,0 3 0 16,0-1 0-16,0 4 0 0,0-4 0 0,-3 6 0 0,3 0 0 0,0 3 0 15,0-4 0-15,3 7 0 0,-3-1 54 0,0 0 8 0,3-3 2 16,0 4 0-16,-3-4-52 0,3 1-12 0,0-1 0 0,3 1 0 16,-3-3 0-16,3 2 0 0,-3 1 0 15,0 2 0-15,0 0 0 0,0 0 0 0,0 3 0 0,0 2 0 16,0 1 0-16,0-1 0 0,-3 3 0 0,3 1 0 16,-3-4 0-16,0 0 0 0,3-2 0 0,-3 0 0 15,0-3 0-15,3 3 0 0,-3-3 0 0,0 0 0 16,0-2 0-16,0 2 0 0,0-2 0 15,0 4 0-15,-3-1 0 0,3 1 0 16,-3 1 0-16,0 3 0 0,0-3 19 0,0-3 1 0,0 3 0 0,0-3 0 16,0 0-20-16,0-5 0 0,0 0 0 0,0-3 0 15,0 0 8-15,3 0-8 0,-3-2 0 0,3-1 0 16,0-2 8-16,0 0-8 0,0 0 0 0,0-2 0 16,0-1 0-16,0 0 0 0,0-5 0 0,0 0 0 15,0 0 8-15,0 0-8 0,0 0 0 0,0 0 0 16,0 0 0-16,0 0 0 0,0 0 0 0,0 0 0 15,0 0-30-15,3-5-6 0,3 0-2 0,0-3 0 16,0-3-128-16,0 0-26 0,3-2-4 0</inkml:trace>
  <inkml:trace contextRef="#ctx0" brushRef="#br0" timeOffset="44736.76">19291 9743 1579 0,'0'0'32'0,"0"0"10"0,0 0-34 0,0 0-8 0,0 0 0 0,0 0 0 16,0 0 91-16,0 0 16 0,0 0 3 0,0 0 1 15,0 0-31-15,0 0-7 0,0 0-1 0,3-3 0 16,3 0-50-16,0 1-10 0,0-1-3 0,0 0 0 15,0 3 44-15,0 0 9 0,-1-2 2 0,1 2 0 16,3 0-52-16,-3 0-12 0,3 0 0 0,-3 0 0 16,3 0 0-16,3-3 0 0,-3 3 0 0,3 0 0 15,3 0-48-15,-3 0-13 0,6 0-3 0</inkml:trace>
  <inkml:trace contextRef="#ctx0" brushRef="#br0" timeOffset="45354.676">19333 10936 1579 0,'0'0'32'0,"0"0"10"0,0 0-34 16,0 0-8-16,0 0 0 0,0 0 0 0,0 0 104 0,0 0 20 0,0 0 3 0,5 0 1 16,-5 0-52-16,3 0-9 0,3 0-3 0,-6 0 0 15,6 0 0-15,-3 3 0 0,3-3 0 16,0 0 0-16,0 2 0 0,0-2 0 0,0 0 0 0,3 0 0 15,0 0-51-15,0 0-13 0,0 0 0 0,6-2 0 16,0 2 0-16,2 0 0 0,1-3 0 0,3 0 0 16,6 1-100-16,-3-4-22 15,5 1-5-15</inkml:trace>
  <inkml:trace contextRef="#ctx0" brushRef="#br0" timeOffset="46423.154">19461 9690 1094 0,'0'0'23'0,"0"0"5"15,0 0-28-15,0 0 0 0,0 0 0 0,0 0 0 16,0 0 108-16,0 0 16 0,0 0 3 0,0 0 1 16,0 0-52-16,0 0-9 0,0 0-3 0,0 0 0 15,2 2 0-15,4 1 0 0,0-3 0 0,0 3 0 16,0-1 0-16,0-2-1 0,3 3 0 0,-3 0 0 16,3-1-31-16,-3-2-5 0,3 0-2 0,3 3 0 15,-3-3-4-15,3 2-1 0,0-2 0 0,2 3 0 16,-2 0 2-16,3-1 0 0,-3 1 0 0,3 2 0 15,3 1 0-15,-3-1 0 0,0 0 0 0,-3 1 0 0,2 1-2 0,-2 1-1 16,0 0 0-16,0 0 0 16,0 0-3-16,-3 3-1 0,0-1 0 0,3 1 0 0,-3 0-2 0,0 2 0 15,0-3 0-15,0 6 0 0,0 0-2 16,2 0-1-16,-2 0 0 0,0 2 0 0,-3-2-10 0,3 0 12 16,-3 0-12-16,3 0 12 0,0 0-12 0,-3-3 0 0,3-2 0 15,-3 2 0-15,3 0 0 16,-3-2 8-16,0-1-8 0,0 3 0 0,0-2 0 0,-3 0 0 0,2-1 8 0,-2 3-8 15,3-2 0-15,-3 2 0 0,0 0 9 0,-3 3-9 16,3-2 0-16,0 1 0 0,-3 4 0 0,0-3 0 16,3 2 0-16,-3-2 9 0,0 0-9 0,-3 3 0 15,3-1 8-15,0-2-8 0,-3 0 0 0,0 0 0 16,3-3 0-16,-3 0 8 0,-3 0-8 0,3 1 0 16,0-6 9-16,-2 2-9 0,2 1 0 0,-3-3 9 15,0 2-9-15,0-2 0 0,0 0 0 0,0 0 0 16,0 0 0-16,0 0 8 0,0-3-8 0,0 3 0 15,0 0 0-15,0-3 0 0,0 3 8 0,-3 0-8 16,3-2 0-16,-3 2 0 0,3 0 9 0,0-3-9 16,0 3 0-16,0 0 0 0,1 0 0 0,-1 0 0 15,0-1 0-15,0 4 0 0,0-3 0 0,0 0 0 16,3 0 0-16,-3 0 8 0,0 0-8 0,3 0 0 16,0 0 0-16,-3-3 0 0,3 3 0 0,-3 0 0 15,3 0 0-15,0 0 0 0,0 2 0 0,-3-2 0 16,3 0 0-16,0-3 0 0,0 3 0 0,0 0 0 15,0-2 0-15,-3-1 0 0,0 3 0 0,3-3 0 0,-3 0 0 0,0 3 0 16,1-2 0-16,-1-1 0 0,0 0 0 0,0-2 0 0,0 0 0 16,0-1 0-16,-3 1 0 0,3-1 0 0,0 1 0 0,-3-3 0 15,3 3 0-15,-3-1 0 0,3-2 0 0,-3 3 0 16,3-3-16-16,-3 0-4 0,3 0 0 0,0 0-1 31,0 0-37-31,4 0-7 0,2 0-2 0,0 0 0 16,0 0-153-16,0 0-32 0</inkml:trace>
  <inkml:trace contextRef="#ctx0" brushRef="#br0" timeOffset="47021.885">20062 10274 1242 0,'0'0'52'0,"0"0"-41"16,0 0 87-16,0 0 18 0,0 0 3 0,0 0 1 16,-6 0-30-16,6 0-6 0,0 0 0 0,-6 0-1 15,6 0-23-15,0 0-5 0,0 0-1 0,0 0 0 16,0 0-9-16,0 0-1 16,0 0-1-16,0 0 0 0,0 0-15 15,0 0-2-15,0 0-1 0,0 0 0 0,6 3 3 16,3-3 1-16,0 3 0 0,0-3 0 0,0 2-1 0,2-2 0 0,1 0 0 0,0 0 0 15,3 0-12-15,-3 0-2 0,6 0-1 0,-3-2 0 16,3-1-4-16,2 3-1 0,1-3 0 0,6 1 0 16,3 2-8-16,3 0 0 0,-1 0 0 0,4 0 0 15,0 2 14-15,0-2-2 0,-1 3-1 0,4 0 0 16,3-1 5-16,-1-2 2 0,4 0 0 0,0 0 0 16,-4 0-10-16,1 3-8 0,-3-3 9 0,-1 0-9 15,-5 0 10-15,0 0-10 0,-3-3 10 0,-1 3-10 16,1-2 9-16,0-1-9 0,0 0 8 0,-1 3-8 15,1-2 8-15,-3 2-8 0,-3 0 0 0,3 0 8 16,-4-3-8-16,-2 6 0 0,0-3 0 0,0 2 8 16,-3-2-8-16,0 0 0 0,-4 0 0 0,1 0 0 15,-3 0 0-15,3 0 0 0,0 0-10 0,0 0 10 16,-3 3-31-16,0-3 0 0,0 0 0 0,-3 3 0 16,2-1-37-16,-2-2-7 0,-3 3-1 0</inkml:trace>
  <inkml:trace contextRef="#ctx0" brushRef="#br0" timeOffset="48092.835">18532 12344 972 0,'0'0'41'16,"0"0"-33"-1,0 0 85-15,-6 5 17 0,6-5 3 0,-3 5 1 0,3-5-20 0,0 0-4 16,-3 3-1-16,3-3 0 0,0 0-21 0,0 0-4 0,-3 5 0 16,3-5-1-16,0 5-7 15,0-5 0-15,0 0-1 0,0 6 0 16,0-6-12-16,3 5-3 0,-3-5 0 0,3 3 0 16,-3-3-10-16,3 5-2 0,0-2-1 0,3 2 0 15,0-2-1-15,0-1 0 0,0 1 0 0,0-1 0 0,3-2 0 16,-1 3 0-16,4-3 0 0,-3 3 0 15,6-3 11-15,0 0 3 0,3-3 0 0,3 3 0 0,3-3-32 16,2 1-8-16,1-3 0 0,3 2 0 0,0-2 0 0,-1 2 0 0,1-2 0 0,0 2 0 16,0 0 0-16,-3 1 0 0,-1-1 0 0,1 0 0 15,0 3 0-15,-3 0 0 0,2 0 0 0,1 0 0 16,-3 0-12-16,0 0-4 0,-3 3-1 0,-3 0 0 16,-1-3 27-16,-2 2 6 0,-6 1 0 0,3-3 1 15,-3 3-17-15,-3-1 0 0,3 1 0 0,-3-3 0 16,-3 3 0-16,3-1 0 0,-3 1 0 0,-3-3 0 15,3 5-48-15,0-2-12 16,0 2-4-16,-3-5 0 0,3 5-109 16,-3-5-23-16,6 6-4 0</inkml:trace>
  <inkml:trace contextRef="#ctx0" brushRef="#br0" timeOffset="48705.453">18550 13045 1185 0,'-6'10'24'0,"6"-10"7"0,0 0-31 0,0 0 0 0,0 0 0 0,0 6 0 16,0-6 89-16,0 5 12 0,0-5 3 0,0 8 0 16,0-8 0-16,3 5 0 0,-3-5 0 0,3 5 0 15,0 1-13-15,0-1-3 0,0-2 0 0,0 2 0 16,-3-5-70-16,6 3-18 0,-1-1 0 0,1 1 0 16,0-3 55-16,0 0 7 0,3 3 2 0,0-3 0 15,0 0-52-15,3 0-12 0,-3 0 0 0,6-3 0 16,-3 3 0-16,3-3 0 0,2 1 0 0,4 2 0 15,-3-3 8-15,3 3-8 0,3 0 0 0,0-3 9 16,-4 3-9-16,1 0 0 0,3 0 0 0,-3 0 0 16,0 0 0-16,-3 0 0 0,-3 0 0 0,-1 0 0 15,1 0 0-15,0 0 0 0,-3 0 0 0,3 0-11 16,-3 0 11-16,0 0 0 0,3 0 0 0,-3 0 0 16,-1 0 0-16,4 0 0 0,0 0 0 0,-3 0 0 15,3-2 0-15,0 2 0 0,-3 0 0 0,3-3 0 0,0 3 0 0,-3 0 0 16,2-3 0-16,-2 3 0 15,-3-2-53-15,3 2-9 0,-3-3-2 0,3 3 0 16,-3 0 0-16,0 0 0 0,0-3 0 0</inkml:trace>
  <inkml:trace contextRef="#ctx0" brushRef="#br0" timeOffset="49528.024">19309 12166 1337 0,'0'0'56'0,"0"0"-44"15,0 0 92-15,0 0 20 0,0 0 3 0,0 0 1 16,0 0 0-16,0 0 0 0,0 0 0 0,0 0 0 16,0 0-52-16,0 0-9 0,0 0-3 0,0 0 0 15,0 0 0-15,0 0 0 0,0 6 0 0,3 2 0 16,-3-3-51-16,0 0-13 0,3 3 0 0,-3 3 0 15,0-3 0-15,-3 2 0 0,3 1 0 0,0-1 0 16,-3 6 0-16,3-3 0 0,0 3 0 0,0 5 0 16,0-5 0-16,0 6 0 0,0-4 0 0,0 3 0 15,0-2 0-15,3-1 0 0,-3 1 0 0,3-1 0 16,0-2 0-16,0 0 0 0,-3-3 0 0,3 3 0 16,0 0 0-16,-3 0 0 0,3 0 0 0,0 0 0 15,-3 2 0-15,2-2 0 16,-2 5 0-16,3 0 0 0,-3-2 0 0,0 2 0 0,0-2 0 15,0 2 0-15,0 0 0 0,-3-3 0 0,3 4 0 0,0-4 0 16,0 1 0-16,-2-3 0 0,2-1 0 0,0 1 0 16,-3-2 0-16,3 1 0 0,0-1 0 0,0-1 0 15,0-3 21-15,0 4 2 0,0-1 0 0,0 3 0 0,0-3-23 16,0 0 0-16,0 0 0 0,3 1 0 16,-3-1 11-16,0 0-3 0,0 0 0 0,0 1 0 0,0-4 5 15,0 3 1-15,0-2 0 0,0 0 0 16,0-1-6-16,0 1 0 0,0-3-8 0,0 0 12 0,0-3-12 0,0 3 9 0,0-3-9 15,0 3 8-15,0-3-8 0,0 1 0 0,0-6 9 16,0 5-9-16,0-5 0 0,0 5 0 0,0-5 0 16,0 3 0-16,0-3 0 0,0 0 0 0,0 0 0 0,0 0 0 15,0 0 0-15,0 0 0 0,0 0 0 0,0 0-8 32,0 0-28-32,0 0-4 0,0 0-2 0,0 0 0 0,2-3-93 15,1-2-18-15,3-3-4 0</inkml:trace>
  <inkml:trace contextRef="#ctx0" brushRef="#br0" timeOffset="50097.461">19356 12150 1824 0,'0'0'38'0,"0"0"8"0,0 0-37 0,0 0-9 0,6 0 0 0,-3 0 0 16,3 0 104-16,-3 0 20 0,3 0 3 0,0 3 1 16,0-3-40-16,0 0-8 0,0 0-2 0,0 0 0 15,0 0-44-15,6 0-9 0,-3 0-1 0,0 0-1 16,3 0 3-16,2 0 1 0,-2-3 0 0,3 3 0 15,0 0-27-15,3 0 0 0,0 0 0 0,3 0 0 16,-1 0-46-16,1 0-14 0,0 0-4 0,3 3 0 16,-6-3-204-16,0 0-42 0</inkml:trace>
  <inkml:trace contextRef="#ctx0" brushRef="#br0" timeOffset="50702.778">19356 13227 1599 0,'0'0'33'0,"0"0"8"0,0 0-33 0,0 0-8 0,0 0 0 0,0 0 0 15,6 3 84-15,-3-3 16 0,3 0 2 0,0 0 1 16,-3 0-67-16,3 0-12 0,0 0-4 0,3 0 0 16,-3 0 36-16,3 0 6 0,-3 0 2 0,3 0 0 15,3 0-52-15,-3-3-12 0,0 3 0 0,2-2 0 16,4 2 0-16,-3 0 0 15,3-3 0-15,0 0 0 16,0 1-151-16,3 2-33 0,-3-3-6 0</inkml:trace>
  <inkml:trace contextRef="#ctx0" brushRef="#br0" timeOffset="51721.577">19696 12140 1094 0,'0'0'46'0,"0"0"-37"16,3-3 44-16,0-2 9 0,0 2 2 0,-3 3 0 15,0 0 0-15,0 0 0 0,3-5 0 0,-3 5 0 16,0 0 0-16,0 0 0 0,3 0 0 0,-3 0 0 16,0 0 0-16,3 0 0 0,2 0 0 0,-5 0 0 15,3 3-52-15,0-1-12 0,3 1 0 0,-3 2 0 16,0 0 54-16,3 1 8 0,0-1 2 0,0 0 0 16,0 1 0-16,-3 2 0 0,3 0 0 0,0-3 0 15,0 0-52-15,0 3-12 0,0 3 0 0,0-3 0 16,0 2 54-16,0 1 8 0,3-1 2 0,0 4 0 15,-3-1-52-15,2 3-12 0,1 0 0 0,-3 2 0 0,3 1 0 16,0-4 0-16,0 7 0 0,0-4 0 0,0-2 28 0,0 0 2 16,0 0 1-16,-3 0 0 0,3 0-23 0,0-3-8 15,3 0 0-15,-3-2 9 0,-4 2-9 0,4-3 0 0,-3 1 0 16,3 2 8-16,-3-2-8 0,0-1 0 0,-3 1 0 16,3 2 0-16,-3 0 0 0,3 1 0 0,-3-1 0 15,0 0 0-15,0 0 0 0,0 3 0 16,-3-3 8-16,3 3-8 0,0 0 0 0,-3-3 0 15,0 3 9-15,-3-2-9 0,3-1 0 0,-3 0 8 0,0-2-8 16,0 2 0-16,3-3 8 0,-3 1-8 0,0 0 8 0,0-1-8 16,0-2 0-16,0 0 0 0,0 0 0 0,0 0 0 15,0-3 0-15,-3 0 0 0,3 3 0 0,-3-2 8 16,3-1-8-16,-3 0 0 0,0-2 8 0,-2 2-8 16,2 1 0-16,0-4 0 0,-3 3 0 0,3 1 8 15,0-4-8-15,-3 4 0 0,3-1 0 0,0 0 8 16,-3 1 1-16,3-1 1 0,0-3 0 0,0 4 0 15,0-4-10-15,0 4 0 0,0-4 0 0,0 6 0 16,0-2 0-16,0-1 0 0,-3-2 0 0,4 4 0 16,-1-1 0-16,-3-1 0 0,3 0 0 0,0 3 0 15,-3-2 0-15,3-1 0 0,0 3 0 0,0-3 0 16,0 0 0-16,0 1 0 0,0-4 0 0,0 4 0 16,6-6 0-16,-6 5 0 0,0-2 0 0,-3 2 0 15,0-2 0-15,0-1 0 0,3 1 0 0,-2-1 0 0,2-2 0 16,-3 3 0-16,3-3 0 0,-3 0 0 0,3-3 0 0,-3 3 0 15,3-2 0-15,0-1 0 16,3-2-49-16,-3 0-12 0,3-1-3 0,3 1 0 16,-3-3-153-16,6-3-31 0</inkml:trace>
  <inkml:trace contextRef="#ctx0" brushRef="#br0" timeOffset="52725.179">20026 12754 1094 0,'0'0'46'15,"0"0"-37"-15,6 0 44 0,0 2 9 0,-3-2 2 0,3 0 0 16,0 0 0-16,3 0 0 0,-3 0 0 0,3-2 0 15,0 2-20-15,0-3-4 16,-1 3-1-16,1 0 0 0,3-3-12 0,0 3-3 0,-3 0 0 16,3-2 0-16,3 2-24 15,-3-3 0-15,0 3 8 0,0-3-8 0,3 1 0 0,-1-1 0 0,1-2 0 0,3 2 0 16,0 1 22-16,0-1 2 0,3 0 1 0,0 1 0 16,-4-1-25-16,4 0 0 0,0 1 0 0,0-1 0 15,-3 3 0-15,0-3 8 0,-1 3-8 0,1 0 0 16,-3-2 0-16,0 2 0 0,-3-3 0 0,0 3 0 15,0 0 0-15,0-2 0 0,-3-1 0 0,3 3 0 16,-4-3 0-16,1 1 0 0,3-1 0 0,-3 0 0 16,3 3 0-16,0-2 8 0,0-1-8 0,0 0 0 15,0 3 0-15,0-2 0 0,0-1 0 0,2 3 0 16,-2-3 0-16,0 3 0 0,0 0 0 0,0-2 0 16,0 2 12-16,0 0-2 0,-3 0-1 0,3 0 0 15,0 0 10-15,0 0 1 0,-1 0 1 0,1 2 0 16,0-2-11-16,0 0-2 0,3 0-8 0,-3 0 12 15,0 0-12-15,0 0 0 0,0 0 8 0,0 0-8 0,0 0 0 16,-4 0 0-16,4 0 8 0,0 0-8 16,-3 0 0-16,0 0 0 0,3 0 0 0,0 0 0 15,-3 0 0-15,3 0 8 0,0 0-8 0,0 0 0 0,0 0 12 16,-1 3-3-16,4-3-1 0,-3 0 0 0,3 3-8 16,0-3 10-16,-3 2-10 0,3-2 10 0,-3 0 1 0,0 3 0 15,-1-3 0-15,1 3 0 16,0-1 5-16,-3 1 0 0,0 0 1 0,3-1 0 0,-3 1-4 0,0 0-1 0,0-3 0 0,0 2 0 15,0 3-4-15,0-2-8 0,0 0 11 0,-1-1-11 16,-2 1 20-16,0-3-2 0,0 3-1 0,0-1 0 16,0 1 1-16,0-3 0 0,0 3 0 0,0-1 0 15,-3 1 6-15,3-3 2 0,0 3 0 0,0-1 0 16,-3 1-7-16,3-1-2 0,0-2 0 0,-6 0 0 16,3 3-7-16,3-3-2 0,0 3 0 0,0-1 0 15,0-2-8-15,0 3 12 16,0-3-12-16,-1 0 12 0,1 3-4 0,0-3 0 0,0 0 0 0,-6 0 0 15,6 0-8-15,3 0 8 0,-3-3-8 0,0 3 8 16,3-3-8-16,-3 3 0 0,0-5 0 0,3 2 8 16,-3-2-126-16,3-3-26 0</inkml:trace>
  <inkml:trace contextRef="#ctx0" brushRef="#br0" timeOffset="60551.382">13418 7237 843 0,'0'0'36'0,"0"0"-36"16,0 0 89-16,0 0 11 0,0 0 3 0,0 0 0 15,6 2-19-15,-6-2-3 0,0 0-1 0,0 0 0 16,0 0-12-16,0 0-4 0,0 0 0 0,0 0 0 15,0 0-12-15,3 6-2 0,-3-6-1 0,0 5 0 16,0 3 5-16,0-3 1 0,-3 1 0 0,0-1 0 16,0 0-7-16,0 3 0 0,0-3-1 0,0 1 0 15,0 2-11-15,0-3-3 0,0 0 0 0,0 3 0 16,0-3-13-16,3 1-2 0,0 2-1 0,0-3 0 16,0-5-6-16,3 5-2 0,-3 1 0 0,3-4 0 15,3 1-9-15,-3-1-9 0,3 1 9 0,3 0-13 16,-3-3 27-16,3 0 6 0,-3 0 0 0,3-3 1 15,0 3-4-15,0-3-1 0,-1-2 0 0,1 3 0 16,0-1 9-16,-3-2 2 0,0 2 0 0,0-2 0 16,-3 2 22-16,0-2 5 0,0 2 1 0,-3-2 0 15,0 5-37-15,-3-6-7 0,0 4-2 0,-3-3 0 16,3 2 39-16,-3 0 7 0,-3 1 1 0,0-1 1 0,3 3-41 16,-2-3-8-16,2 3-8 0,-3 0 12 15,0 3-12-15,3-3 0 0,0 0 0 0,-3 3 8 16,3-1-8-16,0 1 0 0,6-3 0 0,-3 5 0 0,-3 0 0 0,6-5 0 15,-3 6-9-15,3-1 9 0,0-5 0 0,0 8-8 0,3-3 8 16,0 1 0-16,0-4-10 0,3 4 10 0,0-6-8 0,0 2 8 16,0-2 0-16,3 0-10 0,-3 0 10 0,3-2 0 15,0 2 0-15,-3-3 0 0,2 0 0 0,-2 1 0 16,3-4 0-16,-3 4 0 0,0-4 0 0,-3 4 0 16,0-4 12-16,0 4-4 0,0-4-8 0,-3 4 12 15,-3-3 4-15,3 2 0 0,-3-2 0 0,-3 2 0 16,3-2-5-16,-3 2-1 0,-3 0 0 0,3 1 0 15,0-1-10-15,1 3 12 0,-1 0-12 0,-3 0 12 16,3 0-12-16,0 0 0 0,0 3 0 0,0-1 0 16,0 1 0-16,6-3 0 0,-6 3 0 0,3 2 0 15,3-5 0-15,-3 5 0 0,3 1 0 0,0-1 0 16,0 0-12-16,3 0 12 0,3 1-12 0,0-1 12 16,0-2-15-16,3 2 5 0,0-2 1 0,0-1 0 15,3 1-3-15,-1-3 0 0,1 3 0 0,0-3 0 16,0 0 12-16,-3 0 11 0,3-3-3 0,-3 3 0 15,0-3-8-15,-3 1 8 0,0 2-8 0,0-6 8 16,-3 4 0-16,-3 2 0 0,3-3 0 0,-3 3 0 16,0-5 0-16,-3-1-8 0,-3 1 12 0,3 0-4 0,-3 2-8 15,-3-2 8-15,3 2-8 0,-3-2 8 0,0 2-8 16,-3 1-16-16,3-1 4 0,-3 0 1 16,0 3-33-16,3-2-8 0,1 2 0 0,2 2-1 15,-3-2-131-15,3 0-25 0,6 0-6 0</inkml:trace>
  <inkml:trace contextRef="#ctx0" brushRef="#br0" timeOffset="61973.437">13579 7316 1427 0,'0'0'29'0,"0"0"9"16,0 0-30-16,-6 0-8 0,6 0 0 0,0 0 0 15,0 0 99-15,-6 0 18 0,6 0 4 0,0 0 1 0,0 0-43 0,0 0-9 0,0 0-2 16,0 0 0-1,0 0-31-15,0 0-6 0,0 0-2 0,0 0 0 16,0 0-4-16,0 0-1 0,3 3 0 0,3 2 0 0,0-2-16 16,0-1-8-16,0 1 8 0,6-3-8 0,-4 3 0 0,4-1 8 0,0 1-8 15,0 0 0-15,0-3 0 0,3 2 0 0,0-2 0 16,0 0 0-16,3 0 0 0,-1 0 8 0,1-2-8 0,6 2 12 16,-3-3-1-16,3 3 0 0,3-3 0 0,-1 3 0 15,4 0-3-15,-3 0-8 16,3 0 12-16,-1 3-4 15,-2-3-8-15,3 0 0 0,-3-3 0 0,3 3 0 0,-4 0 0 0,4-2 8 16,0-1-8-16,0 0 0 0,2 3 0 0,-2-2 8 16,0 2-8-16,6-3 0 0,-7 3 0 0,-2 0 0 15,3 0 0-15,0 0 0 0,-4-3 0 0,1 3 0 0,-3-2 8 16,3-1-8-16,0 3 0 0,-1-2 0 0,1 2 0 0,3 0 0 16,-3 0 0-16,0 2 0 0,-1-2 0 0,1 3 0 15,0-3 0-15,0 2 0 0,-3-2 0 0,2 0 0 16,1 0 0-16,-3 0 0 0,0 0 0 0,0 0 0 15,2 0 0-15,-2 3 0 0,3-3 0 0,3 0 0 16,-3 3 0-16,-1-1 0 0,1 1 0 0,0 0 0 16,0-1 0-16,-3 1 0 0,-1 0 0 0,4-1 0 15,0-2 0-15,-3 0 0 0,0 3 0 0,5-3 0 16,-2 0 0-16,0 3 0 0,0-3 0 0,2 2 0 16,1 1 0-16,-3 0 0 0,0-1 0 0,0 3 8 15,-4-5-8-15,4 3 0 0,-3-3 0 0,3 3 0 0,-3-6 0 16,2 3 0-16,1 0 0 0,0 0 8 15,3 0-8-15,-3 0 0 0,2 0 0 0,4 0 0 16,-6 3 0-16,3-1 0 0,-1-2 0 0,-2 3 0 16,0 0 0-16,-3-3 0 0,3-3 0 0,-4 3 0 0,1-3 0 15,3 3 0-15,-3 0 0 0,3 0 0 0,-4 0 0 16,4 0 0-16,-3 0 0 0,3 0 0 0,0 0 0 16,-4 3 8-16,1-3-8 0,0 3 0 0,0-3 0 0,-3-3 8 15,-1 0-8-15,1 1 0 16,3-1 0-16,-3 3 0 0,3-3 0 0,0 1 0 0,-1-1 0 0,-2 3 0 0,3-2 8 15,0 2-8-15,-3-3 0 0,0 3 0 0,-1-3 0 0,-2 3 8 16,3-2-8-16,-3 2 10 0,3 0-10 0,-3-3 10 16,-1 3-10-16,-2-3 0 0,3 1 9 0,-3 2-9 15,0-6 8-15,3 4-8 0,-3-1 10 0,3 0-10 16,-4 3 15-16,1-2-3 0,3-1-1 0,-3 3 0 16,3-3-3-16,-3 3-8 0,0-2 12 0,0 2-4 15,-1-3 2-15,1 3 0 0,3 0 0 0,-3 0 0 16,-3 0-2-16,3 0-8 0,0 0 12 0,-3 0-4 15,3 0-8-15,-4 0 12 0,4 0-12 0,-3 0 12 16,0 0-12-16,-3 0 10 0,3-2-10 0,0 2 10 16,-3 0-10-16,3 0 8 0,-3 0-8 0,3 0 8 15,-3 0-8-15,2-3 10 0,-2 3-10 0,3 0 10 16,-3 0-10-16,0 0 8 0,3 0-8 0,-3 0 8 16,0 0-8-16,0 0 0 0,3 0 9 0,-3 0-9 15,0 0 0-15,2 0 8 0,-2 0-8 0,0 0 0 0,3 0 0 16,0 3 0-16,-3-3 0 0,3 0 8 0,0 0-8 15,-3 2 0-15,3-2 0 0,-3 0 0 0,0 0 8 0,0 0 0 0,-1 0 0 16,1 3 0-16,0-3 2 0,0 2 1 0,0-2 0 16,-3 0 0-16,3 0 0 0,-3 0 0 15,3 0 0-15,-3-2 0 0,0 2-3 0,0-3 0 0,3 3 0 0,-3 0 0 16,0-2 0-16,0 2-8 0,0 0 12 0,-1 0-4 16,1 0 0-16,0 0 0 0,3 0 0 0,-3 0 0 15,3-3-8-15,-3 3 12 0,3-3-12 16,-3 3 12-16,3-2-12 0,-3 2 8 15,3 0-8-15,-3 0 8 0,3 0-8 0,-3 0 10 0,3 0-10 0,0 0 10 16,-3 0-10-16,2 0 12 0,1 0-12 0,0 0 12 16,-3 0-12-16,3 0 8 0,0 0-8 0,-3 0 8 15,0 0-8-15,0 0 0 0,0 0 9 0,0 0-9 16,0 2 0-16,-3-2 9 0,3 0-9 0,0 3 0 16,0-3 0-16,-3 3 0 0,0-3 0 0,-3 0 0 15,6 0 0-15,-6 0 0 0,6 0 0 0,-6 0 0 16,0 0 0-16,0 0 0 0,2 0 8 0,-2 0-8 15,6 2 0-15,-6-2-11 0,6 0 2 0,-3 0 0 16,3 0-41-16,-6 0-8 0,3 3-2 0,3-3 0 16,-3-3-177-16,3 1-36 0</inkml:trace>
  <inkml:trace contextRef="#ctx0" brushRef="#br0" timeOffset="63683.148">16165 8306 1501 0,'0'0'63'16,"0"0"-51"-1,0 0 113-15,0 0 23 0,0 0 4 0,0 0 0 16,-3-3-46-16,3 3-10 0,0 0-1 0,-6-3-1 16,6 3-40-16,0 0-8 0,0 0-2 0,0 0 0 15,0 0-23-15,0 0-5 0,0 0 0 0,-5 6-1 16,5-6-15-16,-3 5 0 0,3-5 0 0,-3 8 0 16,0-3 0-16,3 1 0 0,3-1 0 0,-3-5 0 15,3 8 0-15,0-3 0 0,-1-2 0 0,4-1 0 16,-6-2 0-16,6 3 0 0,0-3 0 0,0 0 0 15,0 0 0-15,0-3 0 0,0 1 0 0,0-1 0 16,0-2 0-16,-3 2 0 0,0-2 0 0,0 0 9 0,0-1 12 16,-3 1 3-16,3 0 0 0,-3 2 0 0,-3-2 15 0,3-1 3 0,-3 1 1 0,-3 0 0 15,3 2-11-15,-3-2-3 0,0 2 0 0,0 1 0 16,0-1-7-16,0-2-2 0,-3 2 0 0,3 0 0 16,-3 3-11-1,1-2-9-15,-1 2 12 0,3 0-12 0,-3 2 0 0,3-2 0 16,-3 3 0-16,3-3 0 0,0 3 0 15,6-3 0-15,-6 5 0 0,3 0 0 0,0 1 0 0,3-1 0 0,0 0-13 0,0 3 5 16,3-3-2-16,0 1 0 0,0-1 0 0,3-2 0 16,-3 2 1-16,3-2 0 0,3-1 0 0,-3-2 0 15,0 0 9-15,3 0 0 0,-3 0 0 0,0-2-8 16,2-1 8-16,-2-2 0 0,0 2 0 16,0-2 0-16,0 2 0 0,-3-2 9 0,0-1-1 0,0 1-8 15,0 0 18-15,0 0-3 0,-3-1-1 0,0 4 0 16,0-4 2-16,0 1 0 0,-3 0 0 15,0 2 0-15,0-2 1 0,0 2 1 0,-3 1 0 0,3-1 0 16,-3 0-5-16,3 3-1 0,3 0 0 0,-6 0 0 16,6 0-12-16,-8 0 9 0,8 0-9 0,-6 3 8 15,0 2-8-15,0 1 0 0,3-1 0 0,0 0 0 16,0 0 0-16,3 3-9 0,0-2 9 0,0 4 0 16,3-5-12-16,0 3 12 0,0 0-12 0,3 0 12 15,0-2-12-15,0-1 4 0,-1 0 8 0,4-2-13 16,-3-1 13-16,3 1 0 0,0-3-10 0,0 0 10 15,-3 3 0-15,3-6 0 0,0 3 0 0,0-3 0 0,-3 1 0 16,0-1 0-16,0-2 10 0,0 2-10 0,-3-2 16 0,0 0-3 16,0-1-1-16,0 1 0 0,-3 0-4 0,0-3 0 15,0 3-8-15,-3-1 12 0,0 1-4 16,-3-3-8-16,3 3 11 0,-6-1-11 0,3 1 0 0,0 0 0 16,0 0 0-16,-3 2-9 15,3 3-27-15,0-3-6 0,-3 1-1 0,3 2 0 16,-3 0-133-16,3 0-26 0,0 2-6 0</inkml:trace>
  <inkml:trace contextRef="#ctx0" brushRef="#br0" timeOffset="64688.968">16287 8263 1728 0,'0'0'36'0,"0"0"8"0,0 0-35 0,0 0-9 0,0 0 0 0,0 0 0 16,0 0 85-16,0 0 15 0,6-2 4 0,-3 2 0 15,3-3-40-15,0 3-8 0,0 0-2 0,0 0 0 16,3 0-16-16,0 0-3 0,0 3-1 0,3-3 0 16,0 0-6-16,3 2-2 0,-3-2 0 0,2 3 0 15,4-3-8-15,-3 3-2 0,3-3 0 0,0 2 0 16,0-2-3-16,0 3-1 0,2-3 0 0,-2 0 0 15,6-3-3-15,-3 3-1 0,3-2 0 0,3-1 0 16,-1 0 0-16,1 1-8 0,0 2 12 0,3-3-4 16,-3 3 3-16,-1 0 0 0,-2 0 0 0,3-2 0 15,-3 2-3-15,-3-3-8 0,-1 0 12 0,1 1-4 16,0-1-8-16,0-2 12 0,0 2-12 0,0-2 12 16,-1 2-12-16,1 0 0 0,3-2 0 0,0 2 8 15,-3 1-8-15,0 2 0 0,-1-3 0 0,1 1 0 16,-3 2 0-16,0 0 8 0,0 0-8 0,-3-3 0 15,0 3 0-15,-1-3 0 0,1 1 8 0,-3 2-8 16,0-3 0-16,0 0 0 0,-3 1 0 0,3-1 0 0,0 0 8 0,0 1-8 16,3-1 0-16,-4 0 8 0,1 1-8 15,3-1 0-15,0 0 0 0,-3 3 8 0,3-2-8 16,3-1 0-16,-3 1 0 0,3 2 0 16,-4-3 0-16,1 3 0 0,-3 0 0 0,3-3 0 0,-3 3 8 15,3 0-8-15,-3 0 12 0,0 0-4 16,0 3-8-16,-3-3 0 0,2 0 0 0,-2-3 0 0,0 3 0 0,3 0 0 0,-3 0-12 15,0 0 12-15,0 0 0 0,0 0 0 0,0-2 0 0,-3 2 0 16,3 0 0-16,0-3 0 0,3 3 0 0,-3 0 8 16,-1-3-8-16,1 3 10 0,0-2-10 0,3 2 10 15,0 0-10-15,-3-3 0 0,3 3 9 0,0-3-9 16,-3 3 8-16,3 0-8 0,-3 0 8 0,3 0-8 16,-1 0 12-16,1 0-1 0,0 0-1 0,0 0 0 15,0 0 1-15,0 0 0 0,0 0 0 16,-3 0 0-16,3 0-3 0,-3 3 0 0,3-3 0 0,-4 0 0 15,1 3-8-15,0-3 10 0,0 0-10 0,0 0 10 16,-3 0-10-16,3 0 8 0,0 0-8 0,0 0 8 16,0 0-8-16,-3 0 0 0,3-3 9 0,-3 3-9 15,3-3 0-15,-3 3 0 0,3 0 0 0,-1-2 0 16,-2 2 0-16,3 0 0 0,0-3 0 0,-3 3 8 16,3-3-8-16,-3 3 0 0,0 0 0 0,0 0 0 15,0-2 0-15,0 2-13 0,0 0 5 0,-3-3 8 16,-3 3-35-16,0 0 1 0,0 0 0 0,0 0 0 15,0 0-89-15,0 0-17 0,0 0-4 0</inkml:trace>
  <inkml:trace contextRef="#ctx0" brushRef="#br0" timeOffset="66101.592">13531 7308 1492 0,'-6'-2'31'0,"6"2"8"0,-6-3-31 0,0 0-8 0,3 3 0 0,-3-2 0 16,0 2 94-16,0 0 18 0,0 0 3 0,0 0 1 16,1 2-16-16,-1-2-4 0,0 0 0 0,-3 3 0 15,0-3-24-15,3 3-4 0,-3-3-2 0,0 2 0 16,0 1-17-16,3 0-3 0,-3-1-1 0,0 1 0 16,3-1-13-16,-3 4-2 0,3-4-1 0,0 4 0 15,0-1-29 1,1 0-8-16,2 1-1 0,0-1 0 0,0 0 9 0,3 3 0 0,0-3 0 15,0 1 0-15,3-1 0 0,0 0 0 0,3 1 0 0,-1-1 0 16,1 0 0-16,3-2 8 0,3-1-8 0,0-2 11 16,0 3-11-16,3-3 0 0,3-3-12 0,-3 3 12 15,0-2 0-15,2-1 10 0,1 1 1 0,0-4 0 16,-3 4 5-16,0-4 2 0,-3 4 0 0,0-4 0 16,0 1 9-16,-3 2 1 0,-1-2 1 0,-2 0 0 15,0 0 7-15,0-1 0 0,-3 4 1 0,0-4 0 16,-3 1-1-16,0 0 0 0,-3-1 0 0,0 1 0 15,0 0-12-15,-3 0-4 0,3-1 0 0,-3 4 0 16,-2-4-7-16,2 4-1 0,-3-4-1 0,0 4 0 16,0-1-11-16,0 0 12 0,-3 3-12 0,0-2 12 15,0 2-12-15,0 0 0 0,0 2 0 0,-3-2 8 0,4 3-8 16,-1 0 0-16,0-1 0 0,0 4 0 0,3-4 0 16,-3 4 0-16,3-4 0 0,3 4 0 0,0-1 0 15,0 0 0-15,6-5-12 0,-3 8 12 0,0-3-15 0,3 1 5 16,0-6 1-16,0 8 0 0,3-3 1 15,0 0 0-15,3 0 0 0,-3-2 0 0,6 2 8 0,-3-2-13 0,3 0 5 0,0-3 8 16,0 0-17-16,0 0 4 16,3-3 1-16,-3 0 0 0,2 3 12 0,-2-5 13 15,3 2-2-15,-3 1-1 0,-3-3-10 0,3 2 0 0,-3-2 0 0,-3 2 0 16,0-2 9-16,0-1-9 0,-3 1 10 16,0 2-10-16,0-2 16 0,-3 2-2 0,0-2-1 0,-3 3 0 15,0-4-1-15,-3 4-1 0,0-4 0 0,-3 4 0 16,3-1-11-16,-2 0 12 0,-1 1-12 0,3-1 12 15,-3 3-12-15,0 0 0 0,3 0 9 0,-3 0-9 16,3 3 0-16,0-1 0 0,0 1 0 0,0 0 0 16,3-1 0-16,0 4 0 0,1-4 0 0,2 4 0 15,3-6 0-15,-3 7 0 0,0-1 0 0,3 2 0 16,0-3-8-16,0 0 8 0,3 3-8 0,0-2 8 16,0-1-9-16,2 0 9 0,1 0-10 0,3 1 10 15,-3-4 0-15,3 4 0 0,3-4 0 16,-3-2 0-16,3 3 0 0,0-3-11 15,0 0 11-15,0 0-10 0,-3 0 10 0,3-3 0 0,-4 1 0 0,1-1 0 16,0-2 0-16,-3 2 0 0,0-2 0 0,-3 2 0 16,0-2 0-16,0 0 0 0,0-1 8 0,-3 4-8 15,0-4 11-15,-3 4-3 0,0-4 0 0,0 1 0 0,-3 0 1 16,0-1 0-16,0 1 0 0,-3 3 0 0,3-4-1 16,-2 4-8-16,-1-1 12 0,0 0-4 15,3 3-8-15,-3 0 10 0,0 0-10 0,3 0 10 16,-3 0-10-16,3 3 0 0,0 0 0 0,0-1 0 0,6-2 0 0,-6 3 0 15,0 2 0-15,0 0 0 0,6-5 0 0,0 6 0 0,-3-1-8 16,3 0 8-16,3 1-10 0,0 2 10 0,0-6-13 0,3 4 5 16,0-1 8-16,0 0 12 0,3-2-2 15,0-1-1-15,0 1-9 0,0 0 0 0,3-3 0 0,-3 0 0 16,3 0-11-16,-1 0-4 0,1-3-1 0,0 0 0 16,0 3 16-16,0-2 0 0,-3-1 0 0,3 0 0 15,-3 1 0-15,-3-1 0 0,0 1 0 0,0 2 0 16,0-6 0-16,-6 6 0 15,3-2 0-15,-3 2 0 0,0-3 0 0,0 3 0 0,0 0 0 0,0-5 0 16,-3 2 0-16,-3 0 0 0,3-2 0 0,-6 5 0 16,0-3-84-16,-3 3-21 0,0 0-4 0</inkml:trace>
  <inkml:trace contextRef="#ctx0" brushRef="#br0" timeOffset="69872.5">16213 8226 1094 0,'0'0'23'0,"0"0"5"0,0 0-28 0,0 0 0 0,0 0 0 0,0-5 0 15,0 5 108-15,0 0 16 0,0-5 3 0,0 5 1 16,0 0-20-16,0-5-4 0,0 5-1 15,0 0 0-15,0 0-63 0,-3-3-12 16,3 3-2-16,-6-5-1 0,6 5 39 0,-3 0 7 0,3 0 1 0,-6 0 1 16,6 0-36-16,-9 0-7 0,3 0-2 0,0 2 0 15,0 1-12-15,-3 0-2 0,3-3-1 0,1 5 0 16,-4-3-5-16,3 4 0 0,-3-4-8 0,3 4 12 16,0-1-12-16,0 0 0 0,3 1 0 0,-3-1 0 15,3 0 0-15,3 0 0 0,-3 1 0 0,3-1 0 16,0 0 0-16,3 1-8 0,-3-1 8 0,3 0 0 15,3-2-11-15,-3-1 11 0,3 1-10 0,0 0 10 16,0-3-10-16,0 2 10 0,0-2-10 0,3-2 10 16,-3 2 0-16,2-3 0 0,-2 0 0 0,0 1 0 15,0-1 12-15,-3-2 8 0,3 0 1 0,-3-1 1 16,0 1-22-16,0 0-10 0,0-1 1 0,0 1 0 16,-3 0 37-16,0 0 8 0,0-1 2 0,-3 1 0 15,3 0-2-15,-3-1-1 0,0 1 0 0,0 2 0 16,0-2-15-16,0 3-4 0,3 2 0 0,-6-3 0 15,6 3-8-15,-6 0-8 0,6 0 12 0,-6 0-12 16,0 3 0-16,0-3 0 0,6 0 0 0,-5 5 0 16,-1 0 0-16,0 3 0 0,0-3 0 0,3 3 0 15,-3-2 0-15,3 2-9 0,3-1 9 0,-3 1-12 16,3 0 2-16,0-2 0 0,0-1 0 0,0 0 0 0,3 0 10 0,0 1-13 0,0-4 5 16,-3-2 8-16,3 3-9 0,3 0 9 0,0-3 0 15,-6 0 0-15,3 0 0 0,-3 0 0 16,6 0 0-16,-1 0 0 0,-2-3 0 0,3 0 0 15,-3-2 0-15,0 2 0 0,0-2 0 0,0 0 8 0,-3 0-8 0,3-1 0 16,0 1 8-16,-3-3-8 0,3 0 0 0,-3 0 0 16,3 0 0-16,-3 0 0 0,3 0-13 0,-3 0 4 15,3 1-91-15,-3-1-19 16,3 0-3-16</inkml:trace>
  <inkml:trace contextRef="#ctx0" brushRef="#br0" timeOffset="81610.947">18291 9975 1234 0,'0'0'25'0,"0"0"7"0,0 0-32 0,0 0 0 0,0 0 0 0,0 0 0 16,-6 3 96-16,6-3 13 0,-3 3 3 0,3-3 0 16,-6 5-43-16,6-5-8 0,-3 0-1 0,3 0-1 15,-6 3-23-15,6-3-5 0,0 0-1 0,-6 2 0 16,6-2-5-16,-6 3-1 0,6-3 0 0,-3 5 0 16,3-5-3-16,0 0-1 0,-6 3 0 0,0 2 0 15,6-5 8-15,-6 3 2 0,3-1 0 0,-3 1 0 16,6-3 3-16,-6 3 1 0,0-3 0 0,0 2 0 15,0 1-6-15,0-3-2 0,0 0 0 0,1 0 0 16,-1 0-4-16,0 0-1 0,0 0 0 0,0-3 0 16,-3 3-1-16,3 0 0 0,0 0 0 0,-3 3 0 15,0-3-1-15,3 0-1 0,-3 0 0 0,0 0 0 16,0 0-5-16,0 0-1 0,0 0 0 0,0 0 0 16,1 0-3-16,-4 0-1 0,3 0 0 0,-3 0 0 15,0 0 2-15,-3 0 0 0,3 0 0 0,-3 0 0 16,3 0 0-16,-6 0 0 0,4 0 0 0,-4 0 0 15,3 0-10-15,-3 0 12 0,0 0-12 0,-3 0 12 16,0-3-3-16,-2 3 0 0,2-2 0 0,-6 2 0 16,-3-3 4-16,0 0 1 0,-5 1 0 0,-4-1 0 0,0 1 4 15,1-1 1-15,-7-2 0 0,-3 2 0 0,1-2 2 16,-4 2 1-16,-2-2 0 0,-4-1 0 0,3 4-6 16,1-4 0-16,-1 4-1 0,-5-3 0 15,-1 2-15-15,1-2 11 0,-4 2-11 0,-5-2 10 0,8 2-10 0,1-2 0 16,-1 2 0-16,-2 0 0 0,2 1 0 0,1-4 0 0,-1 6 8 0,1-2-8 15,2-3 0-15,0 2 0 0,4-2 0 16,-1-1 0-16,4 4 0 0,-1-4 0 0,3 4 0 0,1-1 0 16,2 0 0-16,6-2 0 0,1 0 0 0,-4 0 0 15,3-1 0-15,4 1 0 0,-4 0 0 0,3 2 0 16,3 0 0-16,1 1 0 0,2-1 0 0,0 0 0 16,3 1 0-16,4-1 0 0,-1 1 0 0,0-1 0 15,3-2 0-15,-3 2 0 16,-2-2 0-16,2 2 0 0,3-2 0 0,-3 2 0 0,0 0 0 0,0 1 0 15,4-1 0-15,-1 0 0 0,0 3 0 0,0 0 8 16,0-2-8-16,3 2 0 0,1-3 0 0,-1 3-11 16,0-2 11-16,0-1-8 0,0 0 8 0,-3 3-8 15,3-2 8-15,-2-1 0 0,-1 0 0 0,0 3 0 16,0-2-9-16,0 2 9 0,0-3-10 0,1 3 10 16,2-3-8-16,-3 3 8 0,3 0 0 0,0 3-9 15,-3-3 9-15,6 3 0 0,-2-3-9 0,2 2 9 16,0-2 0-16,0 3 0 0,-3 0-9 0,3-1 9 15,0-2 0-15,0 0 0 0,-2 0 0 0,2 0 0 16,-3 0 0-16,0 0 0 0,3-2 0 0,-3 2 0 0,3 0 0 0,0 0 0 16,-2 0 0-16,2 0 0 0,-3 0 0 0,3 0 0 0,3 0 0 15,-3 0 0-15,0 2 0 0,3-2-8 0,-2 0 8 0,2 0 0 16,-3 3 0-16,3-3 0 0,0 3 0 0,3-3 0 16,-3 0 0-16,3 0 0 0,0 0 0 0,0 0 0 15,-3 0 0-15,3 0 0 0,-2 0 0 16,2 0 0-16,-3-3 0 0,0 3 0 0,3-3 0 0,-3 3 0 15,0 0 0-15,0-2 0 0,3 2 0 16,-3 0 0-16,3 0 0 0,-3 0 0 0,4 0 0 0,-1 0 0 16,-3-3 0-16,3 3 0 0,0-3 0 15,0 3 0-15,0 0 0 0,-3 0 0 0,3 0 0 0,0 0 0 16,0 0 0-16,-3 0 0 0,3 0 0 0,1 3 0 16,-1-3 0-16,0 3 0 0,0-3 0 0,0 0 0 15,3 0 0-15,-3 2 0 0,0-2 0 0,3 0 0 16,0 3 0-16,-3-3 0 0,3 3 0 15,0-3 0-15,3 2 0 0,-3-2 0 0,0 0 0 0,0 0 0 16,0 0 0-16,1 3 0 0,-1-3 0 0,-3 0 0 16,3 0 0-16,-3 0 0 0,3 0 0 0,-3 0 9 15,3 0-9-15,-3 0 0 0,0 0 0 0,0 0 8 16,3 0-8-16,-3 0 0 0,3 0 9 0,0 0-9 16,0 0 0-16,0 0 0 0,0 0 0 0,1 0 0 15,-4 0 0-15,6 0 0 0,-3 0 0 0,6 0 0 16,-6 0 0-16,6 0 0 0,-3 0 0 0,3 0 0 15,0 0 0-15,0 0 0 0,0 0 0 0,0 0 0 16,0 0-15-16,0 0 3 0,0 0 0 0,0 0 0 16,0 0-36-16,3-5-6 0,0-1-2 0,0 4 0 15,3-4-128-15,0 4-27 0,2-4-5 0</inkml:trace>
  <inkml:trace contextRef="#ctx0" brushRef="#br0" timeOffset="82391.798">13668 9721 1306 0,'0'0'27'0,"-6"-2"7"0,3-1-34 15,-3 3 0-15,6 0 0 0,-6-3 0 0,3 1 132 0,-3-1 19 0,0 1 4 0,3 2 1 16,-3-3-27-16,0 3-5 0,3 0 0 0,-3 0-1 16,1 3-37-16,-1-3-7 0,-3 2-2 0,3 1 0 15,0-1-47-15,-3 1-10 0,3 0-1 0,0 2-1 16,-3-2-7-16,3 2-2 0,-3 0 0 0,3 1 0 16,0 2-9-16,0-3 0 0,3 0 0 0,-3 3 0 15,3 0 0-15,3 0 0 0,0 0 0 16,0 0 0-16,3 0 0 0,0 0-11 0,0 0 11 0,0-3-8 15,3 0 8-15,3 3-10 0,-3-3 10 0,3 1-10 16,3-4 10-16,-3-2 0 0,3 3 0 0,-3-3 0 16,3 0 8-16,-1-3 3 0,-2 3 1 0,0-2 0 15,0-1 12-15,0-2 4 0,0 2 0 0,-3-2 0 16,0 0 12-16,-3-1 4 0,0 1 0 0,-3 0 0 16,0-1 3-16,0 1 1 0,-3 0 0 0,0-1 0 15,0 1-11-15,-3 0-1 0,3 0-1 0,-6-1 0 16,0 1-15-16,0 2-4 0,0-2 0 0,0 2 0 15,-2 1-8-15,2-1-8 0,-3 1 9 0,3 2-9 16,-3 0 0-16,3 0 8 0,-3 2-8 0,3 1 0 16,3 2 0-16,-3-2 0 0,3 2 0 0,-3-2 0 0,6 5-10 15,-3-3 2-15,3 0 0 0,0 3 0 0,1-3-4 16,2 3-1-16,0 0 0 0,0 0 0 0,2 0 1 16,1 3 1-16,3-6 0 0,0 3 0 0,0-3 11 0,3 1-8 15,0-4 8-15,0 4-8 0,3-4 8 16,-3-2 0-16,3 3-9 0,0-3 9 15,0-3 0-15,-3 1 0 0,3 2 0 0,-1-6 0 16,-5 4 0-16,3-1 0 0,-3-2 0 0,0 2 8 0,-3-2 6 0,0-1 1 16,-3 4 0-16,0-4 0 0,0 1 5 15,-3 0 0-15,0 0 1 0,0-1 0 0,-3 1-3 0,0 0-1 0,0-3 0 0,-3 2 0 16,3 1-6-16,-5 3-2 0,2-1 0 0,0 0 0 16,0 1-9-16,0 2 8 0,0-3-8 0,0 3 8 15,0 0-8-15,0 0 0 0,3 3 0 0,-3-1 0 16,3 1 0-16,3 2 0 0,-3 0 0 0,3 1 0 15,0-1 0-15,3 3 0 0,0-3-11 0,0 3 11 16,3 0-13-16,3 3 2 0,0-3 1 0,0 2 0 16,3-2 10-16,3-2-13 0,-3 1 5 0,3-1 8 15,3-1-11-15,-3 0 11 0,3-2-8 0,-1 0 8 16,-2-3 0-16,0 0 0 0,3 0 0 0,-3-3 0 16,-3 0 0-16,0 1 0 0,0-1 0 0,-3 0 0 15,0-2 0-15,0 0 11 0,-3 0-1 0,3-1 0 16,-6 1 5-16,3 0 1 0,-3-3 0 0,-3 2 0 15,3 1-6-15,-3-3-1 0,0 3 0 0,-3 0 0 0,3-1-9 16,0 4 10-16,-3-4-10 0,0 4 10 0,0 2-10 0,0-3 0 16,0 0 0-16,0 1 0 15,-3 2-23-15,3 0-3 0,-3 0-1 0,3 2 0 16,-3-2-35-16,3 0-7 0,0 3-2 0,1 0 0 16,5-3-147-16,0 0-30 0,-3 5-5 0</inkml:trace>
  <inkml:trace contextRef="#ctx0" brushRef="#br0" timeOffset="84225.613">18437 10661 1668 0,'0'0'35'0,"0"0"7"0,0 0-34 0,0 0-8 0,0 0 0 0,0 0 0 16,0 0 108-16,0 0 19 0,0 0 4 0,-6-3 1 15,6 3-52-15,-6 0-9 0,6 0-3 0,-6-3 0 16,0 3-26-16,0 0-6 0,0 3 0 0,0-3-1 16,0 0-11-16,0 3-1 0,0-3-1 0,0 0 0 15,-3 0-5-15,3 2-1 0,0-2 0 16,-3 3 0-16,3-3-3 0,0 0-1 0,0 3 0 0,-2-3 0 15,-1 0 0-15,0 2 0 0,0-2 0 0,0 3 0 16,0-3-2-16,0 3-1 0,0-3 0 0,-3 2 0 16,3 1-9-16,0 0 8 0,-3-3-8 0,3 2 8 15,-3 1-8-15,1-3 8 0,2 2-8 0,-3-2 8 16,-3 3 4-16,0-3 0 0,3 0 0 0,-6 0 0 16,3 3-12-16,-3-3 0 0,1 0 0 0,-4 0 8 15,3 0 1-15,-3 0 0 0,0 0 0 0,-6 0 0 16,4 0-9-16,-4 0 10 0,0 0-10 0,-6 0 10 15,4 0-10-15,-4-3 12 0,-3 0-12 16,-3 1 12-16,1-1-1 0,-1 1 0 0,-3 2 0 0,-2-3 0 16,5 3-3-16,0 0 0 0,4 0 0 0,-4 0 0 15,3 0-8-15,-6-3 12 0,1 1-12 0,-1-1 12 16,0 3-12-16,4 0-17 0,-4 0 4 0,3 0 1 16,1 0 23-16,2-3 5 0,-3 3 0 0,1-2 1 0,2-1-17 15,-3 3 0-15,0-3 8 0,1 1-8 16,5 2-12-16,0 0-5 0,1 0-2 0,2 0 0 15,0 0 35-15,0 0 6 0,3-3 2 0,-2 3 0 16,-1 0-15-16,0 0-9 0,-3-3 12 0,4 3-12 0,-4 0 9 16,3 3-9-16,3-3 0 0,-2 3 9 0,2-1 18 0,0 1 3 15,3-3 1-15,0 3 0 16,-2-3-48-16,2 0-10 0,-3 0-1 0,0 0-1 0,-3 0 29 0,7 0 0 0,-4 0 0 0,0 2 0 16,3 1 0-16,0-3 0 0,1 3 0 0,2-1 0 15,0 1 0-15,3 0 0 0,0 2 0 0,3-3 0 16,3 1 0-16,-2-3 0 0,2 3-8 15,-3-1 8-15,3 1 0 0,-3-3 0 0,3 3 0 0,-3-3 0 16,3 2 0-16,0 1 0 0,0-3 0 0,1 0 0 16,-1 3 0-16,0-3 0 0,0 0 0 0,0 2 0 15,0 1 0-15,0-3 0 0,0 0 0 0,3 3 0 16,-3-1 0-16,3-2 0 0,1 0 0 0,-1 3 0 16,0-3 0-16,0 3-9 0,0-3 9 0,0 2 0 15,0-2 0-15,0 3 0 0,0-3 0 0,0 0 0 16,0 2 0-16,3-2 0 0,-3 3 0 0,0-3 0 15,3 0 0-15,-2 3 0 0,2-3 0 0,0 2 0 16,0-2 0-16,0 3 0 0,6-3 0 0,-6 0 0 16,0 0 0-16,6 0 0 0,-6 3 0 0,-3-1 0 15,3-2 0-15,-3 3 0 0,0-3 0 0,0 0 0 16,-3 3 0-16,3-3 0 0,3 2 0 0,-3-2 0 16,1 0 0-16,2 0 0 0,-3 0 0 0,0 3 0 0,3-3 0 15,0 0 0-15,-3 3 0 0,3-1 0 16,0-2 0-16,-3 0 0 0,3 3 0 0,0-3 0 0,-3 3 0 0,3-3 0 15,3 2 0-15,-3-2-8 0,0 0 8 0,0 3 0 16,6-3 0-16,-6 0 0 0,1 0 0 0,-1 2 0 16,3-2 0-16,-6 3 0 0,3-3 0 0,0 0 0 0,0 0 0 15,0 3 0-15,0-3 0 0,0 0 0 0,-3 2 0 0,3 1 0 16,0-3 0-16,-3 0 0 0,3 3 0 0,0-3 0 16,-3 2 0-16,3-2 0 0,0 0 0 15,6 0 8-15,-6 0-8 0,6 0 0 0,-5 0 0 16,5 0 0-16,0 0 0 0,0 0 0 0,-6 3 0 0,6-3 0 15,0 0 0-15,-6 0 0 0,6 0 0 0,-6 0 0 16,6 0 0-16,-6 0 0 0,6 0 0 0,-9 3 0 16,9-3 0-16,-6 0 0 0,0 2 0 0,0-2 8 15,6 0-8-15,-9 0 0 0,3 3 0 0,6-3 0 16,-3 0 0-16,3 0 0 0,-9 0 0 0,9 0 0 16,-6 5 0-16,0-5 0 0,6 0 0 0,-6 0 0 15,0 3 0-15,6-3 0 0,-9 0 0 0,3 0 0 16,6 0 0-16,-6 0 0 0,6 0 0 0,-5 0 0 15,5 0-21-15,-6-3 1 0,6 3 0 0,0 0 0 16,-6-5-22-16,6 5-4 0,0-3-1 0,0-2 0 16,3-3-122-16,3 3-25 0,0-3-5 0</inkml:trace>
  <inkml:trace contextRef="#ctx0" brushRef="#br0" timeOffset="85212.145">14972 10714 1127 0,'0'0'23'0,"0"0"7"0,0 0-30 16,0 0 0-16,0 0 0 0,0 0 0 0,0 0 104 0,0 0 14 0,0 0 3 0,0 0 1 16,0 0-12-16,0 0-2 0,0 0-1 0,0 0 0 15,-6 0-27-15,0 2-4 0,6-2-2 0,-6 3 0 16,6-3-24-16,-6 5-5 0,0-2-1 0,0 2 0 16,3 0-13-16,0 1-3 0,0-1-1 0,-3 3 0 15,3-3-10-15,0 1-1 0,3-1-1 0,-3 3 0 16,3 0-15-16,-3 0 8 0,3 0-8 15,0 0 0-15,0-1 0 0,3-1 0 0,-3 2 0 0,3 0 0 16,0-3 0-16,3 0 0 0,-3 1 0 0,3-1 0 16,-3-3 0-16,3 1 14 0,0 0-4 0,0-3-1 15,-3 0 18-15,3 0 3 0,0 0 1 0,0-3 0 16,-6 3 12-16,6-3 2 0,-3 1 1 0,-3 2 0 16,3-3-3-16,0-2-1 0,-3 5 0 0,3-8 0 15,-3 3-6-15,0-1 0 0,-3 1-1 0,3-3 0 16,-3 3-7-16,0-3-2 0,0 3 0 0,0-1 0 15,0-2-8-15,0 3-2 0,0 0 0 0,-3 2 0 16,3-2-8-16,3 5-8 0,-6-3 9 0,6 3-9 16,-6 0 8-16,3 0-8 0,3 0 0 0,-6 3 0 15,0-3 0-15,0 5 0 0,3 0 0 0,0 1 0 16,0-1 0-16,0 3 0 0,0 0-8 0,0-3 8 16,0 3-20-16,3 0 4 0,0-3 0 0,0 3 0 15,0 0-4-15,3 0 0 0,0-3 0 0,0 3 0 16,0-5 5-16,3 2 1 0,0-2 0 0,0 0 0 0,0-1 14 0,0-2-9 15,0 3 9-15,3-3-8 0,-3-3 8 0,0 3 0 0,3-2 0 16,-3-1 0-16,3 0 0 0,-3 1 0 0,-4-1 0 16,4 0 11-16,-3-2 5 0,0 0 2 0,0 2 0 0,0-2 0 15,-3 0 6-15,0-1 2 0,0-2 0 16,-3 0 0-16,-3 0-1 0,3 1 0 0,-3-1 0 0,1 0 0 16,-1 0-8-16,0 0-1 0,0 3-1 0,0-1 0 31,0 1-7-31,0 2-8 0,0 1 11 0,0-1-11 0,6 3 8 0,-6 0-8 0,6 0 0 15,-6 5 0-15,0-2 0 0,0 0 0 0,6-3 0 0,-6 8 0 16,3-1 0-16,0 1 0 0,0 0 0 0,3 0 0 16,-3 0 0-16,3 0-11 0,0 0 2 0,3 0 0 15,-3 0-3-15,3 0-1 0,0 0 0 0,3-3 0 16,-3 0 1-16,3 1 1 0,0-1 0 0,0 0 0 16,0-2 11-16,3 0 0 0,0-1-9 0,0-2 9 15,0 3 0-15,0-3 0 0,2-3-9 0,-2 3 9 16,0-2 0-16,0-1 0 0,3 0 0 0,-3-2 0 15,0 2 0-15,0-2 0 0,-3 0 0 0,3-1 0 16,-6 1 17-16,3-3-2 0,-3 0-1 0,-3 0 0 16,-3-2 5-16,3-1 1 0,-3-2 0 0,-3 0 0 15,0 2-2-15,-3-2 0 0,3 0 0 0,-3 2 0 16,0-2-8-16,0 5-2 0,0-3 0 0,0 3 0 16,3 3-8-16,-3 0 0 0,1 0 0 0,2 2 8 15,-3 3-8-15,3 0 0 0,-3 0 0 0,3 3 0 16,0 2 0-16,0-3 0 0,3 4 0 0,-3-1 0 15,3 3 0-15,0 0-14 0,0 0 5 0,3 0 1 16,0 0-6-16,0 2-1 0,0-2 0 0,0 3 0 0,0-3-1 16,3 0 0-16,0 2 0 0,0-2 0 15,0-2 6-15,0-1 1 0,3 3 0 0,-3-3 0 0,3-2 9 0,0-1 0 0,-3 1-9 0,-3-3 9 16,6 0 0-16,0 0 0 0,0 0 0 0,-6 0 0 16,3-3 0-16,-3 3 0 0,6-2 0 0,-6 2 0 15,3-3 0-15,-3 3 0 0,0-8 0 0,0 3 0 16,0 2-14-16,-3-2 2 0,0 0 0 0,3 5 0 15,-3-6-89-15,-3 4-18 16,0-1-3-16</inkml:trace>
  <inkml:trace contextRef="#ctx0" brushRef="#br0" timeOffset="90485.913">18556 12359 1033 0,'0'0'21'0,"0"0"6"0,0 0-27 0,-3 6 0 0,3-6 0 0,0 0 0 16,-3 5 64-16,3-5 8 0,-6 3 2 0,6-3 0 16,-6 2-15-16,3 1-3 0,3-3-1 0,-6 3 0 15,6-3-12-15,0 0-3 0,0 0 0 0,-6 2 0 16,6-2 0-16,0 0-1 0,-6 3 0 0,6-3 0 15,-6 3 13-15,6-3 2 0,-6 0 1 0,3 5 0 16,3-5 1-16,-9 3 0 0,6-3 0 0,-3 2 0 16,0 1-10-16,3-3-2 0,3 0 0 0,-9 2 0 15,3-2-7-15,0 3-1 0,0-3-1 0,1 3 0 16,-1-3-7-16,0 0-2 0,-3 0 0 0,3 0 0 16,0 0-6-16,-3 0 0 0,0 0-1 0,3 0 0 15,-3 0-10-15,0 0-1 0,-3 0-8 0,3 0 12 16,0 0-12-16,0 0 8 0,-3 2-8 0,4-2 0 15,-4 0 10-15,0 3-10 0,3-3 10 0,-3 0-10 16,-3 3 11-16,3-3-11 0,0 0 12 0,3 2-12 16,-3 1 12-16,-3-3-12 0,4 0 12 0,-1 3-12 15,-6-3 11-15,3 2-11 0,0-2 10 0,-3 3-10 16,0-3 10-16,-3 0-10 0,-2 0 10 0,-1 0-10 16,-3 0 12-16,-3 0-3 0,-2-3-1 0,-4 1 0 15,0-1 9-15,0 3 2 0,1-3 0 0,-4 1 0 16,-3-1-3-16,1 0-1 0,-4 1 0 0,0-4 0 15,7 4-6-15,-4-1-1 0,3-2 0 0,-2 2 0 0,-1-2-8 16,0 0 0-16,-2-1 0 0,-1-2 8 0,3 3-8 16,1 0 0-16,-1 0 0 0,-3-1 0 15,4-2 0-15,-1 3 0 0,0 0 0 0,-2-3 8 0,2 2-8 16,0 1 0-16,-2-3 0 0,-1 3 0 0,3 0 0 0,1-1 0 0,2 4 0 16,-3-4 0-16,4 1 0 15,-7 0 0-15,0 0 0 0,1 2 0 0,2 0 0 0,0 1 0 0,4-1 0 16,-4 0 0-16,6 3 8 0,0-2-8 15,-2-1 8-15,-1 0-8 0,3 1 0 0,-2-1 8 0,2 0-8 16,-3 3 0-16,7-2 0 0,-1 2 0 0,0-3 0 0,0 3 0 16,1 0 0-16,-1-2 0 0,-3-1 0 0,0 0 0 15,4 3 0-15,-4-2 0 0,3-1 0 0,0 3 0 16,1-3 0-16,2 3 0 0,0 0 0 0,-3 0 0 16,4 0 0-16,-1 0 0 0,0 0 0 0,-3 0 0 15,4-2 0-15,-1 2 0 0,-3 0 0 0,0 0 0 16,4 0 0-16,2 0 0 0,-3 0 0 0,0 0 0 15,3 0 0-15,4 0 0 0,-4 0 0 0,0 0 0 16,0 0 0-16,-2 0 0 0,-1 0 0 0,0 0 0 16,3-3 0-16,-3 3 0 0,1 0 0 0,2 0 0 15,0 3 0-15,0-3 0 0,1 0 0 0,2 0 0 16,-3 2 0-16,3-2 0 0,-3 0 0 0,3 0 0 16,-2 0 0-16,-1 0 0 0,0-2 0 0,0 2 0 0,1 0 0 15,-1 0 0-15,0 0 0 0,0 0 0 16,0 0 0-16,4 0 0 0,-1 0 0 0,0 0 0 15,3 0 0-15,-3 0 0 0,0 0 0 0,1 0 0 0,-1-3 0 16,0 3 0-16,0-3 0 0,0 3 0 0,1 0 0 0,-1 0 0 16,0-2 0-16,0 2 0 0,0 0 0 0,4 0 0 15,-1 0 0-15,0 0 0 0,0 0 0 0,0-3 0 0,3 3 0 16,-3 0 0-16,4 0 0 0,-7-3 0 0,3 1 0 0,-3-1 0 16,3 3 0-16,-2-3 0 0,-1 1 0 0,0 2 0 15,3-3 0-15,-3 3 0 0,3 0 0 16,1 0 0-16,-1 0 0 0,3 0 0 0,0 0 0 15,0 0 0-15,0 0 0 0,3 0 0 0,-2 0 0 16,2 0 0-16,-3 0 0 0,-3 0 0 0,0 0 0 0,0 0 0 16,3 0 0-16,-2 0 0 0,-1 0 0 0,0 0 0 15,3 3 0-15,0-3 0 0,0 2 0 0,0-2 0 16,1 0 0-16,-1 3 0 0,0-3 0 0,3 0 0 16,0 0 0-16,0 3 0 0,0-3 0 0,0 2 0 15,4-2 0-15,-1 0 0 0,0 3-9 0,0-3 9 16,0 0 0-16,0 3 0 0,0-3 0 0,-3 2 0 15,3-2 0-15,-3 3 0 0,1-3 0 0,2 3 0 16,-3-3 0-16,0 0 0 0,3 2 0 0,-3-2 0 16,0 0 0-16,0 3 0 0,0-3 0 0,4 3 0 15,-4-3 0-15,3 2 0 0,0-2 0 0,-3 3 0 16,3-3 0-16,0 3 0 0,3-3 0 0,-3 2 0 16,3-2 0-16,-2 3 0 0,2-1 0 0,0-2 0 15,3 3 0-15,-3-3 0 0,0 3 0 0,0-1 0 0,3-2 0 16,-3 0 0-16,0 3 0 0,0 0 0 0,0-3 0 15,0 0 0-15,-3 2 0 0,3-2 0 0,1 0 0 16,-4 3 0-16,0-3 0 0,0 0 0 0,3 3 0 0,0-3 0 0,-3 0 0 16,3 2 0-16,0-2 0 0,-3 3 0 15,0-3 0-15,0 3 0 0,1-3 0 0,2 0 0 16,0 2 0-16,-3-2 0 0,3 0 0 0,0 3 0 0,0-1 0 16,0 1 0-16,0-3 0 0,0 0 0 0,3 3 0 15,0-1 0-15,-3-2 0 0,3 0 0 0,0 3 0 16,1 0 0-16,-1-3 0 0,6 0 0 0,-6 2 0 0,0 1 0 15,6-3 0-15,-6 3 0 0,0-3 0 0,6 0 0 16,-6 2 0-16,6-2 0 0,-9 3 0 0,9-3 0 16,-6 0 0-16,6 0 0 0,0 0 0 0,-6 3 0 15,6-3 0-15,-6 0 0 0,6 0 0 0,-6 0 0 16,6 0 9-16,-6 0-9 0,6 0 8 0,0 0-8 16,-6 0 0-16,6 0 8 0,-9 0-8 0,9 0 0 15,-6 0-8-15,6 0-8 0,0 0 0 0,-6 0-1 16,-3 0 29-16,3 0 7 0,6 0 1 0,-8 0 0 15,2 0-20-15,0 0 0 0,-3 0 0 0,9 0 0 16,-6 0 0-16,0 0 0 0,-3 0 0 0,3 0 0 16,0 0 0-16,0 0 0 0,0 0 0 0,0 0 0 15,0 0 0-15,0 0 0 0,0 0 0 0,-3 0 0 16,3 0 0-16,0 0 0 0,3 0 0 0,-3 0 0 16,6 0 0-16,-6 0 0 0,6 0 0 0,0 0 0 0,0 0 0 15,0 0 0-15,0 0 0 0,0 0 0 16,0 0 0-16,0 0 0 0,0 0 0 0,0 0 0 15,0 0-20-15,0 0 3 0,0 0 0 0,0 0 0 16,0 0 1-16,0 0 1 0,0 0 0 0,3-6 0 16,0 1-46-16,0 0-10 0,3-1-1 0,-3 1-1 15,0 2-87-15,3-2-18 0,-3 3-3 0</inkml:trace>
  <inkml:trace contextRef="#ctx0" brushRef="#br0" timeOffset="91324.929">12076 12214 1792 0,'0'0'51'0,"0"0"10"16,0 0-49-16,0 0-12 0,0 0 0 0,0 0 0 15,-3-5 116-15,-3 2 21 0,0 0 4 0,0 1 1 16,0 2-57-16,0-3-11 0,0 3-2 0,0 3-1 15,-3-3-27-15,0 2-6 0,0 1-1 0,0 0 0 16,3-1-20-16,-3 4-4 0,0-4-1 0,3 4 0 16,-3-4-12-16,1 3 0 0,-1-2 0 0,3 2 0 15,0 1 0-15,3-1 0 0,-3 0 0 0,3 1 0 16,3 1 0-16,-3-1 0 0,3-1 0 0,3 3 0 16,0-3-9-16,0 3 9 0,3-2 0 0,0-1-9 15,0 0 9-15,0 0 0 0,2-2 0 0,1 0-8 16,0-1 8-16,3 1 0 0,0 0 0 0,-3-3 0 15,6 0 0-15,-3-3 0 0,0 0 0 0,-3 1 0 0,0-4 0 16,0 4 0-16,-3-4 0 0,-1 4 8 16,1-3-8-16,-3-1 0 0,0 1 0 0,0 0 0 0,-3-1 49 0,0 1 12 15,0 0 3-15,-3-1 0 0,0 1 0 0,-3 0 0 16,1 0 0-16,-1-1 0 0,-3 1-41 0,0 2-8 16,0-2-2-16,-3 2 0 0,0 1-13 15,0 2-18-15,0-3 4 0,0 3 1 16,3 0 13-16,-3 3 0 0,0-1 0 0,4-2 0 0,-4 3 0 0,3 0 0 0,3-1 0 15,-3 4 0-15,3-4 15 0,-3 4 5 0,6-1 2 16,-3 0 0-16,3 3-35 0,3 0-7 0,-3-3-2 16,3 3 0-16,3 0 22 0,0 3 0 0,0-3 0 0,3 0 0 15,3-3 0-15,0 3 0 0,0-3 0 0,0 1 0 16,3-1-56-16,2-3-6 0,-2 1-2 16,3 0 0-16,0-3 52 0,0 0 12 0,0-3 0 0,0 0 0 15,0 1 0-15,-3-1 0 0,-3-2 0 0,-1 0 0 16,1-1 0-16,0-2 0 0,-3 3 0 0,-3 0 0 15,3-1 48-15,-3-1 13 0,-3 1 3 0,0 1 0 16,0 0-52-16,-3-3-12 0,0 2 0 0,-3 1 0 16,3-3 54-16,-3 3 8 0,0 0 2 0,-3-1 0 15,1 1-64-15,-1 2 0 0,0-2-12 0,0 2 2 16,-3 1 10-16,3-1 9 0,0 3-1 0,-3 0-8 16,6 3 9-16,-3-1-9 0,3-2 0 0,0 3 9 15,3 2-9-15,-3 1 0 0,3-1 0 0,3 3 0 16,-3 0 0-16,3 0 0 0,3 2 0 0,0-2 0 15,0 3-49-15,6-3-12 0,0 2-3 0,0-2 0 16,0 0 52-16,3 0 12 0,0-2 0 0,0-1 0 16,-3 0 0-16,3-2 0 0,-3-1 0 0,-4-2 0 0,4 3 0 0,-3-3 0 15,0 0 0-15,0-3 0 0,-6 3 0 16,3-2 0-16,0-1 0 0,-3 3 0 0,3-5 0 16,-3 0 0-16,0 2 0 0,-3-5 0 0,3 3 0 0,-3-1-12 15,0-2 12-15,-3 3-12 0,3 0 12 16,-3 0 0-16,3-1 12 0,-3 1-12 0,0 0 0 15,-2-1 0-15,2 4 0 0,0-4 0 0,0 4-147 0,0-1-36 16,0 0-7-16</inkml:trace>
  <inkml:trace contextRef="#ctx0" brushRef="#br0" timeOffset="93352.434">18559 13106 877 0,'0'0'18'0,"0"0"5"0,0 0-23 0,3-3 0 0,-3-2 0 0,3 2 0 16,-3 3 76-16,3-5 12 0,-3-1 1 0,0 6 1 16,2-5-20-16,-2 5-4 0,3-5-1 0,-3 5 0 15,0 0-1-15,0 0-1 0,0 0 0 0,0 0 0 16,0 0 13-16,0 0 2 0,0 0 1 0,0 0 0 15,0 0-20-15,0 0-4 0,0 0-1 0,0 0 0 16,-5 0-9-16,5 0-1 0,-6 0-1 0,0 0 0 16,6 0-3-16,-6 3 0 0,0-3 0 0,0 0 0 15,0 2-4-15,-3-2 0 0,3 3-1 0,0-3 0 16,-3 0-11-16,0 2-1 0,3-2-1 0,-3 3 0 16,-3 0-6-16,3-3 0 0,0 0-1 0,-2 2 0 15,-1-2-4-15,3 3-1 0,-6-3 0 0,3 0 0 16,0 3-10-16,-3-3 12 0,3 0-12 0,-3 0 12 15,0 0-4-15,4 0-8 0,-4 0 12 0,0 2-4 16,0 1-8-16,-3-3 12 0,3 0-12 0,-3 3 12 0,0-3-4 16,4 0-8-16,-7-3 12 0,0 3-4 0,-3-3 2 15,0 1 0-15,-3-1 0 0,-5 0 0 0,2 1-10 0,0 2 10 16,-6-3-10-16,4 0 10 0,-1 1-10 0,0 2 0 0,1 0 9 16,-4-3-9-16,0 1 0 15,-6 2 0-15,1-3 0 0,-4 0 8 0,6 1-8 16,-2 2 0-16,2 0 8 0,-3 0-8 0,1-3 0 0,2 3 9 0,-3-3-9 15,-2 1 0-15,2 2 8 0,0-3-8 16,1 3 0-16,-4 0 0 0,6 0 0 0,1 0 8 0,2 0-8 0,-3 0 0 16,0 0 8-16,1-3-8 0,-1 1 0 0,-3 2 0 15,4 0 0-15,2-3 0 0,0 3 0 0,-2 0 0 16,8 0 0-16,-3 0 0 0,3-3 0 0,1 3 0 16,-1 0 0-16,0 0 0 0,-3-2 0 0,4 2 0 15,-4 0 0-15,3-3 0 0,3 3 0 0,0 0 0 16,1 0 0-16,2 0 0 0,0 0 0 0,0 0 0 15,0 0 0-15,-2 0 0 0,2-3 0 0,-3 3 0 16,0 0 0-16,0-2 0 0,-2 2 0 0,2 0 0 16,-3 0 0-16,3 0 0 0,-2 0 0 0,2 0 0 15,0 0 0-15,3 0 0 0,0 2 0 0,-2-2 0 16,2 0 0-16,-3 3 0 0,0 0 0 0,0-3 0 16,1 0 0-16,-1 2 0 0,0-2 0 0,0 3 0 15,3 0 0-15,1-3 0 0,-1 2 0 0,3 1 0 16,0 0 0-16,3-1 0 0,0 1 0 0,-2 0 0 15,5-1 0-15,0 1 0 0,0 0-8 0,3-3 8 16,-3 2 0-16,3 1 0 0,-3-1 0 0,0 1 0 16,4-3 0-16,-4 3 0 0,3-3 0 0,0 0 0 15,0 2 0-15,3-2 0 0,-3 3 0 0,0-3 0 16,0 3 0-16,3-3 0 0,-3 0 0 0,3 2 0 0,1 1 0 0,-1-3 0 16,0 0 0-16,3 3 0 0,-3-3 0 0,3 2-9 0,-3-2 9 15,3 3 0-15,0-3 0 0,0 3 0 16,0-3 0-16,0 0 0 0,0 2 0 0,3-2 0 0,-3 3 0 15,6-3 0-15,-6 0 0 0,3 3 0 0,3-3 0 16,-6 2 0-16,6-2 0 0,-6 0 0 0,6 0 0 0,-6 0 0 16,6 0 0-16,-5 3 0 0,5-3 0 15,-6 0 0-15,6 0 0 0,0 0 0 0,-6 0 0 0,6 0 0 16,0 0 8-16,-6 2-8 0,6-2 8 0,-9 0-8 16,9 0 0-16,0 0 9 0,-3 0-9 0,3 0 0 15,0 0 0-15,-6 0 0 0,6 0 0 0,0 0 0 16,-9 0 0-16,9 0 0 0,0 0 0 0,-6-2 0 15,6 2 0-15,0 0 0 0,0 0 0 0,0 0-12 16,-6-3-24-16,6 3-5 0,-3-5-1 0,3-3 0 16,0 3-136-16,0-3-27 0,3 2-6 0</inkml:trace>
  <inkml:trace contextRef="#ctx0" brushRef="#br0" timeOffset="94341.379">15028 13013 1355 0,'0'0'28'0,"0"0"8"16,0 0-36-16,0 0 0 0,-6-3 0 0,3 3 0 16,3 0 95-16,-6-2 12 0,0-1 2 0,6 3 1 0,-5 0-20 0,5 0-4 15,-6 0-1-15,6 0 0 0,-6 0-15 0,6 0-3 0,0 0-1 0,-9 3 0 16,9-3-11-16,-6 2-3 0,6-2 0 0,-6 6 0 16,0-1-17-1,6-5-4-15,-6 3-1 0,0 2 0 16,0 0-9-16,0 0-1 0,3 3-1 0,0-2 0 15,-3 2-7-15,3-3 0 0,0 3-1 0,0 0 0 16,0-3-11-16,0 3 0 0,0 0 9 0,3 0-9 0,-3 0 0 0,3 0 0 16,0 0 0-16,3 0 0 0,-3 0 0 0,3-3 0 0,0 0 0 0,0 0 0 15,0-2 0-15,3 0 0 0,0-3 0 0,0 2 0 16,0-4 0-16,3 2 0 0,-3-3 0 0,3 0 0 16,0-2 11-16,0 0 4 0,0 0 1 0,0-3 0 15,-1 0 8-15,-2 0 1 0,0 0 1 0,0 0 0 16,0 3 1-16,-3-3 0 15,0 0 0-15,-3 2 0 0,3 1 6 0,-3 0 2 0,-3 0 0 0,3-1 0 16,-3 4-4-16,0-4-1 0,0 4 0 0,-3-4 0 16,0 4-13-16,0 2-2 0,0-3-1 0,1 0 0 15,-4 3-14-15,3 0 9 0,0 0-9 0,-3 3 8 16,3 0-8-16,0-1 0 0,0 1 0 0,0 0 8 16,6-3-8-16,-6 5 0 0,0 0 0 0,6-5 0 15,-3 6-11-15,0-1 3 0,0 0 0 0,3 3 0 16,0 0-8-16,0-3 0 0,3 3-1 0,0-2 0 15,0 2 3-15,3-3 1 0,0-3 0 0,0 4 0 16,0-6 13-16,3 2-12 0,0-2 12 0,0-2-12 16,0 2 12-16,-1-3-9 0,1 0 9 0,3 1-8 15,-3-1 8-15,0-2 0 0,0 0 0 0,0-1 0 16,-3 1 0-16,3 0 0 0,-3-1 0 0,-3 1 0 16,0 0 0-16,-3 0 16 0,0-1-4 0,-3 1-1 0,0 0 10 0,0-1 3 15,-3 1 0-15,0 2 0 0,0-2-8 0,-3 2 0 0,3-2-1 16,-3 3 0-16,0-1-4 0,0 0-1 0,0 1 0 15,1 2 0-15,-1 0-10 0,0 0 8 0,3 2-8 16,-3 1 8-16,3-3-8 0,-3 3 0 0,3 2 0 0,0-3 0 16,0 4 0-16,0 2 0 0,0-3 0 15,3 3 0-15,-3-3 0 0,3 3 0 0,0 0-12 0,3 3 12 16,0-3-24-16,0 2 2 0,0 1 1 0,3-3 0 16,0 2 1-16,0-2 0 0,0 0 0 15,3 0 0-15,0-3 5 0,0 1 2 0,3-4 0 0,-3 1 0 16,3 0 13-16,0-3-11 0,0 2 11 0,0-4-10 15,3 2 10-15,-4-3 0 0,1-2-9 0,0-1 9 16,0 1-29-16,0 0-2 0,-3-3 0 0,0 3 0 16,0-3 65-16,-3 0 13 0,0 2 2 0,-3-1 1 15,0-1-18-15,0 0-3 0,-3 0-1 0,0 2 0 16,0-2-2-16,-3 3-1 0,0 0 0 0,-3 0 0 16,3-1-8-16,-3 1-1 0,3 2-1 0,-3 1 0 15,1 2-7-15,2 0 0 0,-3 0-8 0,3 0 12 16,-3 2-12-16,3 1 0 0,0 0 0 0,0 2 0 15,3 0 0-15,0 1 0 0,0-1 0 0,0 3 0 16,3 0-18-16,0-3 0 0,0 3 0 0,3 0 0 16,0 0-4-16,0 0-1 0,3-3 0 0,0 0 0 15,0 1 9-15,3-1 2 0,-3-2 0 0,3-1 0 0,0 1 12 16,-1-3 0-16,4-3 0 0,-3 3-9 0,0-2 9 16,0-1 0-16,0-2 0 0,0-1 0 15,-3 1 0-15,3 0 0 0,-3-3 0 0,0 3 8 0,-3-3 2 16,0 2 1-16,-3 1 0 0,0-3 0 0,0 3-11 0,-3-1 12 15,3-1-12-15,-6 1 12 0,3 1-12 16,-3 0 8-16,0-3-8 0,-3 2 8 0,3 4-26 0,-3-4-6 0,0 4 0 16</inkml:trace>
  <inkml:trace contextRef="#ctx0" brushRef="#br0" timeOffset="100241.444">21532 11042 1523 0,'0'0'32'0,"0"0"7"0,0 0-31 15,0 0-8-15,0 0 0 0,0 0 0 16,0 0 115-16,0 0 21 0,0 0 5 0,0 0 1 0,0 0-37 0,0 0-7 0,0 0-2 0,0 0 0 15,0 0-36-15,0 0-7 0,0 0-1 0,0 0-1 16,3 5-7-16,-3 0 0 0,3 1-1 0,0 2 0 16,-3 0-9-16,3-1-2 0,-3 1 0 0,0 0 0 15,0 3-8-15,0-1-1 0,0 4-1 0,-3-1 0 16,3 0-8-16,-3 0-2 0,3 1 0 0,0 2 0 16,0-3-12-16,0 0 9 0,0 0-9 0,0 3 8 15,0-3-8-15,0-2 0 0,0 2 0 16,0-2 0-16,0 2 0 0,0 0 0 0,0-2 0 0,0 2 0 15,0-2 0-15,0 2 8 0,0-3-8 0,0 6 0 16,-3 0 0-16,3 0 0 0,0 3 8 0,-3 2-8 16,3 0 0-16,-3 3-9 0,3-1 9 15,-3 1-13-15,3-3 13 0,-3 1 0 0,3-1 0 0,0 0 0 16,0-3 13-16,0-2 6 0,0 0 1 0,0 3 0 16,0-3-20-16,3-3 0 0,-3 3 0 0,3 0 0 15,0 0 10-15,-3-1-10 0,3 4 8 0,-3-1-8 16,0 1 10-16,3 2-10 0,-3 0 12 0,0 0-12 15,0 3 11-15,0-3-11 0,0 1 10 0,0-1-10 16,0-3 10-16,0-2-10 0,0 0 10 0,0 0-10 16,0-3 12-16,0 0-4 0,0-2-8 0,0 2 12 15,-3 0-12-15,3-2 0 0,0 0 0 0,-3-1 0 16,3 1 0-16,0-1 8 0,-3 1-8 0,3 2 0 0,0-2 0 16,-3 2 0-16,3 0 0 0,0 3 0 0,0-3 0 0,0 6 0 15,0-3 0-15,0 0 0 16,0-1 0-16,0 1 0 0,0 0 0 0,0-3 0 0,3 3 0 15,-3-2 8-15,0-1-8 0,0 0 0 16,0-2 0-16,0-3 0 0,0 2 0 0,0 1 0 0,0-3 0 16,0 0 0-16,0-3 8 0,0 5-8 0,0-4 0 15,-3 2 0-15,3 0 0 0,0-3 0 0,0 3 0 0,-3-3 8 16,3 0-8-16,0 3 0 0,-3-2 0 0,3-1 0 0,0 3 0 0,-3-3 0 16,3 0 12-16,0 1-4 0,0-6-8 0,-3 8 12 15,3-3-12-15,0 0 0 0,0-5 0 0,0 6 0 16,0-1 0-16,0-5 0 15,0 8 0-15,0-8 0 0,0 5 0 0,0-5 0 0,0 0 0 0,0 0 0 16,0 0 0-16,0 0 0 0,0 0 0 0,0 0 0 16,0 0-48-16,0 0-13 0,3-3-3 0,3-2 0 15,0-3-94-15,0-2-19 0,3-4-4 0</inkml:trace>
  <inkml:trace contextRef="#ctx0" brushRef="#br0" timeOffset="101143.263">21559 11066 1504 0,'0'0'43'0,"0"0"9"16,0 0-42-16,0 0-10 0,0 0 0 0,0 0 0 16,0 0 39-16,0 0 5 0,0 0 2 0,0 0 0 15,0 0-10-15,0 0-3 0,0 0 0 0,0 0 0 16,0 0 0-16,0 0 0 0,0 0 0 0,0 0 0 16,0 0 2-16,0 0 0 0,0 0 0 0,0 0 0 0,0-6-14 15,0 6-2-15,0 0-1 0,0 0 0 16,0-5-10-16,0 5-8 0,0 0 9 0,0 0-9 15,0 0 8-15,0 0-8 0,0 0 0 0,0 0 0 16,0 0 10-16,0 0-10 0,0 0 10 0,0 0-10 0,0 0 17 16,0 0-2-16,0 0-1 0,0 0 0 0,0 0 2 15,0 0 0-15,0 0 0 0,0 0 0 0,0 0 6 0,3-3 2 0,0 1 0 0,3-1 0 16,-3 3 0-16,3-3 0 0,3 3 0 0,-3 0 0 16,3 0 1-16,0 0 1 0,0 0 0 0,2 0 0 15,1 0-5-15,0 0-1 0,0 0 0 0,3 0 0 16,0 0-4-16,0 0-2 15,0 0 0-15,0 0 0 0,2 0-3 0,-5-2-1 0,3 2 0 0,0 0 0 16,0-3-2-16,3 3 0 0,0-3 0 0,0 1 0 16,2 2-8-16,4-3 12 0,-3 3-12 0,6-2 12 15,-3 2-12-15,2 0 10 0,-2 0-10 0,3 0 10 16,-3 0-10-16,-3-3 0 0,0 3 0 0,-4 0 8 16,1-3-8-16,0 3 0 0,-6 0 9 0,3-2-9 15,-3 2 0-15,0 0 0 0,-3-3 0 0,3 3 8 16,-4-3-8-16,4 3 9 0,-3 0-9 0,0-2 10 15,0 2-10-15,0 0 0 0,0 0 0 0,0 0 8 16,0 0-8-16,0 0 0 0,-3 0 0 0,3 0 8 16,-3 0-8-16,0-3 0 0,0 0 9 0,0 3-9 15,-1 0 0-15,-5 0 0 0,6 0 0 0,-6 0 0 16,6-2-23-16,-6 2-9 0,3-3-1 0,0 0-1 16,3-2-142-16,-3-3-28 0</inkml:trace>
  <inkml:trace contextRef="#ctx0" brushRef="#br0" timeOffset="101983.028">21446 10227 923 0,'0'0'39'0,"0"0"-31"16,0-6 18-16,0 6 4 0,0-5 1 0,0 5 0 15,0-5-3-15,0 5-1 0,0-3 0 0,0 3 0 16,0 0 20-16,0 0 4 0,0 0 1 0,0 0 0 16,0 0 4-16,0 0 2 0,0 0 0 0,0 0 0 15,0 0 8-15,0 0 2 0,0 0 0 0,0 0 0 16,0 0-24-1,0 0-4-15,0 0 0 0,0 0-1 0,3-2 9 0,-3 2 1 0,6-3 1 0,0 3 0 16,0 0-1-16,0 0 0 0,0 0 0 0,3 0 0 16,-3 3-15-16,2-3-3 0,1 0-1 0,3 0 0 15,0 0-7-15,3 2-2 0,-3-2 0 0,3 3 0 16,0-3 0-16,0 3 0 0,2-1 0 0,1 1 0 16,0-1-1-16,-3 1 0 0,3 0 0 0,-3-1 0 15,0 1-5-15,0 0-2 0,-1-1 0 0,1-2 0 16,0 0-4-16,-3 0-1 0,0 0 0 0,3 0 0 15,0-2-8-15,0 2 12 0,0-3-12 0,2 3 12 16,-2 0-2-16,3 0 0 0,-3-3 0 0,3 3 0 16,0 0 2-16,-3 0 0 0,3 0 0 0,-4 0 0 15,1 0-4-15,0 0 0 0,0 0 0 0,0 0 0 16,-3 0-8-16,0 0 12 0,3 0-12 0,-6 0 12 16,3 0-12-16,-4 0 0 0,1 0 0 0,0 0 8 15,-3 0-8-15,0 0 0 0,3 0 9 0,-3 0-9 16,0 0 0-16,0 0 0 0,-3-2 0 0,3 2 0 15,-3 0 0-15,3 0 9 0,-3 0-9 0,-3 0 0 0,6 0 0 0,-6 0 0 16,3 0 0-16,-3 0 0 16,0 0-40-16,6-3-4 0,-6 3-2 0,3-3 0 15,-3-2-168-15,0 0-34 0</inkml:trace>
  <inkml:trace contextRef="#ctx1" brushRef="#br0">23893 13563 0</inkml:trace>
  <inkml:trace contextRef="#ctx0" brushRef="#br0" timeOffset="103709.967">20982 7718 1200 0,'0'0'51'15,"0"0"-41"1,0 0 105-16,0 0 21 0,0 0 4 0,0 0 0 16,0 0-30-16,0 0-6 0,0 0-2 0,0 0 0 15,0 0-37-15,0 0-7 0,0 0-2 0,0 0 0 16,0 0-11-16,0 0-2 0,3 3-1 0,0 5 0 16,-3-3-10-16,0 3-3 0,0-3 0 0,0 6 0 15,0-3-7-15,0 3-2 0,0-1 0 0,0 3 0 16,0 3-8-16,0 0-3 0,0 0 0 0,2 3 0 15,-2-1 0-15,0 1 0 0,3 2 0 0,0-3 0 16,-3 3 1-16,3-2 0 0,0-1 0 0,0-2 0 0,0 3 1 0,0-3 0 16,0 0 0-16,0 0 0 0,0-3-1 0,0 0 0 15,0 0 0-15,0 0 0 0,0 3-2 0,0 0 0 16,0 0 0-16,-3 3 0 0,3-1 2 0,0 1 0 0,-3 2 0 16,3 0 0-16,-3-3-2 0,3 1 0 0,0 2 0 15,0-2 0-15,0-1 1 16,0-2 0-16,0-3 0 0,-3 3 0 0,6-3-1 15,-3-2 0-15,0 2 0 0,0 0 0 0,0-2 0 0,0 0 0 16,0-1 0-16,-3 3 0 0,3-2 0 0,0 0-8 16,0-1 12-16,-3 3-4 0,3 1 2 0,0 2 0 0,0-3 0 0,0 5 0 15,0-2-2-15,-3 3 0 0,3-1 0 0,-1 1 0 16,1-1 0-16,0 1-8 0,-3-1 12 0,3-2-4 16,0 0 2-16,-3 0 0 0,3 0 0 0,0-3 0 15,-3 0-2-15,3-2 0 0,-3 2 0 0,3-2 0 16,-3-1-8-16,0 1 12 0,3-3-12 0,-3 2 12 15,0 1-12-15,3-3 0 0,-3 0 9 0,3 2-9 16,-3 1 0-16,3-3 8 0,0 5-8 0,-3-2 0 16,3 2 0-16,-3-2 0 0,3 2 0 0,-3 0 8 15,3 0-8-15,-3 0 0 0,3 1 0 0,-3-1 8 16,3 0-8-16,-3 0 8 0,3-2-8 0,-3 2 8 16,0 0-8-16,3-2 8 0,-3 0-8 0,0-1 8 15,3 1-8-15,-3-1 0 0,0-2 0 0,0 0 8 16,0 0-8-16,0 0 0 0,0 0 0 0,0 0 8 15,-3-3-8-15,3 3 0 0,0-2 0 0,0-1 0 16,-3 3 0-16,3-3 0 0,0 0 0 0,-3 3 0 0,0-2 0 16,3-1 0-16,-3 0 0 0,0 3 8 0,3-3-8 15,-3 1 0-15,0-1 0 0,3 0 0 0,0-5 0 16,-3 6 0-16,0 1 0 0,3-1 0 0,-3-1 0 16,0 0 0-16,3 1 0 0,-3 2 0 0,3-3 0 15,0-5 0-15,0 5 0 0,0 0 0 0,0-5 0 0,3 8 0 0,-3-8 0 16,3 6 0-16,0-4 0 0,-3-2 8 0,6 6-8 0,-3-4 0 15,3 1 8-15,0-3-8 0,0 3 8 0,0-3-8 16,3 0 0-16,-3 0 8 0,3 0-8 0,0 0 0 16,3 0 0-16,-3 2 8 0,2-2-8 0,-2 0 0 15,3 3-20-15,-3-3-9 0,3 0-2 16,0 3 0-16,0-1 31 0,-3-2 0 0,6 0 0 0,-6 3 0 16,3-3 18-16,-1 0 10 0,1 2 1 0,-3-2 1 15,3 3-30-15,3-6 0 16,-3 3 0-16,6 0 0 0,-3 0-18 0,0 3-10 15,3-3-1-15,-1 0-1 0,1 3 48 0,0-3 10 0,3 0 1 0,-3 2 1 16,0 1-30-16,-1 0 0 0,1-3 0 0,0 2 0 16,-3 1 0-16,0 0 0 0,0-3 0 0,0 2 0 15,-3 1 0-15,0-3 0 0,2 0 0 0,-2 0 0 16,-3 0 0-16,3 0 0 0,0 0 0 0,0 0 0 16,0 0 0-16,0 0 8 0,0-3-8 0,3 3 0 15,-3 0 0-15,-1 0 0 0,4 0 0 0,-3 0 0 16,3 0 8-16,-3 0-8 0,0 0 0 0,3 0 0 15,-3 3 8-15,3-3-8 0,-4 0 0 0,1 0 0 0,3 3 0 16,-3-3 8-16,0 2-8 0,0-2 0 0,0 0 0 16,0 3 0-16,0-1 8 0,-3 1-8 0,0-3 0 15,2 3 0-15,-2-1 0 0,0 1 0 0,0-3 0 0,0 3 8 0,0-3-8 16,-3 2 0-16,3-2 0 0,-3 3 0 0,0-3 0 0,0 3 0 16,0-3 0-16,0 2 8 0,0 1-8 15,0 0 0 1,0-1 0-16,0-2 0 0,0 3 0 0,-1 0 0 15,4-3 0-15,-3 2 8 0,3-2-8 0,-3 3 0 0,0-3 0 0,3 2 0 16,-3 1 0-16,0 0 0 0,0-3 0 0,0 2 0 0,3 1 0 0,-3 0 0 16,0-3 0-16,0 0 0 0,0 2 0 15,-3 1 0-15,3-3 0 0,0 0 8 0,0 3-8 0,-6-3 0 16,5 0 0-16,1 2 0 0,-6-2 8 0,3 0-8 16,-3 0 0-16,6 0 0 0,-6 0 8 0,6 0-8 15,-6 0 0-15,0 0 0 0,0 0 8 0,0 0-8 16,0 0 0-16,3-2 0 0,-3 2 0 0,3-6 0 15,-3 1-13-15,3 0-9 0,0-3-2 0,-3 0 0 16,0 3-147-16,3-3-29 0,-3 0-7 0</inkml:trace>
  <inkml:trace contextRef="#ctx0" brushRef="#br0" timeOffset="104332.345">22264 10142 1579 0,'0'0'32'0,"0"0"10"16,0 0-34-16,0 0-8 0,0 0 0 0,0 0 0 16,0 0 104-16,0 0 20 0,0 0 3 0,0 0 1 0,0 0-46 15,0 0-9-15,0 0-1 0,3 3-1 16,0-1-13-16,0 1-2 0,0-3-1 0,3 3 0 0,0-3-17 0,-3 2-3 16,3-2-1-16,0 3 0 0,0-3-18 0,3 3-4 0,0-3-1 15,0 2 0 1,3-2-11-16,0 3 0 0,0-3 0 0,0 0 0 15,5 0-19-15,-2 0-5 0,3 0-2 0,0 0 0 16,3-3-152-16,-3 1-30 0</inkml:trace>
  <inkml:trace contextRef="#ctx0" brushRef="#br0" timeOffset="105423.048">22050 9070 1170 0,'0'0'49'0,"-6"0"-39"15,6 0 89-15,-3 0 17 0,3 0 4 0,0 0 1 16,0 0-21-16,0 0-4 0,0 0 0 0,0 0-1 16,0 0-19-16,0 0-3 0,0 0-1 0,0 0 0 15,3 3-1-15,0 2-1 0,3-2 0 0,0 2 0 16,0 3-16-16,0-2-3 0,0-1-1 0,3 5 0 16,-3-2-9-16,3 0-1 0,0 0-1 0,0 3 0 15,0-1-17-15,-1 4-3 0,4-4-1 16,-3 1 0-16,3 2-6 0,0 0 0 0,0 1-1 15,0-1 0-15,0 0 2 0,3 0 1 0,0 0 0 0,-1 1 0 16,4-1-1-16,3-3 0 0,0 4 0 0,0-1 0 16,0 3 0-16,0 2 0 0,-1 1 0 0,4 2 0 15,-6 0-2-15,3 3-1 0,-3 0 0 0,3 2 0 16,-7-2-1-16,1-3 0 0,-3 3 0 0,3-3 0 16,-3 0 2-16,0-2 0 0,-3-1 0 0,6-2 0 15,-6 0-1-15,3-3 0 0,-1 1 0 0,1 2 0 16,0-3-10-16,0 0 0 0,0 0 9 0,0 6-9 15,0-1 0-15,0 1 0 0,0 2 0 0,0 3 8 16,0 0-8-16,-4-1 0 0,1 4 0 0,3-3 0 16,-3 0 0-16,3-3 0 0,0 0 0 0,-3 0 8 15,0-5-8-15,0 2 0 0,-3-2 0 0,3 3 0 16,-3-3 0-16,-3 2 0 0,3 1 0 0,-3 2 0 0,-3 0 0 0,3 3 9 16,-3 0-9-16,0 2 0 0,-3-2 8 0,3 0-8 15,0 0 0-15,-3-1 0 16,0-4 9-16,-3-1-9 0,3-2 0 0,-3 3 9 15,0-3-9-15,-3-3 0 0,3 0 9 0,-3 0-9 16,-3 1 0-16,3-1 8 0,-3 0-8 0,3 0 0 0,0 3 0 0,-3 0 8 16,4 0-8-16,-4 2 0 0,3 4 0 0,0-4 0 15,-3 3 0-15,3 3 0 0,0-5 0 0,0 2 8 0,0-3-8 0,0 1 0 16,0-1 0 0,3-2 0-16,0 0 0 0,0 0 0 0,0 0-15 0,1-3-7 0,-1 0-2 15,0 3 0-15,3-3 24 0,-3-2 0 0,0 2 0 16,3-2 0-16,-3 2 14 0,3-2 7 15,0-1 2-15,-3 4 0 0,0-4-23 0,3 1 0 0,-3-1 0 0,0 4 0 16,0-1 0-16,0-3 0 0,0 4 0 0,0-1 0 16,-3-3 0-16,3 4 0 0,0-1 0 0,0-3 0 15,-2 4-16-15,2-4-5 0,0 3-1 0,-3-2 0 16,3-3 22-16,0 3 0 0,0-4 0 0,-3 4 0 16,3-3 0-16,0 0 0 0,0 0 0 0,0 0 0 15,0 0 0-15,0-3 0 0,3 3 0 0,-3-3 0 16,0 1 0-16,0-1 0 0,-3 0 0 0,3 0 0 15,1 1 0-15,-1-1 0 0,0-2 0 0,0 2 0 16,0-2 0-16,3-1 0 0,-3 1 0 0,0 2 0 16,0-2 0-16,0 0 0 0,3-1 0 0,-3 1 0 15,6-3 0-15,-6 2 0 0,3 1 0 0,3-3 0 16,-3 3 0-16,3-3 0 0,-6 5 0 0,6-5 0 16,-3 3 0-16,3-3 0 0,0 0 0 0,0 0 0 15,0 0-107-15,0 0-17 0,0 0-3 0,0 0-1 16,0 0-102-16,0 0-21 0</inkml:trace>
  <inkml:trace contextRef="#ctx0" brushRef="#br0" timeOffset="106335.265">22288 11349 1151 0,'3'2'48'0,"0"1"-38"16,3 0 31-16,0-1 7 0,0 1 0 0,0 0 1 31,-3-3 11-31,6 2 3 0,-3-2 0 0,3 0 0 0,-3 0 1 0,3 0 1 16,3 0 0-16,-3-2 0 0,2 2-11 0,1-3-2 0,0 3-1 0,3-3 0 16,-3 3 1-16,3-2 0 0,0-1 0 0,3 0 0 15,-3-2-22-15,2 0-4 0,-2 2-1 0,3-2 0 16,-3-3-25-16,0 3 0 15,3-1 0-15,-3 1 0 0,0-3 56 0,2 0 7 0,-2 0 1 16,3 0 0-16,0 0-52 0,0 0-12 0,0-2 0 0,3 2 0 16,-1-5 0-16,1 2 0 0,3 0 8 0,0-2-8 15,-3 0 9-15,0 0-1 0,-1 0 0 0,1-1 0 16,0 1 3-16,-6 0 0 0,3 0 0 0,-3-3 0 16,0 3 25-16,2-1 6 0,-2 1 1 0,3 0 0 15,0 0-35-15,0-1-8 0,0 4 0 0,3-3 0 16,-1 2 0-16,1-2-16 0,0 2 4 0,0-2 1 15,-3 0 11-15,3-1 16 0,-6 1-4 0,5-3-1 16,-5 0-11-16,3-2 0 0,-3-1 0 0,0 1 0 16,0-3 53-16,-3 2 9 0,0-2 2 0,2-3 0 15,-2 3-52-15,3 0-12 0,0 0 0 0,0 0 0 16,0 2 0-16,0 1-12 0,0 2 3 0,3 0 0 16,-4 0 9-16,4 0 0 0,-3 3 8 0,3-3-8 15,-3 0 8-15,0 0-8 0,0 0 10 0,0-2-10 16,-1 2 0-16,-2-3 0 0,0 1 0 0,0-1 0 15,0 1 0-15,0-1 0 0,0 1 0 0,-3-1 0 16,0 3 0-16,0 0 0 0,0 1 0 0,-1-1 0 0,-2 0 57 16,0 3 6-16,3-1 1 0,0 1 0 0,-3 0-64 15,3 0-15-15,0-1-1 0,0 1-1 0,0 0 17 0,3 2 9 16,0-2-1-16,-3 3 0 0,3-4 1 0,-1 4 0 0,-2-3 0 16,3 2 0-16,-3-2-17 0,0 2-4 0,3-2-1 0,-3 2 0 15,3 1 13-15,-3-1 0 0,-3 1 0 0,3-1 0 16,0 3-8-16,0 0-3 0,0 0 0 15,-4 0 0 1,1 0-32-16,0 6-6 0,-3-4-2 0,0 1 0 0,0 0-110 16,0 0-23-16,0 2-4 0</inkml:trace>
  <inkml:trace contextRef="#ctx0" brushRef="#br0" timeOffset="107363.206">22068 9073 965 0,'-3'-5'40'16,"0"0"-32"-1,0-3 56-15,0 2 10 0,0-2 2 0,0 3 1 16,0-3-22-16,0 3-5 0,0 0-1 0,3-1 0 16,-3 1 8-16,3 0 2 0,0 5 0 0,0-6 0 15,0 6-15-15,3-2-2 0,0-1-1 0,0 0 0 16,3 1-11-16,3 2-2 0,0 0-1 0,0 2 0 15,3 1 1-15,0 0 0 0,0-1 0 0,0 1 0 0,-1 2 9 0,4 1 3 0,-3-1 0 0,3 0 0 16,-3 3-10 0,3-3-2-16,-3 1 0 0,6-1 0 0,0 3-11 0,2 3-2 15,4-1-1-15,3 1 0 0,0 2-5 0,0 0-1 0,5 3 0 16,1 0 0-16,-3 0 0 0,0 0-8 0,-1-3 12 0,1 3-4 16,0-3 0-16,3 0 0 15,-1 0 0-15,1 1 0 0,3-4 2 0,0 4 0 16,2-4 0-16,-2 3 0 0,-3-2 8 0,-4-1 2 15,1-2 0-15,-3 3 0 0,0 0 1 0,-3-3 1 0,2 2 0 16,1 1 0-16,0-1-8 0,3 1-2 0,0 2 0 0,-1 3 0 16,1 0 0-16,-3 0 0 0,0 2 0 0,-1 1 0 15,1-3 5-15,-6 2 1 0,3-2 0 0,-3 3 0 16,0-6-7-16,-1 3-2 0,1-3 0 0,3-3 0 16,-3 1 0-16,3 0 0 0,2-1 0 0,-2 1 0 15,0-3 3-15,0 2 0 0,0-2 0 0,0 0 0 16,-1 0-12-16,-5-3 0 0,3 3 9 0,-3 0-9 15,0-2 12-15,-3-1-1 0,-3 0-1 0,-1 1 0 16,1-1-2-16,-3 0 0 0,3-2 0 0,0 2 0 16,0 0 3-16,0-2 0 0,0 2 0 0,0 1 0 15,0-4-11-15,0 3 12 0,-4-2-12 0,1 2 12 16,3 1-12-16,-3-1 8 0,-3-2-8 0,3 2 8 16,-3 0-8-16,3 1 8 0,-3-4-8 0,0 3 8 15,3 1-8-15,-3-4 0 0,0 4 0 0,0-1 8 16,0-2-8-16,0 2 0 0,0-2 0 0,0 2 0 15,-1-2 0-15,1 2 0 0,0-3 0 0,-3-2 0 0,-3 0 0 0,6 6 0 0,-6-6 0 16,3 2 0 0,-3-2-38-16,6 0-6 0,0 3-2 0,0-3 0 15,0-3-153-15,3 3-30 0,-3-2-7 0</inkml:trace>
  <inkml:trace contextRef="#ctx0" brushRef="#br0" timeOffset="107917.686">24089 9899 1185 0,'0'0'50'0,"0"0"-40"16,0 0 70-16,0 0 13 0,3 0 3 0,-3 0 1 16,6-3-11-16,0 3-2 0,-3-3-1 0,3 3 0 15,0 0-18-15,3-2-3 0,-3 2-1 0,3 0 0 16,0-3-18-16,-3 3-4 0,3-3-1 0,-1 3 0 16,-2 0-11-16,3-2-3 0,0 2 0 0,0 0 0 15,0-3 0-15,0 3 0 0,3 0 0 0,0 0 0 16,0 0-10-16,3 0-2 0,3 0-1 0,-1 0 0 15,4 0-3-15,0 3-8 0,3-1 12 0,3 4-4 0,-4-4 1 16,4 4 0-16,0 2 0 0,-3-3 0 0,0 0 10 16,-1 0 1-16,1 1 1 0,0-4 0 0,3 4-4 0,0-4-1 15,-1 4 0-15,4-1 0 0,0-2 0 0,0-1-1 0,0 1 0 16,-4 0 0-16,1-1 1 0,0 1 1 0,-6-3 0 0,0 2 0 16,-1-2-9-16,-2 0-8 0,-3 0 9 15,-3 0-9-15,3 0 13 0,-3 0-3 16,0-2-1-16,0 2 0 0,0-3-9 0,-1 3 12 0,1-2-12 0,0 2 12 15,0 0-12-15,0 0 0 0,0-3 0 0,0 3 0 16,3 0 8-16,-6 0-8 0,3 0 0 0,-3 3 8 16,0-3-8-16,-1 0 0 0,1 2 0 0,-3-2 0 15,3 0 0-15,-3 3 0 0,0-1 0 0,0-2 0 16,3 3 0-16,-3-3 0 0,3 3 0 0,-3-3-11 16,0 0-30-16,3 2-7 0,-3-2 0 0,0 0-1 15,3-2-117-15,0 2-23 0,-4 0-5 16</inkml:trace>
  <inkml:trace contextRef="#ctx0" brushRef="#br0" timeOffset="108712.829">24768 10438 2131 0,'0'-5'90'0,"0"-3"-72"15,-3 3 97-15,3 0 19 0,-3-1 4 0,-3 4 1 16,0-4-53-16,0 4-10 0,0-1-3 0,-3 0 0 16,0 3-33-16,-3 3-8 0,3-3 0 0,-3 5-1 31,1 3-13-31,-1 0-2 0,0 0-1 0,0 5 0 0,-3 1-15 0,3 2 11 15,-3 2-11-15,0 3 10 0,3 0-10 0,0 1 0 0,1 1 0 16,-1 4 0-16,3 5 0 16,0 2 0-16,0 3-8 0,0 0 8 0,3 0 0 0,0-5 0 0,0 2 0 15,0 1 0-15,3-6 0 0,0 0 0 0,0 0 0 0,-3 0 0 16,3 0 0-16,-3 6-9 0,3-4 9 16,-3 4 0-16,0-6-11 0,3 0 11 0,-3-3-10 0,1 1 10 15,-4-6-16-15,3-2 4 0,0-1 0 0,-3 1 0 16,-3-3 12-16,3-3 0 0,0-3 0 0,-3 4 0 15,3-4-54-15,-3-2-8 0,0 0-2 0,0 0 0 16,1 0-17-16,-1-3-4 0,0 3-1 0</inkml:trace>
  <inkml:trace contextRef="#ctx0" brushRef="#br0" timeOffset="108934.457">24241 10928 2310 0,'0'-5'48'0,"3"-1"11"15,3 4-47-15,0-4-12 0,0 4 0 0,3-1 0 0,0 1 53 0,6 2 9 16,-1-3 2-16,4 0 0 0,0 3 8 0,6-2 3 0,3 2 0 0,0-3 0 31,2 3-45-31,-2 0-9 0,6-3-1 0,-3 3-1 16,-1-2-19-16,1-1 10 0,3 0-10 0,-3 3 8 15,2-2-85-15,1 2-18 0,3-3-3 0</inkml:trace>
  <inkml:trace contextRef="#ctx0" brushRef="#br0" timeOffset="109554.867">22357 11007 1379 0,'6'0'58'0,"0"-2"-46"16,0 2 115-16,0 0 23 0,0-3 5 0,-1 3 1 16,1 0-61-16,0 3-12 0,0-3-3 0,0 2 0 15,0-2-5-15,0 0-2 0,0 3 0 0,3 0 0 16,0-1-58-16,-3 1-15 0,3 0 0 0,3-3 0 16,-3 0 0-16,6 2 0 0,-3-2 0 0,2 0 0 15,-2-2 0-15,3 2 0 0,0-3 0 0,0 0 0 16,3 1-100-16,-3-4-22 0,3-2-5 0</inkml:trace>
  <inkml:trace contextRef="#ctx0" brushRef="#br0" timeOffset="110083.946">22425 10139 1326 0,'0'0'56'16,"0"0"-45"0,0 0 87-16,0 0 18 0,0 0 3 0,6 0 1 0,-3 0-22 15,3 0-4-15,0 0-1 0,0 0 0 16,0 0-17-16,0 0-3 0,3 0-1 0,-3 0 0 0,3 0-26 0,3 0-6 0,0 0 0 16,-1 0-1-16,1 3-19 0,0-3-3 0,0 0-1 0,0 3 0 15,3-3-16 1,-3 2 8-16,3-2-8 0,0 3 0 0,2-3 0 0,1 0 0 15,3 3 0-15,3-3-9 16,0 0-151-16,3-3-29 0</inkml:trace>
  <inkml:trace contextRef="#ctx0" brushRef="#br0" timeOffset="159501.151">11787 4736 1387 0,'0'0'58'0,"0"0"-46"16,0 0 114-16,0 0 23 0,0 0 5 0,0 0 1 15,0 0-58-15,0 0-11 0,0 0-2 0,-3 8-1 16,3-5-27-16,0-3-4 0,0 8-2 0,0 0 0 16,0-6-25-16,0 4-5 0,0-6 0 0,0 8-1 15,0-3 36-15,0 0 7 0,0 6 2 0,-3-9 0 16,3 6-56-16,0 0-8 0,-3 0 0 0,3 3-10 16,0-6 10-16,-3 3 16 0,3 0-4 0,0 3-1 15,-3-3-11-15,3 2 0 0,0 1 9 0,0 2-9 16,0-2 0-16,0-1 0 0,0 6 0 0,0 0 0 15,0 0 0-15,0 0 0 0,0 2 0 0,0 3 0 16,0-2 0-16,3 2 0 0,-3 3 0 0,3-3 0 16,0 3 0-16,-3-3 0 0,3 5 0 0,0-4 8 15,0-1-8-15,0 5 0 0,0-2 8 0,0 3-8 16,0 2 9-16,0 2-9 0,0 4 12 0,0-1-12 16,0 3 15-16,3-2-4 0,-3-4-1 0,0 4 0 15,-1-1-2-15,1-2 0 0,0 0 0 0,0 7 0 16,3-4 2-16,-3 4 0 0,0 4 0 0,0 2 0 0,0-6-2 15,0 1 0-15,0-3 0 0,0 3 0 0,0 0 0 16,-3-1 0-16,3 4 0 0,-3-1 0 0,3-2-8 16,-3 2 8-16,-3-2-8 0,3 2 8 0,0-5-8 0,-3 0 0 0,3 0 0 15,-3 3 0-15,0-1 8 0,3 4-8 0,-3-1 0 16,0 3 8-16,0-3-8 16,0-4 10-16,3-1-10 0,-6 2 10 0,6-2-10 0,-3 0 0 15,0 0 0-15,3 3 0 16,-3-3 0-16,3 3 0 0,0 2 0 0,-3-2 0 0,3-6 8 15,0 1-8-15,-3-1 8 0,3 0-8 0,0 1 8 0,0-1-8 0,0 3 0 0,3 0 8 16,-3 0-8-16,0-2 0 16,3 2 0-16,-3-3 0 0,0-2-12 0,3-3-7 0,-3 0-1 0,0-2-1 15,3 2 35-15,-3 0 7 0,0 0 2 0,3 5 0 16,-3-5-23-16,0 3 0 0,0 3 0 0,3-4 0 16,-3-2 0-16,0 1 0 0,3-1 0 0,-3-3 8 15,3-2-8-15,-3 0 0 0,0 0 0 0,0 2 0 16,0 0 0-16,0 4 0 0,0-1 0 0,0 0 0 15,0 0 0-15,0 0 0 0,0-3 0 0,0 4 0 16,0-4 0-16,0-2 0 0,0 0 0 0,0-1 0 16,0 1 0-16,0-3 0 0,-3 1 0 0,3 1 0 15,0 1 0-15,-3 3 0 0,3-1 0 0,-3 1 0 16,3-1 0-16,0 1 0 0,-3-1 0 0,3 3 8 16,0-5-8-16,-3 0 0 0,3 0 0 0,-3-1 0 15,3-1 0-15,-3-1 0 0,0 0 0 0,3 3 8 16,-2 0-8-16,-1-1 0 0,3 4 0 0,-3 2 0 15,0-3 0-15,3 3 0 0,0 1 0 0,-3-1 0 16,3-6 0-16,0 4 0 0,0-3 0 0,0 0-8 16,0-1 8-16,-3 1 0 0,0-3 0 0,3 3 0 0,-3 0 0 0,3 2 0 15,-3 1 0-15,3 2 0 0,0 0 0 0,0 0 0 0,0-2 0 16,0 2 0-16,0-3 0 0,0-2 0 16,0 0 0-16,0 0 0 0,3 0 0 0,-3-3 0 0,3 3 0 15,-3-1 0-15,0 1 0 0,0 3 0 0,3-4 0 0,-3 7-8 16,0-7 8-16,0 6 0 0,3-2 0 0,-3-1 0 15,0-2 0-15,3 0 0 0,-3-3 0 0,0 0 0 16,3 0 0-16,-3 1 0 0,0-1 0 0,0 0 0 16,0-2 0-16,0 2 0 0,0 0 0 0,0 3 0 15,0-1 0-15,0 1 0 0,0 0 0 0,0 3 0 16,0-4 0-16,3 1 0 0,-3 0 0 0,0-3 0 16,3 0 0-16,-3 1 0 0,0-4 0 0,0 3 0 15,0-2 0-15,0 2 0 0,0-3 0 0,0 1 8 16,0 2-8-16,0 0 0 0,0 3 0 0,0 0 0 15,0 0-20-15,2 0-4 0,-2 2-2 16,0 0 0-16,3-2 43 0,-3 0 9 0,3-3 2 0,-3 3 0 16,3-3-28-16,-3 0 0 0,3 1 0 0,-3-4 0 15,3 3 0-15,-3 0 0 0,3 1 8 0,-3-1-8 16,3 0 0-16,-3 3 0 0,0 0 0 0,3 2 0 16,0-2 0-16,-3 0 0 0,3-3 8 0,0 3-8 15,-3-3 0-15,3-3 0 0,0 1 0 0,-3-1 0 16,3-2 0-16,-3 3 0 0,3-3 0 0,-3 2 8 15,3-2-8-15,0 0 0 0,-3 2 0 0,3 1 8 16,0-1-8-16,-3 4 0 0,3-1 9 0,-3 0-9 16,3 0 0-16,0-2 0 0,-3 2 0 0,3-3 8 0,0 1-8 0,-3-1 0 15,3-2 0-15,0 0 0 0,-3 0 8 0,3-3-8 0,0 0 8 16,-3 1-8-16,3-1 8 16,-3 0-8-16,3 0 10 0,-3 1-10 15,3-1 8-15,-3-3-8 0,3 4 0 0,-3-1 0 16,3-3 11-16,-3 4-11 0,0 2 12 0,3-3-12 15,-3 0 12-15,0 3-12 0,3 0 12 0,-3-3-12 0,0 3 8 0,3-3-8 0,-3-2 0 16,0 2 0-16,3-2 0 0,-3-1 0 16,0 1 0-16,3-1 0 0,-3-2 9 0,0 3-9 0,3-3 0 15,-3 0 9-15,0 0-9 0,3-3 0 0,-3 3 9 0,0-3-9 16,3 3 8-16,-3-3-8 0,0-2 8 0,2 2-8 16,-2 1 0-16,0-1 0 0,0-5 0 0,3 5 8 15,-3 0-8-15,0 3 0 0,3-5 0 0,0 5 0 16,-3-3 0-16,0 1 0 0,3-4 0 0,-3 4 0 15,0-6 0-15,3 7 0 0,-3-1 0 0,3-1 0 16,-3 0 0-16,3 1 0 0,-3-1 0 0,3 0 0 16,-3-5 0-16,0 6 0 0,0 1 0 0,3-1 0 15,-3-1 0-15,3 0 0 0,-3 1 0 0,3 2 0 16,-3-8 0-16,0 2 0 0,0-2 0 0,3 8 0 16,-3-8 0-16,0 5 0 0,0-5 0 0,3 6 0 15,-3-6 0-15,0 0 0 0,0 5 0 0,0-5 0 16,0 0 0-16,0 0 0 0,0 0 0 0,0 0 0 15,0 0 0-15,3 5 0 0,-3-5 0 0,0 0 0 16,0 0 0-16,0 0 0 0,0 0 0 0,0 0 0 16,0 0 0-16,0 0 0 0,0 0 0 0,0 0 0 15,0 0 0-15,0 0 0 0,0 0 0 0,0 0 0 16,0 0-84-16,0 0-22 0,0 0-4 0</inkml:trace>
  <inkml:trace contextRef="#ctx0" brushRef="#br0" timeOffset="165838.619">13463 6049 1601 0,'0'0'45'0,"0"0"11"0,0 0-45 0,0 0-11 0,0 0 0 0,0 0 0 16,0 0 77-16,0 0 14 0,0 0 2 0,0 5 1 15,0-5-32-15,3 8-6 0,-3-3-2 0,0 1 0 16,3 2-15-16,-3-8-3 0,0 5-1 0,0 0 0 15,0 3-10-15,0 0-1 0,0-3-1 0,0 6 0 16,-3-1 11-16,3 1 2 0,0 0 1 16,-3 2 0-16,3 0-29 0,-3 0-8 0,3 3 0 0,-3 0 0 15,3 0 0-15,-3 0 8 0,3 2-8 0,-3-2 8 16,3 3-8-16,-3-3 11 0,3-1-11 0,0-1 12 16,0 2-12-16,0-3 10 0,0 0-10 0,-3 0 10 15,3-2-10-15,0 2 0 0,0-2 9 0,-3 2-9 16,3 0 11-16,0-2-3 0,0 2 0 0,-3 0 0 15,3 0 24-15,0 3 5 0,-3-3 1 16,3 6 0-16,0-3-30 0,-3 2-8 0,3 1 0 0,0 2 0 16,0 0 0-16,-3-2 0 0,3 2 0 0,0 0 0 15,0-2-8-15,0-3-4 0,0-1 0 0,0 1 0 16,0 0 12-16,0 0 12 0,0-3-2 0,0 3-1 16,0-3-9-16,0 3 12 0,0 0-12 0,0 0 12 15,0 0-12-15,0 2 12 0,0 1-12 0,0-1 12 16,0 4-4-16,0 1 0 0,0 4 0 0,0-3 0 15,3 2 2-15,-3-2 0 0,0 0 0 0,0 0 0 16,0-3 1-16,0 0 0 0,0 0 0 0,0 0 0 16,0 0-1-16,0 1 0 0,0 1 0 0,-3 1 0 15,3 5-10-15,-3 0 12 0,0 3-12 0,3 0 12 0,-3 0-12 16,3-3 10-16,0-3-10 0,-3 3 10 16,3-2-10-16,0-3 10 0,0-1-10 0,0 1 10 15,0 3-10-15,-3-1 8 0,3 1-8 0,0 2 8 0,0 0-8 0,0 3 0 0,3-1 9 16,-3 1-9-16,0-3 0 0,3-2 9 0,-3-1-9 15,0-2 0-15,0 0 8 0,0-6-8 0,0 3 0 0,0 1 0 16,0-1 0-16,0 3 0 0,0-3 0 0,0 3 0 16,0 2 8-16,0 1-8 0,0-1 0 0,0 0 0 15,0-2 0-15,3 0-17 0,-3-3 3 0,0 3 1 16,0-8 21-16,0 2 4 0,0-2 0 0,0-2 1 16,0 1-13-16,0-4 0 15,0 2 8-15,0 0-8 0,0-2 0 0,0 2 0 16,0-2 0-16,0 2 0 0,0-2 0 0,0 2 0 0,0 0 0 0,0 0 0 15,0 3 0-15,0-3-20 0,0 1 4 0,0 2 0 16,0-3 16-16,0 3 0 0,0-3 0 0,0 3 0 16,0 0 0-16,0-3 0 0,0 0 0 0,0 0 0 15,0-2 0-15,0 0 0 0,0-1 0 0,-3 1 0 16,3-1 12-16,0 1 7 0,-3-3 1 0,3 2 0 16,0 1-20-16,0-3 0 0,0 0 0 0,0 2 0 15,0 1 0-15,0-3 0 0,0 0 0 0,0 0 0 16,0 0 0-16,0 2 0 0,0 1 0 0,0-3 0 15,0 5 0-15,0-2 0 0,0-1 0 0,0 4 0 16,3-1 0-16,-3 0 0 0,0 0 0 0,0 0 0 0,3 3 0 16,-3 0 0-16,0-3 0 0,3 3 0 15,-3 0 0-15,0-3 0 0,3 1 0 0,-3-4 0 16,0 1-12-16,3-1-7 0,-3 4-1 0,3-6 0 16,-3-1 20-16,3 1 0 0,-3 0 0 0,3 0 0 15,-3 0 0-15,0 0 0 0,3-3 0 0,-3 1 0 16,0 2 0-16,3-6 0 0,-3-2 0 0,0 8 0 15,3-2 13-15,0-1 7 0,-3-5 0 0,3 5 1 0,-3 0-33 0,0-5-8 16,3 6 0-16,0-1-1 0,0 0 39 16,-3-5 8-16,3 6 2 0,0-1 0 0,-3-2-18 0,0-3-10 0,3 5 12 0,0 0-12 15,-3-5 10-15,0 5-10 0,2 3 8 0,-2-8-8 16,3 6 0-16,-3 2 0 0,0-3 8 0,0-5-8 16,3 5 0-16,0 0 0 0,-3-5 0 0,0 8 0 15,3-2 8-15,0 2-8 0,-3-3 0 0,3 0 8 16,0 1-8-16,-3-1 0 0,3 0 9 0,-3 0-9 15,3 1 0-15,-3-1 9 0,3 0-9 0,-3 1 0 16,3-1 8-16,-3 0-8 0,3 0 0 0,-3 1 0 16,3-1 0-16,-3 0 10 0,3 3-10 0,-3-2 8 15,0-1-8-15,3 0 0 0,-3 3 9 0,3-3-9 16,0 1 0-16,-3-1 0 0,3 0 0 0,0 1 8 16,-3-1-8-16,3 0 0 0,0 0 0 0,-3 1 0 15,3-4 0-15,-3 4 11 0,3-1-11 0,-3-2 12 16,3 2-12-16,-3-3 0 0,3 4 0 0,-3-6 0 15,3 5 0-15,-3-2 0 0,3 2 0 0,0-2-11 16,-3-3 11-16,0 5 0 0,0-5 8 0,0 5-8 16,0-5 0-16,3 3 0 0,-3-3 0 0,3 5 0 15,-3-5 0-15,0 5 0 0,3 1 0 0,-3-6 0 16,3 2 0-16,-3-2 0 0,0 0 0 0,0 6 0 16,0-6 0-16,0 0 0 0,3 5 0 0,-3-5 0 15,3 3 0-15,0 2 0 0,-3-5 0 0,3 5 0 16,-3-5 0-16,0 3 0 0,0-3 0 0,0 0 0 0,3 5 0 15,-3-5 0-15,0 0 0 0,0 5 0 0,0-5 0 16,0 3 0-16,0-3 0 0,3 5 0 0,-3-5 0 0,0 0 0 16,0 0 0-16,0 8 0 0,0-8 17 0,0 6-1 0,0-6 0 0,0 0 0 15,0 5-25-15,0-5-6 0,0 0-1 0,0 0 0 16,0 0 16-16,0 0 0 0,0 0 0 0,-3 8 0 16,3-8 0-1,0 0 0-15,0 0 0 0,0 0 0 16,0 0 16-16,0 0 5 0,0 0 2 0,0 5 0 15,0-5-37-15,0 0-7 0,0 0-2 0,0 0 0 0,0 0 10 0,0 0 1 0,0 0 1 0,0 0 0 16,0 0-187 0,3 0-38-16</inkml:trace>
  <inkml:trace contextRef="#ctx0" brushRef="#br0" timeOffset="172172.24">14603 4826 1637 0,'0'-2'34'0,"0"2"8"0,3-6-34 0,-3 6-8 0,0-5 0 0,0 5 0 31,0 0 106-31,0 0 19 0,0 0 4 0,0 0 1 0,0 0-47 0,0 0-10 0,0 0-1 0,0 0-1 31,0 0-11-31,0 0-3 0,0 0 0 0,0 0 0 0,0 8-13 0,0-3-2 0,0-5-1 0,0 11 0 16,0-6-13-16,0 0-2 0,3 3-1 0,-3-2 0 15,0 2-8-15,0 0-1 0,3 0-1 0,-3-1 0 16,0 1-4-16,0 3-1 0,3-6 0 0,-3 6 0 16,0 2-10-16,3-5 10 0,-3 3-10 0,0 2 10 15,0 0-10-15,3 0 0 0,-3 3 9 0,3 0-9 16,-1 0 0-16,-2 0 8 16,3-3-8-16,-3 3 0 0,3 0 0 0,-3-3 0 0,0 3 0 15,3-3 8-15,-3 0-8 0,0 1 0 0,3-4 0 0,-3 3 0 16,0-2 0-16,0 2 8 0,0-2-8 0,0 2 0 15,0 0 0-15,3-2 0 0,-3-1 0 0,0 4 8 16,3-1-8-16,0 0 9 0,0 3-9 0,-3 0 10 16,3 2-10-16,0-2 0 0,-3 5 0 0,3-2 0 15,0 2 0-15,0-2 0 0,-3 2 0 0,3-3 0 16,-3 3 0-16,0-2 0 0,3 0-10 0,-3-1 10 16,0-2 0-16,3 2 0 0,0-2 0 0,-3 0 0 15,3 3 0-15,0-3 0 0,-3-1 0 0,3 7 0 16,0-1 0-16,-3 3 0 0,3 2 8 0,0 1-8 0,0-1 0 15,0 3 0-15,0 0 0 0,0 0 0 0,0-2 16 16,0-3-1-16,0-1 0 0,0 4 0 0,0-6-15 16,0 3 11-16,0 0-11 0,-3 2 10 0,3 1-10 0,-3 2 8 15,3 2-8-15,-3 4 8 0,3-3-8 0,-3-3 0 0,3 0 0 16,-3-3 0-16,3 1 0 0,-3-3 0 16,3-1 0-16,-3 4 0 0,3-3 0 15,-3-1 0-15,3 4 8 0,-3-1-8 16,2 3 0-16,-2 3 0 0,3 0 0 0,0 0 8 0,-3-1-8 15,3-1 0-15,0-4 0 0,0 1 0 0,-3-1 0 0,3-2 0 0,0-3 0 16,0 3 0-16,0 2 0 0,-3 1 0 0,6-1 8 0,-6 3-8 31,3 0-22-31,0 0-6 0,-3 3-2 0,3-3 0 0,0-2 30 0,-3-1 0 0,3 1 0 0,-3-3 0 16,3-1 19-16,0-2 9 0,0-2 3 0,-3 2 0 16,3 0-31-16,-3 1 0 0,0-1 0 15,3 3 0-15,-3-1-19 0,0 4-9 16,0 2-3-16,0-5 0 0,0 0 52 0,0 2 11 0,0-5 1 0,0 0 1 15,0 0-34-15,0 1 0 0,0-1 0 0,0-3 0 16,3 4 0-16,-3-4 0 0,0 1 0 0,0 2 0 16,3 0 0-16,-3 3 0 0,0 2 0 0,0 1 0 15,3-1 0-15,-3 1 0 0,0 2 0 0,3 0 0 16,-3-3 0-16,0 1 0 0,3-4 0 0,-3 4 0 16,0-3 0-16,3 2 0 0,-3-2 0 0,0 5 0 15,3 0 0-15,-3 3 0 0,0 2 0 0,3 1 0 16,-3-1 0-16,0-2 0 0,3 2 0 0,0-2 0 15,-3 0 0-15,0 0 0 0,3-6 0 0,-3 8 0 16,0-2 8-16,3 3-8 0,-3 2 0 0,3 2 0 16,-3-4 27-16,0-1 1 0,3-2 1 0,-3 2 0 15,0-2-29-15,3-3-20 0,-3 0 4 0,3 0 0 16,-3 3 16-16,0 0 0 0,0 0 0 0,3 2 0 16,-3-5 16-16,0 3-2 0,3-3-1 0,-3 0 0 0,0-2-13 15,3-4 0-15,0-1 0 0,-3 1 0 0,0-2 0 0,3-2-12 16,-3 0 3-16,0 2 0 0,2 0 9 0,-2-3 0 0,0 4 0 0,0-1 0 15,0 0 0-15,3 0 12 0,-3 3-2 0,0-3-1 16,0-2-9-16,3-1-9 0,-3 1 9 0,0-1-13 16,0 1 13-16,0-3 0 0,3-1 0 0,-3 1 0 15,0 0 10-15,0-3-10 0,0 1 8 0,0-1-8 16,0 0 8-16,0 0-8 0,0 1 0 16,0-1 8-16,0 3-8 0,0-3 0 0,0 3 0 0,0-3 0 15,0 3 0-15,0 0 8 0,0-3-8 16,0 3 0-16,0 0 0 0,0 0 8 0,0-3-8 0,0 3 0 15,0 0 0-15,0-3 0 0,0 0-14 0,0 0 5 16,0-2 9-16,0 2 14 0,0-2-3 0,0-1-1 16,0 1-10-16,3-1 0 0,-3 1 0 0,0-3 0 15,0 3 0-15,0-1 0 0,0-2 8 0,0 0-8 16,0 3 0-16,0-3 0 0,0-1 0 0,0 1 0 16,0 0 0-16,0 3 0 0,0-3 0 0,0 2 0 15,0 1 0-15,0-3 0 0,0 3 0 0,0-1 0 16,0 3 0-16,0-2 0 0,0 0 0 0,0-1 0 15,0 1 0-15,3-1 0 0,-3 3 0 0,0-2 0 16,0 2 0-16,3-2 0 0,-3-1 0 0,0 4 0 16,3-4 0-16,-3 1 0 0,0-1 0 0,3 1 0 15,-3 0 0-15,0-1 0 0,0-2 0 0,3 3 0 16,-3-3 0-16,0 2 0 0,3-2 0 0,-3 3 0 0,3-3 0 16,-3 2 0-16,0-2 0 0,3 3 0 15,-3-3 0-15,0 0-16 0,3 0 3 0,-3 2 0 16,0-2 21-16,3 3 4 0,-3-1 0 0,0 1 1 0,0-1-13 15,3 1 0-15,-3 0 0 0,0 2 0 0,3-3 0 0,-3 4 0 0,0-1 0 16,3 0 0-16,-3 0 0 0,0 1 0 0,3-1 0 0,-3 0 0 16,0 0 0-16,3 1 0 0,-3-4 0 0,0 3 0 15,0-2 0-15,3 2 0 0,-3-2 0 0,0-1 0 16,3 1 0-16,-3 0-16 0,0-1 1 0,0 1 1 16,0-1 14-16,0 1 0 0,3-1 0 15,-3-2 0-15,0 3 8 0,0 0 5 0,0-4 1 16,0 4 0-16,0-3-14 0,0 3 0 0,0-3 0 0,0 5 0 15,0-3 0-15,0 1 0 0,0 2 0 0,0 0 0 16,0 1 0-16,0-1 0 0,0 3 0 0,0-3 0 16,0 3 0-16,0 0 0 0,3 0 0 0,-3-1 0 15,0-1 0-15,0 2 0 0,3-3 0 0,-3 0 0 16,0-2 0-16,0 2 0 0,3-3 0 0,-3 4 0 16,0-4 0-16,-3 3 0 0,3-2 0 0,0 2 0 15,0-2-8-15,0-1-5 0,0 1-1 0,0 0 0 16,0 2 22-16,0-3 5 0,0 4 1 0,0-1 0 15,0 0-14-15,0 0 0 0,0 3 0 0,0 0 0 16,0-3 0-16,0 3 0 0,0 0 0 0,0 3 0 16,0-4 0-16,0 1 0 0,0 0 0 0,0-3 0 15,0 3 0-15,0-2 0 0,0-1 0 0,0 0 0 16,0-2 0-16,0 2 0 0,0-3 0 0,0 1 0 0,0 0 0 0,-3 2 0 16,3-3 0-16,0 4 0 15,0-4 0-15,-3 1 0 0,3-1 0 0,0 4 0 0,0-4 0 16,-3 3-18-16,3-2 2 0,0 2 1 0,0 0 24 0,-3 1 5 0,3-1 1 15,0 0 0-15,0 0-15 0,0 1 0 0,0-1 0 0,0 3 0 16,0-3 0-16,0 0 0 16,0 0 0-16,0 1 0 0,0-4 0 0,0 3 0 0,0-2 0 0,0 0 0 15,0-1 0-15,0 1 0 0,0-1 0 0,0 1 0 16,3-3 0-16,-3 2 0 0,0 1 0 0,0 0 0 16,3-3 0-16,-3 2 0 0,0-2 0 0,0 0 0 15,0 3 0-15,0-1 0 0,0-2 0 0,0 3 0 16,0-1 8-16,0 1-8 0,0-1 0 0,0 4 0 15,0-4 0-15,0 4 0 0,0-1 0 0,0 0 0 16,0 0 0-16,0 0 0 0,0 1 0 0,0-1 0 16,3-2 0-16,-3 2 0 0,0 0 0 0,0 3 0 15,0-6 0-15,0 4 8 0,0-4-8 0,0 1 0 16,0 2 0-16,0-5 0 0,0 3 0 0,0-1 0 16,0 1 0-16,-3-1 0 0,0 1 8 0,3-3-8 15,-3 2 0-15,3-2 0 0,-3 3 8 0,3-3-8 16,-3 0 0-16,3 0 11 0,0 0-11 0,-3 0 10 15,3-3-10-15,0 3 0 0,0 0 0 0,0 0 0 16,0-3 0-16,0 3 0 0,0 0 8 0,0 0-8 16,3-3 0-16,-3 3 0 0,0 0 0 0,3 0 0 0,-3-3 0 15,0 3 0-15,3 0 0 0,-3-3 0 0,0 3 0 16,3-2 8-16,-3-1-8 0,3 3 0 0,-3-3 8 16,3 0-8-16,-3 1 0 0,3-1 8 15,0 0-8-15,-3 1 10 0,3-1-10 0,0 0 10 16,-3 1-10-16,3-1 0 0,-3 0 9 0,3 0-9 0,-3 1 0 15,3-1 0-15,-3 0 0 0,0 1 8 0,3-1-8 0,-3 0 0 0,3-2 0 16,0 5 8-16,-3-8-8 0,0 2 0 0,3 4 0 16,0-1 0-16,-3 0 0 0,3 1 0 0,-3-6 0 0,0 5 0 15,0 0 0-15,0-5 0 0,3 5 0 0,-3 1 0 16,0-6 17-16,3 5-1 0,-3-5 0 0,0 5 0 16,0-5-16-16,3 6 0 0,-3-6 0 15,0 5 0-15,0-5 0 0,0 8 0 0,3-6 0 16,-3-2 0-16,0 6 0 0,0-1 0 0,0-5 0 15,0 5 0-15,0-5 0 0,0 6 0 0,0-6 0 0,0 8 0 16,0-8 0-16,0 5 0 0,0-5 0 0,0 5 0 16,0 0 0-16,0 1 0 0,0-6 0 0,-3 5 0 15,3-5 0-15,0 0-14 0,0 0 2 0,0 8 1 16,0-8 11-16,0 0 0 0,0 5 0 0,0-5 0 16,0 6 0-16,0-6 0 0,0 0 0 0,0 5 0 15,0-5 0-15,0 8 0 0,0-8 0 0,0 5 8 16,0-5-8-16,0 0 0 0,0 5 8 0,0-5-8 15,0 6 8-15,0 2-8 0,0-8 10 0,0 5-10 16,0-5 8-16,0 5-8 0,0-5 0 0,-3 8 9 16,3-8-9-16,0 5 0 0,0-5 0 0,0 8 0 15,0-8 0-15,0 6 0 0,0-6 8 0,-3 5-8 16,3-5 0-16,0 0 0 0,0 8 0 0,0-8 0 0,0 0 0 16,0 0 0-16,0 5 0 0,0-5 0 15,0 0-14-15,0 0-5 0,0 0-1 0,0 0 0 16,0 0-157-16,3-8-32 0</inkml:trace>
  <inkml:trace contextRef="#ctx0" brushRef="#br0" timeOffset="175763.121">16100 6112 1968 0,'0'0'41'0,"0"0"9"0,0 0-40 0,0 0-10 0,0 0 0 0,0 0 0 15,3 6 74-15,0-4 13 0,0 3 2 0,-3-5 1 16,3 3-21-16,0 2-4 0,-3-5-1 0,0 8 0 16,3-2-28-16,-3-1-7 0,3 0-1 0,-3 1 0 15,0 1-10-15,3-1-2 0,0-1-1 0,-3 3 0 16,3-3 0-16,-3 3 0 0,3-2 0 0,-3 1 0 16,3 1 0-16,-3 0 0 0,3 0 0 0,-3 3 0 15,0-1-2-15,3-2 0 0,-3 6 0 0,0-4 0 16,3 1-4-16,-3 2-1 0,3-2 0 0,-3 2 0 15,3-3-8-15,-3 1 0 0,0 0 9 0,2-1-9 16,-2 1 0-16,0-1 0 0,3 1 0 0,-3-1 8 16,0 1-8-16,3 0 0 0,-3-1 0 0,0 1 8 15,0-3-8-15,3 2 0 0,-3 1 0 0,0 0 0 16,0-1 0-16,0 3 0 0,0-2 0 0,0 2 8 16,0 0 14-16,3-2 3 0,-3 5 1 0,0-3 0 15,0 3-36-15,3 2-7 0,-3-2-2 0,0 0 0 16,0-3 19-16,3 3 0 0,-3 0 0 0,0 0 0 0,0-3 11 15,3 3-11-15,-3-3 12 0,0 1-12 16,0-1 11-16,0 0-11 0,0 0 10 0,0 1-10 0,0-1 10 16,0-3-10-16,0 4 10 0,-3-1-10 0,3 3 12 0,0-3-4 0,0 0-8 15,-3 3 12-15,3 0-4 0,0 0-8 16,-3 2 11-16,3 1-11 0,0-3 15 16,0 2-4-16,0 1-1 0,0-1 0 0,0 1-2 15,0-1-8-15,0 1 12 0,-3-1-4 0,3-2 1 0,0 0 0 0,0-3 0 16,0 3 0-16,0 0 0 0,0 0 0 0,0-3 0 0,-3 3 0 15,3 3-9-15,0-4 8 0,0-1-8 0,0 4 8 16,0-2 4-16,0 5 0 0,0-2 0 0,0 2 0 16,0 0-12-16,0 0 0 0,0 0 0 0,0 1-11 15,0-1 11-15,0-3 0 0,3 1 0 0,-3-3 8 16,0 2-8-16,0-2 12 0,3 0-4 0,-3 0 0 16,0 0-8-16,0 0 11 0,0-3-11 0,0 3 12 15,0-3-12-15,0 3 0 0,0 0 9 0,0 2-9 16,0-2 8-16,0 0-8 0,0 3 8 15,0-1-8-15,0 3 0 0,0-5 9 0,0 3-9 0,0-1 0 16,3-2 11-16,-3-3-11 0,3 0 10 0,-3 1-10 16,0-1 8-16,0-3-8 0,3 1 0 0,-3 0 9 15,0-3-9-15,0 0 0 0,0-3 0 0,0 3 8 16,0 0-8-16,0 0 0 0,0-3 9 0,0 0-9 16,0 1 8-16,0-1-8 0,0-5 10 0,0 8-10 15,0-8 9-15,0 8-9 0,0-8 8 0,0 5-8 16,0 3 8-16,0-8-8 0,0 5 0 0,0 1 8 15,0-6-8-15,0 5 0 0,0-5 0 0,0 8 0 16,0-8 0-16,3 5 8 0,-3 3-8 0,0-8 0 0,0 5 16 16,3 1-1-16,-3-6-1 0,0 7 0 0,0-7-14 0,0 6-13 15,3 2 2-15,-3-8 1 16,0 5 10-16,0 0 14 0,0-5-3 0,3 6-1 16,-3-6-10-16,0 8 0 0,3-3 0 0,-3-5 0 15,3 8 0-15,-3-3 0 0,0-5 0 0,0 8 0 0,0-3 0 0,0-5 0 16,3 6 0-16,-3-6 0 15,0 5 0-15,3 0 0 0,-3-5 0 0,0 8 0 0,0-8 0 16,0 3 0-16,0-3 0 0,3 5 0 0,-3-5 0 0,0 5 0 0,0-5 0 16,0 6 0-16,0-6 0 0,0 0 0 0,0 0 0 15,0 5 0-15,0-5-9 0,0 0-1 0,0 0 0 0,0 0 0 16,0 0-86 0,0 0-16-16,0 0-4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8-26T18:05:37.4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19392 5821 1810 0,'0'0'40'0,"0"0"8"0,0 0 1 0,0 0 3 0,0 0-42 0,0 0-10 0,0 0 0 0,0 0 0 16,0 0 78-16,0 0 14 0,0 0 2 0,0 0 1 15,0 0-47-15,0 0-8 0,0 0-3 0,0 0 0 16,0 0-17-16,-3 5-4 0,3 1-1 0,-3 2 0 16,3 0 0-16,-3 2 0 0,3 1 0 0,-3-1 0 0,3 4-15 15,0-1 8-15,-3 3-8 0,3 0 0 16,0-1 8-16,0 1-8 0,-3-2 0 0,3 1 0 0,0-4 0 16,-3 2 0-16,3 1 0 0,0-1 0 0,0-3-16 15,0 1-4-15,-3 0 0 0,3-4 0 16,0-1-32-16,0 2-8 0,0-3 0 0,0-5-595 15,0 0-118-15</inkml:trace>
  <inkml:trace contextRef="#ctx0" brushRef="#br0" timeOffset="206.39">19419 5660 1743 0,'-6'-11'49'0,"6"11"11"0,-3-5-48 0,0-3-12 0,3 3 0 0,-3-1 0 16,0 1 71-16,3 0 11 0,0 5 2 0,-3-3 1 16,3 3-42-16,-3-5-9 0,3 5-2 0,-3-3 0 15,3 3-23-15,0 0-9 0,-3-5 0 0,3 5 9 16,0-5-119 0,0 5-24-16,0-6-5 0</inkml:trace>
  <inkml:trace contextRef="#ctx0" brushRef="#br0" timeOffset="536.41">19725 5453 1544 0,'0'0'34'0,"0"0"7"0,0 0 2 16,0 0 0-16,0 0-35 0,0 0-8 0,0 0 0 0,0 0 0 0,0 0 103 0,0 0 18 16,0 0 4-16,0 0 1 0,0 0-41 0,-6 0-8 15,1 3-1-15,-1 2-1 0,0-2-31 0,0 2-7 16,0 1-1-16,0-1 0 0,3 0-16 0,-3 3-3 15,3 3-1-15,-3-1 0 0,3 3-7 0,3 1-1 16,-3-1-8-16,3 0 12 0,-3 6-12 0,3-3 0 16,0-1 0-16,0 4 0 0,0-1 0 0,0 1 0 15,3 0 0-15,-3 4 0 0,3-1 0 0,-3-1 0 16,3 3 0-16,0 5 0 0,0-3-8 0,-3 3 8 0,3-5-12 16,0 0 12-16,-3 0-21 0,3-1 2 0,-3-1 1 15,0-1 0-15,0-3-5 0,0 1-1 0,0-3 0 0,0 0 0 31,-3-1-9-31,0-1-3 0,0-1 0 0,0 0 0 16,0 0-27-16,0-2-5 0,-3 0-2 0,3-1 0 16,0 1-128-16,-3-1-26 0,0-2-4 0,0 3-2 0</inkml:trace>
  <inkml:trace contextRef="#ctx0" brushRef="#br0" timeOffset="750.42">19526 6030 1728 0,'0'0'38'0,"-3"-5"8"16,3 0 2-16,0-1 0 0,3 1-39 0,0 0-9 0,0-1 0 0,3 1 0 0,0 0 102 0,0 2 18 15,3-2 4-15,0 0 1 0,3 2-52 0,-4-2-10 16,7 2-3-16,-3-2 0 0,3-1-40 0,0 1-9 16,0 0-2-16,0 0 0 0,0-1-9 0,3 1 0 15,-4 0 0-15,4-1 0 16,0 1-88-16,0 0-20 0,0-3-4 0,0 3-540 15,3-3-107-15</inkml:trace>
  <inkml:trace contextRef="#ctx0" brushRef="#br0" timeOffset="1372.04">20395 5803 1558 0,'0'0'34'0,"-3"-3"7"0,-3-2 2 16,3-1 1-16,0 1-35 0,-3 0-9 0,3 0 0 0,0 2 0 0,3-2 100 0,0 5 17 16,0 0 4-16,-3-6 1 0,3 6-43 0,0 0-9 15,0 0-2-15,0 0 0 0,0 0-32 0,0 0-8 16,0 0 0-16,0 0-1 0,0 0-27 0,0 0 8 15,6 6-8-15,-3 2 0 0,6 0 0 0,-3 5 0 16,0 0 0-16,3 3 0 0,0 2 0 0,0 1-11 16,0 2 1-16,0 0 0 15,3-2-30-15,-3-1-5 0,0-2-2 0,2 0 0 16,1-3-12-16,-3 0-2 0,0-2-1 0,3 0 0 16,-3-1 41-16,0-2 8 0,-3-3 1 0,0 1 1 0,0-4 11 0,0 1 11 15,-3 0-3-15,3-1 0 0,-6-2 33 0,0 0 7 0,3-2 0 16,0-4 1-16,0 1 16 0,0-3 3 0,0 0 1 15,0 0 0-15,0-2-10 0,0-1-3 0,-3 1 0 0,3-4 0 16,0 1-16-16,-3-5-4 0,2-1-1 0,1-2 0 16,0 0-20-16,0 2-4 0,0-2-1 0,0 0 0 15,0 0-10-15,0 2 0 0,0 3 0 0,-3 3 0 16,3 0 0-16,0 0 0 0,0 2 0 0,-3 3 0 31,3 0-34-31,0 3-2 0,3 0-1 0,-3-1 0 16,3 4-145-16,0 2-29 0,0 0-5 0</inkml:trace>
  <inkml:trace contextRef="#ctx0" brushRef="#br0" timeOffset="2939.8">20961 5874 1414 0,'0'0'40'0,"3"-5"9"0,0 2-39 15,0-2-10-15,0 2 0 0,0-2 0 0,0-3 120 0,-3 3 21 16,3-3 5-16,-3 2 1 0,0-1-41 0,0-1-8 16,0 0-2-16,0 0 0 0,-3 0-24 0,3 0-6 15,-3 0-1-15,0 0 0 0,0 0-13 0,-3 0-4 16,3 0 0-16,-3 3 0 0,0 0-15 0,0-1-3 0,0 1-1 16,-3 2 0-16,3 3-13 0,0-5-2 0,-3 2-1 0,0 3 0 15,3 0-13-15,-3 3 0 0,3 2 8 0,-3-5-8 16,1 6 0-16,2-1-18 0,0 3 4 0,0 0 1 31,0 0-23-31,3 5-5 0,-3-2-1 0,3-1 0 16,3 3-24-16,0-2-5 0,3 2-1 0,0-2 0 15,0-1-14-15,3 1-3 0,0-3-1 0,0 0 0 16,0-3 33-16,2 0 6 0,1 1 2 0,0-4 0 0,-3 1 34 0,3-3 15 0,-3 0-12 0,3 0 12 16,-3 0 24-16,0-3 12 0,0 1 2 0,-6 2 1 15,3-3 17-15,0-2 4 0,0 2 1 0,-3 3 0 16,3-5-1-16,-3 0 0 0,3-1 0 0,-3 1 0 15,0-3-13-15,0 3-3 0,0-3-1 0,0 2 0 16,0 1-15-16,0-3-4 0,0 3 0 0,3 0 0 16,-3 2-6-16,0 3-2 0,0 0 0 0,0 0 0 15,0 0-16-15,0 0 0 0,0 0 0 0,0 0 0 16,0 0 0-16,0 0 0 0,0 0-13 0,3 5 5 16,3 3-2-16,-3 0 0 0,0 0 0 0,3 0 0 0,-3 0-11 0,3 0-3 15,-3 0 0-15,3-3 0 16,-1 3-9-1,-2-3-3-15,3 1 0 0,0-1 0 0,3 0 13 0,-3-2 3 0,0-3 0 16,0 3 0-16,0-1 20 0,-3-2-9 0,3-2 9 0,0-1 0 0,0 0 0 16,0 1 0-16,0-4 0 0,-3 1 0 0,3-3 23 0,0 0 1 15,0 0 1-15,0-5 0 0,0 2 13 16,0-2 2-16,-3 0 1 0,2 0 0 0,1 0 0 16,-3-1 0-16,0 1 0 0,0-3 0 0,0 3-2 0,0 2-1 15,-3-7 0-15,0 5 0 0,0-3-14 0,0 0-2 16,-3 3-1-16,3-3 0 0,-3 3-8 0,3-3-1 15,-3 2-1-15,0 1 0 0,3 3-3 0,-3-4 0 16,3 4 0-16,-3-1 0 0,3 3-8 0,-3 3 0 0,3 0 9 16,0-1-9-16,0 6 0 0,0 0 8 0,0 0-8 0,0 0 0 15,0 0 0-15,0 0 0 0,0 0 0 0,0 8 0 16,0 0-11-16,0 0 11 0,0 5-13 0,0-2 5 16,3 2-2-16,0 3 0 0,-3-5 0 0,3 5 0 15,0-3-8-15,3 3-2 0,-3-3 0 0,0 3 0 16,0-3-11-1,0 3-2-15,-3-3-1 0,3 3 0 0,0 0-3 16,-3 0-1-16,3 0 0 0,0 0 0 0,-3-1-3 0,3 4-1 16,-3-3 0-16,3 0 0 0,-3 0-2 0,3-3 0 0,0 0 0 15,-3 0 0-15,3-5 16 0,0 3 2 0,0-3 1 0,3 0 0 16,-3-3 12-16,0 0 2 0,3 0 1 0,-3-2 0 0,0 0 10 16,3-1 0-16,0-2 0 0,0-2 0 0,-3 2 16 15,3-3 0-15,0 0-1 0,-4 1 0 0,4-6 19 16,0 3 4-16,0-1 1 0,0-4 0 0,0 2 4 15,-3-3 1-15,3-2 0 0,-3 2 0 0,0-2-1 0,3 0 0 16,-3 0 0-16,0 2 0 0,3-2-5 0,-3 2-1 16,0 1 0-16,-3-1 0 0,3 1-13 0,0 2-2 15,0 0-1-15,-3 0 0 0,3 2-5 0,-3 1 0 16,3 0-1-16,-3 0 0 0,0 5-4 0,0 0-1 16,3-3 0-16,-3 3 0 0,0 0-10 0,0 0 0 15,0 0 9-15,0 0-9 0,0 0 0 0,0 0 0 16,0 0 0-16,0 0 0 0,0 0 0 0,0 0 0 0,0 0 0 15,0 0 0-15,0 0 0 0,3 3 0 0,0 5 0 0,-3-3-8 16,3 3 8-16,0 0-8 0,-3-3 8 0,3 6-8 16,0-3-2-16,0-1 0 0,0 1 0 0,0 0 0 15,3 0-6-15,-3 0-2 0,0-3 0 0,2 1 0 16,-2-1 7-16,3 0 2 0,0-2 0 0,-3 0 0 16,0-1 9-16,3-2 0 0,-3 0-9 0,3 0 9 15,-3 3 0-15,-3-3 0 0,6-3 0 0,-3 1 0 16,3-1 0-16,-6 3 0 0,3-5 0 0,0 2 8 15,0-2 4-15,0-1 0 0,0 1 0 0,-3-3 0 16,3 3 4-16,0-3 0 0,0 0 1 0,-3-2 0 16,0 2-4-16,0-3-1 0,3 3 0 0,0-3 0 15,-3 4-4-15,3-1 0 0,-3 0-8 0,3 2 12 16,0-2-12-16,-3 0 0 0,3 6 8 0,0-3-8 0,0 2 0 16,-3 3 0-16,0 0 0 0,3-3 0 0,-3 3 0 15,6-2 0-15,-6 2 0 0,3 0-10 0,3 0 10 16,-1 2 0-16,-2 1 0 0,3 0-8 0,0-3 8 15,3 5-10-15,-3-3 10 0,0 4-10 0,3-4-4 0,0 6-1 16,0-8 0-16,0 3 0 0,0 0 2 0,0-1 0 16,3 1 0-16,0 0 0 0,-3-3 13 0,2 0-9 15,1 0 9-15,0 0-8 0,0 0 8 0,-3 0 0 16,3 0 0-16,-3 0 0 0,3-3 0 0,-3 0 0 16,-3 1 0-16,3-1 0 0,-3 0 15 0,0 3-2 15,-1-8 0-15,1 6 0 0,-3-4 11 0,0 1 1 16,0 0 1-16,0-3 0 0,-3 3-1 0,0-1 0 0,0-2 0 15,0 3 0-15,0 0-10 0,-3-3-3 0,0 3 0 16,0-1 0-16,0 1-2 0,0 0-1 0,-2 2 0 0,-1 0 0 16,6 3-9-16,0 0 12 0,-9 3-12 0,3 0 12 15,-3-1-12-15,3 4 0 0,0-1 0 0,0 3 0 16,3 0 0-16,-3 0-12 0,3 0 4 0,0 0 8 16,3 0-18-16,0 2 4 0,0 1 1 0,3-1 0 15,0 1 1-15,0-3 0 0,0 2 0 0,3 1 0 16,0 0 12-16,-3-1-11 0,3 1 11 0,0-3-10 15,0 2 10-15,3-2 0 0,-3 0 0 0,2 0 0 16,1 0-9-16,0 0 9 0,-3-5-10 0,3 2 10 16,0-2-30-16,0-1 0 15,3-2 0-15,-3-2 0 0,3-4-87 0,3 1-18 16,0 0-3-16,2-3-654 0,1 0-132 0</inkml:trace>
  <inkml:trace contextRef="#ctx0" brushRef="#br0" timeOffset="4135.31">22205 5705 1347 0,'0'0'38'0,"0"0"9"0,0 0-38 0,0 0-9 0,0 0 0 0,0 0 0 15,0 0 97-15,-6 0 18 0,6 0 3 0,0 0 1 16,0 0-35-16,0 0-8 0,0 0 0 0,0 0-1 16,0 0-28-16,0 0-6 0,0 0-1 0,0 0 0 15,0 0-8-15,0 0-1 0,6 0-1 0,0 0 0 16,3-3-6-16,-3 3-2 0,6-3 0 0,-3 3 0 16,3-2-13-16,-1 2-9 0,4-3 12 0,-3 1-12 15,6-1 0-15,-3 3 0 0,0-3 0 0,0 3 0 16,0-2-24-16,-1 2-8 15,-2 2-1-15,0-2-1 0,-3 0-126 0,0 0-24 0,0 3-6 0</inkml:trace>
  <inkml:trace contextRef="#ctx0" brushRef="#br0" timeOffset="4416.59">22217 5819 1254 0,'0'0'36'0,"0"0"7"0,0 0-35 0,0 0-8 0,0 0 0 0,0 0 0 16,0 0 102-16,0 0 18 0,0 0 4 0,0 0 1 15,0 0-42-15,0 0-9 0,0 0-2 0,0 0 0 16,0 0-15-16,0 0-3 0,6 2-1 0,-3-2 0 16,3 0-13-16,0 0-2 0,0 0-1 0,0 0 0 15,0 0-12-15,-1 0-2 0,1 0-1 0,0 0 0 16,0 0-22-16,3 0 9 0,0 0-9 0,3 0 0 15,-3 0 0-15,3-2 0 0,0-1 0 0,0 0 0 32,3 1-17-32,0-1-11 0,2 0-1 0,1-2-644 0,0 0-129 0</inkml:trace>
  <inkml:trace contextRef="#ctx0" brushRef="#br0" timeOffset="5889.46">23872 5456 1284 0,'0'0'36'0,"0"0"8"0,0 0-35 16,0 0-9-16,0 0 0 0,0 0 0 0,0 0 116 0,0 0 20 15,0 0 5-15,0 0 1 0,0 0-42 0,0 0-9 16,0 0-2-16,0 0 0 0,0 0-39 0,0 0-8 16,-6 5-2-16,0 3 0 0,0-2-18 0,0 2-4 0,-3 2-1 0,3 1 0 15,-3 2-8-15,0 0-1 0,-3 0-8 16,0 3 12-16,-2 0-12 0,2-3 0 0,-3 3 0 16,0-3 0-16,0 1-19 0,-3-4 0 15,3 1 0-15,0-3 0 16,1 2-22-16,-1-2-5 0,0 0-1 0,0 0 0 15,3-3-112-15,0 3-22 0,0 0-5 0</inkml:trace>
  <inkml:trace contextRef="#ctx0" brushRef="#br0" timeOffset="6191.45">23565 5493 1688 0,'0'-8'37'0,"0"-2"8"0,-3-4 2 0,3 4 0 0,-3-1-38 0,0 1-9 0,3-1 0 0,0 3 0 0,-3 3 109 16,3-1 20-16,0 4 4 0,0 2 1 0,0 0-54 0,0 0-10 16,0 0-2-16,0 0-1 0,0 0-27 0,0 0-4 15,0 0-2-15,0 0 0 0,0 0-8 0,6 0-2 16,-6 0 0-16,6 5 0 0,0 3-10 0,0 0-2 16,0 0-1-16,0 3 0 0,0 2-11 0,3 0 8 15,-3 0-8-15,3 3 8 0,0 3-8 0,-3-4 0 16,3-1 0-16,0 2 0 0,2 2 0 0,-2-5 0 15,3 1 0-15,-3 1 0 0,0-1 0 0,3 2 0 16,-3-6 0-16,0 3 0 0,3 1-15 0,-3-4-1 16,3 1-1-16,-3-1 0 15,0-2-30-15,-1 3-5 0,-2-3-2 0,3 0 0 16,0 0-105-16,-3-3-21 0,3 0-4 0</inkml:trace>
  <inkml:trace contextRef="#ctx0" brushRef="#br0" timeOffset="6487.15">24012 5715 1486 0,'0'0'32'0,"0"0"8"0,0 0 0 0,0 0 3 0,0 0-35 0,0 0-8 0,0 0 0 0,0 0 0 16,0 0 104-16,-3-5 20 0,3 5 3 0,0 0 1 16,0 0-56-16,0 0-10 0,0 0-2 0,0 0-1 15,0 0-19-15,-6 5-4 0,6-5-1 0,0 0 0 16,-3 3-14-16,3-3-2 0,-3 5-1 0,3 1 0 15,-3 2-7-15,3-1-2 0,0 1 0 0,0 0 0 16,0-2-9-16,0 2 0 0,0 0 0 0,3 2 0 16,-3-2 0-16,0 3 0 0,0-1 0 0,3 1 0 15,-3-3 0-15,0 2 0 0,0 1 0 0,3-3 0 0,-3 0-17 16,0 0 1-16,0 0 0 0,3 0 0 16,-3 0-11-16,0-3-1 0,3 3-1 0,-3-8 0 15,0 0-39-15,0 5-8 0,0-5-2 0,0 0-531 16,0 0-107-16</inkml:trace>
  <inkml:trace contextRef="#ctx0" brushRef="#br0" timeOffset="6702.56">24089 5551 1652 0,'0'0'36'0,"-6"-5"8"0,3 0 2 0,-3-1 0 0,3 1-37 0,3 0-9 0,-3 0 0 0,3 2 0 15,0-2 108-15,0 5 19 0,0 0 4 0,0 0 1 16,0-3-75-16,0 3-14 0,0 0-3 0,0 0-1 16,0 0-39-16,0 0 0 0,0-3 0 0,0 3 0 31,0 0-29-31,0 0-11 0,6-2-1 0,-6 2-1 0,3 0-159 16,3 2-32-16</inkml:trace>
  <inkml:trace contextRef="#ctx0" brushRef="#br0" timeOffset="7515.92">22303 6776 1224 0,'0'0'27'0,"0"0"5"0,0 0 2 0,0 0 0 0,0 0-34 15,0 0 0-15,0 0 0 0,0 0 0 0,0 0 78 0,0 0 9 0,0 0 1 0,-3 6 1 16,3-6-14-16,0 0-3 0,0 0-1 0,3 5 0 15,0-2-11-15,3-1-3 0,3 1 0 0,-3-3 0 16,3 3-14-16,0-3-3 0,3-3-1 0,0 3 0 16,0-3-15-16,-1 3-2 0,4 0-1 0,0-2 0 15,-3 2-10-15,3-3-3 0,0 0 0 0,0 1 0 16,-3-1-8-16,3 0 0 0,-4 1 0 0,1 2 8 16,0-3-8-16,0 0 0 0,-3 1-10 0,0 2 10 15,-3-3-28 1,3 3 0-16,-3 0 0 0,-3-2 0 0,-3 2-24 15,0 0-4-15,6 2 0 0,-6-2-1 0,0 0-27 0,0 0-4 16,0 0-2-16,0 0-429 0,0 0-85 0</inkml:trace>
  <inkml:trace contextRef="#ctx0" brushRef="#br0" timeOffset="7986.65">22321 6948 1083 0,'0'0'24'0,"0"0"4"0,0 0 2 0,0 0 1 0,0 0-31 0,-6 3 0 0,6-3 0 0,-6 0 0 15,6 0 99-15,0 0 13 0,-6 3 4 0,6-3 0 16,0 0-13-16,0 0-3 0,0 0 0 0,0 0 0 16,0 0-30-16,0 0-6 0,0 0-2 0,0 0 0 15,0 0-13-15,0 0-2 0,0 0-1 0,9 5 0 16,-3-5-7-16,3 3-2 0,0-3 0 0,3 0 0 15,0 0-14-15,0 0-3 0,3 0-1 0,-1 0 0 16,1-3-9-16,3 3-2 0,-3 0 0 0,3-3 0 16,0 3-8-16,0 0 0 0,-4 0 0 0,4-2 0 15,-3 2 0-15,3 0 0 0,-3-3 0 0,-3 3 0 16,3-3 0-16,-3 1-20 0,0 2 3 0,-4 0 1 16,4-3-20-16,-3 0-3 0,-3 3-1 15,3-2 0-15,-3 2-32 0,3 0-8 0,-3 0 0 16,0 0-548-16,0 0-108 0</inkml:trace>
  <inkml:trace contextRef="#ctx0" brushRef="#br0" timeOffset="11121.11">22770 5602 1450 0,'0'0'32'0,"0"0"6"0,0 0 2 0,0 0 1 0,0 0-33 0,0 0-8 0,0 0 0 0,-2-6 0 16,2 6 99-16,0-5 17 0,-3 0 4 0,3 5 1 16,0-6-22-16,-3 4-5 0,0-1-1 0,0-5 0 15,0 6-17-15,3 2-3 0,-3-6-1 0,3 6 0 16,-3-2-17-16,3 2-4 0,0 0-1 0,-3-6 0 15,3 6-6-15,0 0-2 0,0 0 0 0,0 0 0 16,0-2-14-16,0 2-2 0,0 0-1 0,0 0 0 16,0 0-13-16,0 0-2 0,0 0-1 0,0 0 0 15,0 0-9-15,0 0 0 0,0 0 0 0,0 0 8 16,0 0-8-16,0 0 0 0,0 0 0 0,-3 5 0 16,3 3 0-16,0-3 0 0,0 6 0 0,0-3 0 15,0 2 0-15,0-2 0 0,3 5 0 0,-3-2 0 16,0 0 0-16,3 2 0 0,-3-3 0 0,0 4 0 15,3-1 0-15,-3 0 0 0,3 3-9 0,-3-3 9 16,3 0-12-16,0 1 2 0,-3 2 0 0,3-1 0 0,0-1-2 16,-3 2-1-16,3-3 0 0,-3 0 0 15,2 0 5-15,-2 0 8 0,3-2-13 0,-3 2 5 0,0-5-1 0,3 3 0 16,-6-3 0-16,3 0 0 0,0 0-11 0,3-3-1 16,-3 3-1-16,0-3 0 15,0 0-27-15,3-2-6 0,-3-3-1 0,0 0 0 16,0 3-136-16,3 2-28 0,-3-5-6 0</inkml:trace>
  <inkml:trace contextRef="#ctx0" brushRef="#br0" timeOffset="12015.62">22919 6782 1486 0,'0'0'32'0,"0"0"8"0,0 0 0 0,0 0 3 0,0 0-35 0,0 0-8 0,-3-3 0 0,3 3 0 15,0 0 101-15,-6-3 19 0,3 1 3 0,3 2 1 16,0 0-35-16,-6-3-6 0,6 3-2 0,0 0 0 16,0 0-20-16,-5-3-4 0,5 3-1 0,0 0 0 15,0 0-23-15,-6 3-5 0,6-3 0 0,-6 3-1 16,3-1-17-16,-3 4-10 0,3-4 12 0,0 6-12 15,0-2 8-15,0 2-8 0,0-1 0 0,3 4 0 16,-3 0 0-16,3-1 0 0,0 1 0 0,0-1 0 16,0-2 0-16,3 3-11 0,0-1 11 0,0-2-13 15,3 0-7-15,0 0-2 0,0 0 0 0,0 0 0 0,0-3-1 16,-1 3 0-16,4-2 0 0,-3-1 0 0,3 0 13 0,0-2 10 16,0 0-13-16,-3 2 5 0,3-3 8 0,0-2 0 15,-3 0 0-15,3 0 0 0,-3-2 8 0,0 2 3 16,0-3 1-16,-3 1 0 0,3-1 13 0,0-2 3 15,-3-1 1-15,3 1 0 0,-4 0 7 0,1-1 2 16,0-1 0-16,0-1 0 0,0 0-5 0,-3 0-1 16,0 0 0-16,0-3 0 0,-3 1-4 0,3-4-2 15,-3 4 0-15,0-3 0 0,0-1-12 0,1 4-2 16,-1-3-1-16,-3 2 0 0,0 0-11 0,0 3 12 16,0-2-12-16,0 2 12 0,0 3-12 0,0-3 0 0,-3 2 0 15,0 4 0 1,0-1-27-16,0 3-1 0,-3 0 0 0,0 0 0 15,0 3-49-15,3-1-11 0,-2 4-1 0,2-1-1 16,0 0-174-16,3 3-36 0</inkml:trace>
  <inkml:trace contextRef="#ctx0" brushRef="#br0" timeOffset="12409.5">23229 6922 1688 0,'0'0'37'0,"0"0"8"0,0 0 2 0,0 0 0 0,0 0-38 16,0 0-9-16,6 0 0 0,-6 0 0 0,6 3 96 0,-6-3 18 15,3 0 3-15,-3 0 1 0,6 2-38 0,-6-2-7 0,3 3-1 16,-3-3-1-16,0 0-23 0,0 0-4 0,3 8 0 16,-3-3-1-16,0 0-15 0,0 1-4 0,0 2 0 0,-3-3 0 15,0 3-14-15,0 0-10 0,0 0 12 0,-3 0-12 16,0 2 0-16,0 1 0 0,-3-1 0 0,0 1 0 31,3 0-38-31,-3-1-5 0,0 3-1 0,-3-2 0 16,3 0-115-16,0-1-23 0,1-2-5 0</inkml:trace>
  <inkml:trace contextRef="#ctx0" brushRef="#br0" timeOffset="14574.57">23101 5964 1198 0,'0'0'34'0,"0"0"7"0,0 0-33 0,0 0-8 0,0 0 0 0,0 0 0 15,0 0 108-15,0 0 19 0,0 0 4 0,0 0 1 16,0 0-27-16,0 0-5 0,0 0 0 0,0 0-1 16,0 0-23-16,0 0-4 0,6-3 0 0,-6 3-1 0,3-2-17 15,-3 2-3-15,6 0-1 0,0 0 0 16,-6 0-16-16,0 0-3 0,6 2-1 0,-3 1 0 0,-3-3-9 0,3 5-1 15,0 1-1-15,0 2 0 0,0-3-11 16,-3 3-8-16,0 0 9 0,0 2-9 0,0-2 0 0,-3 3 0 16,3-1 0-16,-3-2-10 15,0 3-27-15,-3 0-6 0,0-3-1 0,3 2 0 16,-3-2-123-16,0 3-25 0,0-3-4 0</inkml:trace>
  <inkml:trace contextRef="#ctx0" brushRef="#br0" timeOffset="15186.62">23958 6700 1486 0,'0'0'32'0,"0"0"8"0,0 0 0 0,0 0 3 0,0 0-35 0,0 0-8 0,-3 2 0 0,-3 4 0 16,0-4 70-16,0 4 12 0,-3-1 2 0,3 0 1 15,-2 0-29-15,2 1-7 0,-3 2-1 0,3-3 0 16,-3 3-20-16,0-3-5 0,0 6-1 0,0-3 0 15,0 0-22-15,0 2 9 0,0-2-9 0,0 3 0 16,-3 2 0-16,0-2 0 0,1 2 0 0,-1-3 0 16,-3-2-31-1,3 3-9-15,-3-3-3 0,3 2 0 0,0-2-117 0,0-2-23 16</inkml:trace>
  <inkml:trace contextRef="#ctx0" brushRef="#br0" timeOffset="15509.81">23619 6763 1396 0,'3'-13'40'0,"-3"8"8"0,3-3-39 16,0 0-9-16,0-3 0 0,0 3 0 0,0 3 116 0,0-3 22 15,0 5 4-15,0-2 1 0,0 2-43 0,3-2-9 16,-1 5-2-16,-2-3 0 0,3 3-41 0,0 3-8 0,0 0-1 15,0-1-1-15,-3 4-15 0,6-1-3 16,-3 3-1-16,0 0 0 0,0 0-9 0,3 2-2 16,-3 1 0-16,3 0 0 0,0 2-8 0,-3-3 0 0,6 4 9 0,-6-1-9 15,3 0 0-15,-1 0 0 0,1 1 0 0,-3-1 0 16,3-3 0-16,-3 4-12 0,0-1 4 16,0-3 0-16,3 1-14 0,-3-3-2 0,0 3-1 0,-3-4 0 31,3 1-14-31,3 0-2 0,-3 0-1 0,0-2 0 15,0 1-102-15,0-1-20 0,3 2-4 0</inkml:trace>
  <inkml:trace contextRef="#ctx0" brushRef="#br0" timeOffset="15800.92">24039 6951 1792 0,'0'0'40'0,"0"0"8"0,0 0 1 0,0 0 1 16,0 0-40-16,0 0-10 0,0 0 0 0,0 0 0 0,0 0 78 0,0 0 14 16,0 0 2-16,0 0 1 0,0 0-35 0,0 0-6 15,0 0-2-15,0 0 0 0,-3 3-14 0,0 2-3 16,3-5-1-16,-3 8 0 0,0-3-12 0,3 0-2 16,0 6-1-16,-3-3 0 0,3 3-11 0,0-1-8 15,0 1 9-15,0-1-9 0,0 1 0 0,0 2 0 16,0-2 0-16,3 2 0 0,-3-2 0 0,3-1-15 15,-3 1 2-15,0-1 0 16,0 1-22-16,0-3-4 0,0 0-1 0,0 0 0 16,0-3-24-16,0 0-6 0,0-5-1 0,0 6 0 15,0-6-127-15,0 5-26 0</inkml:trace>
  <inkml:trace contextRef="#ctx0" brushRef="#br0" timeOffset="16501.04">24083 6835 1818 0,'0'0'40'0,"0"0"8"16,0 0 1-16,0 0 3 0,0 0-42 0,0 0-10 0,0 0 0 0,0 0 0 0,0 0 86 0,0 0 15 15,0 0 3-15,0 0 1 0,0 0-58 0,0 0-12 16,-6 5-3-16,6-5 0 0,0 0-20 0,0 0-12 16,0 0 12-16,0 0-12 0,0 0 0 0,0 0 0 15,0 0-15-15,-3 5 5 16,3-5-36-16,0 0-7 0,0 0-2 0,0 0-593 15,0 0-120-15</inkml:trace>
  <inkml:trace contextRef="#ctx0" brushRef="#br0" timeOffset="17112.38">23622 6544 1382 0,'0'0'30'0,"0"0"6"0,0 0 2 0,0 0 2 16,0 0-32-16,0 0-8 0,0 0 0 0,0 0 0 0,0 0 64 0,0 0 12 15,0 0 3-15,-6 0 0 0,6 0-19 0,0 0-4 16,0 0-1-16,0 0 0 0,0 0-15 0,0 0-2 16,0 0-1-16,0 0 0 0,0 0-2 0,0 0-1 15,0 0 0-15,0 0 0 0,0 0-1 0,0 0 0 16,0 0 0-16,0 0 0 0,0 0-2 0,0 0-1 15,0 0 0-15,0 0 0 0,0 0-9 0,0 0-1 16,6 0-1-16,0-3 0 0,0 3-7 0,3 0-2 16,3 0 0-16,-1-3 0 0,4 3-10 0,0 0 12 15,0 0-12-15,3 0 12 0,3 0-12 0,-3 0 0 16,0 0 9-16,-1-2-9 0,1 2 0 0,0-3 9 0,3 0-9 16,0 3 0-16,0-5 8 0,-1 5-8 0,1-3 0 15,-3 1 0-15,3 2 9 0,0-3-9 0,-3 3 0 0,-3 0 9 16,2-3-9-16,-5 3 0 0,3 0 0 0,-3 0 8 15,-3 0-8-15,0 0 0 0,0 0 0 0,-3 0 0 16,-3 3 0-16,-3-3 0 0,6 0 9 0,-6 0-9 16,0 0 0-16,0 0 0 0,0 0 0 0,0 0 8 15,0 0-8-15,0 0-8 0,0 0 8 0,0 0-12 16,0 0-12 0,0 0-2-16,0 3-1 0,0-3 0 0,0 0-25 15,-3 5-4-15,3-5-2 0,0 0 0 0,-3 5-137 16,3-5-27-16</inkml:trace>
  <inkml:trace contextRef="#ctx0" brushRef="#br0" timeOffset="20376.66">13308 12158 892 0,'0'0'25'0,"-6"-2"6"0,0-1-31 0,0 3 0 0,-6-3 0 0,3 3 0 15,0-2 75-15,0 2 9 0,-3 0 1 0,0 0 1 16,1 0-25-16,-4 2-5 0,0-2 0 0,0 3-1 0,-3 0-19 0,3-1-4 16,-3 4-1-16,0-1 0 0,1 0-21 15,-1 1-10-15,0-1 10 0,-3 3-10 0,3 0 57 0,0 0 6 16,0 0 1-16,1 2 0 0,-1-2-52 0,0 0-12 15,-3 0 0-15,0 3 0 0,-3-4 35 0,4 1 4 16,-4 3 1-16,0 0 0 0,3 2-24 0,0-3-5 16,0 4-1-16,1-1 0 0,2 0-10 0,0 0 0 15,0 3 9-15,0-3-9 0,3 1 0 16,3-1 8-16,-3 0-8 0,4 3 0 0,2-5 0 16,0 2 0-16,-3 0 0 0,3 3 0 0,0 0 0 15,3 0 0-15,0 0 0 0,0-1 0 0,0 4 0 0,3-3 0 16,0 2 0-16,0 4-8 0,3-1 8 15,0 0 0-15,0 3-9 0,3 2 9 0,0-2-9 0,3 2 9 0,0-2-12 16,0 3 12 0,0-4-40-16,3 1-2 0,3-3 0 0,0 1 0 0,0-1 34 0,3-3 8 15,-1 3 0-15,4-5 0 0,3 3 11 0,0-3 4 0,6-3 1 16,-3 0 0-16,2 0-16 0,4-2 0 0,0 0 0 16,-3-3 0-16,2 0-15 0,-2-3 1 0,0-5 0 0,0 0 0 15,3 0 14-15,-1-5 0 0,4-1 0 0,3-2 0 16,-1 0 0-16,1-2 0 0,0-3 0 0,0 2 10 15,-4-2-10-15,-5-1 0 0,3-1 0 0,-6-1 8 16,3-3-8-16,-4 3 0 0,1 0-12 0,0-2 12 16,0-1 0-16,-3-2 8 0,-1-3 2 0,1 1 0 15,0-4 4-15,-3 3 1 0,0-5 0 0,-3 3 0 16,-3 2 19-16,-3-2 4 0,0 2 1 0,-1 0 0 16,-5 0-5-16,0 3-1 0,-3-3 0 0,-3 3 0 15,0 0 7-15,-3-3 0 0,1 0 1 0,-7-2 0 0,3-1-5 16,-3 1 0-16,0-3-1 0,-3 5 0 15,0-3-7-15,0 6-2 0,0 3 0 0,-3-1 0 0,1 1 25 0,-1 2 5 16,3 3 0-16,-3-3 1 0,0 2-57 0,0 4-27 16,0-1 3-16,-5 3 0 0,2 3 24 15,-9 0 0-15,3-1 0 0,-5 6 0 0,-1-2 0 16,-3 2 0-16,0 0 0 0,4 2 0 0,-1 4 21 0,0-1 0 16,3 6 0-16,-2-1 0 15,-1 3-75-15,-3 1-15 0,-3 2-3 0,1 2-1 16,2 3-1-16,0 6 0 0,4 2 0 0,-1 3-589 15,9-3-117-15</inkml:trace>
  <inkml:trace contextRef="#ctx0" brushRef="#br0" timeOffset="21901.06">13153 14029 1381 0,'-27'8'39'0,"15"-5"9"0,-3 2-39 0,-2-2-9 16,-1 2 0-16,0 0 0 0,0 0 36 0,0 3 6 16,0-2 1-16,3-1 0 0,-2 0-32 0,2 1-11 15,0-1 0-15,-3 3 9 0,0 0 19 0,-3 0 4 16,0 0 1-16,1 0 0 0,-1 0-9 0,0-1-1 15,-3 4-1-15,0 2 0 0,3 0-13 0,1 1-9 16,-1 2 12-16,0-1-12 0,0 7 0 0,3-1 0 16,0 3 0-16,4 5 0 0,-1 0 0 0,0 0 0 15,3 3 0-15,0-1 0 0,3-1 0 0,0-1 0 0,3 2-9 16,0-1 9-16,0-1-8 0,3 2 8 0,3-2-8 16,3 1 8-16,0-1 0 0,0-3-8 0,3 1 8 15,0-1 0-15,3-2-15 0,0-3 3 0,6 0 0 0,-3-2 0 31,6-3-20-31,-1-3-4 0,1 0-1 0,6-2 0 0,3-6 37 0,0 0 0 0,-1-2 0 0,4-3 8 16,3 0-8-16,-3-5 0 0,0 2-12 0,-1-5 12 16,-2 0-9-16,0-3 9 0,3 1 0 0,-1-3 0 15,1-3 0-15,0-5 0 0,6-1 0 0,-4 1 0 16,1 0 0-16,-3-3 0 0,3 1 0 0,-4 1 0 16,-5-1 0-16,0-1 0 0,0 0 8 0,-6 0-8 15,0 3 20-15,-1-3-1 0,-2 3-1 0,3-3 0 16,-6-2 5-16,-3 2 1 0,3-3 0 0,-6 1 0 15,0 2-4-15,0-2-1 0,-3 4 0 0,-3 1 0 16,-3 3 35-16,0-3 7 0,0 5 2 0,-6-3 0 0,3 1-12 16,-3 2-3-16,-3-3 0 0,3 3 0 0,-3 1-15 0,0-1-3 15,-3 2-1-15,1 1 0 0,-1 0-12 0,0 2-2 16,-6 1-1-16,0 2 0 16,-3 3-34-16,1-1-6 0,-4 4-2 15,0 2 0-15,-3 2 28 0,3 1 9 0,-2 2 0 0,2 1 0 0,0 1-9 0,3 1-9 16,3 3 9-16,-2 2-13 0,5 0-3 0,-3 3-1 15,0 3 0-15,-3-1 0 16,3 4-121-16,4 1-24 0,-1 4-5 0</inkml:trace>
  <inkml:trace contextRef="#ctx0" brushRef="#br0" timeOffset="22943.59">12855 17493 1137 0,'-9'0'24'0,"1"0"6"0,-1 0 1 0,0 0 2 0,-3-3-33 0,3 0 0 0,-3 1 0 0,0 2 0 15,0-3 31-15,-3 3-1 0,0-3 0 0,3 3 0 16,1 0-19-16,-4 3-11 0,3 0 12 0,-3-1-12 16,3 4 38-16,0-1 1 0,-3 3 0 0,3 0 0 15,0 0-25-15,0 5-5 0,1 0-1 0,-1 0 0 16,3 3-8-16,-3 3 8 0,3 2-8 0,0 6 8 15,0-4-8-15,0 1 8 0,0 3-8 0,0 2 8 16,3-5-8-16,-3 5 0 0,0-3 0 0,0 6 0 16,1-3 0-16,-1 3 0 0,3 2 0 0,0 0 0 0,0 4 0 15,3-4 0-15,0-2 0 0,3 2 0 0,3-5 0 16,0-2-11-16,0 2 11 0,3-3-8 0,0 1-4 16,3-1-1-16,0 1 0 0,-1-1 0 0,4-2-1 0,-3 0 0 15,3 0 0-15,0-1 0 0,0-2-2 0,3 1-1 16,0-1 0-16,3-3 0 0,-1 1 2 0,1-3 1 15,0-3 0-15,6 0 0 0,-3-2 14 0,3-3 12 16,-3 0-3-16,2-3 0 0,4 0-25 0,-3-2-6 16,0 0-1-16,0-1 0 0,-1-2 2 0,1 0 0 15,-3 0 0-15,0 0 0 0,-3 0 21 0,3-2 0 16,-1-1 0-16,1-2 0 0,0-3 38 0,0 0 2 0,0-3 1 16,3-2 0-16,-4-3-53 0,-2 0-10 0,3-5-2 15,-3 0-1-15,0 0 40 0,0-3 8 0,-3 0 1 16,-1 0 1-16,-2 0-25 0,0 1 0 0,-3-4 0 0,0 6 0 15,-3 0 21-15,0 0-1 0,-3-1 0 0,0 4 0 16,-3-3-4-16,-3 0-2 0,3-1 0 16,-6 1 0-16,0 0 4 0,-3 0 1 0,-3 0 0 0,0 0 0 15,0 2-1-15,-2-2 0 0,-1 5 0 0,-3-3 0 16,-3 6 2-16,3 0 0 0,-3 0 0 0,0 2 0 16,1-2 1-16,-1 2 1 0,3 3 0 0,-3 1 0 15,3-1-6-15,0 0 0 0,0 2-1 0,1-2 0 16,2 3-15-16,0 0 0 0,-3 0 0 0,0 2 0 15,0 0 0-15,-3 1 0 0,1 2 0 0,2-3 0 16,0 3 0-16,-3 0 0 0,3 0 0 0,0 3 0 0,0-3 0 16,4 2 0-16,-1-2 0 0,0 6 0 15,0-4-48-15,3 1-13 0,0 2-3 16,3 0-409-16,0 1-83 0</inkml:trace>
  <inkml:trace contextRef="#ctx0" brushRef="#br0" timeOffset="25247.44">13632 12526 1036 0,'0'0'23'0,"0"0"5"0,0 0 0 0,0 0 1 0,0 0-29 0,0 0 0 0,0 0 0 0,0 0 0 15,0 0 36-15,0 0 0 0,0 0 1 0,0 0 0 16,3-2-10-16,3 2-3 0,0-3 0 0,0 3 0 16,3 0 4-16,-3 0 1 0,3 0 0 0,0 3 0 0,0-3 5 15,0 2 1-15,3-2 0 0,-3 0 0 0,0 0-1 0,2 3 0 16,-2-3 0-16,3 2 0 0,3 1-19 0,0-3-4 15,0 0-1-15,6 3 0 0,-3-1 0 16,5 1 0-16,1-3 0 0,0 3 0 0,3-1-2 16,0 1 0-16,2-3 0 0,1 0 0 0,-3 3-8 0,-3-3 10 15,3 0-10-15,-1 2 10 0,1-2-10 0,3 0 0 16,0 0 0-16,5 0 0 0,-2 0 0 0,6-2 12 16,0 2-12-16,-4 0 12 0,1-3-12 0,0 3 0 15,-1-3-12-15,1 3 12 0,0-2 0 0,3 2 0 16,-1 2 0-16,4-2 0 0,-3-2 0 0,2 2 0 0,-5 0 0 0,3 0 0 15,-7 0 0-15,1 2 0 0,0-2 0 0,3 3 0 16,-4-3 0-16,1 0 0 0,0 3 0 0,0-3 0 16,-1 0 0-16,1 2 8 0,0-2 2 0,-3 3 0 15,-4-3-10-15,-2 0 0 0,-3 0 0 16,0 3 0-16,0-3 0 0,-3 2-14 0,-1-2 3 0,4 0 1 16,-6 3 10-16,3-3 0 0,-6 0 0 0,3 2 0 15,-3-2 0-15,0 0 0 0,-1 3 0 0,1-3 0 16,-3 0-9-16,-3 3-7 0,3-3 0 0,-3 0-1 15,0 0-19 1,-6 0-3-16,0 0-1 0,0 0 0 0,0 0-26 16,0 0-6-16,0 0 0 0,0 0-1 0,0 0 50 0,0 0 11 0,0 0 1 0,0 0 1 15,0 0-9-15,0 0-1 0,-3-3-1 0,-3-2 0 16,0 2 11-16,0 1 10 0,0-1-13 0,0 0 5 16,0 1 36-16,-3-1 8 0,4-2 2 0,-4 2 0 0,3 0-30 15,0-2-8-15,-3 2 0 0,0-2 0 0,3 3 39 16,-3-4 6-16,0 4 2 0,0-4 0 0,3 1-24 15,-3 0-5-15,0 2-1 0,0-2 0 0,0 2-17 0,1-2 0 16,2 0 0-16,-3 2 0 0,3-2 40 0,0 2 4 16,-3 0 0-16,3 1 1 0,0 2-25 0,0-3-4 15,0 0-2-15,-3 3 0 0,3-2 4 16,0 2 1-16,0 0 0 0,0 0 0 0,6 0-7 0,-6 0 0 16,6 0-1-16,-6 0 0 0,6 0 1 0,-6 0 1 15,6 0 0-15,0 0 0 0,0 0-2 0,0 0-1 16,0 0 0-16,0 0 0 0,0 0-10 0,0 0 0 15,0 0 0-15,0 0 8 0,0 0-8 0,0 0 0 16,3 0 0-16,3 0 0 0,0 0 0 0,0 0 0 0,3 0 0 0,-3 0 0 16,3 0 12-16,-3 0-4 0,0 0 0 0,0 0 0 15,0 0-8-15,3 0 10 0,-3 0-10 0,0 0 10 16,0 2-10-16,3-2 0 16,-3 3 0-16,-1-3 0 0,1 3 0 0,0-3 0 0,-3 2 0 0,3 1 0 15,-6-3 0-15,3 3 0 0,-3-3 0 0,6 2 0 16,-3 4 0-16,-3-6 0 0,3 5 0 0,-3 0 0 15,0-2 0-15,0 5 0 0,0-3 0 0,-3 0 0 16,0 1 53-16,0 2 9 0,-3-1 2 0,3 1 0 16,-3 0-64-16,0 0 0 0,-3 3-16 0,4-3 3 15,-4 5 13-15,0-2 8 0,0-1 0 0,0 1-8 16,0 2 0-16,0-2 0 0,-3-1 0 0,3 3 0 16,-3-2 0-16,0 0-12 0,3-1 0 0,0 1 0 15,3-1-34-15,-2 1-6 0,5-1-2 16,-3 1 0-16,3-3-105 0,3 0-21 0,-3 0-4 15</inkml:trace>
  <inkml:trace contextRef="#ctx0" brushRef="#br0" timeOffset="26575.08">13469 14389 1267 0,'0'0'28'0,"0"0"5"0,0 0 2 0,0 0 1 0,0 0-36 15,0 0 0-15,0 0 0 0,0 0 0 0,0 0 0 0,0 0 0 0,3 3 0 0,3-1 0 16,-1 1 19-16,1-3 0 0,0 0 0 0,3 3 0 16,-3-3-6-16,3 0-1 0,3 0 0 0,0 0 0 15,3-3 1-15,-3 3 0 0,3-3 0 0,3 3 0 16,-1 0-2-16,1-2-1 0,0-1 0 0,-3 0 0 15,3 1 0-15,-3-1 0 0,3 0 0 0,2-2 0 16,-2 2-10-16,6-2 0 0,0 0 0 0,3 0 0 16,0-1 17-16,2 1-1 0,4 0-1 0,3 2 0 15,-1-2-15-15,-2-1 0 0,0 1 0 0,-3 0 0 16,-1-3-9-16,4 3-5 0,0-1-1 16,3 1 0-16,2 0 24 0,-2-1 5 0,6 4 1 0,-1-3 0 15,-2-1-24-15,-3 1-5 0,0 0-1 0,-1-1 0 16,1 1 15-16,0 0 0 0,2 2 0 0,4-2 0 15,-3 2 0-15,-1 1 0 0,1-1 0 0,0 0 0 0,-6 1 0 16,-1-1 0-16,-2 3 0 0,0 0 0 0,3 0 0 0,-4 0 0 16,1 0 0-16,0 0 0 0,0 0 0 15,-1 3 0-15,-2-1 0 0,3 1 0 0,-6 0 0 0,0-1 0 16,-4 1 0-16,-2 2 0 0,0-2 11 0,-3 2 5 16,-3 0 0-16,-3-2 1 0,3 2-17 0,-6 1 0 15,3-1 0-15,-3-2 0 0,0 2 0 0,-3 0 0 16,0 0 0-16,3 1 0 0,-3-1-9 0,-3-5 1 15,0 3 0-15,0-3 0 0,2 5 8 0,-2-5-13 0,0 8 5 16,0-8 8-16,0 0 0 0,0 0 0 0,0 0 0 16,0 0 0-1,0 0-59-15,0 0-4 0,0 0-1 0,0 0 0 0,0 0 52 16,0 0 12-16,0 0 0 0,0 0 0 0,0 0-12 0,0 0 0 0,-2-5 0 0,-1-3 0 16,3 2 12-16,-3 1 0 0,0-3 0 0,3 0 0 15,-3 3 0-15,0-3 16 0,0 0-3 0,0-3-1 16,0 3 10-16,-3 1 2 0,3-4 0 0,-3 3 0 15,3-3 10-15,-3 3 2 0,0 1 1 0,-3 1 0 16,3-2-1-16,-3 0 0 0,0 3 0 0,0 0 0 16,-3 0-2-16,3-1-1 0,-2 1 0 0,2 0 0 15,-3 2-1-15,3 0-1 0,0 1 0 0,-3 2 0 16,0-3-6-16,3 3-1 0,-3 0 0 0,3 3 0 16,0-3-3-16,3 0-1 0,-3 2 0 0,3-2 0 15,1 3-12-15,-1 0-8 0,0-3 8 0,6 0-8 16,0 0 0-16,0 0 0 0,0 0 0 0,0 0 0 0,0 0 0 15,0 0 0-15,0 0 0 0,0 0 0 0,0 5 0 16,0-5-8-16,3 5 8 0,3 1-8 0,-3-1 8 16,2-3 0-16,1 4 0 0,0-4 0 0,3 4 0 0,0-4 9 15,-3 1-1-15,3 0-8 0,0-1 0 16,0 4-22-16,-3-1 3 0,3-3 1 0,0 4 46 0,-3-4 8 16,0 4 3-16,3-4 0 0,-3 4-25 0,0-1-5 15,-1 0-1-15,-2 1 0 0,0-1-8 0,0 0 0 16,0 0 0-16,0 1 0 0,-3-1 0 0,0 3 10 15,-3-3-10-15,0 1 10 0,3 1-10 0,-6 1 8 16,3 0-8-16,-2 0 8 0,-1 3 0 0,0-3 0 16,0 2 0-16,-3 1 0 15,3 2-54-15,-3-2-11 0,3 2-3 0,0 0 0 16,-3-2-113-16,3-1-23 0</inkml:trace>
  <inkml:trace contextRef="#ctx0" brushRef="#br0" timeOffset="28062.51">13195 18347 873 0,'0'0'24'0,"0"0"7"0,0 0-31 0,0 0 0 15,0 0 0-15,0 0 0 0,0 0 29 0,0 0 0 16,0 0 0-16,0 0 0 0,6 0-3 0,0 3-1 16,0 0 0-16,3-1 0 0,-4-2-1 0,4 0 0 15,0 0 0-15,0 0 0 0,0 0 0 0,0 0 0 0,3 0 0 16,-3 0 0-16,3 3 0 0,-3-3-1 16,0 0 0-16,3 0 0 0,0 0 6 0,-1 0 2 0,1 0 0 15,0 0 0-15,3 0-11 0,-3 0-3 0,6 0 0 0,-3 0 0 16,3-3-7-16,0 3-2 0,-1 0 0 0,4-2 0 15,0 2-8-15,3 0 0 0,-3 0 0 0,5 0 0 16,-2 2 0-16,0-4 0 0,0 2 0 16,0 0 0-16,0-3 0 0,-1 3 0 0,4-3 0 0,0 3 0 15,3 0 0-15,-1 0 0 0,-2 0 0 0,6 0 0 16,-3 0 0-16,0 0 0 0,5 3 0 0,-2-3 0 16,-3 3 14-16,0-3-2 0,-1 0-1 0,4 0 0 15,0 0-11-15,0 0-16 0,-1 0 4 0,4 0 1 16,-3 0 27-16,2 0 6 0,1 0 1 0,0 0 0 15,-3 0-23-15,-1 0 0 0,4 0 0 0,-3 0 0 0,0-3-14 16,2 3-7-16,-2 0-2 0,3 0 0 0,-3 0 40 0,-1 0 8 16,1 0 2-16,0 0 0 0,-3 3-27 15,-4-3 8-15,1 0-8 0,0 2 0 0,0-2 0 16,-4 3 0-16,4 0 0 0,-3-1 0 16,-3 1-18-16,3 0-9 0,-3-1-1 0,-4 3-1 15,1 1 29-15,0-4 0 0,-3 4 0 0,-3-4 0 0,0 1 0 0,0 0 0 16,-3-1 0-16,0 1 0 15,-3 0-57-15,0-1-6 0,-1-2-1 0,1 3 0 16,-6-3 0-16,0 0 0 0,0 0 0 0,0 0 0 0,0 0 52 0,0 0 12 16,0 0 0-16,0 0 0 15,0 0-54-15,0 0-8 0,0-5-2 0</inkml:trace>
  <inkml:trace contextRef="#ctx0" brushRef="#br0" timeOffset="28462.5">15219 18244 828 0,'0'0'23'0,"-3"-2"6"0,-3-4-29 15,3 1 0-15,-3 2 0 0,-3 1 0 0,3-1 88 0,0 0 12 0,-3 1 3 0,0-1 0 16,3 0-10-16,0 3-1 0,-3-2-1 0,1-1 0 16,2 0-73-16,-3 3-18 0,0 0 0 0,0-2 0 15,3 2 60-15,-3-3 9 0,0 3 2 0,3 0 0 16,-3 0-36-16,3 0-7 0,0 0-2 0,0 3 0 16,0-3-3-16,6 0-1 0,-9 2 0 0,9-2 0 15,-6 0-10-15,0 3-3 0,-3 0 0 0,9-3 0 16,0 0 8-16,-2 2 2 0,2-2 0 0,-6 6 0 15,6-6-10-15,0 0-1 0,-3 5-8 0,3-5 12 0,0 8-12 16,3-3 0-16,-3 1 0 0,6-1 0 16,-4 0 0-16,4 0 0 0,0 1 0 0,3-4-10 0,-3 4-10 0,3-4-1 15,0 4-1-15,0-4 0 0,0 3 22 0,0-2 0 16,0 0 0-16,0 2 0 0,0-2 0 0,0-1 0 16,0 4 0-16,0-1 0 0,-4-2 0 15,4 2 0-15,-3-2 0 0,-3 2 0 0,3-3 22 0,-3 4 9 16,0-1 1-16,0 0 1 0,-3-5-24 0,0 8-9 15,0 0 0-15,0 0 9 0,-3 3-9 0,0-3 0 16,0 2 0-16,0 1 8 0,-3-1-8 0,0 4 0 16,3-4 0-16,-3 3 0 15,1-2-33-15,2 2-3 0,-3-2 0 0,3-1 0 0,-3 1 36 0,0-3 0 16,3 0 0-16,-3-3 0 16,3 1-160-16,0-4-26 0,-6 6-5 0,9-8-1 0</inkml:trace>
  <inkml:trace contextRef="#ctx0" brushRef="#br0" timeOffset="32774.04">16145 12338 1299 0,'0'0'28'0,"0"0"7"0,0 0 1 0,0 0 0 0,0 0-28 0,0 0-8 15,0 0 0-15,0 0 0 0,0 0 70 0,0 0 13 16,0 0 2-16,0 0 1 0,0 0-12 0,0 0-2 16,0 0-1-16,0 0 0 0,0 0-36 0,0 0-7 15,0 0-2-15,0 0 0 0,0 0 30 0,0 0 7 16,0 0 1-16,0 0 0 0,0 0-52 0,0 0-12 15,-6 3 0-15,0 2 0 0,0-2 54 0,0 0 8 16,0 2 2-16,0 0 0 0,-3 0-52 0,3 1-12 0,-3 2 0 16,0 0 0-16,0 0 0 0,-3 5 0 0,3-3 0 0,-6 4 0 15,4-1 0-15,-4 0 0 0,3 0 0 16,-3 0 0-16,0-2 0 0,3 2 0 0,-3 1 0 16,0-1-10-16,0 0-6 0,4 0-2 0,-1 0 0 15,-3 1 0 1,3-4-19-16,3 3-4 0,-3-2-1 0,3 2 0 15,0-5-18-15,0 3-3 0,0-1-1 0,3 1 0 16,0-3-102-16,0-3-21 0,3 3-4 0,-3-3-1 0</inkml:trace>
  <inkml:trace contextRef="#ctx0" brushRef="#br0" timeOffset="33116.42">15787 12502 1220 0,'0'0'34'0,"-3"-5"9"0,3 0-35 0,0-1-8 15,0-1 0-15,-3 1 0 0,3 1 93 0,0 0 17 16,-3-1 3-16,3 1 1 0,0 5-26 0,0 0-6 16,0 0-1-16,0 0 0 0,0-5-28 0,0 5-5 15,0 0-2-15,0 0 0 0,0 0-18 0,0 0-4 16,0 0-1-16,0 0 0 0,0 0-5 0,0 0-1 16,6 2 0-16,0 1 0 0,-3 2-5 0,3 1-2 15,0-1 0-15,0 0 0 0,0 3-2 0,3 0-8 16,-3 0 12-16,3 0-4 0,0 0 1 0,-3 0 0 15,3 0 0-15,0 2 0 0,0 1-9 0,0-3 0 16,2 2 9-16,-2 1-9 0,0 0 0 0,3 2 8 16,0-5-8-16,-3 5 0 15,3-5-20-15,0 3-9 0,-3-1-2 0,3-2 0 0,-3 3 31 0,0-3 0 16,2 0 0-16,-2 0 0 16,3-1-57-16,-3-1-6 0,3-1-1 0,-3 0 0 15,3-2 10-15,-3 2 2 0,3-2 0 0,-3-3-497 0,0 3-99 16</inkml:trace>
  <inkml:trace contextRef="#ctx0" brushRef="#br0" timeOffset="33572.18">16273 12595 1267 0,'0'0'28'0,"0"0"5"0,0 0 2 0,0 0 1 0,0-5-36 0,0 5 0 0,0 0 0 16,0 0 0-16,-3-3 70 0,3 3 7 0,0 0 2 0,0 0 0 15,0 0-24-15,0 0-5 0,0 0-1 0,0 0 0 16,0 0 12-16,0 0 3 0,0 0 0 0,0 0 0 16,0 0-20-16,0 0-4 0,0 0-1 0,0 5 0 15,0 3-15-15,0-2-4 0,0 1 0 0,0 4 0 16,0-3-12-16,0 3-8 0,3-1 10 0,-3 3-10 15,0 1 0-15,0-1 0 0,3 0 0 0,-3 3 0 16,0-3 0-16,3 3 0 0,-3 0 0 0,2-3 0 16,-2 3 0-16,3-3-15 0,0 1 2 0,0-4 0 31,-3 3-41-31,3-5-8 0,0 0-2 0,-3 0-532 0,3 0-106 0</inkml:trace>
  <inkml:trace contextRef="#ctx0" brushRef="#br0" timeOffset="34244.6">16916 12386 1497 0,'0'0'32'0,"0"0"8"0,0 0 0 0,0 0 4 16,0 0-36-16,0 0-8 0,0 0 0 0,0 0 0 0,0 0 91 0,0 5 16 15,-3 1 3-15,3-1 1 0,-3 0-24 0,3 0-5 16,-3 1-1-16,0-1 0 0,3 3-65 0,-3-3-16 15,0 0 0-15,0 3 0 0,-3-2 55 0,3 2 7 16,-3 0 2-16,0 0 0 0,0-1-52 0,0 4-12 16,0-3 0-16,-3 3 0 0,3-3 0 0,-3 2 0 15,0 1 0-15,-3 2 0 0,3-3 0 0,-3 4 0 16,1-4 0-16,-4 4 0 16,3-4-48-16,0 3-13 0,0-2-3 0,0 2 0 15,3 0 0-15,-3-2 0 0,3 0 0 0,0-1 0 16,0 1-102-16,1-1-21 0,2-2-4 0,-3-2-1 0</inkml:trace>
  <inkml:trace contextRef="#ctx0" brushRef="#br0" timeOffset="34560.57">16680 12526 1459 0,'0'0'41'0,"0"0"10"0,-6-5-41 0,3 0-10 0,0 2 0 0,0-2 0 15,3 5 101-15,0-3 19 0,0 3 3 0,0 0 1 16,0 0-39-16,0 0-7 0,0 0-2 0,0 0 0 0,0 0-47 16,0 0-9-16,0 0-3 0,0 0 0 15,0 0 38-15,0 0 7 0,0 0 2 0,0 0 0 16,0 0-52-16,6 0-12 0,0 3 0 0,-3 2 0 16,3-2 54-16,0 2 8 0,0 0 2 0,0 0 0 0,0 1-52 15,0-1-12-15,3 3 0 0,-3-3 0 0,3 3 0 0,0 0 0 16,0 0 0-16,3 3 0 0,0-3 0 15,-4 2 0-15,4-2 0 0,0 3 0 16,0-1-48-16,0-2-13 0,0 0-3 0,0 3 0 16,0-1 0-16,0-2 0 0,-3 0 0 0,3-2 0 15,-3 1-51-15,-1-4-10 0,4 2-3 0,-9-5-716 0</inkml:trace>
  <inkml:trace contextRef="#ctx0" brushRef="#br0" timeOffset="35047.87">17043 12690 1213 0,'0'0'34'0,"0"0"8"0,0 0-34 0,0 0-8 0,0 0 0 0,0 0 0 16,0 0 111-16,0 0 20 0,0 0 4 0,-5-2 1 16,5 2-43-16,0 0-8 0,-6-3-1 0,6 3-1 15,-3-3-15-15,3 3-4 0,-3-5 0 0,3 5 0 16,-3-5-8-16,3-1-1 0,0 1-1 0,0 0 0 15,0 2-35-15,0 3-7 0,3-5-2 0,0 0 0 16,0-1 43-16,0 1 9 0,3 2 2 0,-4 1 0 16,4-1-52-16,0 0-12 0,0 1 0 0,3-1 0 15,-3 3 0-15,0-3 0 0,0 1 0 0,0 2 0 16,3 0 0-16,-3 2 0 0,0-2 0 0,0 3 0 16,0 2 0-16,-3 1 0 0,3-4 0 0,-3 4 0 15,0-1-48-15,0 3-13 0,-3 0-3 0,0 0 0 16,0 2 0-16,-3-2 0 0,3 3 0 0,-3 2 0 15,0 0-4-15,0-2 0 0,-3 2-1 0,3 0 0 16,0 1-12-16,-3-1-3 0,3 0 0 0,0 0 0 16,-3-2 34-16,3-1 6 0,3 1 2 0,-3 0 0 0,0-3 34 0,3-1 8 15,0 1 0-15,0 0 0 0,0-2 0 0,3-1 0 16,0 0 0-16,0 1 8 0,0-4 29 0,3 1 7 0,0-1 0 16,0 1 1-16,3-3-21 0,0 3-4 0,0-3 0 15,3 0-1-15,-4 0 36 0,4 0 7 0,0 0 2 16,0-3 0-16,0 0-52 0,-3 1-12 0,3-1 0 0,0 3 0 15,0-2 0-15,-3-4 0 0,3 4 0 0,-3-4 0 16,-4 4 0-16,4-4 0 16,0 4 0-16,0-4-577 0,-3-2-119 0</inkml:trace>
  <inkml:trace contextRef="#ctx0" brushRef="#br0" timeOffset="35608.78">16484 12627 1724 0,'0'0'38'0,"0"0"8"0,0 0 2 0,0 0 0 0,0 0-39 0,0 0-9 0,0 0 0 0,0 0 0 15,0 0 54-15,0 0 9 0,0 0 1 0,0 0 1 16,0 0-1-16,0 0 0 0,0 0 0 0,0 0 0 16,0 0-51-16,0 0-13 0,0 0 0 0,0 0 0 15,0 0-48-15,0 0-13 0,0 0-3 0,0 0-844 16</inkml:trace>
  <inkml:trace contextRef="#ctx0" brushRef="#br0" timeOffset="36185.07">16618 12201 1098 0,'0'0'24'0,"0"0"4"0,0 0 2 0,0 0 2 0,0 0-32 0,-6 2 0 0,6-2 0 0,-6 3 0 16,6-3 86-16,-6 3 11 0,6-3 3 0,0 0 0 0,-6 2-20 0,6-2-4 16,0 0-1-16,-3 6 0 15,3-6-35-15,0 0-8 0,0 0 0 0,-6 5-1 0,6-5-10 0,0 0-1 16,0 0-1-16,0 5 0 0,0-5-7 0,3 8 0 15,-3-8-1-15,3 5 0 0,3 1 4 0,-3-4 1 16,3 1 0-16,0 0 0 0,3-1 3 0,0-2 1 16,0 0 0-16,3 3 0 0,-1-3-9 0,1 0-2 15,3 0 0-15,-3-3 0 0,3 3-9 0,0 0 0 16,0 0 9-16,3 0-9 0,0 0 0 0,-4 0 0 16,1 0 0-16,0 3 0 0,3-6 20 0,-3 6-1 15,0-3 0-15,-3 3 0 0,0-3-29 0,0 0-6 16,-4 0 0-16,1 0-1 0,0 0 7 0,-3 2 2 0,0-2 0 15,0 0 0 1,-3 3-25-16,3-3-5 0,-6 0-1 0,0 0 0 16,3 2-20-16,-3-2-4 0,0 0-1 0,0 0 0 15,6 3-102-15,-6-3-21 0,0 0-4 0,0 0-1 0</inkml:trace>
  <inkml:trace contextRef="#ctx0" brushRef="#br0" timeOffset="36861.21">15677 12174 1267 0,'0'0'28'0,"0"0"5"0,0 0 2 0,0 0 1 0,0 0-36 0,0 0 0 0,0 0 0 0,0 0 0 15,0 0 58-15,0 0 5 0,0 0 1 0,0 0 0 16,6 0 0-16,0 0 0 0,-3 0 0 0,3 0 0 16,0 0 0-16,3 0 0 0,-3-2 0 0,3 2 0 15,0 0-52-15,0-3-12 0,0 0 0 0,0 3 0 0,-1-2 0 16,4-1 0-16,0 3 0 0,0-3 0 0,3 1 0 0,0-1 0 15,3 0 0-15,0 1 0 16,0-1 28-16,-1 0 2 0,4 1 1 0,-3-1 0 16,0 1-50-16,0 2-9 0,0-3-3 0,0 3 0 15,-4 0 31-15,4 0 0 0,-6 0 0 0,0 0 0 0,-3 0 0 0,0 3 0 16,0-1 0-16,-3-2 0 16,0 3-57-16,-3-1-6 0,0-2-1 0,-3 0 0 15,0 0 0-15,6 6 0 0,-6-6 0 0,0 5-409 16,0-5-83-16</inkml:trace>
  <inkml:trace contextRef="#ctx0" brushRef="#br0" timeOffset="37844.5">16174 13981 1378 0,'0'0'30'0,"0"0"6"0,0 0 2 0,0 0 2 0,0-5-32 0,0 5-8 15,0-2 0-15,0 2 0 0,0 0 79 0,0 0 14 0,0 0 3 0,0 0 1 16,0 0-26-16,0 0-6 0,0 0-1 0,0 0 0 16,0 0 0-16,0 0 0 0,-6 2 0 0,0 3 0 15,3 3-22-15,-3-2-5 0,4 2-1 0,-4 2 0 16,0-2-22-16,-3 5-5 0,3-2-1 0,-3 2 0 15,-3 0-8-15,3 1 0 0,-6 2 9 0,3-1-9 16,-3 1 18-16,0-2-1 0,1 1 0 0,-4 4 0 16,3-3-65-1,-3 2-12-15,3-2-4 0,0 3 0 0,0-1 43 0,3 1 8 0,-3 2 1 0,4 0 1 16,-1-2-37-16,0-1-8 16,3-2-2-16,0 0 0 0,0 0-40 0,3-3-8 15,0-2-2-15,-3-1-646 0</inkml:trace>
  <inkml:trace contextRef="#ctx0" brushRef="#br0" timeOffset="38205.34">15772 14148 1450 0,'0'0'32'0,"0"0"6"0,-2-5 2 0,-1 0 1 0,0-1-33 0,3 4-8 15,-3-4 0-15,3 4 0 0,0 2 69 0,0-6 12 16,0 6 3-16,0 0 0 0,0-2-26 0,0 2-5 0,0 0-1 0,0 0 0 16,0 0-6-16,0 0-2 0,0 0 0 0,0 0 0 15,0 0-15-15,0 0-3 0,0 0-1 0,3 0 0 16,3 0-25-16,-4 2 0 0,4 1 0 0,0 0 0 16,0-1 0-16,0 1 0 0,0 0 0 0,3-1 0 15,0 4 56-15,3-4 7 0,-3 4 1 0,3-1 0 16,0-3-52-16,0 4-12 15,0-4 0-15,2 4 0 0,1-1 0 0,0 0 0 0,0 1 0 0,0-1 0 16,0-3 0-16,0 4 0 0,0-4 0 0,-3 4 0 16,2-1-48-1,1 0-13-15,-3 1-3 0,0-1 0 16,0-2 12-16,0 2 3 0,-3-3 0 0,0 1 0 0,-3 0-44 0,0-1-9 16,0 1-2-16,-6-3 0 0</inkml:trace>
  <inkml:trace contextRef="#ctx0" brushRef="#br0" timeOffset="38556.39">16293 14177 1552 0,'0'0'44'0,"0"0"10"0,0 0-43 0,0 0-11 15,0 0 0-15,0 0 0 0,0 0 88 0,0 0 15 16,-6 3 3-16,6-3 1 0,-6 0-27 0,6 0-4 0,-2 3-2 16,2-3 0-16,-6 5-50 0,6-5-11 0,-3 5-1 15,0 0-1-15,3 1 28 0,-3-1 5 0,3-5 2 0,0 8 0 16,0 0-22-16,0-3-5 0,0 3-1 0,0 0 0 16,0 0-18-16,3 0-12 0,-3 0 1 0,0 0 1 15,3 2 10-15,-3 1 0 0,3-3 0 0,-3 5 0 16,3-2-16-16,0 2 3 0,-3 0 0 0,2 0 0 31,1 1-16-31,0-1-3 0,0-3-1 0,0 1 0 16,0 2-31-16,-3-5-5 0,3 0-2 0,0 0 0 15,-3 0-99-15,3-3-20 0,-3-5-4 0,0 6-1 0</inkml:trace>
  <inkml:trace contextRef="#ctx0" brushRef="#br0" timeOffset="39172.71">15734 13754 1162 0,'0'0'25'0,"0"0"6"0,0 0 1 0,0 0 1 0,0 0-33 0,0 0 0 0,0 0 0 0,0 0 0 16,0 0 68-16,0 0 6 0,0 0 2 0,0 0 0 0,0 0-16 0,0 0-4 16,0 0 0-16,0 0 0 0,0 0-24 0,0 0-6 15,0 0-1-15,0 0 0 16,3 0 31-16,3 0 5 0,0 0 2 0,3 3 0 0,-3-3-50 0,0 2-13 16,2-2 0-16,1 3 0 0,0-3 0 0,0 0 0 15,3 2 0-15,0 1 0 0,3-3 32 0,0 3 0 16,0-3 1-16,0 0 0 0,2 0-33 0,4 0 0 15,0 0-15-15,0 0 5 16,0-3-29-16,3 3-5 0,-1-3-2 0,1 1 0 16,-3 2-134-16,-3-3-28 0,9 3-4 0,-6 3-2 0</inkml:trace>
  <inkml:trace contextRef="#ctx0" brushRef="#br0" timeOffset="40065.75">16543 14299 1466 0,'0'0'41'0,"0"0"11"0,0 0-42 0,0 0-10 0,0 0 0 16,0 0 0-16,0 0 72 0,0 0 12 0,0 0 2 0,0 0 1 15,0 0 13-15,0 0 4 0,0 0 0 0,0 0 0 16,0 0-52-16,0 0-11 0,0 0-1 0,0 0-1 15,0 0-39-15,0 0-16 0,0 0 0 0,0 0 1 16,0 0 33-16,0 0 6 0,0 0 2 0,0 0 0 31,0 0-43-31,0 0-9 0,6 0-2 0,-6 0 0 16,6-3-101-16,-3 1-21 0,3-4-4 0,-3 1-661 0</inkml:trace>
  <inkml:trace contextRef="#ctx0" brushRef="#br0" timeOffset="40472.15">17127 14077 1179 0,'0'0'33'0,"3"-6"8"0,0 1-33 0,0 2-8 15,0-2 0-15,0 0 0 0,0 2 104 0,-3 3 18 16,3-5 4-16,-3 5 1 0,3-3-44 0,-3 3-9 16,0 0-2-16,0 0 0 0,0 0-11 0,0 0-2 15,0 0-1-15,0 0 0 0,0 0-14 0,0 0-4 16,0 0 0-16,-6 3 0 0,0 2-14 0,0 1-3 0,0-1-1 0,0 0 0 16,0 3 12-16,0 0 2 0,0 0 1 0,-3 0 0 15,3 0-29-15,0 0-8 0,0 0 0 0,-3 0 0 16,3 0 0-16,-3 2 0 0,3 1 0 15,-2-3 0-15,-1 2 0 0,0 3 0 0,3 1 0 0,-3-1 0 16,0 0 0-16,-3 0 0 0,3 3 0 0,0-2 0 31,0 1-50-31,-3-1-11 0,3-1-3 0,-3 3 0 0,1 0 52 16,-1 2 12-16,0-2 0 0,0 0 0 16,0-3-54-16,0 0-8 0,3 1-2 0,0-4 0 15,0 1-16-15,3-3-4 0,-3 0-1 0,6-3-701 0</inkml:trace>
  <inkml:trace contextRef="#ctx0" brushRef="#br0" timeOffset="40802.4">16841 14103 1728 0,'0'0'38'0,"0"0"8"0,0-10 50 0,3 4-87 15,-3 4-9-15,3-4 0 0,-3 4 0 0,0 2 53 0,0 0 9 16,0 0 2-16,0 0 0 0,0 0 0 0,0 0 0 16,0 0 0-16,0 0 0 0,3 0-52 0,3 2-12 15,-3-2 0-15,0 6 0 0,3-1 54 0,-3 0 8 16,3 3 2-16,-3 0 0 0,6 0-52 0,-3 0-12 16,0 0 0-16,0 3 0 0,0-4 0 0,-1 4 0 15,1 0 0-15,0 2 0 0,0-3 0 0,0 4 0 0,0-1 0 16,0 0 0-16,0 0 0 0,-3 1 0 0,3-1 0 0,0 0 0 31,0 0-48-31,3 0-13 0,-3 1-3 0,3-4 0 16,-3 4 9-16,0-4 2 0,3 1 0 0,0-3 0 15,-3 0-120-15,2 0-24 0,-2-3-5 0,3-3-1 0</inkml:trace>
  <inkml:trace contextRef="#ctx0" brushRef="#br0" timeOffset="41378.07">17234 14386 1497 0,'0'0'32'0,"0"0"8"0,0 0 0 0,0 0 4 0,0 0-36 0,-3-5-8 16,3 0 0-16,0-3 0 0,-3 2 53 0,3 1 9 15,3 0 2-15,-3 0 0 0,3-3 0 0,0 2 0 16,0 1 0-16,3 0 0 0,-3-1-14 0,3 1-2 16,0 3-1-16,0-4 0 0,3 4-24 0,-3-1-5 15,0 0-1-15,3 1 0 0,-4-1-17 0,1 3 0 0,0-3 0 16,0 3 0-16,0 0 0 0,-3 3 0 0,3-3 0 0,0 0 0 15,-6 0 0-15,3 3 0 0,0 2 0 0,0-2 0 16,0 2 0-16,0 0 0 0,-3 0 0 0,0 3 0 31,0 0-48-31,0 3-12 0,-3-3-4 0,3 5 0 16,-3-2-51-16,0-1-10 0,-3 4-3 0,3-1 0 16,-3-3 0-16,-3 4 0 0,3-1 0 0,-3 0 0 15,0 0 5-15,4 0 1 0,-4-2 0 0,3 2 0 0,0-5 93 0,0 0 18 0,3 3 11 16,-3-3-12-16,3-3 51 0,3 0 9 0,-3 1 3 0,3-6 0 15,0 5 21-15,0-5 4 0,3 5 0 0,0 0 1 16,0-2-10-16,3 0-3 0,0-1 0 0,0 1 0 16,0 0 0-16,3-1 0 0,-4-2 0 0,7 0 0 15,-3 0 0-15,-3 0 0 0,3 0 0 0,0 0 0 16,0 0-51-16,-3 0-13 0,3 0 0 0,-3 0 0 16,3 0 54-16,-3 0 8 0,3 0 2 0,0 0 0 0,0-2-52 15,-3 2-12-15,2 0 0 0,-2 0 0 16,0-3-48-16,3 3-13 0,-3 0-3 0,0-3-477 15,0 1-96-15</inkml:trace>
  <inkml:trace contextRef="#ctx0" brushRef="#br0" timeOffset="46087.5">16023 17961 1314 0,'0'0'37'0,"0"0"8"0,0 0-36 0,0 0-9 0,0 0 0 0,0 0 0 16,0 0 49-16,0 0 8 0,0 0 2 0,0 0 0 16,0 0-3-16,0 0 0 0,0 0 0 0,-6 0 0 0,0 0-34 0,0 0-7 15,0 3-2-15,0-1 0 16,0 1 25-16,0 0 5 0,0 2 1 0,-3-2 0 0,3 4-20 0,-3 1-3 16,0 3-1-16,0 0 0 0,-3 2-20 0,0 3 0 15,1 2 0-15,-1 1 0 0,0-1 0 16,0 3 0-16,-3-2 0 0,3 5 0 0,-3-6-10 0,0 6-6 15,3-3-2-15,0 6 0 0,-2-3 6 0,-1 2 0 16,0 0 1-16,-3 4 0 16,0-1-19-16,3 0-4 0,0 0-1 0,0 0 0 0,3-3 35 15,1-2 0-15,-4-3 8 0,3-2-8 16,3-3-22-16,0 0-10 0,0-6-3 0,3 1 0 16,0-3-51-16,0-3-10 0,3-2-3 0,3-3 0 0</inkml:trace>
  <inkml:trace contextRef="#ctx0" brushRef="#br0" timeOffset="46463.1">15600 18130 1497 0,'-12'19'32'0,"6"-11"8"0,0 0 0 15,0 0 4-15,0-3-36 0,0 3-8 0,3-3 0 0,0 3 0 16,0-3 53-16,0-2 9 0,3-3 2 0,0 0 0 16,0 0-52-16,0 0-12 0,0 0 0 0,0 0 0 0,0 0 0 15,0 0 0-15,0 0 0 0,3 5 0 16,0-2 0-16,0 2 0 0,3-2 0 0,0 0 0 0,-3-1 0 16,3 1 0-16,3 0 0 0,-3-1 0 0,3 4 38 0,0-4 5 15,0 3 1-15,0 3 0 0,3-2-24 0,-4 2-4 16,7 2 0-16,-3 1-1 0,3-1-2 0,-3 4 0 15,0-4 0-15,3 3 0 0,-3 1-13 0,0-1 11 16,3 0-11-16,-1-2 10 0,4 2-10 0,-3 0 0 16,6 0 0-16,-3 1 8 0,-3-4-8 0,6 3 0 15,-4-2 0-15,4 0 0 16,-3-1-21-16,3-2-7 0,-3 3 0 0,0-6-1 16,0 0-32-16,2 1-7 0,-5-4 0 0</inkml:trace>
  <inkml:trace contextRef="#ctx0" brushRef="#br0" timeOffset="46808.57">16186 18361 1497 0,'-3'5'32'0,"-3"0"8"0,3 0 0 0,0 1 4 0,3-6-36 0,0 0-8 0,0 0 0 0,0 0 0 0,0 0 46 0,0 0 7 16,0 0 2-16,0 0 0 0,0 0-46 0,0 0-9 16,0 0 0-16,0 0 0 0,0 0 0 15,0 0 10-15,0 0-2 0,0 0 0 0,0 0 4 0,-3 8 1 16,3-3 0-16,0 3 0 0,3 0-4 0,-3 2-1 15,3 4 0-15,-3-4 0 0,3 6-8 0,0-3 0 16,0 6-12-16,0-3 12 0,3 0-20 0,-3 0 4 16,3-1 1-16,-3 1 0 15,3-3-21-15,0-2-5 0,3 0-1 0</inkml:trace>
  <inkml:trace contextRef="#ctx0" brushRef="#br0" timeOffset="47382.71">16526 18400 1814 0,'-12'21'52'0,"3"-10"10"0,3 0-50 16,0-3-12-16,-3-1 0 0,3 1 0 0,3 0 54 0,-3-5 8 0,6-3 2 0,0 0 0 16,0 0-53-16,0 0-11 0,0 0 0 0,0 0 0 31,0 0-39-31,0 0-5 0,6-3 0 0,-3-2-1 0,3 0-27 15,0-1-4-15,0 1-2 0</inkml:trace>
  <inkml:trace contextRef="#ctx0" brushRef="#br0" timeOffset="47806.15">17246 18080 1267 0,'0'0'28'0,"0"0"5"0,0 0 2 0,0 0 1 0,0 0-36 15,0 0 0-15,0 0 0 0,0 0 0 0,0 0 58 0,0 0 5 0,0 0 1 0,0 0 0 16,0 0 20-16,0 0 4 0,0 0 0 0,0 5 1 16,3 1-42-16,-3 2-9 0,-3-3-2 0,0 3 0 15,0 0-21-15,0 0-5 0,-3 2-1 0,0 4 0 16,0-4-9-16,-3 3 0 0,3-2 0 0,-6 2 0 15,3 3-10-15,-3-3-4 0,4 3-1 0,-4 0 0 16,0 3-32 0,0-1-6-16,0 3-2 0,0 0 0 0,-3 1-7 0,3 1-2 15,0-1 0-15</inkml:trace>
  <inkml:trace contextRef="#ctx0" brushRef="#br0" timeOffset="48159.27">16844 18159 1552 0,'-12'19'44'0,"9"-11"10"0,-3 0-43 15,3 0-11-15,0-3 0 0,0 0 0 0,0 1 49 0,3-6 8 0,0 0 2 0,3 5 0 16,-3 0-47-16,6 1-12 0,-3-4 0 0,3 4 0 16,3-4 0-16,-3 3 0 0,3-2 0 0,3 2-11 15,0-2 11-15,0 5 0 0,3-3 0 0,-3 3 0 16,-1 0 10-16,4 3-2 0,-3-3-8 0,3 2 12 16,-3-2-4-16,3 3-8 0,-3-1 11 0,3 1-11 15,0 0 0-15,-1 2 0 0,4-3 0 0,-3 4-12 16,3-1 12-16,-3-3 0 0,3 4 0 0,0-1 0 15,-3-3 0-15,2 4 0 0,1-6 12 0,0 0-12 16,-3-1-18 0,3-1-10-16,-3-1-3 0</inkml:trace>
  <inkml:trace contextRef="#ctx0" brushRef="#br0" timeOffset="48848.31">17058 18337 906 0,'0'0'25'0,"-6"2"7"0,3 4-32 15,-3-1 0-15,4-2 0 0,-4 2 0 0,3-2 94 0,0 2 12 16,0-2 2-16,-3 2 1 0,3 0-87 0,0 3-22 15,-3-3 0-15,3 3 0 0,0 0 39 0,-3 3 3 16,3-3 1-16,-3 2 0 0,3 1-25 0,0-1-5 16,0 1-1-16,0 0 0 0,0-1-12 0,0 1 0 15,0-1 0-15,0 1 0 0,0 0-11 0,0 2-5 0,0-5 0 0,0 5-1 32,0-5-13-32,0 2-2 0,-3 1-1 0,3-3 0 15,0 0-24-15,0 0-5 0,-3 0-1 0,3 2 0 0</inkml:trace>
  <inkml:trace contextRef="#ctx0" brushRef="#br0" timeOffset="49717.21">17389 18445 836 0,'0'0'24'0,"0"0"4"0,0 0-28 0,0 0 0 0,0 0 0 0,-3 6 0 15,3-6 59-15,-3 7 5 0,0-1 2 0,0 2 0 16,0-3-18-16,3-5-4 0,-3 5-1 0,0 1 0 16,3-6-19-16,-3 8-3 0,3-8-1 0,-3 5 0 15,3-5-4-15,0 0 0 0,0 0-1 0,0 0 0 16,0 0-1-16,0 0 0 0,0 0 0 0,0 0 0 16,0 0-5-16,0 0-1 0,0 0 0 0,0 0 0 15,0 0-8-15,0 0 0 0,0 0 0 0,0 0 0 16,0 0 0-16,0-5 0 0,3-1 9 0,0-2-9 15,0 3 9-15,3 0-9 0,0-3 12 0,0 2-12 0,0-1 12 16,0-1-12-16,0 0 12 0,3 0-12 0,0 0 16 0,-4 0-4 16,4 3-1-16,0-3 0 0,0 2-11 15,0 1 0-15,0 0 0 0,-3 2 0 0,3 0 0 16,0-2 0-16,-3 5 0 0,0-2 0 0,3 2 0 0,-3 0 0 16,3 0 0-16,-3 0 0 0,0 2 0 0,-1 1 0 15,-2-1 0-15,3 4 0 0,0-4 0 0,-3 4 0 16,0 2 0-16,0-3 0 0,-3 3 53 0,3 0 9 15,-3 2 2-15,0 1 0 16,0 0-103-16,-3 2-20 0,0-3-4 0,0 4-1 0,0 1 52 16,0-1 12-16,-3 2 0 0,0-3 0 0,1 3 0 0,-1-3 0 15,0 0 0-15,0 3 0 0,0-5 9 0,-3 2 5 16,6 0 1-16,-3-2 0 0,0 2-24 0,0 0-5 16,3-2-1-16,-3 2 0 0,3-5 15 0,3 2 0 0,-3-2 0 15,0 0 0-15,3-5 35 0,0 5 9 0,0-5 3 16,0-3 0-16,6 2-39 0,-3 3-8 0,0-2 0 0,3-3 0 15,0 3-8-15,0-3 8 0,0 0-12 0,3 0 12 16,0 0 13-16,0-3 10 0,3 3 1 0,-4-3 1 16,4 1-25-16,-3-1 0 0,3 1 0 0,0-1 0 15,3 0 0-15,-3-2 0 0,3 2 0 0,-3-2 0 16,3-3-46 0,-1 0-14-16,1 3-4 0,-3-3 0 0,3 0 52 0,-3-3 12 0,3 3 0 0</inkml:trace>
  <inkml:trace contextRef="#ctx0" brushRef="#br0" timeOffset="51282.34">17454 12640 345 0,'0'0'0'0,"0"0"14"0,0 0-4 0,-9 3 2 0,3-3-12 0,6 0 0 0,-6 0 0 0,0 0 0 16,6 0 0-16,-5 0 0 0,5 0 0 0,-6-3 0 16,-3 0 68-16,9 3 11 0,0 0 2 0,-3-2 1 15,3 2-18-15,0 0-4 0,0 0-1 0,-6-6 0 16,6 6 2-16,0 0 1 0,0 0 0 0,0-5 0 15,0 0-7-15,3 2-2 0,0-2 0 0,3 2 0 16,0-2-42-16,0 2-11 0,2-2 0 0,4 2 0 16,0 1 53-16,3-1 9 0,3 0 2 0,0 1 0 15,6-1-52-15,-3 0-12 0,2 3 0 0,4-2 0 0,3 2 45 16,0-3 7-16,-4 3 0 0,4 0 1 0,0 0-22 0,0 0-5 16,0 0-1-16,5 0 0 0,-2 0-25 0,0 3-17 15,2-1 2-15,4 4 1 0,-3-4 42 0,3 1 8 16,-7 0 1-16,4 5 1 0,-3-3-18 0,-1 0-4 15,1 0-1-15,0 3 0 0,3 0-7 0,-4 3-8 16,4 0 11-16,0 4-11 0,0-1 0 0,-4-1 0 16,1 3 0-16,0 2 0 0,-3-2 8 0,2 3-8 15,-2-1 0-15,3 3 0 0,0 1 9 0,-1-4-9 16,1 1 0-16,0 2 9 0,0-5-1 0,-1 5-8 16,1 0 12-16,0 0-4 0,-6 3-8 0,2-3 8 15,-2 0-8-15,6 3 8 0,-3 3-8 0,-1-1-16 0,1 3 4 16,3 0 1-16,-3 0 11 0,-1 0 0 15,1 1 0-15,0-1 0 0,-3-3 0 0,0 3 0 0,-4-2 0 16,4 2 0-16,-3-3 0 0,0 3 0 0,3-2 0 0,-1 5 0 16,-2-6 0-16,6 3 0 0,-3 0 0 0,0 0 0 15,-4-5 0-15,4 0 0 0,0-6 0 0,0 4 0 16,-6-1 29-16,-1 0 8 0,1 0 2 0,0-2 0 16,-6-1-11-16,3-2-3 0,-3 0 0 0,0 0 0 15,-4 0-25-15,1-3 0 0,-3 0 0 0,3 0 0 16,-3 1 0-16,-3-1-9 0,3 0 0 0,-3-2 0 15,-3-1-37-15,3 3-7 0,-3-5-2 16,3 3 0-16,-3-3-61 0,-3-3-12 16,3 3-2-16,-3 0-1 0</inkml:trace>
  <inkml:trace contextRef="#ctx0" brushRef="#br0" timeOffset="52221.11">17669 14574 1123 0,'0'0'32'0,"0"0"7"0,0 0-31 0,0 0-8 15,0 0 0-15,0 0 0 0,0 0 42 0,0 0 7 16,0 0 2-16,0 0 0 0,0 0-41 0,0 0-10 16,0 0 0-16,0 0 0 0,6 3 11 0,-1-1 0 15,1-2 0-15,0 3 0 0,0-3 8 0,3 3 1 16,0-1 1-16,0 4 0 0,3-4 5 0,-3 4 1 0,0-1 0 15,0 0 0-15,0 3-7 0,0-3-2 0,3 1 0 16,0-1 0-16,-1 0-18 0,1 3-17 0,3-2 3 16,0-1 1-16,0 0 13 0,3 3 0 0,0-3 0 0,3 1 0 15,-1 2 0-15,1-3 0 0,0 3 0 16,3 0 0-16,0-3 12 0,-1 0 6 0,1 3 1 16,0-2 0-16,0-4-19 0,0 4 0 0,3-1 0 15,-1-3 0-15,1 1-16 0,3 0-1 0,0-1 0 16,2 4 0-16,1-4 17 0,0 1 0 0,0 0 0 15,2-3 0-15,1 0 0 0,-6 0 0 0,3 0 0 0,2-3 0 16,1 0 0-16,0 3 0 0,-1-2 0 0,4-1 0 31,0 0-55-31,0 1-7 0,-4-1-2 0,4 0 0 0,-3-2 80 0,-4 0 16 16,4-3 4-16,0 3 0 0,3-3-7 0,-1 2-1 0,-2-2 0 0,6 3 0 0,-4 0-28 16,-2-3-18-16,0 3 2 0,-4-6 1 0,1 3 15 0,0 0 0 15,-3 0 0-15,2 0 10 0,-2 3 1 16,-3-3 0-16,3 0 0 0,-3 3 0 0,-1-3-11 0,-2 3-9 15,0-1 9-15,-3-2-13 0,0 3 13 0,-3 0 0 16,-1 2 0-16,1 1 10 0,-6-4-10 0,0 4 0 16,0-1 9-16,-3 0-9 0,0 3 13 0,-3-2-1 15,0 2-1-15,-3 0 0 0,3 0-11 0,-6 0-16 16,0 0 4-16,0 0 1 0,0 0 0 0,0 0 0 16,0 0 0-16,0 0 0 15,0 0-48-15,-3 8-9 0</inkml:trace>
  <inkml:trace contextRef="#ctx0" brushRef="#br0" timeOffset="53389.02">17814 18294 1036 0,'0'0'23'0,"0"0"5"0,0 0 0 0,0 0 1 0,0 0-29 0,6 0 0 0,0 3 0 0,0-3 0 0,3-3 0 0,0-2 0 16,0 2 0-16,0-4 0 0,3 1 0 0,0-2 0 15,-3 0 0-15,6-2 0 0,0 2 34 0,-1-3 1 16,1-2 0-16,3 0 0 0,-3-3-16 0,3 0-3 15,0 0-1-15,3-5 0 0,-4 3-3 0,4-4-1 16,-3 4 0-16,0-3 0 0,0-1-11 0,0 1 12 16,0 0-12-16,-4 0 12 0,4 0-12 0,0 0 0 15,0 2 0-15,3 1 0 0,0-1 0 0,0 1 0 16,-1-1 0-16,1 1 0 0,3-4 0 0,0-1 0 16,0-4 0-16,-1 1 0 0,1-4 23 0,0 4 12 15,-3-3 2-15,3 0 1 0,-3 0-10 0,-1 0-1 16,1 2-1-16,0-2 0 0,3 3-26 0,-3-1 0 15,6-5 0-15,-4 1 0 0,1-4 0 0,0 1 0 16,0-1 0-16,0 1 0 0,-1 2 27 0,1 1 0 0,0-4 0 16,0 3 0-1,-3 3-43-15,0 0-9 0,-4 0-2 0,1 0 0 0,-3-3 61 0,3 0 12 16,0-2 2-16,3 0 1 0,-3 5-28 0,-1-3-5 0,4 3-2 16,-3 0 0-16,0-1-4 0,0 4-1 0,3 2 0 15,-3-2 0-15,2-3 1 0,-2 2 0 0,0-2 0 0,3-3 0 16,-3 1-10-16,0 1 10 0,-1-1-10 0,1-1 10 15,-3 3-26-15,0 0-6 0,0 0-1 0,0 2 0 16,0 1 23-16,0 2 0 0,-3 0 0 0,2 0 0 16,1-2 0-16,-3-1 0 0,3 1 0 0,-3-1 0 15,3-2 0-15,-3 6 0 0,3-1 0 0,-3-3 0 16,-1 6 19-16,-2-3 8 0,3 0 1 0,0 3 1 16,-3 0-21-16,3 0-8 0,-3 2 0 0,0-2 0 0,3 0 8 15,-3-3-8-15,3 3 0 0,-3-5 0 0,3-1 0 16,-4 1 0-16,4 2 0 0,0-5 0 0,-3 2 0 15,-3 1 0-15,3 2 0 0,0-2 0 0,-3 2 0 16,0 3 0-16,0-3 0 0,-3 5 0 16,3 1-20-16,0-1-11 0,-3 1-1 0,0 2-1 0,0-3 33 15,0 3 0-15,0 1 0 0,0 1 0 0,0-2 0 0,-3 3 0 16,3 3 0-16,-3-1 0 0,0 0 0 0,0 4 0 16,-3-1 0-16,3 2 0 0,-3 1 21 0,3 2 11 15,0 3 3-15,-3-5 0 0,3 5-35 0,0 0 0 16,0 0 0-16,0 0 0 15,0 0-22-15,0 0-11 0,0 0-3 0,0 0-492 0,0 0-98 16</inkml:trace>
  <inkml:trace contextRef="#ctx0" brushRef="#br0" timeOffset="53958.53">20005 14651 1267 0,'0'0'28'0,"0"0"5"0,0 0 2 0,0 0 1 0,0 0-36 0,0 0 0 0,3 3 0 16,3-3 0-16,0 2 0 0,0-2 0 0,0 0 0 0,0 3 0 15,0-3 60-15,3 0 6 0,0 0 1 0,0 2 0 16,3-2-20-16,-3 0-4 0,5 3-1 0,-2-3 0 16,0 3-18-16,0-3-4 0,3 0-1 0,-3 2 0 15,3-2 14-15,-3 0 3 0,3 0 1 0,-3 0 0 16,2 0-24-16,1-2-5 0,3 2 0 0,0-3-8 15,0 3 0-15,-3 0 0 0,3-3 0 0,-1 1 0 16,-2-1 0-16,3 3 0 0,-3-2 0 0,0-1-12 16,0 0-25-1,-3 1-5-15,0-1-1 0,0-2 0 16,2 2-64-16,-5-2-13 0,15-6-2 0,-12 3-1 0</inkml:trace>
  <inkml:trace contextRef="#ctx0" brushRef="#br0" timeOffset="54318.18">20175 14476 1422 0,'0'0'31'0,"0"0"6"0,0 0 2 0,0 0 1 0,0 0-32 0,0 0-8 0,-6 0 0 16,6 0 0-16,0 0 34 0,0 0 5 0,0 0 1 0,0 0 0 16,0 0-8-16,0 0-2 0,0 0 0 0,0 0 0 15,0 0 1-15,0 0 0 0,0 0 0 0,0 0 0 16,-3 8-6-16,0-3-1 0,3 3 0 0,-3 0 0 16,3 3-4-16,-3-3 0 0,3 5-1 0,0 0 0 15,0 1-4-15,0 1-1 0,0 1 0 0,0 0 0 16,0 3-2-16,0-1-1 0,3 1 0 0,-3 2 0 15,3-3-11-15,-3 4 0 0,6-1 0 0,-3 0 0 16,0-3-16-16,0 4 0 0,3-6 1 0,-3 2 0 16,3-2-21-1,0 0-5-15,0-3-1 0,0 0 0 0,3-2-38 16,-4-1-7-16,4 1-1 0,-3-3-632 0</inkml:trace>
  <inkml:trace contextRef="#ctx0" brushRef="#br0" timeOffset="56341.5">20740 14669 1157 0,'0'0'32'16,"0"0"8"-16,0 0-32 0,0 0-8 0,0 0 0 0,0 0 0 0,0 0 20 0,0 0 3 0,0 0 0 0,6 3 0 15,3-3-3-15,-3 0-1 0,3 3 0 0,0-1 0 16,0-2-19-16,3 3 0 0,0 0 0 0,0-1 0 15,3 4 0-15,-3-4 0 0,2 4 0 0,1-1 0 16,0 3 41-16,3-3 5 0,0 0 1 0,0 1 0 16,0 2-12-16,-3-3-3 0,5 0 0 0,-2 0 0 15,3 3-12-15,0-2-4 0,3 2 0 0,0-3 0 16,2 3 14-16,1-3 2 0,3 0 1 0,0 1 0 16,-1-4-33-16,-2 4-20 0,3-4 2 0,0 1 1 15,-3 0 26-15,-1-1 6 0,1 1 1 0,3 0 0 16,0-3-16-16,-4 2 0 0,4-2 0 0,3 3 0 15,-6-3 0-15,0 0 0 0,2 0 0 0,-2 0 0 16,-3 0 11-16,0 0-11 0,-3 0 12 0,-1 0-12 0,1 0 0 16,-3 0 0-16,-3 0-15 0,0 0 5 0,0 2 10 15,0-2 0-15,-1 0 0 0,-2 3 8 16,0 0-58-16,-3-3-11 0,0 0-3 16,0 0 0-16,0 0-51 0,0 0-10 0,9 0-3 15,-18 0 0-15</inkml:trace>
  <inkml:trace contextRef="#ctx0" brushRef="#br0" timeOffset="56773.98">21878 14661 1284 0,'-12'3'36'0,"6"0"8"0,0-1-35 0,-3-2-9 0,3 3 0 0,-3-3 0 16,3 0 65-16,-3 3 11 0,3-3 3 0,-3 0 0 15,0 2-36-15,0-2-7 0,0 0-2 0,3 3 0 16,-3 0 1-16,3-3 0 0,-2 0 0 0,2 2 0 16,0 1-8-16,0 0-2 0,3-1 0 0,3-2 0 15,-6 3-11-15,3 2-2 0,3-5-1 0,-3 5 0 16,3 1-11-16,-3 2 0 0,3-3 0 0,3 0 8 16,0 3-8-16,3 0 0 0,0 0 0 0,0 0 0 15,3 0 10-15,2 3-10 0,1-4 12 0,-3 1-12 16,6 0 12-16,-3-2-12 0,0 2 12 0,-3 0-12 15,3-3 8-15,0 0-8 0,3 0 0 0,-3 1 0 16,-1-1 0-16,-2 0 0 0,3 1 0 0,-3-1 0 16,0 0-9-16,0-2-3 0,-3 2 0 0,-3 0 0 15,3 1 20-15,-3-1 4 0,-3-5 1 0,0 5 0 16,-3 1-61-16,0 1-13 0,0 1-3 16,-6 0 0-16,3 0 52 0,-6 0 12 0,3 3 0 0,-6-3 0 0,4 2 0 15,-1 4 0-15,-3-4 0 0,0 6 0 16,0-3-39-16,-3-2-5 0,3 2 0 0,0 0-1 15,0-2 9-15,1-1 1 0,-1-2 1 0,6 0-410 16,0 0-81-16</inkml:trace>
  <inkml:trace contextRef="#ctx0" brushRef="#br0" timeOffset="57337.39">22744 14339 1552 0,'0'0'44'15,"0"0"10"-15,0 0-43 0,-3-3-11 0,0-2 0 0,0-1 0 0,0 1 53 0,0 0 9 16,0 0 2-16,0-1 0 0,0 4-1 0,0-4 0 16,0 4 0-16,-3-1 0 0,6 3-15 0,-9-3-4 15,3 3 0-15,0 0 0 0,0 0-17 0,-3 3-4 16,3 0-1-16,0 2 0 0,-3 3-14 0,0 0-8 15,4 2 8-15,-4 4-8 0,0-1 0 0,3 3 0 16,-3 2 0-16,0 1 0 0,0 2-8 0,0 0 8 16,0 0-8-16,3 0 8 0,-3 1-10 0,3 1 10 15,0 1-12-15,0 0 12 0,3 3-14 0,0-4 4 16,0 4 1-16,3-1 0 0,0 1 0 0,0-1 0 16,6 3 0-16,-3-2 0 0,3-1-6 0,3 1-1 15,-3-3 0-15,3-1 0 0,0-2-4 0,0 1-2 16,0-1 0-16,0 3 0 0,-3-3-2 0,0 0 0 0,3 0 0 0,-3-2 0 15,0-1 5-15,-3 3 1 16,2-5 0-16,-2 5 0 16,0-5-7-16,-3 3-2 0,3-3 0 0,-3 2 0 15,0-2-5-15,0-3-2 0,-3 3 0 0,3-3 0 16,-3 1 5-16,0-4 1 0,1 3 0 0,-1-2 0 16,-3 0-6-16,3-3-1 0,-3-3 0 0,-3 3-385 0,3 0-76 0</inkml:trace>
  <inkml:trace contextRef="#ctx0" brushRef="#br0" timeOffset="57682.18">22333 14913 1695 0,'-12'2'37'0,"12"-2"8"0,-6 3 2 0,0 0 1 0,6-3-39 0,0 0-9 15,0 0 0-15,0 0 0 0,0 0 9 0,0 0 0 16,0 0 0-16,0 0 0 0,0 0-9 0,0 0 0 16,0-6 0-16,3 4 0 0,3-3 0 0,0 2 0 0,3 0 0 0,3-2 0 15,0 2 0-15,3-2 0 16,2 2 0-16,1-2 0 0,3 0 0 0,3 0 0 15,3 2 0-15,3-2 0 0,-4-1 0 0,4 1 0 0,-3 0 0 16,6-3 0-16,-1 2 0 0,4-1 0 0,3-4 0 0,2 0 0 31,1-2-100-31,-6-3-23 0,38-15-4 0,-23 4-1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2-01-28T20:31:53.600"/>
    </inkml:context>
    <inkml:brush xml:id="br0">
      <inkml:brushProperty name="width" value="0.05" units="cm"/>
      <inkml:brushProperty name="height" value="0.05" units="cm"/>
      <inkml:brushProperty name="color" value="#3333FF"/>
    </inkml:brush>
  </inkml:definitions>
  <inkml:trace contextRef="#ctx0" brushRef="#br0">5 40 3680 0 0,'0'0'15981'0'0,"0"2"-15729"0"0,3 6 10 0 0,-3-6-26 0 0,0 0-128 0 0,0 4-73 0 0,1 1-1 0 0,-1 0 1 0 0,1 0-1 0 0,2 6 0 0 0,-2-6-14 0 0,-1 0 0 0 0,1-1 0 0 0,-1 1 0 0 0,-1 8 0 0 0,1 1 24 0 0,0-13-42 0 0,0 1 0 0 0,0-1 0 0 0,-1 1 0 0 0,1-1-1 0 0,-1 1 1 0 0,-1 5 0 0 0,0 2 8 0 0,3 16 40 0 0,-1-5-43 0 0,-4 37 0 0 0,0-9 46 0 0,3-48-53 0 0,1 0 0 0 0,0 0 0 0 0,0 0 0 0 0,0 0 0 0 0,1 0 0 0 0,-1 1 0 0 0,1 3 0 0 0,2 11 0 0 0,-3 170 288 0 0,3-137-224 0 0,-2-47-64 0 0,-1 0 0 0 0,1 0 0 0 0,-1 0 0 0 0,1 0 0 0 0,0 0 0 0 0,3 6 0 0 0,-3-7 0 0 0,0 0 0 0 0,0 0 0 0 0,0 1 0 0 0,0-1 0 0 0,0 1 0 0 0,-1-1 0 0 0,1 1 0 0 0,-1-1 0 0 0,0 1 0 0 0,0-1 0 0 0,0 1 0 0 0,0 2 0 0 0,-2 6 9 0 0,1-1 1 0 0,0 1-1 0 0,1-1 0 0 0,0 1 0 0 0,0 0 0 0 0,4 19 0 0 0,-4-28-9 0 0,0 0 0 0 0,1 0-1 0 0,-1 0 1 0 0,-1 0 0 0 0,1 0 0 0 0,0 0-1 0 0,0 0 1 0 0,-2 3 0 0 0,2-3 1 0 0,-1 0 0 0 0,1 0 1 0 0,-1 0-1 0 0,1 0 0 0 0,0 0 1 0 0,0 0-1 0 0,0-1 0 0 0,0 1 1 0 0,1 2-1 0 0,1 9 16 0 0,-1 0 1 0 0,0 25-1 0 0,-1-31-16 0 0,0-5-1 0 0,0 1 0 0 0,0-1 0 0 0,0 1 0 0 0,0-1 0 0 0,1 0 0 0 0,-1 1 0 0 0,1-1 0 0 0,0 1 0 0 0,1 3 0 0 0,1 7 0 0 0,3 33 144 0 0,-6-21-210 0 0,-1-23 59 0 0,0 2 0 0 0,6 7 26 0 0,-4-9-2 0 0,0-1 0 0 0,-1 0 0 0 0,1 1 1 0 0,0-1-1 0 0,-1 0 0 0 0,1 0 0 0 0,0 1 0 0 0,0-1 0 0 0,0 0 0 0 0,0 0 1 0 0,0 0-1 0 0,1 0 0 0 0,-1 0 0 0 0,0-1 0 0 0,0 1 0 0 0,1 0 0 0 0,-1 0 1 0 0,0-1-1 0 0,1 1 0 0 0,1 0 0 0 0,4 1 36 0 0,-1 1-12 0 0,9 3-18 0 0,4-3-23 0 0,-9-3 0 0 0,17-3 0 0 0,-18 3 0 0 0,-4-2 0 0 0,-1 1 0 0 0,0 0 0 0 0,0 0 0 0 0,8-1 0 0 0,-2 1 0 0 0,7 0 0 0 0,-15 1 0 0 0,2 1 0 0 0,23-6 0 0 0,-19 3 0 0 0,-4 1 0 0 0,-1 0 0 0 0,0 0 0 0 0,0 0 0 0 0,0 1 0 0 0,0 0 0 0 0,0-1 0 0 0,1 1 0 0 0,5 1 0 0 0,-4-1 0 0 0,0-1 0 0 0,0 1 0 0 0,0-1 0 0 0,0 0 0 0 0,6-2 0 0 0,8-2 0 0 0,-15 6 0 0 0,-1 0 0 0 0,10-6 0 0 0,-11 4 0 0 0,1 0 0 0 0,-1 1 0 0 0,1-1 0 0 0,-1 0 0 0 0,0 1 0 0 0,1-1 0 0 0,-1 1 0 0 0,1 0 0 0 0,-1 0 0 0 0,1 0 0 0 0,3 0 0 0 0,12 0 0 0 0,27-3 0 0 0,-17-1-18 0 0,-23 3 10 0 0,0-1-1 0 0,1 2 0 0 0,8-2 0 0 0,46-1-55 0 0,-40 4-27 0 0,-18 0 73 0 0,1-1 0 0 0,-1 1 0 0 0,0-1 0 0 0,1 0 0 0 0,-1 0 0 0 0,1 0 0 0 0,-1 0 0 0 0,0-1 0 0 0,1 1 0 0 0,-1-1 0 0 0,1 1 0 0 0,-1-1 0 0 0,0 0 0 0 0,0 0 0 0 0,5-2 0 0 0,-6 2 19 0 0,0 0 3 0 0,1 0 0 0 0,-1 0 0 0 0,1 0-1 0 0,-1 0 1 0 0,1 1 0 0 0,-1-1 0 0 0,1 1-1 0 0,-1-1 1 0 0,1 1 0 0 0,0-1 0 0 0,-1 1 0 0 0,1 0-1 0 0,-1-1 1 0 0,1 1 0 0 0,0 0 0 0 0,-1 0-1 0 0,1 1 1 0 0,0-1 0 0 0,-1 0 0 0 0,3 1-1 0 0,-1 0-14 0 0,0 0-1 0 0,0 0 0 0 0,1 0 1 0 0,-1-1-1 0 0,0 1 0 0 0,0-1 1 0 0,0 0-1 0 0,0 0 0 0 0,1 0 1 0 0,-1 0-1 0 0,0 0 0 0 0,0-1 1 0 0,0 0-1 0 0,0 1 0 0 0,1-1 1 0 0,-1 0-1 0 0,0-1 0 0 0,-1 1 1 0 0,5-3-1 0 0,-4 3 2 0 0,-1 0 0 0 0,0 0 1 0 0,1 0-1 0 0,-1 0 0 0 0,1 0 0 0 0,-1 1 1 0 0,1-1-1 0 0,-1 1 0 0 0,5-1 0 0 0,24 0-63 0 0,-23 2 15 0 0,-6 0-8 0 0,16-1-58 0 0,-10 0 100 0 0,-5 1-24 0 0,6 2 36 0 0,3-2 12 0 0,-2-1 0 0 0,1-1 0 0 0,0-4 0 0 0,-10 5 0 0 0,0-1 0 0 0,0 0 0 0 0,-1 0 0 0 0,1 0 0 0 0,-1 0 0 0 0,1 0 0 0 0,-1 0 0 0 0,1 0 0 0 0,-1 0 0 0 0,1 0 0 0 0,-1-3 0 0 0,4-5 0 0 0,-3 5 26 0 0,1 0 0 0 0,-1 0-1 0 0,0 0 1 0 0,-1-1 0 0 0,1 1-1 0 0,-1 0 1 0 0,1 0 0 0 0,-1 0-1 0 0,0-1 1 0 0,-2-5 0 0 0,2-5 43 0 0,0 12-43 0 0,-1 0 0 0 0,1 0 0 0 0,-1 0 0 0 0,1 0 0 0 0,-3-5 1 0 0,2 5-3 0 0,0 1 0 0 0,0-1 0 0 0,0 0 0 0 0,0 0 0 0 0,1-5 1 0 0,-9-84 681 0 0,10 73-553 0 0,-1 15-120 0 0,1-1 1 0 0,-1 1-1 0 0,0 0 1 0 0,-1-6-1 0 0,-1-27 210 0 0,2 30-178 0 0,0 1 0 0 0,0-1 0 0 0,-1 0 0 0 0,-2-11 0 0 0,2 14-27 0 0,0-1-1 0 0,1 1 0 0 0,0 0 1 0 0,-1 0-1 0 0,1-1 0 0 0,2-6 0 0 0,-2-15 110 0 0,-7-57 283 0 0,6 73-519 0 0,1 0 0 0 0,1-18 1 0 0,-1 20 203 0 0,1-1 0 0 0,-1 0 0 0 0,-3-17 0 0 0,3 22-103 0 0,-1 0-1 0 0,1 0 0 0 0,0 1 0 0 0,0-1 0 0 0,1-6 1 0 0,0-11-408 0 0,3-1 404 0 0,-3 19 87 0 0,0 0 0 0 0,0 0 0 0 0,0 0 0 0 0,-1-1 0 0 0,1 1 0 0 0,-1 0 0 0 0,0 0 0 0 0,0-1 0 0 0,-1-2 0 0 0,-8-36-11 0 0,5 32-38 0 0,3 8-39 0 0,0 1 1 0 0,1-1-1 0 0,-1 0 0 0 0,0 0 0 0 0,1 1 0 0 0,0-1 0 0 0,-1 0 0 0 0,1-2 0 0 0,-2-5-7 0 0,0-12 0 0 0,2 19 1 0 0,0 0 0 0 0,0 0-1 0 0,0 0 1 0 0,0 0-1 0 0,-1 0 1 0 0,1 0 0 0 0,-1 1-1 0 0,1-1 1 0 0,-1 0 0 0 0,0 0-1 0 0,0 1 1 0 0,0-1 0 0 0,0 0-1 0 0,-1-2 1 0 0,1 4 0 0 0,1-1 0 0 0,0 1 1 0 0,-1 0-1 0 0,1-1 0 0 0,0 1 1 0 0,0 0-1 0 0,0-1 0 0 0,0 1 0 0 0,-1-1 1 0 0,1 1-1 0 0,0 0 0 0 0,0-1 1 0 0,0 1-1 0 0,0-1 0 0 0,0 1 1 0 0,0-1-1 0 0,0 1 0 0 0,0 0 1 0 0,0-1-1 0 0,0 1 0 0 0,0-1 1 0 0,0 1-1 0 0,1-1 0 0 0,-1 0 1 0 0,0 0-1 0 0,0-1 0 0 0,1 1 1 0 0,-1 0-1 0 0,0 0 0 0 0,0 0 1 0 0,0-1-1 0 0,-1 1 0 0 0,1 0 1 0 0,0 0-1 0 0,0 0 0 0 0,-1-1 1 0 0,1 1-1 0 0,-1 0 1 0 0,1 0-1 0 0,-1-2 0 0 0,-3-2-1 0 0,4 5 0 0 0,0-1 0 0 0,0 0 0 0 0,0 1 0 0 0,-1-1 0 0 0,1 0 0 0 0,0 1 0 0 0,-1-1 0 0 0,1 0 0 0 0,0 1 0 0 0,-1-1 0 0 0,1 1 0 0 0,0-1 0 0 0,-1 1 0 0 0,1-1 0 0 0,-1 1 0 0 0,1-1 0 0 0,-1 1 0 0 0,0-1 0 0 0,1 1 0 0 0,-2-1 0 0 0,-4-4 0 0 0,4 2 9 0 0,0 0 0 0 0,-1 0 0 0 0,1 1 0 0 0,-1-1 0 0 0,-4-2 0 0 0,1 3 38 0 0,0 0 0 0 0,0-1 0 0 0,0 0 1 0 0,1 1-1 0 0,-1-2 0 0 0,-5-3 0 0 0,2-1-29 0 0,9 7-15 0 0,-1 0 0 0 0,0 0 0 0 0,0 0 0 0 0,1 0 0 0 0,-1 1 1 0 0,0-1-1 0 0,0 0 0 0 0,0 1 0 0 0,0-1 0 0 0,0 1 1 0 0,0-1-1 0 0,0 1 0 0 0,0-1 0 0 0,0 1 0 0 0,0-1 1 0 0,0 1-1 0 0,-1 0 0 0 0,-1 0 2 0 0,1 0 0 0 0,0-1 0 0 0,-1 1 0 0 0,1 0 0 0 0,0-1 0 0 0,-1 0 1 0 0,1 1-1 0 0,0-1 0 0 0,0 0 0 0 0,0 0 0 0 0,-3-2 0 0 0,1 1 0 0 0,1 0 1 0 0,-1 1-1 0 0,1-1 0 0 0,-1 1 1 0 0,0 0-1 0 0,1 0 0 0 0,-1 0 1 0 0,0 1-1 0 0,0-1 1 0 0,1 1-1 0 0,-8 0 0 0 0,-7-1-5 0 0,12 1 0 0 0,0-1 0 0 0,1 1 0 0 0,-1 1 0 0 0,0-1 0 0 0,1 1 0 0 0,-1-1 0 0 0,-8 4 0 0 0,4-1-7 0 0,0 0 0 0 0,0-1-1 0 0,-15 1 1 0 0,16-2 0 0 0,0 0 0 0 0,-1 1 0 0 0,1 0 0 0 0,-15 6 0 0 0,8 0 7 0 0,5-5 0 0 0,1-1 0 0 0,-5 3 0 0 0,13-4 0 0 0,0 0 0 0 0,-1 0 0 0 0,1 0 0 0 0,-1 0 0 0 0,1-1 0 0 0,-1 1 0 0 0,-3 0 0 0 0,-5 0 0 0 0,11-1 0 0 0,0 1 0 0 0,-1-1 0 0 0,1 1 0 0 0,-1-1 0 0 0,1 0 0 0 0,-1 0 0 0 0,1 1 0 0 0,-1-1 0 0 0,1 0 0 0 0,-1 0 0 0 0,1 1 0 0 0,-1-1 0 0 0,1 0 0 0 0,-1 0 0 0 0,1 0 0 0 0,-1 0 0 0 0,1 0 0 0 0,-1 0 0 0 0,1 0 0 0 0,-2 0 0 0 0,-21 2 0 0 0,21-2 0 0 0,0 0 0 0 0,0 0 0 0 0,-1 0 0 0 0,1 0 0 0 0,0 0 0 0 0,0 1 0 0 0,-1 0 0 0 0,1-1 0 0 0,0 1 0 0 0,0 0 0 0 0,0 0 0 0 0,0 0 0 0 0,0 0 0 0 0,-2 1 0 0 0,-14 3 0 0 0,17-4 0 0 0,-1-1 0 0 0,0 1 0 0 0,1-1 0 0 0,-1 1 0 0 0,0-1 0 0 0,0 0 0 0 0,1 0 0 0 0,-1 1 0 0 0,0-1 0 0 0,0-1 0 0 0,0 1 0 0 0,1 0 0 0 0,-1 0 0 0 0,0-1 0 0 0,0 1 0 0 0,-2-2 0 0 0,-1 1 7 0 0,1 0 1 0 0,0 0-1 0 0,0 1 0 0 0,-1-1 0 0 0,1 1 1 0 0,0 0-1 0 0,-1 0 0 0 0,1 0 0 0 0,0 1 0 0 0,-1 0 1 0 0,-4 1-1 0 0,-24 2 45 0 0,-13 0 119 0 0,41-3-171 0 0,1-1 1 0 0,0 1 0 0 0,0 1 0 0 0,0-1 0 0 0,0 1-1 0 0,0-1 1 0 0,0 1 0 0 0,0 0 0 0 0,0 1 0 0 0,1-1 0 0 0,-1 1-1 0 0,-6 5 1 0 0,-6 2-1 0 0,14-10 0 0 0,-12 12 0 0 0,7-5 11 0 0,5-5 10 0 0,-7-9-549 0 0,3-1 103 0 0,5 6 244 0 0,-1 1-1 0 0,1-1 0 0 0,0 1 1 0 0,0-1-1 0 0,0 0 0 0 0,0 1 1 0 0,1-1-1 0 0,-1 0 0 0 0,0 0 1 0 0,1 0-1 0 0,-1 1 0 0 0,0-4 1 0 0,1-14-7976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2:46:12.5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21562 1429 1792 0,'3'-11'51'0,"-3"-2"10"15,0 5-49-15,0-5-12 0,-3 5 0 0,-3 0 0 16,-3 0 72-16,0 0 12 0,-3 0 3 0,-3 3 0 0,1-3-26 0,-4 3-5 0,-3 2 0 0,-3-2-1 15,0 5-28-15,-3-3-6 16,-2 3-1-16,-4 0 0 0,0 0-9 0,-6 0-3 16,1 0 0-16,-4 3 0 0,6 2-8 0,-2 3 0 15,2-5 9-15,0 7-9 0,6-7 0 0,4 5 0 0,2-3 0 16,6 3 0-16,3 0 0 0,3 0 0 0,6 5 0 0,3-5-12 16,3 0 3-1,6 5 0-15,3-2 0 0,6 2 0 0,0 0-1 0,6-5 0 0,0 5 0 0,5-2 0 16,4 2 10-16,0-5-12 0,3 5 12 0,2-2-12 15,-2 2 12-15,-3 0 0 0,0-2 0 0,-4 2 0 16,-2 0 0-16,-3 3-8 0,0-8 8 0,-9 6 0 16,0-4-16-16,-6 3 1 0,-3 3 1 15,-6-3 0-15,-6 1-10 16,-3-4-1-16,-3 9-1 0,-6-9 0 0,0 9-8 0,-5-3-2 16,-7-6 0-16,0 9 0 0,0-3 44 0,-2-3 8 0,-1-2 1 0,-3 2 1 15,3 0-18-15,-2-2 0 0,-1 2 8 0,0-5-8 16,4 0-12-16,-1 0-7 0,3 0-1 0,0 2 0 15,7-10 9-15,2 3 2 0,3 2 0 0</inkml:trace>
  <inkml:trace contextRef="#ctx0" brushRef="#br0" timeOffset="418.811">21782 1450 1272 0,'-6'-3'26'0,"0"-2"7"16,-3 5-33-16,0 0 0 0,1 0 0 0,-4 0 0 0,0 0 82 0,0 5 10 15,-3-2 1-15,0 5 1 0,-3 0-20 0,0 5-4 0,0-5-1 0,-2 5 0 16,2 3-25-16,3-3-6 0,-3 3-1 16,3-3 0-16,3 3-22 0,0 0-5 0,6 0-1 0,0 3 0 15,6-9-9-15,0 6 0 0,6 3 0 0,0-3 0 16,6-3 0-16,6 3 0 0,-3-6 0 0,9 1 0 15,0-1 8-15,2-2-8 0,4 3 12 0,3-11-4 16,-3 3-8 0,5-3-9-16,-2-3 9 0,3-2-13 0,0-3 32 15,-1 2 6-15,-2-2 2 0,0 0 0 0,-3-5 15 0,-4 5 3 0,-2-2 1 0,0-3 0 16,-6 5 15-16,-3-8 3 0,0 2 1 0,-6-1 0 16,-3 1-9-16,-1-7-1 0,1 5-1 0,-6-5 0 15,0 0 8-15,-3 2 2 0,0-2 0 0,-5 0 0 16,-1 0-64-16,0 0-10 0,-3 2-3 0,-3-2-1 15,-3 5 14-15,-3-2 0 0,0 2 0 0,1 3 0 16,-4 2 11-16,0-2 1 0,0 5 1 0,0 0 0 16,3 0-61-16,4 3-13 15,-4 2-3-15,3-2 0 0,3 5-51 0,3 0-10 0,0 0-3 0</inkml:trace>
  <inkml:trace contextRef="#ctx0" brushRef="#br0" timeOffset="688.051">22261 1259 1851 0,'9'-2'52'0,"0"2"12"0,0-5-51 16,-3 2-13-16,0 3 0 0,0 0 0 0,-6 0 41 0,0 0 6 0,0 0 1 0,0 0 0 15,0 0 36-15,0 0 7 0,0 0 1 16,0 8 1-16,-3 0-41 0,3 0-8 0,-3 5-1 0,0 3-1 16,0 0-17-16,0 10-3 15,0-2-1-15,0 0 0 0,0 5-12 0,0 0-9 0,0 0 12 16,0 3-12-16,0 2 0 0,0-5 0 0,0 0 0 0,-2 9 0 15,2-1 8-15,0 0-8 0,-3 0 0 0,3 2 0 16,0-4 27-16,0 2 1 0,0-5 1 0,0 2 0 31,0-5-74-31,0-5-15 0,3 0-4 0,-3 2 0 0,0-5 52 0,0-5 12 0,3 5 0 0,-3-2 0 16,0-1-160-16,0-7-30 16,0 2-6-16</inkml:trace>
  <inkml:trace contextRef="#ctx0" brushRef="#br0" timeOffset="1037.568">22389 1278 1599 0,'-5'-13'68'15,"2"0"-55"1,0 2 71-16,0 0 13 0,0 3 3 0,3 6 1 15,-3-6-17-15,3 3-3 0,0 5-1 0,3-3 0 16,0-2-33-16,3-1-7 0,0 6-2 0,-1-2 0 16,4 2-14-16,3 0-4 0,0 0 0 0,0 2 0 15,3 4 1-15,0-1 0 0,3-2 0 0,0 2 0 0,-4 3-13 0,4 2-8 16,0 1 10-16,0 0-10 0,-3 7 0 0,3-2 0 16,-6 0 0-16,3 0 0 0,-6 5 0 0,-1 0 8 15,-2-5-8-15,0 5 0 0,-6 0 0 0,0-5 11 0,-3 0-11 0,-3 5 10 16,-3-8-10-16,-2 3 8 0,-4-5-8 0,-6 2 8 15,0 0-8-15,-3-5-14 0,0 0 3 0,-5 0 1 32,-1 0-25-32,0-3-5 0,0-2 0 0,1 2-1 15,-1-5-99-15,6 0-20 0,-3 6-4 0</inkml:trace>
  <inkml:trace contextRef="#ctx0" brushRef="#br0" timeOffset="1945.245">23324 1265 1743 0,'0'-8'49'0,"-3"0"11"16,3 0-48-16,-3-5-12 0,0 5 0 0,-3 0 0 15,0 0 83-15,0-5 13 0,-3-1 4 0,0 4 0 16,1-3-27-16,-4-1-5 0,0-1 0 0,0 1-1 15,-3-2-15-15,-3 1-4 0,0-1 0 0,0-5 0 16,-2-1-16-16,-4 6-3 0,0-5-1 0,-6-3 0 16,3 3-8-16,-5 0-3 0,-1-3 0 0,-6 3 0 15,0 0-17-15,-2 5 8 0,-4 0-8 0,-5-5 0 16,2 8 12-16,-3-3-12 0,4 0 12 0,-10-2-12 16,4 7 0-16,-4-2 0 0,0-3 0 0,-5 8 0 15,2 0 0-15,4 0-12 0,-4 3 0 0,-2-1 0 0,2 4 12 0,1 2 16 16,-1 0-3-16,-5 2-1 0,2 4-12 0,1 2 0 0,-1-3 0 15,-5 6 0 1,5-3-32-16,4 5-10 0,-4 0-2 0,1 3 0 0,2-3 20 0,1 6 3 0,-4-1 1 0,1 3 0 16,5-2 20-16,-2 2 0 15,-1 0-9-15,0 8 9 0,7-5 0 0,-1 10 0 16,4-2 0-16,-4-3 0 0,6 3-25 0,1-3-8 16,2 0-2-16,-2 6 0 0,8-6 24 0,0 0 11 0,1-3-10 0,5 9 10 15,6-6-8-15,0 8 8 0,6-5 0 0,1 5-9 16,5 0-3-16,0-3 0 0,6 3 0 0,-3 0 0 15,3-5 1-15,3 2 0 0,3-2 0 0,0 3 0 16,3-4-1-16,3 4-1 0,0 2 0 0,0 0 0 16,6-5 0-16,0 2 0 0,0-2 0 0,0 5 0 15,6-3 0-15,-3-5 0 0,5 3 0 0,1 2 0 16,0-2-8-16,3 0-2 0,0 5 0 0,3 3 0 16,-1-9 23-16,7 4 10 0,-3-3-1 0,3 5 0 15,2-8-9-15,1 0-12 0,3-5 2 0,3 5 1 16,2-5 9-16,4 2 0 0,3-5 0 0,2 3 0 15,-2-3 12-15,2-5 5 0,1-3 1 0,6 3 0 16,-1-8-29-16,-2 5-5 0,5-5-2 0,4 0 0 16,-4-5 34-16,1-1 6 0,-1 4 2 0,7-4 0 15,-4-2-24-15,1 0 8 0,-1-2-8 0,7-1 0 0,-7 0 12 0,1 1-3 16,-1-1 0-16,4-5 0 0,-7 0-1 0,1-2-8 0,-1 2 12 16,4-3-4-16,-7-2 12 0,1 0 1 0,0 2 1 15,2-7 0-15,-2 2-22 0,-4-3 0 0,4 1 0 0,-1 2 0 16,-2-5 18-16,0 5-1 0,-1 0 0 0,4-5 0 15,-7 0 0-15,-2-1 0 0,-3 1 0 0,2-3 0 16,-5 1-1-16,0-4 0 16,-7 3 0-16,1 1 0 0,-3-4 15 0,-4 1 2 0,1-1 1 15,0 3 0-15,-3-5-1 0,0 5 0 16,-1-2 0-16,-2-3 0 0,0 0-9 0,0 0-3 0,-3-3 0 0,-1 0 0 16,-2-5-1-16,0 3-1 0,-3-3 0 0,-3 0 0 15,-3 2 2-15,0 3 1 0,-3 1 0 0,-3-6 0 16,0 2-4-16,-3-2-1 0,0-5 0 0,-3 2 0 15,-6 3-4-15,0-5-1 0,-6 2 0 0,-3-2 0 16,-3 5-1-16,-8 5-1 0,2-5 0 0,-9 3 0 16,3-4-10-16,-2 1 8 0,-4-5-8 0,-3 2 8 15,1 3-8-15,-4 3 0 0,0 2 0 0,-5-2 0 16,-1 2-9-16,0 3-1 0,-2 5 0 0,-4-5 0 16,1 0-35-16,-4 5-7 0,-2-5-2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2:47:14.6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18734 2106 2017 0,'0'0'42'0,"0"0"10"0,0 0-42 0,0 0-10 0,0 0 0 0,0 0 0 15,0 0 68-15,0 8 12 0,-3 0 3 0,0 5 0 16,3-2-34-16,-3 2-6 0,3 8-2 0,-3-5 0 15,3 11-19-15,-3-9-4 0,0 9-1 0,-3 2 0 16,3-5-17-16,0 5 0 0,-3 0 0 0,4 0 0 16,-4 3 55-16,3 5 7 0,0 0 2 0,0 5 0 15,0-5-52-15,0 3-12 0,3-3 0 0,-3 3 0 16,3-6 0-16,-3 3-15 0,3-5 3 0,0 5 1 16,0 0 11-16,0 2 0 0,0 4 10 0,0-6-10 15,0 0 11-15,0-8-11 0,3-3 12 0,0 4-12 16,-3-4 0-16,3 3 0 0,-3-10 0 0,3 7 0 15,0-5 0-15,0 0 0 0,0 3 0 0,0-8 0 16,0 5-96-16,-1-7-25 0,1 4-6 16</inkml:trace>
  <inkml:trace contextRef="#ctx0" brushRef="#br0" timeOffset="214.923">19017 3027 2613 0,'0'0'74'0,"0"-3"16"0,0 1-72 16,0 2-18-16,0-8 0 0,0 8 0 0,0-5 57 0,0 5 8 0,3-3 2 0,-3 3 0 16,0 0-27-16,0 0-6 0,0 0-1 0,0 0 0 31,0 0-119-31,0 0-24 0,0 0-5 0</inkml:trace>
  <inkml:trace contextRef="#ctx0" brushRef="#br0" timeOffset="9219.374">19987 2813 2124 0,'0'-6'44'0,"0"1"10"16,0-3-43-16,0 6-11 0,0-9 0 0,-3 3 0 0,0 5 97 0,0-5 18 0,0 0 3 0,-2-2 1 31,-4 2-51-31,0 0-11 0,-3-3-1 0,0 4-1 16,0 1-42-16,-3 6-13 0,0-5 8 0,0 5-8 15,-3 0 55-15,1 5 7 0,-1-2 2 0,-3 7 0 16,3-2-52-16,-3 0-12 0,0 6 0 0,0 1 0 0,4-4 0 0,-1 2 0 0,3 0 0 0,3 1 0 31,3 2-48-31,0-1-13 0,3-1-3 0,6-4 0 16,3 3 0-16,6 1 0 0,0-6 0 0,3 0 0 16,3 0 0-16,3-6 0 0,2-2 0 0,-2 0 0 0,0 0 52 0,3-2 12 0,-6-4 0 0,3 4 0 15,-3-6 48-15,-3 0 13 0,2 0 3 0,-2 2 0 16,-3-1 0-16,0-1 0 0,0 0 0 0,-3 2 0 15,0 1-52-15,-3 2-12 0,0-2 0 16,-3 5 0-16,0 0 54 0,0 0 8 0,0 0 2 0,0 0 0 16,0 0-52-16,0 0-12 0,3 5 0 0,0 3 0 15,-3 6 0-15,3-6 0 0,0 2 0 0,0 3 0 16,-3 3 0-16,6 3 0 0,-3-3 0 0,3 0 0 16,0 5 0-16,3-8 0 0,-3 5 0 0,3 1 0 15,-3-3-48-15,-1-6-13 0,4 1-3 0,-3 0 0 16,0-1-73-16,0-2-15 0,0 0-4 0</inkml:trace>
  <inkml:trace contextRef="#ctx0" brushRef="#br0" timeOffset="9597.908">20223 2461 1507 0,'0'0'31'0,"0"0"9"0,0 0-32 0,-3-8-8 0,3 8 0 0,0-5 0 16,0 5 119-16,0 0 22 0,-3-3 5 0,3 3 1 15,0 0-15-15,0 0-4 0,0 0 0 0,0 0 0 16,0 0-51-16,0 0-10 0,0 0-3 0,0 0 0 15,0 0-51-15,-3 3-13 0,3 4 0 0,-3 4 0 16,3 5 54-16,-3 0 8 0,3 0 2 0,-3 5 0 16,0 3-52-16,3 2-12 0,0-2 0 0,-3 5 0 15,3-5 0-15,0 2 0 0,0-2 0 0,0 0 0 16,0 2-9-16,3-4-5 0,-3 1-1 0,0-1 0 16,3-1 15-16,-3 3 0 0,0-3 0 0,0-3 0 15,3 1-9-15,-3-1 1 0,0 3 0 0,3-5 0 16,-3 3-78-16,0-3-15 0,3-3-3 15</inkml:trace>
  <inkml:trace contextRef="#ctx0" brushRef="#br0" timeOffset="10132.976">20383 2844 2066 0,'0'0'43'0,"0"0"10"16,0 0-42-16,0 0-11 0,0 0 0 0,0 0 0 16,0 0 53-16,0 0 9 0,0 0 2 0,0 0 0 0,0 0 0 0,6 3 0 0,0-3 0 0,3 3 0 15,0-3-52-15,0 2-12 0,3-2 0 0,0 6 0 16,0-6 0-16,3 0 11 0,-1 2-3 0,1-2-8 16,0 0 0-16,0 0 0 0,-3-2 0 0,3 2-12 15,-3-6 60-15,-3 1 13 0,3 2 3 0,-3-2 0 16,-4 3-33-16,-2-6-7 0,3 2 0 15,-6 1-1-15,0 0-2 0,0-1 0 0,-3-2 0 0,-3 3 0 16,1 3-5-16,-1-6-2 16,-3 5 0-16,-3 0 0 0,0 3-14 0,0-5 0 0,-3 5 8 0,0 0-8 15,0 5 0-15,3-2 0 0,0 2 0 0,1 1 0 16,2 1 0-16,3 1 0 0,0-5-10 0,3 5 10 16,0 3-10-16,6-1 10 0,0 1-12 0,0 5 12 15,3-1-8-15,0-1 8 0,3 2 0 0,2 5 0 16,-2-5-9-16,0 5 9 0,0-3 0 0,0 9-9 15,0-11 9-15,-3 5 0 0,0 0 0 0,3-5 0 16,-6 0 0-16,0 5-13 0,-3-8 5 0,0 3 8 16,-3-3-30-16,0 3 2 0,-3-3 0 0,-3 3 0 15,0-5-6-15,0-1-1 0,-3 1 0 0,0-3 0 16,-2 0-2-16,-1-3-1 0,0 0 0 0,-3 1 0 16,3-4 38-16,3 1 0 0,-3-3 0 0,0 5 0 15,6-10 0-15,0 5 0 0,1-5 0 0,5 2 0 16,0-2 44-16,0 2 16 0,6-5 3 0,0 0 1 0,3-2-52 15,2-1-12-15,1 3 0 0,6-5 0 16,0 0-48-16,0 2-13 0,3-2-3 0,3 0 0 16,0-3 50-16,2 3 14 0,1-3 0 0</inkml:trace>
  <inkml:trace contextRef="#ctx0" brushRef="#br0" timeOffset="11352.341">20732 2874 1758 0,'0'0'36'0,"0"0"10"0,0 0-37 0,0 0-9 0,0 0 0 0,0 0 0 16,0 0 76-16,5 0 12 0,4 0 4 0,0 0 0 16,3 0-32-16,0 0-5 0,3-6-2 0,3 4 0 15,-3-4-42-15,3 4-11 0,-1-4 0 0,1 4 0 16,0-4 53-16,0 1 9 0,-3 3 2 0,-3-4 0 15,0 4-52-15,-3-6-12 0,-3 2 0 0,0 1 0 16,-3 2 30-16,-3-5 6 0,0 3 2 0,-3 3 0 16,-3-6-6-16,0 5-2 0,-3 0 0 0,-3 3 0 15,0 0-14-15,-3 0-2 0,-3 3-1 0,-3 2 0 16,4 1-23-16,-4 1-5 0,-3 1-1 0,3 3 0 16,0 2 16-16,3 0 0 0,0 1 0 0,4 2 0 15,5-1 0-15,0 1 0 0,3 3 0 0,3-1 0 16,3-2-54-16,3 3-8 0,3-9-2 0,3 4 0 15,3-1 52-15,2-5 12 0,1-6 0 0,6 1 0 16,0-3-60-16,6-3-8 16,-3-5-3-16,2 1 0 0,1-1 11 0,0-6 3 0,0 4 0 0,0-9 0 15,-1 1 41-15,-2-1 16 0,0 1-11 0,-3-1 11 0,0 1 0 0,-3-4 0 16,-1-1 0-16,-2 1 10 16,0-7 94-16,-3 3 20 0,0-1 3 0,-3-2 1 0,0 0-52 15,-3-5-9-15,0 2-3 0,-3 3 0 0,0 5 0 16,-3-2 0-16,0 10 0 0,-3-5 0 0,-3 7-51 0,3 4-13 0,-3-3 0 15,0 5 0-15,0 2 0 16,0 4 0-16,-3 2 0 0,3 0 0 0,0 2 29 0,-3 1 3 0,3 5 1 0,0 3 0 16,0 4-53-16,0 4-10 0,0-1-2 15,0 9-1-15,3 2 33 0,1 3 0 0,-1 2 0 0,3-2 0 16,0 2 0-16,0-5 0 0,0 1 0 0,0 1 0 16,3 1 0-16,-3-3 0 0,0 6 0 0,2-6 0 15,-2 0 0-15,3 0 0 0,-3 0 0 0,0-3 0 16,0 1-58-16,0-9-5 0,0 1-1 0,0-3 0 15,0-3 52-15,0-2 12 0,0-1 0 0,0-2 0 16,0 0 48-16,0-8 13 0,0 0 3 0,0 0 0 16,0 0-52-16,0 0-12 0,0 0 0 0,3-10 0 15,-3-1 0-15,3 3 0 0,-3-8 0 0,3 3 0 16,3-8 0-16,0 5 0 0,0-8 0 0,3 3 0 16,-3 2 0-16,3 1 0 0,3-3 0 0,-3 5 0 15,3 3 0-15,-3-3 0 0,3 8 0 0,0-6 0 16,-1 7 0-16,-2 1 0 0,3 4 0 0,-3-4 0 15,0 6 54-15,3 0 8 0,-3 0 2 0,0 0 0 16,0 6-52-16,0-4-12 0,0 6 0 0,-3-3 0 16,0 3 0-16,0 6 0 0,-3-6 0 0,0 2 0 0,-1 3 0 0,-2 1 0 15,0-4 0-15,0 9 0 0,-5-9 0 0,-1 4 0 16,0-1 0-16,-3-3 0 0,0 1 0 0,-3 0 0 0,-3 2-12 0,3-5 12 16,-3 0 0-16,0 0 0 0,-3-3 8 0,4 0-8 31,-1-2-45-31,0-1-15 0,0-2-4 0,3 0 0 15,0 0-153-15,3-5-31 0,0 0-7 0</inkml:trace>
  <inkml:trace contextRef="#ctx0" brushRef="#br0" timeOffset="12013.805">21470 2837 1824 0,'0'0'76'0,"0"0"-60"16,0 0 72-16,0 0 16 0,0 0 2 0,6 0 1 16,0 0-16-16,0 0-3 0,0 0-1 0,-1 2 0 15,4-2-30-15,0 0-5 0,0 5-2 0,0-5 0 16,3 3-13-16,0 2-2 0,0 1-1 0,0 2 0 31,3 0-18-31,-3-1-4 0,0 1-1 0,-1 6 0 0,1 2-11 0,0-3 0 0,-3 3 0 0,0 5 0 16,-3-5 0-16,0-3 8 0,-3 3-8 0,0 0 0 15,-3-3 0-15,3 3 0 0,-3-3-14 0,-3-5 5 16,0 0-15-16,3 0-4 16,-3 0 0-16,0-3 0 0,3-5 28 0,0 0 0 0,0 0 0 0,0 0 0 15,0 0 0-15,0 0 0 0,-6 0 0 0,3-5 0 16,3-3 0-16,0 0 0 0,0 0 0 0,3-8 0 15,3 5 0-15,-3-4 0 16,3 1 12-16,0-1-4 0,0-4 6 0,0 6 2 0,3-6 0 0,0 3 0 16,0 0-4-16,0 3-1 0,-1 3 0 0,4-6 0 15,-3 5 8-15,0 1 1 0,-3 2 1 0,3-3 0 16,-3 8-4-16,3-4-1 0,-3 7 0 0,0-6 0 16,0 4-2-16,0 2-1 0,0 2 0 0,0 4 0 15,0-4-3-15,0 3-1 0,-3 1 0 0,3 4 0 16,-3 4-9-16,0-1 0 0,-3 5 0 0,2-2 8 15,-2 5-31-15,0-2-6 0,-2-1-2 0,2 4 0 16,-3-1 31-16,0-8 0 0,-3 3 0 0,3-3 0 16,-3 3-85-16,3-8-11 0,0-3-3 0</inkml:trace>
  <inkml:trace contextRef="#ctx0" brushRef="#br0" timeOffset="12175.69">22110 2588 2310 0,'-12'-19'48'0,"6"17"11"0,0-1-47 0,3-2-12 0,3 5 0 0,-6-3 0 16,6 3 76-16,0 0 12 0,0 0 4 0,0 0 0 15,-6 8-74-15,0-5-18 0,3 2 0 0,3 3 0 32,3 5-151-32,0-5-33 0</inkml:trace>
  <inkml:trace contextRef="#ctx0" brushRef="#br0" timeOffset="12449.626">22348 2829 2553 0,'0'0'53'0,"0"0"12"0,-3 0-52 0,3 0-13 0,-3-8 0 0,3 8 0 16,-3-3 54-16,0 0 8 0,-3 1 2 0,3-1 0 16,-3 3 0-16,-3 3 0 0,3-3 0 0,-6 2 0 15,3 4-52-15,-6 2-12 0,4 0 0 0,-4-1 0 16,0-1 0-16,0 4 0 0,0 4 0 0,0-4 0 15,0 9 0-15,0-3 0 0,6-3 0 0,-2 5 0 16,5 1 0-16,3-3 0 0,0 5 0 0,3-5 0 16,3-3 0-16,3 3 0 0,2-3 0 0,1 3 0 15,0-8 54-15,3 0 8 0,3 0 2 0,0 0 0 16,0-3-52-16,3 3-12 0,-3-5 0 0,5-1 0 16,1 1-48-16,0 0-13 0,0-3-3 0,3-3 0 15,3 0-153-15,-1 1-31 0</inkml:trace>
  <inkml:trace contextRef="#ctx0" brushRef="#br0" timeOffset="13723.311">20886 3752 2066 0,'6'-21'43'0,"-6"16"10"0,0-3-42 0,-3 0-11 0,0 0 0 0,0 0 0 16,-3 0 96-16,-3 3 16 0,1-3 4 0,-4 5 1 15,-3-5-33-15,-3 3-8 0,0 2 0 0,-3 0-1 16,0 3-60-16,0 0-15 0,1 0 0 0,-4 3 0 15,3 2 54-15,3-2 8 0,0 5 2 0,0-5 0 16,1 5-52-16,-1-3-12 0,3 0 0 0,3 3 0 16,3 3 0-16,3-3 0 0,0 0 0 0,6 2 0 15,0 1-48-15,6 2-13 0,0 0-3 0,6 3 0 16,0-5 52-16,0 2 12 0,3 3 0 0,2-3 0 16,4 3 0-16,0-3 0 0,3 0 0 0,3 1 0 15,-3-1 28-15,-4-3 9 0,4 1 2 0,-3 0 0 16,-3-1-11-16,-3 3-3 0,0-5 0 0,-6 6 0 15,-3-7-25-15,-1 1 0 0,-5 0 0 0,0 6 0 16,-2-6 0-16,-7-3 0 0,0 3 0 0,0 0 0 16,-6 0 0-16,0 0 0 0,0-6 0 0,-3 6 0 15,3-3-46-15,0 1-14 0,1 2-4 0,2-8 0 16,0 2 52-16,3-2 12 0,0 0 0 0,9 0 0 16,-3-2-54-16,3-6-8 0,3 0-2 0,3 0 0 15,6-3 0-15,0 1 0 0,3-1 0 0,-1 1 0 0,7-6 52 16,-3 2 12-16,6 1 0 0,-3 0 0 0,0 2 0 0,-1-2 0 15,1 0 0-15,0 2 0 16,-6 3 48-16,0-2 13 0,0 4 3 0,-3 1 0 0,0 0 0 0,-3 2 0 16,-1 3 0-16,-2 0 0 0,3 0-14 0,-3 0-2 0,0 0-1 0,0 6 0 15,0-1-24-15,0 0-5 0,0 3-1 0,0 0 0 16,0 0-17-16,-3 0 8 0,0 0-8 16,3 2 0-16,-3-2 0 0,0 0 0 0,0 0 0 0,0 0 0 15,-3 0-108 1,3-3-15-16,-3 1-3 0,0-6-1 0,0 0-117 0,0 0-23 0</inkml:trace>
  <inkml:trace contextRef="#ctx0" brushRef="#br0" timeOffset="13823.624">21104 3874 1824 0,'-9'-35'38'0,"6"22"8"0,3 0-37 0,-3-3-9 0,3 0 0 0,0 0 0 16,0 3 46-16,3-3 7 0,-3 3 2 0,3 5 0 15,0-5-55-15,0 2-21 0,0 6 1 0</inkml:trace>
  <inkml:trace contextRef="#ctx0" brushRef="#br0" timeOffset="14844.349">21232 3810 2066 0,'3'8'43'0,"0"0"10"16,0-5-42-16,-1 5-11 0,1-3 0 0,0 3 0 0,0 0 104 0,0-3 20 0,3 3 3 0,-3 0 1 15,0 0-52-15,0 0-9 0,0 2-3 0,0-2 0 16,0 3-51-16,-3-3-13 0,3 0 0 0,0 0 0 31,-3 2 0-31,0-2 0 0,3 0 0 0,-3 0 0 16,0 0 0-16,0 0-15 0,0 0 3 0,-3-3 1 0,3 1 11 0,-3 2 0 15,3-8 0-15,-3 2 0 0,3-2 0 16,-3 6 0-16,3-6 0 0,0 0 8 0,0 0-8 0,-6 0 0 16,6 0 0-16,-6-6 0 0,6 4 0 0,-3-9 0 0,3 6-8 0,3-3 8 15,-3 2 0-15,6-1 0 0,-3-4 0 0,3 3 0 16,0 0 0-16,3-3 0 0,-3 1 0 0,3-1 0 15,0 3 0-15,0-5 0 0,0 3 0 0,0 4 0 16,-3-2 0-16,3 3 0 0,-3 0 0 0,-1 2 8 16,1 3-8-16,0 0 0 0,0 3 0 0,0-1 0 15,-3 1 0-15,3 5 0 0,0-3 0 0,-3 3 0 16,0 0 0-16,3 5 0 0,-3-5 8 0,0 0-8 16,0 3 0-16,0-1 0 0,0 1 0 0,0-3 0 15,0 3 0-15,-3-4 0 0,0 1 0 0,3 0 0 16,-3 0 0-16,0-2 0 0,0-6 0 0,0 0-8 15,0 0 8-15,0 0 0 0,0 0 0 0,0 0 0 16,0 0 0-16,0 0 0 0,0 0 8 0,0 0-8 16,0 0 12-16,0 0-3 0,3-6 0 0,0 1 0 15,0-3-9-15,0 3 0 0,0-1 0 0,0-1-11 16,0-4 11-16,3 3 0 0,-3 0 0 0,3 0 0 16,0-2 0-16,0 2 0 0,-1 2 0 0,1-2 0 15,3 3 28-15,-3 0 7 0,0-1 1 0,0 4 1 16,0-1-21-16,0 3-5 0,0 0-1 0,0 3 0 15,-3-1-10-15,3 1 0 0,-3 2 0 0,0 3 0 16,-3 0 16-16,3-2 0 0,-3 4 1 0,3-2 0 16,0 5-65-16,0-7-12 0,0 2-4 0,0 2 0 15,0-2 0-15,0 3 0 0,0-3 0 0,0 0 0 16,0 0-102-16,0-3-21 0,0 0-4 0,3-2-1 16,-3-1 52-16,2 1 9 0,1-3 3 0,0 0 0 0,-3 0 102 0,3-3 26 0,0 1 0 0,-3-1 0 15,3-2 53-15,-3 0 16 0,0-3 3 0,0 0 1 16,0 0 65-16,0 0 13 0,0 2 2 0,-3-1 1 15,3-7-33-15,0 6-6 16,-3-5-2-16,3 5 0 0,0-2-55 0,0 4-11 0,0-2-3 16,0 0 0-16,0 3 16 0,0 0 4 0,0 0 0 0,-3 5 0 15,0 0-52-15,0 0-12 0,3 2 0 0,3 1 0 16,-3 2 0-16,3 0 0 0,-3 3 0 0,0 0 0 16,0 3 0-16,0-1 0 0,0 1 0 0,0 0 0 15,0 5 0-15,0-6 0 0,-3 3 0 0,5 1 0 16,-5-4 0-16,0 1-13 0,3 5 2 0,-3-8 1 15,0-1 10-15,3 1 0 0,-3 0 0 0,0-2 0 16,0 2 0-16,0-8 0 0,0 0 0 0,0 0 0 16,0 0 0-16,0 0 8 0,0 0-8 0,0 0 8 15,0 0 10-15,0 0 2 0,-3-8 1 0,3 2 0 16,0-2 11-16,0 0 1 0,0 1 1 0,0-1 0 16,0-6-7-16,0 1-2 0,0 3 0 0,0-6 0 15,0 2-6-15,0-4-2 0,3 2 0 0,0-2 0 0,-3 4-8 16,3-7-1-16,0 5-8 0,3-2 12 0,-3 2-4 15,3 5 0-15,-3-5-8 0,3 3 12 16,0 5-12-16,0-5 9 0,0 5-9 0,0 0 8 16,3 3 1-16,-3 2 0 0,3 1 0 0,-3-1 0 15,3 6-9-15,0-3 0 0,0 5 0 0,-4 0 0 0,1 3 0 16,3-3 0-16,-3 3 0 0,0 8 0 0,-3-8 0 0,0 3-9 16,0 2 9-16,-3 0-13 0,0 0 13 0,0-2 0 0,-3 0-10 15,0-1 10 1,-3 3-40-16,3-5-4 0,-3-2-1 0,-3 2 0 0,3 2-78 15,1-2-15-15,-1-3-3 0</inkml:trace>
  <inkml:trace contextRef="#ctx0" brushRef="#br0" timeOffset="15323.969">21976 4043 1824 0,'9'-5'76'15,"6"0"-60"1,-4-3 140-16,4-3 29 0,0 3 6 0,0-3 1 15,3-2-103-15,0 3-20 0,0-4-4 0,-3 1-1 16,2-3 0-16,-2 0 0 0,3-2 0 0,-3-3 0 16,0 2 0-16,0-5 0 0,0 3 0 0,0-5 0 15,-1 2-51-15,1 3-13 0,0 5 0 0,-3-8 0 16,0 11 0-16,-3-3 0 0,-3 3 0 0,0 0 0 16,-3 5 0-16,0-3 0 0,-3 3 0 0,-3 5 0 15,0 1 23-15,-3 2 1 0,-3 0 1 0,0 0 0 16,0 5-40-16,-3 3-8 0,3 0-1 0,-3 3-1 15,0 4 25-15,4 4 0 0,-1-3 0 0,0 8 0 16,3 2 0-16,3-5 0 0,0 8 0 0,0 3 0 16,3-8-56-16,3 5-7 0,0-3-1 0,3 1 0 0,0-1 52 0,0-7 12 15,3 2 0-15,-1-5 0 16,4-3-54-16,0-2-8 0,-3-3-2 0,3-3 0 0,0 0 52 0,0 1 12 0,0-6 0 16,0 0 0-16,0-6 16 0,-3 6 5 0,3-5 2 15,-1 0 0-15,-2 2 30 0,-3-5 7 0,3 6 0 0,-3-6 1 16,0-3-9-16,0 3-1 0,0-3-1 0,0 4 0 15,0-7-18-15,0 6-4 0,0 0-1 16,-3-5 0-16,3 5-9 0,-3 0-2 0,0 0 0 0,0 3 0 16,0 0-5-16,3-1-2 0,-6 4 0 0,0 2 0 15,0 0-9-15,0 0 8 0,0 0-8 0,0 0 8 16,0 0-8-16,0 0 0 0,3 2 0 0,0 4 0 16,0-1-10-16,-3 3 10 0,3-3-13 0,0 1 5 15,-3-6-89-15,3 5-18 0,-1 0-3 0</inkml:trace>
  <inkml:trace contextRef="#ctx0" brushRef="#br0" timeOffset="15491.038">22589 3771 2343 0,'-12'-11'48'0,"0"3"13"0,3 0-49 15,0-5-12-15,3 5 0 0,3 3 0 0,0-3 56 0,3 5 9 16,3-5 2-16,0 3 0 0,3 0-67 0,3 2 0 0,0-2-11 0,0 2 1 31,3-5-183-31,-3-3-37 0</inkml:trace>
  <inkml:trace contextRef="#ctx0" brushRef="#br0" timeOffset="15909.768">23012 3501 2457 0,'3'-16'51'0,"0"3"13"0,0-6-52 0,-3 3-12 15,0 0 0-15,0 0 0 0,-3 3 119 0,0 0 21 0,0 2 4 0,0 3 0 16,-3 0-60-16,0 1-12 0,0 4-2 0,0-2-1 15,-3 5-38-15,3 0-8 0,-3 2-2 0,0 4 0 16,0 1-21-16,0 4 8 0,0 2-8 0,0 8 0 16,0-5 0-16,3 8 0 0,-2 3 0 0,2-4-12 15,3 4 12-15,0-3 0 0,3 5-9 0,0-5 9 16,-3 2 0-16,3 6 0 0,0-3 0 0,0 0 0 16,0 3 0-16,-3 0 0 0,0 2 0 0,0 0 0 15,0-7-11-15,-3-1 11 0,0-2-8 0,-3-5 8 16,3-1-16-16,-3-2 3 0,-3 3 0 0,3-9 0 15,0 1 4-15,0-3 1 0,0 0 0 0,0 0 0 16,4-6 17-16,-1 1 4 0,0-3 1 0,6 0 0 16,-3 0-35-16,3 0-7 0,-6-5-2 0,3-1 0 15,0 4 18-15,3-9 3 0,0 3 1 0,0 0 0 16,3 0 8-16,0-2 0 0,0-1-9 0,3 0 9 16,0 1 0-16,0-3-9 0,2 2 9 0,1 0 0 15,0 1 0-15,3-1 0 0,0 3 0 0,0 0 0 16,0 0 0-16,0 6 0 0,0-1 0 0,0-2 0 15,-3 5 0-15,0 5 16 0,-1-5-4 0,1 5 0 16,0 1 0-16,-3-1-1 0,0 3 0 0,3 0 0 0,-3 0-11 16,0 0 8-16,0 2-8 0,-3-2 8 0,3 0-16 15,-3 0-4-15,3 0-1 0,-6 0 0 16,3-3-173-16,-3-5-34 0</inkml:trace>
  <inkml:trace contextRef="#ctx0" brushRef="#br0" timeOffset="16047.532">23041 3768 2488 0,'3'-21'52'0,"0"2"12"0,3 6-52 0,0-6-12 0,0 4 0 0,3 4 0 15,0-5 41-15,0 6 6 0,0 2 1 0,0 2 0 16,0 1-109 0,3 0-22-16,-3 2-4 0</inkml:trace>
  <inkml:trace contextRef="#ctx0" brushRef="#br0" timeOffset="16631.671">23306 3810 2074 0,'0'0'88'15,"0"0"-71"1,0 0 110-16,0 0 21 0,0 0 5 0,0 0 1 16,0 0-76-16,0 0-15 0,-3-5-3 0,3 5-1 15,-3-3-15-15,3 3-4 0,-3-2 0 0,3 2 0 16,-6-3-16-16,-3 3-3 0,4 3-1 0,-4-1 0 15,3 1-12-15,-3 5-8 0,0-3 8 0,0 6-8 16,0-3 0-16,0 5 0 0,0 0 0 0,3-2 0 16,0 2 0-16,0 0 0 0,3 0 0 0,0 3 0 0,0-5-11 15,3-1 11-15,3 1-13 0,-3 0 5 0,6-3-5 16,0 2-1-16,0-2 0 0,6 0 0 16,0 0 5-16,0-3 1 0,3 1 0 0,3-4 0 15,-4 4 8-15,4-6 0 0,3 0 0 0,-3 0-8 0,3-6 8 0,-3 4 9 0,0 2-1 16,-1-8-8-16,1 0 39 0,0 0 1 0,0 2 0 0,0-7 0 15,0 3 8-15,0-1 1 0,-1-2 1 16,1-3 0-16,-3 5-20 0,3-10-4 0,-3 5-1 0,-3-2 0 16,-3 2-7-16,0-3-2 0,-3 6 0 0,-6 0 0 15,0 0 2-15,-3 2 0 0,-3 1 0 0,0 2 0 16,-6 2-18-16,0 4 10 0,-3 2-10 0,0 0 8 16,0 0-8-16,0 5-9 0,1 0 9 0,2 3-13 15,0 0-7-15,3 3-2 0,0-1 0 0,3 6 0 16,3-5-21-16,0 7-4 15,0-2-1-15,3-3 0 0,3 3-34 16,0-3-7-16,0 3-2 0,3-5 0 0,0-3-5 16,0 0 0-16,3 2-1 0,0-7 0 0,-3 2 67 0,3-5 14 0,-4 0 2 0,1 3 1 15,3-3 41-15,-6 0 9 0,-3 0 2 0,6-3 0 16,0 3 19-16,-3-5 4 0,3 2 1 0,0 3 0 16,0-5-19-16,-3 2-3 0,3 3-1 0,0 0 0 15,0 0-19-15,-3 3-4 0,3-3-1 0,-3 5 0 16,3-5-8-16,-3 3-8 0,0 2 9 0,3 1-9 15,-3-1 0-15,3 0 0 0,0 3 0 0,-1-3 0 16,-2 1-8-16,3 2-5 0,0-3-1 0,0 0 0 16,0 1-93-16,0 2-18 0,0-6-4 0</inkml:trace>
  <inkml:trace contextRef="#ctx0" brushRef="#br0" timeOffset="17119.244">23854 3651 2191 0,'6'-26'45'0,"0"5"12"0,0-6-45 16,0 9-12-16,0-1 0 0,0 1 0 0,0 5 100 0,0 5 19 0,0 0 3 0,-3-3 1 15,0 8-29-15,-3 3-6 0,0 0 0 0,0 0-1 16,5 6-31-16,-2 2-7 0,-3 2-1 0,3 1 0 16,-3 5-18-16,3 2-4 0,-3 1-1 0,0-1 0 15,0 3-16-15,-3-2-9 0,3 5 10 0,0 0-10 16,0 2 8-16,0 6-8 0,3 0 0 0,-3 2 0 15,3 0 0-15,-3-2 8 0,3-3-8 0,-3 0 0 16,3-7 0-16,-3 1 0 0,0-1 0 0,3-7 0 16,-6 1 0-16,3 0 0 0,-3-5 0 0,0-1 0 15,3 4 0-15,-3-9 0 0,0 0 0 0,3 0 0 16,0-5 0-16,0 0-8 0,0 0 8 0,0 0-10 16,0 0 0-16,0 0 0 0,0 0 0 0,0 0 0 15,0-5-2-15,0-3 0 0,3 0 0 0,0 0 0 16,0-2 12-16,0 2-13 0,0-3 5 0,3-2 8 15,-3 2-10-15,3-2 10 0,0 0 0 0,3 2-9 16,0-2 9-16,-3 0 0 0,3 2 0 0,0-2 0 16,0 2 0-16,0 1-10 0,3 2 10 0,-3 0 0 15,-1 3-11-15,4 2 11 0,-3 0-10 0,0 1 10 0,0 2 0 16,0 2 0-16,-3 1 0 0,3 0 10 16,-3 7 2-16,3-7 1 0,-3 5 0 0,0 2 0 0,0 1-5 15,0 2-8-15,-3-5 11 0,3 3-11 0,-3 2 9 0,-3-2-9 0,3 5 0 16,-3-6 9-16,0 1-9 0,0-1-11 0,0 4 3 0,0-9 0 31,-3 5-41-31,0-2-8 0,0 0-2 0</inkml:trace>
  <inkml:trace contextRef="#ctx0" brushRef="#br0" timeOffset="17276.413">24241 3715 2314 0,'9'-21'65'0,"3"5"15"16,0 0-64-16,-3 3-16 0,3 0 0 0,-1-1 0 16,-2 6 15-16,0 0-1 0,3 6 0 0,-3-6 0 15,3 3-151-15,-3 2-31 0</inkml:trace>
  <inkml:trace contextRef="#ctx0" brushRef="#br0" timeOffset="17888.24">24577 3826 2283 0,'-12'3'96'16,"0"-1"-76"-16,4 1 118 16,-4 0 24-16,0-1 5 0,0 6 1 0,-3-5-88 0,0 2-16 0,3-2-4 0,-3 2-1 15,0 0-39 1,1 1-8-16,2 4-2 0,-3-7 0 0,6 5-10 0,-3 0 0 0,6 0 0 16,-3 2 0-16,6 1 0 0,0-3-9 0,3 2 9 0,0 1 0 15,6 0-24-15,0-3 1 0,0 2 1 0,3 1 0 31,3-3-3-31,0-3-1 0,3 6 0 0,-4-9 0 16,4 4 9-16,0-4 1 0,-3-2 1 0,3 3 0 0,-6-3 15 0,3 0 0 16,0-3-10-16,-3 1 10 0,-3-4 0 0,3 4 13 15,-3-9-1-15,-4 3-1 0,4-3 10 0,-3 4 3 0,0-9 0 0,0 2 0 16,0-1 2-16,0 1 1 0,3-4 0 16,-3-1 0-16,3 1-11 0,0-1-1 0,3 1-1 0,-3-1 0 15,3 1-14-15,0-1 8 0,0 1-8 0,0 2 0 16,0 3 8-16,3 2-8 0,-1-2 0 0,-2 5 0 15,3 2 0-15,0 1 0 0,0 3 0 0,0-1 0 16,0 3 0-16,-3 3 0 0,0-1 0 0,0 3 0 16,0 6 0-16,-3-3 0 0,0 5 0 0,0 3 0 15,-3 0 0-15,-1 5 0 0,-2-2 0 0,3 2 0 16,-3 0 0-16,-3 0 0 0,3 0 0 0,-2-7 0 16,2 1-9-16,-6 1 9 0,3-5 0 0,-3-1-9 15,3 1 9-15,-3-6 0 0,0 1 0 0,3-1 0 16,-3-2 0-16,6-3 0 0,-6 2 0 0,6-2 8 15,-6-2-8-15,3-1 0 0,0 0 0 0,0-2 8 16,0-3-8-16,3 0 8 0,0 0-8 0,0 0 8 16,3 0-8-16,3-8 11 0,0 6-11 0,0-1 12 15,0-7 0-15,6 7 0 0,-3-5 0 0,3 0 0 16,-1 6 2-16,1-1 1 0,3 1 0 0,-3 2 0 0,0 0-4 16,0 5-1-16,0 3 0 0,-3-5 0 0,0 10-10 15,0-5 12-15,-3 3-12 0,0 5 12 0,0-3-12 0,-1 8 0 16,1-5 0-16,0 0 8 0,0 5-8 0,0-2 0 0,0 2 0 15,0 0-11 1,0 3-19-16,3-5-4 0,-3 2-1 0,0 0 0 16,0 1-125-16,0 1-26 0,0-1-5 0</inkml:trace>
  <inkml:trace contextRef="#ctx0" brushRef="#br0" timeOffset="18724.238">18434 5654 1337 0,'-9'3'56'0,"0"2"-44"15,0-2 92-15,3 0 18 0,-3-1 4 0,0-2 1 16,0 0-5-16,3 0-1 0,-3 0 0 0,3-2 0 16,0-1-34-16,0-2-7 0,3-1-2 0,0 4 0 15,0-6-25-15,3 0-5 0,3 0 0 0,-3 0-1 16,6 0-6-16,-3 0-1 0,6-2 0 0,0 2 0 15,3 0-4-15,0-3-2 0,3 3 0 0,0 0 0 16,3 0-7-16,-1 0-2 0,1 3 0 0,3 0 0 16,-3 0-9-16,0 2-1 0,-3 0-1 0,3 3 0 15,-7 0-14-15,4 0 8 0,-3 6-8 0,0-4 0 16,-3 6 24-16,0 0 0 0,0 0-1 0,-3 3 0 16,-3 2-47-16,0 0-8 0,-3 0-3 0,-3 6 0 15,0-3 16-15,-3 0 3 0,0 2 1 0,-3 1 0 16,0 2-4-16,0 0-1 0,-3 0 0 0,0 3 0 0,1-3 4 0,-1 0 1 15,0 3 0-15,0-3 0 0,0 0 15 16,0-2-11-16,0-1 11 0,3-2-10 0,0 0 10 0,0-3 0 16,3 1 0-16,0-4 0 0,3 1 0 0,3-1 0 0,-3-2 0 0,3 0 0 15,3 0 0-15,3 0 0 0,0-3 0 0,0 1 0 16,3-1 0-16,0 0 0 0,3 1 0 16,0-4 0-16,-3 4 8 0,3-4-8 0,0 1 8 0,0 0-8 15,-1-3 20-15,4 0 0 0,-3 0 0 0,0 0 0 16,0-3-42-16,0 3-9 0,3-3-1 15</inkml:trace>
  <inkml:trace contextRef="#ctx0" brushRef="#br0" timeOffset="18900.901">18975 5943 2777 0,'0'0'58'0,"0"0"13"15,0 0-57-15,0 0-14 0,0 0 0 0,0 0 0 16,-3-3 60-16,3 3 8 0,3-5 3 0,-3 5 0 16,0-5-56-16,3-1-15 0,-3 6 0 0,3-2 0 15,-3 2-120-15,0 0-28 0,3-6-7 0</inkml:trace>
  <inkml:trace contextRef="#ctx0" brushRef="#br0" timeOffset="23209.269">19642 5644 2066 0,'0'0'43'0,"0"0"10"0,0 0-42 0,0 0-11 0,0 0 0 0,0 0 0 15,0 0 104-15,0 0 20 0,0 0 3 0,3 5 1 16,-3 3-103-16,3 0-25 0,-3 0 0 0,0 3 0 0,0 2 28 16,0 0 1-16,-3 3 0 0,3 2 0 0,0 1 5 0,-3 2 1 0,0 0 0 0,3 3 0 15,-3 0-35-15,0 0 0 0,0 0 0 0,0 2 0 32,0-5-16-32,0-2-11 0,0-1-1 0,0 3-1 0,3-5 29 15,-3-2 0-15,0 1 0 0,0-4 0 0,3 2 0 16,-3-5 0-16,3 3 0 0,0-6 0 0,0 3 0 0,0-8 0 0,0 0 0 15,0 0 0-15,0 0 8 0,3 0-8 16,3 0 9-16,0-3-9 0,3-5 14 0,-3 3-3 16,6-5-1-16,-3-1 0 0,0-5 11 0,3 0 3 0,-3 0 0 0,6-5 0 15,-6 3 4-15,2-4 2 0,1-1 0 0,0-1 0 16,-3 3-8-16,3-1-2 0,0 1 0 0,-3 0 0 16,3 3-20-16,-3-1 0 0,3 1 0 0,-3 4 8 15,0 1-8-15,-1 0 0 0,1 5 0 0,0-3 0 16,-3 3 0-16,0 3 0 0,0 0 0 0,0 0 0 15,-6 5 32-15,0 0 4 0,0 0 2 0,0 0 0 16,0 0-10-16,0 0-1 0,0 0-1 0,0 0 0 16,0 0-35-16,-6 5-7 0,0 0-2 0,-3 0 0 15,0 6 29-15,0-3 5 0,1 0 2 0,-1 2 0 16,0 1-28-16,0 0-6 0,0 2 0 0,0-3-1 16,0 1 27-16,0 0 6 0,3 2 0 0,-3-3 1 15,6 1-30-15,-3-3-7 0,0 3 0 0,3-1-1 16,0-2 21-16,0 3 0 0,3-3-9 0,3 2 9 15,0-2 15-15,0 0 6 0,3 0 2 0,0 0 0 16,0-3-38-16,0 3-7 0,0 0-2 0,3-3 0 16,0 1 39-16,0-1 7 0,0 0 2 0,3 1 0 0,0-4-24 15,-4 3 0-15,7-2 0 0,-3 2 0 0,0-2 0 0,0 2 0 16,0-2 0-16,0 0 0 0,0-1-11 16,0 1-6-16,3 0-2 0,-6 2 0 0,2-2 0 0,-2-1 0 15,3 1 0-15,-3-1 0 16,0 1-116-16,0 0-23 0,0-3-5 0</inkml:trace>
  <inkml:trace contextRef="#ctx0" brushRef="#br0" timeOffset="23505.751">20225 5906 1824 0,'0'0'76'0,"0"0"-60"16,0 0 140-16,0 0 29 0,0 0 6 0,0 0 1 15,0 0-103-15,0 0-20 0,0 0-4 0,6 0-1 16,0 0 0-16,6 0 0 0,-3-3 0 0,6 3 0 16,-3-2 0-16,3-1 0 0,0 0 0 0,0 1 0 15,0-1-64-15,2 0-9 0,1 1-4 0,-3-1-1 16,3 0 14-16,-3 1 0 0,0 2 0 0,-3-3 0 15,3 3-96-15,-4 0-14 16,1-3-2-16,0 1-1 0,-3 2-115 0,0 2-22 0</inkml:trace>
  <inkml:trace contextRef="#ctx0" brushRef="#br0" timeOffset="25548.828">20830 5771 1804 0,'3'-13'37'0,"-3"13"10"0,0-3-38 0,3-2-9 0,3-1 0 0,-3 4 0 15,3-3 124-15,0 2 22 0,-1-2 5 0,1 5 1 16,0-3-60-16,0 3-12 0,3-3-3 0,-3 3 0 16,0 3-45-16,3-3-8 0,0 3-3 0,-3 2 0 15,0 3-21-15,0 0 8 0,0 2-8 0,-3 1 0 16,0 2 0-16,0 0 0 0,-3 1 0 0,0 1 0 15,0 1 0-15,0 0 0 0,-3 0 0 0,0-3 0 16,0 1 0-16,0-4 0 0,0 1 0 0,0-1 0 16,0-2 0-16,0 0 0 0,0-3 0 0,3-5 0 15,0 0 12-15,0 0-3 0,0 0 0 0,0 0 0 16,0 0-9-16,-3-5 0 0,3-3 0 0,-3 0 0 16,6-5 0-16,-3 0 0 0,3 0 0 0,0-3 0 15,0 0 0-15,3-3 0 0,0 3 0 0,3-2 0 16,0-1 0-16,-3 1 0 0,3-3 0 0,0 5 0 15,-1-3 21-15,4 3 3 0,-3 1 0 0,3 1 0 16,-3 4-24-16,3-1 0 0,-3 1 0 0,3 2 0 16,0 2 0-16,-3 4 0 0,0-1 0 0,3 3 0 15,-4 0 0-15,1 3 0 0,0 2 0 0,-3 0-8 16,3 1 8-16,-3 4 0 0,0 1-9 0,3-1 9 16,-3 1 0-16,-3 2 0 0,3 0 0 0,-3 1 0 15,-3 2-9-15,3-3 9 0,-3 3 0 0,0 0 0 0,-3-3 0 0,3 0 0 16,-3 0 0-16,-3 0 0 15,3-2-18-15,0-3 3 0,-3 0 1 0,0 0 0 16,3-3 14-16,3-5 0 0,0 0 0 0,0 0 0 0,0 0 0 0,0 0 0 16,-3-5 0-16,0 0 0 0,0-3 0 0,3-3 0 0,3 0 0 0,-3 1 0 15,6-3 48-15,-3 2 13 0,3-2 3 0,0 0 0 16,3 2-64-16,0-2-18 0,0 0-1 0,3 2 0 16,-3 3 19-16,3-3 0 0,-1 1 0 0,-2 2 9 15,3 3-9-15,0-3 0 0,0 2 0 0,-3 1 0 16,3 0 0-16,-3 2 0 0,3 0 0 0,-3 3 0 15,0 0 0-15,-3 3 0 0,0 0-9 16,-3 2 9-16,2 0 0 0,-2 1-10 0,0-1 10 0,0 3-8 16,-3 2 8-16,0-2 0 0,0 3-9 0,0 0 9 15,0 2-8-15,0 3 8 0,0-3-10 0,-3 3 10 16,3 0-15-16,0-3 3 0,0 3 1 0,0 0 0 16,0-3-4-16,3 0-1 0,-3-2 0 0,3-1 0 15,0 1-4-15,0-3 0 0,3 0-1 0,-3 0 0 16,6-6 3-16,-3 1 1 0,6 0 0 0,0-1 0 15,0-2 17-15,3-2-12 0,0-1 12 0,3-2-10 16,2-1-14-16,1-2-2 0,3 1-1 16,0-4 0-16,0 0 50 0,-1 1 9 0,1-1 3 0,0-2 0 15,0 0-7-15,-3-3 0 0,0 3-1 0,-1-3 0 16,-2 0-27-16,0 0 8 0,-3 0-8 0,0 0 0 16,0 3 59-16,0-3 6 0,-6 3 2 0,-1-3 0 0,-2 3-23 0,0-3-5 15,-3 3-1-15,-3-3 0 0,0 3-8 0,-3 2-2 16,-3-2 0-16,0 2 0 0,-2 3-12 0,-4 0-2 15,0 0-1-15,-3 3 0 16,3 2-13-16,-3 3 0 0,0 0 0 0,0 3 0 0,0 0 0 0,1 5-10 16,-4 0 10-16,3 0-8 0,3 2-4 0,0 3 0 15,0 1 0-15,3-1 0 16,3 3-41-16,3-3-9 0,0 0-2 0,3 0 0 0,3 3 52 0,3-3 12 16,0 3 0-16,3-2 0 15,3-4-68-15,0 1-12 0,3-3-1 0,0 0-1 0,0-3 57 0,-1 0 11 0,-2-2 2 0,3-3 1 16,-3 0 32-16,-3 0 7 0,3-3 0 0,-3 1 1 15,-3-1-29-15,3-2 0 0,-3 2 0 0,3-2 0 16,-3-1 57-16,0-2 6 16,-3 3 1-16,2 0 0 0,1 2-4 0,-3-2 0 0,0 2 0 0,3 1 0 15,-6 2-44-15,0 0-16 0,0 0 9 0,0 0-9 16,3 0 8-16,-3 0-8 0,6 5 8 0,-3 3-8 16,-3 0 0-16,3 2 0 0,-3 4 0 0,3 2 0 15,-3-1 0-15,0 4 0 0,0 2 0 0,0 0 0 16,0-2 0-16,0 2 0 0,0 0 0 0,0 0 0 15,3 0-15-15,0-2 5 0,-3-1 1 0,3 1 0 16,3-6-37-16,-3 3-7 0,3-5-2 0,-3-1 0 16,3 1-7-16,0-3-2 0,-3-3 0 0,3 0 0 15,0 1 52-15,0-4 12 0,0-2 0 0,0 0 0 16,0-2 0-16,0-4 0 0,-1 1 0 0,1 0 0 16,0-3 48-16,3-3 13 0,-3 1 3 0,0-4 0 15,0 1-52-15,0-3-12 0,-3 0 0 0,3-2 0 16,-3-1 54-16,0-2 8 0,3-3 2 0,-3 1 0 15,-3 1-52-15,3 1-12 0,-3 0 0 0,3 3 0 16,-3 2 0-16,0 3 0 0,3 2 0 0,-3 0 0 0,0 6 0 0,3-3 0 0,-3 5 0 16,0 3 0-16,0 0 0 0,0 0 0 0,0 0 0 0,6 6 0 15,0-1 0-15,-3 6 0 0,0 2 0 0,3 3 0 16,-3 0 0-16,0 2 0 0,3 3 0 0,-3 0 0 16,0 3 0-16,0-3 0 0,-3 1 0 0,2 1 0 15,-2-4 0-15,3 2 0 0,-3 0 0 0,0-5 0 16,-3 0 0-16,3 0 0 0,0-5 0 0,-2 2 0 15,2-3 14-15,-3-2 0 0,0 0 0 16,0-3 0-16,3-5-14 0,0 0 9 0,0 0-9 0,0 0 8 16,0 0-8-16,0 0 10 0,0 0-10 0,-6-2 10 15,0-1 25-15,3-2 5 0,0-3 0 0,0 0 1 16,0-3-41-16,0-2 0 0,3 3 0 0,0-6 0 16,-3-3 12-16,3 1 1 0,0-6 0 0,3-3 0 15,-3 1-5-15,3-3 0 0,-3-6-8 0,3 4 12 16,0 2-24-16,0 2-4 0,0 1-2 0,0 2 0 15,3 0 66-15,-3 3 12 0,3-3 4 0,2 3 0 16,1 2-103-16,0 1-20 0,3-1-4 0,0 6-1 16,0-5 52-16,3 4 12 0,0 1 0 0,0 0 0 15,3 5 0-15,2 0 0 0,4 0 0 0,-3 5 0 16,0 3 12-16,3 0 6 0,-3 0 1 0,-1 6 0 16,-2 2-19-16,-3-3 0 0,0 3 0 0,0 2 0 0,-6-2 0 15,0 3 0-15,0 0 0 0,-3-1 0 16,-3 1 0-16,-3-1 0 0,0-2 0 0,-3 3 0 0,-6-1 0 0,0-2 0 15,-3 0 0-15,0 0 0 0,-6 0 0 16,0-3 8-16,0 1-8 0,-5-1 10 0,2 0-10 16,0 1-12-16,0-4 2 0,-3 1 1 15,3 0-23-15,4-1-4 0,-1-2 0 0,3 0-1 16,0 0-79-16,0-2-15 0,3-1-3 0,0 0-1 16,3-2-81-16,3 0-17 0</inkml:trace>
  <inkml:trace contextRef="#ctx0" brushRef="#br0" timeOffset="27475.844">16380 5731 1720 0,'0'0'48'0,"0"0"12"15,0 0-48-15,0 0-12 0,0 0 0 0,0 0 0 16,0 0 64-16,0 0 9 0,0 0 3 0,0 0 0 16,0 0-32-16,0 0-7 0,0 0-1 0,0 0 0 15,0 6-19-15,3 1-4 0,-3 1-1 0,0 3 0 16,3 2-12-16,-3 3 9 0,3 3-9 0,0 2 8 16,0 3-8-16,3-3 0 0,0 0 0 0,-1 0 0 15,4-2 0-15,0-1 0 0,0-2 0 0,3 0 0 16,0-3 0-16,0-2 0 0,-3-1 0 0,3 1 0 15,-3-3-9-15,0-3 9 0,0 0 0 0,0-2 0 16,-1-3 0-16,1 0 0 0,3-3 0 0,0-2 0 16,0-3 12-16,3 0-1 0,3 0 0 0,0-5 0 0,3-5 5 15,2-1 0-15,4-5 1 0,0-2 0 0,0-1-9 16,0-2-8-16,2-5 9 0,-2 2-9 0,0 3 0 0,-3 2-13 0,-3 1 1 16,-1 0 0-16,-2 2 12 0,0 3 0 0,0-1 0 15,-3 1 0-15,0 3 12 0,-3 2 6 0,-3 0 1 0,-1 0 0 31,-2 3-40-31,-3 2-8 0,0 1-2 0</inkml:trace>
  <inkml:trace contextRef="#ctx0" brushRef="#br0" timeOffset="27805.043">16746 5692 1235 0,'0'0'52'0,"0"0"-42"15,0 0 83-15,0 0 17 0,0 0 3 0,0 0 1 16,0 0-58-16,0 0-12 0,0 0-3 0,3 7 0 16,-3 1 7-16,3 3 2 0,0 2 0 0,0 0 0 15,0 6-29-15,0 0-5 0,3-1-2 0,0 6 0 16,0-3-14-16,2-2 0 0,1 2 0 0,0-3 0 16,3-2 0-16,-3 0 0 0,3-3 0 0,-3 0 0 15,3-5 40-15,0 3 6 0,-3-3 1 0,3 0 0 16,-3-3-24-16,0 0-5 0,-1 1-1 0,1-4 0 15,0 1 36-15,0-3 7 0,3 0 2 0,0 0 0 16,0-3-48-16,6 1-14 0,-3-1 0 0,3-5 8 16,2 0 9-16,4-5 3 0,3 2 0 0,0-7 0 15,3-1-20-15,-1-2 0 0,4-5 0 0,0-3 0 16,-3 2 8-16,2-2-8 0,-2 0 0 0,3 0 0 16,0 2-27-16,2-2-12 0,4 3-2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2:48:22.9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11974 4379 1630 0,'-6'-5'34'0,"3"0"7"0,3 5-33 0,-6 0-8 0,6 0 0 0,0 0 0 16,-3-3 88-16,3 3 16 0,0 0 4 0,0 0 0 16,0 0-50-16,0 0-10 0,0 0-1 0,-5 5-1 15,2 3-30-15,3 0-7 0,-3-3-1 0,3 6 0 16,0 2 7-16,-3-2 1 0,3-1 0 0,-3 6 0 16,3-3 0-16,-3 6 0 0,0-1 0 0,0 9 0 15,0-1-25-15,0 4-5 0,0 7-1 0,0-6 0 16,0 4 33-16,0-4 6 0,-3 1 2 0,3-3 0 15,0 0-42-15,0-2-8 0,3-3-1 0,-3 2-1 16,0 1 26-16,3-1 0 0,-3-5 0 0,3 6 0 16,3-1 0-16,-3-2 0 0,0 0 0 0,3 0 0 0,0-6 0 15,3 1 0-15,3-3 0 0,0-1 0 0,0-1 22 16,3-4 10-16,-1 3 1 0,1-2 1 0,3-3-19 0,3 3-4 0,0-4-1 16,0-1 0-16,3 2 1 0,0-3 0 0,-1-2 0 15,7-1 0-15,0 4 4 0,3-6 1 0,-1 0 0 0,10 0 0 16,-3 0-16-16,6 0-8 0,-1 0 8 15,7 0-13-15,-3 0 22 0,2 0 5 0,1 0 1 0,2-6 0 16,1 6-24-16,3 0-5 16,2 0-1-16,4 0 0 0,-7-2 26 15,4 2 5-15,-1-3 0 0,7 3 1 0,-7-3-27 0,-2 3-6 0,3-2 0 16,2 2-1-16,1-3 17 0,-4 3 0 0,4-3 0 0,2 3 0 16,-2-2 0-16,-4 2 0 0,1-3 0 0,5 3 0 15,-2 0 12-15,-1 0 7 0,7 3 1 0,-1-3 0 16,-5 0-20-16,-1 0 0 0,4 0 0 0,-1 0 0 15,-2 0 0-15,0 0 0 0,-4 2 0 0,7 1 0 16,-4-3 11-16,1 3-11 0,-1-1 10 0,4 1-10 16,-7-3 12-16,-2 0-3 0,2 0-1 0,1 0 0 15,-6 0-8-15,-1 0 12 0,4-3-12 0,-1 3 12 16,-5-2-12-16,0 2 12 0,-1-3-12 0,1 3 12 16,-1 0-12-16,1-3 0 0,0 3 9 0,2 0-9 15,-5 0 0-15,0-2 0 0,-4 2 0 0,4-3 8 16,-3 3-8-16,-1-5 0 0,1 2 0 0,0 1 8 15,-4-1-8-15,1 0 0 0,-3 1 8 0,-1 2-8 16,-2-3 0-16,0 0 9 0,-3-2-9 0,2 5 0 16,-2-3 8-16,0 1-8 0,0-1 0 0,-1 3 0 15,-2-3 0-15,0 3 0 0,0-5 0 0,-3 5 0 16,-1-2-11-16,-2 2-2 0,-3 0-1 0,3 0 0 0,-3 0-3 16,-3 0-1-16,3 0 0 0,-4-3 0 15,1 3-11-15,-3 0-3 0,3 0 0 0,-3 0 0 16,0 0 4-16,-3 0 1 0,0 0 0 0,3 0 0 0,-3 0 15 0,-3 0 2 0,3-3 1 0,-3 1 0 15,-1-1 9-15,-2 0 0 0,3-2 8 16,0 0-8-16,-3-1 24 0,0-2 0 0,3 1 0 16,-3-4 0-16,0 0 4 0,0-5 0 0,3 1 1 0,-3-1 0 15,3-3-1-15,-3 1 0 0,3-1 0 0,0-5 0 16,0 3-2-16,0 3-1 0,3-4 0 0,-3 4 0 16,3-6 0-16,0 3 0 0,0 0 0 0,-4-6 0 15,4 1 3-15,0-1 1 0,0-4 0 0,0-1 0 16,0 3 2-16,-3 2 0 0,3-2 0 0,-3 5 0 15,0-2-11-15,0 2-1 0,0 8-1 16,0-8 0-16,-3 6-4 0,0-1-1 0,0 6 0 0,-3-8 0 16,3 5-5-16,-3-5-8 0,0 5 11 0,0-8-11 15,0 6 12-15,0 2-4 0,-3 0 0 0,0-2-8 16,0 2 12-16,-3 2-12 0,0 4 12 0,0-9-12 16,-3 9 9-16,0 2-9 0,0-8 0 0,-3 8 9 15,0-3-9-15,-3 3 0 0,1 1 0 0,-4 1 0 16,0 1 0-16,0 2 0 0,-3 1 8 0,0 2-8 15,0-3 0-15,1 3 0 0,-1 0 0 0,0 0 0 16,0 0 0-16,-3 0 0 0,3 0 0 0,-2 0 0 16,-1-3 0-16,-3 1 0 0,0 2 0 0,-3 0 0 0,-2-6-8 15,-1 6 8-15,0 0 0 0,1 0 0 0,-1 0 0 0,0 6 0 16,3-6 0-16,-2 0 0 0,-4-6-10 0,0 6 10 16,0-2 0-16,-5 2-9 0,2-6 9 0,0 6 0 0,-2 6 0 15,-4-6 0-15,0-6 0 0,4 4 0 0,-4-1 0 0,-6 1-8 16,4-1 8-16,-4 3 0 0,-2 0-9 0,-7 0 9 15,6 0-10-15,-2-3 10 16,-4 1-13-16,-2-4 5 0,5 6 8 0,-2-2 0 0,-1 2-9 16,-2 0 9-16,5 0 0 0,-2-6 0 0,-1 6 0 15,-2-2 0-15,5-1-8 0,3 3 8 16,4-3 0-16,-4 3 0 0,4-2 0 0,-4 2 0 0,4 0 0 0,-4 0 0 16,6 0 0-16,4-3 0 0,2 3 0 0,0 0 0 15,1-3 0-15,-1 1 0 0,0 2 0 0,4-3 0 16,-1 3 0-16,3 0 0 0,0 0 0 0,1 0 0 15,2 0 0-15,3 0 0 0,-2 0 0 0,2-2 0 16,-3 2 0-16,3 0 0 0,-3-6 0 0,-2 6 0 16,2-2 0-16,0 2 0 0,1 0 0 0,-1 2 0 15,0-2 0-15,3 0 0 0,1 0 0 0,-4 0 0 16,0-2 0-16,3 2 0 0,-2 0 0 0,-1 0 0 16,0 0 0-16,0 0 0 0,1 0 0 0,2 0 0 15,0 0-9-15,3 2 9 0,0 4 0 0,1-6 0 16,2 0 0-16,0 0 0 0,0 0 0 0,-3 0 0 15,4 0 0-15,-4 0 0 0,3 0-9 0,-3 0 9 16,6 2 0-16,-2-2 16 0,2 0-1 0,-3 3-1 16,3-1-14-16,3 1 0 0,0 0 0 0,-2-1 0 15,5 1 0-15,0 0 0 0,0-1 0 0,3 4 0 16,-3-6-12-16,0 0-6 0,3 2-1 0,-3-2 0 16,4 6 19-16,-1-6 0 0,-3 0 0 0,0 0 0 0,3 0 0 15,-3 2 0-15,0 1 0 0,0 0 0 16,3-1 0-16,-5 1 0 0,2-1 0 0,0 4 0 0,3-4 0 0,-3 4 0 0,0-4 0 15,3 4 0 1,-3-1 0-16,0 0 0 0,4-2 0 0,-1 5 0 0,0 0 12 0,3-6 5 0,0 6 2 16,0-2 0-16,0-1-19 0,3 3 0 0,0-6 0 15,0 4 0-15,0-1 0 0,0 0 0 0,3-2 0 0,-3 5 0 16,3 0 0-16,0-5 0 0,-3 4 0 0,3-1 0 16,0-1-48-16,-3 3-12 15,3 0-4-15,1-3 0 0,-1 1 52 0,-3 1 12 0,3 4 0 0,0-3 0 16,-3 0-54-16,3 2-8 0,0 1-2 15,0-3 0-15,3 3-153 0,-3-3-31 16</inkml:trace>
  <inkml:trace contextRef="#ctx0" brushRef="#br0" timeOffset="26681.907">7471 5273 877 0,'0'0'18'0,"0"0"5"0,0 0-23 0,0 0 0 0,0 0 0 0,0 0 0 16,0 0 50-16,0 0 6 0,0 0 0 0,0 0 1 15,0 0 6-15,0 0 1 0,-6-2 0 0,6 2 0 16,-6 0-14-16,6 0-2 0,-6-3-1 0,6 3 0 15,0 0-24-15,0 0-5 0,0 0-1 0,0 0 0 16,0 0 38-16,0 0 7 0,3-5 2 0,0 0 0 16,0 5-52-16,3-6-12 0,0 4 0 0,3-1 0 15,0 3 0-15,-1-3 0 0,4 3 0 0,0 0 0 16,3 0 0-16,3 0 0 0,0 0 0 0,3 3 0 16,-3-3 0-16,2 0 0 0,1 3 0 0,6-3 0 15,-3 0 0-15,0 2 0 0,2-2 0 0,4 6 0 16,0-6 0-16,3 0 0 0,-3 2 0 0,5-2 0 15,-2 3 0-15,0-3 0 0,-1 3 0 0,1-3 0 16,0 2 0-16,0-2 0 0,-1 0 0 0,4 3 0 16,-3-3 29-16,0 0 3 0,2 2 1 0,4 1 0 0,-6-3-12 15,0 3-2-15,2-3-1 0,1 0 0 0,-3 2 4 16,-1-2 1-16,4-2 0 0,-3 2 0 0,3 0-23 0,-4 0-12 0,4 2 2 16,0-2 0-16,-3 3 52 0,-1-3 10 0,1 0 3 15,3 0 0-15,-3 0-37 0,-1 0-7 0,1 0-2 0,3 0 0 16,-4 0 11-16,1 0 1 0,3 3 1 0,-3-3 0 15,-1 2-10-15,1-2-3 0,0 0 0 16,-3-2 0-16,2 2-9 0,-2 0 12 0,0-3-12 16,0 3 12-16,-1 0-12 0,-2 0 0 15,0 0 0-15,3 0 8 0,-3 0-8 0,-4 0 0 0,1 3 9 16,3-3-9-16,-6 0 0 16,0 0 0-16,0 0 0 0,-1-3 0 0,1 3 0 0,-3 0 8 0,0-3-8 0,0 3 0 15,0-2 0-15,0 2 0 0,2 0 0 0,-2-3 8 16,-3 3-8-16,3 0 0 0,0-3 0 0,0 3 0 15,-3-2 0-15,2 2 0 0,-2 0 0 0,0-3 8 16,0 3-8-16,0 0 0 0,0-2 0 0,0 2 0 16,0-3 0-16,-4 3 0 0,1-3 0 0,0 3 8 15,0-2-8-15,-3 2 0 0,3-6 0 0,-3 4 0 16,0 2 0-16,0-3 0 0,-3 0 0 0,3 1 0 16,-3 2 0-16,3-3 8 0,-3 3-8 0,0-3 0 15,-1 3 0-15,1-2 8 0,0 2-8 0,0-3 0 16,-3 3 0-16,3 0 0 0,-3 0 0 0,-3 0 0 15,3 0 0-15,-3 0 9 0,6 0-9 0,-6 0 0 16,3 0 12-16,-3 0-4 0,0 0 0 0,6 0-8 16,-6 0 0-16,3 0 0 0,0 0 0 0,-3 0 0 15,0 0 0-15,0 0 0 0,6 0 0 0,-6 0 0 0,0 0 0 0,0 0 0 0,0 0 0 0,0 0 0 32,0 0-147-32,0 0-36 0,0 0-7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2:49:38.2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21690 1230 1874 0,'3'-8'53'0,"-3"6"11"0,3-6-51 0,-3 3-13 0,3-3 0 0,-3 2 0 16,0 4 93-16,0-4 16 0,0 4 3 0,0 2 1 15,-3-8-39-15,0 3-8 0,0 5-2 0,3 0 0 16,-6-3-19-16,0-2-4 0,3 5-1 0,-6-6 0 16,3 12-13-16,-6-6-3 0,0 0-1 0,0 8 0 15,-5-3-8-15,-1 3-2 0,0 2 0 0,-3 4 0 16,-3 1-1-16,-3 7-1 0,4 4 0 0,-7-2 0 15,-3 5-11-15,0 0 0 0,1 0 0 0,-7 3 0 16,3-3 0-16,1 0 0 0,-4 0 0 0,3-5 0 16,3 5 0-16,4-5 0 0,-1 2 0 0,6-2 0 15,0-3-24-15,0 3-3 0,1-3-1 0,2 3 0 16,3-3-39-16,0 1-8 0,0-7-1 0</inkml:trace>
  <inkml:trace contextRef="#ctx0" brushRef="#br0" timeOffset="292.289">21041 1249 2269 0,'-3'-8'64'0,"0"3"15"0,3-1-63 15,0 6-16-15,-3-2 0 0,3 2 0 0,0 0 105 0,0 0 19 0,0 0 3 0,0 0 1 16,0 0-103-16,0 0-25 0,6 0 0 0,-3 2 0 15,3 9 0-15,3 0 0 0,-3 2 0 0,3 3 0 16,0 5 0-16,3 0 0 0,0 8 0 0,0 0 0 16,2-5 18-16,1 5-2 0,0-5 0 0,3 2 0 15,-3-2-25-15,3 5-6 0,0-8-1 0,-1 9 0 16,1-7 27-16,0 7 5 0,-3-7 0 0,3 6 1 16,-3-5-17-16,0 3 0 0,0-3 0 0,-1-1 0 15,-2-4-133 1,3-1-21-16,0 1-4 0</inkml:trace>
  <inkml:trace contextRef="#ctx0" brushRef="#br0" timeOffset="653.698">21782 1643 1579 0,'0'0'32'0,"0"0"10"0,0 0-34 0,0 0-8 0,0 0 0 0,0 0 0 16,6 5 104-16,0-5 20 0,0 0 3 0,3 3 1 16,-3-3-52-16,3 0-9 0,0 0-3 15,3 0 0 1,0 0-8-16,6 0-1 0,-4 0-1 0,4 0 0 0,0 0-35 0,6 0-7 0,0 0-2 0,0 0 0 15,-1 5 43-15,4-5 9 0,0 0 2 0,0 6 0 16,-3-6-52-16,-1 0-12 0,1 0 0 0,0 0 0 16,-3 0-12-16,0-6-6 0,0 6-1 0,-1-5 0 15,-2 5 19-15,0-3 0 0,0 3 0 0,0-5 0 16,-3 3-40-16,-3 2-4 0,2 0 0 16,-5-6-1-16,3 4-136 0,-3 2-27 0,-3-6-6 0</inkml:trace>
  <inkml:trace contextRef="#ctx0" brushRef="#br0" timeOffset="960.798">22220 1389 2030 0,'-3'-5'57'0,"0"2"14"16,0-2-57-16,0-3-14 0,3 3 0 0,0 5 0 15,-3-3 105-15,3 3 19 0,0 0 3 0,0 0 1 16,0 0-52-16,0 0-9 0,0 0-3 0,0 0 0 0,0 0-28 16,0 0-5-16,0 0-2 0,0 0 0 15,0 8-9-15,0 0-1 0,3 0-1 0,-3 5 0 0,0 3-9 0,0-3-1 0,3 3-8 0,-3 0 12 16,0 5-2-16,0-5-1 0,0 5 0 0,0 0 0 16,0 0-9-16,-3-5 0 0,3 6 9 0,0 1-9 15,-3 1 0-15,3 3 0 0,0-4 0 0,-3 7 0 16,3-7 0-16,0 4 0 0,0-3 8 0,0-1-8 15,0 4 0-15,0-9 0 0,0 1 0 0,0 2 0 16,3-5-52-16,-3 5-12 0,3-5-3 0</inkml:trace>
  <inkml:trace contextRef="#ctx0" brushRef="#br0" timeOffset="1550.37">23229 1363 2030 0,'0'0'57'0,"0"0"14"0,0-3-57 0,0 3-14 0,-3-8 0 0,3 3 0 15,0 5 54-15,-3-3 8 0,3 3 2 0,-6 0 0 16,0-5 0-16,0 5 0 0,0 0 0 0,0 5 0 15,0-2-52-15,0 2-12 0,-3 3 0 0,0 3 0 16,0 2 54-16,-2 0 8 0,-1 3 2 0,-3 5 0 16,3-5-52-16,-3 0-12 0,3 2 0 0,-3 1 0 15,0 2 0-15,0 0 0 0,1 0 0 0,-4 1 0 16,0-7-17-16,0 7-7 0,-3-6 0 0,0 5-1 16,0-5-11-16,4 5-3 0,-4-3 0 15,0 1 0-15,3-3 23 0,0 0 4 0,3-1 0 0,-3 4 1 16,4-8-136-16,2-4-27 0,-3 7-6 0</inkml:trace>
  <inkml:trace contextRef="#ctx0" brushRef="#br0" timeOffset="1814.979">22741 1487 1824 0,'0'-8'38'0,"3"0"8"0,0 0-37 0,0 0-9 0,0 3 0 0,3 2 0 16,-3-2 106-16,-3 5 19 0,6 0 4 0,-6 0 1 15,5 0-64-15,1 5-13 0,0-2-2 0,0 2-1 16,0 3-18-16,0 0-4 0,0 0-1 0,3 5 0 16,-3-2-13-16,3 2-2 0,0 3-1 0,0 0 0 15,0 2-11-15,0-2 0 0,3-2 0 0,-3 4 8 32,5 1-28-32,-2-1-7 0,0 3-1 0,0 6 0 0,0-9 46 0,0 3 9 0,0 1 1 15,-3 1 1-15,3-4-29 0,-3-1 0 0,0 1 0 0,2-1 0 16,1 1-12-16,0-8-9 0,0 2-2 0</inkml:trace>
  <inkml:trace contextRef="#ctx0" brushRef="#br0" timeOffset="2135.508">23488 1614 2066 0,'-6'0'43'0,"6"0"10"0,0 0-42 15,0 0-11-15,0 0 0 0,0 0 0 0,0 0 84 0,0 0 16 0,0 0 2 0,0 0 1 16,3-3-63-16,3-2-12 0,0 2-2 0,0 3-1 16,6-5 24-1,0 5 5-15,-1 0 1 0,4-2 0 16,3 2-37-16,0 0-7 0,3 0-2 0,0 0 0 15,0 0-9-15,2 0 0 0,1-6 0 0,-3 6 0 0,3 0 53 0,-3 0 9 16,-3 0 2-16,2-2 0 0,-2 2-64 0,0-6-28 0,0 6 3 0,0 0 0 16,0-5 25-16,-3 2 0 0,-1 3 0 0,-2 0 0 15,0 0-36 1,0-5-3-16,-3 5 0 0,-3 0 0 0,0 5-123 16,-6-5-25-16,0 0-5 0</inkml:trace>
  <inkml:trace contextRef="#ctx0" brushRef="#br0" timeOffset="2373.174">23583 1810 1751 0,'-15'8'36'0,"15"-8"9"16,-3 2-36-16,3-2-9 0,0 0 0 0,0 0 0 16,0 0 104-16,3 6 20 0,3-4 3 0,0 4 1 15,0-6-36-15,3 0-8 0,3 0 0 0,-3 0-1 16,3 0-15-16,0 0-4 0,3 0 0 0,-1-6 0 15,1 6-51-15,0 0-13 0,3-2 0 0,-3 2 0 16,0 0 40-16,3 0 6 0,-3 0 1 0,-1 0 0 16,1 0-38-16,0-6-9 0,0 6 0 0,3-2 0 15,0 2 0-15,0-5-14 0,0 2 3 0,2 3 1 16,4-8-144-16,0 3-29 0,0-1-5 0</inkml:trace>
  <inkml:trace contextRef="#ctx0" brushRef="#br0" timeOffset="2987.422">24833 1463 1728 0,'0'0'49'0,"0"0"11"0,0 0-48 0,0 0-12 0,0 0 0 15,0 0 0 1,0 0 67-16,0 0 11 0,0 0 2 0,0 0 1 16,0 0-13-16,-3-5-4 0,3 5 0 0,0 0 0 0,-6 0 0 0,0 0 0 0,0 0 0 0,0 0 0 15,1 5-51-15,-1-2-13 0,-3 2 0 0,3 3 0 16,-3-3 54-16,-3 3 8 0,3 0 2 0,-6 3 0 16,3 2-64-16,-3 0-16 0,0 3-2 0,0 0 0 15,-2 5 18-15,-1-5 0 0,-3 3 0 0,0-1 0 16,-3 1 0-16,3 5 0 0,-2-3 0 0,-1-3 0 15,0 3 0-15,0-2 0 0,-3 5-10 0,4-8 10 16,2 5-40-16,0-8-2 0,3 3-1 0,0-3 0 16,0-2-81-16,6-3-16 0,-2-3-3 0</inkml:trace>
  <inkml:trace contextRef="#ctx0" brushRef="#br0" timeOffset="3252.847">24434 1508 1804 0,'-3'-21'37'0,"0"18"10"16,3-7-38-16,0 7-9 0,0-5 0 0,0 3 0 15,0 5 108-15,0 0 20 0,0 0 4 0,0 0 1 16,0 0-55-16,0 0-11 0,6 0-3 0,0 5 0 16,0-2-6-16,0 5-2 0,0 2 0 0,3 1 0 15,0 2-38-15,0 0-8 0,0 3-2 0,3 0 0 16,0 5-8-16,0-5 0 0,0 0 0 0,2 5 0 15,-2 0 27-15,3 1 3 0,0 1 1 0,0 1 0 16,0 3-23-16,0-3-8 0,0-1 0 0,0 4 0 16,-4-3-20-16,4-3-11 0,0 0-1 0,0-5-1 15,-3 5 33-15,0-5 0 0,0 0 0 0,0-3 0 16,0 3-160-16,0-3-26 0</inkml:trace>
  <inkml:trace contextRef="#ctx0" brushRef="#br0" timeOffset="12648.006">21517 2418 2066 0,'0'0'43'0,"0"0"10"0,0 0-42 0,0 0-11 0,0 0 0 0,3 6 0 15,0 2 53-15,0 5 9 0,0-5 2 0,0 5 0 16,0 6-52-16,-3 2-12 0,3 3 0 0,-3 2 0 15,3 3 54-15,-3 3 8 0,0 2 2 0,0-2 0 16,-3-3 0-16,3 3 0 0,-3-3 0 0,0 5 0 16,0-4-52-16,0-1-12 0,-3 2 0 0,3 4 0 15,0-9 0-15,-3 3 0 0,3 0 0 0,0 1 0 16,0-9 0-16,1 0 0 0,-1 0 0 0,0-5 0 16,3-3-49-16,0 3-13 0,0-8-2 0</inkml:trace>
  <inkml:trace contextRef="#ctx0" brushRef="#br0" timeOffset="13001.563">21815 2688 1862 0,'3'-13'78'16,"-3"5"-62"-16,3-5 81 0,0 0 17 0,0 2 3 0,0 3 1 16,0 0-1-16,3-5 0 0,0 5 0 0,0 0 0 31,0 0-33-31,3 0-8 0,0 3 0 0,-1 0-1 15,1 2-60-15,0-2-15 0,3 5 0 0,-3 0 0 0,3 0 0 0,-3 5 0 0,0 3 0 16,-3-3 0-16,3 6 0 0,-3 2 0 16,0 0 0-16,0 6 0 0,-6-3 0 0,0 2 0 0,0-2 0 0,-6 5 0 31,0-7-48-31,0 4-13 0,-3 1-3 0,-3-1 0 0,3 1 52 0,-3-1 12 0,0-2 0 0,0 3 0 16,0-6 0-16,3 5 0 0,1-2 0 0,-1 3 0 15,0-9-21-15,6 1-2 0,-3 5 0 0,6-8 0 16,0 0 23-16,0 0 0 0,3-1 0 0,3-1 0 15,0 2 12-15,3-8 9 0,2 2 3 0,1 1 0 16,3-3-24-16,0 0 0 0,3 0 0 0,3-3 0 16,0 1 0-16,3 2 0 0,-4-6 0 0,4 4-12 15,3-4 2-15,-3 4 0 0,0-3 0 0,-1-1 0 16,-2-2-208-16,3 0-42 0</inkml:trace>
  <inkml:trace contextRef="#ctx0" brushRef="#br0" timeOffset="13600.047">22872 2778 1910 0,'6'-8'40'0,"-6"8"9"0,0-5-39 0,3 2-10 0,0-5 0 0,-3 3 0 16,0 0 120-16,3-3 21 0,-3 5 5 0,0-5 1 15,0 0-49-15,-3 1-10 0,3-4-1 0,-3 3-1 16,0 0-18-16,-3-3-3 0,0 1-1 0,0-1 0 15,-3 3-51-15,-3-2-13 0,3 2 0 0,-6 0 0 16,0 5 0-16,0-5 0 0,0 6 0 0,-2-1 0 16,2 3 34-16,-3 3 4 0,0 2 1 0,-3 3 0 15,6 0-39-15,-3 5 0 0,4-5 0 0,-4 5 0 16,3-2-10-16,0 7 10 0,3-7-12 0,0 7 12 16,3-2-36-16,3-2-1 0,0 4 0 0,3-2 0 15,3 2-37-15,3-7-7 0,3 2-2 0,0 1 0 16,3-7-25-16,3 1-6 0,0 0-1 0,0-2 0 15,3-6 1-15,-3 0 0 0,3-8 0 0,-4 2 0 16,4 1 91-16,-3 2 23 0,0-4 0 0,0 1 0 16,-3-2 98-16,0 0 24 0,0 0 5 0,-3 0 1 0,0 1 0 15,-3-1 0-15,0 2 0 0,3-2 0 0,-3 0-52 16,0 0-9-16,0 1-3 0,0 1 0 0,0 1-51 0,-3 5-13 16,0 0 0-16,0 0 0 0,0 0 42 0,0 0 6 0,0 0 0 0,5 5 1 15,1 1-33 1,-3 1-8-16,3 4 0 0,0 2-8 0,-3-5 13 15,3 5-4-15,0 1-1 0,0 2 0 16,0-1-8-16,0 7-9 0,3-4 9 0,-3 3-13 0,3 0 13 0,0 1 0 0,0 1-10 16,0 1 10-1,0-5-75-15,2 2-10 0,1-5-3 0</inkml:trace>
  <inkml:trace contextRef="#ctx0" brushRef="#br0" timeOffset="16060.453">21657 3604 2067 0,'0'-5'87'0,"0"5"-70"16,0-6 38-16,-3 1 7 0,3 5 2 0,-6-3 0 16,-3 1 51-16,3 2 10 0,0 0 3 0,-2 2 0 15,-1 1-103-15,-6 5-25 0,3 0 0 0,-6 2 0 16,0 4 0-16,-3 2 0 0,0-1 0 0,-5 7 0 16,2-4 14-16,-3 6-2 0,0 0-1 0,-3 0 0 15,1-3-29-15,-4 5-6 0,3-7 0 0,-3 2-1 16,4-5-139-16,-1-3-27 15,6-2-5-15</inkml:trace>
  <inkml:trace contextRef="#ctx0" brushRef="#br0" timeOffset="16246.427">21181 3689 2082 0,'9'-30'44'0,"-9"20"8"0,3 2-41 0,0-5-11 0,0 2 0 0,-3 0 0 15,3 4 117-15,-3 1 22 0,3 1 4 0,-3 5 1 16,0 0-60-16,0 0-11 0,0 0-2 0,3 3-1 0,3 2-36 0,0 3-7 0,3 0-2 0,-3 0 0 31,2 2-8-31,1 4-1 0,0-4-1 0,3 6 0 0,0 0-15 0,0 5 0 0,3-5 8 0,0 5-8 31,0 0 0-31,0-2 0 0,-1 2 0 0,1 3 0 16,3-6-108-16,-3 1-17 0,6-1-4 0</inkml:trace>
  <inkml:trace contextRef="#ctx0" brushRef="#br0" timeOffset="16491.748">21839 3876 2508 0,'0'0'71'0,"0"0"16"15,0-8-70-15,3 6-17 0,0-1 0 0,0-5 0 16,3 3 55-16,3 2 7 0,0-2 2 0,-1 2 0 16,4 1 0-16,3-4 0 0,0 4 0 0,3-1 0 15,0 3 0-15,3-5 0 0,3 2 0 0,-4 3 0 16,4 0-56-16,0-5-8 0,0 5-8 0,-3 0 8 15,2-3 0-15,-2 3 0 0,0 0 0 0,0 0 0 16,0-5 0-16,0 5 0 0,-1-3 0 0,1 3 0 16,-3-2-46-16,0-1-12 0,0 0-2 0,0 3-1 15,0-2-139-15,-4-1-27 0</inkml:trace>
  <inkml:trace contextRef="#ctx0" brushRef="#br0" timeOffset="16739.125">22193 3612 2269 0,'-12'0'64'0,"3"0"15"0,0-6-63 0,6 6-16 0,3 0 0 0,0 0 0 15,0 0 105-15,0 0 19 0,0 0 3 0,0 6 1 16,3-1-52-16,0 3-9 0,0-3-3 0,3 6 0 16,0-3-51-16,-3 2-13 0,3 1 0 0,0 0 0 15,0 2 0-15,-3 3 0 0,3 0 0 16,0 2 0-16,-3 1 0 0,3 2 0 0,0 5 0 15,-3-5 0-15,3 3 0 0,0-3 0 0,-3 3 0 16,3 0 0-16,-3-3 0 0,-1 3-13 0,4-3 4 0,-3 0 1 31,0 1-39-31,0-7-7 0,0 1-2 0,3 0 0 0,-3 3-56 0,3-9-12 16,-3 3-3-16</inkml:trace>
  <inkml:trace contextRef="#ctx0" brushRef="#br0" timeOffset="17008.981">23047 3678 2310 0,'3'-8'48'0,"0"-5"11"16,0 5-47-16,-3 0-12 0,0 0 0 0,3 3 0 16,-3-1 104-16,-3 1 20 0,3 0 3 0,0 5 1 15,0 0-52-15,0 0-9 0,0 0-3 0,0 0 0 16,0 0-51-16,-6 0-13 0,0 2 0 0,0 1 0 15,-3 2 0-15,4 3 0 0,-4 3 0 0,0-3 0 16,0 0 0-16,-3 5 0 0,0-2 0 0,0 4 0 16,-3 4 0-16,0-6 0 0,0 6 0 0,-3-1 0 0,1 6 0 0,-1-3 0 15,0 0 0-15,0 3 0 16,-3-3 0-16,3 1 0 0,0-4 0 0,4 1 0 16,-4-4-100-16,3 1-22 0,3 0-5 0</inkml:trace>
  <inkml:trace contextRef="#ctx0" brushRef="#br0" timeOffset="17306.729">22732 3739 2310 0,'-3'-32'48'0,"0"21"11"16,3 4-47-16,-3-1-12 0,3 0 0 0,0 0 0 16,0 2 104-16,3 1 20 0,-3 0 3 0,0 5 1 15,0 0-52-15,3 0-9 0,-3 0-3 0,6 0 0 16,-3 0-51-16,3 0-13 0,3 2 0 0,-3 4 0 15,3-1 0-15,-1 3 0 0,4 0 0 0,0 3 0 16,3-1 0-16,-3 6 0 0,3-3 0 0,0 6 0 16,0-3 0-16,0 2 0 0,-1 1 0 0,-2-1 0 15,3 1 26-15,0-1 2 0,-3-5 1 0,-3 6 0 16,3-3-29-16,-3-3-21 0,-3 0 3 0,3 1 1 16,-6 1-12-16,3-7-3 0,-3 3 0 0,0 0 0 15,0-4-28-15,0 1-7 0,-3-2-1 0,0 2 0 16,0-8-154-16,0 0-31 0</inkml:trace>
  <inkml:trace contextRef="#ctx0" brushRef="#br0" timeOffset="17625.491">22628 3477 2030 0,'-6'0'57'0,"-3"0"14"0,9 0-57 0,0 0-14 0,0 0 0 0,0 0 0 16,0 0 104-16,0 0 19 0,0 0 3 0,0 0 1 16,0 0-68-16,6 2-14 0,0 1-2 0,3 0-1 15,5-3 21-15,1 0 4 0,3 0 1 0,6 0 0 16,3 0-40-16,6-3-7 0,-1 0-1 0,7-2-1 15,-6 3 29-15,2-4 5 0,1 4 2 0,0-6 0 16,0 2-44-16,-1 1-11 0,1 2 0 0,0-2 0 16,-1 3 0-16,-2-4 0 0,0 4 0 0,0-4 0 15,-7 6-42-15,-2-2-10 0,-3-1-3 0,0 3 0 16,-3 0-97-16,-3-3-20 0,0 3-4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2:50:10.5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20657 828 1428 0,'3'-8'60'0,"-3"3"-48"15,3-3 77-15,0 0 15 16,0 0 4-16,0 3 0 0,0-3-24 0,0 3-5 0,0 2-1 0,-3-5 0 15,3 3-22-15,-3 5-5 0,0 0-1 0,0 0 0 16,0 0-50-16,0 0 0 0,0 0 0 0,3 8 0 16,-3 5 48-16,0 0 13 0,0 3 3 0,-3 5 0 15,-3 3-52 1,3 0-12-16,-3 10 0 0,0 3 0 0,0-5-11 0,0 2-5 16,0 3 0-16,0-5-1 0,0 3 27 0,0-6 6 0,0-5 0 0,0-1 1 15,3 4-17-15,-3-3 0 0,1 2 0 0,2-7 0 16,0 2 0-16,0-5-19 0,0 2 4 0,0-2 1 15,0-8 14-15,0 0 0 0,3 0 0 16,0-8 10-16,0 0-1 0,0 0 0 0,-3-8 0 0,3 0 0 16,3-8-9-16,-3-2 0 0,3-1 0 0,0-7 0 15,3 2 0-15,0-5 0 0,0-3 0 0,-1-2 0 16,1-6 0-16,3-8 0 0,0 3 0 0,0-2 0 16,3-1 0-16,0 8 0 0,3-2 0 0,3 2 0 15,-3 6 0-15,3-3 0 0,-4 0 0 0,4 5 0 16,0 3 24-16,0 2 0 0,0 4 0 0,-3 1 0 15,0 7-2-15,-3-1-1 0,2 8 0 0,-2 0 0 16,0 3-9-16,0-3-1 0,0 8-1 0,-3 2 0 16,0 9-2-16,0-3-8 0,-3 8 12 0,3 0-4 15,-3 5-8-15,0 0 10 0,0 3-10 0,0 5 10 16,-1-5-10-16,1 2 0 0,0-2 0 0,-3 5 0 16,3-5 0-16,-3 5 0 0,0 0 0 0,-3 5 0 15,3-2 0-15,-3 3 13 0,0-4 0 0,0 6 0 16,0-8-29-16,0 1-7 0,0-7-1 0,-3 6 0 15,0-7-30-15,0-1-6 0,-3-3-2 0</inkml:trace>
  <inkml:trace contextRef="#ctx0" brushRef="#br0" timeOffset="225.235">20639 942 2066 0,'-6'-3'43'0,"3"-2"10"0,3 5-42 0,0-3-11 0,0-2 0 0,3-3 0 16,0 3 68-16,6 2 12 0,0-2 3 0,0 2 0 15,6-2-52-15,0 2-11 0,3-2-1 0,3 5-1 16,2 0-9-16,1-3-1 0,3 3-8 0,0 3 12 16,0-3-12-16,2 5 0 0,1-2 0 0,3 2-10 15,-3-2-178-15,2 2-35 0</inkml:trace>
  <inkml:trace contextRef="#ctx0" brushRef="#br0" timeOffset="495.9">21452 1045 1580 0,'0'0'67'16,"0"0"-54"-16,0 0 87 0,0 0 16 0,0 0 4 0,0 0 1 15,6-2-41-15,0-4-8 0,3 4-1 0,0 2-1 16,3-6-24-16,-1 4-5 0,4-4-1 0,3 1 0 16,3 2-12-1,0-2-2-15,3 2-1 0,-1-2 0 0,4 3-4 0,-3 2-1 0,3-6 0 16,-3 4 0-16,-1-4-32 16,1 1-6-16,0 2-2 0,0-2 0 0,0 2 20 0,0-5 0 15,-1 3 0-15,1 5 0 0,-6-8 0 0,3 8 0 0,-3-5 0 16,-3 2 0-1,0 3-148-15,-1-5-25 0</inkml:trace>
  <inkml:trace contextRef="#ctx0" brushRef="#br0" timeOffset="802.87">21675 749 1580 0,'0'0'67'16,"0"-8"-54"0,0 3 85-16,0 5 17 0,3-3 3 0,-3 3 1 15,3-5-20-15,-3 5-4 0,0 0-1 0,0 0 0 16,0 0-42-16,3 5-9 0,3-5-2 0,-3 3 0 16,0 7-14-16,0-7-3 0,0 5-1 0,0 5 0 15,0 0-7-15,0-2-2 0,0 7 0 0,0-2 0 16,-3 5-4-16,3 3-1 0,0 0 0 0,0 5 0 15,-3 0-1-15,3 0 0 0,0 0 0 0,0 3 0 16,0-3-8-16,-3 0 0 0,3 0 9 0,0-5-9 0,0 3 0 0,-3-3 9 16,3 5-9-16,-3-8 0 0,2 3 0 0,-2-3 0 15,3 3 0-15,-3 2 0 16,0-7-111-16,3 2-22 0,0 0-5 0</inkml:trace>
  <inkml:trace contextRef="#ctx0" brushRef="#br0" timeOffset="1753.9">22360 712 1561 0,'0'0'32'0,"0"0"8"16,0 0-32-16,-3 8-8 0,0 0 0 0,0 5 0 16,3 0 34-16,-3-2 5 0,0 2 1 0,-3 8 0 15,3 0-23-15,0-2-4 0,-3 7-1 0,0 3 0 16,3 0-12-16,-3 3 0 0,3-3 0 0,0 3 0 16,-3 2 0-16,3-4 0 0,0-1 0 0,0 0 0 15,-3-5 0-15,0-3 0 0,3 0 0 0,-3-5 0 16,0 5 16-16,3-5 1 0,-2-3 0 0,-1-2 0 15,3 2 25-15,-3-5 5 0,3 0 1 0,0-3 0 16,3-5 8-16,0 0 3 0,0 0 0 0,0 0 0 0,-3-5-31 16,3-8-5-16,0 2-2 0,0-5 0 0,3-2 13 0,0-4 2 15,3 4 1-15,-3-11 0 0,6 0-8 0,-4-8-1 0,4 0-1 16,0-8 0-16,3 8-27 0,0-6 0 0,3 6 0 16,0-5 0-16,0 10-8 0,-3 0-8 0,3 3 0 0,-1 0-1 15,1 0 33-15,-3 8 6 0,0-3 2 0,0 3 0 16,-3 0 26-16,0 5 6 15,0 3 0-15,0 5 1 0,0 0-45 16,0 0-12-16,0 2 0 0,0 4 0 0,-1 4 0 16,-2 4 0-16,0-4 0 0,3 12 0 0,-3-6 0 0,0 7 0 0,3 7 0 0,-3-7 0 15,0 7-12-15,0 4-4 0,0-7 0 0,0 7-1 16,0-2 17-16,-3 0 0 0,3 2 0 0,-3-2 0 16,0 5 0-16,0 0 0 0,0 3 0 0,0 2 0 15,-3-5 0-15,3 1-15 0,-3-1 3 0,0-3 1 16,-3 1-21-16,3-6-5 0,-3-3-1 0,0 3 0 15,0-5-82-15,-3 3-17 0,3-3-3 0</inkml:trace>
  <inkml:trace contextRef="#ctx0" brushRef="#br0" timeOffset="1978.099">22285 984 2030 0,'0'-8'57'0,"0"0"14"16,0 3-57-16,3 2-14 0,0-4 0 0,0 1 0 15,6 1 54-15,-3 2 8 0,6-2 2 0,-3 2 0 0,6-2-52 0,0 5-12 0,3 0 0 0,-1-3 0 16,4 3 20-16,0 3 2 0,0-3 0 0,3 0 0 16,0 5-22-16,-1-5 0 0,1 3 0 0,3 2 0 31,3-5-140-31,0 3-28 0</inkml:trace>
  <inkml:trace contextRef="#ctx0" brushRef="#br0" timeOffset="2324.15">23068 1066 1824 0,'9'-2'38'0,"0"-4"8"15,0 1-37-15,6 2-9 0,0-2 0 0,3-3 0 16,-1 6 53-16,7-4 9 0,0-2 2 0,3 0 0 15,0 3 0-15,-4 2 0 0,4-4 0 0,3 1 0 16,-3-2-9-16,-3 3-2 0,2-3 0 0,4 5 0 0,-3-5-33 0,3 3-8 0,2 3 0 0,-2-4-1 31,0 1-11-31,-3 2 0 0,0 3 0 0,-1 0 0 0,-5-5 0 0,0 5 0 16,-3 0 0-16,0 0 0 16,-3 0-49-16,-3 0-12 0,-4 5-3 0</inkml:trace>
  <inkml:trace contextRef="#ctx0" brushRef="#br0" timeOffset="2574.195">23214 1228 1758 0,'0'0'50'0,"6"0"10"0,0 0-48 0,0 2-12 0,6-2 0 0,-3 0 0 15,3-2 76-15,0 2 12 0,2 0 2 0,-2 0 1 16,3 0-29-16,3-6-6 0,0 6 0 0,-3-2-1 16,3-3-19-16,0 2-4 0,-1-2-1 0,4 2 0 15,0-2-16-15,3-3-3 0,-3 2-1 0,5 4 0 16,1-4 1-16,0 4 1 0,0-3 0 0,3-3 0 16,-4 0-61-16,1 2-13 0,0-2-3 0</inkml:trace>
  <inkml:trace contextRef="#ctx0" brushRef="#br0" timeOffset="3093.432">24351 807 1876 0,'0'0'39'0,"0"0"9"0,-6 0-38 16,6 0-10-16,0 0 0 0,0 0 0 0,0 0 76 0,0 0 14 15,-3-5 2-15,-3 10 1 0,0-5-54 0,0 8-11 0,3-3-3 0,-6 3 0 16,3 0-15-16,0 5-10 0,1-2 12 0,-1 10-12 15,-3-5 11-15,3 10-11 0,0-7 10 0,0 7-10 16,0-2 0-16,0 0-18 0,0 3 2 0,0-6 1 16,0 3 27-16,0-3 6 0,0-5 1 0,0 5 0 15,0-5-19-15,-3-3 0 0,3-5 0 0,-3 2 0 16,0 1 0-16,4-8 0 0,-1 2 0 0,-3 3-9 16,3-8 9-16,0 0 0 0,6 0 0 0,0 0 0 15,-3-5 8-15,0 2-8 0,0-5 8 0,0-3-8 16,6 1 0-16,0-6 0 0,0-3-10 0,3-4 10 15,0-1-9-15,3-3 9 0,0-4 0 0,2 1-9 16,4-4 9-16,3 2 0 0,-3-2 0 0,6 2 0 16,0 0 16-16,3 3 4 0,-1 0 2 0,1 0 0 15,-3 8 7-15,3-3 2 0,-3 3 0 0,-1 5 0 16,-2-5 5-16,0 8 0 0,-3 2 1 0,0-2 0 16,-3 5-3-16,0 0-1 0,-3 3 0 0,0-1 0 15,-3 6-13-15,3 6-4 0,-4-1 0 0,1 3 0 16,0 0-6-16,0 8-2 0,0-3 0 0,-3 3 0 15,3 5-8-15,0-5 0 0,-3 5 0 0,3 3 0 16,-3-3 0-16,3 3 0 0,-3-3 0 0,0 8 0 16,3-5 0-16,-3 5 0 0,0 0 0 0,0 5 0 15,0-4-23-15,0-4-6 0,-3 3-2 0,3-2 0 0,-3-4 31 16,-3-1 0-16,3-1 11 0,-3-3-3 16,0 1-68-16,-3-3-14 0,3-3-2 0,-6-5-1 15,3 0-163-15,-3 0-32 0</inkml:trace>
  <inkml:trace contextRef="#ctx0" brushRef="#br0" timeOffset="3305.437">24289 953 1862 0,'-6'-6'78'0,"3"-2"-62"16,0 3 68-16,0 2 13 0,3 3 3 0,0-5 1 15,0 5-27-15,3-3-6 0,3-2 0 0,3 5-1 16,2-5-27-16,1 2-4 0,0 3-2 0,6 0 0 15,0 0-11-15,0 0-3 0,6 0 0 0,-1 0 0 16,1 0-12-16,0 3-8 0,3 2 8 0,0-5-8 16,-1 5 0-16,4-2 9 0,0-3-9 0,0 0 0 15,2 5-57-15,1-5-19 0,3 3-3 0</inkml:trace>
  <inkml:trace contextRef="#ctx0" brushRef="#br0" timeOffset="4280.774">20642 1651 1792 0,'0'0'51'0,"0"0"10"16,0 0-49-16,0 0-12 0,-6 0 0 0,0 5 0 15,0 1 0-15,0 2 0 0,-3 0 0 0,1 0 0 0,-1 5 40 0,-3-3 6 0,0 4 1 0,-3 7 0 16,0 0-24-16,0-3-5 0,-6 4-1 0,3 1 0 16,-5 4-17-1,2-6 0-15,0-2 0 0,0 2 0 0,0 0 0 0,3-5 0 0,1 0 0 0,-4 2 0 16,6-2 0-16,-3-3-19 15,3 3 4-15,0-5 1 16,3 2-2-16,0 0-1 0,1 0 0 0,2 3 0 16,-3-8-139-16,3 0-27 0</inkml:trace>
  <inkml:trace contextRef="#ctx0" brushRef="#br0" timeOffset="4610.736">20112 1937 1579 0,'-3'-8'32'0,"0"3"10"0,3 2-34 0,-3-5-8 0,3 3 0 0,0 5 0 16,0-3 104-16,0 3 20 0,0 0 3 0,0 0 1 15,0 0-52-15,3 0-9 0,-3 0-3 0,0 0 0 16,6 0-51-16,0 3-13 0,-3 2 0 0,0 3 0 16,3 3 54-16,-3-1 8 0,0 1 2 0,0 2 0 15,0 0-52-15,-3-2-12 0,3 2 0 0,0 0 0 16,-3-2 0-16,3 2 0 0,0 0 0 0,0-5 0 15,0 3 0-15,0-1 0 0,0-2 0 0,3 0 0 16,-3 0-13-16,3 0-6 0,-3-8-1 0,3 5 0 16,3-5 20-16,-3 0 17 0,6 0-3 0,-4 0-1 15,7-5-5-15,0-3 0 0,0 3-8 0,3 2 12 16,0-5 42-16,3 0 8 0,3 3 2 0,-4-3 0 16,4 3-103-16,0 2-20 0,0-5-4 0,-3 8-1 15,-1-5-102-15,-2 2-21 0</inkml:trace>
  <inkml:trace contextRef="#ctx0" brushRef="#br0" timeOffset="4907.467">21121 2315 2025 0,'3'-8'85'16,"-3"0"-68"0,3-2 47-16,-3 4 8 0,0-1 3 0,0 1 0 15,0 4-9-15,0 2-2 0,-3-6 0 0,3 6 0 16,0 0 0-16,0 0 0 0,-6 0 0 0,1 6 0 16,-1-4-64-16,-3 4 0 0,3 1-8 0,-3 7-1 15,-3-6 9-15,3 8 11 0,-3-3-3 0,0 3 0 16,-3 0-8-16,0-1 0 0,0 4 0 0,1-3 0 15,-4 0 0-15,-3 5-11 0,0-8 3 0,-3 6 0 16,0 2-38-16,1 0-7 0,-1 0-2 0,0-2 0 16,0 2-58-16,0-3-12 0,4 6-3 0</inkml:trace>
  <inkml:trace contextRef="#ctx0" brushRef="#br0" timeOffset="5146.903">20729 2453 1824 0,'3'-8'76'16,"-1"0"-60"-16,-2 3 120 0,0-1 25 0,3 4 5 0,-3-4 1 16,0 6-63-16,3-2-12 0,-3 2-2 0,0 0-1 15,3-5-71-15,-3 5-18 0,3 0 0 16,3 0 0-16,0 0 0 0,3 5 0 0,-3-3 0 0,3 4 0 16,3-1 0-16,0 3 0 0,0 0 0 0,0 2 0 15,0 1 0-15,3 5 0 0,-4-5 0 0,4 7 0 16,0-7 0-16,0 2 0 0,-3 3 0 0,3-3 0 15,-3 0-20-15,0 3-8 0,-3-5-2 16,0-1 0-16,-1 1-106 0,-2-3-20 0,3 0-5 16</inkml:trace>
  <inkml:trace contextRef="#ctx0" brushRef="#br0" timeOffset="5478.738">20669 2135 1580 0,'0'0'67'16,"-3"-5"-54"-1,3 5 55-15,0-3 12 0,-3-5 1 0,3 8 1 16,3-5-11-16,3 0-3 0,0 2 0 0,0 3 0 0,3-5-20 0,0 2-5 0,0-2-1 15,3 2 0-15,2-2 18 0,1 2 3 0,3 3 1 0,0-5 0 16,3 5-33-16,0 0-7 0,3-5 0 0,-4 5-1 16,4-3 14-16,0 3 3 0,-3-5 1 0,3 2 0 15,-3-2-41-15,2 2 0 0,1-2 0 0,3 2 0 16,-3 1 0-16,0-1 12 0,-1 3-4 0,1 0 0 16,-3 0-16-16,0 0-4 0,-3 3-1 0,0-1 0 31,-4 1-130-31,1 2-25 0,0-2-6 0</inkml:trace>
  <inkml:trace contextRef="#ctx0" brushRef="#br0" timeOffset="6140.244">21857 2352 2066 0,'0'0'43'0,"0"0"10"15,0-2-42-15,0 2-11 0,0-6 0 0,0 6 0 16,0 0 104-16,0 0 20 0,0-2 3 0,0 2 1 16,0 0-103-16,0 0-25 0,0 0 0 0,0 0 0 15,0 0 56-15,0 0 7 0,-6 2 1 0,0 4 0 16,0 2-52-16,-3 0-12 0,3-1 0 0,-3 7 0 16,0-1 0-16,-3-5 0 0,-3 2 0 0,0 4 0 15,-2-1 0-15,-1 3 0 0,-3-3 0 0,0 6 0 16,0-1 0-16,-3 1 0 0,1-1 0 0,-4 3 0 15,6-2 0-15,-3-1 0 0,0 1 0 0,3-1 0 16,4-2-116-16,-1-3-27 0,0 3-5 0</inkml:trace>
  <inkml:trace contextRef="#ctx0" brushRef="#br0" timeOffset="6416.555">21410 2344 1900 0,'0'-8'80'16,"3"-2"-64"-16,-3 5 90 0,3-3 18 0,0 0 4 0,0 0 1 16,0 2-17-16,3 4-4 0,-6 2-1 0,6 2 0 15,0 4-86-15,0-6-21 0,0 8 0 0,0 0 0 16,3 0 0-16,-3 5 0 0,3-5 0 0,0 2 0 16,-1 4 0-16,1-1 0 0,0-3 0 0,3 4 0 15,0-1 0-15,-3 0 0 0,3 3 0 0,0 0 0 16,0 5 0-16,0-3 0 0,0 4 0 0,-1 4 0 15,1-5 0-15,0 6 0 0,0-1 0 0,0-2 0 16,-3 0 0-16,0-3 0 0,0-2 0 0,0-1 0 16,-3-2-226-16,0-3-40 0</inkml:trace>
  <inkml:trace contextRef="#ctx0" brushRef="#br0" timeOffset="6766.75">21869 2704 2067 0,'6'-5'87'0,"-3"-3"-70"15,2 0 89-15,1 3 18 0,0-3 3 0,0 0 1 16,0 5-52-16,3-5-9 0,0 3-3 0,0 0 0 16,3 2-29-16,-3-2-7 0,3 5 0 0,-3-3-1 15,3 6-7-15,-3-3-2 0,0 5 0 0,-1-2 0 16,-2 2-18-16,3 0 10 0,-6 3-10 0,3 0 8 15,-3 0-8-15,-3 5 0 0,0-5 0 0,-3 3 8 16,0-1-8-16,0 1-11 0,-3 2 3 0,0 0 0 31,-3-2-28-31,1 2-6 0,-1-5-1 0,0 5 0 0,0-5 35 0,0 3 8 0,0 0 0 0,0-3 0 16,3-1 0-16,0-1 0 0,0 2 0 0,3 0 0 16,3-8 0-16,0 0 0 0,0 2 0 0,3 4 0 15,3-6 0-15,0 2 0 0,3-2 0 0,0 0 0 16,0 0 0-16,3-2 0 0,3 2 0 0,-4-6 0 15,4 4 0-15,0-4 0 0,0 4 0 0,0-4 0 16,0 1-105-16,-3 2-19 0,3-2-4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2:52:06.1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20860 1405 1824 0,'0'0'76'16,"5"0"-60"-1,1 0 89-15,0-5 19 0,3 5 3 0,3-3 1 0,0 3 0 0,0-5 0 0,3 2 0 0,3-2 0 16,0 2-52-16,2-2-9 0,1-3-3 0,6 3 0 15,3-3-51-15,3 0-13 0,2 5 0 0,4-7 0 16,-3 7 54-16,-1-5 8 0,1 3 2 0,0 2 0 16,-3-2-52-16,2-3-12 0,-2 0 0 0,3 0 0 31,-6 0-48-31,2 3-13 0,-2 2-3 0,-3-2 0 16,-3 5-51-16,-3-6-10 0,-4 4-3 0</inkml:trace>
  <inkml:trace contextRef="#ctx0" brushRef="#br0" timeOffset="246.635">21145 1080 2508 0,'0'0'71'0,"0"0"16"16,0 0-70-16,0 0-17 0,0-6 0 0,0 6 0 15,0 0 92-15,6 0 16 0,0 0 2 0,-3 6 1 16,3-4-56-16,0 4-11 0,0 1-3 0,-3-1 0 15,3 4-16-15,-3-2-3 0,0 5-1 0,0 1 0 16,0 2-11-16,0-3-2 0,0 3-8 0,-3 0 12 16,0 5 0-16,3 8 0 0,-3 0 0 0,0 3 0 15,3 2-12-15,-3 3 0 0,0-5 0 0,0 5 0 16,0-8-48-16,3 0-13 0,-3 0-3 0,0-5 0 16,3 3-102-16,0-4-21 0,0-1-4 0</inkml:trace>
  <inkml:trace contextRef="#ctx0" brushRef="#br0" timeOffset="831.482">22184 1352 1820 0,'0'0'38'0,"0"0"8"0,0 0-37 0,0 0-9 0,0 0 0 0,0 0 0 16,0 0 50-16,0 11 8 0,0 2 2 0,0 0 0 15,-3 6-21-15,3-1-4 0,-3 6-1 0,-3 0 0 16,3-3-17-16,-3 0-3 0,-3 3-1 0,3-3 0 16,-3 0-13-16,1-7 11 0,-1 1-11 0,-3 7 10 15,3-12-10-15,-3 3 12 0,0 1-12 0,0-6 12 16,3 2-4-16,-6-5 0 0,3 3 0 0,0-2 0 16,3-6-8-16,-2 0 0 0,2 0 9 0,3-8-9 0,0 2 0 15,3-7 0-15,0 3 0 0,0-4 0 16,6-1 23-16,0-7 0 0,3 1 0 0,3 0 0 0,3-8-10 0,2-3-1 15,4-5-1-15,0 0 0 0,0 0 17 0,6 3 3 16,-3-3 1-16,2 0 0 0,-2 10 8 0,0-2 1 0,0 3 1 16,0 2 0-16,-3 8-2 0,0-5 0 0,2 7 0 15,-2 4 0-15,-3-1-7 0,0 3-1 0,0 6-1 16,-3-4 0-16,0 6-11 0,0 6-3 0,0-6 0 16,-4 8 0-16,1 0-9 0,0 5-8 15,0-3 12-15,-3 9-12 0,0-3 8 16,0 5-8-16,0 3 0 0,0 5 0 0,0 0 0 0,-3 8 0 0,0 0 0 0,0 0 0 15,0 0 0-15,-3-5-14 0,0 2 2 0,-3-2 1 32,3-6-42-32,-3 4-9 0,-3-7-2 0,3 1 0 0,-3 3-62 0,0-3-13 0,-3-3-2 0</inkml:trace>
  <inkml:trace contextRef="#ctx0" brushRef="#br0" timeOffset="1053.984">22139 1508 2310 0,'-3'0'48'0,"3"0"11"0,0 0-47 16,3-8-12-16,-3 8 0 0,6-5 0 0,0 2 70 0,0 3 12 0,6-5 2 0,0 5 1 16,0-3-33-1,0 3-6-15,3-5-2 0,0 5 0 16,3-5-24-16,-1 2-6 0,7-2-1 0,-3 2 0 0,3-2-21 15,0 2-5-15,2-2-1 0,1-3 0 16,-3 0-40-16,-3 3-8 0,3-3-2 0</inkml:trace>
  <inkml:trace contextRef="#ctx0" brushRef="#br0" timeOffset="1291.156">22139 923 2211 0,'0'-5'93'16,"0"-3"-74"-1,0 3 57-15,3 2 12 0,0-5 3 0,3 3 0 16,0 2-27-16,3-2-4 0,0-3-2 0,3 0 0 16,3 3-32-16,0 2-6 0,0-5-2 0,6 3 0 15,2 0-18-15,7 2 10 0,0 3-10 0,3-5 8 16,-1 5-8-16,4 0-16 0,0 5 4 0,6-5 1 15,-4 3-149-15,1 2-31 0,6-5-5 0</inkml:trace>
  <inkml:trace contextRef="#ctx0" brushRef="#br0" timeOffset="1557.822">23157 1175 2310 0,'-5'0'48'0,"5"0"11"0,0 0-47 0,0 0-12 0,0 0 0 0,0 0 0 16,5 0 104-16,7 0 20 0,0-5 3 0,3 5 1 16,3 0-52-16,3-3-9 0,0 3-3 0,2-5 0 15,1 5-51-15,0-6-13 0,0 6 0 0,3-2 0 16,2-4 0-16,1 4 0 0,3-4 0 0,0 4 0 31,-1 2 19-31,4-6 1 0,0 6 0 0,0 0 0 0,-7 0-20 0,1 0 0 16,-3-2 0-16,0 2 0 0,-6 0 0 0,-1 0 0 0,-2 0-15 0,0 0 5 31,-3 2-123-31,-3-2-25 0,3 6-5 0</inkml:trace>
  <inkml:trace contextRef="#ctx0" brushRef="#br0" timeOffset="1766.983">23226 1492 2269 0,'-3'8'64'0,"3"-8"15"16,0 0-63-16,3 3-16 0,0 2 0 0,0-2 0 16,6-3 105-16,3 5 19 0,0-5 3 0,0 0 1 15,2 0-103-15,4 0-25 0,0 0 0 0,3 0 0 16,0-5 0-16,0 2 0 0,2-2 0 0,1 2 0 16,6-2 0-16,3 2 0 0,2-2 0 0,4-3 0 15,0 3-46-15,0 2-14 0,2-5-4 0</inkml:trace>
  <inkml:trace contextRef="#ctx0" brushRef="#br0" timeOffset="2934.334">24318 926 2072 0,'-3'-8'59'0,"3"3"12"16,0 5-57-16,0 0-14 0,0-3 0 0,0 3 0 15,0 0 97-15,0 0 17 0,0 0 3 0,0 0 1 16,0 0-58-16,0 8-11 0,0 0-2 0,-3 8-1 16,3 2-23-16,0 6-5 0,0 5-1 0,-3 1 0 15,3-7-17-15,-3 6 0 0,0-5 0 0,0 5 0 16,3-2 0-16,-3 5 0 0,1-3 0 0,-4 8 0 16,6-3 33-16,-3 3 3 0,0 0 1 0,3 0 0 15,-3 0-8-15,3-8-1 0,-3-2-1 0,3 2 0 16,-3-3-35-16,0-2-8 0,3-3 0 0,-3 3-1 15,0-3-6-15,0 3-1 0,3 3 0 0,-3-9 0 16,0 3-152-16,3 1-32 0,0-1-5 0</inkml:trace>
  <inkml:trace contextRef="#ctx0" brushRef="#br0" timeOffset="5093.358">20237 947 2066 0,'0'0'43'0,"-3"8"10"0,3 0-42 0,0 0-11 0,-3 5 0 0,3 1 0 16,-3 1 44-16,0 1 6 0,-2 0 2 0,2 5 0 15,-3 3-20-15,0-3-4 0,0 6-1 0,0 2 0 16,0-5-12-16,-3 5-3 0,3 0 0 0,0 3 0 15,-3 2-12-15,3-2 9 0,-3 5-9 0,0-3 8 16,3-2-8-16,-3-3 0 0,0-5 9 0,0 2-9 16,1-2 0-16,2-8 9 0,-3 3-9 0,0-9 0 15,0 3 25-15,3-5-1 0,-3 0-1 0,3 0 0 0,0-2 15 16,0-6 3-16,0 0 1 0,0-6 0 0,3-2-13 16,0 0-2-16,0 0-1 0,3-7 0 0,3-7-26 15,0-4 0-15,0-1 0 0,3-10 0 16,3 0 16-16,0-5-1 0,3-3-1 0,3 0 0 15,0 0-14-15,2 3 0 0,1-3 0 0,0 0 0 16,-3 2 0-16,3-2-8 0,0 3 8 0,-3 2 0 0,3 3 12 0,-1 8 5 0,1 3 2 16,-3 7 0-16,3 1 13 0,-3 2 2 0,-3 8 1 15,3 0 0-15,-3 0-35 0,0 3 0 0,-4 5 0 0,4 0 0 16,0 0 0-16,-3 5 0 0,0 3 0 0,0 0 0 16,0 8 58-16,0 5 5 0,0 0 1 0,-3 8 0 15,3 3-64-15,-3 5-13 0,-3 0-3 16,3 0 0-16,-3 0 16 0,3-2 0 0,-3-4 0 0,-3 6 0 15,0 0 0-15,0 6 0 0,0-6 0 0,-3 5 0 16,0-5-13-16,0 0 0 0,-3 0 0 0,0-8 0 16,0-2-15-16,0-1-4 0,-3-5 0 0,3-2 0 15,0 0-35-15,-3-9-7 0,3 3-2 0</inkml:trace>
  <inkml:trace contextRef="#ctx0" brushRef="#br0" timeOffset="5306.07">20261 1167 2066 0,'-36'3'43'0,"25"-3"10"0,2 5-42 16,3-5-11-16,6 0 0 0,0 0 0 16,0 0 89-16,0 0 16 0,0 0 3 0,0 0 1 15,6 0-58-15,3 2-12 0,0-2-3 0,-1 0 0 0,7 6-11 0,3-6-2 0,3 0-1 0,0 0 0 16,0 0-22-16,5 0 0 0,1 2 0 0,0-2 8 31,-3 0-141-31,3 0-28 0</inkml:trace>
  <inkml:trace contextRef="#ctx0" brushRef="#br0" timeOffset="5784.54">20440 1995 2176 0,'-9'0'45'0,"0"-5"11"0,0 2-44 16,3 3-12-16,0 0 0 0,-3 0 0 0,0 0 76 0,0 3 12 15,3 2 4-15,-6-2 0 0,4 2-68 0,-4 3-14 0,0 5-2 0,-3-2-8 16,3 7 0-16,-3-2 0 0,-3 5 0 0,3 3 0 16,0 5 23-16,1 0-3 0,-1 0 0 0,0 9 0 15,3-9-20-15,-6 2 0 0,6-2 0 16,-6 3 0-16,3-5 0 0,0 2 0 0,4-5 0 0,-4 5 8 16,0 0-8-16,3 0 0 0,-3 3 0 15,3-3 0-15,0 0-19 0,0-3-1 0,3 1-1 16,0-1 0-16,1-5-56 0,2-5-11 15,0 0-3-15</inkml:trace>
  <inkml:trace contextRef="#ctx0" brushRef="#br0" timeOffset="6328.053">20080 1998 1337 0,'-21'0'28'0,"15"0"6"0,0 0-34 0,0 0 0 16,0 0 0-16,6 0 0 0,0 0 102 0,-3 0 14 0,3 0 2 0,0 0 1 16,0 0-37-16,0 0-7 0,0 0-2 0,0 0 0 31,0 0-46-31,6-3-10 0,0 3-1 0,3 0-1 0,0-5 27 0,0 5 6 0,3-3 0 0,0 3 1 15,2-5-39-15,-2 2-10 0,6 3 0 0,-3-5 0 16,3 5 53-16,-3-8 9 0,3 8 2 0,2-8 0 16,-2 8 0-16,0-5 0 0,3 2 0 0,0 3 0 15,-3 0-52-15,0 0-12 0,-4 0 0 0,1 3 0 16,0 2 0-16,-3-5 0 0,0 8 0 0,-3-5 0 16,-3 2 0-16,0 3-15 0,0 0 3 0,-3 0 1 15,0 0 11-15,0 2 0 0,0-2 10 0,0 3-10 16,-3-1 0-16,0 1 8 0,3 2-8 0,-3 0 0 15,0 3 0-15,3 0 0 0,-3-3-12 0,0 3 12 16,3 5-49-16,-3-5-3 0,3 0-1 0,-3 5 0 16,0-5-131-16,3 0-27 0,-3-3-5 0</inkml:trace>
  <inkml:trace contextRef="#ctx0" brushRef="#br0" timeOffset="6927.463">20737 2985 1579 0,'0'0'32'0,"0"0"10"0,0 0-34 0,0 0-8 0,0 0 0 0,0 0 0 16,0 0 142-16,0 0 26 0,0 0 6 0,0 0 1 16,-3 5-75-16,-2 3-16 0,-1 0-2 0,0 2-1 15,-3 1-13-15,-3 5-4 0,0 0 0 0,0-3 0 32,-3 6-74-32,3-1-15 0,-3-2-3 0,0 5-1 0,-2-2 29 15,-1-1 0-15,0 1 8 0,-3 2-8 0,0 0 8 0,-3 3-8 16,1-3 0-16,-1 3 0 0,3 0 0 0,-3 2 0 0,0 1 0 0,0-6 0 31,4 3-35-31,2-3-4 0,-3-3-1 0</inkml:trace>
  <inkml:trace contextRef="#ctx0" brushRef="#br0" timeOffset="7178.816">20243 3167 1824 0,'-3'-10'76'15,"3"2"-60"1,0-3 140-16,0 3 29 0,0 3 6 0,3-3 1 16,0 3-104-16,0 2-20 0,0-2-4 0,-3 5 0 15,3 0-21-15,3 0-4 0,0 0-1 0,3 0 0 16,0 5-16-16,0-2-3 0,3 2-1 0,0 3 0 16,0-3-7-16,3 6-2 0,-1-3 0 0,1 5 0 15,3 0-9-15,0-5-11 0,0 5 3 0,0 3 0 16,0-5 8-16,-1 5 0 0,1-3 0 0,-3 3 0 15,0-3 0-15,0 3-13 0,0-3 1 0,0 3 1 16,-3 0-145-16,3-3-28 0,-4 0-7 0</inkml:trace>
  <inkml:trace contextRef="#ctx0" brushRef="#br0" timeOffset="7424.447">20815 3315 2298 0,'0'0'48'0,"0"-5"11"0,0 5-47 0,-3-5-12 0,3 2 0 0,0 3 0 15,0 0 107-15,0 0 19 0,0 0 4 0,0 0 1 16,0 0-54-16,0 0-10 0,0 0-3 0,0 0 0 16,0 0 0-16,3 3 0 0,0 2 0 0,0 8 0 15,0-5-51-15,0 6-13 0,0 4 0 0,-3 1 0 16,0 4 0-16,3-1 0 0,-3 1 0 0,0 4 0 16,0-3 0-16,0-1 0 0,0 1 0 0,0-3 0 15,-3-2 0-15,3 5 0 0,-3-11 0 0,0 11 0 16,3-8 0-16,-3 5 0 0,0 0 0 0,3 0 0 15,-3-2-109-15,3 2-25 0,0 0-5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2:52:28.6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19687 1199 1900 0,'6'0'40'0,"0"5"8"0,-3-2-39 0,0 2-9 0,3 3 0 0,-3 2 0 16,-1 4 49-16,-2 7 8 0,0 0 2 0,-2 3 0 15,-1 5-7-15,0 0 0 0,-3 3-1 0,-3 5 0 16,3-3-29-16,-3-5-6 0,3 3 0 0,-3-3-1 15,0 0-26-15,0-8-5 0,-3 1 0 0,3 1-1 16,0-7 34-16,0 5 7 0,0-5 2 0,0-2 0 16,1-1-16-16,-1-5-10 0,0 0 12 0,3 0-12 15,0-8 16-15,0-6-3 0,0 4-1 0,3-6 0 16,0-6 7-16,3-1 1 0,3-7 0 0,0 1 0 16,3-3-20-16,3-5 0 0,0 0 0 0,6-3 0 15,-1-5 12-15,4-5-2 0,0-8 0 0,6 2 0 16,-3-2-10-16,3 5-14 0,-1 0 3 0,4-3 1 15,-3 3 46-15,-3 6 8 0,3-6 3 0,0 2 0 16,-1 12-15-16,-2 1-4 0,0 4 0 0,0 2 0 16,-3 8-8-16,0 3-1 0,-1 5-1 0,-5 0 0 15,0 8-7-15,0 0-2 0,0 0 0 0,-3 8 0 16,0 5 1-16,-3 3 0 0,0 8 0 0,3-3 0 16,-3 8-2-16,-3 3 0 0,3 3 0 0,-3-4 0 15,0 4-8-15,0 2 0 0,0-6 0 0,-3 7 8 0,0-1-8 0,0 5 0 16,0-2 0-16,-3 7-11 15,0-10-23-15,0 0-5 0,0 0-1 0,-3 0 0 16,0-5-31-16,-3 3-6 0,0-12-2 0,0 9 0 16,0-5-130-16,0 2-27 0</inkml:trace>
  <inkml:trace contextRef="#ctx0" brushRef="#br0" timeOffset="235.753">19630 1405 2030 0,'0'0'57'0,"3"-8"14"15,3 8-57-15,0-8-14 0,0 8 0 0,3-5 0 16,3 2 79-16,0-2 13 0,3 5 2 0,0 0 1 16,2-5-51-16,1 2-9 0,3 3-3 0,0 0 0 15,0-5-24-15,6 2-8 0,2 3 0 0,1 0 0 16,3 0 15-16,0 0-1 0,2 0 0 0,1 0 0 15,0 0-125-15,-1 0-25 0,1 3-4 0</inkml:trace>
  <inkml:trace contextRef="#ctx0" brushRef="#br0" timeOffset="498.532">20633 1442 1792 0,'0'0'51'0,"-3"8"10"0,-3-3-49 0,3 3-12 0,0-5 0 0,0 2 0 16,3-5 100-16,-3 8 16 0,3-8 4 0,0 5 1 15,0-5-34-15,0 0-7 0,0 0-2 0,0 0 0 16,0 0 6-16,0 0 2 0,0 0 0 0,0 0 0 16,0 0-18-16,0 0-3 0,0 0-1 0,0 0 0 15,0-5-34-15,0-3-7 0,3 0-2 0,-3 0 0 16,0 3-12-16,3-8-9 0,0 5 12 0,-3-3-12 15,3 1 0-15,0 2 0 0,0-3 0 0,0 3 0 16,0-5-108-16,3 5-28 0,-3-5-5 16</inkml:trace>
  <inkml:trace contextRef="#ctx0" brushRef="#br0" timeOffset="1084.208">21300 1101 2048 0,'-6'-11'43'0,"0"3"9"0,3 0-42 0,0 6-10 0,0-6 0 0,3 2 0 15,0 6 97-15,0 0 18 0,0 0 3 0,0 0 1 16,0 0-49-16,0 0-10 0,0 0-1 0,-3 6-1 15,0 4-26-15,0 4-4 0,0-1-2 0,-3 5 0 16,3 3-3-16,-3 1-1 0,0-1 0 0,1 3 0 16,2 5-10-16,-3 5-1 0,0 3-1 0,0 0 0 15,0 0-2-15,0 0-8 0,3-5 12 0,-3 5-4 16,0-8-8-16,0 0 0 0,3 0 0 0,-3-5 8 16,0 3 8-16,0-1 0 0,0 1 1 0,0 2 0 15,0-6-35-15,0 1-7 0,3 3-2 0,-3-3 0 16,3-3-113-16,0-5-22 15,0-1-5-15</inkml:trace>
  <inkml:trace contextRef="#ctx0" brushRef="#br0" timeOffset="1426.913">21744 1397 1744 0,'0'0'73'0,"0"0"-58"15,6 0 87-15,-1 0 18 0,1 0 3 0,3 3 1 16,0-3-34-16,0 0-6 0,0 0-2 0,3 0 0 16,3 0-27-16,0 0-6 0,3 0-1 0,3 0 0 15,2 0-20-15,1-3-4 0,0 3 0 0,6 0-1 16,-3 0-23-16,-1-5 0 0,4 5 0 0,0-3 0 15,-3 3 0-15,-1 0 0 0,-2-5 0 0,6 2 0 16,-6 3 0-16,3-5 0 0,-1 5 0 0,1-5 0 16,-3 5 29-16,0-3 2 0,-3 3 0 0,-1 0 0 15,-2 0-63-15,-3 0-13 0,-3 0-3 0,0 0 0 16,-3 3-185-16,0 2-38 0</inkml:trace>
  <inkml:trace contextRef="#ctx0" brushRef="#br0" timeOffset="1638.872">21857 1648 2032 0,'-21'8'42'0,"12"-8"10"0,3 6-41 0,6-6-11 0,0 0 0 0,0 0 0 16,0 0 90-16,0 0 16 0,0 0 3 0,6 0 1 16,3 0-15-16,3 0-3 0,0 0-1 0,3-6 0 15,2 6-73-15,4-5-18 0,3 2 0 0,0 3 0 16,6 0 55-16,-4-5 7 0,4 5 2 0,3-2 0 15,-3 2-52-15,2-6-12 0,1 4 0 0,3-4 0 16,-3 4 0-16,5-4 0 0,1 1 0 0,3 2 0 16,-4 3-121-1,4-5-27-15,0 2-6 0</inkml:trace>
  <inkml:trace contextRef="#ctx0" brushRef="#br0" timeOffset="3693.634">23208 1175 1275 0,'0'-13'26'0,"0"13"8"16,0 0-34-16,0 0 0 0,-3-6 0 0,3 6 0 16,0 0 105-16,0 0 15 0,0 0 2 0,0 0 1 15,0 0-41-15,0 0-8 0,0 0-2 0,0 6 0 16,0 2-8-16,0-1-1 0,0 1-1 0,0 6 0 15,-3-1-9-15,3 3-1 0,-3-3-1 0,-3 5 0 16,3 9-26-16,-3-3-5 0,0 0 0 0,-3 5-1 0,3-3-8 16,-3 3-2-16,-2-5 0 0,2 0 0 0,-3 2-9 15,3-7 0-15,0-1 0 0,0-2 0 0,0 0 0 0,3-3 0 16,-3 1 0-16,3-6 0 0,0-1 0 16,0 1 0-16,0-5 0 0,6-3 0 0,-6 5 0 15,6-5 0-15,0 0 0 0,0 0 0 0,-3-5 19 0,-3-3 1 16,6 0 1-16,-3-2 0 0,6-9-33 0,-3 3-8 15,3-8 0-15,3-5-1 0,-3 0 21 16,6 0 0-16,-3-8 0 0,3 0 0 0,3 3 0 0,0 2 0 0,3 0 0 16,0-2 0-16,0-3 0 0,0 8 0 0,2-9 0 0,-2 7 0 15,3 2 10-15,-3 0 6 0,0-1 2 0,0 9 0 16,0 0-6-16,-3 5-2 0,-1 0 0 0,1 8 0 16,-3 3 7-16,0-3 2 0,-3 8 0 0,3 0 0 15,-3 5 1-15,0-2 1 0,0 5 0 0,0 5 0 16,0 0-1-16,-3 11 0 0,3-3 0 0,-3 3 0 15,0 5-6-15,3-5-2 0,-3 5 0 0,0 0 0 16,3 1 13-16,-3-1 3 0,3 0 0 0,-3 0 0 16,-1 0-28-16,1 0 0 0,-3 3 0 0,3 2 0 15,-3-7-46-15,0-1-14 0,0 3-4 0,-3-5 0 16,0 0 50-16,1-3 14 0,-1 0 0 0,-3 0 0 16,-3-5-62-1,3-3-5-15,-3 3-1 0,0-2 0 0,-3-4-143 0,3-2-29 0,-3 3-5 0</inkml:trace>
  <inkml:trace contextRef="#ctx0" brushRef="#br0" timeOffset="3889.057">23104 1334 2214 0,'-6'-3'46'0,"-3"-5"11"0,6 0-45 15,0 3-12-15,3 2 0 0,0-2 0 0,6-3 73 0,0 3 13 0,3 2 2 0,3-2 1 16,6 2-20-16,0 3-4 0,2-5-1 0,4 5 0 15,0-3-51-15,3 3-13 0,0 0 0 0,-1-5 0 16,4 5 0-16,0 0 0 0,0 0 0 0,2-6 0 16,7 6-48-1,0 0-13-15,5 0-3 0</inkml:trace>
  <inkml:trace contextRef="#ctx0" brushRef="#br0" timeOffset="18315.197">17317 14921 1552 0,'-9'-6'44'16,"-2"1"10"-16,2 0-43 0,3-3-11 0,-3 3 0 0,0-3 0 16,3 0 71-16,-3 3 12 0,0-3 2 0,-3 0 1 15,3 2-38-15,0-2-7 0,-3 3-1 0,3 0-1 16,0 0-29-16,0-1-10 0,1 1 0 0,-1 2 9 15,0-2 37-15,3 2 7 0,0 1 2 0,6 2 0 16,-6-3-37-16,6 3-7 0,0 0-2 0,0 0 0 16,0 0-9-16,0 0 0 0,0 0 0 0,0 0 0 15,0 0 0-15,9 5 0 0,0 1 0 0,0-1 0 16,6 3 16-16,-1-3 0 0,4 3 1 0,3 0 0 16,0 0-17-16,6 0 0 0,0 0 0 0,5-3 0 15,1 3-15-15,0 0 0 0,2-3 0 0,7 3 0 16,0-2 15-16,5-4 0 0,1 1 0 0,6-1 0 15,-1 4 0-15,1-4 0 0,-1 1 0 0,7 0 0 16,-4-1 20-16,4 1 8 0,0 0 0 0,8-1 1 0,-6 1 5 16,4 0 1-16,2-3 0 0,7 5 0 15,-7-2-35-15,4-1 0 0,2 3-10 0,4-2 10 0,-7 2 0 0,3 1 0 16,4-1 0-16,5-2 12 0,-8 2-12 0,2 0 0 0,3 3 0 16,4-3 0-16,-4 1 0 0,0-1 0 0,4 3 0 0,8-3 0 15,-12 1 56-15,1-1 7 0,2 0 1 0,9 0 0 16,-8-2-52-16,-1 0-12 0,6 2 0 0,7-2 0 15,-7-1-18-15,0-2-6 16,3 0-2-16,10 3 0 0,-13-3 26 0,3 0 0 0,4 3 0 0,5-3 0 16,-9 2 0-16,-3-2 0 0,4 3 0 0,5 0 0 15,-9-1 0-15,-3 1 0 0,4-1 0 0,8 1 0 16,-12 0 8-16,1 2-8 0,-1-2 10 16,12 2-10-16,-12-2 20 0,1-1-1 0,2 1-1 0,6 0 0 15,-8-1-18-15,2-2 0 0,0 0 0 0,9 3 0 16,-11-3 0-16,-1 0 0 0,0 0 0 0,7-3 0 15,-13 3 0-15,3-2 0 0,-2-1-11 0,5-2 11 16,-14 2 0-16,2 0 0 0,-3-2 8 0,4 0-8 16,-10 2 0-16,1 0 0 0,-7 1 0 0,7-1 0 15,-10-2 0-15,4 0 0 0,-4-1 0 0,1 1 0 16,-3 0 0-16,-4 2 0 0,1-2 0 0,-1 2 0 16,-2-2 15-16,-3 0-3 0,-1-1-1 0,4-2 0 15,-3 0-69-15,-1 0-14 0,-2-2-2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2:55:11.8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20836 4855 1337 0,'-24'-8'28'0,"15"6"6"0,0-1-34 0,3 1 0 0,0-1 0 0,0-2 0 16,0 2 0-16,0-2-20 0,0-1 2 0,0-2 1 15,0 0 27-15,0-2 6 0,0-1 0 0,-2 1 1 16,-1-6-17-16,3 3-11 0,-3-3 2 0,-3 0 0 16,3 3 9-16,-3-6 12 0,3 3-2 0,-3 0-1 15,0 0 44-15,-3 1 9 0,3 1 2 0,-2 1 0 16,-1 0-1-16,-3 0 0 0,3-1 0 0,-3 1 0 16,0 5-22-16,-3-8-4 0,1 6-1 0,-1 2 0 15,0-3-5-15,-3 3-2 0,0 0 0 16,-3 1 0-16,1 1-29 0,2-2 0 0,-3-2 0 0,-3 2 0 15,1 0 0-15,-4-3 0 0,-3 3 0 0,0-2 0 16,1 2 0-16,-4 0 0 0,0-3 0 0,1 3 0 16,-4-2 0-16,3 2 0 0,-2-3 0 0,-4 3 0 15,3 3 45-15,-2-3 3 0,-4-3 1 0,0 4 0 16,1 1-27-16,-1 1-6 0,0-3 0 0,-2 3-1 16,2 2-15-16,-2-2 0 0,-4 2 0 0,0 0 0 15,4 1 0-15,2 2 0 0,-2 0 0 0,-1 0 0 16,-3 0 0-16,4 0 0 0,-7 2 0 0,4 1 0 0,-1 0 0 15,4-1 0-15,-1 4 0 0,-6-1 0 0,7 3 0 0,-4-5 0 16,-2 2 0-16,-1 3 0 0,3 0 0 0,4 0 0 16,-4 0 0-16,1 2 0 0,2 6 0 0,-2-5 0 0,2 2 0 0,-3 3 0 15,4 0 0-15,2 2 0 0,3-2 0 0,-2 5 0 16,-1-2 0-16,7-1 0 0,-1 3 0 0,-3 3 0 16,10 0 0-16,-1 3 0 0,6 2 0 0,-3 2 0 15,7 1-10-15,-1 0 10 0,3 2-8 0,0-2 8 16,6 2 0-16,0-4-10 0,1 4 10 0,-1-2 0 15,6 5-10-15,3 0 10 16,0 0-8-16,0 5 8 0,6-5 0 0,0 0-10 0,0 0 10 16,6 3 0-16,0-6-11 0,3 3 11 0,3-2-10 0,3 2 10 15,0 0-18-15,3 0 2 0,2 0 1 0,4 3 0 16,-3-6-9-16,3 3-3 16,3-8 0-16,3 6 0 0,2-6 13 0,1 0 2 0,6 0 1 0,2 3 0 15,-2-6 11-15,6 3 0 0,0-2-9 0,2 2 9 16,4-3 0-16,-4-2 0 0,7-3-9 0,3 3 9 15,-4-5 0-15,4-4 0 0,-1 1 0 0,10 0 0 16,-4-3 0-16,4-2 0 0,2 0 0 0,4-3 0 16,-4-3 0-16,4 0 0 0,-4-2 0 0,7-1 0 15,-4-2 12-15,1 0-3 0,-1-2-1 0,7-1 0 16,-7-2-8-16,3 0 10 0,1-1-10 0,5-2 10 16,-8-2 10-16,-1-1 1 0,1 1 1 0,5-4 0 15,-8-2-9-15,2 1-1 0,-2-4-1 0,8-2 0 0,-6 0-2 16,-2 0 0-16,2-3 0 0,4-3 0 0,-10 3-9 15,1-2 10-15,-7 0-10 0,7-4 10 0,-10 4-2 16,1-3-8-16,0 2 12 0,-1-4-4 16,-8-1-8-16,-3 0 10 0,-4 0-10 0,1-2 10 15,-3 2-10-15,-7 1 10 0,1-1-10 0,-3 0 10 16,-3 0 4-16,-6 1 1 0,-3-1 0 0,-1 0 0 0,-2 0 5 0,-6-2 2 16,0-1 0-16,0-2 0 0,-6 3 4 0,0 0 1 0,0 2 0 0,-3 0 0 15,-3-5-27-15,-3 8 0 0,0-8 0 0,-3 3 0 16,-2-4 0-16,-1 7 0 0,0-12 0 0,-9 6 0 15,3 6 0-15,-3-6 0 0,-2 2 0 0,-4 3 0 16,-3-2-12-16,-3 2-8 0,-5-2-2 0,-4-1 0 16,-9 4-118-16,-5 2-24 0</inkml:trace>
  <inkml:trace contextRef="#ctx0" brushRef="#br0" timeOffset="32829.227">10090 16347 1545 0,'-33'0'32'0,"1"-3"8"0,-1 1-32 0,0-4-8 0,3 1 0 0,-2-3 0 16,2 0 42-16,3 0 6 0,-3 0 2 0,1-2 0 15,-1 2 6-15,0 0 2 0,-3-3 0 0,1 1 0 16,-1-1-14-16,0 3-4 0,0-2 0 15,-2-1 0-15,2-2 4 0,0 2 0 0,0 1 0 0,-2-1 0 16,-1-2-15-16,0 0-2 0,-2 2-1 0,-4-2 0 16,3 0-5-16,-3-1-1 0,1 1 0 0,-4 0 0 15,1-3-4-15,2 3 0 0,0 0-1 0,-5-3 0 16,2 2-2-16,0 4 0 0,-2-3 0 0,-4-1 0 16,3 4-1-16,1-1-1 0,2 1 0 0,-8 2 0 15,2-3-11-15,0 3 10 0,-2 0-10 0,-4 0 10 16,4 0-10-16,-1 0 0 0,0 3 9 0,-2-3-9 15,2 3 0-15,-2 0 0 0,2-1 0 0,-8 1 8 16,8 0-8-16,-2-1 0 0,-1 4 0 0,-3-4 8 16,4 4-25-16,-1-1-5 0,1 1-1 0,-4 2 0 15,4 0 70-15,-1 0 13 0,-2 0 4 0,-4 2 0 16,4 1-103-16,2-1-20 0,0 4-4 0,-2-1-1 16,2 0 74-16,1 3 14 0,-1 0 4 0,-5 3 0 15,8-3-45-15,1 2-9 0,-1 1-2 0,0 0 0 16,4 2 49-16,-1 0 10 0,1 0 1 0,-1 0 1 15,6 3-33-15,1 0 0 0,-1 0 0 0,-3 3 0 16,7-4 29-16,-1 4 3 0,0 0 0 0,1-1 0 16,2 1-54-16,3-4-10 0,7 1-3 0,-1 3 0 0,6-3 26 0,3 2 9 0,3 1 0 15,6 2-9-15,1 0 9 0,5-2 0 0,0 2-9 0,0 0 9 16,0 3-23-16,3 0 0 16,0 2 0-16,0 0 0 0,0-2 33 0,0 0 6 0,0 0 2 0,3 24 0 15,3-11-18-15,0-22 0 0,3 4 0 0,-72 23 0 16,-74-5 0-16,42-18 0 0,-42 5 0 0,-95 26 0 15,122-5 0-15,86-24 0 0,18 3 0 0,-9 29 0 16,3-16 0-16,13-19 0 0,4 4 0 0,1 25 0 16,-3-2 0-16,0-24 0 0,3 3 0 0,173 34 0 0,172-7 0 15,-241-30 0-15,-44 3 0 0,26 34 0 16,-44-10 0-16,-36-27 0 0,0 5 0 0,-6 32 0 16,-9-7 0-16,0-28 0 0,0 4 0 0,0 2 0 15,9 0-28-15,3 5-10 0,6-4-2 0,-3 4 0 16,-3-5 30-16,-3 0 10 0,0 0 0 0,-3 3-9 15,3-3 9-15,3 0 0 0,3 0-9 0,-1 0 9 16,10 1 0-16,3-1-11 0,3-3 11 0,9 1-8 16,-1-4 8-16,10-1 0 0,-3-4 0 0,8 1 0 15,-2-1-30-15,0 1-1 0,-1-3 0 0,7 2 0 16,0-5 47-16,-1 3 8 0,4-3 3 0,5 3 0 16,-2-5-27-16,-1-1 0 0,4-2 0 0,2 3 0 15,-2-3 0-15,2-3 0 0,-2 3 0 0,8-3-11 0,-5 1-9 16,2-4-1-16,4 1-1 0,5 0 0 15,-5-3 36-15,-1 2 7 0,1-2 2 0,5-2 0 16,-8 2-23-16,2-6 0 0,1 4 0 0,5-1-8 16,-9 0 8-16,7-2 0 0,-4 3 0 0,7-4-8 15,-4 4 8-15,-2-4 0 0,-1 4 0 0,4-4-8 0,-7 4 8 16,1-4 0-16,-4 1 0 0,7 2 0 0,-7-2-16 16,4 3 1-16,-4-4 1 0,6 1 0 0,-5 0 14 15,-1-3 0-15,1 0 0 0,0 0 10 0,-4-3-10 0,1 3 0 0,-1-2 0 0,4-1-11 16,-4 1 11-16,1-4 0 0,-4 4 0 0,7-6 0 15,-7 3 0-15,-2-3-8 0,-1 0 8 16,7 0 0-16,-9-5 0 0,5 2 0 0,-2-2 0 16,2-5 0-16,-5 5 0 0,-3-3 0 0,-4 3 0 0,4-3 0 15,-4 0 0-15,-2 3 0 0,0 0 0 0,-1-3 0 16,-2 3 0-16,-3-1 0 0,-3 1 0 0,-1 0 11 16,-2 0-11-16,-6-3 0 0,0 3 0 0,-3-6 0 15,-4 4 47-15,1-4 13 0,-3 1 4 0,0-1 0 16,-3 1-52-16,0-1-12 0,-3 1 0 0,0-1 0 15,-3 1 54-15,0-3 8 0,-3 0 2 0,0-3 0 16,-3-2-52-16,0-3-12 0,0-3 0 0,-3 0 0 16,0 1 0-16,-3 1 0 0,0 1 0 0,0-2 0 15,-6-1 0-15,3-2 0 0,-6-1 0 0,0-4 0 16,0 4 11-16,0 1-1 0,-2-3 0 0,-4 0 0 16,0 3-10-16,-3-1-17 0,0 4 4 0,-8-6 1 15,2 2 12-15,-3-4 0 0,0-1 0 0,-5-2 0 16,-1 2-150-16,-3-2-34 0,1 2-6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2:56:51.59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T" name="resolution" value="1" units="1/dev"/>
        </inkml:channelProperties>
      </inkml:inkSource>
      <inkml:timestamp xml:id="ts1" timeString="2022-01-28T22:56:52.140"/>
    </inkml:context>
  </inkml:definitions>
  <inkml:trace contextRef="#ctx0" brushRef="#br0">21062 9163 1337 0,'0'0'56'0,"0"0"-44"16,0 0 41-16,0 0 9 0,0 8 2 0,3-3 0 15,0 3 0-15,-3 0 0 0,0 0 0 0,3 3 0 31,-3-1 0-31,0 4 0 0,3 1 0 0,-3-1 0 0,0 4-52 0,0 1-12 0,0-1 0 0,0 3 0 16,0 6 0-16,0-3-12 0,0 5 3 0,0 0 0 16,3 3 9-16,-3 2-8 0,3 0 8 15,-3 1-8-15,3-6 8 16,0 0 0-16,0-3 0 0,-3-2 0 0,3 0 0 0,0-3 0 0,0-2 0 0,0-1 0 16,0 1 0-16,0-1 0 0,0-2 0 0,3 3 0 15,-1-3 0-15,1-3 0 0,3 3 0 0,0-6 0 16,3 4 0-16,0-7 0 0,0 4-9 15,6-3 9-15,-3-3-11 0,6 1 3 0,-4-1 0 0,4-2 0 16,0-1 8-16,0-2-10 0,3 0 10 0,0 0-10 16,2-2 10-16,-2-4 0 0,3 4 0 0,3-4 0 15,-3-2 21-15,2 3 7 0,1 0 0 0,3-3 1 16,-3 3-48-16,-1-3-9 0,-2 2-3 16,3 1 0-16,-6 0 31 0,-1-1 0 0,-2 1 0 0,-3 0 0 15,0 0 0-15,-3-1 0 0,0-2 0 0,-3 6 0 16,0-4-32-1,-3 4-1-15,-1-4 0 0,-2 4 0 0,0-1 33 0,-3 1 0 0,-3 2 0 0,0 0 0 16,0 0 0-16,0-3 0 0,0-2 0 0,-3-1 0 16,0 4 0-16,0-4 0 0,0 1 0 0,0-3 0 15,1 0 20-15,-4 0 10 0,3-2 2 0,0-1 1 16,0-5-13-16,0 0-2 0,0 0-1 0,0-5 0 16,0 0-2-16,3-3-1 0,0 0 0 0,-3-2 0 15,3-3 40-15,3 2 8 0,-3-2 2 0,3 0 0 16,-3 3-52-16,3 2-12 0,0 0 0 0,0 0 0 15,0 1 0-15,0-1 0 0,3 0 0 0,-3 0 0 0,-1 0 54 0,1 0 8 0,0 1 2 16,0 1 0-16,0-1-52 0,-3 2-12 0,0 2 0 16,0-2 0-16,0 5 54 0,-3 0 8 0,0 0 2 15,-3 3 0-15,1 2-52 0,-1 1-12 0,-6 2 0 0,3 0 0 16,-6 3 0-16,3-1 0 0,-6 1 0 0,0 0 0 16,-3 2 0-16,-2-2 0 0,-4 2 0 0,-3 1 0 15,0 2 0-15,-2 0 0 0,-1 0 0 0,0 2 0 16,0 3 0-16,4 1 0 15,-1-1 0-15,0 0 0 0,0 3 0 16,3-2 0-16,-2-1 0 0,-1 3 0 0,3 0-9 0,3 2-5 0,0-2-1 0,1 0 0 16,5 3-27-16,0-1-6 15,6-2 0-15,0 3-1 0,3-1-12 0,3-2-3 0,3 0 0 16,0 0 0-16,6-2-102 0,0 2-21 0,6-3-4 16</inkml:trace>
  <inkml:trace contextRef="#ctx1" brushRef="#br0">24851 16215 0</inkml:trace>
  <inkml:trace contextRef="#ctx0" brushRef="#br0" timeOffset="1360.28">21169 11814 1614 0,'-18'-23'75'0,"15"15"-67"0,0 0-8 0,0 0 0 0,0 0 0 15,3 0 46-15,-3-3 7 0,0 3 2 0,0 3 0 16,3-3 7-16,-3 3 2 0,3-3 0 0,-3 3 0 16,3-3 0-16,0 2 0 0,-3 4 0 0,3 2 0 15,0-6-26-15,0 6-5 0,0 0-1 0,0 0 0 16,0 0 0-16,0 0 0 0,0 0 0 0,0 0 0 16,0 0-7-16,-5 0-1 0,-1 3-1 0,0 2 0 15,3 3-12-15,-3 3-3 0,0 2 0 0,-3 0 0 16,3 6 20-16,0-1 4 0,0 1 1 15,0 5 0-15,-3 2-77 16,3 1-16-16,0 4-4 0,0 4 0 0,0-3 52 0,0-1 12 0,3 1 0 0,0 2 0 16,-3-4 0-16,3-1 0 0,0-3 0 0,3 1 0 15,-3-4 0-15,3 1 0 0,-3-3 0 0,3 1 0 16,3-4 0-16,0 1 0 0,0 2 0 0,3-3 0 16,0-2 0-16,0 0 0 0,3-3 0 0,0 1 0 15,0-1-11-15,3-5 1 0,0 2 0 0,3-2 0 16,3 0-3-16,-1-3-1 0,4 1 0 0,3-1 0 15,-3-2 4-15,3-1 1 0,3 1 0 0,-1-3 0 0,1 3-4 16,-3-3-1-16,3 2 0 0,0-2 0 0,-4 3-2 0,1-3-1 16,3 0 0-16,-3 3 0 0,0-3-4 0,-1 0-1 0,4 0 0 15,-3 0 0-15,0 0 7 0,-3 0 2 0,-1 2 0 16,1-2 0-16,-3 0 5 0,-3 0 8 0,0 0-13 0,0 0 5 16,-3 3-1-16,0-3 0 0,-3 0 0 0,-1 0 0 15,1 2-3-15,-3-2-1 0,0 0 0 0,0 0 0 16,0 0 13-16,-3-2 0 0,3 2 0 0,-3-3 0 15,0 1 0 1,3-4 0-16,-3 4 0 0,0-4 0 0,3 1 0 0,-3-6 0 16,0 3 0-16,3-2 0 0,-3-3 0 0,3-1 0 0,0-1 0 0,-3-1 0 15,3 0 0-15,3-3 0 0,-3 3 0 0,0 1 0 16,2-1 0-16,1-3 0 0,-3 6 0 0,0-3 0 16,3 0 46-16,-3 3 12 0,0-3 2 0,-3 0 1 15,3 0-27-15,-3 0-6 0,0 1 0 0,0-1-1 16,0-3-5-16,-3-2-1 0,0 0 0 0,0 0 0 15,-3-3-1-15,0 3-1 0,0-3 0 0,0 0 0 16,-3 3-19-16,0 0 0 0,0 0 0 0,-3 5 0 16,3-3 0-16,-3 3 0 0,-3 0 0 0,4 1 0 15,-4 1 55-15,0-2 7 0,0 6 2 0,0-3 0 16,0-1-64-16,-3 4-15 0,0-1-1 0,0 1-1 16,0 2 17-16,-5 0 11 0,2 2-2 0,-3-2 0 0,-3 6-9 15,3-1 12-15,-3 1-12 0,1-1 12 16,-1 3-12-16,3 3 0 0,-3-3 0 0,0 2 8 15,4 1-8-15,-1 2 0 0,3 0 0 0,0 1 0 16,0-1 0-16,3 0-17 0,0 1 4 0,0 2 1 16,1-1-32-16,-1 1-7 0,0 0-1 0,3 0 0 15,0 3-104-15,0-3-20 0,3 2-5 0</inkml:trace>
  <inkml:trace contextRef="#ctx0" brushRef="#br0" timeOffset="5750.977">20964 14336 1421 0,'0'0'60'0,"0"0"-48"31,0 0 75-31,0 0 15 0,3 8 3 0,-3-8 1 0,0 5-45 0,3 1-9 0,-3-1-1 0,0 0-1 15,3-2 18-15,-3 5 4 0,0-3 1 0,-3 0 0 16,3 3-17-16,0 0-3 0,-3 0-1 0,3 0 0 16,-3 0-9-16,0 5-3 0,3-2 0 0,-3 2 0 15,0 0-18-15,-3 0-4 0,3 1-1 0,-3 2 0 16,3 2-9-16,-3 1-8 0,0 2 12 16,-3 3-12-16,3 2 0 0,-3 3 0 15,0 3 0-15,0 2 0 0,0 1 0 0,3-1 0 0,0 3 0 16,-2-2 0-16,2-1 0 0,3-5-11 0,-3-5 11 15,3 2-13-15,0-2-3 0,3 0 0 0,-3-3 0 0,6 0 0 16,0-2-8 0,0-1-3-16,3 1 0 0,3-1 0 0,-3-4-5 15,2-4-2-15,4 3 0 0,-3-5 0 0,3-5 2 0,3 2 0 0,-3-5 0 0,3 0 0 16,0-2 10-16,0-4 2 0,0-2 1 0,2 1 0 16,1-4-14-16,6 0-3 0,0 1-1 0,3-6 0 15,-1 3 51-15,7-3 10 0,-3 3 3 0,6-3 0 16,-4 0-43-16,1 3-9 0,0-3-2 15,3 2 0-15,-4 1 27 0,1 0 0 0,0 2 0 0,0 1 0 16,-4 2 0-16,4-3 12 0,-3 3 0 0,0 0-1 16,-4 0-11-16,1 3-9 0,-3 0 9 0,-3 0-13 15,0 2 13-15,-6 3 0 0,-1-3 0 0,-2 3-9 16,0 0 9-16,-3 3 0 0,-3-3 0 0,3 0-8 0,-3 3 8 0,-6-3 8 16,0 0-8-16,3 0 11 15,-3 0-11-15,0 0 0 0,0 0-12 0,0 0 12 16,0 0 0-16,0 0 0 0,0 0 0 0,3-3 0 15,0-2 24-15,-3-3 12 0,0 2 2 0,0-1 1 0,0-4-11 16,0 3-3-16,-3-5 0 0,3 0 0 16,-3-1 19-16,0-2 4 0,3 1 1 0,-3-4 0 0,3 1-27 0,-3-1-6 0,0 0 0 15,0-2-1-15,0 3 21 0,0-1 4 0,0 1 0 16,-3-3 1-16,3 2-13 0,-3-2-4 0,0 2 0 0,0-2 0 16,-3 0-24-16,-2 2 0 0,-1 1 0 0,0 2 0 15,-3-2 23-15,0 2 2 0,0-3 1 0,-3 3 0 16,0 3-18-16,-2 0-8 0,2 0 8 15,-6 2-8-15,3 3 8 0,0 0-8 0,-3 3 8 16,1 0-8-16,2 2 8 0,0 3-8 0,-3 0 0 16,0 0 8-16,-3 3-8 0,1-1-14 0,-4 1 3 0,-3 5 1 15,3 0-16-15,-2 0-3 16,2 2-1-16,-3 3 0 0,6 1-98 0,1 2-20 16,-1-1-4-16</inkml:trace>
  <inkml:trace contextRef="#ctx0" brushRef="#br0" timeOffset="6854.475">21145 16911 1792 0,'0'0'51'0,"0"0"10"0,0 0-49 16,0 0-12-16,0 5 0 0,0 3 0 15,-3-3 54-15,3 0 8 0,0 1 2 0,0 2 0 16,0 0 0-16,-3-1 0 0,3 1 0 0,0 3 0 15,0 0-22-15,-3-1-4 0,0 1-1 0,3-1 0 16,-3 6-23-16,3 0-5 0,-3 3-1 0,3 2 0 16,-3 5-8-16,3 3 0 0,0 6 0 0,-3-1 8 15,3 3-8-15,0-2 0 0,-3-1-10 0,3 3 10 16,-2-5-28-16,2 0 1 0,0-3 0 0,0 5 0 0,0-5 6 0,0 3 1 0,0 0 0 16,2-1 0-1,1-1-10-15,0-4-2 0,0-2 0 0,0 0 0 0,3-6 12 0,-3-2 1 0,3-3 1 0,0 0 0 16,3-5 0-16,-3 0 0 15,3-2 0-15,3-4 0 0,0-2 1 0,0 0 0 16,3 0 0-16,0-2 0 0,-1-4-1 0,1-2 0 0,3 0 0 0,-3 1 0 16,3-1 10-16,-3-3 8 0,3 3-12 0,-1-3 12 15,1-2-18-15,0 3 3 0,0-1 1 0,6-2 0 16,-6 2 14-16,6 1 0 0,-4-1 0 0,4 1 0 16,0-1 0-16,0 3 16 0,-3-3-3 0,2 3-1 15,-2 3-12-15,-3-3-16 0,0 0 3 0,-3 3 1 16,0 0 12-16,0-1 0 0,-6 4 0 0,3-1 0 15,-4-2 0-15,-2 2 16 0,3 1-3 0,-6-1-1 16,3 3-3-16,-3-3-1 0,3 3 0 0,-6 0 0 16,0 0 16-16,3-2 4 0,-3 2 0 0,0-3 0 15,3-2 8-15,-3-1 1 0,3 1 1 0,-3 0 0 16,0 0-2-16,0-1-1 0,0-2 0 0,0-2 0 16,-3 2 3-16,3-3 1 0,0 3 0 0,0-5 0 15,-3 2-5-15,3-2-1 0,0 0 0 0,-3-3 0 0,3 3-16 16,-3-6-3-16,3 1-1 0,-3-1 0 15,3 1-3-15,-3-3-1 0,3-1 0 0,-3 1 0 0,3 3 7 0,-3-3 0 16,0 2 1-16,0 1 0 0,0-1 2 16,-3 0 0-16,3 4 0 0,-3 1 0 0,1 1-3 0,-1 3 0 0,-3-4 0 15,0 4 0-15,0 2 0 0,-3 0-1 0,3 0 0 16,-3 0 0-16,-3 3-15 0,3-1 11 16,-6 1-11-16,4 0 10 0,-4 0-10 0,0-1 0 0,0 1 9 15,-3 2-9-15,3-2 28 16,-3 2 2-16,1-2 0 0,-1 2 0 15,3 1-42-15,0-1-9 0,0 0-2 0,0 3 0 0,-3 0 23 0,4 0 0 0,-4 3 0 0,-3 0 0 16,0-1-18-16,-3-2 1 0,4 3 0 0,-7-3 0 16,3-3-79-1,0 1-16-15,-3-6-4 0</inkml:trace>
  <inkml:trace contextRef="#ctx0" brushRef="#br0" timeOffset="11372.469">23589 9332 1337 0,'0'0'56'16,"-3"-5"-44"0,3 5 129-16,0 0 27 0,0 0 4 0,0 0 2 15,0 0-62-15,0 0-13 0,0 0-3 0,0 0 0 16,0 0-36-16,0 0-7 0,0 0-1 0,-3 5-1 16,0 1-16-16,0 2-3 0,0 0-1 0,0 2 0 15,0 6-15-15,0 3-4 0,0-1 0 0,0 9 0 0,0 2-3 16,0 2-1-16,0 4 0 0,0 2 0 15,3 0 4-15,0-5 0 0,0-1 0 0,0 4 0 16,0-1-12-16,0 3 0 0,0 3 0 0,0 0 0 0,0-1 0 0,0-2-12 16,0 0 2-16,0 3 1 0,0-5 9 0,0-4-10 0,0 1 10 15,0-3-10 1,0 3-106-16,0-3-22 0,0 5-4 0</inkml:trace>
  <inkml:trace contextRef="#ctx0" brushRef="#br0" timeOffset="11913.527">23589 11849 1713 0,'0'0'72'0,"0"0"-57"15,0 0 83-15,-6 2 17 0,0 1 3 0,3 2 1 31,-3 3-35-31,0 0-8 0,3 3 0 0,-3 2-1 0,3 3-39 0,-3 0-7 0,3 5-1 0,-3 0-1 16,4 3 29-16,-4 0 7 0,3 2 1 0,-3 1 0 16,3-1-52-16,-3 1-12 0,3-4 0 0,0 7 0 15,0-1 0-15,3 2 0 0,-3 4 0 0,0 2 0 16,3-5 0-16,0 2 0 0,0 0 0 0,3 1 0 16,-3-6-23-1,0 0-7-15,3-3-2 0,-3 1 0 0,0-1-21 0,3-2-5 0,-3 3-1 16</inkml:trace>
  <inkml:trace contextRef="#ctx0" brushRef="#br0" timeOffset="12528.218">23666 14635 1990 0,'-11'16'41'0,"5"-11"11"16,3 0-42-16,0-2-10 0,0 2 0 0,0 3 0 15,0-2 91-15,0 2 16 0,3 0 3 0,-3 2 1 16,3 3-41-16,-3 1-8 0,3 4-2 0,-3 1 0 16,3 4-21-16,0 1-5 0,0 0-1 0,0 3 0 0,0 2-17 0,3-6-4 0,-3 4-1 0,3-3 0 15,0 2-11-15,0-2 0 0,0 2 0 16,0 1 0 0,3 2-15-16,-3 0 5 0,3 6 1 0,-1-6 0 15,1 0-90-15,0 0-17 0,0-3-4 0</inkml:trace>
  <inkml:trace contextRef="#ctx0" brushRef="#br0" timeOffset="13141.863">23762 17075 1614 0,'0'0'33'0,"-3"2"9"0,3-2-34 0,-6 6-8 0,3-4 0 0,-3 4 0 16,3-1 97-16,0 0 18 0,0 0 3 0,3 3 1 16,-3 0-44-16,0 0-9 0,3 3-2 0,-3 2 0 15,3 0 16-15,0 3 4 0,3 3 0 0,-3 2 0 16,3-3-39-16,-3 6-7 0,3 0-2 0,-3 0 0 15,3 0-12-15,0-1-2 0,0-1-1 0,-3-1 0 16,3 0-12-16,-3 0-9 0,3 0 12 0,-3 0-12 16,0-2 9-16,3 2-9 0,-3-2 0 0,0-1 9 15,3 3-9-15,-3-5 0 0,3 0 0 0,-3 0 0 16,3-3-24-16,0-2-11 0,0-1-1 0,-3-2-1 16,3-2-126-16,0-4-25 0,0 3-4 0</inkml:trace>
  <inkml:trace contextRef="#ctx0" brushRef="#br0" timeOffset="36175.868">19556 15527 2030 0,'-12'-3'57'0,"-3"-2"14"0,0 2-57 0,3-2-14 0,0 2 0 0,-3-2 0 16,3 0 0-16,-2 2 0 0,-1-2 0 0,-6-1 0 16,3 1 36-16,-3 0 4 0,-3 0 0 0,-2-3 1 15,-1 5-17-15,0-2-3 0,0-1-1 0,-6 4 0 16,7-4-20-16,-4 4 9 0,0-1-9 0,-3 0 0 15,1 1 36-15,2-1 1 0,-3 1 0 0,0-1 0 16,-2-2-8-16,2 2-1 0,-3 0-1 0,1 1 0 16,-1-1-27-16,0-2 0 0,3 2 0 0,-5-2 0 15,2 2 8-15,-3-2-8 0,1 0 8 0,-4 2-8 16,0-2 0-16,-2 2 0 0,2 0 0 0,-6 1 0 16,4 2 0-16,-4-3 0 0,3 3 0 0,-5 0 0 15,-1 3 0-15,0-3 0 0,-2 2 0 0,-4 4 0 16,4-4 0-16,-1 4 0 0,1-1 0 0,-4-3 0 15,3 4 0-15,4-1 0 0,-1 0 0 0,-2 3 0 16,5-2 0-16,0-1 0 0,1-2 0 0,-1 2 0 16,4-3 0-16,-1 4 8 0,0-4 2 0,4 1 0 15,2 0-10-15,0-1-14 0,6 1 3 0,-5 0 1 16,2-1 10-16,0 1 12 0,1-3-2 0,-1 3-1 16,0-3-9-16,6 2-12 0,-2-2 2 0,2 3 1 15,3 0 9-15,3-1 0 0,0 1 0 0,4-1 0 16,-1 4 12-16,6-1 5 0,-3 0 1 0,3 1 0 15,0-1-10-15,6-2-8 0,-3 2 9 0,4 0-9 16,-1 3 12-16,3-3-3 0,0 1-1 0,3 2 0 0,-3 0-8 16,3 2 0-16,3-2 0 0,-3 3 0 0,6 2 0 15,-3 0 8-15,3 0-8 0,0 3 0 0,0 3 0 0,3-1 0 0,-3 1 0 16,0 2 0-16,3 0 0 0,-3 3 0 0,0 2-8 16,2 1 8-16,-2 2 0 0,0 0 0 0,0 0 0 15,-3 6 0-15,3 2 0 0,-3 0 0 16,3 0 0-16,-3 5 0 0,0 0 0 15,-3-2 0-15,3 2 0 0,0 3 0 0,-3-2 0 0,3 2 0 0,-3 0 0 0,0 2 0 16,0 1-12-16,0-3 3 0,1 3 0 0,-1 2 0 16,-3-5 9-16,0 2-12 0,0 1 12 0,3 0-12 15,-3-3 12-15,3 0-8 0,0 0 8 0,0 0-8 16,0-3 8-16,3-2 0 0,-3-1 0 0,3 1 0 16,0-3 0-16,0-3 0 0,3 3 0 0,0-2 0 15,0-6-10-15,0 0 0 0,0-5 0 0,0 0 0 16,3 0 10-16,-3-6 8 0,0 3-8 0,3-2 11 15,0-3-11-15,-3-3 0 0,2 0 0 0,1 0-11 16,-3-2 11-16,0-1 0 0,3 1 0 0,-3-3 0 16,0-3 0-16,3 3 0 0,-3-5 0 0,3 2-8 15,-3 0 8-15,3 1 0 0,0-4 0 0,0 4 0 16,0-4 0-16,0 1 0 0,0-3 0 0,3 0 0 16,0 3 0-16,3-3 0 0,-3-3 0 0,5 3 0 15,-2 0 0-15,3 0 0 0,3-3 0 0,-3 1 0 16,6-1 0-16,-3 3 0 0,5-3 0 0,-2 3 0 15,0-2 0-15,3 2 0 0,0 0 0 0,0 0 0 16,-1-3 0-16,1 3 0 0,-3 0 0 0,6 0 0 0,-3 0 0 0,2 0 0 16,4 3 0-16,0-3 0 15,0 2 0-15,2-2 0 0,4 3 0 0,0 0 0 0,-3-1 0 0,2-2 0 16,-2 3 0-16,3-3-8 0,0 3 8 0,2-1 0 0,1-2 0 16,6 3 0-1,-7-3 0-15,4 3 0 0,3-1 0 0,-4 1-8 0,4 0 8 0,-3-3 0 16,-1 2 0-16,4-2 0 0,-3 3 0 0,2-1 0 15,1 1-12-15,3 0 4 0,-4-1 8 0,-2 1 0 0,3-3 0 0,-1 3 0 16,1-3 0-16,-1 2 12 0,4-2-2 0,0 0-1 16,-4 3-25-16,4-3-4 0,-3 0-2 0,2 3 0 15,1-3 35-15,0 0 7 0,-1 0 2 0,1 0 0 16,-1 0-39-16,-2 0-8 0,0 0-2 0,-1 2 0 16,-2-2 18-16,3 0 9 0,-4 3-10 0,4 0 10 15,-6-3-11-15,2 2 11 0,-2 1-12 0,0-1 12 16,-4 1-8-16,-2 0 8 0,-3-1 0 0,3 4 0 15,-4-4-9-15,1 4 9 0,0-4 0 0,0 4-9 16,0-4-10-16,-4 1-1 0,1 0-1 0,0-1 0 16,-3 3 21-16,0-2 0 0,-1 0 8 0,-2-1-8 15,0 4 0-15,-3-4 0 0,0 1-14 0,-3 0 5 16,0-1 9-16,-1-2 0 0,-2 3 0 0,0 0 0 16,0-1 0-16,-3-2 0 0,0 0 0 0,-3 3 0 15,0-3 0-15,0 0 0 0,-3 0 0 0,-3 0 8 16,0 0-8-16,3-3 0 0,-3 3 0 0,3-2 0 15,0-4 0-15,-3-2 0 0,0 3 0 0,-3-3 0 16,3 0 0-16,0-2 0 0,-3-1 0 0,3 0 0 16,-3-2 32-16,0-3 6 0,0 0 1 0,0-2 0 15,0 2-11-15,0-2-3 0,0-4 0 0,-3 1 0 0,3 0-25 16,0-3 0-16,3-2 0 0,-3-1 0 0,0-2 0 0,0-3 0 0,3-2 0 16,0 0 0-16,-3-3-8 0,3 0-8 15,0-3 0-15,0 0-1 0,0 3 27 0,0 0 6 16,0-3 0-16,0 1 1 0,3-1-17 15,-3 0 0-15,3 1 0 0,-3-4 0 0,3 6 0 0,3 3 0 0,0-3 0 16,0 2 0-16,0 1 0 0,0 0 0 0,3 2 0 0,0-5 0 16,-3 2 0-16,3-2 0 0,0 0 0 0,-4 0 0 15,4 3 0-15,-3 2 0 0,-3 3 0 16,3 0 0-16,-3 5 0 0,-3-2 0 0,3 2 0 0,-3 0 0 16,-3 3 55-16,0 0 7 0,-3 0 2 0,0-1 0 15,0 1-52-15,0 3-12 0,-2-1 0 0,-1 1 0 16,0-1 54-16,0 1 8 0,-3-1 2 0,0 1 0 15,3 2-52-15,-3 2-12 0,0-1 0 0,0 1 0 16,0-2 0-16,-3 1 0 0,7-1 0 0,-4-3 0 16,0 3 0-16,-3 0 0 0,3-2 0 0,-3-1 0 15,0 4 0-15,0-4 0 0,-3 3 0 0,4 0 0 16,-4-2 0-16,0 2 0 0,-3-3 0 0,0 3 0 16,0 3 0-16,-2 0 0 0,-1-3 0 0,-3 6 0 15,0-1 0-15,0 3 0 0,1 0 0 0,-7 0 0 16,0-2-48-16,-3 2-13 0,-5-3-3 0</inkml:trace>
  <inkml:trace contextRef="#ctx0" brushRef="#br0" timeOffset="40347.677">23675 15945 1436 0,'-9'-8'30'0,"9"8"6"0,-6-3-28 0,1 3-8 0,2-2 0 0,3 2 0 15,-6-3 82-15,6 3 15 0,-3 0 3 0,3 0 1 16,0 0-24-16,-6 0-5 0,6 0 0 0,-6 5-1 15,3 0-12-15,0 1-3 0,0-1 0 0,-3 3 0 16,3 3 1-16,0 2 0 0,0 0 0 0,0 0 0 16,3 6-11-16,-3-3-2 0,0 0-1 0,3 2 0 15,-3 1-22-15,3-4-4 0,0 4-1 16,0-3 0-16,0 0-16 0,0 0 0 0,0 2 0 16,3-2 0-16,0 0 0 0,0 2 0 0,0 1 0 0,0 2 0 15,0 0 0-15,0-2 0 0,0 2 0 0,0 0-9 16,0 0-2-16,0-2 0 0,0-1 0 0,0 1 0 15,0-6-9-15,0 0-3 0,0 1 0 0,0-4 0 16,-3-2-27-16,3 0-6 0,0-3 0 0,-3 1-1 16,3-4-154-16,2 1-30 0</inkml:trace>
  <inkml:trace contextRef="#ctx0" brushRef="#br0" timeOffset="41335.554">23407 13301 2066 0,'0'0'43'0,"0"0"10"0,-5 0-42 0,-1 0-11 0,6 0 0 0,-9 0 0 16,3 0 53-16,0 3 9 0,0-3 2 0,-3 3 0 15,3-1 5-15,0-2 2 0,0 3 0 0,0 2 0 16,-3-2-35-16,3 2-8 0,0 1 0 0,-3-1-1 15,0 3-12-15,3 0-3 0,-3 0 0 0,1 2 0 16,-1 3-12-16,0 1 8 0,0 2-8 0,0 2 0 16,-3 3 0-16,6 3-12 0,-3 0 1 0,3 2 0 15,3 1-5-15,0-3-2 0,3 2 0 0,0 1 0 16,3-6-2-16,0-3 0 0,3 1 0 0,0-6 0 16,3 0-35-16,3-5-7 0,0 0-2 0,0 0 0 15,3-5 64-15,-4-1 0 0,4-2 9 0,0 0 0 16,0-2-20-16,3-4-4 0,-3 1-1 0,0-3 0 15,0 0 16-15,-4-2 0 0,4-1-10 0,0-5 10 16,0 0 0-16,-3-2 10 0,3-3-1 0,0-1 0 16,-3-1-9-16,0-1 0 0,0-3 0 0,-1 4 0 15,-2-1 62-15,0 0 7 0,-3 0 2 0,0 3 0 0,-3 0-19 16,0 0-3-16,0-1-1 0,-3 4 0 0,-3-1-8 16,3-2-1-16,-6 3-1 0,3-1 0 15,-3 1-16-15,-3 2-3 0,3 0-1 0,-3 3 0 0,1 2-1 16,-1 0 0-16,-3 1 0 0,3 2 0 0,-3 3-17 0,3 2 0 0,0-2 0 0,-3 2 0 31,3 3-48-31,-3-3-12 0,3 1-4 0,0 2 0 0,0 0-102 0,1-3-21 16,2 3-4-16</inkml:trace>
  <inkml:trace contextRef="#ctx0" brushRef="#br0" timeOffset="42154.413">23494 10589 1580 0,'0'0'67'15,"-6"0"-54"1,0 0 85-16,0 3 17 0,6-3 3 0,-6 3 1 16,0 2-37-16,0-2-7 0,3 2-2 0,-3 3 0 15,0 0-58-15,0 0-15 0,0 5 0 0,3 0 0 16,-3 0 0-16,3 6 0 0,0-1 0 0,-3 4 0 16,3-1 0-16,1 3 0 0,-1-1 0 0,3 4 0 15,-3-3 0-15,3-1 0 0,0 1 0 0,0 0 0 16,3-3-15-16,0 0-5 0,-1-2-2 0,4-1 0 15,0-2-16-15,0-2-3 0,3-4-1 0,-3-2 0 16,6-3 13-16,-3 1 2 0,3-4 1 0,-3 1 0 16,3-6-10-16,3 1-1 0,-3-1-1 0,2-2 0 15,1-3 48-15,3-3 10 0,-3 3 1 0,3-2 1 0,-3-4 6 16,3-1 0-16,-3-4 1 0,2 3 0 16,-5-5 19-16,3 0 4 0,-3 0 1 0,-3-3 0 15,0-3 28-15,-3 1 6 0,0-1 1 0,0 1 0 16,-6 2-38-16,3-2-7 0,-6 2-2 0,0 3 0 0,-3 0 2 15,0 2 0-15,-3 1 0 0,0 2 0 0,-3 2-21 16,0 1-4-16,0 3-1 0,-2-1 0 0,-4 3-7 0,3 3-2 0,-3-1 0 16,0 4 0-16,0-1-8 0,0 3 0 0,0 3 0 15,1-1 0-15,-1 4-34 0,0 2-9 16,3 0-1-16,-3 0-1 0,3 2-4 0,-3 1-1 0,4-3 0 16,-4 5 0-16,3-5-134 0,0 2-26 0,-3 1-6 15</inkml:trace>
  <inkml:trace contextRef="#ctx0" brushRef="#br0" timeOffset="42946.096">23473 8033 1337 0,'0'0'56'15,"0"0"-44"1,0 0 92-16,0 0 18 0,0 0 4 0,0 0 1 16,0 0-50-16,-6 0-9 0,6 0-3 0,0 0 0 15,-3 3-52-15,3-3-13 0,-6 3 0 0,3 4 0 16,-3-1 37-16,3 2 5 0,0 2 1 0,0 1 0 15,0-1-35-15,0 6-8 0,3-2 0 0,-3 4 0 16,3 1 0-16,0-1 0 0,0 1 0 0,0 2 0 16,0 3-16-16,3-3 0 0,0 3 1 0,0-1 0 15,3-1-9-15,0-4-1 0,0 1-1 0,3-1 0 16,0-5-30-16,0 1-7 0,3-1-1 0,0-3 0 16,0 1 32-16,0-3 5 0,2-3 2 0,1 1 0 15,0-4 1-15,0 3 0 0,0-5 0 0,0 3 0 16,0-3 12-16,-1447-3 4 0,2893 1 0 0,-1446-3 0 0,0-1 36 0,0-2 8 15,0 0 2-15,0-2 0 0,-3-1 32 0,0-2 6 0,0-3 2 0,-3 0 0 16,-1-2 5-16,1-3 1 0,-3-3 0 16,0 3 0-16,3-3-28 0,-6-3-6 0,3 3-1 0,-3-2 0 15,0 5 12-15,0-3 3 0,0 3 0 16,-3 0 0-16,0 0-52 0,0 5-12 0,-3 0 0 0,0 3 0 16,-3-1 0-16,0 4 0 0,0-1 0 0,-3 3 0 15,0 0 27-15,-6 3 2 0,4 2 1 16,-10 1 0-16,0-1-30 0,0 6-16 0,-6-1 1 15,-2 1 1-15,-1 2-85 0,-6 3-17 16,3 0-3-16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2:57:48.7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22729 773 1645 0,'0'0'69'0,"-3"-3"-55"31,0-2 38-31,-3 2 7 0,0-5 1 0,0 3 1 15,-3 2 16-15,0-2 3 0,0-3 1 0,-3 3 0 16,0 2-35-16,0 3-7 0,1-5-2 0,-4 2 0 0,-3 3-17 0,0 0-4 0,-3 0-1 0,-3 3 0 16,1 2-15-16,-1-5 8 0,0 8-8 15,0-5 0-15,0 7 0 0,6-7 0 0,-2 5 0 16,5 5 0-16,3-5-12 0,3 0-8 0,3 0-1 0,3 5-1 16,6 0 22-1,3-2 0-15,0 7 0 0,6-2 0 0,3 0 0 16,5 5 0-16,4 0 12 0,3 3-4 0,0-3 0 15,3 1 0-15,-4-4 0 0,4 3 0 0,-3 0 1 0,0 1 0 0,0-6 0 16,-4-1 0-16,-2 1-9 0,0 3 0 16,0-9 9-16,-6 4-9 0,-3-1 12 0,-6-3-3 0,-3 4 0 0,-3-1 0 15,-3-5 15-15,-6 2 4 0,0 1 0 0,-6 5 0 16,0-8-28-16,-6 5 0 0,3-2 0 0,-6 2 0 31,4-5-29-31,-4 0-11 0,0-3-3 0,0 3 0 0,0-5 0 0,4 2 0 16,-1 0 0-16</inkml:trace>
  <inkml:trace contextRef="#ctx0" brushRef="#br0" timeOffset="375.427">23044 1066 2269 0,'-6'0'64'0,"-3"0"15"16,1 6-63-16,-1-6-16 0,0 2 0 0,-3 6 0 0,0-2 30 0,0 1 3 0,-3 1 1 0,3 0 0 15,0 6-18 1,0-7-4-16,0 7-1 0,4-6 0 16,2 5 6-16,0-3 2 0,3 4 0 0,3-6 0 0,3 5-19 0,0-3 0 0,3-2 0 0,5 3 0 31,1 0 0-31,3-4 0 0,3 4 0 0,0-8 0 0,3 2 0 0,0-5 0 0,-1 0 0 16,4 0 0-16,0-5 0 0,3-3 0 15,3 0 0-15,-1 3 0 0,-2-3 40 0,0 0 5 0,-3 0 1 16,0 0 0-16,-4-5-7 0,-2-1-2 0,0 4 0 0,-3-6 0 15,-3-3 7-15,-3 3 0 0,-3-5 1 0,-3 0 0 16,0 3-36-16,-3-4-9 0,-3-1 0 0,-3 1 0 16,-3 1 0-16,-3-3 0 0,-3 6 0 0,0 2 0 15,-6 0 29-15,1 0 4 0,-4 3 1 0,-3 0 0 16,0 5-54 0,3 0-12-16,-2 5-1 0,2-2-1 0,3 5-10 15,3-5-3-15,0 5 0 0,3-3 0 0,0 3-181 16,1 0-36-16</inkml:trace>
  <inkml:trace contextRef="#ctx0" brushRef="#br0" timeOffset="881.819">23518 799 2028 0,'9'-5'42'0,"-9"5"10"16,0 0-41-16,0 0-11 0,3-3 0 0,-3 3 0 15,0 0 112-15,0 0 21 0,0 0 4 0,0 0 1 16,0 0-110-16,0 0-28 0,0 0 0 0,-3 8 0 15,3 0 0-15,0 0 0 0,-3 5 0 0,3 3 0 16,-3 5 0-16,3 0 0 0,0-2 0 0,-3 7 0 0,3-2 0 0,0 5 0 16,0-5 0-16,0 3 0 0,0-4 0 0,3 1 0 15,-3-3 0-15,0 1 0 0,3-7 0 0,0 1 0 16,0-2 0-16,-3-1 0 0,3-5 0 0,-1 5 0 0,1-5 0 16,-3 0 0-16,3 0 0 0,-3-6 0 15,0-2 0-15,0 0 0 0,0 0 56 16,0 0 7-16,0 0 1 0,0 0 0 0,0 0 0 15,0-8 0-15,-3 1 0 0,0-4 0 0,3-2-52 0,-2-3-12 0,-1-5 0 16,0-1 0-16,0-1 0 0,0-6 0 0,0-6 0 16,-3 3 0-16,3-5 0 0,0 3 0 0,3 2 0 0,-3-2 0 15,3 2 40-15,-3 3 6 0,3 5 1 0,0-5 0 16,0 0-31-16,3 5-5 0,-3-5-2 0,6 3 0 16,-3 2-1-16,3 0-8 0,3 3 12 0,-1 0-4 15,4-1-8-15,3 7 0 0,0-1 0 0,0 2 8 16,3 1-8-16,3 5 0 0,-3 0 0 0,2 8 0 15,1-2 0-15,-3 2 0 0,-3 2 0 0,3 4 0 16,-3 2 0-16,-3 0 0 0,0-1 0 0,-4 7 0 16,1-4 0-16,-3 9 0 0,3-3 0 0,-6 0 0 15,3-1 0-15,-6 4 0 0,0-3 0 0,-3 0 8 16,0 0-8-16,-3-3 0 0,-3 0 0 0,0 3 8 16,-5-3-8-16,-4-5-11 0,0 3 3 0,-6 2 0 15,0-5-20-15,-3-3-4 16,1 3-1-16,-4 0 0 0,0-5-150 0,3 7-29 0,-2-2-7 0</inkml:trace>
  <inkml:trace contextRef="#ctx0" brushRef="#br0" timeOffset="1304.889">22238 1699 2066 0,'-9'-6'43'0,"9"6"10"0,0 0-42 0,0 0-11 0,0 0 0 0,0-5 0 15,3 3 104-15,3-6 20 0,0 2 3 0,3 4 1 16,2-6-52-16,7 2-9 0,0-2-3 0,6 3 0 15,6 3-51-15,5-4-13 0,1 4 0 0,9-4 0 16,0 4 0-16,-1-4 0 0,7-2 0 0,8 3 0 16,1 2 44-16,2-4 5 0,7 1 2 0,8 4 0 15,-2-4-31-15,2 1-5 0,0 2-2 0,10-5 0 16,-13 3-13-16,4 2 0 0,-4-2 0 0,3-3 0 16,-11 3 8-16,-7 2 0 0,-2-2-8 0,-1 2 12 15,-8-2-12-15,-3 2 9 0,-4 3-9 0,1-5 8 16,-9 5-8-16,-6-5 0 0,-7 5 0 0,1-3 0 15,-9 3 0-15,-3 0-17 0,-3-5 2 0,-6 5 1 16,0 0-46-16,0 0-8 0,-9 5-3 0,-6-2 0 16,-3 2-149-16,-5 3-31 0</inkml:trace>
  <inkml:trace contextRef="#ctx0" brushRef="#br0" timeOffset="1586.449">22619 1802 1956 0,'-122'24'40'0,"80"-16"11"0,6 0-41 0,1 0-10 0,5-1 0 0,0-1 0 16,9-1 114-16,6 3 21 0,3-8 4 0,3 3 1 16,9-3-50-16,0 0-10 0,0 0-1 0,6 5-1 15,6-5-24-15,3 0-5 0,6 0-1 0,6 0 0 16,3-5-2-16,8 2-1 0,7-5 0 0,6 3 0 16,-1-1-17-16,7 4-4 0,5-6-1 0,7 0 0 15,-1 3-8-15,4-3-2 0,2 0 0 0,9 0 0 16,-2 3-5-16,-1-3-8 0,6 0 11 0,7 2-11 15,-7 4 0-15,-3-6 0 0,4 3 0 0,5 2 0 16,-12 3 0-16,1-5 0 0,-1 5 0 0,0 0 0 16,-11 0-20-16,-7-6 0 0,-2 6-1 0,-1-2 0 15,-11 2-113-15,0 2-22 0,-7-2-5 0</inkml:trace>
  <inkml:trace contextRef="#ctx0" brushRef="#br0" timeOffset="13904.435">16267 7007 1773 0,'0'0'36'0,"0"0"11"0,0 0-38 0,0 0-9 0,0 0 0 0,0 0 0 16,0 0 64-16,0 0 10 0,6 0 2 0,2 0 1 15,-2 0 33-15,3-3 6 0,3 3 2 0,0 0 0 16,3-3-61-16,3 3-12 0,0 0-2 0,3 0-1 15,-1 0-8-15,7 0-2 0,0 0 0 0,3 0 0 16,-3-2 9-16,5-1 2 0,1 0 0 0,3-2 0 16,0 2-18-16,2 1-3 0,4-4-1 0,3 4 0 15,-1-1-21-15,-2 1 8 0,3-1-8 0,-4-2 0 16,4 2 0-16,-6 0 0 0,2 1 0 0,1-1 0 16,-6-2 0-16,-4 5 0 0,1-3 0 0,-3 0 0 15,-6 1-9-15,-1-1-7 0,-2 1 0 0,-3 2-1 16,-3-3-38-16,-3 0-7 0,0 1-2 0,0-1 0 15,-6 3-97-15,3-3-20 0,-3 1-4 0</inkml:trace>
  <inkml:trace contextRef="#ctx0" brushRef="#br0" timeOffset="14302.548">17198 6718 1516 0,'-9'-8'32'0,"9"8"6"0,0 0-30 15,0 0-8-15,0 0 0 0,0 0 0 0,0 0 112 0,0 0 20 0,0 0 5 0,0 0 1 16,0 0-48-16,0 0-10 0,0 0-1 0,0 0-1 16,3 6-7-16,0-1-2 0,3 0 0 0,0 0 0 15,0 1-17-15,0 2-4 0,3-3-1 0,-3 0 0 16,0 3-15-16,3 0-2 0,0 0-1 0,-3 3 0 15,3-3-6-15,0 0-2 0,0-1 0 0,-3 4 0 16,2 0-21-16,1-1 8 0,0 1-8 0,-3-1 0 16,0 1 0-16,0 0 0 0,0-1 0 0,-3 1 0 15,3-3 0-15,-3 2 8 0,-3 1-8 0,3-3 0 16,-6 2 0-16,3 1 9 0,-3-1-9 0,0 4 0 16,-3-6 12-16,0 2-4 0,-3 1 0 0,0-3-8 15,0 2 10-15,-6-2-10 0,4 0 8 0,-1 0-8 16,0 0 0-16,-3 0 0 0,0 0 8 0,3 0-8 15,-3-3 0-15,3 3 0 0,0-3 0 0,0 1 0 16,1-1-8-16,2 0-4 0,0-2-1 0,0 2 0 16,0-2-44-16,3 2-9 0,0-2-2 0</inkml:trace>
  <inkml:trace contextRef="#ctx0" brushRef="#br0" timeOffset="29724.177">18698 6774 2066 0,'3'-21'43'0,"0"13"10"0,-3 0-42 0,0 0-11 0,3-3 0 0,-3 3 0 16,0-2 104-16,-3-1 20 0,0 0 3 0,0 1 1 15,-2-1-52-15,-4 3-9 0,0 0-3 0,-3 1 0 16,0 1-51-16,0 1-13 0,-3 0 0 0,-3 2 0 16,-3 0 36-16,-2 3 4 0,-1-2 0 0,-3 4 1 15,-3 1-29-15,-3 2-12 0,-2 1 8 0,-1 4-8 16,3 3 20-16,4 1 0 0,-1 4-1 0,3 1 0 15,6-1-36-15,3 3-7 0,6 1-2 0,0-1 0 16,6-3 15-16,4 3 11 0,2 1-13 0,2-1 5 16,4-3 8-16,6 1-13 0,0-3 5 0,3 5 8 15,3-5-11-15,6 5 11 0,3-3-8 0,-1 4 8 16,4-1 0-16,-3 0 0 0,3 0 0 0,-1 0 0 16,-5-2-19-16,3-1-1 0,-3-2-1 0,-3 0 0 15,-3 0 21-15,-1-6 0 0,1 1 0 0,-6 2 0 16,0-5 0-16,-6 0 0 0,0 0 0 0,-3-3 0 15,-3 3 0-15,-3 0 0 0,0-2 0 0,-6 1 0 16,-3-1 0-16,0-1 0 0,-3 0 0 0,-5-2 0 16,2 0 0-16,-6-1 0 0,0 1 0 0,-3-3 0 15,4 0 0-15,-4 0 0 0,0 0 0 0,0 0 0 16,6-3-56-16,0 3-6 0,1-2-2 0,2-1 0 16,6 0-102-16,0-2-21 0,3 0-4 0</inkml:trace>
  <inkml:trace contextRef="#ctx0" brushRef="#br0" timeOffset="30019.027">18975 7112 2310 0,'0'0'48'0,"0"0"11"0,0 0-47 0,0 0-12 0,0 0 0 0,0 0 0 16,0 0 104-16,0 0 20 0,0 0 3 0,0 0 1 15,0 0-20-15,0 0-3 0,0 0-1 0,0 0 0 16,0 0-48-16,0 0-9 0,0 0-3 0,0 0 0 15,-3 6-22-15,3-1-5 0,0 3-1 0,0 3 0 16,0-1-4-16,0 3-2 0,0-2 0 0,0 5 0 16,0-3-10-16,0 3 0 0,0 2 0 0,-3 1 8 15,3-1 0-15,-3-2-8 0,3 3 12 0,-3-1-4 16,0 1-8-16,3 2 0 0,-3 0 0 0,0 0 0 16,1 3-16-16,-1-3-6 0,0 1-1 0,-3-1 0 15,3-3-22-15,0 1-5 0,3-3-1 0,-3 0 0 16,3-6-131-16,0 1-26 0,0-1-6 0</inkml:trace>
  <inkml:trace contextRef="#ctx0" brushRef="#br0" timeOffset="30551.808">19663 7062 1652 0,'-9'0'34'0,"9"0"9"15,0 0-35-15,-6 3-8 0,3 2 0 0,-3 0 0 16,3 1 78-16,0 4 14 0,3-2 2 0,-3 0 1 16,3 3-34-16,-3-1-6 0,3 1-2 0,0-3 0 15,3 2-5-15,-3-2-2 0,3 0 0 0,-3 0 0 16,3-2 18-16,0-1 4 0,0 0 1 0,-3-5 0 0,0 5 5 16,0-5 1-16,0 0 0 0,0 0 0 15,0 0-12-15,0 0-3 0,0 0 0 0,0 0 0 0,0 0-26 0,0 0-6 0,6-5 0 0,-3 2-1 16,0-2-19-16,0 0-8 0,0 0 0 0,0-1 8 15,0 1-18-15,0-3-4 0,0 3-1 16,0-3 0 0,0 3-104-16,0-1-21 0,0 1-4 0</inkml:trace>
  <inkml:trace contextRef="#ctx0" brushRef="#br0" timeOffset="33858.431">20663 6850 1659 0,'0'0'36'0,"0"0"8"0,0 0 2 0,0 0 1 0,0-5-38 0,0 0-9 0,3 0 0 0,-3-3 0 15,3 2 120-15,0-2 21 0,0 1 5 0,-3-1 1 16,3-3-67-16,-3 0-12 0,3 1-4 0,-3-1 0 16,-3 1 0-16,0-1 0 0,0 0 0 0,-3 1 0 15,0 2 0-15,0 0 0 0,-3 0 0 0,-3 0 0 16,0 3-51-16,0 2-13 0,-5 1 0 0,-4 2 0 15,3 0 0-15,-3 5 0 0,0 0-9 0,-3 3 9 16,1 3 0-16,-1 2 0 0,6 0-8 0,-3 6 8 16,6-3 0-16,0-1 0 0,3 1 12 0,4 0-12 15,5 0 0-15,0 0 0 0,3 0 0 0,6 0 0 16,-1 0-12-16,4-3-8 0,6 0-3 0,0 3 0 16,3-6 23-16,3 4-9 0,-3-1 9 0,0 3 0 15,2-3 0-15,-2 0 0 0,0 0 0 0,-3 1 0 16,0-1 0-16,-3-2 0 0,-3 2 0 0,0-3 0 0,-3 1 0 15,0 2 0-15,-3-5 0 0,0 3 0 16,-3-1 0-16,0 1 8 0,-3-3-8 0,0 2 0 0,-3-2 10 0,-3 0-10 16,3 0 10-16,-6 0-10 0,3-3 11 15,-3 3-11-15,0 0 12 0,0-2-12 0,0-1 0 16,3-2 0-16,-3 2 0 0,1-3-12 16,2 1-96-16,3-3-20 0,0 0-3 0,6 0-627 15,-6-3-126-15</inkml:trace>
  <inkml:trace contextRef="#ctx0" brushRef="#br0" timeOffset="34183.905">20785 7110 2541 0,'0'0'56'0,"0"0"11"0,0 0 2 0,3-3 3 0,0-2-57 0,3 0-15 0,0 2 0 0,-3-2 0 16,3 2 96-16,0-2 17 0,3 2 3 0,-3 0 1 15,3 1-62-15,-3-1-13 0,3 0-2 0,-1 3-1 16,-2 0-22-16,3 0-4 0,-3 3-1 0,3 0 0 15,-3-1-12-15,0 1 0 0,0 2 8 0,-3 3-8 16,0-2 0-16,0 2 0 0,-6 2 0 0,3 1 0 16,-3 2 0-16,-3 0 0 0,-3 0-12 0,0 3 12 15,0-3-21-15,-3 3 2 0,1 0 1 0,-1 0 0 16,-3 0 7-16,3 0 2 0,0-3 0 0,0 3 0 16,3-3-27-16,3 0-6 15,0 1-1-15,0-4 0 0,3 1 62 0,0-1 12 0,3-2 2 0,3 0 1 16,0 0-34-16,3-2 0 0,0-1 0 0,3-3 0 15,0 1 0-15,3 0 0 0,0-3 0 0,0 0 0 0,3 0 0 16,-1 0 0-16,1-3 0 0,3 0-9 16,3-2-102-16,-3 0-20 0,6 0-4 0</inkml:trace>
  <inkml:trace contextRef="#ctx0" brushRef="#br0" timeOffset="34357.757">21473 7157 2880 0,'0'0'64'0,"0"0"12"0,0 0 4 0,0 0 0 0,0 0-64 0,0 0-16 0,0 0 0 0,0-5 0 16,0 5 105-16,0-5 19 0,0 2 3 0,0-2 1 15,0 0-112-15,3-1-16 0,0 1-14 0,0 0 2 16,0-1 12-16,0 1-13 16,0 0 5-16,3 2 8 15,-4-2-156-15,4 0-23 0,3 2-5 0</inkml:trace>
  <inkml:trace contextRef="#ctx0" brushRef="#br0" timeOffset="34942.948">22601 6647 2006 0,'0'0'84'0,"0"0"-67"0,0-6-17 0,0 1 0 32,0 0 119-32,-6 0 20 0,6-1 4 0,-3 1 1 0,-3 0-13 0,3-1-3 0,-3 1 0 15,0 2 0-15,-3-2-102 0,0 3-26 0,0-1 0 16,-3 3 0-16,-3-3 0 0,1 6 0 0,-4 0 0 0,0 2 0 16,-3 0 0-16,0 3 0 0,3 0-9 0,-2 3 9 15,-1 2 0-15,6 3 0 0,-3 0 8 0,6-1-8 16,0 7 0-16,6-4 0 0,3 1 0 0,0-1 0 15,3 3-9-15,6-5-8 0,0 3-2 16,3-3 0-16,3-1 19 0,0 1 0 0,3-2-8 0,0-1 8 16,2-3 0-16,1 4 0 0,-3-4 0 0,3 1 0 15,-3-1 0-15,-3 1 0 0,3-3 0 0,-3 0 9 16,0 2-9-16,-3-2 0 0,-9-8 0 0,5 11 0 16,-5-11 0-16,3 11 0 0,-3-1 0 0,0 1 8 15,-6-1-8-15,1 1 12 0,-7-3-12 0,-3 2 12 16,-3 1-12-16,-3 0 8 0,-3-1-8 0,0-2 8 15,-2 3-8-15,-1-3 0 0,3 2 0 0,0-2-11 16,0 0-35-16,1 0-7 0,-1-3-2 0,0 3 0 16,3-2-161-16,3-1-32 0,3 0-6 0,3 0-2 0</inkml:trace>
  <inkml:trace contextRef="#ctx0" brushRef="#br0" timeOffset="35473.97">22776 7173 2376 0,'0'0'52'0,"0"0"12"0,0 0 1 0,0 0 1 16,0 0-53-16,0-5-13 0,0 2 0 0,0-2 0 0,0 2 115 0,0-2 20 15,0 2 4-15,0-2 1 0,0 3-112 0,0-4-28 0,0 6 0 16,3-2 0 0,-3-4 56-16,0 6 7 0,3-5 1 0,0 2 0 0,0-2-52 0,0 2-12 0,0 1 0 0,3-1 0 15,3-2 0-15,0 5 0 0,3-3 0 0,-3 1 0 16,6 2 34-16,-3-3 4 0,3 3 1 0,0-3 0 15,-1 3-12-15,4 0-3 0,-3 3 0 0,0-3 0 16,-3 0-24-16,0 0 0 0,0 0 8 0,0 3-8 16,0-1 0-16,-1-2 0 0,-2 3 0 0,-9-3 0 15,9 5 0-15,-9-5 0 0,6 5 0 0,-6-5 0 16,6 8 0 0,-3 3 0-16,-3-3 0 0,3 2 0 0,-6 1-49 0,3-3-12 15,-6 3-3-15,0-1 0 0,0-2 52 0,0 3 12 0,-3-1 0 0,1-2 0 16,-1 3 0-16,-3-3 0 0,3 0 0 0,-3 2 0 15,3-4 0-15,0 1 0 0,3-1 0 0,0-1 0 16,3-2 0-16,3-3 0 0,0 0 0 0,0 0 0 16,0 0 0-16,3 8 0 0,6-3 0 0,-3-2 0 15,3-1 0-15,0 4 0 0,3-6 0 0,0 2 0 16,-3-2 0-16,2 3 0 0,-2-1 0 0,0 1 0 16,0-3 0-16,0 3 0 0,0-1 0 0,0 1 0 15,-3 0 48-15,0-1 13 0,-6-2 3 0,6 8 0 0,-6-8-52 0,3 6-12 16,-3 2 0-16,0-1 0 15,0 1 0-15,-3 0 0 0,0 3 0 0,-3 0 0 0,-3-1 8 0,0 3 0 16,-3 1-8-16,-3-1 12 0,0 3-12 16,-5-3-8-16,-4 3 8 0,0 0-13 0,-3 0 13 0,-6-1 0 0,1 1 0 0,-4-3 0 31,0 3-54-31,1-2-8 0,-1-4-2 0,-3 3 0 16,6-2-165-16,-2-3-34 0</inkml:trace>
  <inkml:trace contextRef="#ctx0" brushRef="#br0" timeOffset="38026.778">18282 6435 1497 0,'0'0'32'0,"0"0"8"0,-6-3 0 0,0 1 4 0,6 2-36 0,-3-3-8 0,-3-2 0 0,6 5 0 16,-3-3 104-16,-3-2 20 0,3 2 3 0,3 3 1 16,0 0-20-16,-3-2-3 0,3 2-1 0,-3-6 0 15,3 6-26-15,0 0-6 0,0 0 0 0,0 0-1 16,0 0-43-16,0 0-9 0,0 0-2 0,0 0 0 15,0 0 37-15,0 0 7 0,0 0 2 0,0 0 0 16,0 0-50-16,0 0-13 0,0 0 0 0,3 3 0 16,6 0 0-16,0-3 0 0,0 2 0 0,3 1 0 15,3 0 0-15,0 2 0 0,-1-5 0 0,7 2 0 16,0 1 0-16,-3-3 0 0,3 3 0 0,0-3 0 16,-4 0 56-16,4 0 7 0,3 0 1 0,-6 0 0 15,3 0-103-15,0 0-20 16,-4 0-4-16,1-3-1 0,0 3 52 0,0-5 12 0,0 2 0 0,3 1 0 15,0-4-208-15,2 1-38 0,1 0-8 0</inkml:trace>
  <inkml:trace contextRef="#ctx0" brushRef="#br0" timeOffset="38644.054">20231 6509 1728 0,'0'0'38'0,"0"0"8"0,0 0 2 0,0 0 0 0,0 0-39 0,-3-2-9 0,0-4 0 0,3 6 0 0,0 0 104 0,0 0 20 0,0 0 3 0,0 0 1 16,0 0-55-16,0-5-10 15,0 5-3-15,0 0 0 0,3-3-4 0,-3 3-2 0,6-2 0 16,0-1 0-16,0-2 19 0,3 2 4 0,3 3 1 0,3-3 0 15,0 1-62-15,3-1-16 16,0 3 0-16,5-3 0 0,1 1 0 0,3-1 0 0,0 3 0 16,0-2 0-16,-1-1 54 0,-2 0 8 0,3 3 2 0,-3-2 0 15,0-1-64-15,-4 3-28 0,-2-3 3 16,0 3 0-16,-3-2 25 0,-3 2 0 0,3 0 0 16,-3-3 0-16,-3 3 17 0,0 0 6 0,0 0 1 0,-3 0 0 31,-3 0-71-31,-3 0-13 0,5 0-4 0,-5 0 0 15,0 0 0-15,6-3 0 0,-3 1 0 0,0 2-751 0,3-3-150 0</inkml:trace>
  <inkml:trace contextRef="#ctx0" brushRef="#br0" timeOffset="43056.194">16338 9854 1337 0,'0'0'56'0,"-6"0"-44"16,6 0 92-16,0 0 20 0,0 0 3 0,0 0 1 16,0 0 0-16,0 0 0 0,0 0 0 0,0 0 0 15,0 0-56-15,0 0-12 0,3 5-1 0,0 0-1 16,6 1-2-16,0-4-1 0,3 1 0 0,3 0 0 15,0-1-11-15,5 1-1 0,1-3-1 0,3 2 0 16,-3-2-12-16,3 3-2 0,2-3-1 0,1 3 0 16,3-3-15-16,0 0-2 0,6-3-1 0,-1 3 0 15,1 0-9-15,3 3 0 0,-1-3 0 0,1 2 0 16,-3 1 0-16,-3 0 0 0,-4-3 0 0,1 2 0 16,-3 1 0-16,0 0 0 0,-1-1 0 0,1 1 0 15,-3 0 0-15,0-3 0 0,-6 2 0 0,0 1 0 16,-1-1 0-16,-5-2 0 0,3 0 0 0,-3 3 0 15,-3-3-46-15,0 0-14 0,-3 0-4 16,0-3 0-16,0 3 52 0,0 0 12 0,-6 0 0 0,6-2 0 16,-3-3-104-16,0-1-17 0,0 4-4 0</inkml:trace>
  <inkml:trace contextRef="#ctx0" brushRef="#br0" timeOffset="43508.031">17103 9626 1447 0,'-9'-3'30'0,"0"3"7"0,3-2-29 15,0 2-8-15,0-3 0 0,0 3 0 0,0 0 80 0,6 0 16 0,0 0 2 0,-6 0 1 16,6 0 0-16,0 0 0 0,0 0 0 0,0 0 0 15,0 0-5-15,0 0-1 0,0 0 0 0,0 0 0 16,0 0-23-16,0 5-5 0,3 1-1 0,0-1 0 16,0 0-51-16,6 1-13 0,-3-1 0 0,3 0 0 15,3 1 54-15,-3-1 8 0,3 0 2 0,0 0 0 16,0 1-52-16,0-1-12 0,0 0 0 0,-1 3 0 16,-2 0 0-16,3 0 0 0,0 0 0 0,-3 0 0 15,0 0 0-15,0 3 0 0,0-4 0 0,0 1 0 16,-3 0 0-16,0 3 0 0,0-1 0 0,0-2 0 15,-3 6 0-15,0-4 0 0,-3 1 0 0,-3 2 0 16,0 0 0-16,0 1 0 0,-3-1 0 0,-3 0 0 16,0 3 0-16,0-3 0 0,-3 3 0 0,-3-3 0 15,0 0 32-15,0 1 3 0,1-4 1 0,-4 3 0 16,3-2-28-16,0 0-8 0,0-3 0 0,0 2 0 16,3-2 0-16,0 0 0 0,3 0 0 0,0-3 0 15,3 3-33-15,-2 0-1 0,2-3 0 16,3 1 0-16,-3 2-75 0,3-3-15 0,3-5-4 0</inkml:trace>
  <inkml:trace contextRef="#ctx0" brushRef="#br0" timeOffset="53644.662">18454 9676 2269 0,'6'-13'64'0,"-3"0"15"0,0-3-63 0,0 3-16 0,0 0 0 0,-3-3 0 16,0 3 105-16,-3-1 19 0,3-2 3 0,-6 3 1 15,3 0-67-15,-6 0-13 0,3-1-2 0,-5 4-1 16,-1-1-21-16,0 1-4 0,-6 2 0 0,0 3-1 16,-3-1-19-16,0 4 0 0,1 2 0 0,-4 0 0 15,3 5 0-15,-3 0 0 0,3-2 0 0,0 5 0 16,1 2 0-16,-1 1 0 0,0 2 0 0,0-2 0 15,6 2 0-15,0 3 0 0,0-3 0 0,6 3 0 16,4-3 0-16,-1 0 0 0,3 1 0 0,6-1 0 16,0 0 0-16,5 0 0 0,4 1 0 0,0-1 0 15,0 0 9-15,6-2-1 0,0 2-8 0,0-3 12 16,3 1-12-16,-4 0 0 0,1-3 0 0,3-1 0 16,-3 4 0-16,3-3-8 0,-3 3 8 0,0-4-13 0,-4 1 13 15,-2 3 0-15,0 0 0 0,0-1 0 16,-6 1 0-16,0-1 0 0,-6 4 0 0,0-4 0 0,-6 3 0 15,0 1 16-15,-3-1-3 0,-3 3-1 0,-3-3-12 16,-2 0-16-16,-1 0 3 0,-3 1 1 0,0-1 12 16,0-3 13-16,0 1-2 0,-2-3-1 15,-1 0-10-15,0 0 0 0,0 0 0 0,-3-3 0 16,4 3 0-16,-1-5 0 0,3 2 0 0,0-2 0 0,3-1-11 0,0 1 3 0,3-3 0 0,4 0 0 16,5 0-45-1,0-3-9-15,0 1-2 0,6 2 0 16,3-8 0-16,3 0 0 0,3 0 0 0,2 0 0 0,7-3-204 15,3 1-42-15</inkml:trace>
  <inkml:trace contextRef="#ctx0" brushRef="#br0" timeOffset="53912.478">18630 9777 2508 0,'0'0'71'0,"0"0"16"15,0 0-70-15,3-3-17 0,-3 3 0 0,0 0 0 16,0 0 106-16,0 0 18 0,0 0 3 0,0 0 1 15,0 0-70-15,0 0-14 0,0 0-2 0,0 0-1 16,6-2-14-16,-6 2-3 0,6 2-1 0,-3 4 0 16,0-4-8-16,0 4-2 0,0 1 0 0,0 1 0 15,0 0-5-15,-3 6 0 0,3-1-8 0,-3 3 12 16,3 0-12-16,-3 5 0 0,0-3 0 0,0 3 0 16,0 1 0-16,-3-1 8 0,3 0-8 0,-3 0 0 15,3-2 0-15,-3 2 0 0,0-5 0 0,0 5-10 0,0-5-10 0,0 0-1 16,-3-1-1-16,3-1 0 15,0 2-18-15,0-3-4 0,0-3-1 0,0 4 0 16,0-4-103-16,3-2-20 0,-3 0-4 0</inkml:trace>
  <inkml:trace contextRef="#ctx0" brushRef="#br0" timeOffset="54124.845">19068 9983 2986 0,'0'0'84'0,"-3"-5"20"16,0 0-84-1,3-1-20-15,-3 1 0 0,3 0 0 0,0 0 56 0,0-1 6 0,0-2 2 0,0 3 0 16,0 0-52-16,3-1-12 0,0-1 0 0,0 1 0 16,0 1 0-16,0 0 0 0,0 2 0 0,-1-2 0 15,4 2-202-15,0 0-43 0,-3 1-9 0</inkml:trace>
  <inkml:trace contextRef="#ctx0" brushRef="#br0" timeOffset="54843.927">19981 9663 2298 0,'0'-13'48'0,"0"8"11"16,0-1-47-16,3 1-12 0,-3-3 0 0,3 3 0 15,-3-3 107-15,0-3 19 0,-3 1 4 0,0 2 1 16,0-3-54-16,-3 3-10 0,4-2-3 0,-7 2 0 16,0 0-49-16,0 3-15 0,-3-1 0 0,0 1 8 15,-3 5-8-15,-3 0 0 0,3 0 0 0,-6 5 0 16,1-2 0-16,-4 5 0 0,0 0 0 0,0 2 0 0,-3 1 0 15,4 2 0-15,-1-2 0 0,0 5 0 16,3-3 0-16,0 0 0 0,6 3 0 0,0-3 0 0,7 3 0 16,2-3 0-16,0 1 0 0,6-1 0 0,0-3 0 0,6 4 0 15,0-4 0-15,5 3 0 16,1-2 0-16,3 0 0 0,6-1 0 0,-3 1 0 16,0-1 0-16,3 4 0 0,-1-7 0 0,1 4 0 15,0 0 0-15,-6-3-8 0,3 0 8 0,-3-1 0 0,0 1 0 0,-3 0 0 16,-3-2 0-16,-1 2 8 0,-2-1-8 0,0 1 0 15,0 3 0-15,-6 0 0 0,-3-3 8 16,0 2-8-16,-3 1 8 0,-6-3-8 0,1 2 0 0,-4 1 0 0,-3-1 0 0,0 1-12 16,-6 0-8-16,-3-1-3 0,-2 1 0 0,-1 2 0 15,0-5-16 1,0 2-3-16,1-2-1 0,2 3 0 0,0-3-78 16,3 0-16-16,6 0-3 0</inkml:trace>
  <inkml:trace contextRef="#ctx0" brushRef="#br0" timeOffset="55221.375">20074 10002 2747 0,'0'-5'78'0,"0"-3"17"0,0 2-76 15,3 1-19-15,-3 0 0 0,3-3 0 0,0 3 55 0,0-1 7 0,0 1 2 0,3 0 0 16,-1 2 0-16,1-2 0 0,0 2 0 0,3 0 0 15,-3 1-52-15,3 2-12 0,0-3 0 0,0 0 0 32,0 3 0-32,0 3 0 0,-3-3 0 0,3 3 0 0,-3-1 16 15,0 1 0-15,-3 0 0 0,3 2 0 16,-3 0-26-16,0 3-5 0,-3-2-1 0,0 4 0 0,0-2 16 0,-3 3 0 0,-3-1-10 0,3 1 10 31,-3 2-41-31,-3-2-4 0,3 2-1 0,-3 0 0 16,-3 0-8-16,3 3-2 0,0-3 0 0,0 1 0 0,0-1-24 15,3 0-6-15,0-2-1 0,0 2 0 0,3-2 70 0,3-1 17 0,0-2 0 0,0 3 0 16,3-6 0-16,3 3 0 0,0-3 0 0,0 3 0 16,3-3 0-16,0-2 0 0,0 2 0 0,3-2 0 15,0 0 0-15,-3-3 0 0,3 0 0 0,0-3 0 16,0 3 0-16,2-3 0 0,1 1 0 0</inkml:trace>
  <inkml:trace contextRef="#ctx0" brushRef="#br0" timeOffset="55402.233">20726 10060 2795 0,'0'0'58'0,"-3"-5"14"0,3 5-57 16,-6-3-15-16,6 3 0 0,-6-5 0 15,3 0 105-15,0 2 19 0,3-2 3 0,-3-3 1 16,3 2-103-16,0 1-25 0,3-3 0 0,-3 3 0 15,3-3-97-15,0 3-25 0,0-3-5 0</inkml:trace>
  <inkml:trace contextRef="#ctx0" brushRef="#br0" timeOffset="56124.538">21377 9711 1941 0,'0'0'40'0,"3"-5"10"0,-3-1-40 15,3 1-10-15,-3 0 0 0,3-1 0 16,-3 1 121-16,3 0 23 0,-3-1 4 0,0 1 0 0,0 0-32 0,0 2-8 0,0-2 0 0,0 5-1 16,0-8-33-16,-3 3-6 0,0-1-2 0,0 1 0 15,-3 0-29-15,-2 2-5 0,-1 1-2 0,-3-1 0 16,0 0-14-16,-3 3-2 0,0-2-1 0,-3 2 0 15,0 2-13-15,-3 1 0 0,1 2 8 0,-1-2-8 16,0 5 0-16,0-3 0 0,3 3 0 0,0 0 0 16,4 0-13-16,-1 2 1 0,3-2 0 0,3 3 0 15,3 2 12-15,0-2 0 0,3 2 0 0,3 0 0 16,3 1 0-16,3-4 0 0,0 3 0 0,3 1 0 16,3 1-54-16,3-1-8 0,2 2-2 15,1-1 0-15,0 1 82 0,3 3 16 0,0-3 3 0,0 0 1 16,-1-1-30-16,-2-1-8 0,0 2 0 0,0-3 0 15,-6 0-29-15,3-2-7 16,-3 2-2-16,-3-3 0 0,-3 1 38 0,-3-3 0 0,0 3 0 0,-3-1 0 16,-3 1 0-16,-3-3 0 0,0 2 0 0,-3 1 0 15,-3-3 0-15,-3 2 0 0,0 1 0 0,0-3 0 16,-3 0 0-16,3 0 0 0,-2 0 0 0,-4 0 0 16,3-3-59-16,0 3-4 0,0-3-1 0,0 0 0 15,-3-2-153-15,4 0-31 0</inkml:trace>
  <inkml:trace contextRef="#ctx0" brushRef="#br0" timeOffset="56644.768">21502 10126 2553 0,'0'0'53'0,"-3"-8"12"0,3 3-52 0,0 0-13 0,0-1 0 0,3 1 0 15,0 0 105-15,0 0 19 0,0-1 3 0,3 1 1 16,0 0-52-16,0-1-9 0,0 4-3 0,6-1 0 16,-3-2-42-16,3 2-9 0,0 1-1 0,0-1-1 15,3-2 7-15,0 5 2 0,-4-3 0 0,4 3 0 16,0 0-5-16,-3-3-1 0,0 3 0 0,0 0 0 16,0 0-3-16,-3 0-1 0,3 0 0 0,-3 0 0 15,0 3-10-15,-1-3 8 0,1 3-8 0,-3-3 8 16,0 2-8-16,0 1 0 0,0 0 0 0,0-1 0 15,-3 1 0-15,-3-3 0 0,3 5 0 0,0-2 0 16,-3-3-20-16,0 8-5 0,0-3-2 0,0 3 0 16,-3-3-25-16,0 3-4 0,0 0-2 0,-3 0 0 15,0 0-5-15,-3 3-1 0,-3-4 0 0,3 1 0 16,-2-2 29-16,2 2 6 0,0-3 1 16,0 0 0-16,0 1 28 0,3-1 0 0,0-3-8 0,6-2 8 15,0 0 0-15,0 0 0 0,0 0 0 0,0 0 10 16,0 0 8-16,6 3 2 0,3 0 0 0,0-1 0 15,0 1 12-15,3 0 2 0,-3-1 1 0,2 1 0 16,1-3-1-16,-3 5 0 0,0-5 0 0,-3 3 0 0,3 2-3 16,-3-2-1-16,0 2 0 0,-3-2 0 15,0 5-3-15,0-3-1 0,0 0 0 0,-3 3 0 0,0 0-1 16,-3 0 0-16,0 3 0 0,0-3 0 0,-3 2-9 0,0-2-1 16,-3 3-1-16,0-1 0 0,-3 4-14 0,-3-4 9 0,-2 3-9 0,-4 1 8 15,0-1-18-15,-3 0-4 0,-3 0-1 0,0 3 0 31,1-3-85-31,-4 1-18 0,3-4-3 0</inkml:trace>
  <inkml:trace contextRef="#ctx0" brushRef="#br0" timeOffset="59480.299">17957 9303 1552 0,'0'0'44'0,"-6"0"10"0,6 0-43 0,-6 3-11 15,6-3 0-15,0 0 0 0,0 0 106 0,0 0 19 0,0 0 4 0,0 0 1 16,0 0-47-16,0 0-10 0,0 0-1 0,0 0-1 15,0 0-10-15,0 0-1 0,0 0-1 0,0 0 0 16,0 0-9-16,0 0-2 0,0 0 0 0,0 0 0 16,0 0-13-16,6 3-3 0,0-3-1 0,3 0 0 15,6 0 4-15,0 0 1 0,3 0 0 16,3-3 0-16,3 3-22 16,-1-3-4-16,1 1-1 0,0 2 0 0,6-6 23 0,-1 4 5 0,1-1 1 15,3 0 0-15,3-2-26 0,2 3-12 0,1-4 10 0,0 4-10 16,-6-1 0-16,-4 0 8 0,1 1-8 0,-6-4 0 15,-3 6 19-15,0-2 1 0,-4 2 0 0,-2-3 0 16,-3 3-20-16,-3 0-17 0,3 0 3 0,-6 0 1 16,0 0 13-16,0 3 0 0,-6-3 0 0,0 0 0 31,6 0-44-31,-6 0-5 0,0 0-2 0,0 0 0 0,3 0 41 0,-3 0 10 0,0 0 0 0,0 0 0 16,0 0-104-16,0 0-20 0,0 0-3 0</inkml:trace>
  <inkml:trace contextRef="#ctx0" brushRef="#br0" timeOffset="62932.963">16329 12719 1735 0,'0'0'81'0,"0"0"-72"0,0 0-9 0,6-5 0 0,0 5 0 16,0-3 82-16,3 1 14 0,0-1 4 0,0 3 0 16,0 0-32-16,3-3-5 0,0 3-2 0,-1 0 0 15,4 0-13-15,0 3-4 0,3-3 0 0,0 3 0 16,-3-3-8-16,3 2-3 0,-1 1 0 0,1-3 0 15,3 3 7 1,3-3 0-16,0 0 1 0,0 0 0 0,2 0-33 0,4 0-8 0,0 0 0 0,0 0 0 16,-1 2-16-16,-2-2-6 0,3 3-1 0,-3 0 0 15,0-3 23-15,-1 2 0 0,-2-2 0 0,0 0 0 16,0 0 19-16,0-2 1 0,-1 2 1 0,1 0 0 16,-3-3-21-16,3 3 0 0,-3 0 0 0,-3-3 0 15,2 3 0-15,-2 0 0 0,0-2 0 0,-3 2 0 16,0-3 0-16,-3 0 0 0,0 1 0 0,0-1 0 15,-3 0-64-15,-3 1-18 0,0-1-3 0,-1-2-1 16,-2 2-118-16,0 1-24 0,0-1-5 0</inkml:trace>
  <inkml:trace contextRef="#ctx0" brushRef="#br0" timeOffset="63253.605">17145 12566 2026 0,'-6'0'57'0,"-3"-3"14"0,3 1-57 0,0-1-14 0,3 3 0 16,3 0 0-1,-6-3 96-15,6 3 17 0,-6 0 3 0,6 0 1 16,0 0-33-16,0 0-6 0,0 0-2 0,0 0 0 0,0 0-9 16,0 0-3-16,0 0 0 0,3 8 0 0,3-5-51 0,0 2-13 0,0 0 0 0,3 1 0 15,0-4 48-15,0 4 6 0,3-4 2 0,-4 4 0 16,4-1-39-16,-3 0-7 0,3 3-2 0,-3-3 0 15,0 3-8-15,0 0 0 0,0 0 0 0,-3 0 0 16,0 3 0-16,-3-1 0 0,3 4 0 0,-6-1 0 16,3 0 0-16,-3 3 0 0,0 0 0 15,-3 0 0-15,-3 0 0 0,0 2 0 16,0-2 0-16,-6 2 0 0,3-2 0 0,-6-2 0 0,0 1 0 16,0-1 0-1,1-1-49-15,-1-3-12 0,0-2-3 0,-3 0 0 0,6 0-116 16,-3 0-23-16,0 0-5 0</inkml:trace>
  <inkml:trace contextRef="#ctx0" brushRef="#br0" timeOffset="64003.135">18395 12375 1767 0,'6'-8'74'0,"0"-2"-59"16,0 2 106-16,-3-3 22 0,0 3 4 0,0 0 1 16,-3 0-44-16,0 1-8 0,0-4-1 0,-3 3-1 15,-3 3-39-15,0-3-8 0,0 2-2 0,-6 1 0 16,3 3-18-16,-3-4-4 0,-3 4-1 0,0 2 0 15,0 0 3-15,1 0 1 0,-1 2 0 0,-3 1 0 16,3 2-26-16,0 0-9 0,0 3 0 0,0 3 0 16,3-3 9-16,0 3-12 0,4-1 12 0,-1 3-12 15,0-2 12-15,6 2-10 0,0 0 10 0,0 1-10 16,3-1 2-16,3 3 0 0,0 0 0 0,3-3 0 0,3 3 8 16,0-3-13-16,2 0 5 0,4 0 8 15,0 1-31-15,0-4 2 0,6 1 0 0,-3-1 0 0,0 1 29 16,2 0 0-16,-2-4 0 0,0 4 0 0,-3-3 16 0,0 0 8 0,0 0 3 15,-6 0 0-15,0 0-19 0,0 0-8 0,-6-3 0 16,0 3 8-16,-3 0-8 0,-3 0 12 0,-3 2-12 0,-3-2 12 16,-3 0-12-16,-3 3 0 0,-3-1 0 0,-3 1 0 31,3 0-27-31,-2-1-7 0,-1-2-2 0,0 3 0 0,0-3 36 16,3 0 0-16,3 0 0 0,-3-3 0 0,4 0 0 0,2 0 0 0,-3-2 0 0,3-3 0 15,3 0-57 1,0 0-5-16,9 0-1 0</inkml:trace>
  <inkml:trace contextRef="#ctx0" brushRef="#br0" timeOffset="64262.622">18684 12574 2310 0,'0'0'48'0,"0"0"11"0,0 0-47 0,0 0-12 0,0 0 0 0,-3 5 0 16,0 3 104-16,3-5 20 0,-3 2 3 0,0 3 1 15,0-3-50-15,3 0-10 0,-3 3-1 0,0 0-1 16,3 0-54-16,-3 0-12 0,0 3 0 0,0-1 0 16,3 4 28-16,0-1 9 0,-3 5 2 0,3-2 0 15,0 3-30-15,-3 2-9 0,3-3 0 0,0 6 0 16,-3-5 10-16,3 2-10 0,0-3 8 0,0 1-8 16,-3 0-31-16,3-4-11 0,0-1-2 0,0-1-1 15,0 0 36-15,0-2 9 0,0 2 0 0,0-3 0 16,3-2-156-16,-3 0-28 0,3-2-7 0</inkml:trace>
  <inkml:trace contextRef="#ctx0" brushRef="#br0" timeOffset="64446.072">19065 12727 2310 0,'-3'-8'97'0,"3"0"-77"16,3 0 86-16,-3 3 18 0,0-3 3 0,0 3 1 15,3-3-44-15,-3 3-8 0,0-1-1 0,3 1-1 16,-3 0-74-16,0 5 0 0,0-5-9 0,3-1-1 16,0 4-43-16,2-4-9 0,-2 1-2 15</inkml:trace>
  <inkml:trace contextRef="#ctx0" brushRef="#br0" timeOffset="65046.429">19844 12373 2310 0,'0'-8'48'0,"0"-3"11"0,0 1-47 0,0-1-12 0,0 0 0 16,0 3 0-16,0 1 104 0,0-1 20 0,-2 0 3 0,2 0 1 16,-3 2-52-16,-3 4-9 0,3-4-3 0,-3 6 0 15,0-2-51-15,-3 2-13 0,3 2 0 0,-6-2 0 16,3 3 0-16,-6 2 0 0,3 1-9 0,-6-1 9 16,3 6-12-16,-2-3 12 0,2 5-13 0,-3 0 5 15,3 3 8-15,0 0-10 0,3 2 10 0,0 1-10 16,6-1 10-16,0 1-13 0,6-3 5 0,0 0 8 15,6-1-13-15,0 1 5 0,6-2 8 0,3 1-13 16,0-4 13-16,3 2-9 0,3-2 9 0,-4-1-8 16,4 1 8-16,-3-3 12 0,0 0-2 0,-3 0-1 15,-3 0-9-15,0 0 12 0,0-3-12 0,-6 3 12 16,0-3-3-16,0 3 0 0,-4-3 0 0,-2 3 0 16,0 0-9-16,-5 3 12 0,2-3-12 0,-6 2 12 15,0 1-12-15,-3 2 0 0,0-2 0 0,-3-1-11 0,-3 1-2 16,-3 0-1-16,0-1 0 0,-2 1 0 15,-1-3-22-15,3 2-4 0,-3-2 0 0,3-2-1 16,1 1-121-16,5-4-24 0,-3 2-5 0</inkml:trace>
  <inkml:trace contextRef="#ctx0" brushRef="#br0" timeOffset="65411.066">20050 12693 2747 0,'0'-8'78'0,"3"3"17"16,-3-1-76-16,3 1-19 0,-3 0 0 0,6-1 0 15,-3 1 55-15,3 0 7 0,0 2 2 0,0 1 0 16,0-1-16-16,0 0-2 0,2 1-1 0,1-1 0 16,-3 3-21-16,3 0-5 0,0 0-1 0,-3 0 0 15,3 0-18-15,-3 0 0 0,0 0 0 0,3 0 0 16,-6 3 0-16,3-1 0 0,-3 4 0 0,0-1 0 15,-3 3 0-15,0 0 0 0,0 2 0 0,-3 1 0 16,-3 2-44-16,3 0-16 0,-6 3-4 0,0 0 0 16,0 3 0-16,-3-1 0 0,0 1 0 0,0-1 0 15,0 1-51-15,1-3-10 0,-1 2-3 0,3-2 0 16,0-3 52-16,3 0 9 0,0 1 3 0,3-4 0 16,3 1 64-16,0-3 9 0,3 2 4 0,3-4 1 0,0 2-14 15,3-3-13-15,0-2 2 0,3 2 1 0,-1-3 10 16,1-2 0-16,3 3 10 0,-3-3-10 0,3 0 0 0,0-3-8 15,-3 3-1-15,3-5 0 0,0 0 9 0,-1 0-13 16,4-3 5-16</inkml:trace>
  <inkml:trace contextRef="#ctx0" brushRef="#br0" timeOffset="65627.1">20779 12733 2591 0,'0'0'109'0,"0"0"-87"15,0 0 92-15,0-6 18 0,0 1 4 0,-3 0 1 16,3 5-80-16,0-6-16 0,0 1-3 0,0 5-1 16,-3-3-37-16,3 3 0 0,0-5 0 0,0 5 0 15,0 0-77-15,3-5-20 0,0 0-4 0</inkml:trace>
  <inkml:trace contextRef="#ctx0" brushRef="#br0" timeOffset="66283.156">21610 12312 1862 0,'3'-5'39'15,"-3"5"8"-15,0-6-38 0,0 6-9 0,3-5 0 0,-3 5 0 16,0-5 104-16,0-1 18 0,-3 4 4 0,3 2 1 15,-3-6-39-15,-3 4-8 0,0-1-2 0,-3 0 0 16,0 3-34-16,0 0-8 0,-3 0 0 0,0 0-1 16,-3 0-23-16,0 3-12 0,3 0 12 0,-5 2-12 15,2 0 0-15,0 1 0 0,0-1 0 0,-3 3 0 16,6 0 0-16,-3 0 0 0,3 0 0 0,-3 0 0 16,7 2 0-16,-1 1 0 0,-3-1 0 0,6 4 0 15,0-1 0-15,3 0 0 0,3 0 0 0,3 3 0 0,3 0 0 0,0 0 0 16,6-3 0-16,0 3 0 0,-1 0 0 15,4-3 0-15,3 0 0 0,-3 1 0 0,6-1 0 0,-3-3 0 0,0 1 0 16,-1 0 0-16,-2-1 16 0,0-2-4 0,0 3-1 0,-3-3 0 16,-3 0-11-16,0 0 10 0,-3-1-10 0,-3 4 10 15,-3-3-10-15,-3 3 12 16,0-1-12-16,-6 1 12 0,0-1-28 0,-3 4-4 16,-3-4-2-16,0 3 0 0,0-2 22 15,-2 0 0-15,-1-1 0 0,-3 3 0 0,0-5 0 0,3 3 0 16,-3-3 0-16,1 0 0 15,2 0-56-15,-3-6-6 0,3 4-2 0,3-1 0 0,0-2-102 16,3-1-21-16,3 1-4 0</inkml:trace>
  <inkml:trace contextRef="#ctx0" brushRef="#br0" timeOffset="67052.042">21723 12815 1580 0,'3'-6'67'0,"0"-2"-54"16,3 3 149-16,0-3 30 0,0 3 5 0,2 0 2 15,-2-3-76-15,3 2-15 0,0 1-4 0,0 0 0 16,0-1-35-16,0 4-7 0,3-1-2 0,-3 0 0 16,3 1-15-16,0-1-3 0,3 3-1 0,-3 0 0 15,2 0-17-15,-2 0-4 0,3 0-1 0,-3 3 0 16,0-1-11-16,-3 1-8 0,3 2 9 0,-3 1-9 15,-6-1 0-15,3 0 0 0,-6 3 0 0,0 0 0 16,0 0-13-16,-3 0-9 0,-3 3-2 0,0-1 0 16,0-2 4-16,-3 0 0 0,3 3 0 0,-3-3 0 15,0 0-36-15,0-1-6 0,0 1-2 0,0 0 0 16,3-2 52-16,0-4 12 0,0 4 0 0,6-6 0 16,0 0-54-16,0 0-8 0,0 0-2 0,0 0 0 15,0 0 52-15,3 5 12 0,0-2 0 0,3-1 0 16,0 1 0-16,3-1 0 0,3-2 0 0,0 3 0 15,0-3 0-15,3 3-9 0,0-3 9 0,0 0-8 0,0 2 8 0,-4-2 14 16,4 3-3-16,-3 0-1 0,0-1 12 0,0 1 2 0,-3 0 1 16,0-1 0-16,-3 4 10 0,0-4 1 0,-3 4 1 15,0-1 0 1,-3 0-4-16,0 0-1 0,-3 3 0 0,0 0 0 0,-3-2-7 0,0 1-1 16,0 1-1-16,-3 0 0 0,0 3-8 0,-3-3-2 15,0 0 0-15,0 0 0 0,-3 0-13 16,1 0 9-16,-1 0-9 0,0 0 8 0,-3-1-8 0,3 4-17 0,-3-3 4 0,0 3 1 15,3-1 12-15,1-2 0 0,-1 0 0 0,0 0 0 32,3 0-105-32,0-3-19 0,0 0-3 0</inkml:trace>
  <inkml:trace contextRef="#ctx0" brushRef="#br0" timeOffset="67815.611">19273 12008 1561 0,'0'0'66'0,"0"0"-53"16,0 0 107-1,0 0 20-15,0 0 5 0,0 0 1 0,0 0-42 0,6-3-9 0,0 0-2 0,3 1 0 32,3-1-10-32,3 0-3 0,-1 1 0 0,4-4 0 15,3 1-18-15,0 0-4 0,6-1-1 0,6 1 0 16,2-3-35-16,4 3-7 0,3-3-2 0,2 3 0 16,-2-3-13-16,-3 3 0 0,-1-3 0 0,1 0 0 0,-3 2 0 15,-1 1 0-15,1 0 0 0,-3 2 0 0,-6 3 25 16,0-3 3-16,-4 3 0 0,-2 0 0 0,-3 3-28 0,-3 0 0 15,-3-3 0-15,-3 5 0 0,0-5 0 0,-3 3 0 0,-3 2-14 0,-3-5 5 16,0 0-11-16,3 5-1 0,-3-5-1 0,0 6 0 31,0-6-22-31,-3 5-4 0,3-5 0 0</inkml:trace>
  <inkml:trace contextRef="#ctx0" brushRef="#br0" timeOffset="71060.572">16508 14138 1340 0,'0'0'63'0,"0"0"-63"0,0 0 0 0,0 0 0 0,-3 2 0 16,3-2 87-16,-6 6 10 0,3-1 3 0,-3 0 0 15,3 0-20-15,0 3-4 0,3-2-1 0,-3 2 0 16,3-3-7-16,0 3-2 0,0-3 0 0,3 3 0 15,0 0-16-15,0-3-3 0,3 1-1 0,0 1 0 16,3-1-8-16,0-1-2 0,0 0 0 0,2 1 0 16,4-4-9-16,0 4-3 0,3-4 0 0,0 1 0 15,6 0 10-15,3-3 2 0,2 0 0 0,4 0 0 16,3 0-36-16,-1-3-22 0,1 3 3 0,3-3 1 16,-3 1 18-16,-1-4 0 0,-2 1 0 0,3 0 0 15,0-1 0-15,-4 4 0 0,4-4 0 0,0 4 0 16,-4-3 13-16,-2 2 3 0,0 0 1 0,0 1 0 15,-6-1-44-15,-4 0-9 0,-2-2-1 0,0 2-1 16,-3 1-10-16,-3-1-3 0,0-2 0 16,0 2 0-16,-3 0-144 0,0-2-29 0,-3 3-5 0</inkml:trace>
  <inkml:trace contextRef="#ctx0" brushRef="#br0" timeOffset="71387.67">17207 13976 2146 0,'-9'-2'60'0,"3"-1"15"0,0 0-60 0,0 1-15 0,0-1 0 0,6 3 0 16,0 0 76-16,0 0 12 0,0 0 2 0,0 0 1 16,0 0-28-16,0 0-6 0,0 0-1 0,3 8 0 15,0-3-16-15,0 3-3 0,6 0-1 0,-3 5 0 16,6-5-13-16,-3 3-3 0,3-1-1 0,0 4 0 15,3-4-19-15,-3 1 10 0,3-1-10 0,-3 1 8 16,-4 0-8-16,4 2 0 0,0-5 0 0,-3 2 8 16,0 4-8-16,-3-7 12 0,0 4-12 0,0 0 12 15,-3 2-12-15,0-3 0 0,0 4 0 0,-3-1 8 16,-3 0-8-16,0 0 0 0,0 1 0 0,-3-1 0 16,-3 0-9-16,0-2-7 0,-3 2-2 0,0 0 0 15,-6 0-16-15,4 1-3 0,-7 1-1 0,3-1 0 16,-3-4-97-16,3 1-19 0,-3-3-4 0</inkml:trace>
  <inkml:trace contextRef="#ctx0" brushRef="#br0" timeOffset="71993.802">18752 14146 2066 0,'0'-6'43'0,"0"-2"10"16,0 0-42-16,0 0-11 0,0 0 0 0,-3-2 0 16,0 2 80-16,0-3 15 0,-3 3 2 0,0-2 1 15,-3 2-29-15,0 3-5 0,0-3-2 0,-2 2 0 16,-4 4-24-16,0-1-5 0,0 0-1 0,-3 3 0 15,3 3-15-15,-3 0-3 0,3-1-1 0,-5 6 0 16,2-2-13-16,0 4 8 0,-3-2-8 0,3 3 0 16,0-1 0-16,6 1 0 0,-2-1 0 0,5-2 0 15,3 3-9-15,0 0 9 0,6-3-13 0,0-1 5 16,6 4-1-16,0-3 0 0,3 3 0 0,-1-4 0 16,7 1 1-16,3 3 0 0,0 0 0 0,0-3 0 15,0 2 8-15,0-2 16 0,-4 0-4 0,4 0-1 0,0-3-11 16,-3 1 0-16,3-1 0 0,-6 0 0 0,0 0 0 15,0 1-16-15,-6-1 4 0,3 0 1 0,-6 3 11 0,-3-3 12 16,-3 6-2-16,-6-3-1 0,0 0-9 0,0 3 0 0,-6 2 0 0,-3-3 0 16,0 4-8-1,0-4-8-15,-6 3 0 0,1 1-1 0,-1-1 2 0,-3-3 1 16,-3 4 0-16,4-4 0 16,2-2-26-16,0 3-4 0,3-6-2 0,0 0 0 15,6-2-157-15,0 0-31 0,7-3-6 0</inkml:trace>
  <inkml:trace contextRef="#ctx0" brushRef="#br0" timeOffset="72257.886">18898 14225 2224 0,'0'0'63'0,"0"0"14"16,0 0-61-16,0 0-16 0,0 0 0 0,0 0 0 15,0 0 100-15,0 0 18 0,0 5 3 0,0-5 1 16,0 5-48-16,0 3-10 0,-3 0-1 0,0 0-1 15,3 0-15-15,0 0-3 0,-3 3-1 0,3-3 0 16,0 5-26-16,-3-3-5 0,3 4 0 0,0-1-1 16,-3 3-11-16,3 0 8 0,0 0-8 0,-3 2 8 15,3-2-8-15,0 0 0 0,-3 0 0 0,3 2 0 16,-3-5 0-16,0 3 0 0,3-2 0 0,-3-4 0 16,0 3 0-16,3-5-12 0,-3 3 0 0,3-3 1 15,-3 0-41-15,3 0-8 0,-3 0-1 0,3 0-1 16,-3-3-141-16,3 0-28 0,0-5-5 0</inkml:trace>
  <inkml:trace contextRef="#ctx0" brushRef="#br0" timeOffset="72457.758">19234 14378 2728 0,'0'0'77'0,"0"0"18"0,-3-2-76 0,0-1-19 0,3 3 0 0,-6-3 0 16,3 1 37-16,0-1 4 0,0-2 1 0,3 5 0 16,-6-3-34-16,4-2-8 0,2 5 0 0,0-5 0 15,-3 2-84-15,3-2-18 16,3-1-4-16</inkml:trace>
  <inkml:trace contextRef="#ctx0" brushRef="#br0" timeOffset="73056.769">20124 13923 2385 0,'-3'-5'68'0,"0"2"14"0,-3-2-66 15,3 2-16-15,0-2 0 0,-3 2 0 0,-2-2 55 0,-1 5 7 0,0-3 2 0,-3 3 0 16,-3 0-32-16,-3 3-7 0,3-3-1 0,-6 5 0 16,3 1-16-16,-2 2-8 0,-1 2 8 0,0 1-8 15,3-1 0-15,0 4 0 0,3 2 0 0,0-3 0 16,4 0 0-16,-1 3 0 0,3-3 0 0,3 3 0 15,0-3-12-15,3-2 3 0,3 2 0 0,3-2 0 16,0 2 0-16,3-3 0 0,0 4 0 0,6-1 0 16,0-3 9-16,2 1-12 0,1 0 12 0,3-3-12 15,0 2 12-15,0-2 0 0,0 3 0 0,3-3 0 16,-7 0 0-16,1-1 0 0,0-1 0 0,-6 2 8 16,0 0 0-16,-3-3 0 0,-3 3 0 0,0 0 0 15,-6-3 0-15,0 3 1 0,-3 0 0 0,-3 3 0 16,0-4-9-16,-6 4 0 0,0 0 0 0,-2 2 0 15,-4 0-31-15,0-2 2 0,0 2 0 0,0 0 0 16,0-2-15-16,1 2-2 0,2-5-1 0,-3 3 0 16,6-1-106-16,-3-5-22 0,3 3-4 0</inkml:trace>
  <inkml:trace contextRef="#ctx0" brushRef="#br0" timeOffset="73506.619">20225 14352 2474 0,'0'-5'70'0,"3"-3"16"0,0 2-69 0,0-2-17 0,3 0 0 0,-3 3 0 15,3 0 62-15,0-3 9 0,3 3 1 0,0 2 1 16,0-2-7-16,0 2-2 0,3 0 0 0,-3 1 0 15,0 2-51-15,3-3-13 0,0 3 0 0,-4 0 0 16,1 3 0-16,-3-3 0 0,0 2 0 0,3 1 0 16,-6 2 0-16,0 1 0 0,0-1 0 0,-3 3 0 15,-3 0 0-15,0 5 0 0,-3-2 0 0,-3 2 0 16,0 3-56-16,0 0-13 0,-2 2-3 0,-4 1-1 16,0-1 0-16,3 1 0 0,-3-1 0 0,0-2 0 15,3 0-15-15,0 0-2 0,3-3-1 0,0 3 0 16,4-3-18-16,-4 0-4 0,3-2-1 0,3 2 0 15,0-2 14-15,3-1 2 0,0-2 1 0,0 0 0 16,3 0 77-16,0-2 20 0,0-1 0 0,3-3 0 0,2 1 0 0,-2 0 0 16,3-1 0-16,0-2 0 0,0 0 0 15,3 0 0-15,0 0 0 0,0 0 0 16,3 0 48-16,-3 0 12 0,0 0 4 0,0 0 0 16,-1 0-8-16,4 0 0 0,-3 0-1 0,0 0 0 0,0 0-37 0,3-2-7 15,-3-1-2-15,0 3 0 16,3-3-32-16,-3-2-6 0,2 3-2 0</inkml:trace>
  <inkml:trace contextRef="#ctx0" brushRef="#br0" timeOffset="73761.26">20967 14389 2795 0,'0'0'58'0,"0"0"14"16,0 0-57-16,0 0-15 0,3-5 0 0,-3-1 0 15,0 4 44-15,0-4 5 0,0 1 2 0,0 0 0 16,-3 0-26-16,3 5-5 0,0-8 0 0,0 5-1 16,0 3-19-16,-3-5 0 0,3-1 8 0,0 6-8 15,0-5-15-15,0 5-6 0,-3-5-2 0,3-1 0 16,-3 1-178-16,3 0-36 0</inkml:trace>
  <inkml:trace contextRef="#ctx0" brushRef="#br0" timeOffset="74332.407">21461 14077 2269 0,'3'-11'64'0,"0"3"15"0,-3 0-63 0,3 0-16 0,0 0 0 0,-3 3 0 16,0-3 54-16,-3 3 8 0,0 0 2 0,0-1 0 16,0 1 10-16,-3 2 2 0,0 1 1 0,0 2 0 15,-3-3-43-15,0 6-9 0,-3-3-1 0,3 2-1 16,-3 4 4-16,-3-1 1 0,4 0 0 0,-4 0 0 15,3 3-28-15,-3 3 0 0,3 0 0 0,3-1 0 16,0 1 0-16,0-1 0 0,3 4 0 0,3-4 0 16,0 3 0-16,3 1 0 0,3-4 0 0,3 3 0 15,3 1-46-15,0-1-14 0,6 3-4 0,-3-3 0 16,6 0 52-16,-3 0 12 0,-1 1 0 0,4-1 0 16,-3-2 0-16,0 2 0 0,0-3 0 0,0 1 0 15,-3-1 0-15,0 1 0 0,0 0 0 0,-3-1 0 0,-4 1 0 16,1-3 0-16,-3 2 0 0,0 1 0 0,-3 0 0 0,-3-1 0 15,-3-2 0-15,0 3 0 0,-2-1 0 0,-4 1 0 0,0-3 0 16,-3 2 0-16,0 1 0 0,-3-1 0 0,-3 1 0 0,0-3 0 16,1 3-21-16,-4-3-2 0,0-1 0 15,0 1 0-15,3 0-157 16,0-2-31-16</inkml:trace>
  <inkml:trace contextRef="#ctx0" brushRef="#br0" timeOffset="74886.165">21752 14463 2310 0,'3'-8'48'0,"-3"0"11"16,3 0-47-16,0-2-12 0,3 2 0 0,-3 0 0 15,3 0 104-15,0 0 20 0,0 0 3 0,0 0 1 16,3 3-103-16,-3-1-25 0,3 1 0 0,3 0 0 16,0 0 56-16,0 2 7 0,6-2 1 0,-4 2 0 15,1 0-52-15,3 1-12 0,0 2 0 0,-3 0 0 16,3 0 18-16,-3 0 1 0,0 0 0 0,-4 5 0 0,1-2-11 0,0-1-8 0,-3 1 9 0,-3 0-9 16,-3 2 11-16,-3-5-11 0,0 8 12 0,-3 0-12 15,0 0 0-15,-3 0 0 0,-3 2 0 0,-3-2-9 31,-2 3-31-31,-1 2-7 0,-3-2-1 0,-3-1 0 16,0 3 6-16,3-2 1 0,-3-1 0 0,4 1 0 16,2 0-19-16,3-3-3 0,0 0-1 0,3-1 0 15,3 1 0-15,0-5 0 0,3 2 0 0,3-5 0 0,0 0 52 0,3 3 12 0,0 2 0 16,3-2 0 0,0-3 0-16,3 3 0 0,0-1 0 0,3-2 0 0,0 0 48 15,2 0 13-15,-2 0 3 0,3 3 0 0,0-3-42 0,-3 0-8 0,3 3-2 0,-3-3 0 16,0 2 20-16,-3 1 4 0,0-1 1 0,-3 1 0 15,-1 2 2-15,-2-2 0 0,0 2 0 0,-3 3 0 16,0 0-3-16,-3 0 0 0,0 0 0 0,-2 3 0 16,-1-1-25-16,-3 3-11 0,-3-2 8 0,0 5-8 15,-3-3 0-15,0 6 0 0,-3-3 0 0,0 2 0 16,0 1 30-16,1-4 1 0,-4 4 0 0,3 0 0 16,-3-4-23-16,0 1-8 0,-3 0 0 0,1 0 0 15,-1-3-8-15,0-2-8 0,3 2-2 0,-3-2 0 16,6-3-90-16,-2-3-19 0,2 0-3 0</inkml:trace>
  <inkml:trace contextRef="#ctx0" brushRef="#br0" timeOffset="75474.38">21104 13783 1729 0,'0'0'72'15,"0"0"-57"1,0 0 95-16,0 0 19 0,6 0 4 0,0-3 1 16,-1 1-41-16,4-1-8 0,0 3-1 0,3-3-1 0,0 1-15 0,3 2-4 0,3-3 0 0,3 0 0 15,3 1-7-15,-1-1-1 0,4 1-1 0,3-1 0 16,3 0-41-16,-4 1-14 0,4 2 9 0,3-3-9 15,0-2 8-15,5-1-8 0,1 1 8 0,0 0-8 16,-4-3 0 0,-2 3 0-16,0-3 8 0,-4 2-8 15,-2 1 0-15,-6 0 0 0,3-1 0 0,-6 1 0 16,0 0-49-16,-4 2-12 0,1-2-3 0,-3 2 0 16,-3 1-133-16,0 2-27 0</inkml:trace>
  <inkml:trace contextRef="#ctx0" brushRef="#br0" timeOffset="78808.36">16624 15818 1691 0,'0'0'71'0,"0"0"-57"15,6 2 56-15,-3 1 11 0,3 2 3 0,0-2 0 16,3 0-18-16,-1-1-3 0,4 1-1 0,0 0 0 16,0-1-19-16,6 4-4 0,0-4-1 0,3 1 0 15,3-1-15-15,-1-2-3 0,4 0-1 0,0 3 0 16,0-3-7-16,0 0-2 0,-4 0 0 0,1 0 0 16,3-3 3-16,0 3 1 0,0-2 0 0,2-1 0 15,-2 1-14-15,6-1-13 0,-3 0 2 0,-1 1 1 16,1-1-2-16,-3 0 0 0,-3-2 0 0,0 2 0 15,-4 1-7-15,-2-1-1 0,0 0-1 0,-3 1 0 16,0-1-51-16,-3 0-11 0,0-2-1 0,-3 5-1 16,-3-2-87-16,0-1-16 0</inkml:trace>
  <inkml:trace contextRef="#ctx0" brushRef="#br0" timeOffset="79134.614">17302 15656 1989 0,'-11'0'56'0,"-1"0"13"0,0 0-55 0,3 0-14 0,0 0 0 0,0 3 0 16,0-3 71-16,0 3 11 0,0-1 2 0,3 1 1 16,0 2-25-16,0 1-6 0,0-4-1 0,3 3 0 15,3-5-14-15,0 8-3 0,3 0-1 0,0-2 0 16,0 2-7-16,6-3 0 0,0 3-1 0,0 0 0 15,3 0-9-15,0-3-2 0,3 0 0 0,0 3 0 16,-3-2-16-16,2-1 8 0,1 0-8 0,0 3 0 16,-3-3 8-16,-3 3-8 0,3 0 0 0,-3 0 0 15,-3 0-10-15,0 3-6 0,0-1 0 0,0 1-1 16,-6-1 17-16,0 4 0 0,0-4 0 0,-3 6 0 16,0-3 0-16,-3 6 0 0,-3-1 0 0,0 1 0 15,0-1-75-15,-3 4-11 0,-3-1-2 0,0 0-1 16,-3-3 6-16,1 1 2 0,-1-1 0 0</inkml:trace>
  <inkml:trace contextRef="#ctx0" brushRef="#br0" timeOffset="79741.323">18466 15635 1911 0,'0'-10'80'15,"0"4"-64"1,0-2 100-16,-3 3 20 0,0-3 4 0,0 3 1 16,0-3-58-16,-3 3-12 0,1 2-3 0,-4-2 0 15,-3 2-24-15,3 0-4 0,-6 3-2 0,3 0 0 16,-3 3-18-16,-3 2-3 0,3 1-1 0,0 2 0 15,-2 2 15-15,2 1 2 0,0-1 1 0,3 4 0 16,0-1-48-16,0 3-10 0,3-3-1 0,3 0-1 16,0 0-10-16,3 1-1 0,0-1-1 0,3 0 0 15,3-2 38-15,0-1 16 0,3 3 0 0,3-2-1 16,0 0-24-16,3-1-5 0,3-2-1 0,3 3 0 16,-3-1 3-16,5-2 0 0,-2 0 0 0,3 0 0 15,-3 0 0-15,0 0 0 0,0 0 0 0,-6 0 0 16,0 0-4-16,-4 0-1 0,-2 2 0 0,-3-2 0 0,-3 0-2 0,-3 3 0 15,0-1 0-15,-5 1 0 0,-4 2 19 0,0-2-12 0,-3 2 12 0,-3 3-10 16,-3-6 10-16,0 4-10 0,0 2 10 0,1-3-10 16,-1 0 2-16,3 0 0 0,0-2 0 15,0 2 0-15,3-5 8 0,0 0-12 0,4 0 12 16,-1-3-12-16,3-2-27 16,0-1-5-16,9-2-2 0,-6 0 0 0,6 0-139 0,-9-2-28 15</inkml:trace>
  <inkml:trace contextRef="#ctx0" brushRef="#br0" timeOffset="80036.437">18565 15990 1824 0,'-3'5'76'16,"0"3"-60"0,3-3 133-16,0 3 27 0,-3 0 6 0,3 0 1 15,0 0-91-15,0 0-17 0,0 3-4 0,0-1-1 0,0 1-23 0,0 2-5 0,0-2-1 0,0 2 0 16,0 0-17-16,0-2-4 0,-3 2-1 0,3 0 0 16,0-2-19-16,-3 2 8 0,3-3-8 0,0 1 0 15,-3 0 0-15,0 2 0 0,3-3 0 0,-3 4 0 31,0-4-45-31,-3 1-3 0,3 2-1 0,0-2 0 16,-3-1-120-16,3-2-24 0,0 3-5 0</inkml:trace>
  <inkml:trace contextRef="#ctx0" brushRef="#br0" timeOffset="80276.261">19106 16069 2508 0,'0'0'71'0,"0"0"16"16,-3-5-70-16,0 0-17 0,3 2 0 0,0 3 0 15,-3-5 0-15,3 5 0 0,-3-6 0 0,-3 4 0 16,6 2 0-16,0 0 0 0,-3-6 0 0,3 6 0 15,-6-2 0-15,6 2 0 0,0 0 0 0</inkml:trace>
  <inkml:trace contextRef="#ctx0" brushRef="#br0" timeOffset="80803.235">19466 15842 2269 0,'0'-8'64'0,"0"0"15"16,0 0-63-16,0 0-16 0,3 3 0 0,-3-3 0 16,-3 2 92-16,3 1 15 0,0 2 3 0,0 3 1 15,-3-5-75-15,1 0-16 0,-1 2-2 0,-3-2-1 16,0 5 38-16,0-3 7 0,0 3 2 0,0 0 0 16,-3 0-52-16,0 3-12 0,0 0 0 0,0 2 0 15,3 0 0-15,-3 3 0 0,3-3 0 0,-3 3 0 16,3 0 0-16,0 0 0 0,3 3 0 0,0-3 0 15,0 2 0-15,3 1 0 0,3-1 0 0,-3 4 0 16,6-4 0-16,-3 3 0 0,3-2 0 0,0 2 0 16,3 0-48-16,-3 1-13 0,3-4-3 0,0 4 0 15,0 1 51-15,0-1 13 0,0-1 0 0,0 3 0 16,0 0 0-16,-3-3 0 0,3 3 0 0,-4 0 0 0,-5-1 0 16,3-1 0-16,-3 2 0 0,-3-3 0 15,1-3-53-15,-4 4-9 0,0-4-2 0,-3 1 0 16,0-1 52-16,0 1 12 0,-3 2 0 0,0-2 0 0,0-1 0 0,0 1 0 15,0 2 0-15,-3-5 0 0,3 0-18 0,-2 0-1 0,2-3 0 16,0 1 0 0,3-1-123-16,0-2-25 0,0-1-5 0</inkml:trace>
  <inkml:trace contextRef="#ctx0" brushRef="#br0" timeOffset="81215.003">19583 16122 2017 0,'0'0'94'0,"0"0"-84"0,0 0-10 0,-3-5 0 0,3-1 0 16,0 1 81-16,3 0 15 0,2 0 2 0,1 2 1 15,0-2-40-15,0 2-8 0,3 0-2 0,0 1 0 16,0-1-26-16,0 3-6 0,0 0-1 0,0 0 0 15,0 0 20-15,-3 3 4 0,0-3 1 0,0 2 0 16,-3 4-84-16,3-1-17 0,-6 0-3 0,0 3-1 16,0 0 38-16,-3 3 7 0,-3-3 2 0,0 5 0 15,-3-3-35-15,0 4-6 0,0-4-2 16,-3 4 0-16,3-1 16 0,-3 0 4 0,3 0 0 0,0 0 0 16,0-2 20-16,3 2 5 0,4-2 1 0,-4-1 0 15,6-2 5-15,-3 0 1 0,3 0 0 0,3 0 0 0,0-3 8 16,0 1-10-16,2-4 10 0,4 1-10 0,0 0 21 0,-3-1 4 15,6-2 1-15,-3 0 0 0,3 0-29 0,0 0-6 16,0-2-1-16,0-1 0 0,0 0 20 0,0 1 0 0,2-1 0 16,-2-2 0-16,0 2 8 15,-3-2-8-15,0 0 0 0,3-1 0 0,-3 1-12 16,0 0-8-16,0-1-1 0</inkml:trace>
  <inkml:trace contextRef="#ctx0" brushRef="#br0" timeOffset="81425.905">19964 16188 2185 0,'0'0'92'16,"0"0"-74"-1,0 0 62-15,0 0 13 0,0 0 3 0,0 0 0 16,0 0-52-16,0 0-9 0,0 0-3 0,0 0 0 15,0-5-32-15,0 0 0 0,0-1 0 0,3 1 0 16,-3-3-75-16,3 0-21 0,-1 0-5 0</inkml:trace>
  <inkml:trace contextRef="#ctx0" brushRef="#br0" timeOffset="82094.708">20565 15812 1824 0,'0'-10'76'0,"0"2"-60"16,0-3 89-16,0 3 19 0,0-2 3 0,0 2 1 15,-3 0-36-15,0 0-6 0,0 3-2 0,0-3 0 16,-3 5-26-16,-3-2-6 0,0 2 0 0,-3 1-1 16,0 2-25-16,0 0-5 0,-2 2-1 0,-1 1 0 15,-3 5-8-15,3-3-3 0,-6 3 0 0,3 3 0 0,0-1-9 16,3-2 8-16,1 5-8 0,-1-2 8 15,3 0 13-15,3-1 3 0,0 1 0 0,0 2 0 16,6-2-71-16,0-1-13 0,0 1-4 0,6 2 0 0,0-2 52 0,0 2 12 16,3-3 0-16,3 4 0 0,0 1 0 0,3-1 0 15,0 2 0-15,2-1 0 16,1 1 0-16,3-2 0 0,-3 1 0 0,3 1 0 0,-3 0 0 16,-3-3 0-16,3 1 0 0,-6 1-9 0,0-1 9 0,-4-4 0 0,1 1 0 15,-3 2 8-15,-3-2-8 0,-3-3 9 0,0 2-9 0,-5 1 10 16,2-1-10-16,-3-2 10 0,-3 3-10 0,0-3 10 15,0 2-10-15,0-2 0 0,-3 3 9 0,0-3-9 16,0 0 0-16,0-3-18 0,4 3 3 16,-1 0 1-16,0-3 2 0,3-2 0 0,-3 2 0 0,3-2 0 15,3 0-24-15,0-1-5 16,6-2-1-16,0 0 0 0,0 0-38 0,0 0-7 0,0 0-1 0</inkml:trace>
  <inkml:trace contextRef="#ctx0" brushRef="#br0" timeOffset="82659.371">20684 16130 2066 0,'0'0'43'0,"-6"3"10"0,6-3-42 15,0 0-11-15,0 0 0 0,0 0 0 0,0 0 89 0,0 0 16 0,0 0 3 0,0 0 1 16,0 0-30-16,0 0-7 0,0 0 0 0,6 0-1 16,3 0-16-16,0-3-3 0,3 3-1 15,0 0 0 1,-1 0-23-16,1 0-4 0,0 0 0 0,3 0-1 16,0 0-12-16,0 0-3 0,-3 0 0 0,3 0 0 0,-6 0-8 0,3 3 0 0,-4-3 0 0,-2 5 0 15,3-2 9-15,-3-1-9 0,0 4 10 16,-3-1-10-16,0 0 12 0,0 0-4 0,-3 1-8 0,0-1 12 15,0 3-12-15,-3-3 11 0,0 1-11 0,-3 1 10 16,0-1-21-16,-3 2-4 0,0 0-1 0,1-3 0 16,-4 3-12-16,3-3-2 15,-3 3-1-15,3 0 0 0,0-3 3 16,0 1 1-16,0-1 0 0,3-2 0 0,3-1 6 0,3-2 1 0,0 0 0 0,0 0 0 16,0 0 0-16,0 0 0 0,6 3 0 0,0-1 0 15,3-2 8-15,3 0 1 0,0-2 1 0,0-1 0 16,3 1-14-16,-1-1-4 0,1 0 0 0,3 1 0 15,-3-1 40-15,0 3 7 0,0-3 1 0,-3 3 1 16,0 3-21-16,-3-3 8 0,0 5-8 0,-3-2 0 16,-1 2 13-16,-2 3-1 0,3-3-1 0,-6 6 0 15,3-3 9-15,-3 3 1 0,-3-1 1 0,3 1 0 16,-6 2-11-16,3 3-3 0,-2-3 0 0,-1 6 0 16,-3-4 24-16,-3 4 5 0,0-1 1 0,0 1 0 15,-3 0-23-15,-3-1-5 0,-3-2-1 0,0 2 0 16,1-2-9-16,-4-2 0 0,0-1 0 0,0 0-11 15,0-2-77-15,4-3-15 0,-4-1-3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3:00:21.6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21502 1900 1668 0,'-8'0'35'0,"8"0"7"0,0 0-34 0,-6 5-8 0,3 3 0 16,-3 0 0-16,0 3 26 0,0 2 3 0,0 3 1 0,-3 2 0 16,0 1 29-16,0 2 5 0,0 0 2 0,-3 0 0 15,0 3-46-15,0 5-8 0,0 0-3 0,1 0 0 16,2-5 44-16,-3 5 9 0,0 0 2 0,0-5 0 16,0 3-64-16,0-9-15 0,3 1-1 0,0-1-1 15,0-5 17-15,0 1 0 0,0-1 0 0,3-5 0 16,1-5 13-16,-1 2-3 0,0-3-1 0,0-2 0 15,0-2-9-15,3-3 10 0,0 2-10 0,0-5 10 16,3-5 34-16,3-3 6 0,0-5 2 0,0-6 0 16,6 1-38-16,3-9-14 0,-1 4 11 0,1-12-11 15,3 6 12-15,3 5-3 0,3-5-1 0,0-2 0 16,-3 2-8-16,2 0 0 0,-2-3 0 0,0-2 0 16,3 5 48-16,0 5 10 0,0-3 2 0,3 6 1 15,-7 11-37-15,4-3-8 0,-3 5-2 0,0 3 0 16,0 5-1-16,-3 2 0 0,0 4 0 0,-4-4 0 15,1 12-5-15,0-4 0 0,-3 6-8 0,0 5 12 16,0 3-12-16,-3 5 8 0,3 1-8 0,-3 7 0 16,0-5 8-16,0 10-8 0,-3-8 0 0,3 9 0 15,-3-6 28-15,-3 0 0 0,3 0 0 0,-3 3 0 16,0-3-62-16,-3 5-13 0,0-2-2 0,0 0-1 16,-3 2 2-16,0-5 1 0,0 1 0 0,0 1 0 15,-3-4-97-15,0-3-19 0,-3-3-4 0</inkml:trace>
  <inkml:trace contextRef="#ctx0" brushRef="#br0" timeOffset="211.261">21389 2130 2280 0,'-6'-3'48'0,"3"-2"9"15,3 5-45-15,-3-3-12 0,3 3 0 0,0-5 0 16,0 0 60-16,3 2 9 0,3-2 3 0,0 2 0 15,0 3-7-15,3-5-1 0,3 2 0 0,0-2 0 16,6 5-51-16,0-3-13 0,3 3 0 0,2 0 0 16,4 0-16-16,0 0-7 0,3 0-1 0,2 0 0 15,1 3-18-15,-3 2-4 0,3-5-1 16</inkml:trace>
  <inkml:trace contextRef="#ctx0" brushRef="#br0" timeOffset="443.324">22083 2183 1941 0,'-12'-3'40'0,"12"3"10"0,0 0-40 15,0 0-10-15,0 0 0 0,0 0 0 16,6-5 93-16,0 2 17 0,3-2 3 0,3 2 1 0,0-2-54 0,3 2-10 0,-1 3-2 16,4-7-1-16,0 4 14 0,0 0 3 0,3-5 1 0,0 0 0 15,2 3-53-15,4 2-12 0,3-2 0 0,-3 0 0 16,3 2 0-16,-4-2 0 0,4 5 0 0,-3-3 0 15,0 3 0-15,-3 0 0 16,-1-5 0-16,-2 2 0 16,-3 3-80-16,0-5-17 0,0 2-3 0</inkml:trace>
  <inkml:trace contextRef="#ctx0" brushRef="#br0" timeOffset="709.413">22270 1892 2200 0,'0'0'92'16,"0"0"-73"-1,3 0 56-15,3-5 11 0,0 5 2 0,0-3 1 16,0 6-17-16,3-3-3 0,-3 5-1 0,0-5 0 16,3 8-54-16,-3-3-14 0,0 3 0 0,3 0 0 15,-3 3 0-15,0-1 0 0,0 1 0 0,0 2 0 16,-3 0 0-16,3 3 0 0,0-3 0 0,-4 3 0 15,4 3 0-15,-3-1 0 0,0 3 0 0,0 3 0 16,0 0 0-16,0 2 0 0,0-2 0 0,0 5 0 16,-3-7 0-16,3 1 0 0,0-1 0 0,0-1 0 15,-3-3-71-15,3 1-17 0,0-3-3 0</inkml:trace>
  <inkml:trace contextRef="#ctx0" brushRef="#br0" timeOffset="1236.081">22964 1998 1792 0,'-6'5'51'0,"3"-5"10"0,3 0-49 0,-6 3-12 0,3 2 0 0,-3 0 0 16,3 3 54-16,0 0 8 0,3 0 2 0,0 5 0 15,-3-2-14-15,3 2-2 0,0 0-1 0,0 6 0 16,0-1-31-16,0-2-5 0,0 5-2 0,0-2 0 16,-3 2-9-16,3-2 0 0,0-1 9 0,-3 1-9 15,3-3 8-15,-3-3-8 0,0 3 10 0,0-6-10 16,0 3 10-16,0-5-10 0,0 0 10 0,0 0-10 16,0-2 13-16,3-6-3 0,0 0-1 0,0 0 0 15,0 0 21-15,-3-8 4 0,1 0 1 0,-1-6 0 16,3-1-13-16,0-7-2 0,0-1-1 0,3 1 0 15,-1-7-11-15,1 0-8 0,3-3 9 0,3 3-9 16,0-5 0-16,3 5-8 0,-3 0-1 0,3 0 0 16,3 2 19-16,-3 1 4 0,3 2 1 0,0-5 0 15,-1 5 1-15,1 3 1 0,0 5 0 0,3-5 0 16,-3 5 12-16,0 3 3 0,3 5 0 0,0 0 0 0,-4 3-32 16,1 2 0-16,0 3 0 0,0 0 0 0,-3 8 0 0,0 0 0 15,0 0 0-15,-3 5 0 0,0 3 57 0,0 0 6 0,-3 5 1 16,0 0 0-16,-1-5-52 15,1 5-12-15,-3-2 0 0,0 2 0 16,0 0 0-16,0 0 0 0,0-5 0 0,-3 5 0 0,0 0 0 16,-3-2 0-16,3 7 0 0,-3-5 0 15,0 3-48-15,-3-3-13 0,3-2-3 0,-3 2 0 16,1-2 0-16,-1-1 0 0,0 1 0 0,-3-9 0 16,3 3-109-16,-3 1-23 0,0-6-4 0</inkml:trace>
  <inkml:trace contextRef="#ctx0" brushRef="#br0" timeOffset="1458.273">22964 2077 2062 0,'-18'-8'43'0,"12"3"10"16,6 5-42-16,0 0-11 0,0 0 0 0,0 0 0 16,0 0 105-16,0 0 19 0,3-3 4 0,0-2 1 15,3 2-52-15,3 3-10 0,0 0-3 0,0 0 0 16,3-5-51-16,0 5-13 0,0-3 0 0,2 1 0 15,4 2 0-15,0-3 0 0,3 3 0 0,3-5 0 16,0 5 0-16,-1 0 0 0,1-3 0 0,0 3 0 16,0 0 0-16,0 0 0 0,0 0 0 0,-4 0 0 15,1-5-151-15,-3 2-33 0,0 3-6 0</inkml:trace>
  <inkml:trace contextRef="#ctx0" brushRef="#br0" timeOffset="1731.331">22946 1619 1824 0,'-21'-5'38'0,"15"2"8"0,6 3-37 0,0 0-9 0,0 0 0 0,0 0 0 15,0 0 104-15,0 0 20 0,0 0 3 0,3 0 1 16,6 0 0-16,0-5 0 0,0 5 0 0,6 0 0 15,-3-3-103-15,3 3-25 0,3-5 0 0,2 3 0 16,1-4 56-16,3 6 7 0,3-8 1 0,6 8 0 16,-4-5-47-16,4 5-9 0,0-3-8 0,3 3 12 15,-4 0-12-15,4-5-11 0,-3 2 3 0,6 3 0 16,-1-5-166-16,7 2-33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3:01:21.9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18267 10991 1824 0,'0'0'76'0,"0"0"-60"32,0 0 74-32,0 0 15 0,0 0 3 0,0 0 1 0,0 0-21 0,0 0-4 0,0 0 0 0,-9 0-1 15,3 0-23-15,0 0-4 0,6 0 0 0,-9 3-1 16,3 0-27-16,-3-1-4 0,3 1-2 0,-3 2 0 16,3 1-11-16,-3 2-3 0,1-3 0 0,-1 5 0 15,-3 4-23-15,-3 2-5 0,0 2 0 0,-6 3-1 31,0 6 36-31,0 2 7 0,-5 0 2 0,-1 3 0 0,0-1-39 16,3-4-7-16,-3 2-2 0,1 0 0 0,2-5 24 0,3 2 0 16,3-2 0-16,0 0 0 0,0 0 0 0,7-3 0 0,-4 0 0 0,3 0 0 15,3-5-65 1,-3 0-9-16,3 0-2 0,0-3 0 16,-3-2-80-16,6-3-16 0,-3 0-3 0</inkml:trace>
  <inkml:trace contextRef="#ctx0" brushRef="#br0" timeOffset="315.198">17791 11079 1989 0,'-3'-11'56'0,"-3"1"13"16,0 2-55-16,3 0-14 0,-3 0 0 0,0 3 0 16,3-1 63-16,0 1 9 0,3 5 3 0,0 0 0 15,0 0 5-15,0 0 2 0,0 0 0 0,0 0 0 16,0 0-46-16,0 0-8 0,0 0-3 0,6 0 0 15,-3 0-5-15,3 0 0 0,0 3-1 0,3-1 0 16,0 4-19-16,3 1 0 0,-1 1 8 0,4 3-8 16,3 2 24-16,3 6 2 0,-3-1 0 0,3 3 0 15,3 1 10-15,2 1 1 0,-2 4 1 0,3-3 0 0,-3-1-30 16,0-1-8-16,-4-1 0 0,1 0 0 0,-3 0 0 16,-3-5 0-16,-3 3 0 0,3-4 0 15,-3 1 0-15,0 0-16 0,-1-3 4 0,-2 3 0 0,0-5 12 0,0 2 16 16,3 0-4-16,-3-2-1 15,0-3-60-15,3 2-12 0,-3-2-3 0,3 0 0 16,0-5-142-16,3 0-29 0</inkml:trace>
  <inkml:trace contextRef="#ctx0" brushRef="#br0" timeOffset="2085.467">18600 11272 1824 0,'0'0'38'0,"0"0"8"0,0 0-37 0,0 0-9 0,0 0 0 0,0 0 0 15,0 0 53-15,0 0 9 0,0 0 2 0,0 0 0 16,0 0 0-16,0 0 0 0,0 0 0 0,0 0 0 16,0 0-52-16,0 0-12 0,0 0 0 0,3 5 0 15,-3-5 54-15,0 6 8 0,0-6 2 0,0 0 0 16,3 5-52-16,-3-5-12 0,0 0 0 0,0 0 0 16,0 0 54-16,0 0 8 0,0 0 2 0,0 0 0 15,0 0-4-15,0 0 0 0,0 0 0 0,0 0 0 16,0 0-40-16,0 0-8 0,0 0-1 0,3-3-1 15,0-2-10-15,-3 0 0 0,3-1 0 0,0-2 0 16,-3 3-24-16,3-3-8 0,0 0 0 0,-3 3-1 16,3 0-208-16,-3-1-42 0</inkml:trace>
  <inkml:trace contextRef="#ctx0" brushRef="#br0" timeOffset="2683.944">18981 10994 2343 0,'0'-3'48'0,"0"-2"13"0,0 0-49 0,0 5-12 0,3-5 0 0,-3-1 0 15,0 6 98-15,3-5 17 0,-3 5 3 0,0 0 1 16,0 0-71-16,0-3-15 0,0 3-2 0,0 0-1 15,0 0-7-15,0 0-2 0,0 0 0 0,0 0 0 16,6 0-10-16,-3 3-3 0,3 2 0 0,0 1 0 16,-3 2-8-16,0-1 8 0,3 4-8 0,-3 2 8 15,0 3-8-15,3 3 0 0,-3-3 0 0,3 5 0 16,3-3-53-16,0 1-7 0,0-1 0 0,0 1-1 16,5-6-3-16,1 0 0 0,3-2 0 15,-3-3 0-15,6-3-53 0,0-2-11 16,3-1-3-16,-1-2 0 0,1-2 68 0,-3-4 14 0,0-1 2 15,0-1 1-15,-3-3 64 0,-1 0 13 0,-5 1 2 0,0-3 1 16,0-1 46-16,-3-2 8 0,-3 3 3 0,0-3 0 16,0 3 20-16,-3-3 4 0,0 3 1 0,0 0 0 15,-3 0-42-15,-3 2-8 0,3-2-2 0,-3 2 0 16,3 1-14-16,-3 2-3 0,3 0-1 0,-3 0 0 16,0 2-10-16,0 1-1 0,0 3-1 0,3 2 0 0,0 0-9 15,0 0-1-15,0 0-1 0,0 0 0 0,-6 2-13 0,3 1-2 16,-3 2-8-16,3 3 12 0,0 5-12 15,-3 1 0-15,3-1 0 0,0 5 0 16,-3 3 0-16,3 6 0 0,0 2 0 0,-3 5 0 0,0-2 0 0,0 3 0 16,1-4 0-16,-4 4 0 0,0-6 0 0,0 3 0 0,3-6 0 15,-6 6-10-15,3 0-4 0,0-1-1 0,0 4 0 16,-3-1 0 0,0-2-9-16,0 0-3 0,3-3 0 0,-5 0 0 15,5-5-29-15,-3-3-7 0,0-3-1 0,0 1 0 16,0-3-102-16,3 0-21 0,-3-1-4 0,3-1-1 0,-3-4-51 15,0 1-10-15</inkml:trace>
  <inkml:trace contextRef="#ctx0" brushRef="#br0" timeOffset="3242.457">17734 10732 1337 0,'-9'0'28'0,"0"0"6"0,3 3-34 0,0-3 0 0,-3 0 0 0,3 2 0 16,0-2 109-16,1 3 15 0,-1-3 4 0,0 3 0 16,6-3 0-16,0 0 0 0,0 0 0 0,0 0 0 15,0 0-60-15,0 0-11 0,0 0-2 0,0 0-1 16,0 0-35-16,9 0-7 0,2 0-2 0,-2 0 0 16,3 0 50-16,0-3 11 0,6 0 1 0,-3 1 1 15,6-3-33-15,0-3-6 0,5 0-2 0,4 0 0 16,0 0-19-16,3 0-4 0,5 0-1 0,1 0 0 15,-3 0-8-15,-3 0 0 0,-1 0 0 0,1 3 8 16,0-3-8-16,-1 0 0 0,-2 3 0 0,3-3 8 16,0 0-8-16,-3 3 0 0,2 2 0 0,-2 0 0 15,0 1-32-15,-6-1-3 0,2 3 0 0,-2-3 0 16,-6 3-93-16,0 0-18 0,0 0-4 0</inkml:trace>
  <inkml:trace contextRef="#ctx0" brushRef="#br0" timeOffset="3761.213">19865 11169 1579 0,'0'0'74'16,"0"0"-66"-16,0 0-8 0,0 0 0 0,0 0 0 16,0 0 89-16,3-3 16 0,3 0 3 0,3 1 1 0,3-3-21 15,3 2-4-15,3-2 0 0,3 2-1 0,2-2-19 0,4 2-3 0,3-2-1 0,3 2 0 31,-3-2 7-31,-1-1 1 0,1-1 0 0,3-1 0 16,0 2-55-16,2-2-13 0,4 0 0 0,0 3 0 16,-1 0 0-16,-2 2 0 0,0-2-9 0,0 2 9 0,-7-2 0 0,-2 2 0 15,-6-2 0-15,0 2 0 16,0 1 0-16,-7-1 0 0,4 0 8 0,-6 1-8 0,-3-1 0 0,0 3 0 0,0-2 0 16,-6 2 0-1,-3 0-48-15,0 0-12 0,0 0-4 0</inkml:trace>
  <inkml:trace contextRef="#ctx0" brushRef="#br0" timeOffset="4078.8">20255 10904 1925 0,'-12'-8'40'0,"12"8"10"0,-3-2-40 0,3-4-10 0,0 6 0 0,-3-2 0 16,3 2 100-16,0-6 19 0,0 6 3 0,0 0 1 15,0 0-14-15,0 0-2 0,0 0-1 0,0 0 0 16,0 0-85-16,0 0-21 0,0 0 0 0,6 3 0 16,0 2 0-16,-3-2 0 0,0 5 0 0,0 0 0 15,3 2 56-15,-3 1 6 0,3 2 2 0,-3 6 0 16,0-1-64-16,0 3 0 0,0 3-9 0,0 3 0 16,0 2 9-16,0 3 0 0,0 5 8 0,0-3-8 15,3-2 0-15,-3-3 0 0,3 0 0 0,0 0 0 16,0-5 0-16,0-3 0 0,0 0 0 0,0 0 0 15,0-2 0-15,-1-1 0 0,1 1 0 0,0-3 0 16,3 0-31-16,-3-3-1 0,0 0 0 0,3 0 0 16,0-5-147-16,3 0-29 0</inkml:trace>
  <inkml:trace contextRef="#ctx0" brushRef="#br0" timeOffset="4606.643">21824 10722 1782 0,'0'0'37'0,"0"0"8"0,0 0-36 0,0 0-9 0,0 0 0 0,0 0 0 31,0 0 107-31,0 0 19 0,0 0 4 0,-6-3 1 16,0 3-31-16,0 3-7 0,0-1-1 0,0 1 0 0,-3 2-38 0,0 3-8 0,0 0-2 0,-3 0 0 16,-2 5-16-16,-1 3-4 15,-3 0-1-15,-6 2 0 0,3 1-37 0,-6 2-7 0,-2 3-2 0,-1 0 0 16,3-3 23-16,-3 3 0 0,4 0 0 0,-4-1 0 15,3 1 0-15,0 0 0 0,0-3 0 0,4 6 0 16,-4-6-9-16,3 0 9 0,0 0-12 16,0 0 12-16,1-2-42 0,2-3-2 15,0-3 0-15,0 0 0 0,3-2-82 16,3-3-17-16,-3-3-3 0</inkml:trace>
  <inkml:trace contextRef="#ctx0" brushRef="#br0" timeOffset="4965.419">21154 10775 2120 0,'0'-11'60'0,"0"3"13"16,0 0-58-16,3 0-15 0,0 3 0 0,0 0 0 16,0-1 70-16,0 1 11 0,0 2 3 0,0 1 0 15,-3 2-20-15,6 0-3 0,-3 0-1 0,3 0 0 16,0 2-23-16,0 4-5 0,0-1 0 0,3 3-1 15,0 5-10-15,0 3-1 0,-1 0-1 0,1 5 0 16,3 0-19-16,3 3 10 0,0 0-10 0,0 2 8 16,0-2-30-16,0 0-6 0,3 0-2 0,-1 2 0 0,-2 1 50 0,3 2 11 15,-3 0 1-15,6 0 1 0,-3-3-1 16,3 1-1-16,-1-1 0 0,1 1 0 16,0-6-47-16,0-3-10 0,-3-2-2 0,0 0 0 0,-3-3 28 0,-1-2 0 15,-2 0 0-15,3 2 0 0,-6-3 0 0,0-2 0 16,0 0 0-16,-3 0 0 15,0-2-16-15,0-1 0 0,0 0-1 0,-3-2 0 16,0 2-27-16,0-2-4 0,0-1-2 0,-3-2 0 16,6 3-23-16,-6-3-5 0,3 0-1 0,0 3 0 15,-3-3-108-15,3 0-21 0,0 0-5 0</inkml:trace>
  <inkml:trace contextRef="#ctx0" brushRef="#br0" timeOffset="12741.701">18175 12259 2486 0,'0'0'71'0,"0"0"14"0,-6 0-68 0,6 0-17 0,-3 3 0 0,-3-1 0 15,3 6 60-15,-3 3 8 0,0-1 1 0,3 6 1 16,-3 3-33-16,3 2-6 0,0 3-2 0,-3 5 0 16,3-3-11-16,3 1-2 0,-3 2-1 0,3 3 0 15,0 2-15-15,-3 0 0 0,3 6 0 0,0 2 0 16,3-2 0-16,-3 2 0 0,3-2 0 0,0 5 0 15,0-5-9-15,0-1 9 16,-3-1 0-16,3 4-9 0,0-5 1 0,-3 0 0 0,0 0 0 0,3 0 0 16,-3-8-13-16,0 0-3 0,3-2 0 0,-3-3 0 15,0-3-27-15,0-5-5 0,0-1-2 16,0-4 0-16,-3-3-135 0,3 0-27 16,-3 0-6-16</inkml:trace>
  <inkml:trace contextRef="#ctx0" brushRef="#br0" timeOffset="13305.134">17993 12185 1284 0,'0'0'54'0,"0"0"-43"16,0 0 94-16,0 0 19 0,0 0 4 0,0 0 1 15,0 0-27-15,0 0-6 0,0 0 0 0,0 0-1 16,0 0-18-16,0 0-3 0,0 0-1 0,0 0 0 16,0 0-25-16,0 0-6 0,-3 8-1 0,0-3 0 15,0 6-20-15,0-3-4 0,-3 2-1 0,0 3 0 16,0 1-8-16,0 1-8 0,0 4 12 0,-3 2-12 15,1 0 0-15,-1 1 0 0,3 1 0 16,-3-1 0-16,3-1-8 0,-3-5-9 0,3 2-2 16,0-2 0-16,0-3 10 0,0-2 9 0,3-1-13 0,-3-2 5 15,6 0-46-15,0-8-9 0,0 0-1 16,0 0-1-16,0 0-3 0,6-5 0 0,0 0 0 0,3-3 0 16,3-6 8-16,0-1 0 0,3-1 1 0,2-5 0 15,1-3 99-15,3 0 19 0,0-5 4 0,0 2 1 16,0 4 0-16,-1-4 0 0,1 3 0 0,-3 3 0 15,-3 3 8-15,0 2 1 0,-3 0 1 0,3 3 0 16,-6-1-16-16,3 4-3 0,-3 2-1 0,-1 0 0 16,-2 3 7-16,3 2 2 0,0 0 0 0,-3 1 0 15,3 4-26-15,0-2-5 0,0 6 0 0,3-1-1 0,0 0-17 16,-3 3-3-16,3 0-1 0,0 0 0 0,-1 3-10 0,4-1 8 16,0 1-8-16,0 2 8 0,0 0-8 0,3 3 0 15,-3 3 0-15,3-4 0 0,-4 7 0 0,1-4-17 0,0 3 2 16,0 1 1-1,0-1-99-15,0-3-20 0,3 3-4 16</inkml:trace>
  <inkml:trace contextRef="#ctx0" brushRef="#br0" timeOffset="13916.256">19294 13701 2176 0,'-30'5'45'0,"21"-2"11"0,-3 0-44 16,-3-1-12-16,3 1 0 0,-5 0 0 0,2 2 38 0,0 0 6 15,0-2 0-15,-3 5 1 0,0 0-45 0,3 0 0 0,-3-1-15 0,4 4 4 16,-1 2 24-16,3 3 5 0,-3-3 1 0,6 3 0 16,0 0-31-16,0 0-5 0,3 0-2 0,3 2 0 15,3-2 19-15,0 0 0 0,0 0 0 0,6 0 0 16,3-3 0-16,0 0 0 0,3 1 0 0,0-4 0 16,6 1 0-16,0-1 0 0,-1-2 0 0,7 0 0 15,-3-2 0-15,0-1 0 0,0 0 0 0,0 0 0 16,-4 1 26-16,-2-4 9 15,0 4 1-15,-6-1 1 0,-3 0-23 16,0 1-5-16,-6-1-1 0,0 3 0 0,-6 0 1 0,-3 0 0 0,0 0 0 0,-6 0 0 16,0 2-1-16,-5-2 0 0,-4 3 0 0,3-1 0 15,-3 1-8-15,3-3 0 0,0 0 0 0,1 2 8 16,2-2-8-16,0-3 0 0,3 3 0 0,0-2 0 16,3-4 19-16,3-2 1 0,-3 0 1 0,3-2 0 15,4-1-49-15,-1-2-11 0,3-1-1 16,0-1-1-16,0-1-182 0,3 0-36 0</inkml:trace>
  <inkml:trace contextRef="#ctx0" brushRef="#br0" timeOffset="14178.185">19472 13923 1824 0,'0'0'38'0,"0"0"8"0,0 0-37 0,0 0-9 0,0 0 0 0,0 8 0 15,0 0 156-15,0-3 28 0,-3 3 7 0,0 0 1 31,3 0-103-31,-3 3-20 0,1-1-4 0,-1 1-1 0,0 2 0 0,0 0 0 0,0 3 0 0,0-2 0 16,3 1 0-16,0 1 0 0,-3 0 0 0,3-3 0 16,0 3-51-16,0-2-13 0,3 1 0 0,-3-1 0 15,0 1 0-15,3 1 0 0,0-2 0 16,-3 4 0-16,3-2 0 0,-3 3 0 16,3-1 0-16,0 1 0 15,-3-1-48-15,2 1-13 0,1 2-3 0,-3 0 0 16,3-3 0-16,-3-2 0 0,3 0 0 0,-3-3 0 15,3 1-120-15,-3-4-24 0</inkml:trace>
  <inkml:trace contextRef="#ctx0" brushRef="#br0" timeOffset="14754.228">19919 13746 2191 0,'3'-8'62'0,"0"-3"14"0,0 1-61 0,0-1-15 0,0 1 0 0,-3 2 0 16,0-3 64-16,-3 3 9 0,0 0 3 0,0 3 0 16,-3 0-3-16,0-1 0 0,0 4 0 0,-3-1 0 15,0 0-58-15,-3 6-15 0,0 0 0 0,0-1 0 16,-2 4 0-16,2-1 0 15,0 3 0-15,-3 0 0 0,0 0 0 0,3 2 0 0,-3 1 0 16,0 0 0-16,0-1 0 0,3 1 0 0,1 2 0 0,5-2 0 16,0-1 0-16,3 1 0 0,3-3 0 0,3 5 0 15,3-3 0-15,3 1 0 0,2 0 0 0,1-1 0 16,3 1 0-16,0-1 0 0,3-2 0 0,3 3 0 16,-3-3 0-16,3 0-12 0,2 0 3 0,1 0 0 15,-3 0 9-15,0 2 12 0,0-2-2 0,0 3-1 16,-7-1-9-16,1-2 0 0,-3 5 0 0,-3-2 0 15,0 2 0-15,-6-2 0 0,0 2 0 0,-3 0 0 16,0 1 0-16,-6-1 0 0,3 0 0 0,-6 0 0 16,0 3 0-16,-3-3 0 0,0-2 0 0,-2 2 0 15,2 0 0-15,-6-2 0 0,3 0 0 0,0 2 0 16,3-3-64-16,0 1-16 0,0-3-2 0,3 0-1 16,-3-3-123-16,1-2-25 0</inkml:trace>
  <inkml:trace contextRef="#ctx0" brushRef="#br0" timeOffset="15221.972">20249 13952 2310 0,'0'0'48'0,"0"0"11"0,-3-5-47 0,0 0-12 0,3-1 0 0,-3 1 0 16,3 0 104-16,0 0 20 0,0-1 3 0,0 1 1 15,3 0-59-15,0-1-11 0,0 1-2 0,0 0-1 16,3 2-37-16,0-2-7 0,0 0-2 0,3-1 0 16,0 1 44-16,0 2 9 0,3-2 2 0,0 2 0 15,0 1-52-15,0-1-12 0,2 1 0 0,-2-1 0 16,3 3 0-16,0-3 0 0,-3 3 0 0,0 0 0 16,0 0 0-16,0 3 0 0,-3-3 0 0,0 5 0 15,-3-2 0-15,0 2 0 0,-4 0 0 0,1 3 0 16,-3 3 0-16,0-1 0 0,-5 4 0 0,2 2 0 15,-6 2-48 1,0 3-13-16,0 0-3 0,-6 3 0 0,3 0 0 0,-3-3 0 16,0 0 0-16,3 1 0 0,-3-4 52 0,3 1 12 0,1-6 0 0,2 3 0 15,0-3 0-15,3 0 0 0,3-2 0 0,-3-1 0 16,6 1 0-16,0-6 0 0,0 1 0 0,6-1 0 16,0-3 0-16,0-2 0 0,6 0 0 0,0 0 0 15,2-2 29-15,4-1 9 0,3 1 2 0,0-4 0 16,0 1-14-16,0 0-2 0,-1-1-1 0,1 4 0 15,0-4-3-15,-3 1 0 0,0 0 0 0,-3 2 0 16,3-2-31-16,-4 2-6 0,1-2-2 0,0 2 0 0,0-2 19 0,3 2 0 0,-3-2 0 16,3 0 0-16,-3 0 0 0,-1-1 0 0,1 1 0 15</inkml:trace>
  <inkml:trace contextRef="#ctx0" brushRef="#br0" timeOffset="24942.35">23315 10812 1972 0,'3'-16'83'16,"0"0"-67"-16,0 5 59 0,0 1 11 0,0 2 2 15,0 2 1-15,-3 1-20 0,0 5-4 0,0 0-1 0,0 0 0 16,6 8 0-16,0 3 0 0,-3-1 0 0,3 6 0 16,0 0-51-16,0 5-13 0,3 0 0 0,0 0 0 15,-3 1 0-15,3 1 0 0,-1-1 0 0,4 1 0 16,-3-1 0-16,3 1 0 0,0-1 0 0,0-1 0 15,3 3 0-15,-3-1 0 0,3 1 0 0</inkml:trace>
  <inkml:trace contextRef="#ctx0" brushRef="#br0" timeOffset="27942.292">23628 10759 1874 0,'0'0'53'0,"0"0"11"16,0 0-51-16,0 0-13 0,0 0 0 0,0 0 0 15,-6 2 82-15,3 1 14 0,-3 2 2 0,0 1 1 0,0-1-15 16,-3 0-4-16,3-2 0 0,-3 5 0 0,3-3-20 0,-3 3-4 0,0-3 0 16,0 6-1-1,0-3-44-15,1 2-11 0,-1-2 0 0,0 3 0 0,-3 2 53 0,0 3 9 0,0-3 2 16,0 6 0-16,0-3-52 0,-3 2-12 0,3 1 0 16,-3 2 0-16,4 0 0 0,-1 0 0 15,-3 0 0-15,3 3 0 16,0-3-48-16,0 0-13 0,0 3-3 0,3-3 0 15,0 1 40-15,0-7 8 0,3 4 2 0,-3-6 0 16,7 0-80-16,-4 1-16 0,3-6-3 0</inkml:trace>
  <inkml:trace contextRef="#ctx0" brushRef="#br0" timeOffset="29885.13">22232 10991 1706 0,'0'0'48'0,"0"0"11"0,0 0-47 0,0 0-12 0,3 0 0 0,3 0 0 16,0 0 93-16,3 0 17 0,-4 0 3 0,1 0 1 16,3 0-34-16,3 0-8 0,-3-2 0 15,3 2-1 1,3-3-33-16,0 3-6 0,0 0-2 0,3-2 0 15,2 2 27-15,1 0 6 0,3-3 1 0,-3 3 0 0,3-3-52 0,-3 1-12 16,2-1 0-16,-2 0 0 16,-3-2 0-16,0 2 0 0,0-2 0 0,0 2 0 0,-3-2 0 0,-1 2 0 0,-2-2 0 15,3 3 0-15,-6-1 0 0,0 0 0 0,0-2 0 0,0 5 0 16,-3-3 0-16,-6 3 0 16,0 0 0-16,0 0 0 0,0 0-202 0,0 0-43 15,0 0-9-15</inkml:trace>
  <inkml:trace contextRef="#ctx0" brushRef="#br0" timeOffset="30096.904">22357 11179 2030 0,'-9'11'57'0,"0"-3"14"16,0-3-57-16,3 0-14 0,3 1 0 0,-3-1 0 16,6-5 105-16,0 0 19 0,0 0 3 0,0 8 1 15,0-8-52-15,3 3-9 0,3-1-3 0,-3 1 0 16,3-3-33-16,3 0-7 0,0 0-2 0,3 0 0 15,0 0-2-15,0-3-1 0,2 1 0 0,4-1 0 16,-3 0-19-16,6 1 10 0,-3-4-10 0,0 1 8 16,3 0-8-16,-1 0 0 0,1-1 0 0,0-2 0 15,3 0-85-15,0 0-19 0,2-2-4 0</inkml:trace>
  <inkml:trace contextRef="#ctx0" brushRef="#br0" timeOffset="30609.607">23872 10931 1579 0,'0'0'32'0,"0"0"10"15,0 0-34-15,0 0-8 0,6 0 0 0,0 0 0 16,0 0 100-16,3 0 19 0,-3 0 3 0,3 0 1 0,-1 2-44 0,4-2-9 0,0 0-2 0,3 0 0 16,0 0-20-1,3 0-4-15,0 0 0 0,3 0-1 0,-4 0-3 0,4 0-1 16,3 0 0-16,-3 0 0 15,0-2-26-15,0-1-5 0,-1 3 0 0,1-3-8 0,-3 1 10 16,0-1-10-16,0 0 8 0,0-2-8 0,-3 2 0 16,2 1 0-16,-2-3 0 0,-3 2 0 15,0 0-52-15,-3-2-4 0,-3 2 0 0,0 1 0 16,0-1-130-16,-6 3-26 0,0 0-6 0</inkml:trace>
  <inkml:trace contextRef="#ctx0" brushRef="#br0" timeOffset="30872.448">24184 10748 1744 0,'-3'-5'73'16,"3"5"-58"-1,-3-3 105-15,3 3 22 0,0 0 4 0,0 0 1 16,0 0-47-16,0 0-8 0,0 0-3 0,0 0 0 16,0 0-36-16,0 0-7 0,0 0-2 0,0 0 0 15,-3 3-19-15,-2 5-4 0,2 2-1 0,-3 1 0 16,3 2-5-16,0 0-2 0,-3 3 0 0,0 3 0 15,3-3-13-15,-3 2 0 0,3 1 8 0,-3-1-8 16,3 1 0-16,0-1 0 0,-3 3 0 0,3-2 0 16,0 2 0-16,0-2 0 0,3 2 0 0,0 0 0 15,0 0-24-15,0-2-5 0,0 2-1 0,0-5 0 16,3 0-84-16,0-3-17 0,0-3-3 0</inkml:trace>
  <inkml:trace contextRef="#ctx0" brushRef="#br0" timeOffset="31378.521">24577 10706 2166 0,'-9'-16'45'0,"6"11"10"0,0 2-44 0,3-2-11 0,-3 2 0 0,3 3 0 15,0-5 88-15,0 5 16 0,0 0 4 0,0 0 0 16,0 0-52-16,0 0-11 0,0 0-1 0,0 0-1 15,0 0-24-15,0 0-5 0,3 5-1 0,0 3 0 16,0 0-13-16,0 0 8 0,3 5-8 0,-3-2 0 16,3-1 0-16,0 1 0 0,3 2 0 0,-3-2 0 15,6-1-48-15,0-2-13 0,0 0-3 0,0 0 0 16,3-3 0-16,-1-2 0 0,4 0 0 0,0-1 0 16,0-2 34-16,3 0 6 0,-3-5 2 0,3 2 0 15,-1-2 7-15,-2 0 2 0,0-1 0 0,0-2 0 16,-3 3 13-16,-3-3 0 0,0 0 0 0,-3 3 0 15,0-3 44-15,-1 0 4 0,-2 0 2 16,-3 0 0-16,0-2 26 0,0 2 4 16,-3-3 2-16,3 3 0 0,-3-2-10 0,0 2-1 0,0 0-1 0,0 0 0 15,0 2-13-15,-3 1-2 0,3 0-1 0,0 5 0 16,0 0-7-16,-3-3-2 0,3 3 0 0,0 0 0 16,0 0-13-16,-6 3-4 0,0 0 0 0,1 4 0 15,-4 4-9-15,3 0-3 0,0 5 0 0,-6 2 0 0,3 1-7 16,0 4-1-16,-3 1-8 0,0 3 12 15,0-4-12-15,-3 1 0 0,0-5 8 0,1 5-8 16,2-6 0-16,-3 3 0 0,0 0 0 0,0 1 0 16,3-1 0-16,0 3 0 0,0-1 0 0,0 4 0 15,3-3 0-15,0 0 0 0,1-3 0 0,2 0 0 16,0-3-52-16,0-2-9 0,3 0-3 0,-3-3 0 16,3-2-51-16,0-3-10 0,3 2-3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3:03:10.1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16505 1569 1333 0,'0'0'56'16,"0"0"-44"-1,0 0 93-15,0 0 19 0,0 0 4 0,0 0 1 16,0 0-52-16,0 0-10 0,6 0-3 0,-6 0 0 15,3 5-12-15,0-5-2 0,0 3-1 0,0 2 0 16,-3 1-4-16,3-4-1 0,0 4 0 0,-3-4 0 16,3 3-7-16,-3 3-1 0,0 0-1 0,2-2 0 0,-2 2 23 15,0 0 5-15,3-1 1 0,-3 1 0 0,0 0-64 16,0 0-21-16,0 0 0 0,0 5 0 16,0 1 33-16,0-6 8 0,0 2 0 0,0 3 1 0,0 1-21 15,0-1 0-15,0 3 0 0,0-6 0 0,0 4 0 0,0-1 0 0,0 3 0 16,0-3 0-16,0-3 32 0,0 4 1 0,0-1 1 15,0 3 0-15,0-3-16 16,0-5-3-16,0 8-1 0,0-8 0 0,0 5-2 16,0-2 0-16,0-1 0 0,0 1 0 0,0-3 4 0,0 0 0 15,0 2 0-15,0-2 0 0,0 3-4 0,0-3 0 0,0 2 0 0,0-2 0 16,0 3-4-16,0-1-8 0,0 1 11 0,0 2-11 16,-3-5 11-16,3 5-11 0,0-5 10 0,0 6-10 15,0-4 11-15,0 3-11 0,0 1 12 0,0 1-12 16,0 1 13-16,0-2-4 0,0 1-1 0,0-1 0 15,-2-4-8-15,2 3 12 0,0 1-12 0,0-4 12 16,0 4-4-16,0-7-8 0,0 7 12 0,0-6-4 16,-3 2 0-16,3 1-8 0,0-1 12 0,0 4-4 15,-3-9-8-15,3 3 0 0,0 0-10 0,0 2 10 16,0 1 0-16,0-3 0 0,0 0 0 0,0 0 0 16,-3-3 0-16,3 6 0 0,0-3 0 0,-3 5 0 15,3-5 0-15,0 5 0 0,0-5 0 0,0 5 0 16,-3-5 0-16,3 3 0 0,0-1 0 0,0 6 0 15,0-8 0-15,0 3 0 0,0-1 0 0,0 6 0 16,0-8 0-16,0 5 0 0,0-2 0 0,0-1 0 16,-3 1 17-16,3 2 10 0,0-5 1 0,0 5 1 15,0-5-29-15,0 0 8 0,0 0-8 0,0 5 0 16,-3-5 0-16,3 0 0 0,0 0 0 0,0-2 0 16,-3 2 0-16,3-1 0 0,0 1 0 0,-3-2 0 15,3-1 8-15,-3 0-8 0,3 3 0 0,-3-2 0 0,3 1 8 0,0-4-8 16,-3 0 0-16,3 5 9 0,0 0-9 0,-3-6 0 0,3 6 9 15,0-3-9-15,-3 1 24 0,3 2 1 0,0 0 0 16,-3-6 0-16,3 6-33 0,0-2-8 0,0 1 0 0,0 1-1 16,0 0 17-16,0-2-10 0,0 2 10 0,0 0-8 15,0-3 8-15,0 3 0 0,0 0 8 0,0-3-8 16,0 3 0-16,0 0 0 0,0 2 0 16,0-2 0-16,-3-2 0 0,3 2 0 15,0 0 0-15,0-1 0 0,0-1 11 0,0 2-3 0,0 0 0 0,0 0 0 16,0 0-8-16,0-3 0 0,0 3 0 0,0-3 0 15,0 3 9-15,0-5 0 0,0 5 0 0,0-3 0 16,0 3-9-16,0-3-12 0,0 3 2 0,0-5 1 16,0 5 9-16,0-3 12 0,0 0-2 0,0 3-1 15,0 0-9-15,0-5 0 0,0-3 0 0,0 5 0 16,0 0 0-16,0 3 0 0,0 0 0 0,0 0 0 16,0-5 0-16,0 2 0 0,0 0 0 0,0 3 0 15,0 0 0-15,0-8 0 0,0 3 0 0,0 5 0 16,0-3 0-16,0 3 10 0,0-3-10 0,0 3 10 15,-3 0-10-15,3-3 0 0,0 3 0 0,0 0 0 16,-3 0 0-16,3 3 0 0,0-1 8 0,-3-2-8 16,3 0 0-16,0 3 0 0,-3 0 0 0,3-4 0 15,0 4 0-15,-3 0 0 0,3-1-14 0,0 3 5 16,0-2 19-16,0 0 4 0,0-3 1 0,0 2 0 0,0 1-24 16,0-1-5-16,0-2-1 0,0 3 0 0,0-3 24 15,0 0 5-15,0 0 1 0,0-6 0 0,0 4-24 16,0-1-5-16,0 3-1 0,0 0 0 0,0-6 15 0,3 4 0 0,-3-1 0 15,0 0 0-15,0-5 0 0,0 6 0 16,0 1 0-16,0-1 0 0,0-1 0 0,0-5 16 16,0 5-3-16,0 1-1 0,0-6-12 0,0 5 0 0,0-5 0 15,0 8 0-15,0-8 0 0,0 0 0 16,0 0 0-16,0 8 0 0,0-8 0 0,0 0 0 0,0 2 0 0,0-2 0 31,0 0-28-31,0 6-3 0,0-6 0 0,0 0 0 0,0 0-121 0,0 5-25 16,0-5-5-16</inkml:trace>
  <inkml:trace contextRef="#ctx0" brushRef="#br0" timeOffset="6446.853">13376 1603 1811 0,'0'-13'37'0,"0"5"11"0,0 3-39 0,3 2-9 0,-3-5 0 0,0 0 0 16,0 3 107-16,0 0 19 0,0-3 4 0,0 5 1 15,0-2-54-15,-3 2-10 0,0-5-3 0,0 3 0 16,0 5 0-16,0-5 0 0,0 2 0 0,-3-2 0 16,1 5-33-16,-4-3-7 0,3 3-2 0,-6 3 0 15,0-3-10-15,-3 5-3 0,0-2 0 0,-3 2 0 16,0 0-9-16,0 3 0 0,1-5 9 0,-1 5-9 16,3 0 28-16,0-3 2 0,3 3 0 0,0 0 0 15,3 0-75-15,6 3-15 0,0-9-4 16,3 6 0-16,3 0 52 0,3 0 12 0,0 3 0 0,6-3 0 15,3 0 16-15,0 2 7 0,3 1 1 0,3-1 0 16,-4 4-39-16,1-1-7 0,3-5-2 0,-3 2 0 16,0 3 24-16,-3-5 0 0,-3 6 0 0,3-6 0 15,-4 0 20-15,-2-1 8 0,0 1 1 0,-3 0 1 16,0-2-48-16,0 2-10 0,-3 0-1 0,-3-3-1 16,0 3 75-16,-3 0 15 0,0-3 4 0,0 3 0 15,-3 0-52-15,-3-6-12 0,0 4 0 0,-3-4 0 16,4 4 0-16,-7-1 0 0,3-2 0 0,-3 2 0 0,-3-5-10 15,0 3-5-15,0 2-1 0,0-5 0 0,1 3 16 16,-1-3 0-16,0 5 0 0,-3-5 0 0,6 0 0 0,0 0-9 0,0 0-1 0,3 0 0 31,4 0-76-31,-1-5-15 0,0 2-3 0</inkml:trace>
  <inkml:trace contextRef="#ctx0" brushRef="#br0" timeOffset="6869.098">13632 1574 2370 0,'-9'-5'67'0,"3"2"15"16,0 3-66 0,-2-5-16-16,2 5 0 0,-3-3 0 0,3 3 59 0,0 3 8 0,-3-3 1 0,3 5 1 15,-3-5-34-15,0 8-7 0,3-5-2 0,-3 2 0 16,3 3-8-16,-3-2-2 0,3 1 0 0,0 1 0 15,0 0-7-15,0 0-1 0,3 6-8 0,0-7 12 16,0 7-12-16,3-6 0 0,0 2 8 0,3 3-8 16,3 1 0-16,0-4 0 0,3 3 0 0,0-5 0 15,3 6 0-15,0-6 0 0,3-3 0 0,3 3 0 16,-3 0-17-16,6-8 0 0,-4 2 0 0,1-2 0 16,0 0 17-16,0-2 0 0,0-4 0 0,-3 4 0 15,0-6 21-15,-1-3 8 0,1 1 2 0,-3 2 0 16,0-5 3-16,0-1 1 0,-3 4 0 0,0-3 0 0,-3-3-2 15,0 2 0-15,0 1 0 0,-3 3 0 0,0-4-10 0,-3 6-3 16,0-5 0-16,0 3 0 0,-3-4-9 0,-3 6-3 16,3 0 0-16,-6-5 0 0,3 5-8 0,-3 0 0 0,0 0 0 0,0 3 0 15,-3-3 8-15,0 3-8 0,0 2 0 16,1-2 8-16,-4 2-8 0,0 3 0 16,0-5 0-16,0 5 0 15,0 0-85-15,3 0-10 0,0 5-1 0</inkml:trace>
  <inkml:trace contextRef="#ctx0" brushRef="#br0" timeOffset="7163.047">14019 1503 2564 0,'0'0'72'0,"0"0"17"0,0 0-71 0,0 0-18 0,0 0 0 0,0 0 0 16,0 0 58-16,0 0 8 0,0 0 2 0,0 0 0 15,0 0-36-15,0 8-6 0,3 2-2 0,0-2 0 16,0 0-8-16,0 0-3 0,0 0 0 0,0 5 0 16,0-2-13-16,0 2 9 0,0-5-9 0,0 5 8 15,0 3-8-15,0 0 8 0,0 3-8 0,0-3 8 16,-3 5-8-16,3-5 0 0,-3 5 0 0,0 3 0 16,3-3 0-16,-3 3 0 0,0-3 0 0,3 0 0 15,-3-3 0-15,0 1 0 0,-3-3 0 0,3-3 0 16,-3 3 0-16,3-3 0 0,-3-5 0 0,0 3 0 15,3 2-25-15,-3-8-7 0,0 3-2 0,3 0 0 16,0-8-82-16,0 0-16 0,0 0-3 0</inkml:trace>
  <inkml:trace contextRef="#ctx0" brushRef="#br0" timeOffset="7483.017">14159 1474 2055 0,'3'-8'87'0,"0"-3"-70"16,0 3 91-16,0-2 19 0,3-1 3 0,-3 3 1 16,3 3-54-16,0-3-10 0,3 3-3 0,0 2 0 15,0-2 7-15,3 2 1 0,0 3 0 0,-1 0 0 16,1 0-38-16,3 8-7 0,0-5-2 0,-3 2 0 16,3 3-12-16,0 0-2 0,0 5-1 0,-3 0 0 15,-1-5-10-15,1 3 0 0,-3 2 9 0,-3 0-9 16,0-5 0-16,0 3 9 0,-6-1-9 0,0 1 0 15,-3 2 12-15,0-5-4 0,-6 5 0 0,0-5-8 16,-3 0 13-16,-2 0-4 0,-4-2-1 0,-3 1 0 16,3 1-8-16,-6 0 0 0,3-2 0 0,-2 2 0 15,2 0 12-15,0-6 0 0,0 3 0 0,0-2 0 16,3 2-12-16,-3-5 0 0,1 0 0 0,-1 0 0 16,3 0-100-16,3-5-15 0,0 5-3 0</inkml:trace>
  <inkml:trace contextRef="#ctx0" brushRef="#br0" timeOffset="33736.96">11986 2109 2131 0,'-15'-11'44'0,"9"6"11"0,0 2-44 0,0-2-11 0,1 2 0 0,-1 3 0 15,-3 0 79-15,3 0 13 0,-3 0 4 0,0 3 0 16,0 2-49-16,-3 3-10 0,3 3-1 0,-6 2-1 16,3 3 7-16,-3 2 2 0,1 6 0 0,-1 0 0 15,0 3-36-15,-3-4-8 0,3-1 0 0,-3 1 0 16,0 1 0 0,-3 3 0-16,1-6 0 0,-1-3 0 15,-3 4-49-15,3-7-12 0,0 4-3 0</inkml:trace>
  <inkml:trace contextRef="#ctx0" brushRef="#br0" timeOffset="34173.452">11507 2167 1824 0,'-3'-11'76'0,"0"-2"-60"16,0 0 140-16,3 5 29 0,-3 0 6 0,3 3 1 15,0 5-103-15,0 0-20 0,0 0-4 0,0 0-1 16,0 0-51-16,3 10-13 0,3-2 0 0,-3 0 0 15,6 3 54-15,-3 7 8 0,3-2 2 0,3-2 0 16,-3 4-52-16,3 1-12 0,-1-4 0 0,1 1 0 16,3 5 0-16,0-7 0 0,3 2 0 0,-3-1 0 15,0 1 0-15,3 0-13 0,-3 3 2 0,2-9 1 16,1 4-50-16,3-1-9 0,-3-5-3 0,3 0 0 16,0 0-101-16,-1-3-21 0,-2 3-4 0,3-8-1 15,-6 2 118-15,3 4 23 0,-3-6 5 0,-3 0 1 0,0-6 52 0,-4 6 10 16,1-2 2-16,-3 2 1 0,-3-5 92 0,0 2 19 0,-3-5 3 15,0 3 1-15,0-1 3 0,0 4 1 0,-3-6 0 16,3 3 0-16,0-3-58 0,0 5-11 0,0-2-3 0,0 5 0 16,0 0-8-16,0 0-1 0,0 0-1 15,0 0 0-15,0 0-25 0,0 0-5 0,0 0 0 0,0 0-1 16,0 0-19-16,0 0 8 16,3 5-8-16,0 3 0 15,0 0 0-15,0 0 0 0,0 0 0 0,-3 5 0 0,3 3 0 0,0-3 0 16,-3 3-12-16,3 0 3 0,-3 5 9 0,0 0 0 0,3-5 10 15,-3 5-10 1,0-5-24-16,0 0-12 0,0 0-1 0,-3 2-1 0,3-10-113 16,0 3-22-16,0-6-5 0</inkml:trace>
  <inkml:trace contextRef="#ctx0" brushRef="#br0" timeOffset="34346.069">12102 2262 2605 0,'-6'-8'74'0,"3"-5"16"16,-3 5-72-16,3 0-18 0,3 0 0 0,-3 3 0 16,1 2 63-16,2 3 9 0,0 0 1 0,0 0 1 15,0 0-37-15,0 0-7 0,0 0-2 0,0 0 0 16,0 0-28-16,0 0 0 0,0 0 0 0</inkml:trace>
  <inkml:trace contextRef="#ctx0" brushRef="#br0" timeOffset="34909.754">12367 2411 2258 0,'0'0'64'0,"0"0"14"0,0 0-62 15,0 0-16-15,0 0 0 0,6-3 0 0,0 3 64 0,0-5 9 0,0 5 3 0,3-3 0 16,0 3-27-16,0-5-5 0,3 5 0 0,0-6-1 16,0 6-22-16,-1 0-4 0,4-2-1 0,0 2 0 15,-3 0-16-15,0 0 0 0,3 0 8 0,0-6-8 16,-3 6 0-16,0 0 0 0,0 0-11 0,-4 0 11 31,1 0-83-31,0 6-9 0,-3-6-3 0</inkml:trace>
  <inkml:trace contextRef="#ctx0" brushRef="#br0" timeOffset="35110.669">12379 2569 1579 0,'-21'8'32'0,"15"-5"10"16,0-3-34-16,6 0-8 0,0 0 0 0,0 0 0 15,0 0 88-15,0 0 16 0,0 0 4 0,0 0 0 16,6 0-20-16,0 0-3 0,3-3-1 0,0 3 0 16,0 0-12-16,3-8-4 0,3 6 0 0,-3-1 0 15,3 3-29-15,0-8-7 0,-1 3 0 0,4 2-1 16,-3-5-21-16,0-2-10 0,3-1 10 0,0 3-10 16,3-3-128-16,-1 1-32 0,4 2-7 0</inkml:trace>
  <inkml:trace contextRef="#ctx0" brushRef="#br0" timeOffset="35466.956">12971 2260 1774 0,'-5'-6'75'0,"-1"1"-60"31,0 2 118-31,0-2 24 0,0 3 5 0,0 2 1 0,0-6-64 16,0 6-13-16,0 0-2 0,-3 0-1 0,3 6-39 0,-3-6-8 0,0 7-2 0,0-4 0 15,0 8-18-15,-3-3-4 0,3 0-1 0,4 5 0 16,-4-3-11-16,3 4 0 0,3 1 0 0,0-1 0 15,0 2 0-15,6-3 0 0,0 3 0 0,3-3 0 16,3-2 0-16,-1 2 0 0,1 0 0 0,6-2 0 16,-3-4-23-16,3 1 3 0,0 3 1 0,0-8 0 15,0 2 19-15,0-2 0 0,2 2 0 0,-2-5 0 16,0-5 0-16,0 5 0 16,0-3 0-16,-3-2 0 0,0 2 48 0,0-5 12 0,-3 3 4 15,-3-3 0-15,0 3-52 0,-3-3-12 0,0-3 0 0,-1 6 0 16,-2-8 54-16,0 2 8 0,-2 0 2 0,-1 1 0 15,0-3-52-15,-3-1-12 0,0 4 0 0,-3-9 0 16,3 9 0-16,-3-6 0 0,0 2 0 0,-3 1 0 16,3 3 8-16,-3-4 0 0,0-1-8 0,3 7 12 15,-3-3-12-15,3 3-8 0,-2 5 8 0,2-2-13 16,3 3-177-16,0 2-35 0,6 0-7 0</inkml:trace>
  <inkml:trace contextRef="#ctx0" brushRef="#br0" timeOffset="35705.095">13472 2432 2553 0,'0'0'53'0,"0"0"12"0,0 0-52 0,0 0-13 0,0 0 0 0,0 0 0 16,0 0 105-16,0 0 19 0,0 0 3 15,0 0 1-15,-6 0-52 0,3 5-9 0,3-5-3 0,-9 0 0 16,3 3-64-16,0 2-14 0,-3 3-2 0,3-6-1 15,-3 6 17-15,-3 3 0 0,3 0 0 0,-3 2 0 16,0-5 0-16,0 8 0 0,-2-3 0 0,-1 3 0 31,-3-3-33-31,0 3 0 0,-3 0 0 0,0 2 0 16,0-7-186-16,1 5-37 0</inkml:trace>
  <inkml:trace contextRef="#ctx0" brushRef="#br0" timeOffset="36243.315">14412 2262 2030 0,'3'-8'57'0,"-3"3"14"0,0-3-57 0,3 0-14 0,-3 6 0 0,0-6 0 16,0 2 121-16,0 1 22 0,0 5 4 0,0 0 1 15,-3-3-72-15,3 3-15 0,0 0-2 0,-6-5-1 16,6 5-26-16,-6 5-4 0,0-5-2 0,-3 3 0 15,3 2-14-15,-3 3-2 0,-2 6-1 0,-1-4 0 16,0 3-9-16,-3 1 0 0,-3 1 0 0,0 7 8 16,0-9 4-16,0 5 1 0,-2 1 0 0,-1-1 0 15,0 1-13-15,0-1 0 0,0 1 0 0,-3-1 0 16,4 1-33-16,-7-3-10 0,3-3-1 0,-3 3-1 16,3-3-112-16,1 3-23 0,-1-5-4 0</inkml:trace>
  <inkml:trace contextRef="#ctx0" brushRef="#br0" timeOffset="36490.982">13939 2429 2066 0,'-3'-11'43'0,"3"1"10"0,0-3-42 16,0 5-11-16,3-6 0 0,0 1 0 0,0 5 104 0,0 0 20 0,0 0 3 0,3 6 1 16,0-6-52-16,-3 3-9 0,3 5-3 0,0-6 0 15,0 4-51-15,-1 2-13 0,4 0 0 0,-3 0 0 16,3 2 54-16,-3 4 8 0,6-6 2 0,-3 5 0 15,0 3-52-15,0-6-12 0,3 6 0 0,-3 0 0 16,3 3 0-16,-3-1 9 0,0 4-9 0,-1-6 8 16,1 5-8-16,3-3 0 0,-3 1 0 0,0 5 8 15,0-6-8-15,0 4 0 0,3-1 0 0,-3 3 0 16,3-3 0-16,0-2 0 0,0 2-12 0,0 0 12 16,-1-2-161-16,1-1-25 15,-3 1-5-15</inkml:trace>
  <inkml:trace contextRef="#ctx0" brushRef="#br0" timeOffset="36733.942">14472 2493 1824 0,'0'-19'38'0,"-3"14"8"15,3-1-37-15,0 4-9 0,-3-6 0 0,3 3 0 16,-3 2 146-16,3 3 27 0,0-5 6 0,0 5 1 16,0 0-71-16,0 0-13 0,0 0-4 0,0 0 0 15,0 0-39-15,0 0-8 0,0 0-1 0,0 0-1 16,-6 5-24-16,3 3-5 0,0 0-1 0,0 0 0 15,0 5-13-15,0-2 8 0,3 2-8 0,0 0 0 16,-3 0 0-16,3 6 8 0,0-3-8 0,-3 5 0 16,3-5 0-16,0 2 0 0,-3 1 0 0,3 2 0 15,0-5-24-15,-3-3-2 0,3 3 0 0,-3-3 0 16,3 0-32-16,-3-2-6 0,0-1-2 0,3 1 0 16,-3-6-159-16,3 3-32 0</inkml:trace>
  <inkml:trace contextRef="#ctx0" brushRef="#br0" timeOffset="37143.911">13891 2156 1607 0,'0'0'68'0,"0"0"-55"15,6 0 87-15,3 0 16 0,-3-5 4 0,6 3 1 16,0-1 6-16,0 0 1 0,3-5 0 0,3 3 0 15,-1 2-35-15,1-5-6 0,3 3-2 0,3-3 0 16,-3 0-33-16,0 0-8 0,2 0 0 0,4-2-1 16,0 2-35-16,3 0-8 0,3 0 0 0,-1 0 0 0,-2 3 8 0,3 2-8 15,0-2 12-15,-1 2-4 0,-5 3-8 0,0 0-9 16,-3-5 9-16,-1 5-13 0,-5-3 13 16,0 3 0-16,-3 0 0 0,0 0 0 15,-3 0-54-15,-3 0-8 0,0 0-2 0,-3 0 0 16,3 0 0-16,-6 3 0 0,3 2 0 0,-4-2 0 15,-2-3-117-15,0 0-24 0</inkml:trace>
  <inkml:trace contextRef="#ctx0" brushRef="#br0" timeOffset="37870.202">14528 2315 2026 0,'0'-2'57'0,"0"-4"14"16,0 6-57-16,0-2-14 0,-3-6 0 0,3 2 0 16,0 6 94-16,0-5 16 0,0 5 3 0,0 0 1 15,0 0-42-15,0 0-9 0,0 0-2 0,0 0 0 16,0 0-27-16,0 0-6 0,0 0 0 0,0 0-1 15,0 0-16-15,0 0-3 0,0 0-8 0,0 0 12 16,0 0 0-16,-3 5-1 0,3-5 0 0,-3 8 0 0,3-8 5 16,0 6 2-16,0-6 0 0,-3 8 0 0,3-8 1 15,0 0 0-15,0 0 0 0,0 0 0 0,0 0-10 0,0 0-1 16,0 0-8-16,0 0 12 16,0 0-12-16,0 0-12 0,0 0 3 0,0 0 0 15,0 0-162-15,3-6-32 0</inkml:trace>
  <inkml:trace contextRef="#ctx0" brushRef="#br0" timeOffset="38611.362">12058 3104 2225 0,'-6'-16'46'0,"3"11"12"15,0 2-46-15,3-5-12 0,-3 0 0 0,0 3 0 16,0-1 106-16,0 4 19 0,0-3 4 0,-3 2 1 15,0 3-61-15,-3 0-12 0,3 0-2 0,-3 0-1 16,-3 3-27-16,0 2-6 0,0 3-1 0,-2-3 0 16,-4 11-20-16,0-8 0 0,0 8 0 0,-3-3 8 15,3 3-8-15,-3 0-8 0,4 0 8 0,-7 2-12 16,6-7-28-16,-3 7-7 0,0-7-1 0,0-1 0 16,1 1-114-16,2-3-23 0,-3-3-5 0</inkml:trace>
  <inkml:trace contextRef="#ctx0" brushRef="#br0" timeOffset="39096.833">11662 3104 1824 0,'6'-24'38'0,"-3"11"8"0,-3 5-37 0,3 0-9 0,0 0 0 0,-3 0 0 15,3-3 104-15,0 9 20 0,0-6 3 0,-3 8 1 16,0 0-12-16,0 0-1 0,0 0-1 0,0 0 0 16,3 2-54-16,3 4-10 0,-1-4-2 0,-2 4-1 15,3 2-13-15,0 5-2 0,0-5-1 0,0 5 0 16,3-2-10-16,-3-1-1 0,3 6-1 0,3-5 0 15,-3 2-11-15,3 0-8 0,0 3 12 0,0-3-12 16,3 3-13-16,-4-5-10 0,4 2-1 0,0 0-1 16,0 0 43-16,0 3 9 0,0-5 1 0,0 2 1 15,0 0-46-15,-3 0-10 0,-1 3-1 0,1-8-1 16,0 3 29-16,0-1 0 0,0-2 0 0,0 0 0 16,-3-5 0-16,3 0 0 0,0-1-8 0,-3-2 8 15,3-2-53-15,-1-4-8 0,1 1-2 0,0-3 0 16,0 0-81-16,-3-2-17 0,3 4-3 0,-3-7-1 15,-3 2 89-15,3 1 19 0,-3-1 3 0,0 1 1 16,-3-1 63-16,0 3 13 0,0 0 2 0,0-2 1 16,-3 2 59-16,0 5 12 0,0-5 3 0,-3 0 0 15,3 3-7-15,-3 0-1 0,3-1 0 0,0 6 0 16,-3-2-24-16,3 2-4 0,0 0-2 0,0 0 0 16,0 0-22-16,0 0-4 0,0 0 0 0,0 0-1 15,0 0-18-15,0 0-3 0,0 0-1 0,0 0 0 16,0 5 4-16,-3 3 1 0,3 0 0 0,0 0 0 15,0 2-18-15,-3-2 0 0,3 3-13 0,0 2 5 0,0-2 8 0,0 2 0 16,0 0 8-16,0 0-8 0,0 3 0 0,0-2-20 0,0 1 4 16,0-4 1-1,0 2-25-15,0 0-4 0,0-2-2 0,3 2 0 16,-3-5-130-16,0 0-27 0,3-3-5 0</inkml:trace>
  <inkml:trace contextRef="#ctx0" brushRef="#br0" timeOffset="39521.761">12201 2990 1824 0,'0'0'76'0,"0"0"-60"16,-3-3 140-16,3 3 29 0,0-8 6 0,-3 6 1 16,3 2-103-16,3-6-20 0,-3 4-4 0,0 2-1 15,3-5-51-15,0-1-13 0,0 4 0 0,-1-1 0 16,-2 3-108-1,6-3-25-15,0 3-5 0</inkml:trace>
  <inkml:trace contextRef="#ctx0" brushRef="#br0" timeOffset="39787.816">12421 3178 1706 0,'6'-3'72'16,"0"3"-58"-1,3 0 108-15,0-8 22 0,0 6 4 0,-1-1 0 16,1 3-59-16,0 0-12 0,3 0-2 0,-3-5-1 16,0 5-8-16,3-3-2 0,0 3 0 0,0-5 0 15,0 5 0-15,0 0 0 0,2-3 0 0,-2 3 0 0,3 0-51 16,-3-5-13-16,3 5 0 0,0-3 0 15,-3 3-48-15,3-2-13 0,-3 2-3 0,0 0 0 16,-4 0-49-16,1 0-11 0,0 0-1 0</inkml:trace>
  <inkml:trace contextRef="#ctx0" brushRef="#br0" timeOffset="39971.217">12552 3294 2131 0,'0'0'60'0,"0"0"14"0,0 0-59 0,0 0-15 0,0 0 0 0,0 0 0 16,0 0 84-16,3 0 13 0,3 0 3 0,3 0 1 16,0-5-81-16,0 2-20 0,2 3 0 0,1-8 0 15,3 6 0-15,0-4 0 0,3 1 0 0,0-3 0 16,0 0-149-16,3 0-35 0</inkml:trace>
  <inkml:trace contextRef="#ctx0" brushRef="#br0" timeOffset="40200.351">13022 3022 2314 0,'0'0'65'0,"0"0"15"15,0 0-64-15,0 0-16 0,-6 0 0 0,6 0 0 16,0 0 96-16,0 0 16 0,0 0 4 0,0 0 0 16,-3 2-93-16,3 9-23 0,-3-3 0 0,3 0 0 0,-3 0 56 0,3 5 6 0,0-2 2 0,0 2 0 15,0 0-52-15,0 3-12 0,0-5 0 0,0 7 0 16,-3-7 0-16,3 7 0 0,0-7 0 15,-3 7 0-15,3-2 0 0,0-3 0 0,0 3 0 0,0-3 0 16,0 3 0-16,3 0 0 0,-3 0 0 16,3 0 0-1,0-3-180-15,0 0-40 0</inkml:trace>
  <inkml:trace contextRef="#ctx0" brushRef="#br0" timeOffset="40373.498">13311 3270 2508 0,'0'0'71'0,"-3"0"16"0,3 0-70 0,0 0-17 0,0 0 0 0,0 0 0 15,0 0 102-15,-6 0 17 0,6 0 3 0,-6 6 1 16,0-1-75-16,6-5-16 0,-6 5-2 0,3 3-1 16,-3 0-29-16,0 3 8 0,0 2-8 0,-3 0 0 15,3 3-64-15,-3 0-16 0,0 3-4 0</inkml:trace>
  <inkml:trace contextRef="#ctx0" brushRef="#br0" timeOffset="40945.226">14195 3064 1580 0,'0'0'67'15,"0"0"-54"1,0 0 127-16,0 0 24 0,0 0 6 0,0 0 1 16,-3 3-69-16,-3 2-14 0,3-2-2 0,-3 2-1 15,3 3-17-15,-3-5-3 0,0 4-1 0,-3 4 0 16,3-3-32-16,-3 0-8 0,-3 3 0 0,-2 2-1 0,2 0-7 0,-6 3-2 0,0-3 0 0,0 0 0 15,-3 3-14-15,0 0 8 0,1-3-8 16,-4 3 0-16,3 0 25 16,0-3-1-16,0 0 0 0,0 3 0 15,4-5-128-15,-1 0-27 0,0 4-5 0</inkml:trace>
  <inkml:trace contextRef="#ctx0" brushRef="#br0" timeOffset="41216.767">13835 3183 1824 0,'3'-21'38'0,"0"13"8"0,-3 3-37 0,3-3-9 0,0 0 0 0,-3 3 0 16,3 2 141-16,0-5 27 0,0 3 4 0,0 2 2 15,-3 3-74-15,3-5-14 0,2 5-3 0,-2-3-1 16,3 6-14-16,0-3-4 0,0 5 0 0,0-5 0 16,3 3-51-16,-3 2-13 0,3 3 0 0,3-3 0 15,0 1 0-15,-3 4 0 0,3-2 0 0,0 0 0 16,0 5 25-16,2-5 3 0,-2 3 0 0,3-1 0 15,-3 6-28-15,0-5 0 0,3 2 0 0,-3 3 0 16,-3 0-17-16,3 2-9 0,-3-5-2 0,-1 6 0 16,1-3 42-16,3 2 8 0,-6-4 2 0,3 2 0 15,-3-1-39-15,3-4-7 0,-3 2-2 0,3 0 0 16,-3-7-164-16,3 4-32 0,0-4-8 0</inkml:trace>
  <inkml:trace contextRef="#ctx0" brushRef="#br0" timeOffset="41517.354">14409 3286 1782 0,'0'0'75'0,"0"0"-60"16,0 0 116 0,0-8 23-16,0 8 5 0,0 0 1 0,0 0-57 0,0 0-11 0,0 0-3 0,0 0 0 15,0 0-41-15,0 0-9 0,0 0-2 0,0 0 0 16,0 0-15-16,0 0-3 0,0 0-1 0,0 8 0 15,0 0 7-15,3 0 2 0,-3-3 0 0,0 3 0 16,3 3-27-16,-3 0 0 0,0-1 0 0,3 3 0 16,-3-2 0-16,0 0 0 0,0 4 0 0,0-4 0 15,3 2-8-15,-3 1-8 16,0-4 0-16,0 3-1 0,0 1 7 0,0-7 2 0,0 7 0 0,0-6 0 16,3 0-25-16,-3-3-5 0,0 0-1 15,0-5 0-15,0 0-122 0,3 5-25 16,-3-5-5-16,0 0-1 0,3 6-77 0</inkml:trace>
  <inkml:trace contextRef="#ctx0" brushRef="#br0" timeOffset="41694.02">14522 3088 2305 0,'-6'-8'48'0,"6"8"12"0,0 0-48 0,-6-5-12 0,6 5 0 0,-3-3 0 16,3 3 54-16,-3-8 9 0,3 8 1 0,0-3 1 31,0 3-103-31,-3-2-21 0,3 2-4 0</inkml:trace>
  <inkml:trace contextRef="#ctx0" brushRef="#br0" timeOffset="72398.386">12924 1434 1507 0,'0'0'31'0,"0"0"9"16,-3-5-32-16,3 2-8 0,0-2 0 0,0 5 0 15,0-3 96-15,0 3 17 0,0-5 4 0,0 5 1 16,0 0-30-16,0 0-5 0,0 0-2 0,0 0 0 15,0 0-4-15,0 0-1 0,0 0 0 0,0 0 0 16,0 0-59-16,0 0-17 0,0 0 0 0,0 0 8 16,0 5 0-16,0 3-8 0,0 0 12 0,0 0-4 15,0 0-8-15,0 5 0 0,0-2 0 0,-3 7 0 16,3-7 0-16,0 7-11 0,0-2 1 0,-3 5 0 16,3-5 10-16,0 0 0 0,-3-3 0 0,3 3 0 0,0 0 0 15,-3 0 14-15,3 3-3 0,0-3-1 0,0 5-10 0,0-5 0 16,0-1 0-16,0 1 8 0,0 3-8 0,0-3-17 15,3 0 4-15,-3-1 1 0,3-1 12 0,0 2 0 16,3-3 0-16,-3 0 0 0,3-2 0 0,-3 2 16 0,3 0-3 0,0-5-1 16,3 3-12-16,-3-1-16 0,2-2 3 15,1 0 1-15,0 0 12 0,3-5 0 16,0 7 0-16,0-7 0 0,3 2 0 0,0-2 0 0,0 2 0 0,3-2 0 16,-4 2 0-16,4-2 13 0,0-1-2 0,0 1-1 15,-3 2-10-15,6-5-14 0,-3 3 3 0,-3 2 1 16,2-2 10-16,1-3 14 0,-3 5-3 0,3-5-1 15,0 0-10-15,0 0-14 0,-3 0 3 0,2 3 1 16,1-3 10-16,3 0 0 0,0 0 0 0,0 0 0 16,0 5 0-16,-1-5 14 0,4 0-3 0,0 0-1 15,0 3-10-15,-3-1 0 0,3 1 0 0,-1 2 8 16,1-5-8-16,-3 3 0 0,0-3 0 0,3-3 0 16,-3 3 0-16,-1 0-17 0,4-5 4 0,0 2 1 15,3 1 12-15,-3 2 0 0,2-3 0 0,4 3 0 16,-3-5 0-16,0 5 16 0,-1-3-3 0,1 3-1 15,0-5-12-15,-3 2 0 0,0-2 0 0,0 2 0 16,2-2 0-16,-2 0 0 0,0 2 8 0,0-5-8 16,0 3-8-16,2-3-5 0,-2 5-1 0,3-2 0 15,-3-3 22-15,0 0 5 0,-4 3 1 0,4-3 0 16,-3 0-14-16,-3 0 0 0,3 0 0 0,-3-5 0 16,-4 5 8-16,1-5-8 0,-3 2 0 0,3-2 0 15,-3-3 44-15,0 3 2 0,0-8 1 0,0 5 0 16,0-6-56-16,-3 7-11 0,3-9-3 0,-1 5 0 0,1 1 37 0,-3 5 7 15,3-3 2-15,-3-3 0 0,0 3-23 0,0 6 0 0,-3-4 0 16,0-1 0-16,0 1 56 0,0 6 6 0,0-8 2 0,-3 6 0 16,0-1-52-16,0-2-12 0,-3 0 0 0,3 2 0 15,-3-2 0-15,-3 0 0 0,3 2 0 0,-3-2 0 16,0 0 37-16,-3 2 5 0,3-7 1 0,-6 7 0 16,3-5-18-16,-3 6-3 0,0-1-1 0,-3-2 0 15,0 5-21-15,0-5 0 0,0 5 0 0,1 0 0 16,-4 0 0-16,0 0 0 0,3 3 0 0,-6-3 0 15,3 5 11-15,-3-2-3 0,0-3 0 0,1 0 0 16,-1 0-8-16,-3 3-11 0,0-3 3 0,-3 2 0 16,0-2 8-16,1 6 0 0,-1-3 0 0,-3 2 0 15,0-2 0-15,0 2 0 0,1 3 0 0,-1-5 0 16,0 5 9-16,3 0 4 0,0-6 1 0,-2 4 0 16,-1 2-14-16,0 0 0 0,-3-6 0 0,-3 4 0 15,4 2 0-15,-1 0 0 0,-3 0 0 0,0 0 0 16,4 0 0-16,-1 0-18 0,0 0 2 0,0 0 1 15,1 0 24-15,-1 0 5 0,-3 0 1 0,-3 0 0 16,1 0-24-16,-1 0-5 0,0 2-1 0,-5 4 0 16,5-4 15-16,3 9 0 0,0-8 0 0,-2 5 0 15,-1-1 0-15,-3-1 0 0,4 2 0 0,-4 0 0 16,0 0 0-16,3 5 0 0,-2 0 0 0,5-2 0 0,3 2 0 0,3 3 0 0,4 0 0 16,2 2 0-16,0-2 0 0,3 0 0 0,0 5 0 0,3-5 0 31,0 5-54-31,7 0-8 0,-1-5-2 0,0 5 0 15,6 0-34-15,0-5-7 0,3 5-2 0</inkml:trace>
  <inkml:trace contextRef="#ctx0" brushRef="#br0" timeOffset="73084.82">17282 1479 1682 0,'0'0'35'0,"0"0"9"0,0 0-36 0,0 0-8 0,0 0 0 0,0 0 0 16,0 0 95-16,0 0 17 0,0 0 3 0,0 5 1 16,-3 3-35-16,3 0-6 0,0 0-2 0,0 5 0 15,0-5-36-15,0 8-7 0,0-3-2 0,0 3 0 16,0-2-12-16,0 1-4 0,0 1 0 0,0 6 0 16,-3-1-12-16,3-3 0 0,0 9 8 0,0-4-8 15,0 1 0-15,-3 3 0 0,3-3 8 0,-3 5-8 16,3-8 0-16,-3 3 8 0,0 2-8 0,0-7 0 15,0 2 0-15,0-5 0 0,0 2-11 0,0-2 11 16,0-5 0-16,0-1 0 0,0 1 0 0,-3 2 0 16,3-8 0-16,0 3 0 0,-3 0 0 0,3-5 0 15,-3 2 0-15,6-5 0 0,0 0 0 0,0 0 0 16,0 0-212-16,0 0-36 0,-3-5-6 0</inkml:trace>
  <inkml:trace contextRef="#ctx0" brushRef="#br0" timeOffset="73374.339">17267 1561 1466 0,'0'-16'62'0,"0"0"-50"16,0 3 117-16,0-3 23 0,3 0 5 0,0 6 1 15,3-1-75-15,0-2-15 0,3 5-4 0,-4 0 0 16,7 0 0-16,-3 0 0 0,0-2 0 0,3 7 0 16,-3-2 0-16,3 2 0 0,0 3 0 15,-3 0 0-15,3 0-51 0,0 3-13 0,0 2 0 0,-1 3 0 16,-2 5 0-16,3-5 0 0,-3 8 0 0,0-3 0 15,0-2 0-15,-3 2 0 0,0 0 0 0,-3 3 0 16,-3-3 0-16,0-2 0 0,0 2 0 0,-6 0 0 16,0-2 0-16,-3 2 0 0,-3-5 0 0,0 5 0 15,0-5 0-15,-2 0 0 0,-1 6 0 0,0-7 0 16,0 1 0-16,0 0 0 0,0 0 0 0,0-2 0 16,0-4-48-16,3 4-13 0,-2-6-3 0,5 2 0 15,3-4-153-15,0 2-31 0</inkml:trace>
  <inkml:trace contextRef="#ctx0" brushRef="#br0" timeOffset="73750.403">17808 1484 2245 0,'-5'3'47'0,"-4"2"10"15,3 3-45-15,-3-5-12 0,3 2 0 0,-3 3 0 16,3 5 65-16,-3-5 11 0,0 3 3 0,0-1 0 0,0 1-36 15,-3 2-7-15,3 1-2 0,0-7 0 16,3 9-13-16,-2-8-2 0,2 6-1 0,3 1 0 0,0-1-18 0,0 2 8 0,3-1-8 0,0 1 0 16,0 3 8-16,3-3-8 0,3 0 0 0,0 5 0 15,-1-8 0-15,4-2 0 0,0 2 0 0,3-5 0 16,0-3 0-16,0 3 0 0,0-5 0 0,0 2 0 16,0-5 0-16,0-5 8 0,0 2-8 0,-1 3 10 15,1-8-10-15,0-3 12 0,3 1-12 0,-6 2 12 16,3-11 41-16,-3 3 9 0,0 1 2 0,-3-7 0 15,0 7-52-15,0-7-12 0,-3 7 0 0,0-7 0 16,0 6 54-16,0 1 8 0,-3-4 2 0,0 3 0 16,-3 0-64-16,0 3 0 0,0-3-9 0,-3 0 0 15,-3 3 9-15,0 0 12 0,0 2-2 0,-3-2-1 16,0 0-9-16,0 5 0 16,0-3 0-16,-3 6 0 0,4-3-49 0,-1 0-12 0,0 0-3 15,0 3 0-15,0 5-52 0,3 0-10 0,-3 0-2 0</inkml:trace>
  <inkml:trace contextRef="#ctx0" brushRef="#br0" timeOffset="74165.72">18335 1455 2269 0,'3'-5'64'0,"0"-3"15"0,0 3-63 15,-3 2-16-15,3-5 0 0,-3 0 0 0,0 3 105 0,0 0 19 0,-3 2 3 0,0-2 1 16,0 2-103-16,-3-2-25 0,0 2 0 0,0 3 0 16,-2 0 56-16,-1 0 7 0,0 0 1 0,0 3 0 15,-3 2-52-15,3-2-12 0,-3 5 0 0,3 2 0 16,-3-2 0-16,3 0-15 0,3 0 3 0,0 0 1 31,0 5 2-31,3-5 0 0,0 5 0 0,3-5 0 0,0 3 9 0,3 2 0 0,0-5 0 0,3 5 0 16,0-2 0-16,3-1 0 0,3 1 0 0,0-3 0 15,0 3 16-15,3-3 3 0,0-1 0 0,0 1 0 16,-1 0-19-16,10 6 0 0,-6-6 0 0,-12-1 0 16,-3-4 0-16,3 2 0 0,-3 3 0 0,0-2 0 15,-6 2 0-15,0-6 0 0,3-2 0 0,-6 8 0 16,-6 3 0-16,-3-3 0 0,0 0 0 0,1 0 0 16,-4-1 0-16,-3 1 0 0,0 0 0 0,0 0 0 15,3 3 0-15,-3-8 0 0,4 4 0 0,-4 1 0 16,0-2 19-16,3-4 0 0,0 4 0 0,0-1 0 15,0-2-31-15,1 2-5 0,-1-5-2 0,3 3 0 16,0 2-189-16,6-3-39 0</inkml:trace>
  <inkml:trace contextRef="#ctx0" brushRef="#br0" timeOffset="108880.067">22997 3715 1780 0,'0'0'50'0,"0"0"12"16,0 0-50-16,0 0-12 0,0 0 0 0,0 0 0 15,0 0 52-15,0 0 8 0,0 0 2 0,0 0 0 16,0 0-4-16,3 8-1 0,-3-3 0 0,3 3 0 16,-3 0-18-16,0 3-4 0,0-3-1 0,0 5 0 15,0 0-7-15,0 0-2 0,0 3 0 0,0 3 0 16,0-1-9-16,0 1-3 0,0-1 0 0,0 1 0 0,0 2-13 15,0 5 8-15,0-7-8 0,0 5 0 0,-3 0 0 0,3-1 0 16,0 4 0-16,-3-1 0 0,3 3 0 0,0 1 0 16,-3 1 0-16,3 4 0 15,0-1 0-15,0 0 0 0,3 1 0 0,-3 2 0 0,3-3 0 16,-3 3 0-16,0-2 0 0,3 4 0 16,-3 6 0-16,3-5 0 0,-3 2 0 0,3 6 0 0,0-6 0 15,-3 1 0-15,3-1 0 0,0 6 0 0,-3-3 0 0,3 5 0 0,2 0 0 16,-2 3 0-16,-3-3 0 0,3-2 0 0,0 0 0 15,-3 5 0-15,3-6 0 0,-3 6 0 0,3-3 0 0,0 6 0 16,0-6 0-16,-3 1 0 0,3-4 0 0,0 3 0 16,-3 3 0-16,3-2 0 0,-3 2 0 0,3 2 0 15,-3-5 0-15,3 1 8 0,-3-4-8 0,3 4 0 16,-3-4 0-16,0 6 0 0,3 0 0 0,-3 3 0 16,0-6 54-16,0-2 8 0,0-4 2 0,3 7 0 15,-3-1-64-15,0 0-21 0,3 3 0 0,-3 3 0 16,0-6 21-16,3 0 0 0,-3-5 12 0,0 6-4 15,0-4 5-15,0 3 1 0,0 1 0 0,0 2 0 16,0-3-1-16,0-5 0 0,0 0 0 0,0 3 0 16,-3-1-13-16,3 3-18 0,0 3 4 0,-3 0 1 15,3-5 37-15,-3 0 7 0,3-3 1 16,-3 5 1-16,3-3-1 0,-3 4-1 0,0-1 0 0,3 3 0 16,-3-5-31-16,3-1 0 0,-3 1 0 0,3 2 0 15,0-2 0-15,-3 2 0 0,3 0 0 0,0 3 0 16,-3-3 11-16,3 1-11 0,0-4 12 0,0 6-12 15,-3-2 0-15,3-1 0 0,0 3 0 0,0 2-12 16,0-2 34-16,0-5 7 0,0-1 2 0,0 4 0 16,0-1-23-16,0 0-8 0,0 3 0 0,0 0 9 0,0-3-9 15,0-2 8-15,0 0-8 0,0 2 8 16,-3-2 15-16,3-1 2 0,0 3 1 0,0 1 0 0,0-4-26 16,0-2 0-16,0 0 0 0,0 0 0 0,-3-2 0 0,3-1 0 15,-3 0 0-15,3 1 0 0,0-1 0 0,0-2 0 16,0 2 0-16,0 0 0 0,0-5 13 0,0-2-2 0,0-1-1 0,0 3 0 15,-3-2-10-15,3-1-14 0,0 3 3 0,0 3 1 16,0-3 10-16,0-3 0 0,0 3 0 16,0 0 0-16,-3-2 22 15,3-4 6-15,0-1 2 0,-3 4 0 16,3-2-20-16,0 2-10 0,-2 0 10 0,2 4-10 0,-3-4 8 0,3 0-8 0,0 1 0 0,0-1 0 16,0-5 8-16,0 3-8 0,0-3 0 0,0 0 0 15,0 0 0-15,0 3 8 0,0-3-8 0,0 6 0 16,0-4 0-16,0 4 0 0,0-4 8 0,0 4-8 15,0-3 0-15,0-3 0 0,3 0 8 0,-3 0-8 16,0-3 0-16,0 1 8 0,0-1-8 0,-3 3 0 16,3 1 8-16,0-1-8 0,0 0 0 0,-3 2 0 15,3-1 0-15,0-4 8 0,0 1-8 0,-3-4 0 16,3 1 14-16,0-5 0 0,-3-1 0 0,3 1 0 16,0-3-14-16,-3 2-15 0,3-2 3 0,0 0 1 15,0 0 11-15,-3 0 0 0,3-1 0 0,0-1 0 16,0 2 0-16,0-3 0 0,0 0 0 0,0 0 8 15,0-2-8-15,0 2 0 0,0-2 0 0,0-1 0 16,0 1 0-16,0-1 0 0,0-2 0 0,0 3 0 16,3 0 0-16,-3-4 0 0,0 1 0 0,3 0 0 0,-3 0 0 15,0 0 0-15,3 0 0 0,-3 0 0 16,0 0-12-16,0-3-1 0,0 3 0 0,0 0 0 16,0-5-23-16,0 2-5 0,0-5-1 0,0 0 0 15,0 0-69-15,0 0-13 0,3 5-4 0,-3-5 0 16,0 0-79-16,-3-7-16 0</inkml:trace>
  <inkml:trace contextRef="#ctx0" brushRef="#br0" timeOffset="109620.154">24027 4551 1577 0,'9'-10'66'0,"-3"-1"-53"16,-1 0 103-16,1 3 21 0,0-2 4 0,-3 2 1 16,0 0-44-16,0 5-9 0,-3-7-1 0,0 2-1 15,0 3-19-15,-3-1-4 0,0-2-1 0,-3 0 0 16,0 6-12-16,0-4-3 0,-2 1 0 0,-1 2 0 15,0 1-16-15,0 2-3 0,-3 0-1 0,0 0 0 16,0 2-12-16,0 4-4 0,0-4 0 0,-3 6 0 16,3 0-12-16,4 3 0 0,-4-1 0 0,3 9 0 15,0-1 0-15,0 6 0 0,3 0 0 0,0 3 0 16,0 2-8-16,3 2 8 0,3 1 0 0,-3 3 0 16,3-1-8-16,0-2 8 0,0-1 0 0,3 4 0 15,-3 2 0-15,3 0-8 0,0 5 8 0,0 1 0 16,-3-6 0-16,3 2 17 0,0 1-3 0,0-3-1 15,-3-2-13-15,0-1 0 0,-3-2 0 0,0-1 0 16,0 1 0-16,0 3 0 0,0-1 0 0,-3 0 0 16,3-5 0-16,-3 3 0 0,0-5 0 0,3-1 0 15,-3-2 0-15,0-3 0 0,3 0 0 0,-3 0 0 16,3-5-48-16,-3 3-13 0,0-6-3 0,0 3 0 16,1-5 0-16,-1-1 0 0,0 3 0 0,0-7 0 15,-3-1-51-15,3 0-10 0,0-2-3 0</inkml:trace>
  <inkml:trace contextRef="#ctx0" brushRef="#br0" timeOffset="109859.036">23672 5101 2066 0,'-23'-10'43'0,"17"7"10"16,0 1-42-16,0-1-11 0,6 3 0 0,0 0 0 15,0 0 104-15,0 0 20 0,0 0 3 0,0 0 1 16,0 0-52-16,0 0-9 0,6 5-3 0,0-2 0 16,0 2-51-16,5-2-13 0,1 2 0 0,0-2 0 15,3-1 0-15,0 6 0 0,3-8 0 0,0 0 0 16,0 3 0-16,2-3 0 0,-2 0 0 0,6 0 0 16,0 0 0-16,6-3 0 0,0 3 0 0</inkml:trace>
  <inkml:trace contextRef="#ctx0" brushRef="#br0" timeOffset="112078.682">23949 7885 2168 0,'-6'-3'61'0,"0"-2"15"16,0 2-61-16,3-2-15 0,-3 3 0 0,0 2 0 16,1-3 76-16,-1 3 12 0,0 0 2 0,0 3 1 15,0-1-22-15,0 1-4 0,-3-1-1 0,3 6 0 16,-3 0-51-16,3 0-13 0,0 6 0 0,-3-4 0 0,3 6 0 0,0 0 0 0,0 0 0 16,0 2 0-16,0 3 0 0,0-2 0 0,3-1 0 15,0 4 0-15,3-4 0 16,0 1 0-16,3-1 0 0,0 1 0 0,3-3 16 0,0-1 1 15,3 1 0-15,0-2 0 0,0-1-17 16,3 0 0-16,3-5 0 0,0 3 0 0,3-6 0 16,-1 0 0-16,1-2 10 0,3-1-10 0,3-4-11 0,0-1-7 15,0-2-2-15,-1-3 0 0,-2 0 68 0,0-3 12 0,0 1 4 0,-3-1 0 16,-3-2-52-16,-3 0-12 0,0 0 0 0,-1-3 0 16,-5 0 54-16,0 0 8 0,0-3 2 0,-6 1 0 15,0 2-52-15,0-3-12 0,-6 4 0 0,0-1 0 16,-3-3 0-16,-2 3 0 0,-1 0 0 15,-3 1 0-15,0 1 0 0,-6 4 0 0,0-1 0 0,-3 3 0 16,1 3 0-16,-1 2 0 0,0 1 0 0,-3 2 0 31,3 2-48-31,3 4-13 0,1-1-3 0,-4 5 0 16,3 1-164-16,3 2-34 0</inkml:trace>
  <inkml:trace contextRef="#ctx0" brushRef="#br0" timeOffset="112654.909">24006 8906 1824 0,'0'0'38'0,"0"0"8"16,0 0-37-16,0 0-9 0,0 0 0 0,0 0 0 15,0 0 156-15,0 0 28 0,0 0 7 0,0 0 1 16,0 0-103-16,3 6-20 0,-3-1-4 0,3 3-1 15,-3 0 0-15,0 0 0 0,3 0 0 0,-3 2 0 16,0 1-51-16,0 5-13 0,0-3 0 0,0 6 0 16,0 2 54-16,0 0 8 0,0 3 2 0,0 2 0 15,0-2-52-15,0 2-12 0,0-2 0 0,0 3 0 16,0-3 0-16,3-3 0 0,-3 0 0 0,0 0 0 16,3-2 0-16,-3-1 0 0,3 1 0 0,-3-4 0 15,3 4 0-15,-3 0 0 0,0-1 0 0,3 1 0 16,-3-1-47-16,0 1-12 0,3-1-2 0,-3 1-1 15,3-3-122-15,-3-3-25 0,0 3-5 0</inkml:trace>
  <inkml:trace contextRef="#ctx0" brushRef="#br0" timeOffset="113221.491">23943 10184 2014 0,'0'0'42'0,"0"0"9"15,0 0-41-15,0 0-10 0,0 0 0 0,0 0 0 16,-3-2 116-16,-3 4 20 0,0 1 5 0,0 0 1 16,0 5-114-16,1 2-28 0,-1 1 0 0,0 2 0 15,0 3 57-15,-3 2 6 0,3 4 1 0,0 1 0 16,-3 1-64-16,3 0-15 0,0 0-1 0,0 0-1 0,3 0 17 0,0-3 0 0,3 0 0 0,-3 3 0 15,3-6 0-15,3-2 0 0,-3 0 0 0,6 0 0 16,-3-3-8-16,3-2 8 16,3-1 0-16,0 1 0 0,3-6 0 15,0 0 0-15,0-2 0 0,2 0 0 0,1-6 9 16,3 0 9-16,0-2 2 0,3 0 0 16,-3-3-20-16,3 0 0 0,-4-3 0 0,4 1 0 0,-3-3 0 15,-3-1 0-15,0-2 0 0,0 1 0 0,-3-1 48 16,-3-3 7-16,0 1 1 0,-1-6 0 0,-2 3-19 15,-3-3-3-15,0 0-1 0,-3 0 0 0,-3 0-12 16,0 3-2-16,-3 0-1 0,-2 3 0 0,-4-1-7 0,0 6-2 0,-3-3 0 0,-3 5 0 16,-3 1-9-16,0 2 0 0,-2 0 9 15,-1 3-9-15,3 2-15 0,-3 3-7 0,3 0-2 0,-3 3 0 16,7 2-103-16,-4 3-21 0,3 0-4 16</inkml:trace>
  <inkml:trace contextRef="#ctx0" brushRef="#br0" timeOffset="113706.244">24077 10978 1698 0,'0'0'72'0,"0"0"-58"16,0 0 106-16,0 0 22 0,0 0 4 0,0 0 1 16,0 0-4-16,6 6-1 0,-3-1 0 0,0 0 0 15,0 6-114-15,0-1-28 0,0 4 0 0,0-1 0 16,0 5 67-16,-3 3 7 0,0 6 2 0,3-1 0 16,-3 1-36-16,-3 2-8 0,3 0 0 0,0 0-1 15,-3 0-8-15,3 0-2 0,0 0 0 0,0 3 0 16,0 0-12-16,0 2-9 0,3 1 12 0,-3-1-12 15,3 1 0-15,0-4 0 0,0-2 0 0,0 1-12 16,0-7 12-16,0-2 0 0,0-2 0 0,0 0 0 16,0-6-31-16,3 3-3 0,-3-3-1 0,0-3 0 15,0 1-179-15,0-3-36 0</inkml:trace>
  <inkml:trace contextRef="#ctx0" brushRef="#br0" timeOffset="122455.355">17041 1392 1824 0,'-3'-8'38'0,"0"0"8"15,3 0-37-15,0 0-9 0,0 0 0 0,0 3 0 16,0-3 40-16,0 3 7 0,0 5 1 0,0 0 0 16,0 0-26-16,0 0-5 0,0 0-1 0,0 0 0 15,0 0-16-15,0 10 0 0,0-2 0 0,0 3 0 16,0 7 35-16,-3-2 3 0,3 5 1 0,-3 3 0 15,0-3-31-15,0 8-8 0,0-5 0 0,0 5 0 16,-3-5 0-16,3 5 0 0,0 0 0 0,-3 0 0 16,3 1 0-16,0-1 0 0,-3 0-8 0,3-5 8 15,0 5 0-15,0-8 0 0,0 0 0 0,0 3 0 16,3-8 0-16,0 5 0 0,0-5 0 0,0 0 0 16,0-3 0-16,3 0 0 0,-3-2 0 0,3-1 0 0,0 1 0 0,3-6 0 15,-3 3 0-15,3-3 0 0,0 3 0 0,0-8 0 0,0 3 0 16,3 2 0-16,3-5 0 15,-1 3 0-15,1-3 0 0,6 0 0 0,0 0 0 0,3 0-8 16,3-3 8-16,3 3 0 0,-1 0 0 0,4 0-8 16,0 0 8-16,3 0 0 0,-1 0 0 0,1 0 0 15,0 0 0-15,3-5 0 16,2 5-30-16,4 0-1 0,3 0 0 0,-1 5 0 0,-2-5 31 0,0 0 0 0,-1-5 0 0,4 5 0 16,-3 0 12-16,2-3 9 0,-2 3 2 0,3 0 0 15,-4 0-23-15,1 0-12 0,0 0 2 0,-4-5 0 16,-5 5 10-16,3-3-13 0,-10 1 5 0,4-1 8 15,-3 3-12-15,0-5 12 0,-3 2-12 0,-1-2 12 16,1 2 0-16,-6 3 0 0,3-5 0 0,-3 2 0 16,-3-2 0-16,0 0 8 0,-3 2-8 0,-1-5 0 15,-2 3 12-15,0-3-4 0,0 0 0 0,-3 0 0 16,0 0-8-16,0-5 0 0,0 5 0 0,-3-8 0 16,3 3-16-16,-3-3 4 0,0 0 0 0,3 3 1 15,-3-8 37-15,0 5 7 0,3-8 2 0,-3 5 0 16,3-2-6-16,-3 3-1 0,0-3 0 0,3-1 0 15,0 1-28-15,-3-3 8 0,2 3-8 0,1-3 0 16,0-2 53-16,0 2 8 0,-3 0 2 0,3-2 0 0,0 2-26 16,0 0-5-16,0-2 0 0,-3 2-1 15,3 3-11-15,0 5-3 0,-3-8 0 0,3 6 0 16,-3 7 0-16,-3-2 0 0,3-3 0 0,-3 8 0 16,0-5-17-16,-3 5 0 0,0 0 0 0,0 0 0 0,-3 3 0 15,3 2 0-15,-3-2 0 0,-3-1 0 16,0 4 55-16,0-4 7 0,-3 4 2 0,-3-6 0 0,1 3-52 0,-4 2-12 0,-3-8 0 0,-6 9 0 15,-3-4 0-15,-2 4 0 0,-4 2 0 0,-3-6 0 32,1 6-48-32,-4 6-13 0,-3-6-3 0,-2 2 0 0,-4 4 72 0,-6-4 15 15,1 4 2-15,-7-6 1 0,4 8-26 16,2-8 0-16,1 5 0 0,-7 3 0 0,10-6-25 0,-4 4 2 0,3 2 1 0,-2-3 0 16,5 3 33-16,4-8 6 0,2 3 2 0,0 2 0 15,4-3-19-15,5-2 0 0,-3 6 0 0,7-6 0 16,2 2 0-16,6 4 0 0,0-1 0 0,6-5 0 15,3 3 0-15,1 2 0 0,5-5 0 0,0 0 0 16,3 0 0-16,0 0 0 0,6 0 0 0,0 0 0 16,0 0-25-16,0 0 1 0,0 0 0 0,0 0 0 15,0 0-111-15,0 0-21 16,0 0-5-16</inkml:trace>
  <inkml:trace contextRef="#ctx0" brushRef="#br0" timeOffset="134871.965">23518 7994 1337 0,'-15'-19'28'0,"12"11"6"0,-3 0-34 0,3-2 0 0,0 2 0 0,-3-3 0 16,3 0 88-16,0 1 10 0,0-1 2 0,0 1 1 15,3-1-8-15,-3 3-1 0,0 0-1 0,3 3 0 16,0 0-73-16,0-1-18 0,0 6 0 0,0 0 0 15,0 0 55-15,0 0 7 0,0 0 2 0,0 0 0 16,0 0-52-16,0 0-12 0,0 0 0 0,0 0 0 16,3 11 0-16,-3 0 0 0,0 2 0 0,0 3 0 15,0 2 0-15,-3 3 0 0,0 1 0 0,3 4 0 16,-3 0 0-16,0 1 0 0,0 2 0 0,0 5 0 16,-3-2 0-16,3 3 11 0,0 2-11 0,-3 2 10 15,3-4-10-15,0-4-11 0,0 1 3 0,3 0 0 16,-3-3 8-16,3 0-13 0,-3-5 5 0,3 0 8 15,0-3-11-15,0-3 11 0,0-2-8 0,3 0 8 16,0 0-12-16,0-5 4 0,3-1 0 0,0 3 0 16,0-5-28-16,3-2-4 0,3 2-2 0,0-6 0 15,3 1 28-15,0 0 6 0,6-3 8 0,2 0-13 16,1-3 5-16,3 0 8 0,3-2-13 0,-1 0 5 16,4-1 8-16,-3-2 0 0,3 3 0 0,-1-3 0 0,1 0 9 15,0-2 4-15,3 2 1 0,-1-3 0 0,1 3 2 0,0 0 1 16,0-2 0-16,-4 2 0 0,1-3-27 0,-3 3-6 15,0 0 0-15,-4 0-1 16,-2 0 17-16,-3 1 0 0,0 1 0 0,0 1 0 16,-6 0 0-16,2-1 0 0,-5 4 0 0,3-4 0 15,-6 4 0-15,3-1 0 0,-3 1 0 0,-3-1 0 0,3 0 0 16,-3 3 0-16,0-2 0 0,-3-1 0 0,3 0 0 16,0 1 0-16,-3-1 0 0,3 0 0 0,-3 1 34 0,0-4 10 0,0 1 3 0,0-3 0 15,-1 0-24-15,1-2-5 0,0-1-1 16,0-2 0-16,3-3 37 0,-3 0 7 0,0-2 2 0,3-4 0 15,-3 4-18-15,0-3-3 0,3 0-1 0,-3-1 0 16,0-1-9-16,3 1-1 0,-3-1-1 0,-3-1 0 16,3-3-30-16,-3 3 0 0,3-5-8 15,-6 0 8-15,0-2 44 0,0-1 16 16,0 0 4-16,-3 0 0 0,0 3-52 0,0 3-12 0,-3 2 0 0,0 0 0 16,-3 3 0-16,1 0 0 0,-4 0 0 0,-3 2 0 15,3 1 0-15,-6-1 0 0,3 3 0 0,-6-2 0 16,1 4 30-16,-1-2 3 0,0 6 1 0,-6-3 0 15,-2 2-26-15,-4 3-8 0,0 3 0 0,-6 0 0 16,4 2 0-16,-1 3 0 0,0 0-8 0,1 3 8 16,-1 2-19-16,0 3 3 0,3 0 0 0,-2 0 0 15,2 2-7-15,0 1-1 0,4 2 0 0,-1-2 0 16,6 2-24-16,3 0-4 0,3 0-2 0,4 1 0 16,2-1 9-16,3 3 1 0,0-3 1 0,6 3 0 15,0 0-123-15,3 0-25 0,3-1-5 0</inkml:trace>
  <inkml:trace contextRef="#ctx0" brushRef="#br0" timeOffset="135944.944">23556 9949 1972 0,'-6'-8'41'0,"0"3"9"0,3 2-40 16,3 3-10-16,-6-3 0 0,6 3 0 0,0 0 22 0,0 0 2 0,0 0 1 0,-5 6 0 16,-1 4 31-16,0 4 7 0,3 1 1 0,-3 4 0 31,0-1-73-31,3 6-15 0,-3 3-2 0,0 2-1 0,0 0 19 0,3 0 8 0,-3 5-8 0,3 1 8 31,-3 2-32-31,3 0 0 0,0 3-1 0,0-1 0 0,0-2 33 0,3-2 0 0,-3-3 0 0,3 2 0 16,-3-5 0-16,0-3-16 0,3 1 3 0,0-3 1 15,-3-3 12-15,3 3 0 0,3-6 0 0,-3 3-9 16,3-2 9-16,0-3 0 0,3 0-9 0,-3-3 9 16,3 0-18-16,0-2 1 0,3-1 0 0,0 1 0 15,3-3-13-15,0 0-2 16,3-3-1-16,-1 0 0 0,7-2 33 0,0 0 0 0,0-1 0 0,6-2 0 15,-3 0 0-15,5-2 0 0,-2-1 0 0,3 0 0 16,0 1 0-16,-4-4 0 0,1 4 0 0,0-4 0 16,3 4 0-16,0-3 0 0,2-1 0 0,1 1 0 15,0-3 28-15,0 3 13 0,-1-1 3 0,1 1 0 16,-3 0-20-16,0 0-3 0,-4 2-1 0,1-2 0 16,-3 2-20-16,0 0-10 0,-3 1 1 0,-1 2 0 15,1-3 9-15,-6 3 0 0,3 0 8 0,-3 0-8 16,-3 0 0-16,0 0 8 0,0 0-8 0,-3 0 0 15,-1 0 8-15,-2 0-8 0,0 0 8 0,-6 0-8 16,0 0 0-16,0 0 0 0,3-5 0 0,0 2 0 16,-3-2 29-16,0 0 5 0,0-3 1 0,0 0 0 15,0-3 9-15,0-2 1 0,-3 0 1 0,3-1 0 0,-3-2-1 16,0 1 0-16,3-1 0 0,-3-3 0 0,0 1-5 0,3-3 0 16,-3-1-1-16,0-1 0 0,3-1-10 0,-3-3-1 0,1 1-1 15,-1-3 0-15,0-3-4 0,-3 3-1 16,3-3 0-16,0 3 0 0,-3 0 16 0,0 5 3 15,3-2 1-15,-3 4 0 0,0 1-34 0,0 3-8 0,0-1 0 16,0 1 0-16,-3-1 0 16,0 1 0-16,0 2 0 0,-3 0 0 0,0 3 0 0,3-3 0 15,-2 0 0-15,-1 3 0 0,0-1 0 0,-3 4 10 0,0-3-2 0,-3 2-8 16,-3 0 8-16,-5 4-8 0,-1-1 0 0,-3 0 0 16,-3 0 0-16,-3 2 0 0,1 4-12 0,-7-1 3 15,9 3 9-15,-2 3 0 0,2-3 0 0,-3 5 8 16,3 0-19-16,-2 3-3 0,-1 0-1 0,0 3 0 15,4-1-2-15,-1 1-1 0,3 2 0 0,3 0 0 16,3 1-13-16,4-1-2 0,2 0-1 0,3 0 0 16,3 1-39-16,3-1-8 0,3-3-2 0</inkml:trace>
  <inkml:trace contextRef="#ctx0" brushRef="#br0" timeOffset="156083.59">17678 2461 1990 0,'0'0'41'0,"2"-6"11"16,-2 4-42-16,0-6-10 0,3 8 0 0,-3 0 0 16,0 0 95-16,0-8 17 0,0 8 3 0,0 0 1 15,0-5-40-15,0 5-8 0,0-6-2 0,0 6 0 16,0 0-13-16,0 0-2 0,0 0-1 0,0 0 0 16,0 0-20-16,0 0-4 0,0 0-1 0,0 0 0 0,-8 0-25 0,2 3 8 15,-3 5-8-15,0-5 0 0,-3 5 0 0,0 5 0 0,-6 0 0 0,3 3 0 16,-3 0 0-16,0 5 0 15,-2 0 0-15,-1 0 0 0,0 3 19 0,3 0-2 0,-3 0 0 16,3 2 0 0,1-5-65-16,2-5-12 0,0 5-4 0,0-5 0 15,3-3-102-15,-3-2-21 0,3-3-4 0</inkml:trace>
  <inkml:trace contextRef="#ctx0" brushRef="#br0" timeOffset="156516.847">17410 2548 2017 0,'0'-18'42'0,"0"7"10"0,-3-2-42 0,3 5-10 0,0-5 0 0,0 5 0 16,-3 0 115-16,3 2 21 0,0 6 4 0,0 0 0 15,0 0-52-15,0 0-10 0,0 0-2 0,0 0-1 16,0 0-40-16,0 0-8 0,6 0-2 0,0 0 0 16,0 3 3-16,-1 0 0 0,1 2 0 0,0 3 0 15,3 0-28-15,3 2 0 0,0 4 0 0,0-1 0 16,3 3 0-16,-3 0 0 0,6 2 0 0,-3-2 0 15,2 5 0-15,-2-5 0 0,3 0 0 0,0 0 0 16,-3-6-17-16,3 6-9 0,-3-8-2 16,0 0 0-16,2-2-108 0,-2 1-23 0,0-7-4 0,3 3-1 15,-3-3 29-15,0 0 6 0,-3-3 1 0,0 3 0 16,0-7 44-16,-1 1 8 0,1-2 3 0,0 0 0 16,-3 0 65-16,0 0 8 0,-3 3 11 0,0-8-3 0,-3 5 96 15,0 0 20-15,0 3 3 0,0-3 1 0,-3 5 0 16,3-5 1-16,-3 3 0 0,0 5 0 0,0 0-52 15,0 0-10-15,0 0-3 0,0 0 0 0,0 0 0 16,0 0 0-16,0 0 0 0,0 0 0 0,0 0-51 0,0 8-13 0,0 5 0 16,3-5 0-16,-3 0 0 0,0 5 0 0,3-2 0 0,-3 2 0 15,0 0 0-15,0 1 0 0,0 1 0 0,0-7 0 16,0 3 0-16,0 2 0 0,0-5 0 0,0 5 0 16,0 1 0-16,0-7 0 0,0 4 0 0,-3 0 0 31,3-1-48-31,0 3-13 0,0-7-3 0,-3 2 0 0,3 0-73 0,-3-6-15 0,3-2-4 0</inkml:trace>
  <inkml:trace contextRef="#ctx0" brushRef="#br0" timeOffset="156699.383">17984 2424 2310 0,'-15'-8'48'0,"9"8"11"15,6 0-47-15,-3-5-12 0,3 5 0 0,-6-3 0 16,6 3 98-16,0 0 18 0,-3-5 3 0,3 5 1 16,0 0-92-16,0 0-19 0,0 0-9 0,0 0 10 15,0 0-128-15,0 0-26 0,0 0-4 0</inkml:trace>
  <inkml:trace contextRef="#ctx0" brushRef="#br0" timeOffset="157149.818">18309 2577 1337 0,'0'0'56'16,"0"0"-44"-1,0 0 92-15,0 0 20 0,0 0 3 0,0 0 1 16,0 0-14-16,0 0-2 0,0 3-1 0,0-3 0 15,3 5-38-15,0-5-7 0,2 0-2 0,1 3 0 16,3-3-37-16,0 0-8 0,3 0-2 0,3 0 0 16,-3-3 38-16,6 3 7 0,-3-5 2 0,3 5 0 15,2-3-52-15,-2 3-12 0,3-5 0 0,0 2 0 16,-3 1 0-16,3-1 0 0,-4-2 0 0,4 2 0 16,-3-2 0-16,0 2 0 0,0-5 0 0,0 3 0 15,0 2 0-15,-3 1 0 0,-1-1 0 0,-2 3 0 16,-3-5-48-16,0 5-13 0,-3 0-3 0,-3 5 0 15,-3-5-204-15,0 0-42 0</inkml:trace>
  <inkml:trace contextRef="#ctx0" brushRef="#br0" timeOffset="157509.108">18368 2762 1337 0,'0'0'56'16,"0"0"-44"-1,0 0 120-15,0 0 25 0,0 0 5 0,0 0 1 16,0 0-65-16,0 0-13 0,0 0-2 0,0 0-1 15,0 0-6-15,0 0 0 0,0 0-1 0,0 0 0 16,0 0-60-16,6 3-15 0,3-3 0 0,0 0 0 16,0 0 47-16,0 0 6 0,3 0 2 0,-3 0 0 15,3 0-37-15,-1 0-7 0,1 0-2 0,3 0 0 16,-3 0 11-16,3 5 3 0,-3-5 0 0,0 0 0 16,3 3-23-16,-3-3 0 0,-1 0 0 0,4 5 8 15,-3-5-20-15,3 0-4 0,-3 0-1 0,0 0 0 16,0-5-197-16,0 5-39 0</inkml:trace>
  <inkml:trace contextRef="#ctx0" brushRef="#br0" timeOffset="159611.582">19041 2424 2030 0,'-9'0'57'0,"0"0"14"16,3 0-57-16,0 0-14 0,0 0 0 0,-3 0 0 16,3 2 54-16,0 1 8 0,0-3 2 0,0 8 0 15,0-5-4-15,3 2 0 0,-3-2 0 0,3 4 0 16,1 1-39-16,-1 3-8 0,0-3-1 0,3 0-1 15,0 5-11-15,3 3 0 0,-3-5 9 0,3 7-9 16,2-7 0-16,-2 7 8 0,3-2-8 0,0-3 0 16,0 3 0-16,3 0 0 0,0-3 0 0,0 3 0 15,0-5 0-15,3-1-15 0,0 1 3 0,0-3 0 16,3-3 12-16,-1 0 0 0,1-5 0 0,0 0 0 0,0 0 48 0,0-7 13 16,0 4 3-16,0-5 0 0,-3 5-44 15,0-10-9-15,0 2-2 0,-1 1 0 0,-2-1 33 0,-3-2 6 0,3-3 2 16,-3-2 0-16,-3 2-36 0,0-3-14 0,-3 1 11 0,3 2-11 15,-6 0 57-15,3-3 6 0,-3 9 1 16,-3-6 0-16,0 3-52 0,0-3-12 0,-3 8 0 0,-3-5 0 16,4 0 0-16,-4 5 0 0,-3 0 0 0,3-6 0 15,-3 6-20-15,-3 6-6 16,3-9-2-16,-3 9 0 0,0 2-4 0,4-6 0 16,-1 6-1-16,0 0 0 0,3 6-84 0,-3-1-17 0,0 3-3 15</inkml:trace>
  <inkml:trace contextRef="#ctx0" brushRef="#br0" timeOffset="159904.121">19639 2522 1824 0,'0'0'38'0,"0"0"8"15,0 0-37-15,0 0-9 0,3-3 0 0,-3 3 0 16,0 0 92-16,0 0 17 0,0 0 3 0,0 0 1 0,0 0-46 0,0 0-10 0,0 0-1 0,0 0-1 16,0 0-26-16,0 3-5 0,0 5 0 0,0 2-1 15,-3 1-23-15,0 2 0 0,0 0 0 0,-3 3 8 16,3-3-8-16,-3 6 0 0,0-1 0 0,-3 1 0 16,3-1 0-16,-3-2 0 0,1 5 0 0,-1-5 0 15,0-2 0 1,-3 1 0-16,3 1 0 0,-3-2 0 15,-3-4-204-15,3 1-41 0</inkml:trace>
  <inkml:trace contextRef="#ctx0" brushRef="#br0" timeOffset="160230.337">20645 2307 1824 0,'0'-10'76'0,"3"-1"-60"16,-3 1 85-16,-3 2 18 0,3 0 3 0,-3-3 1 16,3 8-43-16,-3-4-9 0,0-1-2 0,-3 8 0 15,3-6-18-15,3 6-4 0,-3-2-1 0,-3 2 0 16,0 2-24-16,0 4-5 0,-2-4-1 0,2 6 0 15,-3 5-16-15,0-5 0 0,-3 6 8 0,3-1-8 16,-3 3 9-16,-3 0-1 0,3-1-8 0,-6 7 12 16,3-9-12-16,-2 3-8 0,-4-3 8 0,3 3-13 15,-3-3 22-15,0 6 5 0,0-4 1 0,-2 4 0 16,2-3-38-16,3 0-7 0,-3 0-2 0,0 2 0 16,3-2-114-16,3-3-23 0,1-2-5 0</inkml:trace>
  <inkml:trace contextRef="#ctx0" brushRef="#br0" timeOffset="160723.67">20178 2334 2070 0,'0'-13'43'0,"-3"5"10"0,3-6-42 0,0 4-11 0,0 4 0 0,0-1 0 16,0-1 108-16,0 2 20 0,0 6 4 0,0 0 1 15,0 0-60-15,0 0-12 0,0 0-2 0,6 6-1 16,0-4-46-16,-3 4-12 0,3 1 0 0,0-1 0 15,0 4 53-15,3 4 9 0,-1-6 2 0,1 5 0 16,3-3-52-16,0 4-12 0,3-1 0 0,-3 3 0 16,3-3 0-16,0 3 0 0,0-6 0 0,0 9 0 15,-1-3 0-15,4 0 0 0,0 0 0 0,-3 5 0 16,-3-5-48-16,3 2-13 0,-3 1-3 0,3-1 0 16,-3-2-153-16,2 0-31 0,-2-3-7 0,0-2-1 15,3-1 0-15,-3-2 0 0,3-5 0 0,0 2 0 16,-3-5 159-16,0 0 31 0,-1 0 6 0,1 0 2 15,-3-8 93-15,0 3 18 0,0 2 4 0,0-7 1 16,0 2 158-16,-3 0 32 0,0-3 7 0,0 3 1 16,0-2-103-16,-3 2-20 0,3 0-4 0,0 0-1 15,-3 0 0-15,0 0 0 0,0 3 0 0,0-3 0 0,0 5-51 16,0-2-10-16,0 0-3 0,-3 5 0 0,0 0-16 0,0 0-3 16,0 0-1-16,0 0 0 0,3 0-19 0,0 2-4 15,2 1-1-15,-2 2 0 0,0 3-20 16,0 0 0-16,0 0 0 0,0-3 0 0,0 6 0 0,0 2 0 15,0-2 0-15,0 2 0 0,-3 0 0 0,3 0 0 0,-3 3 0 0,0-5 0 16,0-1 0 0,0 1 0-16,0 2 0 0,0-7 0 0,0 4 0 15,-3-2 0-15,3 0 0 0,0-3 0 16,-3 1-98-16,3 1-24 0,0-7-5 0,0 0-1 16,0 0-102-16,0 0-21 0</inkml:trace>
  <inkml:trace contextRef="#ctx0" brushRef="#br0" timeOffset="160853.464">20883 2408 2269 0,'-3'-8'64'0,"0"3"15"16,0 5-63-16,0-8-16 0,3 8 0 0,-3 0 0 16,3 0 54-16,-3-8 8 0,3 8 2 0</inkml:trace>
  <inkml:trace contextRef="#ctx0" brushRef="#br0" timeOffset="163411.892">17761 3249 2066 0,'0'0'43'0,"0"0"10"0,0 0-42 0,0 0-11 0,0 0 0 0,-6 0 0 32,6 0 53-32,-6 0 9 0,0 3 2 0,0 2 0 0,-3-5 0 0,3 8 0 0,0-5 0 0,-3 2 0 15,0 0-52-15,0 3-12 0,0 0 0 0,-2 3 0 16,-1-1 54-16,-3 1 8 0,0 2 2 0,-3 3 0 16,3 0-52-16,-3-3-12 0,0 8 0 0,1-7 0 15,2 2 0-15,-3-6 0 0,3 3 0 0,0 1 0 16,0-7-25-16,3 1-8 15,0 0-2-15,3-2 0 16,1 2-98-16,-1-8-20 0,0 0-4 0</inkml:trace>
  <inkml:trace contextRef="#ctx0" brushRef="#br0" timeOffset="163626.323">17374 3305 1508 0,'0'-8'64'16,"3"5"-52"-1,-3-5 108-15,0 3 22 0,3 2 4 0,-3 3 1 16,0 0-20-16,0 0-4 0,3-2-1 0,-3 2 0 15,6 0-46-15,-3 0-10 0,3 2-2 0,0 1 0 16,0 2-22-16,3 3-5 0,-3 0-1 0,2 0 0 16,1 5-15-16,0-2-3 0,3 2-1 0,0 3 0 15,3 3 0-15,3-1 0 0,0 1 0 0,0-1 0 16,-1 1-17-16,4-1 0 0,-3 1 0 0,3-9 0 16,-3 4-44-16,3-1-13 0,-3-3-3 0,-1 1 0 15,-5-3-194-15,0 0-39 0</inkml:trace>
  <inkml:trace contextRef="#ctx0" brushRef="#br0" timeOffset="163821">17859 3514 1862 0,'-3'-5'78'0,"3"-1"-62"15,-3 4 112-15,3-4 24 0,0-2 4 0,3 3 0 16,-3 5-54-16,0 0-11 0,0-3-3 0,0 3 0 16,0 0-18-16,0 0-4 0,0 0-1 0,0 0 0 15,0 0-53-15,0 0-12 0,6 6 0 0,-3 2 0 16,0 0 0-16,0 0 0 0,0-3 0 0,0 3 0 15,-3 2 0-15,0-2 0 0,3 0 0 0,-3 3 0 16,0-3 0-16,-3 2 0 0,3-2 0 0,-3 0 0 31,3-2-108-31,0 1-24 0,0-1-6 0</inkml:trace>
  <inkml:trace contextRef="#ctx0" brushRef="#br0" timeOffset="163964.601">17892 3352 2441 0,'-3'-13'69'0,"0"5"15"16,0 0-67-16,3-5-17 0,0 5 0 0,0 0 0 15,0 3 69-15,0-3 11 0,3 3 1 0,0-1 1 16,0 1-66-16,0 0-16 0,3 2 0 0</inkml:trace>
  <inkml:trace contextRef="#ctx0" brushRef="#br0" timeOffset="164222.626">18195 3345 2426 0,'0'0'68'0,"0"0"16"0,0 0-67 15,3-3-17-15,0-2 0 0,0 2 0 0,3 0 73 0,-3-2 11 0,3 2 3 0,3-2 0 16,-3 2-35-16,3 1-6 0,0-1-2 0,0 0 0 15,3 1-24-15,0-1-4 0,0 3-2 0,0 0 0 16,-1-5-14-16,1 5 11 0,3 0-11 0,0 0 10 16,0 0-10-16,-3 0 0 0,0 0 0 0,0 5 0 15,0-5 0-15,-3 0 0 0,0 3 0 0,-4 2 0 16,1-2-152 0,-3 2-32-16,0 3-6 0</inkml:trace>
  <inkml:trace contextRef="#ctx0" brushRef="#br0" timeOffset="164441.92">18225 3559 1758 0,'0'0'36'0,"0"0"10"15,0 0-37-15,0 0-9 0,0 0 0 0,0 0 0 16,0 0 98-16,0 0 18 0,0 0 3 0,3 0 1 16,6-3-26-16,-3 1-5 0,3-1-1 0,3 0 0 15,0 1-18-15,0 2-4 0,0-8-1 0,3 8 0 16,-4-8-52-16,4 2-13 0,0 1 0 0,3 0 0 15,0 2 0-15,-3 1 0 0,3-6 0 0,0 0 0 0,-4 2 0 16,4 1 0-16,0-3 0 0,-3 6 0 16,-3-6-208-16,0 0-44 0</inkml:trace>
  <inkml:trace contextRef="#ctx0" brushRef="#br0" timeOffset="164744.871">18901 3196 1941 0,'-3'-5'82'0,"-3"5"-66"15,6 0 115-15,-3-8 22 0,3 8 5 0,0 0 1 16,0 0-51-16,0 0-9 0,0 0-3 0,0 0 0 16,0 0-37-16,0 0-8 0,0 0-2 0,0 0 0 15,0 0-21-15,0 0-5 0,0 8-1 0,3-3 0 16,-3 3-10-16,3 3-1 0,0-3-1 0,0 0 0 15,0 2-2-15,0 1 0 0,0 2 0 0,0 0 0 16,0 3-8-16,0 3 0 0,0-1 0 0,0 3 0 16,0-2 0-16,0 2 0 0,0-2 0 0,0 5 0 15,0-6 0-15,-3 1 0 0,3-4 0 0,-3 7 0 16,3-12 0-16,-3 9 0 0,0-9 0 0,0 1 0 16,0-1 0-16,0 4-11 0,0-9 3 0,3 6 0 15,-3-4-83-15,0-1-16 0,3-1-3 0</inkml:trace>
  <inkml:trace contextRef="#ctx0" brushRef="#br0" timeOffset="165001.115">19413 3442 2356 0,'0'0'49'0,"0"0"11"0,3-5-48 0,0 3-12 0,-3 2 0 0,3 0 0 15,-3 0 114-15,0 0 21 0,0 0 4 0,0 0 1 16,0 0-62-16,0 0-12 0,0 0-2 0,0 0-1 16,0 0-24-16,0 0-5 0,3 7-1 0,-3-1 0 15,-3 4-17-15,3-2-3 0,-3 0-1 0,0 3 0 16,0-1-12-16,-3 4 8 0,0-6-8 0,-3 5 0 16,0-3 0-16,0 1 0 0,-3 5-8 0,3-6 8 31,-3 1-85-31,1 0-11 0,-4 2-1 0</inkml:trace>
  <inkml:trace contextRef="#ctx0" brushRef="#br0" timeOffset="165584.628">20514 3220 1698 0,'0'0'72'0,"0"0"-58"15,0 0 100-15,0 0 20 0,0 0 4 0,0 0 1 16,0 0-38-16,0 0-7 0,0 0-2 0,0 0 0 16,-6 3-43-16,0 2-9 0,-3 0-1 0,-3 1-1 15,1 4-12-15,-4-2-2 0,-3 3-1 0,0 2 0 16,-3 0-8-16,0 3-2 0,-3 0 0 0,1 3 0 15,2-1-5-15,0 1-8 0,0-1 11 0,0 1-11 16,0-3 8-16,4-3-8 0,-1 3 0 0,0-3 0 16,0-3-12-16,3-2-5 0,-3 0-2 0,3 0 0 15,1-2-96-15,2-4-19 0,0-2-4 0</inkml:trace>
  <inkml:trace contextRef="#ctx0" brushRef="#br0" timeOffset="165820.477">20109 3260 2026 0,'0'-3'57'0,"3"-5"14"0,0 3-57 0,0 0-14 0,-3 5 0 0,3-3 0 16,0 0 112-16,3 3 19 0,0 0 4 0,-3 0 1 15,3 0-56-15,0 3-12 0,-3 0-1 0,3-1-1 16,0 6-30-16,0 0-7 0,0-5-1 0,0 5 0 16,3 0-12-16,-3 2-4 0,3 1 0 0,0-1 0 15,-1 6-12-15,4-2 0 0,0 1 8 0,0 4-8 16,3 0 0-16,0-4 0 0,3 7 0 0,-3-4 0 15,3 1 0-15,-1-1 0 0,4 1 0 0,-3-6 0 16,0 3 0-16,-3 0 0 0,0-6-13 0,0 3 4 16,0-5-131-1,-1 0-25-15,1 0-6 0</inkml:trace>
  <inkml:trace contextRef="#ctx0" brushRef="#br0" timeOffset="166066.44">20657 3435 2206 0,'-3'-8'63'0,"3"-6"13"16,-3 6-61-16,3 3-15 0,0-3 0 0,0 6 0 16,0 2 68-16,0 0 10 0,0 0 2 0,0 0 1 0,0 0-13 0,0 0-4 0,0 0 0 0,0 0 0 15,0 0 0-15,0 0 0 0,0 2 0 16,0 6 0-16,0 3-51 0,0-1-13 0,0 4 0 0,0-4 0 31,0 1 0-31,0 5 0 0,0-6 0 0,0 3 0 16,0 1-11-16,0-4-5 0,3 1 0 0,-6-1-1 0,3 1 5 15,0-3 2-15,0 2 0 0,0 4 0 16,0-9-22-16,-3 0-4 0,3 6 0 0,0-9-1 16,0-2-124-16,0 0-25 0,0 0-5 0</inkml:trace>
  <inkml:trace contextRef="#ctx0" brushRef="#br0" timeOffset="166233.204">20732 3257 1824 0,'0'0'76'16,"0"0"-60"-1,0 0 107-15,0 0 21 0,0 0 5 0,0 0 1 16,0 0-100-16,0 0-20 0,0-8-4 0,0 8-1 16,0-5-109-16,0 5-23 15,-3-5-4-15</inkml:trace>
  <inkml:trace contextRef="#ctx0" brushRef="#br0" timeOffset="166500.463">20127 3130 2184 0,'0'0'45'0,"3"0"11"0,6 0-44 16,-3 0-12-16,3-2 0 0,0 2 0 0,3-3 108 0,0 3 19 0,0-5 4 0,0 2 1 16,5-2-56-16,1 2-12 0,3-5-1 15,3 0-1-15,3 3-29 0,0-3-5 0,2-5-2 0,1 5 0 16,0 0-17-16,0 0-9 0,-1 0 10 0,1 0-10 16,-3 3 0-16,0-1 0 0,0 4 0 0,-1-3 0 31,4 2-177-31,-3 3-42 0,3-5-8 0</inkml:trace>
  <inkml:trace contextRef="#ctx0" brushRef="#br0" timeOffset="191991.526">11674 12613 1877 0,'3'-2'53'0,"-3"-3"12"0,3 2-52 0,-3-2-13 0,3-1 0 0,-3 1 0 16,-3 2 81-16,3 3 14 0,-3-5 2 0,0 0 1 15,-3 2-31-15,-3 3-7 0,0-3 0 0,-3 1-1 16,0 2-22-16,-3 2-4 0,0 1-1 0,-3 0 0 15,-2-1-16-15,2 4-3 0,-3-1-1 0,-3 3 0 16,3-3 16-16,0 3 4 0,4 3 0 0,-1-1 0 16,0 1-48-16,6 0-8 15,-3 2-3-15,6 0 0 0,3-2 43 0,0 2 9 0,3 0 2 16,0 0 0-16,6 0-73 0,0 1-14 16,0-1-4-16,6 5 0 0,0-4 64 0,3 2 15 0,3-1 1 0,0-1 1 15,0-4-27-15,2 3-6 0,1-5 0 0,3 6-1 16,-3-6 17-16,0-3 0 0,-3 3 0 0,0-3 0 15,-3 0 0-15,-1 1 0 0,-5-4 0 0,0 4 0 16,-3-1-34-16,-3-5-3 0,-3 8-1 0,0-3 0 16,-6 0 6-16,-2 3 0 0,-4-2 1 0,0 2 0 15,-3-3 15-15,-3 3 4 0,0 0 0 0,-3-3 0 16,4 3 23-16,-1 0 5 0,3 0 0 0,-3-3 1 16,3-2-33-16,0-1-8 0,3 1 0 0,1-6-1 15,2 3-132-15,0-2-27 0,3-3-4 0</inkml:trace>
  <inkml:trace contextRef="#ctx0" brushRef="#br0" timeOffset="192506.105">12016 12727 1851 0,'-12'-2'52'15,"0"-1"12"-15,3 3-51 0,-3-3-13 0,3 3 0 0,-2 0 0 16,2 3 63-16,-3 0 9 0,3 2 3 0,-3 0 0 16,0 3-31-16,3 0-5 0,0 0-2 0,0 3 0 15,3-1 22-15,-3 3 4 0,3 1 1 0,-3-1 0 16,3 0-40-16,3 3-7 0,-2-3-1 0,2 0-1 16,0 1-24-16,3-1-5 0,0 3-1 0,0-6 0 15,3 1 15-15,0 0 0 0,-1-4 0 0,4 1 0 16,3-2 0-16,0-1 0 0,0 0 0 0,3-2 0 15,3 0-19-15,0-3-1 0,3 0 0 0,0-3 0 16,2 0 20-16,-2-5-10 0,3 3 10 0,0-6-8 16,-3 4 8-16,0-7 0 0,-3 1 0 0,-1 0 0 0,1-3 8 15,-3 0-8-15,0-2 10 0,-3 2-10 0,0-5 16 0,-6 2-4 16,0 0 0-16,0 1 0 0,-3-1-12 0,-3 4 11 0,0-1-11 16,-3 2 10-16,-3 1 6 0,-3 0 2 0,3 5 0 0,-6-3 0 15,-2 4-30-15,-1 1-5 0,-6 1-2 0</inkml:trace>
  <inkml:trace contextRef="#ctx0" brushRef="#br0" timeOffset="193020.395">12391 12677 2100 0,'0'0'44'0,"0"0"10"0,0 0-43 15,0 0-11-15,0 0 0 0,0 0 0 0,0 0 96 0,0 0 16 0,0 0 4 0,-3 5 1 16,0 1-45-16,0-1-8 0,-3 3-3 0,3 2 0 15,0-2-45-15,-3 6-8 16,3-1-8-16,0 3 9 0,-3 0-9 0,3 2 0 0,0 3 0 0,3 0 0 16,-3 1 0-16,3-4 0 0,0 1 0 0,0 2 0 15,0-3 11-15,0 3 0 0,3-2 0 0,0-1 0 32,-3 1-43-32,3-3-9 0,0 2-2 0,0-2 0 0,0 0-17 0,0 0-3 0,0 3-1 15,-3-4 0-15,3-1-16 0,0 2-4 0,-3-3-1 16,0-3 0-16,3-2-33 0,-3 0-6 0,0 0-2 15</inkml:trace>
  <inkml:trace contextRef="#ctx0" brushRef="#br0" timeOffset="193321.911">12373 12696 2228 0,'-3'-14'63'0,"0"1"14"16,3 0-61-16,-3 2-16 0,3 1 0 0,0-1 0 15,0 3 64-15,3 0 11 0,0 0 1 0,0 3 1 16,3 0-24-16,3-1-5 0,0 1 0 0,0 2-1 16,3 1-11-16,0-1-1 0,3 0-1 0,0 3 0 0,-1 0-4 0,-2 0-1 15,0 3 0-15,3 0 0 0,-3-1-12 0,0 1-2 0,3 2-1 0,-3 1 0 16,-3 2-14-16,3-3 0 0,-4 3 8 0,1 0-8 16,-3 0 0-16,-3 0 0 0,0 0 0 0,0 2 0 15,-6-2 0-15,3 0-13 0,-6 3 2 0,0-1 1 16,0 1 10-16,-2-1 14 0,-1 1-3 0,-3 2-1 31,0-2-62-31,-3-1-12 0,3 1-2 0,-3 0-1 16,0-4 3-16,-3-1 1 0,0-1 0 0,4 0 0 0,-4 1-117 15,3-6-23-15,3 2-5 0</inkml:trace>
  <inkml:trace contextRef="#ctx0" brushRef="#br0" timeOffset="193919.097">12969 12674 1337 0,'0'0'28'0,"0"0"6"0,0 0-34 0,0 0 0 0,0 0 0 0,0 0 0 15,0 0 92-15,0 0 12 0,0 6 3 0,0-1 0 16,0 3-43-16,-3-3-8 0,3 0-1 0,0 3-1 15,0-8-18-15,-3 6-4 0,3-6-1 0,0 5 0 16,0-5 66-16,0 0 14 0,0 0 2 0,0 0 1 16,-3 5-24-16,3-5-5 0,0 0-1 0,0 0 0 15,0 0-20-15,0 0-5 0,0 0-1 0,0 0 0 16,0 0-22-16,0 0-5 0,-3-5-1 0,0 2 0 16,0-2-18-16,3 0-3 0,0-1-1 0,0-1 0 15,0 1-8-15,3 1 0 0,-3-3 0 0,3 5 0 16,0-2 0-16,-3 0 0 0,3-1 0 0,0 1 0 15,-3 5-17-15,0-5 4 0,0 5 1 0,0 0 0 16,0 0-98-16,0 0-19 0,5-3-4 0</inkml:trace>
  <inkml:trace contextRef="#ctx0" brushRef="#br0" timeOffset="194203.829">12989 12976 1621 0,'-9'18'33'0,"6"-12"10"0,0 2-35 0,0-3-8 0,3 0 0 0,-2 1 0 15,2-6 100-15,-3 8 17 0,0-3 4 0,3 0 1 16,0-5-50-16,0 0-11 0,0 0-1 0,0 0-1 16,0 0 4-16,0 5 1 0,0-5 0 0,0 0 0 15,0 0 0-15,0 0 0 0,3 6 0 0,-3-6 0 16,0 0 0-16,0 0 0 0,5 2 0 0,-5-2 0 15,0 0-52-15,0 0-12 0,3-2 0 0,0-1 0 16,3-2 0-16,-3-1 0 0,0 1 0 0,3 0 0 16,-3 0 0-16,0-3 0 0,3 0 0 0,-3 2 0 15,0-2-100-15,0 1-22 0,0-1-5 0</inkml:trace>
  <inkml:trace contextRef="#ctx0" brushRef="#br0" timeOffset="195795.37">11147 13450 984 0,'-9'2'41'0,"0"-2"-33"15,3 0 120-15,6 0 23 0,0 0 5 0,0 0 0 16,0 0-73-16,0 0-15 0,0 0-4 0,0 0 0 15,0 0 0-15,6-2 0 0,0-1 0 0,0 0 0 16,3 1-9-16,-3-1-3 0,3 0 0 0,3-2 0 16,-3 2-12-16,2 1-4 0,4-1 0 0,-3 1 0 15,3-1-12-15,-3 0-2 0,3 1-1 0,0-4 0 16,0 6-9-16,0-5-1 0,-1 5-1 0,1-3 0 16,0 1-1-16,3-1 0 0,0 3 0 0,3-3 0 15,-3 3-9-15,2 0 0 0,4-2 0 0,0 2 0 16,-3-3 0-16,3 3 0 0,-3 0 0 0,2 0 0 15,1 0 0-15,0 0 0 0,0 0 0 16,0 0 0-16,2-3 53 0,-2 3 9 0,0-2 2 0,0 2 0 16,3-3-52-16,-1 3-12 0,1-2 0 0,3-1 0 15,0 0 0-15,-3 3 0 0,2-5 0 0,-2 5 0 16,0-3 0-16,0 1 0 0,-4-1 0 0,1 3 0 16,0-3 0-16,0 1-10 0,-3-1 2 0,3 3 0 15,-1-3 8-15,4 1 11 0,-3-1-3 0,0 3 0 16,0-3-8-16,2 1 0 0,-2-1 0 0,0 3 0 15,-3-5 20-15,3 2 1 0,-1 1 1 0,-2-1 0 16,0 0-35-16,0 3-7 0,0 0-2 0,0-2 0 16,0 2 22-16,-1-3 0 0,-2 3 0 0,3-3 0 0,0 1 0 0,-3-1 0 0,3 3 0 0,-4-3 0 15,4 1 47-15,-3-1 13 16,3 0 4-16,-3 1 0 16,0 2-72-16,-3 0-15 0,2-3-2 0,1 3-1 0,-3 0 26 0,-3-2 12 0,3 2 0 0,-3-3-1 15,3 3 3-15,12 0 1 0,-7-3 0 0,-11 3 0 16,0 0-15-16,0 0 0 0,3 0 0 0,0 0 0 15,0 0 0-15,3 3 0 16,-3-3 0-16,3 0 0 0,-4 0 0 16,4 3 0-16,-3-3 0 0,3 0 0 15,-3 0 0-15,3 0 0 0,0 0 0 0,0 0 0 0,-3 0 0 0,0 0 0 0,-1 0 0 0,1 0 0 16,0 0 0-16,-3 2 0 0,3-2 0 0,-3 0 0 16,0 0 0-16,0 3 0 0,-3-3 0 0,3 0 0 15,-3 0 0-15,0 2 0 0,0-2 0 0,0 0 0 16,-3 0 0-16,2 0 0 0,-2 0 0 0,-3 0 0 15,6-2 0-15,-3 2 0 0,3 0 0 0,-6 0 0 16,3-3 0-16,0-2 0 0,3 0 0 0</inkml:trace>
  <inkml:trace contextRef="#ctx0" brushRef="#br0" timeOffset="196498.502">14359 12452 1579 0,'-3'-5'32'0,"-3"-1"10"0,3 4-34 0,3 2-8 0,-3-5 0 0,3 5 0 15,-6-3 133-15,6 3 25 0,0 0 5 0,-6 0 1 16,6 0-58-16,-6-3-11 0,0 3-3 0,0 3 0 16,0-3-22-16,0 3-5 0,0-1-1 0,0 3 0 15,-3 1 0-15,3 2 0 0,-3-3 0 0,0 6 0 16,-3-1-51-16,4 1-13 0,-4-1 0 0,3 4 0 16,0-1 0-16,0 3 0 0,0 2 0 0,0 1 0 15,3 2 8-15,0 5 0 16,3 1-8-16,-3 2 12 0,3 5-12 0,0-2-8 0,0 5 8 15,0-2-13-15,3-1 13 0,0 0 8 0,0-2 0 0,0 0-8 16,0 0 0-16,0-3 0 0,0 2-10 0,0 1 10 16,0 0 0-16,0-3 0 0,-3 3 0 0,3 0 0 15,0-6 0-15,-3 0 0 0,3-2 0 0,-3-3 0 16,3 1-59 0,-3-4-4-16,0 1-1 0,-3-3 0 0,3-1 0 0,0-4 0 0,-2 2 0 0,-1 0 0 15,0-5 6-15,-3 0 1 0,3 0 0 0</inkml:trace>
  <inkml:trace contextRef="#ctx0" brushRef="#br0" timeOffset="196708.941">13936 13008 2310 0,'3'-11'48'0,"-3"11"11"0,3-3-47 16,0-2-12-16,0 3 0 0,3-1 0 15,0-2 53-15,0 5 9 0,0-3 2 0,3 0 0 0,-3 3-2 0,2 0 0 0,1 0 0 0,3 0 0 16,0 0-24 0,0 0-5-16,3-2-1 0,-3 2 0 15,3-6-49-15,0 4-11 0,0-1-1 0,2 0-1 16,4-2-27-16,3 0-6 0,0-3-1 0</inkml:trace>
  <inkml:trace contextRef="#ctx0" brushRef="#br0" timeOffset="197132.138">14802 12878 1900 0,'0'0'40'0,"0"0"8"0,0 0-39 15,0 0-9-15,0 0 0 0,0 0 0 16,0 0 83-16,0 0 14 0,0 0 3 0,0 0 1 0,0 0-27 0,6 0-6 15,0 0 0-15,0 0-1 0,3 0 1 0,0 0 0 0,0 0 0 0,3 0 0 16,0 0-55-16,-1-3-13 0,4 3 0 0,-3-2 0 16,3 2 0-16,0 0 0 0,3-3 0 0,-3 3 0 15,3 0 0-15,-1-3 0 0,1 1 0 0,3-1 0 16,-3 1 0-16,0-1 0 0,3 0 0 16,-3 1 0-16,-1-1 0 0,-2 0 0 15,0 1 0-15,-3-1 0 16,0 0-151-16,0 3-33 0,-6 0-6 0</inkml:trace>
  <inkml:trace contextRef="#ctx0" brushRef="#br0" timeOffset="197420.954">14856 13069 1883 0,'0'0'39'0,"0"0"10"0,0 0-39 0,0 0-10 0,0 0 0 0,0 0 0 16,3-3 107-16,-3 3 19 0,0 0 4 0,6 0 1 16,-3-3-43-16,3 1-9 0,0-1-2 0,-1 0 0 15,1 1-17-15,0 2-4 0,0 0-1 0,0-3 0 16,0 3-11-16,0 0-3 0,3 0 0 0,0 0 0 16,0-3-33-16,3 3-8 0,0 0 0 0,0-2 0 15,3 2 0-15,-1 0 0 0,1-3 0 0,3 3 0 16,-3-3 0-16,3 3 0 0,3 0 0 0,-3 0 0 15,2 0 0-15,1 0 0 0,-3 0 0 0,3 0 0 16,0-2-100-16,0 2-23 0,-3 0-4 0</inkml:trace>
  <inkml:trace contextRef="#ctx0" brushRef="#br0" timeOffset="199516.012">24378 9301 1337 0,'0'0'56'15,"0"0"-44"1,0 0 92-16,0 0 18 0,0 0 4 0,0 0 1 0,0 0-55 0,0 0-12 16,0 0-1-16,0 0-1 0,0 0-20 15,0 2-4-15,0-2-1 0,0 0 0 16,3 6-17-16,-3-6-3 0,3 5-1 0,0 0 0 16,0-2-12-16,0 2 0 0,3 0 8 0,0 1-8 0,-3-4 0 15,3 4 0-15,0-1 0 0,-1-2 0 0,4 2 0 0,0-2-8 0,0 2 8 0,0-3-13 16,3 4 13-16,-3-4-12 0,3 1 12 0,3 0-12 31,-3-3 12-31,3 0-11 0,-3 0 11 0,-1-3-10 0,4 0 10 0,-3-2 0 16,3 0 0-16,0 0 0 0,0-6 0 0,-3 0-8 0,3 1 8 0,0-3-8 15,-1-1-8-15,1-2-2 0,3 3 0 16,-3-3 0-16,0-2 18 0,0-3-8 0,-3-1 8 0,3 1 0 16,-3 3-28-16,-1-1 2 15,4 1 0-15,-6 2 0 0,3 0-7 0,-3 3-2 16,-3 0 0-16,3 2 0 0,-3 3-125 0,0-3-26 0</inkml:trace>
  <inkml:trace contextRef="#ctx0" brushRef="#br0" timeOffset="199850.331">24619 9280 1957 0,'0'0'82'16,"0"0"-66"0,0 0 11-16,0 0 1 0,0 5 1 0,3-3 0 15,-3 4 27-15,3 2 4 0,0-3 2 0,0 0 0 0,0 1-48 0,0 1-14 0,3-1 0 0,0 2 8 16,0-3-8-16,0 0 0 16,0 1 0-16,0-1 0 0,-1-2 0 0,4-1 0 0,-3 1 0 15,3-1 0-15,0 1 0 0,3 0 11 0,-3-3-11 16,0 0 12-1,3-3-12-15,0 3 0 0,0-3-12 0,0 3 12 16,3-2 26-16,2-3 13 0,1 2 2 0,0-2 1 0,0-1-26 0,3-2-4 16,0 0-2-16,2 0 0 0,-5 1-10 0,3-1 0 15,-3-3 9-15,0 0-9 16,0 4-40-16,0-1-12 0,-4 2-2 0,4-2-1 16,-3 6-67-16,-3-4-14 0,3 4-2 0</inkml:trace>
  <inkml:trace contextRef="#ctx0" brushRef="#br0" timeOffset="200554.717">24369 11431 1963 0,'0'0'40'0,"0"0"12"15,0 0-42-15,-3-6-10 0,3 1 0 0,0 5 0 16,3-5 73-16,-3 5 13 0,3-3 2 0,0-2 1 16,0 2-49-16,-3 3-9 0,3-2-3 0,-3 2 0 15,6 0-20-15,-6 0-8 0,3 2 0 0,3 1 9 16,0 2-9-16,0 3 0 0,-3-3 0 0,3 3 8 15,0 0-8-15,-1 0-14 0,1 0 3 0,0 0 1 16,3 0-6-16,0 0 0 0,0-3-1 0,0 3 0 16,0-5 6-16,3 0 2 0,-3-1 0 0,3 1 0 15,-3-3 9-15,3-3 0 0,2 1 0 0,-2-1 0 16,0-5 0-16,0 0 14 0,0 0-3 0,0-3-1 16,0 1 9-16,3-3 1 0,-3-3 1 0,3 0 0 15,-1 0-37-15,1 0-8 0,0-2-2 0,3-1 0 0,0 1 48 0,-3-1 10 16,0 1 1-16,0-1 1 15,-1 3-34-15,-2-2 0 0,0 2 0 0,0 3 0 16,-3-1-25-16,-3 1-6 0,0 2-1 0,-3 4 0 16,-3 1-40-16,3 4-8 0,-3 2-1 0</inkml:trace>
  <inkml:trace contextRef="#ctx0" brushRef="#br0" timeOffset="200921.467">24684 11322 2066 0,'0'0'43'16,"0"0"10"-16,0 0-42 0,-3-5-11 0,3 5 0 0,0 0 0 15,-3-3 53-15,3 3 9 0,0 0 2 0,0 0 0 16,0 0 0-16,0 0 0 0,-2-5 0 0,2 5 0 16,0 0-52-16,0 0-12 0,0 0 0 0,0 0 0 15,0 0 28-15,0 8 4 0,0 0 0 0,2 0 0 16,-2 2 0-16,3 1 0 0,-3 2 0 0,3-2 0 15,-3 2-77-15,3-2-15 0,-3 2-4 16,3-3 0-16,-3 4 40 0,0-4 8 0,3 1 2 0,-3-1 0 16,3-2 2-16,0 3 1 0,0-3 0 0,0-3 0 15,3 0 11-15,0 1 0 0,0-4 0 0,0-2-8 16,3 0 18-16,0-2 4 0,0-1 1 0,3-2 0 16,3-3 17-16,-3 3 3 0,2-3 1 0,4 0 0 15,-3 0-6-15,3 0-1 0,0-3 0 0,0 3 0 0,0-2-16 16,0-1-3-16,2 1-1 0,-2-1 0 0,-3-2-9 0,3 2 0 15,-3 1 0-15,3-1-11 16,-3 3-109-16,-4-3-21 0,4 1-5 0</inkml:trace>
  <inkml:trace contextRef="#ctx0" brushRef="#br0" timeOffset="206396.95">16112 12775 1751 0,'0'0'74'0,"0"0"-59"31,0 0 90-31,-3-5 19 0,3 5 3 0,0-6 1 0,0 6-42 0,-3-5-8 0,3 5-2 0,-3-3 0 31,3 3-25-31,-3-5-6 0,3 5-1 0,-6 0 0 0,-3 0-10 0,3 0-2 0,0 3-1 0,0-1 0 16,-3 4-11-16,-3 2-1 0,0 0-1 0,1 2 0 15,-4 1-18-15,0 2 10 0,-6 0-10 0,3 0 8 32,0 3-27-32,-3 0-5 0,4 0-2 0,-4 0 0 0,3 0 26 0,3-3 0 0,-3 3 0 0,3-3 0 15,0 3-64 1,3 0-8-16,0 0-2 0,1 0 0 0,-4-3-158 15,3-5-32-15</inkml:trace>
  <inkml:trace contextRef="#ctx0" brushRef="#br0" timeOffset="206659.397">15734 12807 2269 0,'-3'-11'64'0,"3"3"15"16,0 0-63-16,0 0-16 0,0 3 0 0,0 5 0 15,0 0 105-15,0 0 19 0,0 0 3 0,0 0 1 16,0 0-103-16,0 0-25 0,0 0 0 0,3 5 0 16,0 1 0-16,3 1 0 0,0 1 0 0,0 3 0 15,0 0 40-15,3-1 4 0,-4 3 0 0,4 1 0 16,0-1-36-16,0 0-8 0,0 0 0 0,0 3 0 0,3-3 0 16,0 3 0-16,0-2 0 0,0-1 0 0,0 0 20 0,3 0 0 15,-4 0-1-15,4 1 0 16,0 2-51-16,0-6-11 0,3 3-1 0,-6-2-1 15,3-3-39-15,0 0-7 0,-1-3-1 0</inkml:trace>
  <inkml:trace contextRef="#ctx0" brushRef="#br0" timeOffset="206881.571">16231 12960 2062 0,'-3'-5'96'0,"3"5"-85"0,0-5-11 0,0 5 0 0,-3-3 0 15,3 3 105-15,0 0 19 0,0 0 4 0,-6-3 1 16,6 3-40-16,0 0-8 0,0 0-1 0,-6 3-1 15,6-3-41-15,-3 3-8 0,3-3-2 0,-3 7 0 16,0 1-12-16,0 0-4 0,3 0 0 0,0 3 0 16,-3-3-4-16,3 2-8 0,0 1 11 0,0 0-11 15,0-1 0-15,0 3 0 0,0 1 0 0,0-1 0 16,0 0 0-16,0 3 0 0,0 0 0 0,0-3 0 16,0 3-29-16,0-3-7 0,0 0 0 15,0 1-1-15,0-4-91 0,0 1-17 0,0-3-4 16</inkml:trace>
  <inkml:trace contextRef="#ctx0" brushRef="#br0" timeOffset="207430.947">15710 12508 1554 0,'0'0'72'0,"0"0"-64"0,0 0-8 0,0 0 0 0,0 0 0 16,0 0 102-16,0 0 19 0,0 0 4 0,0 0 1 15,0 0-31-15,0 0-7 0,0 0 0 0,6 0-1 16,3-3-20-16,-3 3-4 0,0 0-1 0,0 0 0 16,3-3-18-16,0 3-3 0,0-2-1 0,2 2 0 15,1 0-22-15,3-3-5 0,3 3-1 0,0-3 0 16,6 1-12-16,0-1 0 0,-1 3 0 0,7-5 0 16,-3 2 16-16,0 1 0 0,2-4 0 0,-2 1 0 15,0 2-16-15,-3 1 0 0,0-1 0 0,-3 0 0 0,-1 1-10 0,-2-1-5 16,3 0-1-16,-3 3 0 15,-3-2 16-15,3-1 0 0,-3 0 0 0,-4 3 0 16,1-2-27-16,0-1-2 0,0 1-1 0,0-1 0 16,0 0-164-16,3 1-33 0</inkml:trace>
  <inkml:trace contextRef="#ctx0" brushRef="#br0" timeOffset="208154.577">17109 12674 2269 0,'0'0'64'0,"-3"-5"15"16,3 5-63-16,-3-5-16 0,3 5 0 0,-9-3 0 15,3 3 54-15,0 0 8 0,0 0 2 0,-3 5 0 16,0-2 0-16,0 5 0 0,1-3 0 0,-1 6 0 16,-3-1-52-16,0 4-12 0,0 2 0 0,-3 2 0 15,0 1-14-15,-3 2-6 0,0 0 0 0,-5 3-1 16,2-3-2-16,-3 3 0 0,0-6 0 0,-3 6 0 16,4-3-21-16,-1 0-5 0,3-2-1 0,-3 2 0 15,6-2-31-15,0-4-7 0,0 1 0 16,1 0-1-16,-1-3-129 0,0-5-26 0</inkml:trace>
  <inkml:trace contextRef="#ctx0" brushRef="#br0" timeOffset="208379.991">16654 12844 1789 0,'3'-19'76'0,"0"3"-61"16,-1 0 149-16,1 3 29 0,0 3 7 0,0-1 0 15,0 3-108-15,-3 3-23 0,3-1-4 0,0 1-1 16,-3 5 0-16,0 0 0 0,0 0 0 0,0 0 0 15,3 5-51-15,3 3-13 0,-3 3 0 0,3 2 0 16,3 0 0-16,-3 3 0 0,3 0 0 0,0 3 0 16,3-3 27-16,-3-1 2 0,3 1 1 0,3 0 0 15,-1 0-30-15,-2-3 0 0,3 3 0 0,0-3 0 16,0 1 0-16,0 2 0 0,-3-3 0 0,3 0 0 16,0 0-28-16,-4 0-8 0,-2-2-1 15,3 0-1-15,-3-3-108 0,0 0-22 16,0-1-4-16</inkml:trace>
  <inkml:trace contextRef="#ctx0" brushRef="#br0" timeOffset="208747.07">17112 12989 2066 0,'0'-10'43'0,"0"10"10"0,3-6-42 16,-3 1-11-16,3 0 0 0,0 2 0 15,0-2 116-15,3 2 20 0,0-2 5 0,0 2 1 0,0 1-74 16,0-4-14-16,0 4-3 0,0-1-1 0,2 0 23 0,1 1 5 0,0-1 1 0,-3 0 0 15,3 3-37-15,0 0-7 0,-3 0-2 0,3 0 0 16,-3 0-15-16,0 3-3 0,0 0-1 16,0-1 0-16,0 1-14 0,0 0 11 0,-3-1-11 0,-3-2 10 15,3 8-10-15,-3 0 0 0,-3 0-10 0,0 3 10 32,0-1-36-32,-3 3 0 0,-3 1-1 0,0-1 0 15,0 3-12-15,0 0-3 0,-3 0 0 0,0-1 0 16,0 4-9-16,3 0-3 0,1-1 0 0,-1 3 0 15,0-5 10-15,3 0 2 0,0 0 0 0,3-3 0 0,0 0 28 0,3-2 5 0,0-1 2 16,3 1 0 0,0-6-12-16,3 1-3 0,0-1 0 0,3-2 0 0,0-3 49 0,2 0 10 15,1 0 1-15,0-3 1 0,3 0-17 0,-3-2-3 0,3 0-1 0,-3-1 0 16,3-2-8-16,-3 3 10 0,0-3-10 0,-1 0 10 16,-2-2 10-16,3-1 1 0,-3 3 1 0,-3-5 0 15,0 0-155-15,-3-3-31 16</inkml:trace>
  <inkml:trace contextRef="#ctx0" brushRef="#br0" timeOffset="209409.27">16466 12918 1387 0,'0'0'58'16,"0"0"-46"0,0 0 92-16,0 0 18 0,0 0 4 0,0 0 1 15,0 0-51-15,0 0-11 0,0 5-1 0,0-5-1 16,-3 5-25-16,0 3-5 0,3-8-1 0,-3 6 0 15,3 2-15-15,-3-3-3 0,3 0-1 0,-3 3 0 16,3-3-13-16,0 3 0 0,-3-2 0 0,3-6 0 16,0 5 16-16,0 0-4 0,0-5 0 0,0 5 0 0,0-5 23 0,0 0 4 0,0 0 1 15,0 0 0-15,0 0 2 0,0 0 1 0,0 0 0 16,0 0 0-16,0 0-3 0,0 0 0 0,0 0 0 16,0 0 0-16,0 0-40 0,6 0-19 0,-3-2 2 0,3-4 0 15,-3 4 27-15,0-6 6 0,3 3 0 0,-3-3 1 31,0 0-116-31,3 2-23 0,0-1-5 0</inkml:trace>
  <inkml:trace contextRef="#ctx0" brushRef="#br0" timeOffset="211720.672">17814 12894 1094 0,'0'11'23'0,"0"-11"5"0,0 0-28 0,0 0 0 0,0 5 0 0</inkml:trace>
  <inkml:trace contextRef="#ctx0" brushRef="#br0" timeOffset="212041.252">17764 13042 1364 0,'0'0'57'15,"0"0"-45"1,0 0 122-16,3-3 25 0,3 1 5 0,0-3 0 16,0 5-42-16,3-6-9 0,0 4-1 0,-1-4-1 15,4 4-8-15,3-4-2 0,0 1 0 0,6 0 0 16,-3-1-81-16,6 4-20 0,-1-3 0 0,7-1 0 0,-3 1 0 16,0 0 0-16,0-1 0 0,-1-2 0 0,1 3 0 15,-6-3 0-15,0 0 0 0,0 3 0 0,-3 0 0 0,-1-1 0 16,1 1 0-16,-3 0 0 0,0 0 0 15,0 2 0-15,-3 0 0 0,0 1 0 16,-3-1-128-16,0 0-31 0,-3-2-5 0</inkml:trace>
  <inkml:trace contextRef="#ctx0" brushRef="#br0" timeOffset="212368.171">18023 12801 2553 0,'0'-8'53'0,"0"3"12"15,0 0-52-15,0 0-13 0,0-1 0 0,0 6 0 16,3-2 54-16,-3 2 8 0,0 0 2 0,0 0 0 16,0 0 0-16,0 0 0 0,0 0 0 0,0 0 0 15,3 2 0-15,0 6 0 0,0-3 0 0,0 6 0 16,-3 0-52-16,3 2-12 0,-3 0 0 0,3 6 0 15,-3-4 0-15,0 1 0 0,3 0 0 0,-3 3 0 16,3-1 0-16,0 1 0 0,0-1 0 0,-3 6 0 16,3-3 0-16,-1 0 0 0,-2 1 0 0,3 1 0 15,0 4 0-15,0-3-8 0,-3 0 8 0,3-1-13 16,0-1-35-16,-3-1-8 0,3-3 0 0,0-2-1 16,0-3 29-16,3-2 7 0,-3 2 1 0,3-5 0 15,-3-3-148-15,3-2-30 0,0 0-6 0</inkml:trace>
  <inkml:trace contextRef="#ctx0" brushRef="#br0" timeOffset="212877.946">19035 12759 1824 0,'0'0'76'0,"0"0"-60"16,0 0 89-1,0 0 19-15,0 0 3 0,0 0 1 0,0 0 0 0,-6 3 0 0,6-3 0 0,-6 2 0 16,0 4-103-16,0 2-25 0,0-3 0 0,0 3 0 16,0 0 35-16,0 2 1 0,-3 1 1 0,0 2 0 15,-3 0-23-15,-2 3-5 0,-1 0-1 0,-6 0 0 16,0 2-8 0,0-2 0-16,-3 3 0 0,1-3 0 15,-1 2-32-15,0-2-1 0,3 0-1 0,0 0 0 16,3-3-102-16,1 0-20 0,2-2-4 0</inkml:trace>
  <inkml:trace contextRef="#ctx0" brushRef="#br0" timeOffset="213180.13">18657 12841 2310 0,'0'-13'48'0,"3"0"11"15,-3 2-47-15,0 0-12 0,3 3 0 0,-3 1 0 16,0 1 53-16,3 1 9 0,-3 5 2 0,0 0 0 15,0 0 0-15,0 0 0 0,0 0 0 0,6 0 0 16,0 5 0-16,0 1 0 0,0 1 0 0,0 4 0 16,2 0-52-16,1 2-12 0,0 0 0 0,3 3 0 15,0 0 0-15,0 0 0 0,3-3 0 0,0 3 0 16,0 0 0-16,0 0 0 0,-1-3 0 0,4 3 0 16,-3-3 54-16,0 3 8 0,3 0 2 0,-3 0 0 15,0-3-52-15,-3 3-12 0,0 0 0 0,-1-1 0 16,1-1-48-16,0-1-13 0,0 0-3 0,0-2 0 15,0-3 52-15,-3 2 12 0,3-5 0 0,0 1 0 16,0-4-105-16,-3 1-19 0,2-6-3 0,1 1-1 16,0-1-63-16,0-5-13 0,0 0-2 0</inkml:trace>
  <inkml:trace contextRef="#ctx0" brushRef="#br0" timeOffset="213408.167">19273 13042 1918 0,'3'-5'85'0,"-3"-3"18"0,3 3-83 0,-3-1-20 0,0 1 0 0,0 5 0 15,-3-5 121-15,3 5 20 0,-3-6 4 0,3 6 1 16,0 0-46-16,0 0-10 0,0 0-2 0,0 0 0 15,0 0-44-15,0 0-8 0,-6 0-3 0,6 0 0 16,-6 6 25-16,3-4 5 0,-3 4 1 0,3 2 0 16,0-3-52-16,0 3-12 0,0 0 0 0,0 2 0 15,0 1 0-15,0 2 0 0,0 0 0 0,-3 1 0 16,3-1 13-16,0 3 0 0,3 0 0 0,-6-3 0 16,3 3-13-16,3-3-18 0,-2 3 4 0,2-3 1 15,-3-2 13-15,3 7 0 0,0-5 0 0,0-13 0 16,0 3-105-16,0-3-19 0,0 0-3 0,5 5-1 15,-2-5-51-15,6 0-10 0,-3-2-3 0</inkml:trace>
  <inkml:trace contextRef="#ctx0" brushRef="#br0" timeOffset="213755.519">19455 12984 1789 0,'0'0'37'0,"0"0"9"0,0 0-37 15,0 0-9-15,0 0 0 0,0 0 0 0,0 0 77 0,0 0 14 0,0 0 2 0,0 0 1 16,3 3-41-16,-3-3-8 0,5 5-1 0,-5-5-1 16,3 2 17-16,0 4 3 0,-3-6 1 0,3 2 0 15,-3-2-8-15,0 0 0 0,3 6-1 0,-3-6 0 16,0 0 14-16,0 0 3 0,0 0 1 0,0 0 0 15,0 0-35-15,0 0-7 0,0 0-2 0,0 0 0 16,0 0 5-16,0 0 1 0,0 0 0 0,0 0 0 16,0 0-35-16,0 0 0 0,0 0 0 0,0 0 0 15,0 0 0-15,0 0 0 0,0 0 0 0,0 0 0 16,3-6 0-16,0 1 0 0,0 0 0 0,0 0 0 16,0-3-44-16,0 2-16 0,-3 1-4 0,6 0 0 15,0-3-153-15,0 0-31 0</inkml:trace>
  <inkml:trace contextRef="#ctx0" brushRef="#br0" timeOffset="214234.72">20214 12748 2269 0,'0'0'64'0,"0"0"15"0,0 0-63 0,0 0-16 0,0 0 0 0,0 0 0 15,-6 3 105-15,0 2 19 0,0-2 3 0,-3 5 1 16,0 0-103-16,0 2-25 0,0-2 0 0,-3 6 0 15,-3-1 56-15,0 0 7 0,-3 6 1 0,-2-4 0 16,-1 4-52-16,-3-3-12 0,3 2 0 0,-3-2 0 16,1 3 0-16,-1-3 0 0,3 2 0 0,0 1 0 15,3-3-48-15,3 2-13 0,-3 1-3 0,4-1 0 16,-1-2-2-16,3 0-1 0,3-3 0 0,-3 0 0 16,3-2-97-16,0-3-20 0,0-3-4 0</inkml:trace>
  <inkml:trace contextRef="#ctx0" brushRef="#br0" timeOffset="214502.885">19806 12841 2310 0,'-6'-18'48'0,"3"12"11"0,3 6-47 0,0 0-12 0,0 0 0 0,0 0 0 16,0 0 104-16,0 0 20 0,0 0 3 0,0 0 1 15,0 0-103-15,0 0-25 0,0 0 0 0,0 0 0 16,0 0 56-16,3 8 7 0,0 3 1 0,-3-1 0 15,3 4 0-15,3-4 0 0,-3 3 0 0,3 3 0 16,0-3-52-16,0 1-12 0,0-1 0 0,2 0 0 16,1 0 0-16,0 1 0 0,0-1 0 0,3 0 0 15,0 0 0-15,0 1 0 0,3-1 0 0,0 3 0 16,0-3 0-16,0 0 0 0,2 3 0 0,1-5 0 16,0 2-100-16,0-3-22 15,3 1-5-15,-3-3-1 0,-1 0-153 0,-5-3-31 0</inkml:trace>
  <inkml:trace contextRef="#ctx0" brushRef="#br0" timeOffset="-214572.923">20234 13180 1580 0,'-6'-3'67'0,"3"-2"-54"16,1-1 143-16,-1 1 29 0,0 0 6 0,3 0 1 16,-3-3-52-16,3 2-9 0,0 1-3 0,0-3 0 15,3 0-51-15,-3 3-10 0,3-3-3 0,0 3 0 16,-1-1 0-16,1 1 0 0,3 0 0 0,0 0 0 15,0 2-51-15,3-2-13 0,0 2 0 0,0 3 0 0,0-3 54 16,0 1 8-16,0 2 2 0,0 0 0 0,0 0-64 0,0 2-18 0,0 1-1 16,0 0 0-16,-1-1 19 0,-2 1 0 0,0 2 0 0,0 0 0 15,0 1 0-15,-3 2 0 16,0 0 0-16,-3 0 0 16,0 2-25-16,-3 1-2 0,0 2 0 0,-3 0 0 15,0-2-15-15,-3 5-3 0,1-3-1 0,-4 0 0 16,3 3 8-16,0-3 2 0,0 0 0 0,0 1 0 15,3-4-23-15,-3 1-4 0,3 2-1 0,0-5 0 0,0 3 64 0,3-3 24 0,0-1 0 16,0-1-1-16,3-1-37 0,0 0-7 16,0-5-2-16,0 6 0 0,6-1 23 0,-3-2 0 0,6-1 0 0,-3 4 0 15,3-6 47-15,3 2 13 0,0-2 4 0,0 0 0 16,3 0-50-16,2 0-14 0,-2 0 0 0,3 0 8 16,-3 0 0-16,0 0 1 0,0 0 0 0,0 0 0 15,-3 0-9-15,3 0-16 0,-4 0 4 0,1 0 1 16,-3-2 11-16,3 2 0 0,-3-3 0 0,0 0 0 15,0 3-53-15,-3-2-9 0,0-1-2 0,0 0 0 16,-3 1-256-16</inkml:trace>
  <inkml:trace contextRef="#ctx0" brushRef="#br0" timeOffset="-210743.802">14189 13870 1956 0,'0'0'40'0,"0"0"11"0,0 0-41 0,0 0-10 0,0 0 0 0,0 0 0 15,0 0 101-15,0 0 19 0,0 0 3 0,0 0 1 16,-6 3-22-16,6-3-4 0,-6 3-1 0,0 2 0 16,0 0-79-16,3 3-18 0,0 0 0 0,-3 5 0 15,3 1 0-15,0 1 8 0,3 4-8 0,-3 2 12 16,0 0-12-16,3 0 0 0,-3 3 9 0,3 3-9 15,0-3 0-15,-3 2 8 0,3 0-8 16,-3 1 0-16,0-1 0 16,0 3 0-16,3-2 0 0,-3 2 0 0,0 0-24 0,0 0 1 0,3 0 0 0,-2 3 0 15,-1-5-13 1,0-1-4-16,3-2 0 0,-3 2 0 0,3-5-16 16,-3-2-4-16,3 2-1 0,0-2 0 15,0-3-28-15,-3-1-6 0,0-1-1 0,0-1 0 0,0-3-88 0,-3-2-17 16</inkml:trace>
  <inkml:trace contextRef="#ctx0" brushRef="#br0" timeOffset="-210519.261">13978 14214 2176 0,'0'0'45'0,"0"0"11"0,0 0-44 0,0 0-12 0,0 0 0 0,0 0 0 15,6-2 51-15,-1-1 8 0,1 0 1 0,0 1 1 16,3-1-15-16,0 0-3 0,3 3-1 0,0 0 0 16,0-2-18-16,3 2-3 0,-3-3-1 0,3 0 0 15,-3 3-12-15,2-2-8 0,1-1 10 0,3 1-10 32,-3-1-17-32,3-2-10 0,3-1-1 0</inkml:trace>
  <inkml:trace contextRef="#ctx0" brushRef="#br0" timeOffset="-210070.605">14626 14225 1824 0,'0'0'76'15,"0"0"-60"1,0 0 82-16,0 0 17 0,6 0 3 0,0 0 1 16,3 0-37-16,-3 0-7 0,3 0-2 0,0 0 0 0,0 0-21 0,3 0-4 0,0 0 0 0,3 0-1 15,-3 0-21-15,3 0-4 0,-1 0-1 0,4 0 0 16,0 0-21-16,0 0 0 0,0 0 0 0,-3-3-8 16,3 3 8-16,-3-2 12 0,-1 2-2 0,-2 0-1 15,0-3-9-15,-3 3 0 0,3-3 0 0,-3 3 8 16,-3-2-26-16,3 2-6 0,-3 0 0 0,0 0-1 15,-6 0-36-15,0 0-7 16,0 0-2-16,0 0 0 0,0 0-133 0,0 0-26 0,0 0-6 0</inkml:trace>
  <inkml:trace contextRef="#ctx0" brushRef="#br0" timeOffset="-209768.41">14644 14426 1824 0,'0'0'38'0,"0"0"8"15,0 0-37-15,0 0-9 0,0 0 0 0,0 0 0 16,0 0 53-16,0 0 9 0,6 3 2 0,0-1 0 16,0-2 51-16,3 3 10 0,-3-3 3 0,3 0 0 15,0 3-52-15,0-3-9 0,3 2-3 0,0-2 0 16,-3 3-50-16,6-3-14 0,-4-3 0 0,4 3 0 15,0 0 24-15,0-2-1 0,3-1 0 0,-3 3 0 16,0-3-11-16,0 1-3 0,-1-1 0 0,1 3 0 0,0-3-9 16,-3 1 0-16,0-1 0 0,0 0 0 0,0 1 8 15,0-1-8-15,0-2 0 0,0 2 8 16,2-2-36-16,-2 0-7 0,0-3-1 0,3 2-1 16,-3 1-135-16,0-3-28 0,0 3-4 0</inkml:trace>
  <inkml:trace contextRef="#ctx0" brushRef="#br0" timeOffset="-200013.285">15540 14132 2133 0,'6'0'60'0,"0"0"-48"32,0 0 35-32,3 0 7 0,-3 0 2 0,0 3 0 0,0 0 5 0,0-1 2 0,0-2 0 0,0 6 0 15,0-1-50-15,0 0-13 0,0 3 0 0,-3 0 0 16,0 3 28-16,0-1 1 0,0 1 0 0,0 5 0 16,-3-3-21-16,0 0-8 0,0 3 0 0,-3 0 9 15,0-3-9-15,0 3 0 0,-3 0 0 0,3 0 0 16,-3-3 25-16,0 0 7 0,0 0 0 0,0 1 1 15,0-4-54-15,3-2-11 0,-3-3-3 16,3 1 0-16,3-6 56 0,0 0 11 0,0 0 3 16,0 0 0-16,-3-6-52 0,0-2-11 15,3-2-1-15,0-3-1 0,3-3 30 0,0 0 0 0,0-3 0 0,3 1 0 16,3-1 0-16,0-2 0 0,0 0 0 0,3 2 0 16,0-2 28-16,-1 3-2 0,1-3 0 0,3-1 0 15,-3 4-10-15,0-1-1 0,-3 1-1 0,3-1 0 16,0 3-22-16,-3 3-5 0,0-3-1 0,0 6 0 15,0-1 46-15,-1 3 10 0,1 0 2 0,-3 6 0 16,0-1-33-16,0 6-11 0,0-1 0 0,0 4 9 16,0 2 7-16,-3-1 0 0,3 4 1 0,0 2 0 15,-3 1-29-15,0 1-7 0,0-1-1 0,0 2 0 16,-3-3-4-16,3 0 0 0,-3 0-1 0,0 0 0 16,-3-2-5-16,3 0-1 0,-3-1 0 0,0 1 0 0,0-3 31 15,0-3 13-15,-3 3-1 0,6-8 0 0,0 0-12 16,0 0 0-16,0 0 0 0,0 0 0 15,0 0-48-15,0 0-13 0,0-8-3 0,0 0 0 0,3-3 52 16,0 4 12-16,0-1 0 0,0-6 0 0,3 4 48 0,0-6 13 16,0 3 3-16,3-3 0 0,0 0-40 0,0-3-8 0,0 4-2 15,2-4 0-15,1 3 13 0,0 0 2 16,0 3 1-16,0-3 0 0,0 6-12 0,0-1-2 0,0 3-1 0,0 0 0 16,-3 5-3-16,3-2-1 0,-4 5 0 15,1 0 0-15,-3 0-2 0,3 5 0 0,-3-2 0 0,0 5 0 16,0 0-19-16,-3 3-4 0,3-1-1 15,-3 6 0-15,0 0 33 0,0 0 6 16,0 2 2-16,-3 3 0 0,0-2-18 0,0 0-8 0,0 2 0 0,-3-3 8 16,0 3-8-16,-3 1 0 0,0-1-12 0,0 3 12 15,0-3-36-15,0 0 1 0,3 0 0 0,-3 0 0 16,0-2-37-16,3 2-7 0,-3-3-1 0,3 1-1 16,3-3-151-16,0 0-31 0</inkml:trace>
  <inkml:trace contextRef="#ctx0" brushRef="#br0" timeOffset="-199759.144">16267 14251 2283 0,'0'0'48'0,"0"0"10"0,0 0-46 0,0 0-12 0,0 0 0 16,0 0 0-16,0 0 100 0,0 0 19 0,0 0 3 0,0 0 1 15,0 0-38-15,0 0-7 0,0 0-2 0,0 0 0 16,0 0-60-16,-3 6-16 0,0 2 0 0,3 0 0 31,-3-1 54-31,0 4 8 0,3 0 2 0,-3 2 0 0,3 0-64 0,-6 3-13 16,6 0-3-16,-6 0 0 0,3 0 16 0,0 2 0 0,0-2 0 0,-3 0 0 15,3 0 0-15,0 2 0 0,-3-5 0 0,3 3 0 32,0-5-39-32,0 0-8 0,3-1-1 0,-3-2-1 15,3 0-115-15,0 0-22 0,0-3-5 0</inkml:trace>
  <inkml:trace contextRef="#ctx0" brushRef="#br0" timeOffset="-199247.301">16722 14323 1963 0,'0'0'40'0,"0"0"12"0,0 0-42 0,0 0-10 0,0 0 0 0,6 0 0 15,0 0 71-15,0 0 12 0,0 0 2 0,3 0 1 16,3 0-29-16,0 2-5 0,2-2-2 0,-2 3 0 15,6-3-13-15,-3 0-2 0,6 0-1 0,-3 0 0 16,3 0-14-16,-1 0-2 0,1-3-1 0,0 1 0 16,3-1-17-16,0-2 8 0,0 2-8 0,2-2 0 15,-2 2 30-15,3-2-1 0,0 2 0 0,-3-2 0 16,-4 2-58-16,1 1-12 0,-3-1-3 0,0-2 0 16,-3 2-10-16,0 1-2 0,-6-1-1 0,3 0 0 15,-6 1-49-15,-1-1-10 0,-2 0-1 0</inkml:trace>
  <inkml:trace contextRef="#ctx0" brushRef="#br0" timeOffset="-198917.679">17023 14111 2066 0,'-3'-5'43'0,"0"2"10"0,3 3-42 15,-3-5-11-15,0 2 0 0,3 3 0 16,0 0 89-16,0 0 16 0,0 0 3 0,0 0 1 0,0 0-21 0,0 0-4 16,0 0 0-16,0 0-1 0,0 0-15 0,-3 6-4 0,0 1 0 0,0 1 0 15,3 0-51-15,-3 0-13 0,3 3 0 0,-3-1 0 16,3 4 0-16,-3-1 0 0,3 0 0 0,-3 3 0 16,0 0 30-16,3 2 3 0,-3 1 1 0,0-1 0 15,0 4-26-15,3-1-8 0,-3 3 0 0,0-1 0 16,3 1 0-1,-3 0 0-15,3-3 0 0,0 0 0 0,-3-2 0 0,3-1 0 0,0-2 0 16,0 0 0-16,0 0 0 0,0-3-17 16,0 1 1-16,0-4 1 0,0 1-25 15,0-1-6-15,0-2-1 0,0 0 0 0,0-3-95 16,3 1-19-16,-3-6-4 0</inkml:trace>
  <inkml:trace contextRef="#ctx0" brushRef="#br0" timeOffset="-198019.68">17532 14143 1838 0,'12'-11'38'0,"-9"6"10"0,2 2-39 0,1-2-9 0,0 0 0 0,3-1 0 15,0 1 92-15,-3 3 16 0,3-4 3 0,0 4 1 16,0-1-39-16,0 0-7 0,0 1-2 0,0 2 0 16,0 0 10-16,-3 0 2 0,3 0 0 0,-3 2 0 15,2 4-76-15,-2-4 0 0,0 4-14 0,0-1 2 16,3 3 12-16,-6 0 16 0,3 2-3 0,-3 4-1 16,0-1-12-16,0 3 8 0,-3-1-8 0,0 1 0 15,0 3-16-15,0-3-8 0,-3-3-3 0,0 3 0 16,0-3-9-1,0 0-1-15,-3 1-1 0,3-4 0 0,-3-2 5 0,0 3 1 0,0-6 0 0,0 0 0 16,4 1 12-16,2-6 2 0,0 0 1 0,0 0 0 16,-6 0 17-16,0-3-12 0,3-2 12 0,3-3-10 15,-3 0 10-15,6-6 0 0,-3 4 0 0,3-3 0 16,0-3 19-16,3 0-1 0,-3-3 0 0,2 4 0 16,4-4 21-16,-3 3 4 0,3-2 1 0,-3 2 0 15,3-3 6-15,0 3 2 0,0 0 0 0,-3 1 0 16,3 1 9-16,0 1 3 0,-3 0 0 0,3 2 0 15,0 3-52-15,-3 0-12 0,3 3 0 0,-4 0 0 16,1 5 0-16,3 0 0 0,-3 2 0 0,0 4 0 16,0-1 0-16,0 6 0 0,-3-1 0 0,0 3 0 0,3 1 0 0,-3-4 0 15,-3 4 0-15,3 1 0 16,-3-1-48-16,0-4-13 0,-3 3-3 0,0-2 0 0,0 0 52 0,0 2 12 0,-3-3 0 0,0 1 0 31,3-3-54-31,-3 3-8 0,3-4-2 0,0-1 0 0,3-6 47 0,-3 2 9 0,3-2 8 16,0 0-12-16,0 0 12 0,0 0-12 0,0 0 12 15,0-5-12-15,0-3 20 0,6 0 3 16,-3-2 1-16,6-4 0 0,-3 4-12 0,3-3 0 0,0-1 0 16,3 1 0-16,0 0 46 0,3-3 7 0,0 0 2 0,2 0 0 15,-2 0-5-15,3 1-1 0,-3 1 0 16,0 1 0-16,0 5-21 0,0 0-4 0,-3 0 0 0,0 3-1 16,-1 5-5-16,-5 0-1 0,3 3 0 0,-3 2 0 15,-3 0 0-15,3 6 0 0,-3 2 0 0,-3 0 0 16,0 3-7-16,0 0-2 0,-3 0 0 0,0 2 0 15,0 1-8-15,-3-1 8 0,0-2-8 0,3 5 8 16,-3-2-8-16,0 0 0 0,1-1 9 0,-4 3-9 16,3-2 0-16,-3 2 0 0,3 0 0 0,-3 0-8 15,3 0-17-15,-3-2-3 0,3 2-1 0,0-5 0 16,3 0-30-16,-3-3-5 0,3 0-2 0,0-2 0 16,3-3-165-16,0 0-33 0</inkml:trace>
  <inkml:trace contextRef="#ctx0" brushRef="#br0" timeOffset="-197280.964">18234 14373 1580 0,'0'0'67'15,"0"0"-54"1,0 0 110-16,0 0 21 0,0 0 5 0,-3-5 1 16,3-1-35-16,3 1-7 0,-3 0-2 0,0-3 0 15,3 3-34-15,3-1-6 0,-3 1-2 0,6 0 0 16,0-1-7-16,0 1-1 0,3 3-1 0,0-4 0 16,3 4-27-16,-1-1-6 0,1 0-1 0,3 1 0 15,0 2-8-15,-3 0-1 0,0 0-1 0,0 0 0 16,0 2-11-16,-4 1 0 0,1 0 9 0,-3-1-9 15,0 4 8-15,-3-1-8 0,0 0 8 0,0 3-8 16,-6 0 0-16,0 0 0 0,0 0 0 0,-3 0 0 16,0 2-23-16,-3-2-5 0,0 3-2 0,0 0 0 15,-3-4-11-15,3 4-3 0,-3-3 0 0,1 0 0 16,-4 0 8-16,3 0 2 0,0-3 0 0,-3 3 0 0,3-3 11 16,3 1 3-16,-3-4 0 0,3 4 0 0,0-4 11 0,6-2 9 0,0 0-12 15,0 0 12-15,0 0-13 0,0 0 4 0,0 0 1 0,6-2 0 16,0-1 8-1,3 0 0-15,0 1 0 0,0-1 8 0,3 0 30 0,-3-2 6 16,6 2 2-16,-4 1 0 0,1 2-46 0,0-3 0 16,0 3 0-16,0 0 0 0,-3 0 0 0,0 3 0 0,0-1 0 0,-3 1 9 15,0 2 29-15,0 3 6 16,0-2 0-16,-3 1 1 0,0 1-29 0,-3 3-7 0,3-3-1 0,-3 3 0 16,-3-1 3-16,3 3 0 0,-3-2 0 0,-3 2 0 15,0 0-11-15,0 3 0 0,-3-3-10 0,-3 3 10 16,0 0 0-16,0 0-9 0,0-3 9 0,-3 3 0 15,3-3-12-15,-2 3 4 0,-1-2 0 0,0-1 0 16,-3-3 0-16,3 4 0 0,-3-4 0 0,3 1 0 16,0-1-27-16,1-2-5 0,-1 0 0 0,0-2-1 15,0-1 33-15,0-3 8 0,3-2 0 0,3 0 0 16,-3-2-150-16,3-3-28 0,3-3-6 0</inkml:trace>
  <inkml:trace contextRef="#ctx0" brushRef="#br0" timeOffset="-189962.16">11394 15561 2067 0,'0'0'87'0,"0"0"-70"16,0 0 89-16,0 0 18 0,0 0 3 0,-6 3 1 15,6-3-59-15,-3 8-11 0,-3 0-2 0,3 0-1 16,0 2-37-16,0 1-7 0,0 2-2 0,0 3 0 16,3 0 29-16,-3 2 6 0,0 1 0 0,3 2 1 15,-3 3-36-15,0-3-9 0,3 0 0 0,-3 6 0 16,0-4 0-16,3 4 0 0,-3 2 0 0,0 0 0 16,0 0-34-1,3 0-9-15,-3 0-1 0,0 0-1 0,3-2-15 0,0-3-4 0,0 0 0 0,0-6 0 16,0-2 28-16,3 0 4 0,-3-6 2 15,0 1 0-15,3-3-146 0,-3-3-30 0,3 1-6 0</inkml:trace>
  <inkml:trace contextRef="#ctx0" brushRef="#br0" timeOffset="-189641.24">11412 15659 2066 0,'-9'-34'96'0,"6"20"-85"0,0 1-11 0,0-3 0 0,3 6 0 15,0-1 91-15,0 1 16 0,3 2 3 0,-3 0 1 16,6 2-75-16,-3-2-16 0,3 0-2 0,3 3-1 16,-3 0 15-16,3-3 2 0,2 3 1 0,1-1 0 15,3 1-5-15,3 0-1 0,0 0 0 0,0 2 0 16,0-2-14-16,3 5-3 0,-4-3-1 0,1 3 0 16,-3 0-11-16,0 3-16 0,-3 2 4 0,0 0 1 15,0 0 30-15,-6 6 5 0,0 0 2 16,0 2 0-1,-3 3-42-15,0-3-8 0,-3 3-1 0,-3 2-1 0,-3-2 10 16,0 3 1-16,-3-1 1 0,-3 1 0 16,0-1-29-16,-6 1-5 0,3-1-2 0,-6 1 0 0,1-1 50 0,-1-4 0 15,0-1 0-15,0-3 9 0,3 1-24 0,0-3-5 0,0-3 0 0,4 1-1 16,-1-1-11-16,3-3-3 0,0 1 0 16,3-3 0-16,3-3-41 0,-3-2-9 0,6 0-2 0</inkml:trace>
  <inkml:trace contextRef="#ctx0" brushRef="#br0" timeOffset="-189081.9">12007 15482 2142 0,'-6'5'44'0,"-3"-2"12"0,3 2-45 0,0-2-11 0,0 2 0 0,0 0 0 16,0 0 66-16,3 3 11 0,-3-2 3 0,1 4 0 15,-1 1-39-15,0-1-7 0,3 4-2 0,-3-1 0 16,3 3-21-16,0 2-11 0,0 1 10 0,0-1-10 16,3 1 0-16,0-3 0 0,0 2 0 0,0-2 0 15,3 0-13-15,3-3-3 0,-3-2 0 0,3-1 0 16,3-2-5-16,0-2-2 0,-1-1 0 0,4 0 0 15,-3-5 5-15,3 3 1 0,0-6 0 0,3 3 0 16,-3-2 7-16,0-4 2 0,0 1 0 0,0 0 0 16,-3-1 8-16,2-4-13 0,-2 2 5 0,-3-3 8 15,3 1 0-15,-3-3 0 0,0-1 0 0,-3 1 0 16,0-3 36-16,0 0 14 0,-3 0 3 0,0 1 1 16,0-1-1-16,-3 0 0 0,0 3 0 0,0-3 0 15,-3 5-8-15,0-2-1 0,0 2-1 0,-3 1 0 0,3 2-27 16,-5 0-6-16,2 3-1 0,-6-1 0 15,3 1-32-15,-3 2-6 0,0 1-2 0,0 2 0 16,0 0 3-16,3 0 1 0,-3 0 0 0</inkml:trace>
  <inkml:trace contextRef="#ctx0" brushRef="#br0" timeOffset="-188552.766">12558 15363 1580 0,'0'0'67'16,"0"0"-54"-1,0 0 92-15,0 0 19 0,0 0 3 0,-6 0 1 16,6 0-20-16,0 0-4 0,0 0-1 0,-9 0 0 16,9 0-39-16,0 0-8 0,-6 0-2 0,0 2 0 15,0 4-20-15,0-4-4 0,-3 4-1 0,3-1 0 16,-6 3-14-16,3 0-3 0,-3 0-1 0,-2 0 0 16,-1 2-11-16,0 1 0 0,0-1-10 0,-3 4 10 0,6-1 0 15,-3 0 0-15,3-2 11 0,0 2-3 0,4 0-8 16,2 0-10-16,0 1 10 0,3-1-13 15,3 0 4-15,3-2 1 0,0 2 0 0,3-5 0 16,2 2 8-16,4-2 11 0,0-2-3 0,0-1 0 16,3 0-27-16,3-2-5 0,0 2-2 0,-3-2 0 0,0-1 16 15,-1 1 10-15,1-3-12 0,-3 5 12 0,-3-2 0 16,0 0 0-16,0 2 0 0,-6 0 0 0,3 0-12 0,-3 1 2 0,0 2 0 16,-3 2 0-16,-3-2-10 0,0 3-3 0,0-1 0 15,-3 1 0-15,-6 0 11 0,0-1 1 0,0 3 1 0,-6-2 0 16,1 2-2-16,-4 0 0 0,0 3 0 0,-3-2 0 15,3-1 28-15,0 0 4 0,1 0 2 0,-1 0 0 16,0-2-69-16,3 0-13 16,3-1-4-16,-3 1 0 0,3-1-66 0,4-2-14 15,-1-2-2-15</inkml:trace>
  <inkml:trace contextRef="#ctx0" brushRef="#br0" timeOffset="-187789.84">10888 16358 1824 0,'0'0'38'0,"0"0"8"16,0 0-37-16,0 0-9 0,6 2 0 0,-3 1 0 15,3 0 0-15,3-1 0 0,-3-2 0 0,3 5 0 16,-1-5 37-16,1 0 6 0,0 3 1 0,6-3 0 15,-3 3-20-15,3-1-3 0,0 1-1 0,3 0 0 16,3-1 19-16,2-2 3 0,-2 3 1 0,6 0 0 16,-3-1-7-16,3-2 0 0,-1 0-1 0,1 3 0 15,0-3-14-15,-3 0-2 0,0-3-1 0,2 3 0 16,1 0-9-16,3-2-1 0,0-1-8 0,2 0 12 16,1 3-12-16,6-2 8 0,-3-1-8 0,2 0 0 15,1-2 8-15,-3 2-8 0,-1-2 0 0,4 0 9 16,0 0-9-16,3-1 0 0,-1 1 0 0,1-3 8 15,0 5-8-15,-1-2 0 0,1 0 0 0,0 0 8 16,-4-1 6-16,1 1 1 0,0 0 0 0,2-1 0 0,1 1-15 0,0 0 0 16,2 2 0-16,-2-5 0 15,-3 6 22-15,-4-4 2 0,1 4 0 0,0-4 0 16,0 4-11-16,-1-1-1 0,1 0-1 0,0 1 0 0,-1 2-2 16,-2-3 0-16,3 0 0 0,-6 1 0 0,-1 2 2 0,-2-3 0 15,-3 3 0-15,-3 0 0 0,0 0-2 0,-3 3 0 0,2-3 0 16,-2 2 0-16,0 1-9 0,-3 0 0 0,0-3 0 0,0 5 0 15,0-5 0-15,0 3 0 0,-4-3 0 16,4 2 0-16,-3-2 11 0,0 3 0 0,0-3 0 0,-3 3 0 16,0-3-11-16,3 0-14 0,-6 0 3 0,3-3 1 15,-3 0-95-15,-3-2-19 0,3 0-4 16</inkml:trace>
  <inkml:trace contextRef="#ctx0" brushRef="#br0" timeOffset="-187276.265">12912 15527 2245 0,'0'0'47'0,"0"0"10"16,0 0-45-16,0 0-12 0,0 0 0 0,0 0 0 15,0 0 92-15,0 0 16 0,0 0 3 0,0 0 1 16,0 0-40-16,0 0-8 0,0 0-2 0,0 0 0 15,0 0-32-15,0 0-6 0,0 0-2 0,0 0 0 16,0 0-14-16,0 0-8 0,0 0 8 0,0 0-8 16,0 0 0-16,-3-6 0 0,3 6 0 0,0 0 0 15,0 0-32-15,0 0-7 0,0 0-1 0,0 0-1 16,0 0-191-16,-3-2-39 0</inkml:trace>
  <inkml:trace contextRef="#ctx0" brushRef="#br0" timeOffset="-187084.487">12921 15768 2428 0,'-3'5'51'0,"0"0"10"0,3-5-49 0,-3 5-12 0,3-5 0 0,0 0 0 16,-3 6 83-16,3-6 13 0,0 0 4 0,0 0 0 16,0 0-38-16,0 0-7 0,0 5-2 0,0-5 0 15,0 0-33-15,0 0-6 0,0 0-2 0,0 0 0 16,0 0-12-16,0 0 0 0,0 0 0 0,3-3 0 31,0 3-64-31,3-5-15 0,-3 2-3 0</inkml:trace>
  <inkml:trace contextRef="#ctx0" brushRef="#br0" timeOffset="-186153.376">14457 15805 1580 0,'0'-6'67'0,"0"1"-54"16,0 5 143-16,0 0 29 0,0 0 6 0,0 0 1 15,0 0-103-15,0 0-20 0,0 0-4 0,0 0-1 16,0 0 0-16,0 0 0 0,0 0 0 0,-6 3 0 16,0 2-15-16,0 0-3 0,0 0-1 0,0 3 0 15,0 0-26-15,0 3-6 0,0 2-1 0,-3 0 0 16,0 6-4-16,3-1-8 0,-3 4 11 0,1 1-11 16,2 7 8-16,-3-1-8 0,3 2 0 0,0 4 0 15,3-6 0-15,0 0 0 0,0 0 0 16,3-2 0-16,0-1 0 0,0 0 0 0,0-2 0 15,0 3 0 1,3 2-48-16,-3 0-12 0,3 0-4 0,0 0 0 16,-3 0 28-16,0-2 4 0,3-3 2 0,-3-1 0 0,-3-1-54 0,3-1-12 0,0-5-1 0,-3-1-1 15,0 1 22-15,-3-2 4 0,3-1 0 16,-3-3 1-16,0 4-40 0,0-6-8 0,3 2-1 0</inkml:trace>
  <inkml:trace contextRef="#ctx0" brushRef="#br0" timeOffset="-185926.639">14171 16233 2066 0,'0'0'43'0,"0"0"10"0,0 0-42 15,0 0-11-15,0 0 0 0,0 0 0 0,0 0 53 0,0 0 9 0,0 0 2 0,3 0 0 16,3 0-24-16,0-2-5 0,0 2-1 0,0 0 0 15,3 0-10-15,0 2-3 0,0-2 0 0,0 0 0 16,5 0-9-16,1 0-3 0,0-2 0 0,3-1 0 16,0-2-19-16,6 2-4 0,0-5-1 0</inkml:trace>
  <inkml:trace contextRef="#ctx0" brushRef="#br0" timeOffset="-185505.755">14957 16117 1580 0,'0'0'67'15,"0"0"-54"-15,6 0 55 16,0 0 12-16,3 0 1 0,0 0 1 0,0 0-29 0,2 0-5 0,1-3-2 0,0 3 0 15,3-3 1-15,0 3 0 0,3-2 0 0,0-3 0 16,0 2-32-16,0-2-7 0,-1 2 0 0,1-2-8 16,3-3 8-16,-3 2-8 0,0 1 0 0,0 0 0 15,-3-3 0-15,-1 3-19 0,-2-1 3 0,0 4 0 32,0-1-35-32,-3 0-6 0,-3 1-2 0,0 2 0 0,0-3-41 15,-6 3-8-15,0 0-1 0</inkml:trace>
  <inkml:trace contextRef="#ctx0" brushRef="#br0" timeOffset="-185205.812">14993 16270 2066 0,'-3'6'43'0,"3"-6"10"0,0 0-42 16,-3 5-11-16,3-5 0 0,0 0 0 0,-3 5 83 0,3-5 14 0,0 0 3 0,0 0 1 16,3 5-59-16,-3-5-12 0,6 3-2 15,0 2-1-15,2-5 29 0,1 0 7 0,3 0 1 16,0 0 0-16,3 0-52 0,3 0-12 0,0-2 0 0,0-1 0 16,3 0 0-16,2 1 0 0,1-4 0 15,0 1 0-15,0 0 0 0,-3 0 9 0,2-3-9 0,-2 2 8 31,0 1-8-31,0 2 0 0,-3-2 0 0,0 2-11 16,-3-2-129-16,2 0-27 0,-2 0-5 0</inkml:trace>
  <inkml:trace contextRef="#ctx0" brushRef="#br0" timeOffset="-172404.506">16514 15704 1792 0,'0'0'51'0,"0"0"10"0,0 0-49 0,-3 5-12 0,3-5 0 0,-3 6 0 31,-3-1 105-31,3-2 19 0,0 2 3 0,0 0 1 0,0 0-52 0,-3 3-9 0,0-2-3 0,0-1 0 16,0 3-51-16,-3 2-13 0,3-2 0 0,-3 3 0 16,-3 0 31-16,3-1 3 0,-3 3 1 0,-2 1 0 15,-1 1-19-15,-3 1-4 0,0 0-1 0,-3 3 0 16,0 5 5-16,0-1 2 0,1 4 0 0,-4-1 0 15,6-2-26-15,-3 3-6 0,0-4-1 0,0-1 0 16,1-1 15-16,-1-3 0 0,0 1 0 16,0-3-9-16,3-3-5 0,-3 0-1 0,7-2 0 0,-1-1 0 15,3-4-21-15,0-1-5 16,3-3-1-16,3 1 0 0,0-6-146 0,3-2-30 0,0 0-6 0</inkml:trace>
  <inkml:trace contextRef="#ctx0" brushRef="#br0" timeOffset="-172161.757">16139 15850 1918 0,'0'0'40'0,"0"0"9"16,0 0-39-16,0 0-10 0,0 0 0 0,0 0 0 15,0 0 102-15,0 0 18 0,0 0 4 0,0 0 1 0,0 0-47 16,0 0-10-16,0 0-1 0,0 0-1 0,0 0-27 0,0 0-6 0,0 0-1 0,3 2 0 16,3 1-19-16,-1 2-4 0,1 0-1 0,0 3 0 15,3 0 12-15,0 3 3 0,3-1 0 0,-3 1 0 31,3 0-13-31,3 4-2 0,-3-1-8 0,6 2 12 16,-3 2-33-16,-1 1-7 0,4-1-2 0,0 3 0 0,0-2 30 16,0-3 0-16,-3 0 0 0,0-1 0 15,0-1-27-15,-1-6 1 0,1 2 0 0,-3-2 0 16,-3 0-194-16,3-5-40 0</inkml:trace>
  <inkml:trace contextRef="#ctx0" brushRef="#br0" timeOffset="-171923.16">16657 15961 2400 0,'0'0'68'0,"0"0"15"0,0 0-67 0,0 0-16 0,0 0 0 0,-6 2 0 15,6-2 74-15,-6 3 11 0,6-3 3 0,-6 5 0 16,0 1-31-16,3-1-5 0,0 3-2 0,0 0 0 16,0 2-26-16,3 1-4 0,-3 5-2 0,3 0 0 15,0 0-18-15,3-1 0 0,-3 4 0 0,3-1 0 16,-3 1 0-16,3-3 0 0,-3 0 0 0,3 0 0 15,0 2 12-15,-3-2-4 0,3-3 0 0,-3 3-8 16,0 0 0-16,0 0 0 0,0 2-12 0,0-4 3 16,0 1-43-16,0-1-9 0,0-1-2 0,-3 0 0 15,0-5-161-15,0-3-33 0</inkml:trace>
  <inkml:trace contextRef="#ctx0" brushRef="#br0" timeOffset="-170914.506">17115 16096 1552 0,'0'0'44'0,"0"0"10"15,0 0-43-15,0 0-11 0,0 0 0 0,0 0 0 0,0 0 53 0,0 0 9 0,0 0 2 0,6 2 0 16,3-2 0-16,0 3 0 0,0-3 0 0,3 0 0 16,2 0 0-16,1 0 0 0,6 0 0 0,-3-3 0 15,3 1-52-15,0-1-12 0,0-2 0 0,2-1 0 16,1 4 20-16,0-6 2 0,0 0 0 0,3 3 0 15,-1-3-35-15,1-3-7 0,0 3-2 16,3-2 0-16,-6 2 11 16,2 0 3-16,-2 0 0 0,0-3 0 15,-3 6-65-15,0-3-13 0,-6 3-2 0,-1-1-1 16,1 1-91-16,-6 0-19 0,0 2-3 0</inkml:trace>
  <inkml:trace contextRef="#ctx0" brushRef="#br0" timeOffset="-170591.213">17430 15876 2066 0,'0'0'96'0,"0"0"-85"0,0 0-11 0,0 0 0 0,0 0 0 31,0 0 96-31,0 0 16 0,0 0 4 0,0 0 1 0,-3 5-37 0,1 1-8 15,-1-1-2-15,0 3 0 0,0 2-22 0,0 1-5 0,3 0-1 0,-3 4 0 16,3 1-9-16,-3 5-1 0,3 1-1 0,0-1 0 16,0 3-23-16,0-1-8 0,0-1 0 0,0 1 9 15,0-1-9 1,0-4 0-16,0-2 0 0,0 3 0 0,0-4 0 16,0 4 8-16,0-3-8 0,0 0 0 0,0 0-10 0,3-1-7 15,-3 1-2-15,0-2 0 16,3-1-29-16,-3 0-5 0,3-2-2 0,0-1 0 15,0-2-115-15,0-3-23 0,-1 1-5 0</inkml:trace>
  <inkml:trace contextRef="#ctx0" brushRef="#br0" timeOffset="-170103.092">18347 15786 1579 0,'0'0'32'0,"0"0"10"0,0 0-34 0,0 0-8 0,0 0 0 0,0 0 0 16,0 0 104-16,0 0 20 0,-6 5 3 0,6-5 1 15,-6 3-52-15,6-3-9 0,-6 3-3 0,0-1 0 16,0 1 0-1,1 0 0-15,-1-1 0 0,0 3 0 0,-3-2 0 0,3 2 0 0,-3-2 0 0,3 2 0 16,-3 1-32-16,0-1-8 0,0 0 0 0,0 3-1 16,0 0-7-16,0 0 0 0,-3 3-1 0,3-1 0 15,-2 3-15-15,2 1 11 0,0-1-11 0,-3 3 10 16,0 0-10-16,0 2 0 0,-3 3 0 0,3-2 0 16,-3-1 0-16,3 1-17 0,0-1 2 0,1 1 1 31,-1-3-32-31,3-3-6 0,-3 0-2 0,3-2 0 15,0-1-112-15,0-2-22 0,0-2-5 0</inkml:trace>
  <inkml:trace contextRef="#ctx0" brushRef="#br0" timeOffset="-169843.406">17999 15857 2508 0,'-3'-7'71'0,"0"1"16"16,3 4-70-16,0 2-17 0,0 0 0 0,0 0 0 0,0 0 50 0,0 0 6 15,0 0 2-15,0 0 0 0,0 0 10 0,0 0 1 0,0 0 1 0,0 0 0 16,0 0-59-16,0 0-11 0,6 0 0 0,0 5 0 16,0 0 0-16,3 3 0 0,-3 0 0 0,0 3 0 15,3-1 0-15,0 3 0 0,0 1 0 0,-1 4 0 16,1 1 0-16,0-1 0 0,3 3 0 16,0 1 0-16,-3-1 0 15,3-3 0-15,-3 1 0 0,3-1 0 16,0-2-46-16,0 0-14 0,0-3-4 0,-1 1 0 15,-2-4-139-15,0 1-28 0</inkml:trace>
  <inkml:trace contextRef="#ctx0" brushRef="#br0" timeOffset="-169454.498">18404 16080 2185 0,'0'0'92'16,"0"-6"-74"-1,0 4 80-15,0-3 16 0,0 2 3 0,0 3 1 16,3-5-60-16,0 2-12 0,3-2-2 0,-3 2-1 16,3 0 1-16,3 1 1 0,-3 2 0 0,2-3 0 15,1 3-27-15,0 3-6 0,0-3 0 0,0 0-1 16,0 2-11-16,0 4 8 0,0-1-8 0,0 0 8 16,-3 3-8-16,0 0 0 0,0 0 0 0,-3 3 0 15,-3-3-36-15,0 5-2 0,0 0-1 0,-3-2 0 16,0 4-28-16,-3-1-5 0,0-1-2 0,-3 3 0 15,0 0 22-15,0 2 4 0,-3 1 0 0,3-1 1 16,-3-2 35-16,3 3 12 0,0-1-9 0,1-2 9 16,2 0 0-16,0-3 11 0,3 0-1 0,3-2 0 0,0 0 10 15,0-4 1-15,3 1 1 0,0-2 0 0,3-1-10 0,3-2-3 16,-1-1 0-16,1-2 0 0,3-2 10 0,0-1 1 16,3 0 1-16,-3-2 0 0,0 2-9 0,3-2-3 0,-3 0 0 15,0-3 0-15,-1 3-9 0,4-1 10 0,-3 1-10 16,0-3 10-1,0 3-10-15,0-3 0 0,0 3 0 0,0-3 0 16,0 2-128-16,-3-2-27 0</inkml:trace>
  <inkml:trace contextRef="#ctx0" brushRef="#br0" timeOffset="-160153.322">18773 15548 1268 0,'0'0'26'0,"0"0"7"16,-6 0-33-16,6 0 0 0,0 0 0 0,-6 3 0 16,6-3 91-16,0 0 11 0,0 0 2 0,0 0 1 15,-3 5-29-15,3-5-7 0,-3 5-1 0,3 3 0 16,3-3-7-16,-3 3-1 0,3-2-1 0,3 4 0 0,0-2-14 0,0 3-2 15,0-1-1-15,6 3 0 16,-3-2 18-16,3 2 4 0,-1 1 1 0,1-1 0 0,3 0-1 0,0 0-1 0,0 0 0 0,3 1 0 16,-3-1-51-16,3 0-12 15,-3 3 0-15,-1 0 0 0,-2 0 0 0,0 0 9 16,0 2-9-16,-3 1 8 0,0-1-8 0,0 3 0 0,-3-2 0 0,0 5 0 16,-3 0 0-16,-3-1 0 0,0 4 0 0,0 2-11 15,-3-3 11-15,0 1 0 0,0-1 0 16,-3 3 0-16,-3 1 0 15,0-1 8-15,-3 0-8 0,3 2 11 0,-3 1-11 0,0 3-16 16,-2-1 4-16,-1 0 1 0,0-2 2 0,0-3 0 16,-3 0 0-16,0 0 0 0,0-5-14 15,0-3-2-15,4 3-1 0,-4-5 0 0,0-1-50 0,0 1-9 16,3-1-3-16,-3 1 0 0,3-3-32 16,0-3-6-16,1 3-2 0</inkml:trace>
  <inkml:trace contextRef="#ctx0" brushRef="#br0" timeOffset="-159293.526">16005 15670 1579 0,'-9'-8'32'0,"9"8"10"0,-6-3-34 15,0-2-8-15,3-1 0 0,-3 4 0 0,0-4 53 0,3 4 9 0,-3-1 2 0,0-2 0 16,0 5 36-16,3-3 8 0,-3 3 2 0,0 3 0 16,-3 0-46-16,3 2-10 0,0 0-2 0,0 0 0 15,0 3-17-15,-2 0-4 0,2 3-1 0,0-1 0 16,0 1 27-16,-3 2 6 15,3-2 1-15,-3 2 0 0,0 3-52 16,3-3-12-16,0 0 0 0,-3 3 0 0,3 0 0 0,0 3-8 0,0-1 8 16,0 6-13-16,0-3 13 0,3 6 8 0,-3-4 0 15,3 7-8-15,3 1 0 0,0 1 0 0,3 3 0 16,0-1 0-16,3 0 0 0,0-2 0 0,3 2 0 16,0 1 0-16,3-1 0 0,3 1 0 0,0 2 0 0,6 0 0 15,-3-3 0-15,5 1 0 0,1-4 0 0,3-2 0 16,-3-2-9-16,3-3-9 0,-1-6-2 0,-2 1 0 15,0-3 20-15,-3-3 0 0,0-3 0 0,-4-2 0 16,1 3-13-16,0-6 4 0,-3 0 1 0,3-2 0 16,-3 2-29-16,3-5-6 0,-3 3-1 0,2-3 0 15,-2 0-111-15,0-3-22 0,0 1-5 0</inkml:trace>
  <inkml:trace contextRef="#ctx0" brushRef="#br0" timeOffset="-158067.315">19386 16096 1276 0,'0'0'54'16,"0"0"-43"-1,0 0 99-15,0 0 20 0,0 0 4 0,0 0 1 16,0 0-32-16,0 0-7 0,0 0 0 0,0 0-1 16,0 0-17-16,0 0-3 0,0 0-1 0,0 0 0 15,0 0-34-15,0 0-6 0,0 0-2 0,0 0 0 16,0 0-32-16,-3 5 0 0,0 0 0 0,0 3 0 16,0 0 30-16,3-3-1 0,-3 3 0 0,3-2 0 15,0-6-46-15,3 8-10 0,0-1-1 0,0-1-1 16,-3-6 37-16,3 5 7 0,3-2 1 0,0-3 1 15,-3 2-17-15,3-4-12 0,0 2 1 0,0-3 1 16,0-2 10-16,0-1-10 0,0 1 10 0,0 0-10 16,-3-3 10-16,3 0 0 0,0 3 0 0,-3-3 0 15,0 2 0-15,-1-1 0 0,-2 1 0 0,3 1-8 16,-3 5 57-16,-3-3 12 0,3 3 3 0,-2-2 0 0,2 2-52 0,-6-3-12 0,0 0 0 0,0 3 0 16,0 3 0-16,0 0 0 0,6-3 0 0,-9 2 0 15,3 4 29-15,0-4 3 16,0 4 1-16,0-1 0 15,3-3-25-15,-3 6-8 0,3-2 0 0,0-1 0 0,3 3-24 0,0-8-8 16,0 5-1-16,0 1-1 0,0-6 34 0,0 5 0 0,3 0 0 0,-3-5 0 16,6 3 0-16,0-1 0 0,0 1 10 0,0-3-2 15,0 0-8-15,0 0-10 0,0 0 10 0,0 0-13 16,0-3 13-16,0 1 0 0,0-1 0 0,-3-2 0 16,3 0 0-16,-4 2 0 0,-2 3 0 0,0-5 0 15,0 5 0-15,0 0 0 0,0 0 0 0,0 0 0 16,0 0 0-16,-2-3 0 0,-1 3 0 0,-3-3 0 15,3 3 48-15,-3 0 13 0,0 3 3 0,0-3 0 16,0 3-52-16,0 2-12 0,0-2 0 0,3 2 0 16,-3 0 0-16,3 0 0 0,0 1 0 0,0 2 0 15,0-3 0-15,3 0 0 0,0 3 0 0,0-8-10 16,3 5-8-16,-3 1-2 0,3-4 0 0,3 4 0 16,-3-4 8-16,3 1 0 0,-3-3 1 0,3 0 0 15,3 0 11-15,-3 0 0 0,0-3 0 0,0 1 0 16,0-4 0-16,0 4 0 0,-1-4 0 0,1 1 0 15,0 0-28-15,-3 0 0 0,0-1 0 0,0 1 0 16,-3 0 28-16,0-1 0 0,0 1 0 0,-3 0 0 0,-3 0 0 16,0 2 0-16,-3-2 0 0</inkml:trace>
  <inkml:trace contextRef="#ctx0" brushRef="#br0" timeOffset="-147787.589">20961 15693 1637 0,'0'0'34'0,"0"0"8"0,-3 8-34 0,0-5-8 0,0 2 0 0,0 1 0 16,0-1 92-16,-3 3 17 0,0-3 3 0,0 3 1 15,-3 0-33-15,0 0-8 0,0 0 0 0,-3 2-1 16,0 1-33-16,-3 0-6 0,-2-1-2 0,-1 6 0 16,0-3-10-16,-3 6-1 0,0-1-1 0,-3 4 0 15,4 1-7-15,-1 4-2 0,-3-1 0 0,3 6 0 16,3-3-9-16,0 0 0 0,1 0 0 0,-4-2 0 15,3-1 0-15,0-2 0 0,0-5 0 0,3 2 0 16,0-3 0-16,0-2 0 0,1 0 0 0,2-3 0 16,3-2-37-16,0-3-10 0,0 0-1 0,3-3-1 15,6-5-178-15,0 0-35 0</inkml:trace>
  <inkml:trace contextRef="#ctx0" brushRef="#br0" timeOffset="-147540.304">20520 15836 1956 0,'0'0'40'0,"0"0"11"0,0 0-41 0,-3-2-10 0,3 2 0 0,0 0 0 16,0 0 76-16,0 0 14 0,0 0 2 0,0 0 1 15,0 0-28-15,0 0-5 0,0 0-2 0,0 0 0 16,0 0-21-16,0 0-4 0,3 2-1 0,3 4 0 31,0-1-2-31,0 0-1 0,0 3 0 0,3 0 0 0,-3 3-8 0,3-1-1 0,0 1-1 0,-3 5 0 31,6 0-8-31,-3 2-2 0,-1 1 0 0,4 4 0 0,3-1-22 0,-3 1-5 0,3 1-1 0,3 0 0 16,-3 0 19-16,3-6 0 0,-1-2 0 16,-2 0 0-16,3-3-25 15,-3-2-2-15,3 0 0 0,-3-4 0 0,0-1-161 0,0-1-33 16,0 0-7-16</inkml:trace>
  <inkml:trace contextRef="#ctx0" brushRef="#br0" timeOffset="-147286.526">21104 16090 2002 0,'0'0'84'16,"-3"6"-67"-1,-3-1 103-15,0-2 20 0,3 2 4 0,0 3 0 16,-3-3-64-16,3 3-12 0,0 0-4 0,0 0 0 16,0 2 0-16,3 1 0 0,-3-3 0 0,0 3 0 15,3 2-51-15,0-3-13 0,0 1 0 0,0 0 0 16,-3 2 15-16,3 0 0 0,0 0 0 0,0 6 0 15,-3-1-15-15,3 1 9 0,0 2-9 0,0 3 8 16,0 2-8-16,0 1 0 0,0-1 0 0,0 3 0 16,0-5 0-16,0-3 0 0,0-2 0 0,0-1 0 15,0-4-13-15,3-1-5 0,-3-3-1 0,0-2 0 16,3 0-89-16,-3-2-17 0,0-6-4 0</inkml:trace>
  <inkml:trace contextRef="#ctx0" brushRef="#br0" timeOffset="-146839.014">21538 16215 1337 0,'6'0'56'15,"3"0"-44"1,0 2 102-16,3-2 21 0,3 0 4 0,0 0 1 0,0 0-64 0,2 0-12 0,4 0-2 16,0-2-1-16,0 2-22 0,0-3-5 0,-3 3-1 0,2-3 0 31,1 1-16-31,-3-1-3 0,3 3-1 0,0-3 0 0,0 1-3 0,-1-1-1 16,4-2 0-16,-3 0 0 15,0 2-18-15,0-2-4 0,0 2-1 0,-3-2 0 16,-4 2-33-16,1 0-6 0,0 1-2 0,-3-1 0 15,0-2-13-15,-3 2-4 0,0 1 0 0</inkml:trace>
  <inkml:trace contextRef="#ctx0" brushRef="#br0" timeOffset="-146535.175">21812 15992 1997 0,'0'0'41'0,"-3"-5"11"16,3 5-41-16,0-5-11 0,-3 0 0 0,3 5 0 16,0 0 68-16,0 0 11 0,0 0 2 0,0 0 1 15,0 0 18-15,0 0 4 0,0 0 1 0,0 0 0 16,0 0-30-16,0 0-7 0,0 7 0 0,0 1-1 16,0 3-23-16,0 0-4 0,0 2 0 0,0 3-1 15,0 2-18-15,0 1-3 0,0-1-1 0,0 3 0 16,0 1-7-16,0-4-2 0,0 1 0 0,0 2 0 15,0-3-8-15,0 1 0 0,3 2 0 0,-3 0 8 16,0 0-8-16,3 1 0 0,0 1 0 0,0-1 0 16,0 1-19-16,0-2-2 0,0 3-1 0,0-3 0 15,3-2-52-15,-3 0-10 0,3-6-3 0,0 3 0 16,-3-6-84-16,3-2-17 0,0 0-3 0</inkml:trace>
  <inkml:trace contextRef="#ctx0" brushRef="#br0" timeOffset="-146078.046">22925 15913 1579 0,'0'0'32'0,"0"0"10"16,0 0-34-16,0 0-8 0,-6 0 0 0,6 0 0 15,-6 0 111-15,0 3 20 0,6-3 4 0,-6 0 1 16,1 2-64-16,-4 1-13 0,3 0-3 0,-3 2 0 16,3 0 18-16,-3 3 3 0,-3 0 1 0,0 3 0 15,0-1-22-15,-3 3-5 0,-3 3-1 0,3 3 0 16,-2-1-40-16,-1 1-10 0,3 5 0 0,-6-3 0 16,6 0 0-16,-3 0 0 0,3 0 0 0,1 1 0 15,-1-1 0-15,0 0 0 0,-3 0 0 0,3 0 0 16,0 0-30-16,0 1-8 0,0-1-2 0,0-3 0 15,4 1 5-15,-4-3 1 0,3 0 0 0,3-1 0 16,-3 1-34-16,3-5-6 0,3-1-2 0</inkml:trace>
  <inkml:trace contextRef="#ctx0" brushRef="#br0" timeOffset="-145811.07">22422 16109 2135 0,'0'-11'44'0,"0"1"11"0,0 2-44 0,0 0-11 0,0 3 0 0,3-1 0 16,-3 1 58-16,0 5 10 0,3-5 1 0,-3 5 1 16,3 0-18-16,3 0-4 0,-3 0-1 0,3 2 0 15,0 1-4-15,0 2-1 0,0 3 0 0,3-3 0 16,-3 6-10-16,3 0-3 0,3-1 0 0,-3 1 0 16,2 2-13-16,-2-2-2 0,3 2-1 0,0 0 0 15,-3 0-13-15,3 1 9 0,-3-1-9 0,0 0 8 16,3 0 20-16,-3 3 4 0,3 0 1 0,0 0 0 15,-1-3-77-15,1 3-16 0,3 0-4 0,0 2 0 16,3-2 52-16,0 3 12 0,0-1 0 0,0 3 0 16,-4-5-171-16,4 0-31 0,0-3-6 0</inkml:trace>
  <inkml:trace contextRef="#ctx0" brushRef="#br0" timeOffset="-145437.568">23018 16305 1824 0,'0'0'76'0,"0"-6"-60"16,0 1 89-16,3 0 19 0,-3 2 3 0,0-2 1 15,3 2-52-15,-1-2-9 0,1 2-3 0,-3 3 0 16,3-2 0-16,3-1 0 0,-3 3 0 0,3-3 0 16,0 3-51-16,3 0-13 0,-3 3 0 0,0-3 0 15,0 5 0-15,3-2 0 0,-3 0 0 0,-3 2 0 16,3 0 0-16,-3 3 0 0,-3 0 0 15,0 3 0-15,0 2 0 0,-3 0 0 0,0 3 0 0,-3 2 0 16,0 4 0-16,0-1 0 0,0 3 0 0,-3-1 0 16,3-1-8-16,0-4-5 0,3 1-1 0,-3-1 0 15,3-2 22-15,3-3 5 0,-3 0 1 0,3-2 0 16,0 0-27-16,3-3-6 0,-3 0-1 0,6-3 0 16,-3 0 11-16,3-2 9 0,0-1-13 0,0 4 5 15,3-6 28-15,3 0 5 0,-3 0 2 0,3 0 0 16,0 0-27-16,3-3 0 0,-1 0 0 0,1 1 0 15,0-1-27-15,0-2-10 0,-3 0-3 0,3 2 0 16,3-2-3-16,-6-1-1 0,3-2 0 0,-4 0 0 16,4 0-100-16,-3 1-21 0,-3-4-4 0</inkml:trace>
  <inkml:trace contextRef="#ctx0" brushRef="#br0" timeOffset="-143413.6">20365 15603 1792 0,'0'0'51'0,"0"0"10"0,0 0-49 0,0 0-12 0,0 0 0 0,0 0 0 15,0 0 54-15,0 0 8 0,0 0 2 0,0 0 0 16,0 0 0-16,0 0 0 0,3-2 0 0,0-1 0 16,6-2-20-16,0 5-4 0,3-3-1 0,0 1 0 15,0 2-11-15,6 0-3 0,0-3 0 0,0 3 0 16,-1 0 22-16,4 0 4 0,-3 0 1 0,3 0 0 16,3 0-32-16,0-3-7 0,-1 1-1 0,4 2 0 15,3-3-12-15,0 3 0 0,2-3 0 0,1 3 0 16,-3-2 14-16,0 2 0 0,-4 0 0 0,-2 0 0 15,0-3-14-15,-6 3 0 0,0-3 8 0,-3 1-8 16,-3 2 0-16,-3 0 0 0,-1 0 0 0,1 0 0 0,-3 0 0 16,0 0-21-16,0 0 3 0,0 0 1 15,-3 0 17-15,3 0 0 0,-6 0 0 0,0 0 0 16,3 0-75-16,-3 0-11 0,0 0-2 0</inkml:trace>
  <inkml:trace contextRef="#ctx0" brushRef="#br0" timeOffset="-142643.437">23247 15678 1682 0,'0'0'35'0,"0"0"9"0,-3 5-36 0,3-5-8 0,0 0 0 0,-3 5 0 16,3-5 95-16,-3 5 17 0,3-5 3 0,-3 6 1 16,0-1-25-16,3 0-5 0,0 1-1 0,0-1 0 15,0 0-25-15,3 3-4 0,0-3-2 0,3 3 0 16,-3 0-13-16,6 0-2 0,-3 0-1 0,3 3 0 15,2-1 21-15,-2 1 4 0,3-1 1 0,0 4 0 16,0 2-52-16,0-1-12 0,0 4 0 0,0 2 0 16,-3 3 0-16,0 2 0 0,0 1 0 0,-3-1 0 15,0 3 34-15,-1 1 4 0,-2-1 1 0,0 0 0 16,0-3-39-16,0 1 0 0,-3-1 0 0,0 1 0 16,0-1 0-16,-3 3 0 0,0 0 0 0,0 3 8 15,-2-3-8-15,-1 3-8 0,0 2 8 0,0 1-12 16,0-6 2-16,-3 0 0 0,0 0 0 0,0 0 0 15,0-5 2-15,-3 0 0 0,3 0 0 0,0-1 0 16,0-1 8-16,-3-1-10 0,3 0 10 0,1 0-10 16,-4 0-4-16,3 0-1 0,-3 1 0 0,-3-1 0 15,3-3-5-15,0-2-2 0,0 0 0 0,0-3 0 16,0 0-12-16,-3-2-2 0,4-3-1 0,-1 0 0 16,-3-3-73-16,3-2-14 0,0-1-4 0</inkml:trace>
  <inkml:trace contextRef="#ctx0" brushRef="#br0" timeOffset="-141910.295">20092 15760 1371 0,'0'0'58'16,"0"0"-46"-1,0 0 85-15,0 0 18 0,-6 5 3 0,3 0 1 16,0 0 7-16,0 1 2 0,0-1 0 0,0 3 0 16,0 0-21-16,-3 2-4 0,3-2-1 0,0 6 0 15,0-1-61-15,0 3-12 0,3 2-2 0,0 3-1 16,0 3 9-16,3 3 1 0,0 4 1 0,3 4 0 16,3-3-21-16,-3-1-4 0,3 1 0 0,2 0-1 15,-2-3-11-15,3 0 0 0,0-2 9 0,0 2-9 16,0-3 13-16,-3-2-1 0,3 2-1 0,-3-2 0 15,0 0 1-15,3-3 0 0,-3 0 0 0,2-2 0 16,1-1-12-16,-3-2-14 0,3-2 3 0,-3-4 1 16,3 1 10-16,-3-3 0 0,0 0 0 0,-3-3 0 15,3-3 0-15,-3 1 0 0,3-3 0 0,-3 0 0 16,0-5-53-16,0 0-9 0,-3-3-2 0</inkml:trace>
  <inkml:trace contextRef="#ctx0" brushRef="#br0" timeOffset="-136779.133">14528 17403 2518 0,'-9'-3'52'0,"9"3"13"0,-3-3-52 0,-3 1-13 0,6 2 0 0,-3 0 0 32,-3 0 60-32,1 2 10 0,-1 1 2 0,0 0 0 0,0 2-27 0,0-2-5 0,-3 2 0 0,3 3-1 15,-3 2-14-15,3 4-2 0,-3-1-1 0,3 3 0 16,-3 5-14-16,3 0-8 0,0 3 8 0,-3 2-8 16,3 6 0-16,0 0 0 0,3 2 0 0,-3 3 0 15,3-2 0-15,3-3 0 16,0-3 0-16,3 2 0 0,0-2 0 15,0 3 0-15,3-3 0 0,0 0 0 16,3 1 0-16,-3-1-15 0,3 0 3 0,0 0 0 0,0-5-29 16,-3 0-6-16,0-3-1 0,0-3 0 15,0 3-11-15,-3-5-2 0,3-3-1 0,-3 3 0 0,0-5-18 16,-3 2-3-16,0-2-1 0,0-1 0 0,-3 1-24 16,0-1-4-16,0 1-2 0</inkml:trace>
  <inkml:trace contextRef="#ctx0" brushRef="#br0" timeOffset="-136547.566">14162 17998 2310 0,'-6'3'48'0,"6"-3"11"16,0 0-47-16,0 0-12 0,0 0 0 0,0 0 0 15,0 0 64-15,0 0 12 0,0 0 1 0,0 0 1 0,0 0-22 0,0 0-5 0,0 0-1 16,9 0 0-1,0 0-35-15,6 0-7 0,-3-3-8 0,6 0 11 0,3 1-11 0,2-4 0 0,1 4-12 16,3-3 12-16,0-3 0 0,3 0 15 0,-4 0-1 0,4-3 0 31,-3 1-125-31,3-1-25 0,-4 0-4 0</inkml:trace>
  <inkml:trace contextRef="#ctx0" brushRef="#br0" timeOffset="-136066.581">15028 17871 1824 0,'0'0'38'0,"0"0"8"16,0 0-37-16,0 0-9 0,0 0 0 0,0 0 0 16,0 0 53-16,0 0 9 0,0 0 2 0,0 0 0 0,0 0 0 0,0 0 0 0,6 3 0 0,0-3 0 15,3 0 0-15,3 2 0 0,-3-2 0 0,3 0 0 16,3 0-52-16,0 0-12 16,0 0 0-16,2 0 0 0,-2-2 31 0,3-1 3 15,0 0 1-15,3 1 0 16,-3-4-27-16,0 4-8 0,-1-3 0 0,-2 2 0 0,3 0 0 15,-3 1 0-15,0-1 0 0,-3 0 0 16,0 1-28-16,0-1-5 0,0 0-2 0,-1 3 0 0,-2-2-85 16,0-1-16-16,-3 0-4 0</inkml:trace>
  <inkml:trace contextRef="#ctx0" brushRef="#br0" timeOffset="-135801.745">15159 18159 2180 0,'0'0'62'0,"6"0"13"16,0-2-60-16,0-1-15 0,0 3 0 0,3-2 0 15,-3-1 65-15,3 3 11 0,0-3 1 0,0 1 1 16,3-1-30-16,-3 0-5 0,3 1-2 0,-1-1 0 15,4 0-17-15,-3 1-4 0,3-1-1 0,0-2 0 16,-3 2-19-16,3-2 8 0,0 0-8 0,3-1 0 16,-4 1 8-16,4-3-8 0,0 3 0 0,0-1 0 15,3 1-91-15,-3-3-21 0,3 0-5 0</inkml:trace>
  <inkml:trace contextRef="#ctx0" brushRef="#br0" timeOffset="-132452.224">16165 17469 1516 0,'0'0'32'0,"0"0"6"0,0 0-30 0,0 0-8 0,0 0 0 0,0 0 0 16,0 0 66-16,0 0 12 0,0 0 2 0,0 0 1 16,0 0 38-16,0 0 7 0,0 0 2 0,-6 3 0 15,6-3-52-15,-3 5-9 0,0 0-3 0,1 3 0 16,-1 0-51-16,0-3-13 0,0 3 0 0,0 0 0 15,3 3 54-15,-3-1 8 0,0 1 2 0,0 2 0 16,0 3-52-16,0 0-12 0,0 2 0 0,0 1 0 16,3-1 20-16,-3 4 2 0,0 1 0 0,0 1 0 15,3-3-22-15,-3 1 0 0,0-1 0 0,3 3 8 16,-3-3-8-16,3-3 0 0,-3 3 0 0,3 3 0 16,0-3 0-16,0 1 0 0,0-1 0 0,0 0 0 15,0 0 0-15,3 0-13 0,-3-2 3 0,0-1 1 31,3-2-18-31,-3 0-3 0,0-3-1 0,3-2 0 0,-3-1-25 0,3-2-4 0,0 0-2 0,0-2 0 16,-3-6-107-16,0 0-22 0,3 0-4 0</inkml:trace>
  <inkml:trace contextRef="#ctx0" brushRef="#br0" timeOffset="-131787.941">16159 17517 1804 0,'-3'-16'37'0,"0"10"10"0,3-2-38 0,0 0-9 0,0 1 0 0,0-4 0 16,3 3 92-16,0-3 16 0,0 1 3 0,3-1 1 15,-3 1-38-15,3-1-7 0,3-2-2 0,-3 0 0 16,0 2-36-16,3-2-7 0,0 0-2 0,3 2 0 16,-3-2-20-16,3 2 0 0,0 1 0 0,0 2 0 15,-1 2 0-15,4 6 0 0,-3 0 0 0,0 3 0 16,3 5 29-16,-3 3 2 0,0-1 0 0,-3 6 0 15,3-3-31-15,-3 3 0 0,-3 3-13 0,0-3 4 16,-1 2-19-16,-2-2-4 0,-3 0-1 0,3 0 0 16,-3 2 0-16,0-2 0 0,-3 3 0 15,3-4 0-15,0 1 11 0,-3-5 2 0,3 2 1 0,0-2 0 16,-2-3 19-16,2-3 0 0,0-5-8 0,0 0 8 16,0 0 0-16,2-3-12 0,1-5 12 0,3 0-10 15,-3-5 19-15,3 0 4 0,0-3 1 0,0-2 0 16,3 2 21-16,-3-3 4 0,3 1 1 0,0 2 0 15,0-3-20-15,-3 1-4 0,3-1-1 0,-3 3 0 16,3 0 34-16,-3 6 7 0,0-3 2 0,-3 2 0 0,3 3-18 16,-4 3-4-16,1 0-1 0,-3 5 0 0,0 0-1 0,0 0 0 15,3 2 0-15,0 1 0 0,0 5-6 0,0 0 0 0,0 5-1 16,0 0 0-16,0 3-18 0,-3 0-9 0,0 0 10 16,3 5-10-16,-3 0 9 0,0 3-9 0,0 2 8 0,0 6-8 15,0 0 8-15,-3 5-8 16,3 5 0-16,-3-2 8 0,3-3-8 0,0-3 0 15,-3 1 0-15,3-1-11 0,0-2-8 0,0 0-1 16,0-3-1-16,0 3 0 0,0-1-10 0,0-2-1 16,3 1-1-16,-3-4 0 0,3 0-11 15,-3-2-3-15,3-3 0 0,0-2 0 0,3-3-30 16,-3 0-7-16,0-3 0 0</inkml:trace>
  <inkml:trace contextRef="#ctx0" brushRef="#br0" timeOffset="-131201.201">16713 17977 1820 0,'-3'3'76'16,"0"4"-60"-16,0-1 39 0,0 2 8 0,0 0 1 0,3 2 1 16,-3 1-1-16,3 2 0 0,0 3 0 0,0 0 0 15,0 2-53-15,3 1-11 0,0-1 0 0,0 1 0 16,3-1 0-16,-3 1 0 0,3-3 0 0,3 2 0 16,-3-4 0-16,3 1-16 0,0-4 4 0,0 2 0 15,0-5-5-15,3 0-2 0,-4 0 0 0,1-3 0 16,3-2 1-16,-3 0 0 0,0-3 0 0,0 0 0 15,0-3 6-15,0-2 0 0,0-3 1 0,0 0 0 16,3 0 11-16,-3-3 0 0,0 1 0 0,-3-3-8 16,2-1 29-16,-2 1 7 0,-3-3 0 0,0 0 1 15,0-2 3-15,0 2 1 0,-3-3 0 0,0 1 0 16,0-1 48-16,-3 1 10 0,0 2 1 0,0 0 1 16,-3 0-36-16,1 0-7 0,-1 0-2 0,0 3 0 15,-3 0-25-15,3 5-6 0,-3-3-1 0,0 4 0 16,0-1-8-16,0 2-8 0,-3 1 9 0,3 2-9 15,-3 1-12-15,3-1-9 0,-3 3-2 0,1 0 0 16,-1 0-192-16,3 0-38 0</inkml:trace>
  <inkml:trace contextRef="#ctx0" brushRef="#br0" timeOffset="-130453.521">17621 17884 1337 0,'-6'0'28'0,"0"0"6"15,6 0-34-15,-6 0 0 0,0-2 0 0,6 2 0 16,0 0 0-16,-3 0 0 0,3 0 0 0,0 0 0 15,0 0 58-15,0 0 5 0,0 0 1 0,0 0 0 16,0 0 24-16,0 0 6 0,0 0 1 0,0 0 0 0,0 0-15 16,0 0-4-16,0 0 0 0,0 0 0 0,0 0-8 0,0 0-3 0,0 0 0 0,0 0 0 15,0 0-19 1,0 5-4-16,0 0-1 0,3 1 0 0,-3-1-21 16,3-3-5-16,-3 4-1 0,3 2 0 15,0-3-14-15,0 3 8 0,0-3-8 0,0 3 0 16,0 0 0-16,0 0 0 0,0 3 0 0,0-3 0 0,0-3 0 0,0 3 0 15,0-3 0-15,0-2 0 0,-3-3 0 0,3 5 0 0,3-5 0 0,-6 0 0 16,0 0 0-16,3 0-8 0,-3 0 8 0,6-5 0 16,-3-1-9-16,3-2 9 0,-3 3 0 0,0-3-9 15,3-2 9-15,-4 2 0 0,1-3 0 0,-3 1 0 16,3-1 8-16,0 0 3 0,-3 3 1 0,0-2 0 16,0 2 14-16,0 0 3 0,0 3 1 0,0-3 0 15,0 2-5-15,0 6-1 0,0 0 0 0,0 0 0 16,0 0-12-16,0 0-2 0,0 0-1 0,0 0 0 15,0 0-9-15,0 0 10 0,0 0-10 0,0 0 10 16,0 0-10-16,0 0 0 0,0 0 0 0,0 0 8 16,0 8-8-16,0-2 0 0,0-1 0 0,0-5-11 15,0 8 11-15,0-3 0 0,0-5 0 0,-3 6-8 16,3-6 8-16,0 7 0 0,0-7 0 0,0 0 0 16,-3 6 0-16,3-6 0 0,0 0 0 0,0 0 0 15,0 0 0-15,0 0 0 0,0 0 0 0,0 0 0 16,0 0 0-16,0 0 0 0,0 0 0 0,0 0 0 15,-5-3 0-15,5 3-13 0,-3-3 5 0,0 1 8 16,0-3-97-16,0-1-12 0,0 1-3 0</inkml:trace>
  <inkml:trace contextRef="#ctx0" brushRef="#br0" timeOffset="-129659.981">18329 17469 1579 0,'0'0'32'0,"0"0"10"0,-6 0-34 0,6 0-8 0,0 0 0 0,-8 0 0 15,8 0 104-15,0 0 20 0,0 0 3 0,0 0 1 16,0 0 0-16,-6 0 0 0,6 0 0 0,0 0 0 16,-6 5-52-16,0 3-9 0,3-3-3 0,0 3 0 15,0 3 0-15,0 0 0 0,0-1 0 0,3 6 0 16,-3 2-51-16,3 4-13 0,0-1 0 0,0 5 0 16,0 3 0-16,0 0 0 0,3 1 0 0,-3-1 0 15,3 0 0-15,0-3 0 0,0-2 0 0,0 3 0 16,0-4 0-16,0 4 0 0,0-1 0 0,0 1 0 15,0-1 0-15,3 1 0 0,-4-1 0 0,1-2 0 16,3 0-48-16,-3-3-13 0,0-3-3 0,0 1 0 16,0-6 52-16,0 0 12 0,-3-2 0 0,3 0 0 15,0-1-76-15,-3-2-13 0,0-3-3 0,3 1 0 16,-3-6-57-16,0 0-12 0,0 0-3 0</inkml:trace>
  <inkml:trace contextRef="#ctx0" brushRef="#br0" timeOffset="-128938.559">18398 17548 1552 0,'-6'0'44'0,"6"0"10"16,-6-2-43-16,0-1-11 0,3 0 0 0,0 1 0 16,0-1 53-16,-3-2 9 0,3-1 2 0,3 1 0 15,-3 0 0-15,3 2 0 0,0-2 0 0,0 2 0 16,0-2-33-16,0 0-7 0,0-1 0 0,0 1-1 16,0 2 9-16,3-2 1 0,-3 3 1 0,3-4 0 15,0 1-2-15,3 2-1 0,-3-2 0 0,3 2 0 16,0 1-8-16,0-4-2 0,0 4 0 0,3-4 0 15,0 4-2-15,0-3-1 0,0 2 0 0,-1-2 0 16,1 5-18-16,3-3 0 0,0 3 0 0,-3 0 0 16,3 0 19-16,0 3-3 0,-3 2-1 0,3 0 0 15,-3 3-15-15,0 3 0 0,-3-1 0 0,3 4 0 16,-6-1-21-16,2 3-7 0,-2 0-2 0,0-1 0 16,0 1-11-16,0 0-3 0,-3 0 0 0,3-3 0 15,-3 0 15-15,0-2 2 0,0-3 1 0,0 0 0 0,0-3 18 16,0-5 8-16,0 0-8 0,0 0 8 0,0 0-13 0,3-5 2 15,0-3 1-15,3 0 0 0,0-3 10 0,-3-2 14 16,3-3-3-16,0 0-1 0,3 1 12 0,-3-4 2 0,0 3 1 0,3 0 0 16,-3 3 31-16,0 0 7 0,3 0 1 0,-3 2 0 15,0 0 0-15,0 4 0 0,0-1 0 0,-4 0 0 16,1 2-52-16,3 4-12 0,-6 2 0 0,0 0 0 16,0 0 54-16,0 0 8 0,0 0 2 0,3 2 0 15,3 1-52-15,-3 2-12 16,0 1 0-16,3-1 0 0,-3 3 0 0,0 0 0 0,0 0 0 0,-3 5 0 15,3 0 0-15,0 6 0 0,-3-1 0 16,3 3 0-16,-3 6 0 0,0 2 0 0,0 3 0 0,0 2 0 16,-3-2 0-16,3 0 0 0,-3-3 0 0,0 2 0 15,3-4 0-15,-3-1 0 0,0-2 0 0,0 3 0 16,0-4 0-16,0 7 0 0,0-4 0 0,0 0 0 16,3 4 0-16,-3-4 0 0,3 3 0 0,0-5 0 15,-3 0 0-15,3-3 0 0,3-5 0 0,-3 0 0 16,0-3 0-16,0 0 0 0,0-5 0 0,0 3 0 15,3-6 0-15,-3 0 0 0,0-5 0 0,3 6 0 16,-3-6-48-16,0 0-13 0,3 2-3 0,-3-2 0 16,3-2-58-16,3-4-12 0,-3 1-2 0</inkml:trace>
  <inkml:trace contextRef="#ctx0" brushRef="#br0" timeOffset="-128193.492">18949 18115 1075 0,'0'0'45'16,"0"0"-36"0,0 0 95-16,-3 5 20 0,3-5 3 0,0 0 1 15,0 0-48-15,0 0-8 0,0 0-3 0,0 0 0 16,0 0-4-16,0 0-1 0,0 0 0 0,3-3 0 16,0-2 0-16,2 0 0 0,-2-3 0 0,0 0 0 15,3 0 0-15,0-3 0 0,3 3 0 0,-3-5 0 16,3 2-7-16,3 1-1 0,-3-1-1 0,3 1 0 0,0-1-38 15,0 0-7-15,3 1-2 0,-4 2 0 0,1 0-8 0,3 0 0 0,-3 3 0 0,0 0 0 16,0-1 0-16,-3 4 0 0,0-1 0 16,0 3 0-16,-3 0 0 0,0 3 0 0,0-1 0 0,-3 4 0 15,-3 1 0-15,3 4 0 0,-3 2 0 0,-3 3 0 16,0 3-19 0,0 2-9-16,-3 5-1 0,-3 1-1 0,0-1-3 0,0 1-1 15,-3-1 0-15,0-2 0 16,0 0-24-16,0-3-5 0,0-3-1 0,0 4 0 0,1-4 52 15,2 3 12-15,0-2 0 0,3-1 0 0,-3 1 0 0,3-1 0 0,3-4 0 0,-3 2 0 16,6-3 0-16,-3-3 0 0,3-2 0 0,-3 0 0 16,6-3 32-16,-3 3 10 0,3-5 2 0,0 0 0 15,3-3-20-15,0 0-3 0,0-3-1 0,3-2 0 16,0 2-20-16,3-2 0 0,2-3 0 0,1 0 0 16,0-3 56-16,3 3 6 0,0-2 2 0,0-1 0 15,3 3-52-15,-4-2-12 0,4-1 0 0,-3 3 0 16,0-2 0-16,0 2 0 0,-3-3 0 0,3 3 0 15,-3-2 0-15,-1 4 0 0,-2-2 0 0,0 3 0 16,0 0-24-16,-3 2 3 0,0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3:08:49.6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19830 10184 1824 0,'-6'-2'76'0,"0"-1"-60"16,3-2 15-16,-3 0 3 0,0-1 1 0,0 1 0 31,0-3-5-31,-3 0-1 0,0 0 0 0,0 0 0 0,-3-2 11 16,0 2 1-16,-3 0 1 0,1 0 0 0,-1 0-9 15,-3 0-1-15,0 3-1 0,-3-1 0 0,0 1 19 0,-3 2 4 0,1 1 1 16,-4-3 0-16,0 5-55 0,0-3 0 0,0 0-11 0,-2 3 2 16,-4 0 9-16,0 3 0 0,-2-3 0 0,-4 3 8 15,3 2-8-15,0-3 0 0,-2 1 0 0,-1 2 0 16,0 1 0-16,1-1-10 0,-4 0 10 0,-3 3-10 16,4 3 10-16,-1-1-10 0,-3 4 10 0,-2 1-10 15,2 1 10-15,3 3 0 16,-2-1-9-16,-1 4 9 0,3 1 12 0,1 1 6 0,-1 0 2 15,0 5 0-15,7-2-36 0,2-1-8 0,0 3 0 0,3 0-1 16,4 0 25-16,2 0 0 0,6 1 0 0,-3 1 0 16,6 1-20-16,3 0 2 0,0 0 0 0,3 5 0 15,3-6-2-15,4 4-1 0,-1-1 0 0,6 1 0 16,-1-1 21-16,4 0 0 0,3 3 0 0,0 0 0 16,6-5 0-16,3 3 0 0,3-1-9 0,3 0 9 15,2-5 0-15,4 1-8 0,6-1 8 0,3-5 0 16,-1-1-8-16,7-4 8 0,0-1 0 0,5 1 0 15,4-9-9-15,2 1 9 0,1-3 0 0,8-3-9 16,-5-2 9-16,2-3-13 0,1-3 5 0,5 1 8 16,-5-6-9-16,-1 2 9 0,4 1 0 0,5-5 0 15,-5-1 8-15,-1-2 9 0,1-1 2 0,2-4 0 16,-5-1-19-16,-1-4 0 0,-2-1 0 0,5-5 0 0,-8 2 0 0,-1 1 0 16,1-3 0-16,-3-3 0 15,-7 3 0-15,-2-3 0 0,-3 3 0 0,-4-5 0 0,-2 2 29 16,-3-5 3-16,-7 0 0 0,1 0 0 0,-6 0-8 0,-3 2 0 15,-3-2-1-15,-3 0 0 0,-6 3 2 0,-3-3 1 0,0 0 0 16,-9-3 0-16,0 0-10 0,-6 1-1 16,-6-4-1-16,-3-2 0 0,-3 3 15 0,-2 2 3 15,-7 1 1-15,-6-4 0 0,-3 6-53 0,-2-2-10 16,-7-1-2-16,-8-3-1 0,-1 6 5 16,-5 0 0-16,-4 3 1 0,-14-3 0 15,5 5-42-15,-5 0-9 0,-3 3-2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3:08:59.8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14195 13720 448 0,'0'0'19'0,"0"-6"-19"15,-3 1 0-15,3 0 0 0,-3-1 0 0,0 1 0 16,0 0 0-16,0-1 0 0,3 6 0 0,-3-2 0 15,3 2 0-15,0-5 0 0,-3-1 0 0,3 1 0 16,0 2 33-16,0 3 13 0,-3-5 2 0,3 0 1 16,0 5 71-16,0-3 13 0,0 3 3 0,0 0 1 15,0-5-25-15,0 5-4 0,0 0-2 16,0 0 0-16,0 0-38 0,0 0-8 0,0-3-2 0,0 3 0 16,0 0-34-16,0 0-8 0,0 0 0 15,0 0-1-15,0 0 39 0,0 0 8 0,0 0 2 0,3 3 0 16,3 2-64-16,-3-2-20 0,0 2 0 0,0 0 0 15,-3-5 20-15,3 6 0 0,0-1 0 0,-3 0 0 16,0-5 0-16,3 5 0 0,-3-5 8 0,0 0-8 16,0 6 0-16,0-6 0 0,0 0 0 0,0 0 0 15,0 0 0-15,0 0 0 0,0 0 0 0,0 0 0 16,0 0 0-16,0 0 8 0,0 0-8 0,0 0 0 16,0 0 16-16,0 0-2 0,0 0-1 0,0 0 0 15,0 0 21-15,0 0 4 0,0-6 1 0,0 6 0 16,0-5-11-16,-3 3-3 0,3 2 0 0,-3-6 0 15,3 6 9-15,-3-2 2 0,3 2 0 0,0 0 0 16,0 0-26-16,0 0-10 0,0 0 8 0,0 0-8 16,0 0 24-16,0 0 0 0,0 0 0 0,0 0 0 0,0 0-24 0,-6 0-11 15,6 0 1-15,0 0 0 0,0 0 10 0,0 0 0 16,0 0 0-16,0 0 0 16,0 0 0-16,0 0-13 0,0 0 5 0,0 0 8 15,0 0-158-15,-3 2-24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3:09:18.3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15409 14079 2225 0,'-6'-2'46'15,"-3"2"12"-15,6-3-46 0,3 3-12 0,0 0 0 0,-5-3 0 16,-1 3 0-16,0-2 10 0,0-1-10 0,-3 3 10 16,-3-3 4-16,0 3 1 0,-3-2 0 0,0 2 0 15,-3-3-3-15,0 3-1 0,-2 0 0 0,-1-2 0 16,0 2-11-16,-3-3-12 0,0 0 2 0,0 1 1 15,-2-4 9-15,-4 4 0 0,3-4 0 0,-3 1 0 16,-2 2 24-16,-1-2 6 0,0 0 2 0,-3 0 0 16,1-1-24-16,-1 1-8 0,0 0 0 0,-5-1 0 15,-1 1 8-15,0 0-8 0,-2 0 0 0,-4-1 9 0,0 1-9 16,4-3 0-16,-4 3 9 0,-3-1-9 0,1 1 0 16,-1 0 0-16,-2 2 0 0,-7 1 0 15,4-1 0-15,-1 0 0 0,-2-2 0 0,-4 2 0 0,3 1 0 16,1-1 0-16,-1-2 0 0,-2 2 0 0,2 0 21 0,-2 1 3 0,2-1 1 15,-8-2 0-15,5 0-39 0,1-1-8 16,-1-4-2-16,-8 2 0 0,8 0 24 0,-5 0 0 16,2 0 0-16,-5 0 0 0,3 0 20 0,-1 0 1 15,1 0 1-15,-10-2 0 0,10 2-22 0,-4 0-20 16,1 0 4-16,-6 2 1 16,5 1 15-16,1 0 0 0,-4 0 9 0,-2-1-9 0,2 1 0 15,1 2 0-15,0-2 0 0,-7 2 0 0,7 1 14 0,-1-3-3 0,1 2-1 0,-9 0 0 16,5 1-19-16,4-1-4 0,-4-2-1 0,-5 2 0 15,9 0 14-15,-1 1 0 0,-2 2-10 0,-4-3 10 16,7 0 0-16,0 1 0 0,-1-1 0 0,-5-2 0 16,8 2 9-16,-2-2 7 0,3 0 0 0,-7-1 1 15,7 1-27-15,-1 0-6 0,1-1 0 0,-4 4-1 16,7-6 17-16,0 3 0 0,-1-3 0 0,-5 2 0 16,5-2 0-16,4 3 0 0,-4-3-8 0,-2 3 8 15,5-3 0-15,-2 0 0 0,2 3 0 0,-8-3 0 16,8 2 0-16,4 1-8 0,-4-3 8 0,-5 6 0 15,9-1 0-15,-1 0 0 0,1 1 0 0,-7 2 0 16,7-3 0-16,2 0 0 0,-3 1 0 0,-2-1 0 16,5 0 0-16,1 3 9 0,-1 0-9 0,-2 0 8 0,8 0-8 15,-2 3 0-15,-1-3 0 0,1 0 0 0,5 3 16 0,0-3-1 16,4 2-1-16,-4-2 0 16,10 0-14-16,-4 3 0 0,3-3 0 0,1 3 0 0,2-3 0 15,6 2 0-15,0 4 0 0,1-4 0 16,5 1 12-16,0 0 0 0,6 2 0 0,-3-3 0 15,4 4-12-15,2-4-16 0,3 4 3 0,-3-1 1 0,6 0 60 0,0 1 13 16,3-1 3-16,-3 3 0 0,6 0-52 0,0 0-12 0,0 0 0 0,1 2 0 31,2 1-23-31,0-1-7 0,0 1-2 0,-3 0 0 0,3 2 32 0,0 0 0 0,3 3 0 0,-6-3 0 16,6 3 0-16,-3 2 0 0,3-2 0 0,0 3 0 16,-3 2 0-16,3-2 0 0,0 2 0 15,0 3 0-15,-3 2 20 0,3 3 9 0,0 0 3 16,-3 3 0-16,3 0-32 0,0-3 0 0,-3 3 0 0,3-1 0 15,-3 1 0-15,0 0 0 0,3-3 0 0,-6 5 0 16,6 1 0-16,-3-1 0 0,0 3 0 0,3 0 0 16,-3 0 0-16,0-5 0 0,3 2 0 0,-3-2 0 15,3 0 0-15,0-3 0 0,-3 3 0 0,3-3 0 16,0 0 0-16,0 0 0 0,0 0 0 0,3 0 0 16,-3 0 0-16,0-2 0 0,3-3 0 0,0 0 0 15,0-1-45-15,0-4-15 0,0 2-4 0,0-2 0 16,0-1 52-16,3-2 12 0,-3 2 0 0,3-2 0 15,0 0 0-15,0-5 0 0,3 2 0 0,0 0 0 16,-4-2 14-16,4 2 6 0,0-2 0 0,-3-1 1 16,3-2-33-16,0 3-8 0,0-3 0 0,0 0-1 15,0 0 21-15,3 0 0 0,0-1 0 0,0 1 0 16,0-2 0-16,-1-1 0 0,1 3 0 0,0-3 0 16,3 0 0-16,-3 1 0 0,3-4 0 0,3 4 0 15,0-4-10-15,3 1 10 0,-4 2-13 0,4-2 5 0,3 0 8 0,0-3 0 16,0 2-9-16,2-2 9 0,1 3 0 0,3 0-11 0,-3-3 11 15,3 0-8-15,-1 0 17 0,4 2 4 16,-3-2 1-16,3 3 0 0,2-3-14 0,1 0 0 16,3 0 0-16,-1 0 0 0,1 2-11 0,-3-2-5 0,5 0 0 0,1 0-1 15,-3 3 17-15,6-3 0 0,-1 3 0 0,4-1 0 16,-4-2 0 0,1 3 0-16,0-3 0 0,5 3 0 0,-2-1 10 0,0 1 6 0,-1 0 0 0,4-1 1 15,-1 4-29-15,-2-4-5 0,3-2-2 0,2 6 0 16,-2-4 19-16,2 1 0 0,-2-1 0 0,6 4 0 15,-4-4 0-15,1 1 0 0,2 0 0 16,1-1 0-16,2 1 12 0,-2 0 5 0,2-3 2 0,7 2 0 16,-10 4-29-16,4-4-6 0,-3 1 0 0,5-1-1 15,-2 1 27-15,2-3 6 0,4 3 0 0,-1-3 1 16,-2 2-27-16,-1-2-6 0,1 3 0 0,5 0-1 16,-5-3 27-16,-1 0 6 0,4 0 0 15,5 0 1-15,-5 0-17 0,2-3 0 0,0 0 0 0,7 3 0 16,-7 0-10-16,-2 0-6 0,2 0 0 0,4 0-1 15,-7 0 17-15,1 3 0 0,-1-3 0 0,7 0 0 16,-10 3 0-16,7-3 0 0,-4 0 0 0,6 0 0 16,-8 2 0-16,2 1 0 0,-2 0 11 0,2-1-11 15,-5 4 16-15,3-4-4 0,-4 4-1 0,7-1 0 0,-4-3-11 16,-2 4 0-16,2-4 0 0,4 4 0 16,-7-4-10-16,4 4-4 0,-4-4-1 0,7 4 0 15,-7-4 15-15,1 1 0 0,2 0 0 0,4-1 10 16,-4 1-10-16,-2-1 0 0,2 1 0 0,4 0 0 15,-7-1 0-15,1-2 0 0,-1 3 0 0,7 0 0 0,-7-3 0 0,1 2 15 16,2-2-1-16,4 0 0 0,-7 0-22 0,1 0-5 0,2 0-1 16,4-2 0-16,-4 2 14 0,1-6 0 0,-4 4 0 0,10-1 0 15,-10-2 13-15,4 2-1 0,-1-2 0 0,1 0 0 16,-3-1-12-16,-1 4-16 0,1-4 3 0,-1 4 1 16,-2-1 12-16,-4 0 16 0,4-2-3 0,-1 2-1 15,-5 1-12-15,0-1-13 0,-1 1 2 0,1-1 1 16,-4 0 10-16,-2 1 14 0,0-1-3 0,2 0-1 15,-5 1-10-15,0-4-12 0,-1 4 2 0,1-4 1 16,-6 4 9-16,-1-4 0 0,1 1 0 0,0 3 0 16,-6-4 0-16,-1 4 0 0,-2-4 0 0,-3 1 0 15,0 0 0-15,-3-1 0 0,-3 1 0 0,-1-3 0 16,-2 3 0-16,-3 0 0 0,3-1 0 0,-3-2 0 16,-3 3 0-16,0-3 0 0,0 0 0 0,-3 0 0 15,0 0 0-15,0 0 0 0,0 0 0 0,0-2 8 16,-3-1-8-16,-1 1 0 0,1-1 0 0,0 1 8 15,0-4-8-15,0 4 8 0,-3-6-8 0,0 5 8 16,3-2-8-16,-3-3 0 0,0 3 0 0,3-3 0 16,-3 0 16-16,0 0 1 0,-3-2 1 0,3-1 0 15,0 1-2-15,-3 2 0 0,3-3 0 0,-3 1 0 16,3-3 3-16,-3 0 0 0,3-1 0 16,-3 1 0-16,0-3 1 0,3 3 0 0,-2 0 0 0,-1-3 0 15,0 0 0-15,0 3 0 0,0-3 0 0,0-2 0 16,0 2-8-16,-3 0 0 0,3 1-1 0,-3-4 0 0,0 3-11 0,-3-2 0 15,0-1 9-15,0-2-9 0,0 3 0 0,0-1 0 0,-3-2 0 16,-3 0-12 0,0 0-20-16,-2 0-5 0,-1 0-1 0,-6-6 0 15,-3 4-21-15,-3-4-4 0,-2-2-1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3:10:49.4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17698 2725 2138 0,'6'-5'47'0,"0"-5"9"0,0-4 3 0,0 1 1 0,3 0-48 16,0-3-12-16,-3 0 0 0,0 3 0 0,0 2 95 0,-3-2 16 15,-3-3 3-15,0 8 1 0,0-2-71 0,-3-1-13 16,0 3-3-16,-6 3-1 0,-3-3 29 0,-3 5 7 16,-3 1 1-16,-5-1 0 0,-1 3-52 0,-3 3-12 15,-3 7 0-15,-3-2 0 0,1 0 0 0,2 5 0 16,0 3 0-16,3 0 0 0,4-3 0 0,-1 3 0 0,6 0 0 16,3 0 0-16,3-3 0 0,3 3 0 0,0-3-9 0,9 3 9 15,3 0-12-15,0 2 12 0,6-2-13 0,0-2 5 16,3 1 8-16,3-4-10 0,3 0 10 0,3-1-10 15,-1 3 10-15,1-5 0 0,0 6-9 0,3-6 9 16,-3 5 0-16,-3-3 0 0,-1 4 0 0,-5-4 0 16,-3 1 0-16,-3-1 0 0,-3 4 0 15,-3-1 0-15,-6 3 0 0,-3-6 0 0,-3 4 0 0,-3-1 8 16,-5 0 7-16,2-2 1 0,-3 2 0 0,-3-5 0 16,3 0-16-16,0 0 0 0,1-3 0 0,-1 0 0 15,3 0-48-15,0 1-13 0,3-1-3 16,0-5 0-16,6 0-102 0,0 0-21 0,9 0-4 0,3-5-478 15,3-6-96-15</inkml:trace>
  <inkml:trace contextRef="#ctx0" brushRef="#br0" timeOffset="312.974">17808 2823 2188 0,'0'0'48'0,"0"0"11"0,0 0 1 0,0 0 1 0,0-2-49 0,0 2-12 16,0 0 0-16,-5-3 0 0,-1 0 113 0,0 3 20 15,0 3 4-15,0 0 1 0,-3-1-86 0,0 4-16 16,3 2-4-16,-3-6-1 0,0 3-19 0,0 3-3 15,0 0-1-15,3 6 0 0,3-7-8 0,0 7 0 16,0-4 0-16,6 4 8 0,0-1-8 0,3 3 0 0,0-3 0 16,3 3 0-16,3-8 8 0,0 2 5 15,3 1 2-15,0-3 0 0,3-6-15 0,-1 4 0 0,4-6 0 16,0 0 0-16,-3-6-10 0,3 4-5 0,-3-6-1 16,-1 0 0-16,1-3 16 0,-3 3 10 0,-3-2-2 0,-3-1 0 15,-3 1 36-15,-3-4 6 0,0 1 2 0,-3 3 0 16,-3-6-9-16,-3 2-2 0,0 1 0 0,-3 3 0 15,-3-4-25-15,0-1-4 0,-3 4-2 0,-2 0 0 16,2-4-10-16,-3 1-11 0,3 6 3 16,-3-5 0-16,3 3-43 0,0-1-8 15,0 0-1-15,7 3-1 16,-1-2-101-16,3 2-20 0,3 0-4 0,3 5-582 0,3-5-117 0</inkml:trace>
  <inkml:trace contextRef="#ctx0" brushRef="#br0" timeOffset="772.564">18270 2662 2311 0,'0'0'51'0,"0"0"10"0,0 0 3 0,-3 5 0 0,3 0-51 0,-3 1-13 16,-3-1 0-16,3 3 0 0,-3 0 56 0,3 0 9 15,0 2 2-15,-3 1 0 0,0 2-32 0,3 0-7 16,-3-2 0-16,3 5-1 0,0-3-10 0,-3 3-1 16,3 3-1-16,0-1 0 0,0 1-6 0,0 2-1 15,0 3 0-15,0-1 0 0,3 1-24 0,-3 3-6 16,3-6-1-16,0 3 0 0,-2-3 37 0,2 0 7 15,0-5 2-15,2 0 0 0,-2 0-14 0,0-6-9 16,3 6 12-16,-3-8-12 0,0 0 35 0,0-5 0 16,0-3 0-16,0 0 0 0,0 0-35 0,0 0 0 15,0 0 0-15,0 0 0 0,0-3 58 0,0-5 5 16,-3-5 1-16,3 0 0 0,0-3-24 0,-2-5-4 0,2-3 0 16,0 0-1-16,2-10-23 0,1 2-4 0,0 3 0 0,3-8-8 15,3 2 10-15,0 3-10 0,3 1 8 0,0-4-8 16,6 1 0-16,0 0 8 0,3-4-8 0,2 4 0 15,-2 0 11-15,6 7-3 0,-3 1-8 0,-3 5 12 16,3 5-2-16,-4 0-1 0,1 8 0 0,-3-5 0 16,0 5-9-16,-6 0 0 0,3 8 0 0,-6-6 0 15,3 6 0-15,-7 0 0 0,4 6 0 0,-6-6 0 16,3 8 0-16,-6 0 0 0,3 0 0 16,-6 5 0-16,0 0 0 0,0 3 0 0,-6 0 0 0,1 0 0 15,-7 2 0-15,0-2 0 0,-3 0 0 0,-3 5 8 0,-6-8-8 16,3 3 0-16,-2-5 0 0,-1 2 0 0,0-5-18 0,3 0-6 15,0-3 0-15,4 1-1 16,2-4-115-16,3 3-24 0,0-5-4 0,3-5 0 16</inkml:trace>
  <inkml:trace contextRef="#ctx0" brushRef="#br0" timeOffset="1448.062">20919 2389 1810 0,'0'0'40'0,"0"0"8"0,0 0 1 15,0 0 3-15,0 0-42 0,0 0-10 0,0 6 0 0,0 2 0 16,3 0 51-16,-3-1 8 0,3 4 1 0,0 5 1 15,0 0-21-15,3-3-5 0,-3 6-1 0,3 2 0 0,-3 0-4 0,3 3-1 16,0 2 0-16,0 3 0 0,-3-5-38 0,0-3-8 16,3-2-2-16,-3 2 0 0,0-3 45 15,0 1 9-15,-3-1 1 0,2-2 1 16,-2 0-16-16,0-3-3 0,0-2-1 0,0 0 0 0,-2-3 11 16,2 0 1-16,-3-1 1 0,3-7 0 0,0 0 11 0,0 0 3 15,-6 0 0-15,0-5 0 0,0 3 14 0,-3-4 3 16,3-2 1-16,-3-5 0 0,3 2-48 15,-3-7-14-15,0 2 0 0,3-5 8 0,-3 2 44 0,6-10 10 16,0 3 2-16,0-6 0 0,3 0-52 0,3 3-12 16,0 0 0-16,3 0 0 0,3 0 0 0,0 2 0 15,3 4 0-15,3-1 0 0,-3-3 8 0,0 9 0 16,2-3-8-16,1 5 12 0,0-3-2 0,0 3-1 16,0 0 0-16,3 3 0 0,-3 3-9 0,0-1 12 0,0 3-12 0,-1 6 12 15,1-4-12-15,-3 4 0 0,0 4 0 16,-3 4 0-16,0-6 0 0,-3 7 0 0,0 1 0 0,0 6 0 15,-6-4 0-15,0 9 0 0,-3-9 0 0,-1450 6 0 16,2891-3-23-16,-1447 3 3 0,-6 3 1 0,0-3 0 16,-3-3 19-16,1 3 0 0,-1-6 8 0,0 9-8 15,0-9-29 1,0 9-12-16,0-8-3 0,0 2 0 16,4 0-138-16,2-5-28 0,-3 3-6 0,6-1-887 0</inkml:trace>
  <inkml:trace contextRef="#ctx0" brushRef="#br0" timeOffset="1803.048">21449 2408 2188 0,'0'0'48'0,"0"0"11"0,0 0 1 0,0 0 1 15,0 0-49-15,0 0-12 0,0 0 0 0,-9 0 0 16,0 3 80-16,0 2 12 0,0-3 4 0,-3 6 0 0,0 3-54 16,0-3-10-16,-2 0-3 0,2 0 0 0,-3 5-12 0,3-2-2 15,0 4-1-15,3 4 0 0,0-3-14 0,3 5 11 16,3 0-11-16,0-5 10 0,6 5-10 0,0-2 0 15,3-1 0-15,0-2 0 0,6-3 0 0,-3-2 0 16,6 2 0-16,0-7 0 0,0 1 0 0,-1 1 0 16,1-8 0-16,3 0 0 0,-3 0 0 0,3 0 8 15,0-5 2-15,3 2 0 0,-4-7 14 0,1 2 4 16,0-3 0-16,-3-2 0 0,0 0 39 0,0-6 8 0,-3 1 1 16,0-3 1-16,0 2-61 0,-4-7-16 0,-2 7 0 0,0-2 0 15,-3 0 0-15,-3 5 0 16,0-3 0-16,-3 4 0 0,0 4 33 0,-3-2 4 0,-2-3 1 15,-4 3 0-15,0-1-38 0,0 4 0 0,-3-1 0 0,-3 3 0 16,0 0 0-16,3 0-10 0,-3 0 1 0,1 1 0 31,2 1-32-31,0 4-7 0,3-4 0 0,-3 4-1 16,6 2-126-16,3 0-25 0,0 2-4 0</inkml:trace>
  <inkml:trace contextRef="#ctx0" brushRef="#br0" timeOffset="2161.363">22136 2307 2304 0,'3'-2'51'0,"3"-4"10"15,0 4 3-15,0-6 0 0,0 2-52 0,-3 1-12 0,-3-3 0 0,0 6 0 0,0-6 98 0,-6 2 17 16,0-2 3-16,-3 3 1 0,0 3-71 0,-5 2-15 16,-1 0-2-16,-6 0-1 0,0 7-17 0,-3-4-3 15,-3 8-1-15,1-3 0 0,-1 0-9 0,3 5 0 16,3-3 0-16,0 4 8 0,6-4-8 0,4 9 0 15,2-3 0-15,0-3 0 0,6 3 0 0,3 0 0 16,6-1 0-16,3 4 0 0,3-1 0 0,2 4 0 16,7-1 0-16,3 0 0 0,0 0-8 0,0-2-4 15,2 2-1-15,1 0 0 0,-6-5 13 0,3 5 0 16,-6-8 0-16,-3 3 10 0,-3-5-10 0,-1-1 8 0,-5-2-8 16,-3 0 8-16,-3 0-8 0,-3 0 10 0,-3-3-10 0,-2 3 10 15,-7-5-10-15,-3 2 0 0,-3 1 0 0,-3-4 0 16,-3 3 0-16,-2-2 0 0,-1 2 0 0,0-2 0 15,3-3 16-15,-2 0 0 0,-1 5 1 0,0-5 0 16,-3 3-129 0,0-3-27-16,-2-3-5 0,2 3-1018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3:11:18.6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17032 2964 1893 0,'0'0'41'0,"0"0"9"0,-3-6 2 0,3 1 2 0,0 5-43 0,-3-5-11 0,0-1 0 0,3 6 0 16,-6-2 60-16,0-4 9 0,0 6 3 0,0 0 0 15,0 6-40-15,-3-4-8 16,0 6-2-16,0 3 0 0,3-1-6 0,-3 6-2 0,-3 3 0 0,3-3 0 16,0 5-14-16,1-3 0 15,2 1 0-15,0-1 0 0,3 4 0 0,0-4 0 0,6 1 0 0,0-1 0 16,3-2 0-16,0-5 0 0,2 2 0 0,1-5-10 16,3 2 10-16,3-4-10 0,0-4 10 0,0-2-10 15,6 0 10-15,0 0 0 0,-1-2-9 0,4-4 9 16,-3 4 0-16,3-1 0 0,0-5 12 0,-3 0-4 15,-4 0 27-15,1-2 5 0,-3-1 0 0,0 3 1 0,-6-5 7 16,-3 5 0-16,0-10 1 0,-3 7 0 0,-3-5-9 16,0-2-3-16,-6 2 0 0,0 0 0 15,0 0-17-15,-6-3-3 0,0 4-1 0,-3-1 0 0,0 2-8 16,1 4-8-16,-4-3 9 0,0 5-9 0,0 0 0 0,0 2-16 16,3-2 1-16,0 6 1 15,0 2-31-15,4 0-7 0,-1 0 0 0,3 0-1 16,3 0-34-16,6 0-6 0,0 0-2 0,0 0-605 15,0 0-122-15</inkml:trace>
  <inkml:trace contextRef="#ctx0" brushRef="#br0" timeOffset="445.221">17323 2940 1396 0,'15'-6'40'0,"-9"6"8"0,0-2-39 0,0 2-9 0,3-6 0 0,-3 4 0 16,-3-1 137-16,-3 3 26 0,6 0 5 16,-6 0 0-16,0 0-52 0,0 0-12 0,0 0-1 0,0 0-1 15,0 0-44-15,0 0-9 0,3 5-1 0,-3 3-1 16,0 0-24-16,0 0-5 0,0 6-1 0,0-1 0 15,0 3-9-15,0 0-8 0,0-1 12 0,0 4-12 16,0-3 24-16,0 0-3 16,3 0 0-16,0 2 0 0,0-7-33 0,3 2-8 0,0 0 0 15,0-2-1-15,3-1 21 0,-1 1 0 0,1-3 0 0,0-3 0 16,3 0 0-16,3-2 0 0,-3-3-9 0,6 0 9 16,-3 0 0-16,3-3 0 0,-1 1 0 0,-2-1 0 15,3-5 0-15,0 0 0 0,-3-2 0 0,3-1 0 16,-3-2 0-16,0-3 0 0,-1 0 8 0,-2-2-8 15,-3-1 25-15,12-23-1 0,-6 7 0 0,-9 25 0 16,0-6-2-16,-3-3-1 0,0 3 0 0,0 1 0 16,3-1-11-16,-3 2-2 0,-3 1-8 0,3 3 12 15,0-6 15-15,-3 5 2 0,3 1 1 0,-3-1 0 0,3 3-42 0,-3 0-9 16,0 0-2-16,3 6 0 0,-3-4 23 0,0 6 0 16,0 0 0-16,0 0 0 0,0 0 0 0,0 0 0 15,0 0 0-15,0 0 0 0,3 6 0 0,-3 1 0 16,0 1 0-16,0 3 0 0,0 0 12 0,-3-1 9 15,0 1 3-15,3 5 0 0,-3-6-24 0,0 3 0 16,0 1 0-16,3 2 0 16,-3-3-31-16,3 3-10 0,-3-6-3 0,3 1 0 15,0-1-18-15,0 1-4 0,0 0-1 0,-3 2-1076 16</inkml:trace>
  <inkml:trace contextRef="#ctx0" brushRef="#br0" timeOffset="814.102">18097 2670 1958 0,'0'0'43'0,"0"0"9"0,0 0 1 0,0 0 3 0,0 0-45 0,0 0-11 16,0 0 0-16,0 0 0 0,0 0 83 0,0 0 14 16,0 0 3-16,-3 8 1 0,0 2-59 0,0 1-12 15,0 7-2-15,0-2-1 0,-3 5-3 0,0-5-1 16,0 6 0-16,1-1 0 0,-4 3-15 0,3-3-8 15,-3 5 10-15,3 9-10 0,0-6 35 0,0 0 1 16,0 3 0-16,0 2 0 16,0-10-80-16,3 2-16 0,-3-2-4 0,3-5 0 15,0 2 0-15,0-3 0 0,0-7 0 0,0 2-614 16,0 0-123-16</inkml:trace>
  <inkml:trace contextRef="#ctx0" brushRef="#br0" timeOffset="1335.443">17948 3202 1314 0,'-12'-11'37'0,"10"3"8"0,-4 0-36 0,0-2-9 0,0-1 0 0,0 3 0 15,0-8 104-15,3 6 20 0,0-1 3 0,0-5 1 16,3 3-17-16,3 0-3 0,0-1-1 0,3 4 0 16,0-6-69-16,0 5-14 0,6 1-2 15,-4-1-1-15,7 3-21 0,-3 0 0 0,0 6 0 0,3-4 0 16,-3 4 0-16,3 2 0 0,0 0 0 0,-3 0 0 16,2 8 0-16,1-6 0 0,-3 4 0 0,0 2 0 15,0 0 0-15,-3 5 0 0,3-3 0 0,-3 1 0 16,0 5 22-16,0-6 0 0,-3 4 0 0,3-1 0 15,-3 3-35-15,0-3-7 0,2 0-2 0,-2 3 0 16,0-5 43-16,0 2 9 0,0 0 2 0,0-2 0 16,-3-3-22-16,3 2-10 0,-3-2 10 0,-3 0-10 15,3 0 16-15,-3-3-4 0,0 3 0 0,-3 0 0 0,3-8 15 0,0 3 2 16,0-3 1-16,0 0 0 0,-6 5 15 0,6-5 3 16,0 0 1-16,-9 0 0 0,3 0-39 0,0-5-10 15,0 2 0-15,0-2 0 0,3 2 53 0,-3-7 9 16,1 2 2-16,2 0 0 0,0-3-52 0,0-2-12 15,3-3 0-15,-3-2 0 0,3 2 0 0,0-3 0 16,0 1 0-16,3-3 0 0,0 2 0 0,0-2 0 16,3 0 0-16,-1 5 0 0,4-5 0 0,-3 5 0 15,3 0 0-15,0 3 0 0,0-1 0 0,3 4 0 16,-3-1 0-16,3 3 0 0,0 0 0 0,0 6 0 16,0-4 0-16,0 4 0 0,-1 2 0 0,1-3 0 0,0 6 0 15,-3-1 0-15,3 4 0 0,-3 2 0 16,-3 0 0-16,0 0 0 0,-3-1 0 0,0 7 0 15,0-1 0-15,-3 3 0 0,-3 0 0 0,-3-6 0 0,0 9 0 0,-3-9 0 16,-3 9 0-16,-3-9 0 0,3 1 0 0,-3 5 0 16,1-8 0-16,-1 0 0 0,0 0 0 0,0 0 0 15,3 0 0-15,0-3 0 0,0-2 0 0,3-1 0 16,0 1-100-16,3 0-22 16,6-3-5-16,0 0-649 0,0 0-131 0</inkml:trace>
  <inkml:trace contextRef="#ctx0" brushRef="#br0" timeOffset="1883.295">18693 2844 1728 0,'0'0'38'0,"0"0"8"0,0 0 2 0,-6 0 0 0,0 0-39 0,0 0-9 0,-3 0 0 0,3 0 0 15,-3 3 53-15,3 0 9 0,-3-1 2 0,0 4 0 16,3 2 0-16,-3 0 0 0,0-1 0 0,3 7 0 15,0-4-52-15,0 4-12 0,0-1 0 0,3 3 0 16,0 0 0-16,0-1 0 0,3 1 0 16,0 3 0-16,0-6 0 0,3 3 0 15,3-6 0-15,0 1 0 0,0 5 0 0,0-8 0 0,3 0 0 0,0 0 0 16,3-3 0-16,0-2 0 0,3-3 0 0,-3 0 0 16,3 0 0-16,2-3 0 0,-2-2 0 0,3-3 0 15,-3 0 0-15,0 0 0 0,0 0 0 0,0-5 0 16,-3 0 105-16,0-3 19 0,-3 2 3 0,-1-1 1 15,1-1-103-15,-3 2-25 0,0-1 0 0,-3-1 0 16,3 2 56-16,-3 1 7 0,0 3 1 0,-3 2 0 16,0-3-52-16,3 8-12 0,-3-4 0 0,0 7 0 15,0 0 54-15,0 0 8 0,0 0 2 0,0 0 0 0,-6 2-52 0,0 3-12 16,0 1 0-16,0 10 0 0,-3-6 0 0,3 9 0 16,-2-1 0-16,-1 3 0 0,3 1 0 0,-3-1 0 15,3 0 0-15,3 3 0 16,-3-8-100-16,6 0-22 0,0 2-5 0,0-2-717 15,3-3-144-15</inkml:trace>
  <inkml:trace contextRef="#ctx0" brushRef="#br0" timeOffset="2103.074">18999 3064 1788 0,'-6'-5'51'0,"6"-3"10"0,-3 3-49 0,3-3-12 15,0 5 0-15,0-5 0 0,3-3 110 0,-3 4 19 16,3-1 4-16,3 2 1 0,-3-2-50 0,3 6-11 0,3-6-1 15,-3 0-1-15,3 3-20 0,3-1-4 16,0 1-1-16,3 2 0 0,-1 1-13 0,1-4-2 0,6 6-1 0,-3-2 0 16,0 2-17-16,3 0-3 0,-3 0-1 15,2 0 0-15,-2 0-9 0,-3 2 8 0,3-2-8 0,-3 6 8 16,-3-4-31 0,0 1-6-16,0 2-2 0,0 1 0 0,-7 1-167 15,4-1-34-15,-6 2-6 0</inkml:trace>
  <inkml:trace contextRef="#ctx0" brushRef="#br0" timeOffset="2257.453">19115 3175 1947 0,'0'0'43'0,"-6"0"9"0,0 3 1 0,0 2 2 0,6-5-44 0,0 0-11 0,0 0 0 0,0 0 0 0,0 0 69 0,0 0 12 16,0 0 3-16,6 3 0 16,3-3-42-16,0 5-8 0,6-10-2 0,0 5 0 0,3-3-16 0,0-2-4 15,2 2-1-15,4-5 0 16,0 3-96-16,0-3-19 0,0 0-4 0,0-2-852 15</inkml:trace>
  <inkml:trace contextRef="#ctx0" brushRef="#br0" timeOffset="2473.796">19687 2887 1578 0,'0'0'44'0,"3"-6"12"0,0 1-45 0,-3 3-11 0,3-6 0 0,-3 8 0 0,-3-6 148 0,3 6 27 0,0 0 5 16,0 0 2-16,0 0-65 0,0 0-13 15,0 0-2-15,0 0-1 0,0 0-41 0,0 0-8 0,0 0-1 0,0 0-1 16,0 0-15-16,0 6-3 0,0 2-1 0,0-1 0 15,0 7-3-15,-3 2-1 0,3-3 0 0,0 11 0 16,0-3-11-16,-3-3-1 16,3 4-1-16,-3 4 0 0,0-2-6 0,0-3-8 15,0 0 11-15,-3-2-11 0,3 2 10 0,-3-5-10 0,3 2 8 16,-3-2-8-16,-3-5-15 0,3 7-8 16,0-10-1-16,0 5-1 15,0-2-158-15,0 2-31 0</inkml:trace>
  <inkml:trace contextRef="#ctx0" brushRef="#br0" timeOffset="16130.336">21711 2223 2224 0,'0'0'49'0,"0"0"11"0,0 0 1 0,-6 0 1 0,3 0-50 0,-3-6-12 0,-3 6 0 0,3 6 0 16,-3-6 38-16,-3 8 5 0,0 0 1 0,-3-1 0 16,4 7-28-16,-4 2-6 0,0-3-1 0,0 5 0 0,3 3-9 0,-3 3 0 15,3 3 0-15,-3 2 8 16,3 0-8-16,3-3 0 0,1 9 0 0,-1 7 0 0,3-5 0 0,3 0 0 15,-3 0 0-15,3 0 0 16,3 0 0-16,-3 0 0 0,3-5 0 0,-3 3 0 0,3 2 0 16,0 0 0-16,-3-6 0 0,0 6 0 0,3-2 0 0,-3-3 0 15,0-6 8-15,-3 3-8 0,0-2 0 0,0-1 8 16,0-5-8-16,-3 6 0 0,0-9 0 0,-3 1 0 16,0-1 0-16,0-2 0 15,-2-3-47-15,2-2-1 0,0 2-1 0,-3-8 0 16,3-2-179-16,0-3-36 0,-6-8-8 0,9-8 0 0</inkml:trace>
  <inkml:trace contextRef="#ctx0" brushRef="#br0" timeOffset="16292.685">21282 2868 1958 0,'0'-2'43'0,"3"-6"9"0,0 0 1 0,0 2 3 0,0-1-45 0,3 1-11 16,0 4 0-16,0-9 0 0,3 6 104 0,0 2 20 0,3 0 3 0,0-5 1 15,-3 3-52-15,2 3-9 0,1-4-3 0,0 4 0 16,0-1-51-16,0 0-13 15,3-2 0-15,0 2 0 0,0-2 0 0,0 2 0 0,2 3 0 0,-2-5 0 16,3 5-48 0,0-3-13-16,-3-2-3 0,3 3-682 0,-3-4-137 0</inkml:trace>
  <inkml:trace contextRef="#ctx0" brushRef="#br0" timeOffset="16624.337">21339 2143 2044 0,'-9'-16'45'0,"6"11"10"0,3-3 1 0,0 0 1 0,0 3-45 0,6-6-12 16,0 3 0-16,3-2 0 0,0 2 91 0,3-3 16 15,-1 1 3-15,1-1 1 0,6 3-43 0,0-5-9 16,3 0-2-16,0 2 0 0,6-2 6 0,-1 5 1 15,7 0 0-15,0-5 0 0,0 5 0 0,2-5 0 16,1 2 0-16,-3 3 0 0,-1-2-52 0,1 2-12 16,-3 0 0-16,6 5 0 0,-4-8 0 0,1 9 0 15,-3-6 0-15,3 3 0 0,-7 2 0 0,1 3 0 16,-3-5 0-16,-3 2 0 0,-3 3 0 0,0 0 0 16,-6 0 0-16,-1 3 0 15,-2 2-48-15,0-5-13 0,-3 3-3 0,-3 2 0 16,-3 3-153-16,0 0-31 0,-3 5-7 0,-6-5-1 0</inkml:trace>
  <inkml:trace contextRef="#ctx0" brushRef="#br0" timeOffset="17312.791">17957 3665 1958 0,'0'0'43'0,"-6"-3"9"0,0 3 1 0,0 3 3 0,-2-3-45 15,-1 0-11-15,0 5 0 0,0-5 0 16,0 3 78-16,-3 2 14 0,3 3 2 0,0 0 1 0,-3 5-50 15,3 3-9-15,3 0-3 0,-3 5 0 0,3 0-33 0,0 8 0 16,3-8 0-16,0 11 0 0,0-8 29 0,3 5-1 16,0-2 0-16,0 2 0 15,0-3 7-15,3 3 1 0,-3-2 0 0,3 2 0 16,0 0-36-16,0 3 0 0,0-1 0 0,0 4 0 0,-3-6 0 16,3-3 0-16,0-2-12 0,-3 3 3 0,0-1 9 0,0-7 11 15,-3 7-3-15,-3-7 0 0,3-4-8 16,-3 4 0-16,0-3 0 0,1 0 0 0,-1-3 0 0,-3-2 0 15,0-1 0-15,0 3 0 16,0-10-42-16,-3 5-10 0,3-5-3 0,-3-1 0 16,0-2-167-16,3-5-34 0</inkml:trace>
  <inkml:trace contextRef="#ctx0" brushRef="#br0" timeOffset="17477.374">17621 4157 1549 0,'0'-16'44'0,"-3"11"9"0,3-3-42 0,3-3-11 0,-3 3 0 0,6 0 0 16,-3 0 105-16,0 3 19 0,0 0 4 0,3-1 1 15,0 1-1-15,3 3 0 0,0 2 0 0,0-6 0 16,2 6-51-16,1-2-10 0,0 2-3 0,3 0 0 16,-3 0 0-16,0 0 0 0,0 0 0 0,3 0 0 15,0 0-51-15,0 0-13 0,-1 0 0 0,7 0 0 16,-3 0 0-16,3 0 0 0,0-6 0 0,0 6 0 16,2 0-100-16,1 0-22 0,0 0-5 0,0-5-1025 15</inkml:trace>
  <inkml:trace contextRef="#ctx0" brushRef="#br0" timeOffset="18214.993">18258 3622 1728 0,'-6'-8'38'0,"3"6"8"0,-3-6 2 0,0-5 0 0,0 5-39 0,0 0-9 15,-3 0 0-15,-3-3 0 0,0 1 102 0,-2 2 18 0,-4 0 4 0,0 0 1 16,-3 0-56-16,-3 5-11 0,-3 1-2 0,-2-4-1 16,-4 4-35-16,3 2-6 0,-6 2-2 0,1 4 0 15,2-4-12-15,0 9 0 0,-2-1 0 0,-7 6 0 16,3 3 15-16,0-1 0 0,1 3 0 0,-4 3 0 15,3 5-24-15,7 3-5 0,-4 3-1 0,3 4 0 16,6 1 15-16,4 2 13 0,-4-2-2 0,3 2-1 16,3-2-10-16,3-3 0 0,3 3 0 0,1 5 0 15,2 0 0-15,3-3 0 0,3 0 0 0,3 3 0 0,3-5 0 0,6 0 0 16,0-3-8-16,6 0 8 0,-1-3 0 16,7-2 0-16,-3 2-9 0,3-5 9 0,3 1 0 15,0-1-10-15,6 0 10 0,5-5-8 0,-2-3 57 16,6-3 12-16,2-4 3 0,4-4 0 0,0 1-64 0,-4-9 0 15,4 1-9-15,6-3 0 0,-1 0 9 16,4-5 12-16,0-3-2 0,5-3-1 0,-5-5 31 0,-1 0 7 16,-2-2 1-16,6-6 0 0,-4-2-26 15,-2-1-5-15,-1-2-1 0,1 0 0 0,-6 2 22 0,-4-4 4 16,1-1 1-16,-6-2 0 0,-3-3-8 0,-4-1-2 0,1-4 0 0,-3 0 0 16,-3-1-4-16,-3 6-1 0,-3 6 0 15,-3-6 0-15,-4 2-2 0,-2 4-1 0,-3-1 0 0,-6 0 0 16,-3-2-5-16,-2-1 0 0,-4 1-1 15,-3-1 0-15,-3 6-7 0,-3 0-2 0,-3 3 0 0,-6 2 0 16,-2-3-10-16,-4 4 0 0,-6 1 0 16,-5 1 0-16,-1 3-14 0,-3 2-2 0,1 3 0 15,-7-3 0-15,1 5-48 16,-4 3-11-16,-2 0-1 0,-1 6-1 0,4 2-69 0,-4 8-14 16,-5 2-2-16,-13 3-1 0</inkml:trace>
  <inkml:trace contextRef="#ctx0" brushRef="#br0" timeOffset="28509.203">22645 8584 1474 0,'0'0'41'16,"-3"-3"11"-16,1-2-42 0,2-1-10 0,-3 1 0 0,0-3 0 0,3 3 47 0,-3 0 7 15,3-3 2-15,-3 2 0 0,0-2 29 0,-3 0 7 16,0 1 0-16,0 1 1 16,0-2-43-16,-6 0-9 0,0 0-1 0,0 0-1 15,-3 3-7-15,0-3-2 0,-3 3 0 0,1 2 0 0,-1-2-1 16,-3 2 0-16,0 1 0 0,-3-1 0 0,0 3 1 16,1-3 0-16,-4 3 0 0,3 0 0 0,-3 0-30 0,0 3 0 15,1 0 0-15,-1 2 0 0,-3 0 0 0,-3 1-16 16,1 2 1-16,-4-1 1 0,3 4 14 0,0 0 0 15,-2-1 0-15,2 3 0 0,3 1 0 0,0 2 0 16,1-3-10-16,-1 5 10 0,0-2 0 0,3 3 0 0,-2-1-9 16,-1 3 9-16,3 1 0 0,0-1 0 15,-3 3 0-15,7-3 0 0,-1 0-12 0,3 0 4 0,0 0 8 16,0 0-13 0,6-2-19-16,1 2-4 0,-1-2-1 0,3-1 0 0,3-2 37 0,0 3 0 15,0-4 0-15,0 4 0 0,6-3 8 0,-3 2 8 0,6-2 3 16,-3 0 0-16,3 0-19 0,0 0 0 0,3 0 0 0,0 0-9 15,3-1-5-15,3 1-1 0,0-2 0 0,0-1 0 16,3 0 15-16,0-2 0 16,3-1 0-16,-1-2 0 0,4 3 0 0,3-6 8 0,0 3 0 0,0-3-8 15,3 1 0-15,-1-4 0 0,4-2 0 0,0 5 0 16,0-5 0-16,0 3 0 0,2 0-12 0,-2-3 12 16,3 2 0-16,3-2 0 0,-1 0 0 0,7 0 0 15,-3 0 0-15,3-2 0 0,2 2 0 0,1-3 0 16,-6 3 0-16,-4-3 0 0,4 3 0 0,0 0 0 15,-1 0 0-15,1-5 0 0,0 3 0 0,0-4 0 0,-1 1 0 16,-2 0 0-16,-3-3 0 0,3 0 0 16,-7 0 0-16,-2 0 0 0,0 0 0 0,-3 0 0 0,0-3 0 15,-3 4 0-15,-4-7 0 0,4 4 0 16,-6-4 0-16,3 1 0 0,-3 0 0 0,-3 0 0 0,0 0 0 0,0-3 0 16,-3 0 0-16,0 0 0 0,0 3 33 0,-3-3 13 15,3 0 2-15,-3 0 1 0,0-2-13 0,-1-1-4 16,-2-2 0-16,3 0 0 0,-3 2 0 0,0-5 0 15,0 1 0-15,0-1 0 0,-3 0-3 0,3 0-1 16,-2 0 0-16,-1 0 0 0,-3 1-28 16,3 4-15-16,-3-2 2 0,-3 5 0 0,3 0 48 0,-3 0 9 15,0 3 3-15,0 0 0 0,-3 2-38 0,0 1-9 16,0-1 0-16,-3 3 0 0,3-2 16 0,-2 2 0 16,-1-3 1-16,-3 3 0 15,0 0-65-15,-3 0-12 0,-3 3-4 0,1 2 0 16,-4 1 0-16,0-1 0 0,-3 0 0 0,0 1 0 15,-2 2 0-15,2-3-1 0,0 3 0 0,-3 0-946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3:13:40.6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7899 1900 1036 0,'0'0'23'0,"0"0"5"0,-6 5 0 0,-3-5 1 0,1 3-29 0,-1 2 0 0,0-2 0 0,0 2 0 16,-3-2 57-16,3 5 6 0,-3-3 1 0,3 0 0 15,-3-2-8-15,3 2 0 0,-3 3-1 0,3-5 0 0,0 2 14 0,1 3 3 16,-1-8 1-16,-3 5 0 16,3-2-42-16,0 2-9 0,3-2-2 0,-3 2 0 15,3-5 0-15,-3 3 0 0,0-3 0 0,0 0 0 0,0 0-4 0,-3 0 0 16,3 0-1-16,-2 0 0 16,2 0 4-16,-3 0 1 0,3 0 0 0,-3-3 0 0,0 3-20 0,0 0-14 15,0 0 2-15,0-5 1 16,-3 5 11-16,0-3 0 0,1 3 0 0,-1 0 0 15,-3-5 37-15,3 5 10 0,3-3 1 0,-3 3 1 0,0 0-28 0,0-5-5 16,1 5-2-16,-1 0 0 0,3 0-14 0,-3 0 0 16,3-5 0-16,0 5 0 0,0-3 0 0,0 3 0 15,-3-5 0-15,-2 2 0 0,2 3 0 0,-3-5 0 16,0 2 0-16,-6 3 0 0,3-5 0 0,-6 2 0 16,4 3 0-16,-1-5 0 0,0 5 0 0,-3-5 0 0,3 2 0 15,1 3 0-15,-1 0 0 0,3-5 0 0,3 2 0 0,-3 3 0 16,0 0 0-16,1-5 0 0,-4 2 0 0,0 3 0 15,3 0 29-15,0-5 0 16,-3 2 0-16,1 3 0 0,-1 0-29 0,3 0 0 0,0-5 0 0,0 5 0 31,1 0-17-31,2 0-10 0,0 0-1 0,3-5-1 0,-3 5 29 0,3-3 0 0,0 3 0 16,3-5 0-16,-3 2 17 0,4 3 10 0,-4-5 1 0,0 2 1 31,0 3-46-31,0-5-10 0,-3-1-1 0,0 4-1 0,0-4 49 0,-2 4 11 0,2-3 1 0,-3 2 1 16,3-2-33-16,0 2 0 0,0-2 0 0,-2-3 0 15,2 2-22-15,0 4-8 16,0-3-2-16,0 2 0 0,3 3 32 0,0-5 0 0,-3 2 0 0,1 3 0 16,2-5 0-16,-3 5 0 0,0 0 0 0,-3-6 0 15,0 6 19-15,-2 0 9 0,2 0 3 0,-6 0 0 0,6 0-31 16,-3 0 8-16,0 6-8 0,1-6 0 0,2 5 0 0,3-5 0 16,0 3 0-16,0 2 0 0,0-5 0 0,6 3 0 15,1 2 0-15,-1-3 0 0,3 4 0 0,3-4 0 16,0 4 0-16,3-1 0 15,0 3 0-15,0-5 0 0,3 2 0 0,-3 3 0 0,3-6 0 0,0 9 0 16,0-8 0-16,0 5 0 0,3-3 0 0,-3 3 0 16,0-3 0-16,3 3 0 0,-6-5 0 0,3 2 0 15,3 3 0-15,-6 0 0 0,-6-3 0 0,6 3 0 16,9-5 0-16,3 10 0 0,-6-5 0 0,0-8 0 16,0 5 0-16</inkml:trace>
  <inkml:trace contextRef="#ctx0" brushRef="#br0" timeOffset="160.029">4866 2043 2293 0,'0'0'101'0,"0"0"22"0,0 0-99 0,0 0-24 15,0 0 0-15,0 0 0 0,0 0 0 0,0 0 0 0,0 0 0 0,0 0 0 16,0 0 0-16,-3 5 8 0,3-5-8 0,0 0 0 16,0 0 0-16,0 0 0 0,-6 5 0 0,6-5 0 15,0 0 0-15,0 0 0 0,0 0 0 0,0 0 0 16,0 0 0-16,0 0 0 0,0 0 0 0,-3-8 0 16,-3 6-27-16,3-1 3 0,3-5 0 0,-3 3 0 15,3 2-27 1,-3-5-5-16,3-2 0 0,0 7-562 0,3-5-112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03T23:12:04.0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22619 3747 1592 0,'0'0'67'0,"-6"-3"-54"31,-3 3-23-31,0 0-5 0,0 0-1 0,-3 0 0 0,-6 3-28 16,0 5-5-16,-3 0-2 0,-5 2 0 0,-1 6 51 0,-3-3 11 0,0 11 1 0,-5-3 1 16,5 0-13-16,0 3-18 0,0 0 4 0,4 0 1 15,-1 2 13-15,3-4 0 0,3-4 0 0,0 9 0 16,6-9 0-16,4 3 15 0,5 0-3 0,0 3-1 15,6-3-11-15,3 6 0 0,3-9 0 0,-1 9 8 16,7-9 4-16,0 3 1 0,0-5 0 0,6 3 0 16,-3-3 13-16,3 0 2 0,0-1 1 0,0-1 0 15,-1-4-16-15,4 4-3 0,-3-4-1 0,3 1 0 16,-3-1 26-16,-3 1 5 0,3-3 0 0,-7 2 1 16,1-2-26-16,-6 3-6 15,0-3-1-15,-3 0 0 0,-3 2 2 0,-6 1 0 0,0 0 0 0,-6-1 0 16,0 3 2-16,-5 1 0 0,-1-1 0 0,-3 0 0 15,0 0-12-15,0 3-9 0,-3-5 9 0,-2 5-13 16,-4-1 13-16,0-7 0 16,-6 6 0-16,1-1 10 0,-1-5-66 0,-3 2-14 0</inkml:trace>
  <inkml:trace contextRef="#ctx0" brushRef="#br0" timeOffset="376.8">22485 4215 1402 0,'24'-5'29'0,"-4"5"7"0,-2-6-36 0,0 4 0 0,-3 2 0 0,-3 0 0 31,0 0 31-31,-3 2-1 0,-3 4 0 0,-3-4 0 0,0 6-5 0,0 0-1 0,-3 3 0 0,-3 2 0 16,0 0-12-16,0 1-4 0,0 1 0 0,0 4 0 15,0-6-8-15,0 6 0 0,0-3 0 0,3 2 0 16,-3-2 0-16,6 0 0 0,-3 0 0 0,6-3 0 15,-3 0 0-15,3 0-11 0,3-2 3 0,0 2 0 16,2-7 8 0,1 1-13-16,0-1 5 0,3-1 8 0,0-5 0 0,3 0 0 0,0-3 0 0,0 1 0 15,2-1 44-15,-2-2 16 0,6 0 3 0,-6-1 1 32,3 1-1-32,-3-3 0 0,-3 0 0 0,-1 0 0 0,-2 0-23 0,0 0-5 0,-3-2-1 0,-3-4 0 15,-3 4-12-15,-3-6-2 0,0 3-1 0,-3-3 0 16,-3 0-6-16,-3 0-1 0,0-2 0 0,-3 2 0 15,-2-3 14-15,-1 3 2 0,-3 0 1 0,0 6 0 16,-3-6-19-16,-3 3-10 0,0 5 10 0,1-3-10 16,2 6-21-16,-3 0-11 15,0 2-1-15,3 0-1 0,1 3 12 0,-1 0 2 0,0 0 1 0</inkml:trace>
  <inkml:trace contextRef="#ctx0" brushRef="#br0" timeOffset="922.76">23104 4107 1337 0,'0'0'28'0,"6"2"6"0,0 1-34 0,0 0 0 0,0 2 0 0,0 3 0 16,-3 0 0-16,3-3 0 0,-3 3 0 0,0 8 0 31,0-6 58-31,-3 4 5 0,2 7 1 0,-2-5 0 16,0 5-64-16,0 0 0 0,0 0-9 0,0 6 0 0,0-6 9 0,0 0 11 0,0 3-3 0,0-3 0 15,0-3-8-15,3 6 0 0,0-10 0 0,0 9 0 16,0-7 0-16,3 5 0 0,0-5 0 0,0 5 0 16,0-5 0-16,0 0 0 0,0 0 0 0,0 3 0 15,0-9 56-15,-3-2 7 0,3 0 1 0,-3 3 0 16,0-9-64-16,-3-2 0 0,0 0 0 0,0 0-10 16,0 0 10-16,3-8 9 0,-3 0-1 0,0-5-8 15,0 3 52-15,0-9 4 0,0-2 1 0,-3 2 0 16,3-2-31-16,-3 0-6 0,3 0-2 0,-3-6 0 15,3 6 5-15,-3-8 1 0,3 0 0 0,0-3 0 16,3 0-3-16,-3-2 0 16,3-3 0-16,0 0 0 0,0 5-2 0,6 6-1 0,-3-3 0 0,3 2 0 0,0 6-6 15,3 3 0-15,2-6-1 0,-2 5 0 16,3 1-11-16,0 4 0 16,3-1 9-16,0 1-9 0,-3 6-15 0,3-2-7 0,-1 5-2 0,4-1 0 15,0 4 24-15,0 2 0 0,0 2 0 0,0 1 0 16,-1 2 0-16,1 3 0 0,0 5 0 15,0-5 0-15,-3 6 0 0,-3-1 0 0,0 0 0 0,-7 0 0 16,1 0 0-16,-3 3 0 0,-6-2 0 0,0 1 0 16,-3 1 20-16,-6 0 9 0,1 3 2 15,-4-1 0-15,-3 1-31 0,-3-1 0 16,-3 3 0-16,-3-5 0 0,0 3-24 0,1-6-4 0,-1 3 0 0,-3-8-1 16,0 2-7-16,0 1 0 0,1-3-1 0,-4-5 0 15,3 2-154-15,0-2-30 0</inkml:trace>
  <inkml:trace contextRef="#ctx0" brushRef="#br0" timeOffset="1303.6">22756 3514 1192 0,'-33'-3'24'0,"0"1"8"16,-3-4-32-16,4 6 0 0,-7 0 0 0,0 6 0 16,-2-6 36-16,-4 5 2 0,3 3 0 0,-5 8 0 15,2-6-17-15,-3 4-3 0,4 1-1 0,-7 4 0 16,4-1-3-16,-4 4-1 0,0-1 0 0,-2 8 0 16,2 3 5-16,6 2 1 0,1 6 0 15,-1 2 0-15,1-2-3 0,2 2 0 0,3-5 0 0,-6 8 0 16,13-3-16-1,-1 3 0-15,3 6 0 0,3-4 0 0,7 1 0 0,2 0 0 16,3-3 0-16,3 2 0 0,3-2 0 0,3-2 0 0,3-1 0 0,3 3 0 16,6-3 0-16,0 3 0 0,6-3 0 0,6 1 0 15,3-3 0-15,8-6 0 0,4 0 0 0,6 3 0 0,2-2 8 0,4-4 0 0,3 4 1 0,11-1 0 16,-2-7-9-16,8-6-12 0,7 0 2 0,5-5 1 31,-2-5-44-31,-1-6-9 0,3-3-2 0</inkml:trace>
  <inkml:trace contextRef="#ctx0" brushRef="#br0" timeOffset="1642.3">23884 3863 1314 0,'-6'-32'37'0,"3"3"8"0,-3 8-36 0,0-3-9 0,3 6 0 0,0 2 0 15,0 3 81-15,3 2 15 0,0 3 2 0,0 3 1 16,0-3-24-16,0 3-5 0,3 2-1 0,0-2 0 16,3 2-36-16,0 3-7 0,0 0-2 0,0 0 0 15,3 3-24-15,0 2 0 0,0-2 0 0,2 5 0 16,1 2 0-16,3 1 0 0,0 5 0 0,0 2 0 16,3 3 45-16,0 11 4 0,3-3 1 0,-4 3 0 0,4 2-37 0,-3 3-13 15,3 0 9-15,-3 3-9 0,-3 0 12 0,0 5-2 0,-1 2-1 16,-2 4 0-1,-3-4-9-15,-3 4 0 0,-3 1 0 0,0 4 0 16,-6-6 0-16,-3 3 0 0,0 0 0 16,-6 0 0-16,-2-3 0 0,-4 1 0 0,-6-9 0 0,-3 6 0 15,-3-6-46-15,-2 6-14 0,-7-3-4 0</inkml:trace>
  <inkml:trace contextRef="#ctx0" brushRef="#br0" timeOffset="2306.03">21803 11526 2030 0,'0'0'57'0,"0"0"14"15,0 5-57-15,-3 3-14 0,3 0 0 16,0 3 0-16,0 2 43 0,0 0 5 0,0 3 2 0,0 3 0 16,0-1-29-16,0 3-5 0,0 0-2 0,0 6 0 31,0-1 33-31,-3 6 6 0,3 0 2 0,0 2 0 0,0 1-37 0,-3 4-7 0,3 1-2 0,0 2 0 15,0-2 9-15,-3-3 2 0,0 0 0 0,3 3 0 16,-3-6-20 0,0 1 10-16,0 2-10 0,0-3 8 0,0 0-25 0,-3-2-6 0,3 3-1 0,0-6 0 15,-3 0 34-15,1-5 6 0,-1-1 2 0,0-1 0 32,0-4-46-32,0 1-10 0,0-3-2 0,0-3 0 0,-3-3-94 0,3 1-19 15,0-6-4-15,0 1-1 0,6-6-44 0,0 0-9 0</inkml:trace>
  <inkml:trace contextRef="#ctx0" brushRef="#br0" timeOffset="2596.68">21788 11878 1579 0,'3'-40'32'0,"0"1"10"16,-3 1-34-16,3 1-8 0,0 0 0 0,-3 0 0 0,3 3 83 0,0 2 14 0,3 3 3 0,-3 0 1 31,3 3-59-31,-3 4-12 0,3-1-2 0,0 4-1 0,3 3 29 16,0 0 7-16,3 3 1 0,-3 0 0 0,5 2-52 0,1 3-12 0,0-2 0 0,6 4 0 15,0 1 51-15,6 0 7 0,-1 2 2 0,1 3 0 16,3 0-28-16,0 0-6 0,0 3-1 0,-4-1 0 16,4 4 15-16,-3-1 2 0,0 3 1 0,-1 0 0 31,1 3-59-31,-3-1-11 0,-3 3-2 0,0 3-1 16,-6 3 30-16,-3 2 0 0,-4 5 0 0,-2 1 0 0,-6-1-8 0,-6 3 8 0,0 0-13 0,-8 3 5 15,-1-5-16 1,-6 2-4-16,-3-3 0 0,-3 1 0 0,0-1 28 0,-2-2 0 0,-4 0 0 0,-3-3 0 15,1 0-16-15,-1 0 1 0,-3-2 1 0,0-1 0 16,7-4-131-16,-1-1-27 0,6 0-4 0</inkml:trace>
  <inkml:trace contextRef="#ctx0" brushRef="#br0" timeOffset="2991.48">22642 11521 1780 0,'21'-3'50'0,"3"0"12"0,-3 3-50 0,-3 0-12 0,-3 3 0 0,0 0 0 0,-6 2 25 0,-1 0 3 16,-2 3 0-16,-6 3 0 15,0 2-3-15,-3 3 0 0,-5 2 0 0,-1 4 0 16,-3-4-13-16,0 6-2 0,0 0-1 16,-3 0 0-16,0-3-9 0,0 3 0 0,3-1 0 15,0 1 0-15,3 0-9 0,4-3 9 0,-1 3-12 0,3 0 12 16,0-3-18-16,6 0 3 0,0-2 1 0,0-1 0 15,5-2-18-15,1-3-4 0,3-2-1 0,3-3 0 0,0-3 37 16,6-2 0-16,0-3 0 0,0-3 0 0,2-5 38 0,4 0 15 0,0-5 3 0,0 0 1 16,-3-1-10-1,-1-1-3-15,1-1 0 0,-3-3 0 0,-3 1 7 16,-3-3 1-16,0-1 0 0,-3 1 0 0,-1-3-11 0,-5 1-1 0,0-1-1 0,-3 0 0 16,0-3-31-16,-3 4-8 0,-3-6 0 0,3 2 0 15,-6 1 33 1,0-1 6-16,-2 1 1 0,-1 2 0 15,-3 3-30-15,0 0-10 0,-3-1 0 0,-3 4 9 0,0 5-9 0,-6-3-17 16,4 5 4-16,-4 1 1 0,0 2-52 0,0 2-9 0,0 1-3 0</inkml:trace>
  <inkml:trace contextRef="#ctx0" brushRef="#br0" timeOffset="3396.08">23637 11402 2040 0,'9'-8'57'0,"0"0"-45"0,-1 2 32 0,-2-1 6 0,-3-1 2 16,0 0 0-16,-3 0-3 16,-3 0 0-16,-3-3 0 0,-2 3 0 0,-4 0-29 0,-3 3-5 0,0-3-2 0,-3 3 0 31,0 2-13-31,-3 0 0 0,-3 1 0 0,1 2 0 15,2 2-29-15,0 1-3 0,0 0 0 0,0 5 0 0,3 0 32 0,4 0 10 0,-1 2 0 0,0 3 0 16,6 1-10-16,3-1-11 16,3 0 3-16,3 3 0 0,3 0-4 0,3 5 0 0,3-2 0 0,3 4 0 31,0-1 12-31,0 1-10 0,2-2 10 0,4 3-10 0,0 0 20 0,0-3 4 0,0 0 1 0,0 1 0 16,0-1-23-16,-4-3-5 0,4 1-1 0,-6-3 0 15,-6 2 14-15,0-2 0 16,0-3 0-16,-6 6 0 0,-3-3-8 0,-6 2 8 0,-3 1-13 0,-3 2 5 15,-2-3-36-15,-4 4-6 0,-3-1-2 16,-6 0 0-16,-6 0 0 0,1-2-1 0,-7 2 0 0,-3-3 0 31,1 1-31-31,-4-3-7 0,0 0-1 16</inkml:trace>
  <inkml:trace contextRef="#ctx0" brushRef="#br0" timeOffset="3711.05">21687 11312 1758 0,'-36'-3'36'0,"4"6"10"16,-1-1-37-16,3 4-9 0,0-1 0 0,1 5 0 0,2 1 16 0,0 0 0 15,-3 2 1-15,0 5 0 0,1 4-17 0,-4 1 0 0,0 6 0 0,0 3 0 16,4 5 0-16,-1 3 0 0,3 5 0 0,0 3 0 16,6-3 35-16,4 0 3 15,5 0 1-15,3 5 0 0,3-5-11 0,6 5-3 0,0 0 0 0,6 1 0 16,3-6-25-16,6-3 0 0,2-2 0 0,4 2 0 16,3-5 0-16,6 3 0 0,3-3 0 0,2 0 0 15,1-5 0 1,3-6 0-16,2 0 0 0,4-2 0 15,0-5 0-15,5-1 0 0,7-4 0 0,-1-1 0 0,4-8 0 16,-1-2 0-16,-2-6 0 0</inkml:trace>
  <inkml:trace contextRef="#ctx0" brushRef="#br0" timeOffset="4100.229">23669 10960 1451 0,'3'-11'61'16,"-3"1"-49"-16,3-1 44 0,0 0 9 0,3 3 2 0,-3 1 0 31,3-1-3-31,-3 2 0 0,3 4 0 0,3-1 0 0,-3 0-10 16,3 3-2-16,0 3-1 0,0 0 0 15,0 2-10-15,3 0-1 0,0 3-1 0,-1 0 0 16,4 3-7-16,-3-1 0 0,3 3-1 0,0 1 0 0,3 2-16 0,3-1-3 0,-3 4-1 0,2 5 0 16,4 5 13-1,-3 5 2-15,6 3 1 0,-3 8 0 0,0-5-35 0,-4 2-8 0,1 1 0 0,0 4-1 16,-6 1 17-16,0 2 0 16,0 3 0-16,-6 0 0 0,0-3 0 0,-6-2 8 0,-1 0-8 0,-2 2 0 31,-5-5 8-31,-4 0-8 0,0 2 0 0,-6 1 9 0,0-3-1 0,-6-5-8 0,-6 2 12 0,0-2-4 31,-2-3-18-31,-4 0-4 0,-3-3-1 0,-5 3 0 0,-1-2-120 0,0-4-24 0,-2 4-5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36.48792" units="1/cm"/>
          <inkml:channelProperty channel="Y" name="resolution" value="378.54889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1-28T23:14:57.6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16889 2056 1580 0,'0'0'35'0,"0"0"7"0,0 0 2 0,0 0 0 0,0 0-36 0,0 0-8 0,0 0 0 0,0 0 0 15,0 0 88-15,-6 0 15 0,6 0 3 0,-6 5 1 16,6-5-63-16,-3 3-12 0,-3 10-2 0,3-5-1 15,0 5-10-15,-3 3-3 0,3 5 0 0,0 0 0 0,0 3-1 0,0 0-1 16,0 3 0-16,0 2 0 16,0-6-14-16,3 1 8 0,0 3-8 0,0-1 0 0,0 1 0 15,0-3 0-15,3 2 0 0,-3 3 0 0,3 3 0 0,-3-3 0 16,0 0 0-16,0 3 0 0,0-3 8 0,0-5-8 16,0 2 0-16,-3-2 0 15,0 2 8-15,0-7-8 0,0 2 0 0,0 0 0 16,0-7 0-16,-3 1 0 0,0 1 0 0,3-2 0 0,-3-4 0 0,0 3-16 15,3-5 1-15,-2 5 1 16,2-10-163-16,3-3-33 0</inkml:trace>
  <inkml:trace contextRef="#ctx0" brushRef="#br0" timeOffset="282.923">17112 2109 1792 0,'0'-11'51'0,"0"3"10"0,0 0-49 0,0-2-12 0,0 2 0 0,0 0 0 16,3 0 99-16,-3 0 17 0,0 0 3 0,0 3 1 16,3 2-39-16,-3 3-7 0,0 0-2 0,0 0 0 15,0 0-27-15,0 0-5 0,0 0-2 0,0 0 0 16,0 8-22-16,0 0-4 0,0 5 0 0,0 3-1 16,-3 5-11-16,0 3 0 0,3-3 9 15,-3 8-9-15,0 1 14 0,3-1-2 0,-3-6 0 0,0 7 0 16,0-7-12-16,0 4 0 0,0-3 0 15,-3 5 0-15,3-8 0 0,0 3 0 0,-3 0 0 16,3 2 0-16,-3-2 0 0,3 0 0 0,-3 2 0 0,0-5 0 16,3 3-48-16,-2-3-13 15,2-5-3-15,-3 5 0 0,3-10-102 16,-3 2-21-16,3 0-4 0</inkml:trace>
  <inkml:trace contextRef="#ctx0" brushRef="#br0" timeOffset="602.454">16546 2395 1958 0,'0'0'43'0,"0"0"9"0,0 0 1 0,0 0 3 0,0 0-45 0,0 0-11 15,0 0 0-15,0 0 0 0,0 0 53 0,0 0 9 0,3-6 2 0,3 6 0 16,3-2 0-16,0 2 0 0,3 0 0 0,3-6 0 15,0 4-52-15,3 2-12 0,6 0 0 0,2-6 0 16,4 4 54-16,3 2 8 16,0-5 2-16,2 2 0 0,-2-2-52 0,0 5-12 0,0-8 0 15,-1 8 0-15,1-8 0 0,0 2 0 0,2 4 0 16,-2-6 0-16,3 3 0 0,-3 5 9 0,-4-8-9 0,1 2 8 16,-3 4-8-16,-3-6 0 0,-6 2 0 0,0 4 8 15,-1-4-34 1,-5 6-7-16,0-7-2 0,-3 7 0 0,-3-6-105 0,0 4-20 0,-3 2-5 15,-3 0-800-15</inkml:trace>
  <inkml:trace contextRef="#ctx0" brushRef="#br0" timeOffset="874.047">16564 2551 1958 0,'0'0'43'0,"0"0"9"0,0 0 1 0,0 0 3 0,6 0-45 0,0-3-11 16,0 3 0-16,3-5 0 0,0 2 78 0,0 3 14 15,0-8 2-15,3 6 1 0,0-1-50 0,3-2-9 16,2 2-3-16,1-2 0 0,0 2 25 0,3-2 5 16,3 2 1-16,3 0 0 0,-4 1-52 0,4 2-12 15,0 0 0-15,0-5 0 0,-3 2 18 0,-1 3 1 0,4-8 0 16,0 8 0-16,0-8-31 0,2 8-5 15,4-5-2-15,3 2 0 16,-3 3-36-16,2-3-7 0,1 3-2 0,0 0-682 0,0 0-137 0</inkml:trace>
  <inkml:trace contextRef="#ctx0" brushRef="#br0" timeOffset="8231.376">18133 2172 1728 0,'0'0'38'0,"0"0"8"0,0 0 2 0,0-5 0 0,-3-3-39 0,3 5-9 0,-3-2 0 0,-3 0 0 15,0 2 87-15,0-2 15 0,-3 2 3 0,0 3 1 16,-3 0-64-16,0 0-13 0,-2 0-2 0,-4 8-1 16,0-2-26-16,-3 4 0 0,0 3 0 0,0 3 0 15,1 5 0-15,2-5 0 0,0 5 0 0,0 1 0 16,3-1 0-16,0 3 0 0,3-3 14 0,3-3-4 16,0 3-10-16,3 1 0 0,3-1 0 0,0-5 0 15,3 5 0-15,0-5 0 0,3 5-9 0,3-5 9 0,3 0 0 16,0-3-8-16,3 3 8 0,0-3 0 0,3 0-10 15,0-5 10-15,0 0-8 0,0 0 8 0,2-3 0 0,1-2 0 16,-3 2 0-16,0-5 0 0,-3 0 0 0,0-5 0 16,0 2 0-16,-3-2 0 0,-3 0 0 15,3-3 0-15,-3 5 0 0,0-5 0 0,-3-5 20 16,-1 5 4-16,4-5 0 0,-3 2 0 0,0 1 14 0,3-1 3 16,-3-2 1-16,3 5 0 0,0-5-12 15,3 5-2-15,-3 0-1 0,3 0 0 0,0 0-15 0,0 0-4 16,0-3 0-16,3 3 0 0,-3 1 16 0,0 4 2 0,0-5 1 15,-1 3 0-15,4-1-27 0,-3 4 0 0,0 2 0 0,3-6 0 16,-3 6 0-16,0 0 0 0,0 0 0 0,0 6 0 16,0-6 0-16,-3 8 0 0,0-3 0 0,-3-2 0 15,3 5 0-15,-3 5 0 0,0-8 0 0,-3 11 0 16,3-8 0-16,-3 5 0 0,0 3 0 0,0 0 0 16,0 5 0-16,3-8 0 0,-3 6 0 0,3-1 0 15,-1 1-11-15,1-3-7 0,3-3-2 0,-3 3 0 16,6-6 20-16,0 1-10 0,0-3 10 0,6-3-8 15,0-2 8-15,3-3-10 0,0 0 10 0,3-3-10 16,-1-2 10-16,1-3 0 0,0-3 0 16,0 1 0-16,-3-1 0 0,0-7 9 0,2-1 0 0,-5 1 0 15,3-1 10-15,-3-2 1 0,3 0 1 0,-3 5 0 16,-3-5 35-16,3 5 6 0,-4 0 2 0,-5 3 0 16,3-3-44-16,-6 3-8 0,-3-3-1 0,0 3-1 15,-3 5 12-15,0 0 2 0,-3 0 1 0,0 0 0 0,-2 2-7 16,-4 4-2-16,0-1 0 0,0 3 0 0,0 0-16 0,0 3 0 15,0-1 0-15,3 4 0 0,0 2 0 0,3 0 0 16,-3-6-10-16,3 6 10 0,0 3-25 0,3-3 2 16,0 2 1-16,3 1 0 15,0-3-23-15,3 2-5 0,0-2-1 0,3 3 0 16,-3-3-25-16,3 0-6 0,0-6-1 0,0 4 0 16,0-4 21-16,3-2 4 15,-3 0 1-15,0 0 0 0,-3 0 38 0,3 0 8 0,0-2 2 0,0 2 0 0,-3-6 26 0,-3 6 6 16,6-2 1-16,-3-3 0 0,0 2 26 0,0-2 6 15,0 2 0-15,-3 3 1 0,3-5-21 0,-3 5-5 16,0 0-1-16,0 0 0 0,6-3-14 0,-6 3-4 16,0 0 0-16,0 0 0 0,6 8-12 0,-3-5-13 0,3 2 2 15,-4 3 1-15,1 2 10 0,0 1 0 16,0 5 0-16,0-3 0 0,0 3 0 0,3 5 0 16,-3-5 0-16,0 5 0 0,3-2 0 0,0-1 0 15,0-2 0-15,3 0 0 0,-3-3 0 0,3 0 0 0,0-2 0 0,0-3-8 16,0 0-139-1,0-3-27-15,0-5-6 0</inkml:trace>
  <inkml:trace contextRef="#ctx0" brushRef="#br0" timeOffset="8489.979">19103 2098 1958 0,'-3'-29'43'0,"0"16"9"0,3 0 1 0,-3 2 3 0,3-5-45 0,-3 3-11 0,3 0 0 0,-3 5 0 0,0 0 104 0,0 0 20 16,0 3 3-16,3 5 1 0,0 0 0 0,0 0 0 15,0 0 0-15,0 0 0 0,-2 5-103 0,-4 3-25 16,0 5 0-16,3-5 0 0,-3 8 14 0,3 0-2 16,0 10-1-16,0-2 0 0,0 8 0 0,0 5 0 15,3 0 0-15,-3 3 0 0,6-9-11 0,-3 4 0 16,0-3 0-16,-3-3 0 0,3 0 0 0,0 0 0 16,-3 0 0-16,3 0 0 0,-3 3 0 15,3-3 0-15,0 0 0 0,-3 0 0 16,3-5-44-16,-3 0 0 0,3-6-1 0,-3 1 0 15,0-6-148-15,0 3-30 0,0-8-5 0,-3 2-780 0</inkml:trace>
  <inkml:trace contextRef="#ctx0" brushRef="#br0" timeOffset="9244.426">18883 2463 1497 0,'0'0'32'0,"0"0"8"0,0 0 0 0,3-2 4 0,-3 2-36 0,3-6-8 0,0 4 0 0,3-3 0 15,-3 2 104-15,3 3 20 0,0-5 3 0,0 5 1 16,3 0-103-16,-3-3-25 0,3 3 0 0,0 0 0 16,-1 3 36-16,1-3 3 0,3 0 0 0,0 0 0 15,0 5-25-15,3-5-5 0,0 0-1 0,3 0 0 16,0 0-8-16,2 0 0 0,1 0 0 0,3 0 0 16,-3 0 0-16,3 0 0 0,-3-5 0 0,2 5 0 15,1-3 8-15,-3 3 7 0,0-5 1 0,-3 2 0 0,0-2 16 16,-4-3 4-16,1 3 1 0,-3-3 0 0,0 0 6 15,0-6 1-15,-3 6 0 0,0-2 0 0,0-1 4 0,0 1 2 16,-3 2 0-16,-3-5 0 0,0 5-40 0,0-6-10 16,-3 4 0-16,-3-1 0 0,0 3 53 0,0 0 9 15,-3 0 2-15,-3 0 0 0,3 3-45 0,-3 3-9 16,0-4-2-16,0 6 0 0,-3 6-8 0,0-6 0 16,0 2 9-16,-3 6-9 0,4 3 0 0,-4-1 0 15,3 3 0-15,3-5 0 0,-3 6 0 0,6 2-8 16,-3-3 8-16,6 3 0 0,0-6-17 0,0 3 1 15,3 3 1-15,0 3 0 16,3-9-18-16,0 4-4 0,0-1-1 0,3 3 0 16,0-3-2-16,0-5-1 0,3 3 0 0,0-4 0 0,0 4 52 0,0-8 10 15,3 2 3-15,-4-2 0 0,1-3-24 0,0 0 0 0,0-3 0 0,3-2 0 16,-3 2 0-16,0-8 0 16,3 1 0-16,0 2 0 0,3-5 0 0,-3 5 0 0,6-8 0 15,-4 3 0-15,4-1 0 0,3 4 0 0,0-9 0 0,0 9 0 16,-3-9 56-16,2 3 6 0,-2 0 2 0,0 3 0 15,0-3-52-15,-6 0-12 0,0 3 0 0,-3-3 0 16,0 3 54-16,-3 3 8 0,-3-4 2 0,0 6 0 16,0 0-52-16,-3 1-12 0,-3-1 0 0,0 2 0 15,-3 6 0-15,0-5 0 0,-3 5 0 0,-3 5 0 16,0-2 0-16,0 8 0 0,-3-4 0 0,3 4 0 16,0 2 0-16,0 1 0 0,7 1 0 0,-1 1 0 15,3 0 0-15,0 3 0 0,6-3 0 0,3-1 0 0,2 1 0 0,4 3 0 16,0-9-9-16,3 9 9 0,6-3-9 0,-6 5 9 15,3-5-8-15,-3 5 8 0,0-2 0 0,-4-1 9 16,1 1 0-16,-3-1 0 0,0-2-9 16,-3 0 0-16,-3-3 0 0,0 0 0 0,0 3 0 15,-3-5 0-15,0-1 0 0,-6 1 0 16,3 2 0-16,-6-8 0 0,0 6 0 0,-3-3 0 0,-3-3 0 0,1 3 0 16,-4-2 0-16,0 1 0 15,-3-4 0-15,3 2 0 0,-3-2 0 0,3 2 0 0,1-5 0 0,-1 3-11 16,3-3 3-16,-3 5 0 15,6-5-90-15,-3 0-18 0,3-5-3 0,0 5-1130 0</inkml:trace>
  <inkml:trace contextRef="#ctx0" brushRef="#br0" timeOffset="9947.386">20267 2373 1368 0,'0'0'30'0,"0"0"6"0,0 0 2 0,0 0 0 0,0 0-30 0,0 0-8 0,0 0 0 0,0 0 0 16,0 0 97-16,0 0 19 0,0 0 3 0,0 0 1 16,6-2-36-16,0 2-8 0,3 0 0 0,3-5-1 0,0 2-5 0,3 0-1 15,3 3 0-15,2-2 0 0,1 2-17 16,0-6-3-16,0 6-1 0,0-2 0 0,3 2-19 0,-1-6-4 15,-2 4-1-15,-3 2 0 0,0-6-16 0,0 4-8 16,0 2 0-16,-1 0 8 0,-2-6 8 16,3 6 0-16,-3-2 1 0,3 2 0 0,-3-3-17 0,-3 3 0 15,0 0 0-15,0 0 0 16,-3 0-17-16,-1 0-7 0,-2 3-2 0,0-3 0 16,-6 0-36-16,0 0-7 0,0 0-2 0,0 0-644 15,-3 8-129-15</inkml:trace>
  <inkml:trace contextRef="#ctx0" brushRef="#br0" timeOffset="10229.339">20288 2543 1436 0,'0'0'32'0,"-6"5"6"0,0-5 2 0,0 3 0 0,6-3-32 0,0 0-8 0,0 0 0 0,0 0 0 15,0 0 119-15,0 0 22 0,0 0 5 0,0 0 1 16,0 0-41-16,6 0-8 0,0-3-2 0,3 3 0 15,0-5-15-15,3 2-3 0,3-2-1 0,3 2 0 16,-1 1-21-16,1-1-4 0,3-2 0 0,0 2-1 16,0 3-17-16,0 0-3 0,-1-5-1 0,-2 5 0 15,0 0-15-15,0-3-3 0,0 3-1 0,-3 0 0 16,3 0-11-16,-1-5 0 0,1 2 0 0,0 3 0 16,3-3 0-16,-3 3 0 0,6 3-14 0,-3 0 5 15,2-3-91-15,-2 5-17 0,0-5-4 0,3 3-1 16,-3 2-100-16,0 3-20 0</inkml:trace>
  <inkml:trace contextRef="#ctx0" brushRef="#br0" timeOffset="17329.332">21464 2149 1571 0,'0'0'44'0,"0"-6"11"0,3 1-44 0,-3 2-11 0,3-5 0 0,-3 3 0 16,-3-3 107-16,3 3 19 16,-3 2 4-16,0-2 1 0,-3 2-48 0,0-2-10 0,-3 2-1 0,0 3-1 15,-3 0-26-15,0 0-5 0,-6 0 0 0,0 0-1 16,1 3-20-16,-1 2-4 0,0 3-1 0,0-5 0 15,0 7-14-15,3-2 11 0,0 0-11 0,4 3 10 16,2 2-10-16,3 0 0 0,0-2 0 0,3 2 0 16,6 3-8-16,3-3 8 0,0 1-10 0,3 1 10 15,2-1-8-15,1-4 8 0,6 1 0 0,0 5-9 16,0-8 9-16,3 0 0 0,-3 5 0 0,-1-5 0 16,1 0 0-16,0 0 0 0,0 0 0 0,-3-1 0 0,-3 1 0 15,0 0 0-15,0-2 0 0,-3 2 0 0,-3-3 0 0,-3 3 0 16,-1-6 0-16,-2 4 0 0,0-1 0 0,-2 3 0 15,-4-5 0-15,0 5 0 0,0-3 52 0,-3 3 10 16,0-3 2-16,-3 3 0 0,0 0-52 0,-3 0-12 16,0-5 0-16,-3 2 0 0,0 0 0 0,1 3 0 15,-4-5 0-15,3 2 0 0,0-2 0 0,0 2 0 16,0-2 0-16,0-1 0 16,4 6-32-16,-1-8-8 0,3 0-3 0,0 0 0 15,3 0-123-15,3 0-25 0,0-5-5 0,3-3 0 0</inkml:trace>
  <inkml:trace contextRef="#ctx0" brushRef="#br0" timeOffset="17522.058">21401 2156 2102 0,'-3'-10'46'0,"3"10"10"0,0-3 1 0,0-5 3 0,0 3-48 0,0-3-12 0,3 5 0 0,3-2 0 16,-3-3 107-16,3 3 19 0,0 2 4 0,3-5 1 15,3 3-53-15,0 2-10 0,3-2-3 0,0-3 0 16,-1 3-24-16,4 2-5 0,3-2 0 0,0 2-1 15,0-2-22-15,3 2-4 0,-1 1-1 0,1-1 0 16,0 3-8-16,0 0-16 0,0-5 4 0,0 5 1 16,-4 0-161-16,1-3-32 0,-3 3-6 0</inkml:trace>
  <inkml:trace contextRef="#ctx0" brushRef="#br0" timeOffset="18150.729">16963 3323 1948 0,'0'0'55'0,"0"0"13"0,-6 0-55 0,6 0-13 15,-3-5 0-15,3 5 0 0,0 0 76 0,0 0 12 16,0 0 2-16,0 0 1 0,0 0-27 0,0 0-4 16,0 0-2-16,-6 5 0 0,3 3-32 0,0 0-6 15,3 5-2-15,-3 3 0 0,0 0-5 0,0 5-1 16,-3 1 0-16,3 1 0 0,0 1 19 0,-2 3 3 16,2-4 1-16,0 4 0 0,-3-1-35 0,3 1 0 15,0-3 0-15,0 2 0 16,0 1-14-16,0 2-10 0,0-3-1 0,0 1-1 0,3-1 26 0,-3 3 0 15,3-8 0-15,-3 3 0 0,3-3-24 0,-3-7 1 16,3 4 0-16,-3-5 0 16,0-2-35-16,3-3-7 0,0-3-2 0,0-5 0 15,0 0-150-15,0 0-31 0</inkml:trace>
  <inkml:trace contextRef="#ctx0" brushRef="#br0" timeOffset="18391.461">17082 3511 1512 0,'3'-37'43'0,"-3"21"9"0,3-5-42 0,-3 0-10 0,0-3 0 0,0 3 0 15,0 2 113-15,0 1 21 0,-3 7 4 0,0-5 1 16,3 6-9-16,-3 2-2 0,0 5 0 0,0-5 0 16,3 8-51-16,0 0-10 0,0 0-3 0,0 0 0 0,-6 8-51 0,3 0-13 15,0 0 0-15,-3 8 0 16,3 0 54-16,0 5 8 0,3 3 2 0,-3 2 0 16,0-2-52-16,1 3-12 0,2-4 0 0,-3 7 0 0,3-7 0 15,-3 1 0-15,3 3 0 0,-3-4 0 0,0 1 0 0,3 0 0 16,-3 0 0-16,0 5 0 15,0-5-48-15,-3 0-13 0,3 2-3 0,-3-5 0 16,3 3 0-16,-3-3 0 0,3-5 0 0,-6-3 0 16,3 3-135-16,0-5-27 0</inkml:trace>
  <inkml:trace contextRef="#ctx0" brushRef="#br0" timeOffset="18645.342">16680 3662 1918 0,'0'0'42'0,"0"0"9"0,0 0 1 0,0 0 3 0,0 0-44 0,0 0-11 0,3-5 0 0,0-1 0 16,3 4 113-16,-3-3 21 0,6 2 4 0,0-2 1 15,3-1-60-15,3 4-12 0,3-4-3 16,0 1 0-16,-1 2-29 0,4 1-7 16,3-6 0-16,-3 0-1 0,3 3-8 0,0-1-2 0,-4-2 0 0,1 6 0 15,0-4-17-15,0 4 10 0,0-6-10 0,0 3 8 16,-1 2 7-16,-2 0 1 0,0 1 0 0,0 2 0 15,-3-6-64-15,-3 6-13 0,0-2-3 0,-6 2 0 16,0 0-72-16,-6 0-14 0,0 0-3 0,0 0-539 16,0 0-108-16</inkml:trace>
  <inkml:trace contextRef="#ctx0" brushRef="#br0" timeOffset="18849.331">16820 3731 1314 0,'-18'8'37'0,"9"-3"8"0,1 3-36 0,-4-3-9 0,3 1 0 0,3 2 0 0,0-3 156 0,3 0 28 15,3-5 7-15,0 0 1 0,0 0-103 0,3 3-20 16,3 2-4-16,3-2-1 0,0-3-5 0,5 0-2 16,-2 0 0-16,6 0 0 0,-3-3-5 0,3 3-2 15,3-5 0-15,0 2 0 0,0 3-21 0,-1-8-4 16,1 0-1-16,0 0 0 0,6 3-24 0,-3-3 0 16,5 0 0-16,1 0 0 0,0 3 0 0,3-3 0 15,-1 3 0-15,4-3 0 16,-3 2-234-16,-6-1-42 0,20-23-9 0,-8 12-2 0</inkml:trace>
  <inkml:trace contextRef="#ctx0" brushRef="#br0" timeOffset="19101.272">17800 3530 1388 0,'0'0'39'0,"0"0"9"0,0 0-38 0,0 0-10 0,0 0 0 0,3-8 0 15,-3 8 137-15,0 0 26 0,0 0 5 0,0 0 0 16,0 0-47-16,0 0-9 0,0 0-3 0,0 0 0 15,0 0-25-15,0 0-6 0,0 0-1 0,0 0 0 16,0 0-33-16,0 0-8 0,0 0 0 0,0 0-1 16,0 8-13-16,0 0-2 0,0 0-1 0,0 2 0 15,0 1-10-15,0-3-1 0,0 2-8 0,0 4 12 16,0-1-12-16,0-3 0 0,-3 1 0 0,3 0 0 16,0-1 0-16,-3 6 0 0,3-5 0 0,-3-1 0 15,0 1 0-15,3 2 0 0,-3-5 0 0,0 0 0 16,3 0-92-16,0 0-19 0,0-3-3 0,0-5-1030 15</inkml:trace>
  <inkml:trace contextRef="#ctx0" brushRef="#br0" timeOffset="19270.019">17865 3421 2030 0,'-9'-21'57'0,"3"11"14"0,3-1-57 0,-3 0-14 0,3-5 0 0,-3 1 0 0,3 4 54 0,3-2 8 16,-3 2 2-16,3 3 0 0,0-5 0 0,0 5 0 15,0 3 0-15,0 2 0 0,0-5-52 0,0 3-12 16,3 2 0-16,-3 3 0 16,3 0-120-16,-3 0-26 0,6 0-6 0,-6 0 0 0</inkml:trace>
  <inkml:trace contextRef="#ctx0" brushRef="#br0" timeOffset="19707.645">17913 3519 1698 0,'0'0'48'0,"0"0"11"0,0 0-47 0,0 0-12 0,0 0 0 0,0 0 0 16,0 11 124-16,3-9 24 0,0 4 4 0,0-4 0 16,3 4-70-16,0-4-14 0,-1 4-4 0,1-1 0 15,0 3-51-15,3-6-13 0,-3 6 0 0,0 0 0 16,0 0 0-16,0 3 0 0,0-3 0 0,-3-3 0 16,3 3 26-16,-3 3 2 0,0-3 1 0,0 2 0 0,-3-2-21 15,0 3-8-15,0-3 0 0,-3 2 9 0,0-2-9 0,0 3 10 16,0-3-10-16,-3 2 10 0,3-2 0 0,-3 0 0 15,0 0 0-15,0-5 0 0,0 2-10 16,3-2 0-16,3-3 0 0,0 0 0 0,0 0 8 16,0 0 0-16,0 0 0 0,0 0 0 0,0-6 1 0,0 1 0 15,6-8 0-15,-3 5 0 0,3 0-9 0,0 0 0 16,3-8 0-16,0 6 0 0,3-1 0 0,-3 3 0 16,3-8 0-16,0 6 0 0,0-4 0 15,-1 4 0-15,1-4 0 0,0 7 0 0,0-4 34 0,0 6 5 16,-3-3 1-16,0 0 0 0,0 3-16 0,0-1-4 15,-3 4 0-15,0 2 0 0,-3 0-4 0,3 0-2 16,-3 2 0-16,0 4 0 0,3 1-5 0,-3 1-1 0,-3 0 0 16,2 3 0-16,1-1-8 0,-3 1 0 0,0 2 0 0,0 1 0 15,0-4 0-15,0 6-12 0,0 0 4 0,0-3 8 32,0 3-51-32,0-5-2 0,3 7-1 0,-3-7 0 15,3 2-148-15,0 0-30 0,0-5-5 0</inkml:trace>
  <inkml:trace contextRef="#ctx0" brushRef="#br0" timeOffset="20216.426">18362 3665 2178 0,'0'0'48'0,"0"0"9"0,0-6 3 0,0-2 1 15,-3 1-49-15,3 4-12 0,0-8 0 0,-3 6 0 16,3 0 56-16,0 5 9 0,0 0 2 0,0 0 0 16,0 0-3-16,0 0 0 0,0 0 0 0,0 0 0 15,0 0-51-15,0 0-13 0,0 5 0 0,3 3 0 16,-3 0 0-16,3 0 0 0,-3 2 0 0,3 1 0 15,-3 0 0-15,0 2 0 0,0 3 0 0,0 0 0 0,-3 2 0 0,3 1 0 16,-3-1 0-16,0-2 0 0,0 5 0 0,0-8 0 16,0 6 0-16,0-3 0 0,3-6 0 0,-3 6 0 15,0-8 0-15,0 0 0 0,3 0 0 0,0-3 0 16,0-5 0-16,0 0 0 0,0 0 0 0,0 0 0 16,0 0 0-16,0 0 0 0,0 0 54 0,0 0 8 15,-6-5 2-15,6-6 0 0,-3 1-52 0,3-1-12 16,0-7 0-16,0 2 0 0,0-5 0 0,0 2 0 15,0-2 0-15,3 0 0 0,0 0 54 0,0 0 8 16,0 2 2-16,3 1 0 0,0-1-52 0,0 3-12 16,0 3 0-16,3-6 0 0,-3 9 0 0,3-6 0 0,-3 5 0 15,3 1 0-15,-3 2 0 0,3-3 0 16,0 6 0-16,0 0 0 0,0-3 0 0,-1 2 0 16,1 4 0-16,0 2 0 0,0-6 0 0,0 6 0 15,0 0 0-15,-3 6 0 0,3-6 17 0,-3 2 1 0,0 4 0 0,0 2 0 16,0-3-18-16,-3 3 0 0,3 0 0 0,-6 0 0 15,3 2 0-15,-3-2 0 0,-3 3 0 0,3-1 0 16,-6-2 8-16,3 0-8 0,0 3 0 0,-3-3 0 16,0-3 8-16,0 3-8 0,-3 0 0 0,3 0 0 15,-3 0-14-15,3-5-6 0,0 2-2 0,-3 0 0 16,0-2 22-16,3 2 0 0,0-2 0 0,1 2 0 31,-1-2-56-31,6-3-6 0,0 0-2 0,0 0 0 0,0 0-128 0,0 0-27 0,6 0-5 16,2-3-494-16,7 3-99 0</inkml:trace>
  <inkml:trace contextRef="#ctx0" brushRef="#br0" timeOffset="21020.851">18663 3612 2084 0,'3'-6'46'0,"-3"4"10"0,0-6 1 0,0 3 1 0,0-1-46 0,0-2-12 15,0 6 0-15,0-6 0 0,0 3 128 0,0 2 23 16,0 3 5-16,0 0 0 0,-3-5-68 0,3 5-13 16,0 0-3-16,0 0-1 0,0 0-27 0,0 0-4 15,0 0-2-15,0 0 0 0,0 0-26 0,0 0-4 16,-3 5-8-16,3 3 11 0,-3 0-11 0,3 0 0 15,0-3 0-15,0 6 0 0,0-4 0 0,3 1 0 0,0 3 0 0,0 0 0 32,3-3-46-32,0-1-2 0,3 1 0 0,0 3 0 0,-1-3 39 0,4-5 9 15,0 2 0-15,0-5 0 16,3 3-53-16,-3-3-9 0,0 0-2 0,3-3 0 0,-6 3 52 0,0-5 12 16,0 2 0-16,-1-2 0 0,1 2 0 0,-3-5 0 15,-3 0 0-15,3 3 0 0,-3-3 0 0,-3-3 0 0,3 3 0 16,0-2 0-16,-3 2 48 0,3-8 13 0,0 5 3 15,0 1 0-15,0-6-52 0,0 5-12 0,0 3 0 0,0-2 0 16,0 2 0-16,0 3 0 0,-3-1 0 0,0 6 0 16,0 0 0-16,0 0 0 0,0 0 0 0,0 0 0 15,0 11 0-15,0-3 0 0,-3 8 0 0,0-6 0 16,3 4 0-16,-3 1 0 0,0-1 0 0,-3 1 0 16,3-1 0-16,0 2 0 0,3-1 0 0,-3 4 0 15,3-3 0-15,0-3 0 0,0 6 0 0,3-3 0 16,0-3 0-16,3-3 0 0,0 4 0 0,0-4 0 15,3-2-48-15,0-8-13 0,3 3-3 0,0-3 0 16,0-3 0-16,0-5 0 0,2 0 0 0,-2 0 0 0,3-5 52 16,0 0 12-16,0-3 0 0,0 0 0 0,0 0 0 0,0 3 0 15,-4-8 0-15,4 0 0 0,-3-1 48 0,0-1 13 16,-3-1 3-16,3-11 0 0,0 4-11 0,0-6-1 16,0 0-1-16,0 0 0 15,-3 2-12-15,0 11-3 0,-1-2 0 0,-2 2 0 0,0 8-11 0,-3 3-2 16,0 0-1-16,0 5 0 0,-3 0 6 0,0 5 2 15,0 3 0-15,0 0 0 0,0 0-14 16,0 0-4-16,-3 8 0 0,0 0 0 0,0 5-12 0,0 3 0 16,0-3 0-16,0 11 0 0,0-3 0 0,3 8 0 15,-3 1 0-15,3-1 0 0,0 2 0 0,0-1 0 16,0-1 0-16,3 0 0 0,0-3 0 0,-3 1 0 16,0-6 0-16,3 0 0 0,-3 3 0 0,0-3-12 15,0-2 12-15,0 2-13 16,0-3-20-16,0 1-4 0,-3-3-1 0,3 2 0 15,0-7-79-15,0-3-16 0,0 2-3 0,0-7-1 16,0-3 40-16,0 0 8 0,0 0 1 0,6-3 1 0,-3-5-5 16,-3 3 0-16,3-3-1 0,-3-5 0 0,0 2 61 0,-3-2 12 0,0 0 2 0,0-3 1 15,-3 3 50-15,0-3 11 0,-2 0 1 0,2 3 1 16,-3-1 26-16,0 4 6 0,3-3 1 0,0 2 0 16,0 0 6-16,0 1 2 0,3 2 0 0,0 3 0 15,0-3-27-15,3 0-4 0,3 3-2 0,-3 2 0 16,6-2-16-16,-3 2-3 0,6 0-1 0,-3 1 0 0,3 2-10 15,3-6-3-15,-3 4 0 0,2 2 0 16,4-6-11-16,-3 4-2 0,3 2-8 0,-3-6 12 0,6 4-12 16,-3-1-16-16,6-2 3 0,-1 2-871 15,-2 1-173-15</inkml:trace>
  <inkml:trace contextRef="#ctx0" brushRef="#br0" timeOffset="21681.773">19681 3435 1851 0,'0'0'52'0,"0"0"12"0,0 0-51 0,0 0-13 15,0 0 0-15,-6 0 0 0,0 0 98 0,0-6 17 16,-3 6 3-16,0 0 1 0,-3 6-61 0,0-6-12 15,0 0-2-15,-3 2-1 0,4 3-20 0,-1-2-4 16,-3 0-1-16,3 2 0 0,3 0-6 0,-3 3-2 16,3-2 0-16,3 1 0 0,0 1-10 0,3 0 0 15,3 0 0-15,0 0 0 0,3 3 0 0,3-3 0 16,0 0 0-16,3 0 0 0,3 0 0 0,-3 0 0 16,6-1 0-16,-3 7 0 0,0-9 0 0,2 3 8 15,-2 0-8-15,0 0 8 0,-3 0-8 0,0-3 0 0,-6 3 9 16,0 0-9-16,-3-8-12 0,0 3-8 0,-3 2 0 0,0 0-1 15,-6 0 68-15,0 1 13 0,-3-1 4 0,0 3 0 16,-2-5-52-16,2 2-12 0,-3-2 0 0,0-1 0 16,0 1-18-16,3-1-6 15,0 1-2-15,0 5 0 0,3-8-71 16,3 0-15-16,0 0-2 0,0 0-907 0</inkml:trace>
  <inkml:trace contextRef="#ctx0" brushRef="#br0" timeOffset="21957.297">20020 3551 1947 0,'0'0'43'0,"0"0"9"0,0 0 1 0,0 0 2 0,0 0-44 0,0 0-11 16,0 0 0-16,3-3 0 0,3 1 96 0,0 2 16 16,3-6 4-16,-3 4 1 0,6 2-45 0,-3-6-10 15,3 4-2-15,2 2 0 0,1-6-33 0,3 4-7 16,-3-1-2-16,3 1 0 0,0-1 37 0,0 3 7 15,3-3 2-15,-1 1 0 0,1 2-52 0,0 0-12 16,3-6 0-16,-3 4 0 0,0 2 0 0,-1 0-12 16,4-6 3-16,-6 6 0 0,0-2 9 0,0 2 12 15,-6 0-2-15,0-6-1 16,-1 6-58-16,-2-2-12 0,0 2-3 0,-3 0 0 16,-6 0-51-16,0 0-10 0,0 0-3 0,0 0-580 15,0 0-116-15</inkml:trace>
  <inkml:trace contextRef="#ctx0" brushRef="#br0" timeOffset="22187.843">20017 3715 1958 0,'0'0'43'0,"0"0"9"0,0 0 1 0,0 0 3 0,3 0-45 0,3 0-11 0,3 0 0 0,0 0 0 16,0 0 104-16,6 0 20 0,-3 0 3 0,5-5 1 15,-2 5-52-15,3-3-9 0,0 3-3 0,0-8 0 0,3 5 0 16,-3-2 0-16,2 3 0 0,1-1 0 0,0 3-51 0,3-5-13 16,0 2 0-16,0 3 0 0,2 0 0 0,1 0-12 15,-3 0 3-15,0 0 0 16,0 3-88-16,-1-3-18 16,1 5-3-16,-6-10-1029 0</inkml:trace>
  <inkml:trace contextRef="#ctx0" brushRef="#br0" timeOffset="46204.012">21014 3530 1276 0,'0'0'36'0,"0"0"8"0,-9 0-35 0,3 0-9 0,0 0 0 0,1 0 0 0,5 0 105 0,0 0 19 16,-3-6 4-16,3 6 1 0,-6-2-33 0,6 2-6 16,0-5-2-16,0-1 0 0,0 4-25 0,3-4-6 15,0 4-1-15,0-6 0 0,2 0-6 0,1 0-2 16,0 3 0-16,3-3 0 0,0 2-3 0,3-4-1 15,-3 4 0-15,3-1 0 0,3-1-14 0,0 0-3 16,0 0-1-16,0 2 0 0,-1-2-14 0,-2 3-2 16,3 3-1-16,-3-4 0 0,0 4-9 0,0 2 0 15,-3-3 9-15,-3 6-9 0,-6-3 0 0,3 2 0 16,0 6 0-16,-3-3 0 0,0 3 0 0,-3 3 0 16,-3 2 0-16,0 0-8 0,-3 3 0 0,0 0 0 15,0-3 0-15,-3 3 0 0,3 0 8 0,-3-3 0 0,0 3 0 16,-2 3 8-16,5-9-8 0,-3 4 0 0,3-1 0 15,0 0 0-15,3 0-12 0,0-2-4 16,0-1-1-16,3-2 0 0,0 3 17 0,0-3 0 0,3-5 0 16,0 5 0-16,3-3-8 0,0 0 8 0,3-2 0 15,0 2 0-15,0-2 0 0,3-3 0 0,0 0 0 16,3 0 0-16,3-3 0 0,-1 3 0 16,4-5 0-16,0 2 0 0,3-2 0 0,0 0-10 15,0 2 10-15,2-5-12 0,4 3-145 0,0 2-30 0,0-8-5 16</inkml:trace>
  <inkml:trace contextRef="#ctx0" brushRef="#br0" timeOffset="46460.549">21839 3339 1314 0,'0'0'37'0,"0"0"8"15,0 0-36-15,0 0-9 0,0-5 0 0,0 5 0 0,0 0 156 0,0 0 28 16,0 0 7-16,0 0 1 0,0 0-103 0,0 0-20 15,0 0-4-15,-6 3-1 0,0-1 0 0,-3 4 0 16,3 1 0-16,-3 1 0 0,0 0-51 0,-3 3-13 16,-3 2 0-16,-2 3 0 0,-1 3 0 0,0-4 0 15,-3 1 0-15,-3 3 0 0,0-1 0 0,1-2 0 16,2 3 0-16,-3-3 0 0,3-3 0 0,0 3-13 16,0-3 2-16,4 3 1 15,-1-6-43-15,0-2-9 0,3 3-2 0,0-3-604 16,6 0-120-16</inkml:trace>
  <inkml:trace contextRef="#ctx0" brushRef="#br0" timeOffset="46717.763">21541 3374 1954 0,'0'0'43'0,"0"-6"9"0,3 1 1 0,-3-3 3 0,0 5-45 0,0-4-11 0,0 1 0 0,0 6 0 15,0 0 105-15,0 0 19 0,0 0 4 0,0 0 1 16,0 0-52-16,0 0-10 0,0 0-3 0,3 8 0 15,3 5-48-15,-3-5-16 0,3 6 8 0,0 1-8 16,0 1 0-16,0 6 0 0,3-9 0 0,0 5 0 16,0-2 0-16,0 3 0 0,2-6 0 0,-2 5 0 15,3-2 0-15,0 3 15 0,-3-3-2 0,0-6 0 16,0 3-13-16,0 1-18 0,0-1 4 0,0 3 1 16,0-8-34-1,-3 5-6-15,0-5-2 0,0 0 0 0,0-3-185 0,-1 0-36 0</inkml:trace>
  <inkml:trace contextRef="#ctx0" brushRef="#br0" timeOffset="47175.442">21922 3466 1728 0,'3'-8'38'0,"-3"0"8"0,3 0 2 0,0 1 0 0,3-1-39 0,-3-3-9 15,3 0 0-15,0 3 0 0,3 1 156 0,0-4 28 0,3 3 7 0,-3 5 1 16,3-5-103-16,-1 0-20 0,1 3-4 0,0 3-1 15,3-1-7-15,-3 0-1 0,0 3-1 0,0 3 0 16,-3-3-37-16,0 3-7 0,0-1-2 0,0 3 0 16,0-2-9-16,-4 5 0 0,1-3 0 0,0 1 0 15,0 2 0-15,-3 0 0 0,0-1 0 0,0 1 0 16,-3 0 0-16,0 0 0 0,0 6 0 16,0-7 0-1,-3-1-49-15,0 4-12 0,0-2-3 0,0 0 0 0,0 0 52 0,-3 3 12 0,3-9 0 0,-3 6 0 16,4-2-10-16,2-6 1 15,-3 2 0-15,3-2 0 0,-3 6 9 0,3-6 12 0,3 5-2 0,0-3-1 16,2 4-9-16,1-6 0 0,3 0 0 0,0 0 0 16,0 0 0-16,3 0 0 0,0 0 0 0,-3-6 0 15,3 6 0-15,0 0 0 0,-3 0 0 0,3 0 0 16,-1 0 0-16,-2 6 0 0,0-6 0 0,3 0 0 16,-3 0 32-16,-3 2 4 0,3-2 0 0,-3 6 1 15,0-4-15-15,0 4-3 0,0-4-1 0,-3 1 0 0,0 2-7 0,-3 1-2 16,0 1 0-16,-3-1 0 0,0 2-9 0,-3 0 0 15,-3 0 0-15,0-1 0 0,0-1 0 0,-3 4 0 16,3-2 0-16,-6 3 0 0,4-3 0 0,2 0 0 16,-3-3 0-16,0 6 0 15,0-3-46-15,0-3-11 0,0 3-3 0,3-3-757 16,-3 3-152-16</inkml:trace>
  <inkml:trace contextRef="#ctx0" brushRef="#br0" timeOffset="47409.669">22500 3622 2268 0,'0'0'50'0,"0"0"10"0,3-5 3 0,3 2 0 0,0-5-51 0,2 6-12 0,1-6 0 0,0 3 0 16,3-1 84-16,0 4 15 0,0-6 2 0,0 2 1 16,0 4-27-16,3-3-6 0,0 2-1 0,-1 0 0 15,4-2-54-15,0 2-14 0,3 1 0 0,0 2 0 16,3-6 20-16,-3 4 0 0,2-4 1 0,4 4 0 15,-6-4-21-15,3 1 8 0,-3 3-8 0,-1-4 0 16,1 4 0-16,-6 2 0 0,3-6-10 0,-6 4 10 16,0-4-100-16,0 4-14 0,-3-4-2 0,-3 4-685 15,0-1-137-15</inkml:trace>
  <inkml:trace contextRef="#ctx0" brushRef="#br0" timeOffset="47702.708">22776 3347 2088 0,'0'0'46'0,"0"0"10"0,-3-2 1 0,3 2 1 0,-3-6-46 0,1 1-12 16,2 5 0-16,0-3 0 0,0 3 96 15,0 0 18-15,0 0 3 0,0 0 1 0,0 0-40 0,0 0-8 16,0 0-2-16,0 0 0 16,0 0-28-16,0 0-5 0,0 0-2 0,0 0 0 0,0 6-17 0,0 2-4 15,0 7-1-15,0-1 0 0,-3 2-11 0,0 2-14 16,3 1 3-16,0 2 1 0,-3 3 10 0,3-9 0 0,0 7 0 0,0-1 0 15,0-3 0-15,0 1 0 16,0-1 0-16,0 1 0 0,0-3 0 0,0 0 0 0,-3-1 0 0,3 4 0 16,0-3 0-16,0-3 0 0,0 3 0 0,0-3 0 31,0-2-53-31,0 2-9 0,3-2-2 0,0-3 0 16,3-3-204-16,-1 0-40 0,16-5-9 0,-3 0-2 0</inkml:trace>
  <inkml:trace contextRef="#ctx0" brushRef="#br0" timeOffset="48023.14">23056 3464 1900 0,'0'-16'54'0,"0"10"11"15,0-1-52-15,3-1-13 0,-3 0 0 0,3-3 0 16,3 3 125-16,-3 0 23 0,3 0 4 0,3 3 0 16,0-3-46-16,0 5-10 0,3-5-1 0,-3 3-1 15,3 2-32-15,0 3-6 0,-1 0-2 0,-2 0 0 0,0 0-18 0,3 3-4 16,-3 2-1-16,0 3 0 0,0-2-19 0,-3 2-3 15,0 2-1-15,0 3 0 0,-3-2-8 0,0 2 0 16,0 0 0-16,-3 1 0 0,-3 2 0 0,3-3 0 16,-3 3 0-16,-3-3 0 0,0 3 0 0,0-6 0 15,0 6 0-15,0-3 0 0,-3 1-10 0,3-4 10 16,0 1 0-16,0-1-9 0,3-2 9 0,0 0 0 16,0 3 0-16,0-3 0 0,0-3 0 0,3 0 0 15,3 1 0-15,-3-1 0 0,3 3 0 0,3-5 0 16,0 2 0-16,3-2 0 0,0-1 0 0,0-2 8 15,3 3-8-15,0-1 8 0,3-2-8 0,0 3 0 16,-1-3 0-16,4 0 8 0,0 0-8 0,0-3-16 16,3 3 4-16,-3-5 0 15,3 3-152-15,-1-1-30 0,4-5-6 0</inkml:trace>
  <inkml:trace contextRef="#ctx0" brushRef="#br0" timeOffset="48614.779">23815 3472 1537 0,'0'0'33'0,"0"0"7"0,0 0 2 0,0 0 2 0,0 0-35 0,0 0-9 0,0 0 0 0,0 0 0 16,0 0 108-16,0 0 19 0,0 0 4 0,6 0 1 16,0 0-28-16,0 2-4 0,3-2-2 0,3 0 0 15,0 0-29-15,0-2-5 0,3 2-2 0,0 0 0 16,2-6-23-16,4 4-5 0,-3 2-1 0,3-6 0 16,0 1-21-16,0 2-4 0,-1 1 0 0,-2-1-8 15,3 0 0-15,-3 3 0 0,0 0 0 0,-3-5 0 16,0 5-8-16,-3 0-9 0,-1 0-2 0,-2 0 0 15,-3 0-117-15,0 0-23 0,-6 0-5 0,0 0-855 16</inkml:trace>
  <inkml:trace contextRef="#ctx0" brushRef="#br0" timeOffset="48825.182">23860 3644 1418 0,'0'0'40'0,"0"0"9"0,0 0-39 0,-3 5-10 16,3-5 0-16,0 0 0 0,0 0 112 0,0 0 21 15,0 0 4-15,0 0 1 0,3 2-29 0,0 1-5 16,6 2-2-16,-3-5 0 0,3 3-22 0,0-3-4 16,3-3 0-16,-1 3-1 0,1-2-35 0,3-1-6 15,0 0-2-15,6 1 0 0,-3 2-22 0,3-5-10 0,0 2 8 0,2 3-8 16,1-5-12-16,0-1-7 16,3 1-1-16,0-3-748 15,2 3-148-15</inkml:trace>
  <inkml:trace contextRef="#ctx0" brushRef="#br0" timeOffset="49308.302">24762 3437 2088 0,'0'0'46'0,"0"0"10"0,0 0 1 15,-6-2 1-15,0 2-46 0,0-6-12 0,0 6 0 0,-3-2 0 16,3 2 96-16,-6 0 18 0,3 0 3 0,0 0 1 16,-3 0-46-16,1 2-10 0,-1 4-2 0,-3 1 0 15,0-1-35-15,0 2-7 0,-3 2-2 0,-3 1 0 0,3 5-8 0,1-6-8 16,-4 4 12-16,0 1-12 15,0 1 8-15,3-2-8 0,3 1 0 0,0 1 0 16,4 3 0-16,-1-9 0 0,3 4 8 0,3 1-8 16,3-1 17-16,3-1 0 0,0 0 0 0,6 3 0 15,0-5-43-15,6-1-9 0,0 1-1 0,2 2-1 0,1-10 19 16,3 2 4-16,3 0 1 0,0-5 0 0,0 3 13 16,-3-6 10-16,-1 3-2 0,1-2 0 0,-3-4-8 15,0 4 0-15,-3-6-10 0,-3 5 10 0,-3-7 0 0,0-1 8 16,-3 3 1-16,-3 0 0 0,-3-8 11 0,0 6 3 15,-3-1 0-15,-6-8 0 0,0 4-7 0,-3-4 0 16,0 6-1-16,-3-8 0 0,1-3-3 0,-1 5-1 16,-3-4 0-16,0-1 0 0,0 3-11 0,0-9 12 0,3 4-12 15,1 2 12-15,5 3-4 0,-3 2-8 0,3-2 12 16,6 3-4-16,0 2 0 16,3 5-8-16,3-2 12 0,3 5-4 0,0 0-8 0,3 0 0 15,3 3 0-15,0 2 8 0,3 1-8 0,3 2 0 16,-4-3 0-16,7 3 0 0,-3 3 0 0,0-1 0 15,3 6 0-15,-3-5 0 0,0 5 0 0,0 2 0 0,-1 1 14 0,1 2-4 16,0 0-10-16,-3 6 0 0,0-3 0 0,0 2-11 16,0 1 11-16,0-1 0 0,-3 1 0 0,0 0-8 15,0-1-27-15,-1 1-5 16,-2-4 0-16,-3 1-1 16,0 0-163-16,-6 3-32 0</inkml:trace>
  <inkml:trace contextRef="#ctx0" brushRef="#br0" timeOffset="52555.929">18320 4482 1792 0,'0'0'40'0,"0"0"8"0,0 0 1 0,0 0 1 15,0 0-40-15,0 0-10 0,0 0 0 0,-5 0 0 0,5 0 90 0,-6-8 16 16,6 8 3-16,-6-2 1 0,0-1-37 0,6 3-7 15,-6-3-2-15,-3 3 0 0,3 0-51 0,-3 3-13 16,0 0 0-16,0 2 0 0,0 3 0 16,0 0 0-16,0 0 0 0,-3 5 0 0,3 3 0 0,-3 0 0 15,4 5 0-15,-1-2 0 0,3 2 0 0,0 2 0 16,0-1 0-16,3-1 0 0,0 3 0 0,3-6 0 16,0 3 0-16,3-2 0 0,3-1 0 15,0-2 0-15,3 0 0 0,0-3 0 0,-1-5 0 0,4 3 0 16,0-6 0-16,3 0 0 15,0-2-48-15,3 0-13 0,0-6-3 0,0 3 0 0,0-3 52 0,-1-2 12 16,1 3 0-16,0-1 0 0,-3-5 48 0,-3 0 13 0,0 3 3 16,-3-3 0-16,0 2 0 0,0-1 0 0,-6-1 0 15,3 2 0-15,-4-2-52 0,-2 6-12 0,3-6 0 0,-3 0 0 16,0 5 54-16,0 3 8 16,0 0 2-16,-3-5 0 0,3 5-52 0,0 0-12 15,0 0 0-15,-5 0 0 0,5 0 0 0,-6 3 0 16,0 2 0-16,3 3 0 0,-3 0 0 0,3 0 0 0,0 0 0 0,0 5 0 15,3-5 0-15,3 2 0 0,0-2 0 0,3 3 0 16,0-1 0-16,3-2 0 0,-1 0 0 0,4 3 0 16,0-8-48-16,0 2-13 0,3-2-3 15,-3-1 0-15,0 1 52 0,0-3 12 0,-3 0 0 0,3-3 0 16,-3 1 0-16,-3-1 0 0,2-2 0 0,-2 2 0 16,0-5 48-16,-3 3 13 0,0-3 3 0,0 2 0 0,0-1-20 15,-3-4-4-15,0 3-1 0,-3-3 0 0,3 1-12 16,-3-1-3-16,0-2 0 0,-3 2 0 0,3 1-24 0,0-1 0 15,-6 1 8-15,4-4-8 0,-1 4 0 0,-3 2 0 16,0 3 0-16,0-6 0 16,0 3-40-16,-3 3-1 0,3 0 0 0,0-1 0 15,0 4-85-15,3 2-17 0,0 0-3 0,6 0-1 16,0 0-92-16,0 0-18 0</inkml:trace>
  <inkml:trace contextRef="#ctx0" brushRef="#br0" timeOffset="52880.675">18865 4599 1552 0,'12'-3'44'0,"-9"0"10"0,3-2-43 16,0 0-11-16,0 2 0 0,-3-2 0 0,-3 5 156 0,3-5 28 16,-3 5 7-16,0 0 1 0,-3-6-36 0,3 6-6 0,-3-2-2 0,-6-4 0 15,6 6-96-15,-6-5-19 16,0 5-4-16,0 0-1 0,-3 0-17 0,0 5-11 0,1-5 12 0,-1 6-12 16,0-1 15-16,3 3-4 0,-3 3-1 0,3-1 0 15,3 1-10-15,0-1-14 0,0 3 3 0,6-2 1 16,0 2 10-16,6 1 0 0,0-1-9 0,3 3 9 15,3-6 0-15,3 3-11 0,-3 1 11 0,2-6-8 16,1 2 20-16,3 1 4 0,-3-1 0 0,-3 1 1 16,3-3-17-16,-3 2 0 0,-3-2 0 0,0 0 0 15,0 0 0-15,-6 3 0 0,3-6 0 0,-6 3 0 16,0 0 0-16,0-3 0 0,-3 6 0 0,-3-6 0 16,-3 1 0-16,0-1 0 0,-3 0 0 0,-3 0 0 15,0 1 0-15,0-1 0 0,0 0 0 0,-3-2 0 16,1 2 0-16,-1-2 0 0,-3-1 0 0,6 1 0 15,-3 0-48-15,3 2-12 0,3-5-4 0,0 0 0 16,1 0-64-16,2 0-14 0,0-5-2 0,3-1-1 0</inkml:trace>
  <inkml:trace contextRef="#ctx0" brushRef="#br0" timeOffset="53158.769">19178 4469 2383 0,'0'0'52'0,"0"0"12"0,-3-3 1 0,3 3 2 0,-6-2-54 0,0-3-13 0,3 2 0 0,3 3 0 16,0 0 87-16,0 0 14 0,0 0 3 0,-6 3 1 16,6-3-54-16,-6 2-11 0,6-2-3 0,-3 8 0 15,0 0-17-15,0 5-3 0,0-5-1 0,0 8 0 16,3 0-5-16,0 5-2 16,0 0 0-16,0 6 0 15,0-1-30-15,-3-2-7 0,3 2 0 0,0 1-1 0,0-3 53 0,-3 0 12 16,3-1 1-16,-3 4 1 0,0-9-10 0,0 4-1 0,0-1-1 0,0 3 0 31,0 2-72-31,-3-5-14 0,3 3-4 0,-3-3 0 16,3 0-51-16,0-2-10 0,3-3-3 0,-3 2 0 15,3-10-72-15,-3 0-16 0,0 8-2 0,3-16-1 0</inkml:trace>
  <inkml:trace contextRef="#ctx0" brushRef="#br0" timeOffset="53308.326">19047 4855 1958 0,'-6'-5'43'0,"0"0"9"0,0 0 1 0,0-3 3 0,0 0-45 0,3 0-11 15,0 2 0-15,0-2 0 0,0 1 104 0,3 1 20 16,3 1 3-16,0 0 1 0,0-1-66 0,3 4-13 16,3-4-2-16,0 4-1 0,3-3-22 0,3 2-5 15,-1-2-1-15,7 2 0 16,0-2-38-16,3 2-8 0,3-2-2 0,0-1-737 16,2 4-147-16</inkml:trace>
  <inkml:trace contextRef="#ctx0" brushRef="#br0" timeOffset="53532.581">19714 4744 1728 0,'0'0'38'0,"0"0"8"0,0 0 2 0,0 0 0 0,0 0-39 0,0 0-9 0,0 0 0 0,0 0 0 15,0 0 130-15,0 0 24 16,5 0 5-16,1-2 1 0,0-1-56 0,0 3-12 0,3-3-1 16,0 3-1-16,0 0-25 0,0 0-5 0,0 0 0 0,3 0-1 15,0 0-21-15,3 0-4 0,0 0-1 0,2 0 0 16,-2 0-17-16,3-2-4 0,0 2-1 0,0 0 0 15,0-6-35-15,3 4-8 16,-4-1 0-16,1 0-1 0,0 1 33 0,-3 2 0 0,0-3 0 0,0 1 0 16,-3-1-160-16,-3 3-26 0,-3 3-5 15,0-1-1-15</inkml:trace>
  <inkml:trace contextRef="#ctx0" brushRef="#br0" timeOffset="53719.275">19782 4900 2188 0,'-6'3'48'0,"-3"0"11"0,3 2 1 0,-3-2 1 0,0-1-49 0,3 1-12 16,6-3 0-16,0 0 0 0,0 0 105 0,0 0 19 16,0 0 3-16,0 0 1 0,6 3-52 0,0-3-9 15,0 2-3-15,3-2 0 0,0 0-12 0,0-2-2 16,3 2-1-16,0-3 0 0,0 0-29 16,6 1-7-16,-1-1-1 0,4-2 0 0,3 2-12 0,0 0 0 15,3-2 0-15,2 2 0 16,1 1-97-16,0-1-23 0,3 1-4 0,-4-1-1128 0</inkml:trace>
  <inkml:trace contextRef="#ctx0" brushRef="#br0" timeOffset="54385.807">20800 4583 1736 0,'0'0'49'0,"0"0"11"0,0 0-48 0,0-5-12 0,0 5 0 0,-3-3 0 16,0-2 92-16,-3-1 16 0,3 4 3 0,-3-1 1 15,-3 0-48-15,3 3-8 0,-3 0-3 0,-3 0 0 16,3 0-29-16,-2 0-5 16,-1 3-2-16,0 2 0 0,0 1-5 0,3-1-2 0,0 0 0 0,0 3 0 15,0 0-10-15,3 0 10 0,3 0-10 16,3 3 10-16,-3-4-10 0,6 1 0 15,0 3-10-15,3 0 10 0,0-1 0 0,3 1-9 0,3-1 9 0,0-2 0 16,3 3 0-16,-3-3 0 0,3 2 0 0,-4-2 0 16,4 0 8-16,-3 0-8 0,0-2 10 0,0 1-10 15,0 1 8-15,-3-2-8 0,-3 2 0 0,0-3 0 16,-3 3 10-16,0 0-10 0,-3-3 10 0,0 3-10 16,-3-3 16-16,-3 6-4 0,0-8 0 0,-3 2 0 15,-3 0-1-15,0 0-1 0,0-2 0 0,-3 2 0 16,0-2-10-16,1 0 0 0,-1 2 9 0,0-2-9 15,0-1-9-15,3-2-7 0,3 0 0 0,0 0-1 16,0 0-98-16,0-2-19 0,3-1-4 0,0-5-1 0</inkml:trace>
  <inkml:trace contextRef="#ctx0" brushRef="#br0" timeOffset="54540.345">20815 4514 1998 0,'0'0'44'0,"3"-3"8"0,3 1 3 0,0-4 1 0,0 1-44 0,3 0-12 15,-3 2 0-15,3-2 0 0,-1 2 73 0,4 3 13 16,-3-8 2-16,3 8 1 0,0-2-58 0,0-1-12 16,3 3-3-16,-3 0 0 15,0-3-75-15,3 3-15 0,-1 0-3 0,-2 0-901 0</inkml:trace>
  <inkml:trace contextRef="#ctx0" brushRef="#br0" timeOffset="54836.89">21116 4765 1594 0,'0'0'35'0,"-3"6"7"0,3-6 2 0,0 0 1 0,0 0-36 0,0 0-9 0,0 0 0 16,0 0 0-16,0 0 104 0,3 2 18 0,2 1 4 0,1-3 1 15,3 3-44-15,0-3-9 0,3 0-2 0,3 0 0 16,0-3-16-16,3 3-4 0,3-3-1 0,-1 3 0 15,1-2-7-15,0 2-2 0,3-6 0 0,0 4 0 16,-3 2-22-16,-1-8-5 0,1 5-1 0,0 3 0 16,3-5-14-16,-3 2-18 0,3 1 4 0,-1-1 1 0,1 0 13 0,0 1 0 15,-3-4 0-15,0 4 0 0,-3-1 0 0,-1-2 0 16,-2 2 0-16,-3-2 0 16,0 2-54-16,-3-2-8 0,-3 2-2 0,0 1 0 15,0-6-256-15,3 2-51 0,-9 6-10 0,0 0-3 16</inkml:trace>
  <inkml:trace contextRef="#ctx0" brushRef="#br0" timeOffset="55121.607">21395 4567 2060 0,'-12'-5'58'0,"9"2"14"0,3 3-58 0,-6-3-14 0,3-2 0 0,3 5 0 15,0-3 104-15,0 3 19 0,0-5 3 0,0 5 1 16,0 0-22-16,0-5-4 0,0 5-1 0,0 0 0 15,0 0-36-15,0 0-7 0,0 0-1 16,0 0-1-16,0 0-17 0,0 0-3 0,6 3-1 0,-6-3 0 16,3 5-13-16,0 5-2 0,0-4-1 0,-3 7 0 15,3-2-32-15,-3 2-6 0,3 5-2 0,-3-2 0 16,3 3 22-16,-3-1 0 0,0 3 0 16,3-2 0-16,-3-1 0 0,0 4 0 0,3-1 0 15,-3-3 0-15,3 3 0 0,-3-2 0 0,0-1 0 0,0 4 0 16,3-4 0-16,-3 6 0 0,0-6 0 0,3 4 0 15,-3-4-114-15,0 3-18 0,0-5-4 16,0 3-1110-16</inkml:trace>
  <inkml:trace contextRef="#ctx0" brushRef="#br0" timeOffset="55946.373">22288 4604 2178 0,'0'0'48'0,"0"0"9"0,0 0 3 0,0 0 1 0,0 0-49 0,0 0-12 16,-6 0 0-16,-3 0 0 15,3 3 56-15,-5-1 9 0,2 1 2 0,-6 2 0 0,0 1 0 0,-3 1 0 16,-3-1 0-16,-3 2 0 16,-2 2-5-16,-1 4-1 0,-3-1 0 0,-3 3 0 0,1-6-61 0,2 6 0 15,3-3-9-15,0 1 0 0,6 1 9 0,0 1 12 16,4-2-2-16,2 4-1 0,3-5-9 0,6 3 0 15,0 0 0-15,3 0 0 0,3-3 0 0,3 6 0 16,0-3 0-16,3 2 0 0,6-7-12 0,0-1-4 16,6 6 0-16,-1-11-1 15,7 1-24-15,0-4-5 0,6 1-1 0,0 0 0 0,-4-6 38 0,-2 0 9 16,3 1 0-16,-6-4 0 0,-3 1 0 0,-3 5 0 16,-4-10 0-16,-2 4 0 0,-3-2 0 0,-3-2 0 15,-3-1 0-15,-3 3 0 0,-3-2 49 0,-3-4 12 16,1 4 3-16,-7-3 0 15,3-1-73-15,-6-2-15 0,3 1-2 0,-3-1-1 0,0 0 27 0,-3-3 0 0,4 3 12 16,-1-5-4-16,0 0 1 0,3 0 1 0,0-3 0 0,0 0 0 16,3 3-2-16,0 0 0 0,3 2 0 0,3-2 0 15,1 5-8-15,2 1 10 0,0 1-10 0,3-2 10 16,0 6-10-16,3-1 0 0,3 3 0 0,2-2 0 16,1 2 0-16,6 0 0 0,0 5 0 15,3-5-11-15,0 8 11 0,3-8 0 0,3 8 0 0,-4 0 0 16,4 0 0-16,-3 0 0 0,0 3 0 0,-3 2 11 15,0-2-11-15,-4 2 10 0,1 1-10 0,-3 1 10 16,0-1-10-16,-3 4-11 0,-3-2 3 0,0 3 0 16,-3 2 8-16,0 0 0 0,0 3 0 0,-3 3 0 0,0-3 0 0,0 2 0 15,0-2 0-15,-3 2 0 16,0-4 0-16,3 4-13 0,-3-5 5 0,0 3 8 16,3-2-81-1,0-1-9-15,-3-3-2 0,3 1-698 0,3 2-140 0</inkml:trace>
  <inkml:trace contextRef="#ctx0" brushRef="#br0" timeOffset="56153.825">22619 4697 1908 0,'0'0'42'0,"0"0"9"0,0 0 1 0,0 0 1 0,3 0-42 0,0-8-11 0,0 5 0 0,3-2 0 16,0 2 116-16,-1-2 20 0,4 2 5 0,0-2 1 15,3 2-62-15,3 1-13 0,3-6-3 0,0 5 0 16,0-2 0-16,3-1 0 0,2 1 0 0,1 2 0 15,0-2-51-15,0 3-13 0,0 2 0 0,-4-6 0 16,1 4 0-16,0 2 0 0,-3 0 0 0,0 0 0 16,-3-3-100-1,-3 3-22-15,3 3-5 0,-7-3-1025 0</inkml:trace>
  <inkml:trace contextRef="#ctx0" brushRef="#br0" timeOffset="56361.954">22654 4911 1879 0,'0'0'41'0,"0"0"9"0,0 0 2 0,0 0 0 0,6 0-41 0,0 0-11 15,0 0 0-15,3-5 0 16,0 2 122-16,6 0 22 0,0-2 5 0,3 2 1 16,0-2-69-16,2 3-13 0,4-4-4 0,0 4 0 0,3-1-51 0,-3-5-13 15,2 3 0-15,-2-1 0 0,0-2 0 0,3 1 0 16,-3-4 0-16,0 3 0 15,2-3-81-15,1 1-19 0,0-1-4 0,6 1-969 0</inkml:trace>
  <inkml:trace contextRef="#ctx0" brushRef="#br0" timeOffset="56623.667">23571 4469 2181 0,'0'0'48'0,"0"0"9"0,-3-3 3 0,-3 1 2 0,0-3-50 0,-3 5-12 16,3-3 0-16,0 3 0 0,6 0 91 0,-2 0 15 0,2 0 3 0,-6 0 1 15,6 0-47-15,-6 3-10 0,3 2-1 0,-3 0-1 16,3 0-16-16,0 6-3 0,3-3-1 0,-3 2 0 16,3 6-7-16,-3-5-2 0,3 5 0 0,-3 5 0 15,3-2-11-15,-3 2-3 0,3 2 0 0,0-1 0 16,-3-1-8-16,3 3 0 0,0-6 0 16,-3 1 8-1,3-1-30-15,0 1-6 0,-3-1-2 0,3-2 0 0,-3-3 30 0,3 6 0 0,0-9 0 16,-3 1 0-16,3 5-57 0,-3-8-6 15,3 2-1-15,-3 4 0 0,3-6-153 0,0-3-31 16,0-5-7-16,0 0-1 0</inkml:trace>
  <inkml:trace contextRef="#ctx0" brushRef="#br0" timeOffset="57102.08">23732 4588 2156 0,'0'-8'48'0,"0"-2"9"0,6-1 3 0,-3 0 0 0,3 1-48 0,0-1-12 15,3 3 0-15,0-2 0 0,0-1 98 0,-1 3 18 16,4 0 3-16,-3 0 1 0,6 0-45 0,-3 1-9 16,3 1-2-16,3 1 0 0,3 2-24 0,-3-5-4 15,5 3-2-15,-2 2 0 0,3 1-10 0,0 2-1 16,0 0-1-16,-4 2 0 0,1 1-10 0,-3 0-1 16,0 2-1-16,-6 0 0 0,3-2-10 0,-6 2 0 15,0 1 0-15,-3 1 0 0,-3 1 0 0,0 0 0 0,0 0 0 16,-6-2 0-16,3 1-10 0,-6 1-7 0,0 3-2 15,-6-3 0-15,3 0-1 0,-3 2-1 0,-3 1 0 0,0 0 0 16,-3-1 7-16,3-2 2 0,-2 3 0 0,2-1 0 16,0 4 12-16,3-7 0 0,0-1 0 15,3 2-9-15,3 0 9 0,3 0-8 0,3 0 8 0,0-3-8 16,3 3 8-16,3 0-13 0,3 0 5 16,3-3 8-16,0 0-11 0,3 1 11 0,3-4-8 0,-1 3 8 15,4 1 0-15,-3 2 0 0,0-6 0 0,-3 1-8 16,3 2 8-16,-3 3 0 0,-3-2 0 0,-1 1 0 15,1-1 16-15,-3-1 3 0,0 3 0 0,-3 0 0 16,-3 0 7-16,0-3 2 0,-3 3 0 0,0 0 0 16,-3 0-4-16,0 0 0 0,-3 0 0 0,-3 0 0 0,0-3 1 15,-3 0 0-15,-2 6 0 0,-4-8 0 0,0 2-6 16,-3 0-2-16,-3 3 0 0,-3-3 0 16,1 6-8-16,2-8-1 0,-3 5-8 0,3-1 12 0,0 4-12 15,4-6 0-15,2 1 8 0,0 2-8 16,0-3-53-16,3 0-14 0,0 3-2 0,0-5-852 15,0-1-171-15</inkml:trace>
  <inkml:trace contextRef="#ctx0" brushRef="#br0" timeOffset="59312.963">17499 9933 2188 0,'0'0'48'0,"0"0"11"0,0 0 1 0,0-5 1 0,0 5-49 0,0 0-12 15,0 0 0-15,0 0 0 0,0 0 105 0,0 0 19 0,0 0 3 0,0 0 1 16,0 8-103-16,0 0-25 0,0 5 0 0,0 5 0 16,-3 1 0-16,3 2 0 0,0 0 0 0,-3 3 0 15,3-3 0-15,-3 6 0 0,3-1 0 0,0 3 0 16,-3 6 0-16,3 2 0 0,0 2 0 0,0 6 0 15,3-5 0-15,-3 0 0 0,3-6 0 0,-3 3 0 16,3-5 0-16,-3 0 0 0,0-1 0 0,3 1 0 16,-3-3-16-1,0 0-9-15,0 1-2 0,-3-4 0 0,3-5-49 16,-3 3-11-16,3-8-1 0,-3-3-615 0,3-2-122 0</inkml:trace>
  <inkml:trace contextRef="#ctx0" brushRef="#br0" timeOffset="59561.113">17808 10169 1792 0,'3'-37'51'0,"-3"18"10"0,0-2-49 0,3 0-12 16,-3-3 0-16,0 0 0 0,0 0 156 0,0 3 29 15,-3 0 6-15,0 5 1 0,1 3-103 0,-1 0-20 16,0 5-4-16,0 2-1 0,0 1 0 0,3 5-1 16,0 0 0-16,0 0 0 0,-3 8-31 0,-3 3-7 15,3 2-1-15,0 5 0 0,0 3-14 0,0 1-10 16,0 1 12-16,0 4-12 0,3-3 8 0,-3 2-8 15,3 1 0-15,-3-1 0 0,0 3 8 0,0 3-8 16,0 5 0-16,0 0 0 0,0 0 0 0,0 0 0 0,3-2 0 16,-3-1 0-1,-3-5-25-15,0 0-6 0,0-2-1 0,0-4 0 16,0 1-52-16,0-3-12 0,-3-2-1 0,0-1-696 0,1 1-139 16</inkml:trace>
  <inkml:trace contextRef="#ctx0" brushRef="#br0" timeOffset="59831.538">17350 10282 2163 0,'-18'-8'48'0,"9"3"9"0,0 0 3 0,0 0 0 0,1-1-48 0,5 1-12 0,-3 2 0 0,3-2 0 16,3 0 71-16,0 5 11 0,3-6 2 0,3 4 1 15,-1-4-34-15,1 4-7 0,3-1-2 0,0-2 0 0,0 2 2 0,3-2 1 16,-3 0 0-16,3-1 0 0,3 1-14 0,3 0-3 15,6 0-1-15,-1-1 0 0,4 1-6 0,6 0-1 16,3 2 0-16,-1-2 0 0,1 2-20 0,-3 3 0 16,0-5 0-16,-7 5 8 0,4-3-24 15,-3 0-4-15,-3 1 0 0,2-1-1 16,-2 1-35-16,-3-1-6 0,-3 3-2 16,0 3 0-16,-3-1-133 0,-3-2-27 0,-6 3-6 0</inkml:trace>
  <inkml:trace contextRef="#ctx0" brushRef="#br0" timeOffset="60030.442">17410 10391 2052 0,'-6'5'45'0,"0"-2"10"0,0 2 1 0,0-2 1 0,6-3-45 0,0 0-12 0,0 0 0 0,0 0 0 16,0 0 84-16,0 0 14 0,3 5 3 0,0 0 1 16,3-5-30-16,0 3-7 0,6-3-1 0,-1 0 0 15,4-3-51-15,3-2-13 0,6 0 0 0,3-3 0 16,3 0 30-16,-1-3 3 0,4 1 1 0,0-1 0 15,0 0-24-15,-4 1-10 0,1-3 8 0,0-1-8 32,3 1-76-32,2 0-21 0,4 2-4 0,6 1-1 0,2-1-82 15,-5 1-17-15,41-17-3 0,-17 6-1 0</inkml:trace>
  <inkml:trace contextRef="#ctx0" brushRef="#br0" timeOffset="61128.052">18291 10121 1494 0,'0'0'32'0,"0"0"8"0,0 0 0 0,0 0 3 0,0 0-35 0,0 0-8 0,0 0 0 0,0 0 0 16,0 0 54-16,6 0 9 0,-6 0 1 0,3 5 1 15,3-2-1-15,-3 2 0 0,3-2 0 0,-1 2 0 16,4 0-51-16,-3 1-13 0,3-1 0 15,0 3 0-15,3-3 0 0,0-2 0 0,3 2 0 0,-3-2 0 16,3 2 0-16,0-2 0 0,-1-3 0 0,1 2 0 16,3 1 54-16,-3-3 8 0,-3-3 2 0,0 3 0 15,-3-2-2-15,0-1 0 0,0-2 0 0,-3 2 0 16,0-2-18-16,-6 0-3 0,3-1-1 0,-3 1 0 16,-3-3-10-16,0 0-2 0,-3 0-1 15,-6 0 0-15,0 0-14 0,0 0-2 0,-3 3-1 0,-3-3 0 16,0 5-10-16,0 1 10 0,1-1-10 0,-1 1 10 15,3 2-21-15,0 0-4 0,3 0-1 0,3 2 0 16,0 1 16-16,3 2 0 0,0-2 0 0,6 2 0 0,0 3 0 0,6-3 0 16,0 3 0-16,0 3 0 0,6-3 0 0,0 0 0 15,3 5 0-15,-3-2 0 0,3 2 0 16,3 3 0-16,-4-1-10 0,1 4 10 16,0 2 0-16,0-2 0 0,-3 2 0 0,0 0 0 15,-3 0 0-15,-3 0 0 0,-3 3 0 0,0-3 0 0,0-2 0 0,-6-1 0 16,0-2 0-16,-6 3 0 0,0-3-8 0,-3 0-1 15,-3-3 0-15,-6 0 0 0,0-2 9 0,1-1 0 16,-1 1 0-16,0-3 0 0,0-3 0 0,3 0 0 16,0 1 0-16,3-4 0 0,4-2 0 0,-1 0 14 0,3-2-2 15,3-1 0-15,0 0-12 0,3-2 0 16,0-3 0-16,3 0 0 0,3-2 0 0,0-1 0 16,3-2 0-16,3 2 0 0,3-2 0 0,2 0 0 0,4-3 0 15,6 0 0 1,0 0-25-16,3 0-8 0,0 0-2 0,-1-2 0 0,4-1 35 0,-6 3 0 0,3-2 0 0,-1-1 0 15,4-2 0-15,0 5 14 0,3-2-4 16,0-1-1-16,-1 6 3 0,1 0 1 0,0 0 0 0,-6 2 0 16,-1 0 7-16,-2 3 2 0,-3-2 0 0,-3 2 0 15,-3 0 18-15,-3 0 3 0,0 0 1 16,-7 0 0-16,1 0 4 0,-3 3 2 0,0-3 0 0,-3 0 0 16,0 3-6-16,-3-1-2 0,0-1 0 0,0 1 0 15,-5 1-18-15,2 0-3 0,-6 2-1 0,3-2 0 16,-3 5-7-16,-3-3-1 0,0 3-1 0,-3 3 0 15,0-1-11-15,3 1 10 0,-2 2-10 0,-1 1 10 16,0 2-10-16,3-1 0 0,3 1-12 0,0 0 12 16,3 0-29-16,3 3 1 0,0-3 1 0,3 0 0 15,3 0-47-15,3 2-10 0,0-4-1 0,3 2-1 16,6-1 18-16,0-1 3 0,3 2 1 16,0-3 0-16,6-2 0 0,0-1 0 0,-4-2 0 0,4 0 0 15,-3 0 51-15,0-2 13 0,0-1 0 0,-3 0 0 0,-3-2 16 0,-3 2 7 16,-1-2 1-16,1 0 0 0,-3 2 12 0,-3-2 4 15,3 2 0-15,-3-2 0 0,0 2 19 0,-3 3 4 16,3-5 1-16,-3 5 0 0,0 0 0 0,0 0 0 16,0 0 0-16,0 0 0 0,0 0-54 0,0 0-10 15,0 0 0-15,3 5 0 0,0 1 0 0,0-1 0 16,-3 5 0-16,3 1 0 0,-3 2 0 0,3 3 0 16,-3 3 0-16,0-1 0 0,3 3 0 0,-3 3 0 15,0 0 0-15,3-3 0 0,-3 0 0 0,3 0-8 16,0 1 0-16,0-6 0 15,0-1-90-15,0 1-18 0,3-5-3 0,0-1-1 16,0-2-97-16,0-2-20 0,9-1-4 0,5-8-1 0</inkml:trace>
  <inkml:trace contextRef="#ctx0" brushRef="#br0" timeOffset="61368.278">19413 9986 2469 0,'-3'-13'54'0,"-3"0"11"0,0-6 3 0,0 3 2 16,0 0-56-16,0 6-14 0,0-4 0 0,0 4 0 15,0 2 94-15,0 3 16 0,0-1 3 0,0 4 1 0,6 2-59 0,0 0-12 16,-3 2-3-16,-3 4 0 0,4 2-16 0,-1 5-3 16,0 0-1-16,0 6 0 0,0 2-9 0,3 3-3 15,0-1 0-15,0 1 0 16,0 0-8-16,3 0 0 0,-3-3 0 0,3 3 8 0,-3 0-8 16,3-3 0-16,-3 5 0 0,3-2 0 15,-3 2-8-15,2 1-4 0,-2 2-1 0,0 0 0 16,3-2-101-16,0-1-20 0,-3-2-4 0,0-3-1 15,3 0-79-15,-3-2-16 0,3-6-3 0</inkml:trace>
  <inkml:trace contextRef="#ctx0" brushRef="#br0" timeOffset="61850.175">19270 10423 1764 0,'-6'-14'39'0,"3"6"8"0,0 0 1 0,0-5 1 0,3 3-39 0,0-4-10 0,3 4 0 0,-3-1 0 15,3 1 108-15,0 2 19 0,3 0 4 0,-3 0 1 16,3 3-41-16,0-1-8 0,3 1-2 0,-3 0 0 15,3 2-31-15,-3 0-6 0,3 1-2 0,0 2 0 16,-1 0-22-16,1 0-4 0,0 0 0 0,0 0-1 16,3 0-31-16,-3 0-7 0,3 0-1 0,3-3 0 15,0 3 24-15,3-3 0 0,-1 3 0 0,1-2 0 16,3-1 0-16,0 1 0 0,3-1 0 16,0 3 0-16,-4-3 19 0,1-2 8 0,-3 2 1 0,0 1 1 15,0-4-19-15,-3 4-10 0,0-4 10 0,0 1-10 16,-7 0 35-16,4 0 1 0,-3-1 0 0,0 1 0 15,-3-3 1-15,0 0 1 0,0 3 0 0,-3-3 0 16,0 3-9-16,-3-1-1 0,3 1-1 0,-3 0 0 0,-3-1-27 16,3 6 0-16,-3-5-12 0,0 0 12 0,0 2 17 0,-6 3 11 15,0-2 3-15,-3 2 0 0,0 2-23 0,1-2-8 16,-1 3 0-16,-3 2 0 0,3 0 0 0,3 1 0 16,0 2 0-16,3 2 0 0,0-2 0 15,6 3-10-15,0 2 10 0,6 0-12 0,0 3 12 0,3 3-12 16,3-1 12-16,0 3-12 0,3-2 12 0,-1-1-8 15,1 1 8-15,0-1-8 0,0 1 8 0,3-1 0 16,0 4 0-16,0-4 0 0,6-2-16 0,-4-3 1 16,4 3 1-16,-3-3 0 0,0 1 14 0,-6-1 0 15,0-3 0-15,-6-2 0 0,-1 3 0 0,-5-3 0 16,0 0 0-16,-6 0 0 0,-3 0 0 0,-2-3 0 16,-7 3 0-16,0 0 0 0,0-3 0 0,-3 3 0 15,0 0 0-15,0-3 0 16,3 1-156-16,-2-4-29 0,-1 1-6 0,-3-3-999 0</inkml:trace>
  <inkml:trace contextRef="#ctx0" brushRef="#br0" timeOffset="62319.621">20300 10245 1958 0,'0'0'43'0,"0"0"9"0,0 0 1 0,0 0 3 0,3-5-45 0,0 2-11 16,3 1 0-16,0-4 0 0,3 4 89 0,0-4 16 16,3 1 3-16,2 3 1 0,4-4-21 0,3 4-4 0,0-1 0 0,0 0-1 15,3 1-15-15,2-1-4 0,-2 0 0 0,-3 1 0 16,3-4-51-16,-3 4-13 0,5-3 0 0,1-1 0 15,3 1 0-15,0 2 0 0,3-2 0 0,-4 2 0 16,1 1 0-16,0 2 0 0,-3 0 0 0,-1-3 0 16,-5 3 0-16,3 0 0 0,-6 0 0 0,-3 0 0 15,-3 0 0-15,0 0 0 0,-3 0 0 16,-3 0 0 0,2 3-151-16,-8-3-33 0,0 0-6 0,0 0-548 0,-3 5-110 0</inkml:trace>
  <inkml:trace contextRef="#ctx0" brushRef="#br0" timeOffset="62537.844">20535 10348 1728 0,'-21'8'38'0,"12"-2"8"0,3-4 2 0,-3 4 0 0,3-4-39 0,1 4-9 15,2-4 0-15,3-2 0 0,0 0 104 0,0 0 20 16,0 0 3-16,0 0 1 0,0 0 0 0,5 0 0 16,4 3 0-16,0-3 0 0,0 0-52 0,3-3-9 15,0 1-3-15,0-1 0 0,0 0-51 0,3-2-13 16,0 2 0-16,0-2 0 0,2-3 0 0,1 3 0 15,3 0 0-15,3-3 0 0,3 0 0 0,-3 2 0 16,5-2 0-16,1 1 0 0,0-1 0 0,0 2 0 16,-1 1 0-16,4-3 0 15,-3 0-151-15,-3 3-33 0,2-3-6 0,4-3-898 0</inkml:trace>
  <inkml:trace contextRef="#ctx0" brushRef="#br0" timeOffset="63184.392">21773 10026 1728 0,'0'0'38'0,"0"0"8"0,3-3 2 0,0-2 0 0,0-1-39 0,0-1-9 15,-3 1 0-15,3 1 0 0,-3 0 104 0,0 2 18 16,0 3 4-16,-3-5 1 0,0-1-50 0,-3 1-9 16,-3 2-3-16,0 1 0 0,-2 2-1 0,-4 0 0 0,0 2 0 0,0 1 0 15,-3 0-51-15,-3 2-13 0,0 3 0 0,1 0 0 16,2 0-11-16,0 0-5 0,3 0 0 0,0 2-1 15,3-2 27-15,0 3 6 0,6-1 0 0,0 1 1 16,3-3-17-16,3 3 0 0,3-4 0 16,0 4 0-16,3-3 0 0,3 3 0 0,3-3 0 15,3 2 0 1,0-2-22-16,3 0-8 0,0 3-2 0,-1-1 0 0,1-2 32 0,0 3 18 16,-3-3-2-16,0 2-1 0,0 1 1 0,-3-1 1 0,-3-2 0 0,0 3 0 15,-3-3-17-15,-1 2 0 0,-2-2 0 0,-3 3 0 16,0-3 0-16,-3 2 0 0,-2 1 0 0,-1 0 0 15,-3-1 0-15,-3 1 0 0,-3-1 0 0,-3 1 0 16,3 2 0-16,-6-5 0 0,0 3 0 0,1-3 0 16,-1 0 0-16,-3-3 0 0,3 0 0 0,0-2 0 15,3-1 0-15,1 1 0 0,-1-3 0 0,3-3 0 16,0 1-193-16,0-1-43 0</inkml:trace>
  <inkml:trace contextRef="#ctx0" brushRef="#br0" timeOffset="63448.111">21651 9967 2188 0,'0'0'48'0,"6"-5"11"0,0 0 1 0,0 0 1 0,3 2-49 0,0-2-12 16,3-1 0-16,0 4 0 0,3-4 105 0,-3 4 19 16,2-1 3-16,1 0 1 0,3 1-52 0,0-3-9 15,0 2-3-15,3-2 0 0,3 2-51 0,-1 0-13 16,4 1 0-16,3-4 0 0,0 4 22 0,-3 2 2 15,2-3 0-15,-5 3 0 0,0 0-14 0,-3 0-2 16,0 0-8-16,-4 3 12 16,-2-3-34-16,0 0-7 0,-3 2-2 0,-3-2 0 0,0 3 31 0,0 0 0 0,-3-1 0 0,0 4 0 31,-3-4-57-31,0 6-6 0,-3-3-1 0,-3 3 0 16,0 0-102-16,-3 3-21 0,-3 0-4 0,-6 4-1 0</inkml:trace>
  <inkml:trace contextRef="#ctx0" brushRef="#br0" timeOffset="64087.162">17582 11518 1900 0,'0'0'42'0,"0"0"9"0,0 0 1 0,3-5 1 0,0-1-42 0,0 4-11 0,0-1 0 0,-3 3 0 0,3-5 76 0,-3 5 12 15,0 0 4-15,0 0 0 0,0 0-24 0,0 0-5 16,0 0-1-16,3 8 0 0,-3 2-25 0,0 4-5 15,-3 1 0-15,0 9-1 0,-3-3-19 0,0 3-3 16,0 0-1-16,-3 3 0 0,0-4-8 0,1 4 8 16,-1-3-8-16,0 2 8 0,0-2-8 15,-3 2 0-15,6 1 0 0,-3 2 8 0,3 0 1 16,0 0 0-16,0-2 0 0,0-1 0 16,3-5-58-16,0-2-12 0,3-1-3 0,-3-2 0 15,3-3-153-15,0-2-31 0,0 5-7 0,6-8-1 0</inkml:trace>
  <inkml:trace contextRef="#ctx0" brushRef="#br0" timeOffset="64345.59">17853 11592 2188 0,'0'-8'48'0,"0"-2"11"0,0-9 1 0,0 3 1 0,0-2-49 0,-3-1-12 0,3 1 0 16,-3 2 0-16,0 0 105 0,0 5 19 0,0-2 3 0,-3 5 1 15,3 0-73-15,-3 3-15 0,3-3-2 0,0 5-1 16,3 3-8-16,0 0-1 0,0 0-1 0,0 0 0 15,0 0-10-15,-6 8-1 0,1 0-1 0,-1 5 0 16,3 1-24-16,0 4-5 0,-3 3-1 0,3 6 0 16,0-1 15-16,0 3 0 0,3 0 0 0,-3 1 0 15,0-1 0-15,0-3 0 0,0 1 0 0,0 2 0 16,3-5 0-16,-3-1 0 0,-3 4 0 0,3-3 0 16,0 2-54-1,-3 1-8-15,3-4-2 0,-3 1 0 0,0 0-119 0,0-6-24 0,0 1-5 0,-3 0 0 16</inkml:trace>
  <inkml:trace contextRef="#ctx0" brushRef="#br0" timeOffset="64596.563">17475 11775 1728 0,'-12'-8'49'0,"6"5"11"0,0-2-48 0,0 0-12 15,3 2 0-15,-3-2 0 0,3-1 111 0,0 1 20 16,3 5 4-16,0 0 1 0,0-5-51 0,0 5-9 0,0-6-3 0,6 1 0 15,-3 0-21-15,6 2-4 0,0-2 0 0,3 2-1 16,3-2-6-16,3 2-1 0,3-2 0 0,0 0 0 16,5-1-12-16,-2-2-4 15,3 1 0-15,0-1 0 0,-3 0-12 0,-1-3-4 16,-2 3 0-16,3-2 0 0,0 2-8 0,-3 0 8 16,5 0-8-16,-2 0 8 0,0 0-8 0,0 3-17 0,-3-1 4 15,0 1 1 1,-7 2-117-16,1 1-23 0,-6 2-5 0,0 0-938 0</inkml:trace>
  <inkml:trace contextRef="#ctx0" brushRef="#br0" timeOffset="64801.31">17383 11870 1839 0,'0'0'40'0,"0"0"9"0,0 0 2 0,3-5 1 0,3 2-42 0,3-2-10 16,0 2 0-16,3-5 0 0,2 3 80 0,4-3 13 15,0 0 3-15,6 3 1 0,6-3-12 0,-4 0-2 16,4 3-1-16,3-3 0 0,0 0-53 0,-3 0-10 16,-4 0-3-16,1-3 0 0,3 3 12 0,0 0 1 15,-1-2 1-15,7 2 0 16,0 0-166-16,3-3-32 0,-1 1-8 0</inkml:trace>
  <inkml:trace contextRef="#ctx0" brushRef="#br0" timeOffset="65196.945">18413 11544 1653 0,'0'0'47'0,"0"0"10"15,6 3-45-15,0 2-12 0,0-2 0 0,0 2 0 16,-3 1 92-16,2 2 16 0,-2 0 3 0,3 2 1 0,-3 3-44 15,0 1-8-15,0-1-1 0,0 3-1 0,-3 0-17 0,0 2-3 16,-3-2-1-16,3 2 0 0,-3 1-9 0,0 0-1 16,-3-4-1-16,0 4 0 0,1-1-16 0,-1 1-10 15,0-1 12-15,-3 4-12 0,3-4 0 0,-3 1-16 16,0-1 2-16,0-2 0 16,0-3-164-1,0 1-33-15</inkml:trace>
  <inkml:trace contextRef="#ctx0" brushRef="#br0" timeOffset="65367.521">18666 11367 2191 0,'-6'-10'62'0,"0"4"14"0,3 1-61 0,-3-3-15 0,0 0 0 0,3 3 0 16,-3-3 82-16,3 0 14 0,0 3 2 0,0-3 1 15,3 2-39-15,-3 1-8 0,3 0-2 0,0 5 0 31,0-5-91-31,0 5-19 0,0-3-3 0,0 3-1 16,0 0-102-16,0 0-21 0,0 0-4 0</inkml:trace>
  <inkml:trace contextRef="#ctx0" brushRef="#br0" timeOffset="65800.263">18669 11571 1436 0,'0'0'32'0,"-3"8"6"0,3 0 2 0,-3 0 0 0,0 0-32 0,3 2-8 16,0 1 0-16,0-1 0 0,0 1 96 0,0 0 17 15,3-1 4-15,-3 1 1 0,0-1-45 0,3 4-9 16,-6-4-1-16,6 1-1 0,-3 2-34 0,0-2-6 16,0 2-2-16,3-3 0 0,-3 1-11 0,0 0-9 15,0-3 12-15,0 2-12 0,0 1 0 0,0-3 0 16,0 0 0-16,0-1 0 16,0 1 0-16,-3-2 0 0,3-6 10 0,0 0-10 15,0 0 0-15,0 0 0 0,0 0 8 0,0 0-8 0,0 0 0 0,0 0 0 16,0 0 0-16,0 0 0 0,0 0 53 0,0 0 9 15,-3-6 2-15,3 1 0 0,-3 0 0 0,3-3 0 16,0 0 0-16,3-3 0 0,0 3-52 0,0 1-12 0,0-4 0 16,3 0 0-16,0 3 0 0,3-2 0 0,-1 2 0 0,4-3 0 15,0 3 32-15,3 0 4 0,0 0 1 16,0 1 0-16,0 1-16 0,3 1-3 16,-3 0-1-16,-1 2 0 0,1 0 0 0,-3 1 0 15,3 2 0-15,-3 0 0 0,-3 0-1 0,3 2 0 0,-6 4 0 0,0-4 0 16,0 6-4-16,-3 0-2 0,3 3 0 0,-3-3 0 15,0 2-10-15,-3 4 10 0,0-4-10 0,3 3 10 16,-6-2-23-16,3 2-5 0,-3 0-1 0,3 1 0 16,-3-1-109-1,3 0-23-15,0 0-4 0,3 1-1 16,0-1-72-16,-3 0-14 0</inkml:trace>
  <inkml:trace contextRef="#ctx0" brushRef="#br0" timeOffset="66270.528">19059 11891 1958 0,'3'-8'43'0,"6"3"9"0,-1-3 1 0,-2-3 3 0,3 3-45 0,-3-2-11 0,3 2 0 0,-3 0 0 15,-3-3 104-15,3 3 20 0,-3-2 3 0,-3 2 1 0,0 3 0 0,3-3 0 16,-3 2 0-16,0 1 0 0,0 0-103 0,0 5-25 16,0 0 0-16,0 0 0 0,0 0 56 0,0 0 7 15,0 0 1-15,0 0 0 0,0 0-52 0,0 0-12 16,-3 8 0-16,3 0 0 0,0 0 0 0,0 0 0 16,0 2 0-16,0 1 0 0,0 2 0 0,0 3 0 15,0 0 0-15,0 0 0 16,0-1-48-16,0 4-13 0,0-3-3 0,0 0 0 0,0 0 52 15,0-3 12-15,0 0 0 0,0-2 0 0,-3-3 0 0,3 0 0 16,0-3 0-16,0 0 0 0,0-5-16 0,0 0 0 16,0 0 0-16,0 0 0 0,0 0 16 0,0 0 0 15,0-8 0-15,0-2 0 0,0-1 8 0,0-5 0 0,3 0 1 16,0-2 0-16,-3 2 3 0,3-5 1 16,3 2 0-16,-3 1 0 0,3-1-3 0,0 1-1 15,0-4 0-15,0 4 0 0,3-1-1 0,-3 1 0 0,6-3 0 0,-3 0 0 16,2-1 0-16,1-1-8 0,0 1 12 0,0-1-4 15,0 1 7-15,3 4 1 0,-3 2 0 0,0 0 0 16,0 6-7-16,0-1-1 0,-1 0 0 0,-2 6 0 16,3 0 0-16,-3 2 0 0,-3 1 0 0,3 2 0 15,-3 2-8-15,-3 6 0 0,3 0 0 0,-3 3 0 16,0 2 0-16,0 3 0 0,-3 2 0 0,0 1 0 16,0-1 0-16,-3-2 0 0,0 3 0 15,-3-3 0-15,0-1 0 0,0 1 0 0,0-2 0 0,-3-1 0 16,-3-3 0-16,-3 4 0 0,1-6 0 0,-4 2 0 15,0-2 0-15,0-3 0 0,0 1 0 0,0-1 0 16,3 0-98-16,-2-2-25 0,5 0-5 0,-3-3 0 16,6 0-94-16,3-3-18 0,0-8-4 15,6 1-1-15</inkml:trace>
  <inkml:trace contextRef="#ctx0" brushRef="#br0" timeOffset="67053.998">19615 11568 1958 0,'0'0'43'0,"6"-5"9"0,-3 0 1 0,3-1 3 0,0-2-45 0,-3 3-11 16,3 0 0-16,-3 2 0 0,0-2 104 0,-3 5 20 15,0 0 3-15,0 0 1 0,0 0 0 0,0 0 0 16,0 0 0-16,0 0 0 0,0 0-103 0,0 0-25 16,-6 8 0-16,0 2 0 0,-3 4 0 0,3 2 0 15,-3 2 0-15,0 1 0 0,0-1 0 0,0 3 0 16,1-5 0-16,2 5 0 0,0-5 0 0,3 3 0 16,0-3 0-16,3 0 0 15,3-3-53-15,0 0-16 0,6 0-3 0,0 0-1 16,2-2-37-16,1-3-7 0,3 0-2 0,3 0 0 15,-3-3-7-15,3-2-2 0,3-3 0 0,-3 0 0 0,-1-6 103 0,-2 1 25 0,3-3 0 0,-3-2 0 16,0 2 24-16,-3-5 11 0,3 2 1 0,-3-2 1 16,-1-1 43-16,-2 1 9 0,0 0 2 0,-3 2 0 15,-3-2 28-15,0-3 5 0,0 3 2 0,-3-3 0 16,0 0-33-16,0-2-6 0,0 2-2 0,-3-3 0 16,0 4-26-16,0 1-6 0,0-2-1 0,0 6 0 15,0-1-14-15,0 3-3 0,3 0-1 0,-3 3 0 16,3 2-9-16,0 3-1 0,0 0-1 0,0 0 0 15,0 0-23-15,-3 8 0 0,3 0 0 0,-3 6 0 0,0 1 0 16,3 4 0-16,0-1 0 0,-2 4 0 16,2-4 0-16,0 1-12 0,0-1 4 0,2 1 0 15,-2-3-18-15,0-1-3 16,3 1-1-16,0-2 0 0,0 1-99 0,0-1-20 0,3-4-4 0,-3 1-703 16,3-3-140-16</inkml:trace>
  <inkml:trace contextRef="#ctx0" brushRef="#br0" timeOffset="67334.96">20190 11592 2419 0,'0'-10'53'0,"0"-6"11"0,0 0 3 0,3-3 1 0,-3 1-55 0,3-3-13 0,-3-1 0 0,3 4 0 15,-3 2 105-15,0 0 19 16,0 3 3-16,-3 0 1 0,3 2-52 0,0 1-9 0,-3 2-3 0,3 2 0 16,0 1-13-16,0 5-3 0,0 0-1 0,0 0 0 15,0 0-24-15,0 0-5 0,0 0-1 0,-3 11 0 16,0-3-17-16,0 5 0 0,0 0 0 0,0 3 0 15,0 5 0-15,0 3 0 0,0 2 0 0,0 3 0 16,0 0 0-16,3 3 0 0,-3-3 0 0,0 0 0 16,0 1 0-16,0-7 0 0,0 4 0 0,-3-3 0 31,0-3-48-31,0 0-12 0,0 0-4 0,-3 0 0 16,3-2-6-16,-3 2-2 0,4-2 0 0,-1-1 0 0,0-2-140 15,0-3-29-15,3-2-6 0,3-3-772 0</inkml:trace>
  <inkml:trace contextRef="#ctx0" brushRef="#br0" timeOffset="67510.43">20086 11709 2649 0,'0'0'58'0,"-3"-6"12"0,0 4 2 0,-3-6 4 0,6 0-61 0,-3 2-15 16,3-2 0-16,0 3 0 0,0-3 54 0,3 3 8 16,3 0 2-16,-3-1 0 0,3-2-52 0,2 3-12 15,-2 0 0-15,3 2 0 0,3-2 0 0,-3 2 0 16,3 1 0-16,-3-4 0 0,6 4 0 0,-3-4 0 15,3 1 0-15,0-3 0 16,2 3-48-16,4-3-13 0,3-3-3 0,3 3-1152 0</inkml:trace>
  <inkml:trace contextRef="#ctx0" brushRef="#br0" timeOffset="68018.509">20726 11648 1933 0,'0'0'42'0,"-6"2"9"0,0-2 1 0,6 0 4 0,-6 3-45 0,6-3-11 15,0 0 0-15,0 0 0 0,0 0 59 0,0 0 9 16,0 0 3-16,0 0 0 0,0 0-6 0,0 0-1 16,6 3 0-16,-3 2 0 0,6-2-30 0,2-1-6 15,4-2-2-15,3 3 0 0,0-3 6 0,3 2 0 16,3-2 1-16,-3 0 0 0,5-2-11 0,-5 2-2 16,3-3-1-16,0 3 0 0,-3-2-19 15,2 2-19-15,1-3 4 0,0 0 1 0,0 1 14 0,0 2 0 16,3-6 0-16,-1 6 0 0,-5-2 0 0,0-1 8 15,0 0 0-15,-3 1-8 16,-3-1-65-16,-1 3-20 0,-5 0-4 0,-3 0-1 16,0 0-102-16,-6 0-21 0,0 0-4 0</inkml:trace>
  <inkml:trace contextRef="#ctx0" brushRef="#br0" timeOffset="68260.544">20776 11820 2023 0,'0'0'44'0,"0"0"10"0,0 0 2 0,0 0 0 0,0 0-44 0,0 0-12 16,0 0 0-16,0 0 0 0,0 0 93 0,0 0 17 15,6 0 3-15,3 0 1 0,3 2-33 0,-3-2-6 16,6 0-2-16,-3 0 0 0,3 0-17 0,-1 0-4 16,4 0-1-16,0 0 0 0,0 0-41 0,-3 0-10 15,3 0 0-15,-3 0 0 0,0 0 0 0,2-2 0 16,1 2 0-16,3 0 0 0,-3-3 0 0,3 0 0 15,3 1 0-15,-1 2 0 16,4 0-20-16,-3-3-7 0,3 0-1 0,3 3-808 16,2-2-163-16</inkml:trace>
  <inkml:trace contextRef="#ctx0" brushRef="#br0" timeOffset="69282.793">21794 11343 716 0,'0'0'16'0,"0"0"3"15,0 0 1-15,0 0 0 0,0 0-20 0,0 0 0 0,0 0 0 0</inkml:trace>
  <inkml:trace contextRef="#ctx0" brushRef="#br0" timeOffset="70026.73">22134 11425 1958 0,'0'0'43'0,"-6"-2"9"0,0 2 1 0,0-3 3 0,0 0-45 0,-3 3-11 0,0-2 0 0,-3 2 0 15,-3 0 53-15,-3 0 9 0,0 2 2 0,0 4 0 16,-2-1-8-16,-1 0 0 0,0 3-1 0,-3 3 0 16,3 2-37-16,3 3-7 0,-2 3-2 0,2-1 0 15,3 3 0-15,-3-2 0 0,6 2 0 0,-3 0 0 16,3 0-9-16,0-2 0 0,3-1 0 0,4 1 0 16,-1-3-12-16,6 0 12 0,-3-1-12 0,6-1 12 15,0-1-19-15,0 0 4 0,5-2 1 0,-2-1 0 16,0-2 2-16,3-2 1 0,0-1 0 0,0 0 0 0,0-2 11 15,0-3-13-15,3 0 5 0,-3 0 8 0,0-3 0 0,3 0 0 16,-3 1 0-16,-3-3 0 0,2 2 11 0,-2-2 3 16,-3-1 1-16,0 1 0 0,-3-3 0 0,-3-3 0 15,0 4 0-15,0-4 0 0,-2 0 39 16,-4 1 8-16,3-6 2 0,-6 3 0 0,3-3-54 0,0-3-10 16,0 1 0-16,-3-3 0 15,3 2 13-15,-3-5 8 0,3 3 2 0,-3-3 0 0,3 0-11 0,-2 3-1 16,2 3-1-16,3-1 0 0,0 1-10 0,0-1 8 15,3 3-8-15,0 3 8 0,3-3 18 0,0 3 3 0,3-3 1 16,3 3 0-16,0 2-30 0,0 1 0 0,3-1 0 16,2 1 0-16,-2-1 0 0,3 3 0 0,0 3 0 0,0-1 0 15,3 1 0-15,0 2 0 0,0 3 0 0,3 0 0 16,2 0 0-16,-2 6 0 0,0-1 0 0,3 0 0 16,-3 3 0-16,3 0 0 0,-6 0 0 15,-4 3 0-15,1-1 0 0,-3 1 0 0,0 2 0 0,-6 0 0 16,0-2 0-16,-6 2 0 0,-3-2 0 0,-3 2 0 15,-3 0 0-15,1 0 0 0,-4 3 0 0,-3 3 0 32,-3-3-45-32,3 2-15 0,0 1-4 0,-3-1 0 0,7 1-153 15,-7-1-31-15,-21 19-7 0,15-13-1 0</inkml:trace>
  <inkml:trace contextRef="#ctx0" brushRef="#br0" timeOffset="71952.965">21056 12960 2138 0,'0'0'47'0,"-6"-3"9"0,0 3 3 0,-3-2 1 0,3 2-48 0,0-3-12 0,0 1 0 0,-3 2 0 16,0-3 65-16,0 3 11 0,4 3 1 0,-7-1 1 0,0 1-22 0,-3 2-5 15,3 0-1-15,-6 3 0 16,3 3-28-16,-3-1-6 0,0 1 0 0,-2 5-1 0,2 0-15 0,3 2 0 15,-3 4 8-15,3 7-8 0,0-3 0 0,6 6 0 16,0-3 0-16,0 3 0 16,6-6-26-16,1 1 2 0,4-1 0 0,4-2 0 15,0-3-15-15,6-2-2 0,0-4-1 16,6 1 0-16,3-2-1 0,3-4 0 0,0 1 0 0,-1-6 0 16,1-2 23-16,3-1 5 0,-6-4 1 0,3-1 0 15,-1-2 14-15,-2-1-11 0,0-1 11 0,3-1-10 0,-3-3 30 16,-3 3 5-16,2-3 2 0,-2 4 0 0,-3-4 26 0,-3 3 6 15,0-3 1-15,-3 1 0 0,-3 2 19 0,0-3 4 16,-6 1 1-16,0-1 0 0,0-2-18 0,-3 5-3 16,-3-3-1-16,0 1 0 0,-3 2-21 0,3 3-4 0,-3-1-1 15,-3 4 0-15,3-1-36 0,0 3-13 0,0 3 0 16,-2-1 0-16,5 1 34 0,0 5 7 16,0-3 2-16,3 3 0 0,0 0-30 0,3 0 0 15,0 3 0-15,0-1 0 0,6 1-14 0,-3-3 1 16,3 2 0-16,3-2 0 0,2-3-1 0,4 3 0 0,0-2 0 0,0-1 0 15,0-2 0-15,3-1 0 16,0 1 0-16,0-3 0 0,-4 0 14 0,1 0 0 0,0-3 0 0,0 1 0 16,-3-1 0-16,0 0 0 0,-6 1-11 0,3-1 11 15,-3 0 0-15,-3-2 0 0,0 2 0 0,-3-2 0 16,0-3 16-16,0 3-4 0,-6-3 0 0,0-3 0 16,0 1-2-16,-3-1-1 0,-3-2 0 15,0-3 0-15,-3 3-9 0,0-3 10 0,-3 3-10 0,1 0 10 16,-4 2-10-16,3-2 0 0,0 2 0 0,0 3 0 15,3-2-12-15,3 2 1 0,-2 2 1 0,5-1 0 16,3 1-94-16,0 4-20 0,6-4-3 0,0 6-1 16,3-5-61-16,6 0-13 0,2-1-2 0,7 1-1 15,6 2 53-15,3-2 12 0,6 0 1 0,2 0 1 16,1 2 14-16,-3-2 2 0,0-1 1 0,-1-2 0 16,1 3 153-16,-3 0 32 0,-3-3 5 0,-1 3 2 15,-2-1 53-15,-3 1 10 0,-6 2 2 0,0 1 1 0,-3-4 44 0,-3 6 9 16,-3-2 2-16,-6 2 0 0,0 0-52 0,0 0-9 15,0 0-3-15,-9-3 0 0,0 3-52 16,0-3-12-16,-6 3-1 0,0 0-1 0,0 0-33 0,0 6-6 16,0-4-2-16,-2 4 0 0,5-1-12 0,0 0-9 15,0 1 12-15,0-1-12 0,3 3 0 0,0 0 0 16,3 0 0-16,3 0 0 0,0 2 0 0,3 1 0 16,0 2 0-16,3 0 0 0,0 1 0 0,3-1-9 15,0 3 9-15,0-3-8 0,3 3 8 0,0 0-8 0,0-3 8 0,3 3-8 16,-3-3 8-16,0 0 0 0,-1 0 0 0,1-2 0 15,0 0 0-15,-3-1-8 0,-3-2 8 0,0 0 0 16,-3 0-10-16,0 0 10 0,-3 0-12 0,0-3 12 16,-6 3-12-16,0 0 12 0,1-3-12 0,-7 3 12 15,3-2-16-15,-3 1 4 0,0 1 1 0,0-2 0 16,0 2-17 0,-3-3-3-16,-3 0-1 0,4 1 0 0,-1-4-106 15,-3-2-22-15,3 3-4 0</inkml:trace>
  <inkml:trace contextRef="#ctx0" brushRef="#br0" timeOffset="72301.303">21973 12857 2127 0,'-12'3'47'0,"12"-3"9"0,0 0 3 0,0 0 1 0,0 0-48 0,-6 2-12 0,6-2 0 0,-3 5 0 15,-3 1 67-15,3-1 11 16,0 0 2-16,0 3 1 0,0 0-13 0,0 0-4 16,0 3 0-16,0 2 0 0,0-2-51 0,0 4-13 0,0-1 0 0,0 4 0 15,0 1 0-15,0 2 0 0,-3-3 0 0,3 9 0 16,-3-1 0-16,3 3 0 0,-3 3 0 0,3 0 0 15,1-3 0-15,-1 0 0 0,-3-5 0 16,3 2 0-16,-3-2 0 0,0-3 0 0,0-2 0 16,0 2 0-16,3-5 0 0,-3 0 0 0,3 0 0 15,-3 0 0-15,0-3-253 16,0-3-54-16,-15 6-10 0,9-5-3 0</inkml:trace>
  <inkml:trace contextRef="#ctx0" brushRef="#br0" timeOffset="72504.634">21776 13201 2134 0,'0'0'47'0,"-6"0"9"0,0-3 3 0,6 3 1 0,0 0-48 0,0 0-12 16,-3-5 0-16,3 5 0 0,3-5 65 0,0 2 11 16,0-2 1-16,3-1 1 0,0 1-29 0,3-3-5 15,0 3-2-15,3-3 0 0,3 3-15 0,3-3-3 16,6 0-1-16,-1-3 0 0,7 3-23 0,3 0 0 15,0 3 0-15,5-3 0 16,1 3-149-16,-3-3-35 0,-1 3-6 0,-2-1-795 0</inkml:trace>
  <inkml:trace contextRef="#ctx0" brushRef="#br0" timeOffset="72734.526">22535 13087 1958 0,'-6'3'43'0,"-3"-1"9"0,1-2 1 0,-1 3 3 0,0-3-45 0,0 0-11 0,0 0 0 0,3 0 0 16,0 0 104-16,6 0 20 0,0 0 3 0,0 0 1 15,0 0-52-15,0 0-9 0,0 0-3 0,0 0 0 16,6-3-51-16,3 1-13 0,0 2 0 0,6 0 0 16,-3-3 0-16,2 3 0 0,1-3 0 0,-3 3 0 15,3 0 54-15,0-2 8 0,0 2 2 0,0-3 0 16,3 1-52-16,-4-1-12 0,4 0 0 0,0 1 0 16,0 2 0-16,0-3 0 15,0 3 0-15,0 0 0 16,-1 0-41-16,1 0-11 0,-3 0-3 0,0 0 0 0,-3 3-163 15,0-3-33-15</inkml:trace>
  <inkml:trace contextRef="#ctx0" brushRef="#br0" timeOffset="72945.36">22410 13349 1958 0,'0'0'43'0,"0"0"9"0,0 0 1 0,6 0 3 0,3-3-45 0,0 3-11 15,3-2 0-15,3-1 0 0,3 0 104 0,0 1 20 16,0-6 3-16,2 5 1 0,-2-5-103 0,0 3-25 16,0 2 0-16,3-5 0 0,0 3 56 0,-1-3 7 15,1 0 1-15,6 0 0 16,0 0-73-16,-3 0-15 0,2 1-2 0,1-1-1 16,3 0-97-16,-3 0-19 0,3 0-4 0,-4 2-1 0</inkml:trace>
  <inkml:trace contextRef="#ctx0" brushRef="#br0" timeOffset="75308.027">23256 13039 1497 0,'0'0'32'0,"0"0"8"0,0 0 0 0,0 0 4 16,0 0-36-16,0 0-8 0,0 0 0 0,3 3 0 15,3 0 104-15,-6-3 20 0,3 0 3 0,-3 0 1 16,3 2-52-16,-3-2-9 0,0 0-3 0,0 0 0 15,0 0 0-15,0 0 0 0,0 0 0 0,-6 8 0 0,-3-2-51 0,-3 2-13 16,0 0 0-16,-3 2 0 0,3 1 0 0,-3 2 0 16,0 3 0-16,3 0 0 0,1 0 0 0,-1-1 0 15,6 4 0-15,-3-3 0 0,3 0 0 0,3-3 0 16,3 0 0-16,3 0 0 0,0 1 0 16,3-4 0-16,3 1 0 0,3-1 0 0,-1-2 0 0,1 0 0 15,3-2 0-15,0 1 0 0,3-1 0 0,0-1 0 16,-3 0 0-16,0 1 0 0,-1-1 0 0,-2 0 0 15,0 1 0-15,-6-4 0 0,3 3 0 0,-6 1 0 16,0-1 0-16,-3 0 0 0,0-5 0 0,-3 8 0 16,-3-2 0-16,-3-1 0 0,0 0 0 0,-3 0 0 15,-2-2 0-15,2 2 0 16,-3 1-48-16,-3-4-13 0,6 1-3 0,-3 0-614 0,0-3-123 0</inkml:trace>
  <inkml:trace contextRef="#ctx0" brushRef="#br0" timeOffset="75475.28">23288 13077 2188 0,'0'0'48'0,"0"0"11"0,3-6 1 0,3 4 1 0,0-4-49 16,0 4-12-16,0-4 0 0,3 4 0 16,3-4 0-16,0 4 0 0,0-1 0 0,-3 0 0 0,3 1 54 0,0 2 8 15,0-5 2-15,2 5 0 16,1 0-158-16,3 0-31 0,-3 0-7 0,3 0-810 15</inkml:trace>
  <inkml:trace contextRef="#ctx0" brushRef="#br0" timeOffset="75690.451">23500 13272 1728 0,'0'0'38'0,"0"0"8"0,0 0 2 0,0 0 0 0,0 0-39 0,0 0-9 15,0 0 0-15,0 0 0 0,0 0 91 0,6 3 16 16,3-6 3-16,3 3 1 0,2-5-24 0,4 2-5 0,0-2-1 0,3-3 0 15,3 3-13-15,-3-3-4 0,5 0 0 16,-2 3 0-16,0-3-51 0,-3 0-13 0,-3 3 0 16,3-3 0-16,-4 0 0 0,1 0 0 0,-3 0 0 0,0 0 0 15,0 0 0-15,0 0 0 0,0 3 0 0,-6-1 0 32,3 1-202-32,-6 0-43 0,5-11-9 0,-5 8-2 0</inkml:trace>
  <inkml:trace contextRef="#ctx0" brushRef="#br0" timeOffset="75944.384">23756 13039 2368 0,'0'0'52'0,"-6"0"12"0,3 0 1 0,3 0 1 0,0 0-53 0,0 0-13 0,0 0 0 0,0 0 0 0,0 0 80 0,0 0 14 15,0 0 2-15,0 0 1 0,0 0-33 0,0 6-8 16,0 2 0-16,0 2-1 0,3 4-17 0,-3-1-3 15,0 3-1-15,0 2 0 0,0 1-13 0,3 2-2 16,-3 3-1-16,0-1 0 0,0 1-10 0,0-3-8 16,0 1 9-16,-3-1-9 0,3-3 0 0,0-2 0 15,0 3 0-15,0-3-10 16,0-1-74-16,0-1-14 0,0-1-3 0,0 0-757 16,0-2-151-16</inkml:trace>
  <inkml:trace contextRef="#ctx0" brushRef="#br0" timeOffset="76464.863">24271 13222 2269 0,'0'0'64'0,"-3"-5"15"0,0 2-63 0,-3-2-16 0,3 2 0 0,-3 1 0 16,0-1 105-16,-3 3 19 0,3 0 3 0,-3 0 1 15,-3 5-32-15,0-2-5 0,-3 5-2 0,-2 2 0 16,-4 1-55-16,0 5-11 0,0 0-3 0,-3 0 0 15,3-1 0-15,1 1-1 0,-1 0 0 0,3 0 0 16,0-3-19-16,6 3 0 0,0 0 0 0,3-3 0 16,3 3-32-16,3-3-9 15,3 1-3-15,3 1 0 0,0-1-32 16,6-4-6-16,3 1-2 0,3-1 0 16,3-4-10-16,0-1-2 0,0-2-1 0,2-1 0 15,4-2 35-15,-3-2 7 0,0-1 2 0,-3-2 0 0,0-1 16 0,-3-1 3 16,-1-1 1-16,-2 0 0 0,-3 0 19 0,-3-3 4 0,0 3 1 0,-3-2 0 15,-3-1 58-15,0-2 12 0,-6 2 3 0,0-5 0 16,-3 3-4-16,-3-3 0 0,-3 0 0 0,-2 0 0 0,-4-2-9 16,0-1-3-16,0-4 0 0,-3-1 0 0,0-3-22 15,1 4-5-15,2-4-1 0,0 3 0 0,3 3 36 16,6 0 6-16,0 2 2 0,3 4 0 0,3-1-49 0,3 0-15 16,0 3 8-16,3 2-8 15,6 0 0-15,0 3 0 0,0-2 0 0,6 5 0 0,3-3 0 0,6 2 0 16,0 4 0-16,0-4 0 0,-1 6 45 0,4-2 15 15,0 2 4-15,-3 0 0 0,0 2-52 0,-3 4-12 16,-3-4 0-16,-1 6 0 0,-2 0 0 0,0 0 0 0,-6 0 0 16,0 0 0-16,0 3 0 0,-6-1 0 0,0 3 0 15,0 3 0-15,-3 0 0 0,-3 3 0 0,-3 2 0 0,0 3 0 32,-3-1-48-32,-2-1-13 0,-4 1-3 0,0 1 0 15,-6-3 29-15,3 1 6 0,-3-4 1 0,3-2 0 16,1 0-214-16,2 0-42 0</inkml:trace>
  <inkml:trace contextRef="#ctx0" brushRef="#br0" timeOffset="76871.312">22217 14447 2128 0,'0'0'60'0,"0"0"13"0,0 0-58 16,0 0-15-16,3 5 0 0,0 1 0 0,6-4 77 0,-3 1 13 15,6-3 2-15,-1 3 1 0,4-6-16 0,3 3-3 0,3-5-1 16,3 2 0-16,3-2-39 0,2 0-8 16,1-1-2-16,0-2 0 0,0 0-14 0,0 0-10 0,-4 0 12 15,-2-2-12 1,-3 2-17-16,3 0-11 0,-3-3-1 0,-4 3-1 0,1 1 7 0,-3 1 2 0,-3 1 0 0,-3 0 0 31,0 2-204-31,-3 0-41 0,-6 3-8 0,0 0-2 0</inkml:trace>
  <inkml:trace contextRef="#ctx0" brushRef="#br0" timeOffset="77067.145">22297 14595 1958 0,'0'0'43'0,"0"0"9"0,0 0 1 0,0 0 3 0,0 0-45 0,0 0-11 15,3 3 0-15,3 0 0 0,3-1 99 0,0-2 17 16,0 0 4-16,6 0 1 0,0 0-41 0,3-2-9 16,2-1-2-16,1 0 0 0,3-2-27 0,0 0-6 15,3-1 0-15,-4-1-1 0,1-1-24 16,0 0-11-16,-3-3 10 0,3-2-10 16,0 0-92-16,-1-3-25 0,-2 0-5 0</inkml:trace>
  <inkml:trace contextRef="#ctx0" brushRef="#br0" timeOffset="77352.414">23152 14177 2322 0,'0'0'51'0,"0"0"10"0,0 0 3 0,0 0 1 0,0 0-52 0,0 0-13 0,0 0 0 0,-6 0 0 16,6 0 76-16,-6 6 12 0,6-6 2 0,-3 5 1 16,-3 3-40-16,3 0-8 0,0 0-2 0,-3 0 0 15,3 2-14-15,0 3-3 0,-3 1-1 0,3 2 0 16,0-1-23-16,-3 7 0 0,3 1 0 0,0 4 0 16,0 2 12-16,-3-3-1 0,3 4-1 0,0-4 0 15,3-2-10-15,-3-3-14 0,0 0 3 0,3 0 1 16,0-5-118-16,0 3-24 0,3-3-5 0,-6-3-965 15</inkml:trace>
  <inkml:trace contextRef="#ctx0" brushRef="#br0" timeOffset="77860.464">23396 14325 2534 0,'-9'-8'56'0,"6"6"11"0,-3-3 2 0,3-3 3 0,0-3-58 0,0 3-14 15,3-2 0-15,0 2 0 0,3-3 82 0,3 3 14 16,-3-3 2-16,3 4 1 0,3-1-41 0,0 0-8 0,-1 0-2 16,4 2 0-16,0 1-28 0,3 0-5 15,0 2-2-15,3-2 0 0,0 2 3 0,3 1 0 16,-1 2 0-16,1-3 0 0,0 3-16 0,0 0 11 16,-3 0-11-16,-3 3 10 0,-3-1-10 0,-1 1 8 0,1 2-8 0,-6 0 8 15,0 1-8-15,-6 2 0 0,0 0 0 16,-3 0 0-16,0 0-20 0,-6 2-4 0,3-2 0 0,-5 3 0 31,-1-1-3-31,-3 1-1 0,0-1 0 0,-3 1 0 0,3 0 4 0,3 2 1 0,-3-3 0 0,0 1 0 16,7-3-1-16,-1 0 0 0,0-3 0 0,3 0 0 15,3-2 6-15,3-3 1 0,0 0 0 0,0 0 0 32,0 0-15-32,6-3-4 0,3 1 0 0,3-4 0 0,-1 1 36 0,7 0 20 0,0 0-2 15,0-1-1-15,-3 1-4 0,3 0-1 0,3 2 0 0,-4 3 0 16,-2 0 3-16,-3 0 0 0,3 0 0 0,-6 3 0 15,3-1 9-15,-3 1 1 0,-3 2 1 0,0 3 0 16,-3-2 6-16,0 4 0 0,0-2 1 0,-3 3 0 16,0-1-4-16,-3 3-1 0,0 1 0 0,-3 2 0 0,0-1-6 15,0 1-2-15,-3 0 0 0,-3 3 0 16,0-3-7-16,-3-1-1 0,0-1-1 0,-2-1 0 16,2 0-3-16,-3 0-8 0,0-2 12 0,0 0-4 0,0-1-8 0,3-2 0 15,0 0 0-15,1 3 0 0,2-3 0 0,3-3-17 16,0 3 2-16,0-3 1 15,3 0-114-15,0 1-22 0,0-4-5 0,0-2-1116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CD4045B-8F41-6B4E-97BD-FF08E793C3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F0351C3-1740-AA4D-BDDF-BF0F4C69FD1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474A07D-2658-461F-8F83-4F740994F24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0787F0E-99E1-EC46-8903-479D5ABA0DB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8261E7AE-94F1-554C-9081-C782E41C57C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B74AB494-A933-744C-97AB-D567B6DD35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FF969DB7-CD90-4014-9B8D-CC33BD96DE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533400"/>
            <a:ext cx="3429000" cy="1143000"/>
          </a:xfrm>
        </p:spPr>
        <p:txBody>
          <a:bodyPr anchor="b"/>
          <a:lstStyle>
            <a:lvl1pPr>
              <a:defRPr sz="3200" b="0">
                <a:solidFill>
                  <a:srgbClr val="F5E985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" y="1828800"/>
            <a:ext cx="3429000" cy="1752600"/>
          </a:xfrm>
        </p:spPr>
        <p:txBody>
          <a:bodyPr/>
          <a:lstStyle>
            <a:lvl1pPr marL="0" indent="0">
              <a:buFontTx/>
              <a:buNone/>
              <a:defRPr sz="28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513877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845748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434098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19200"/>
            <a:ext cx="38862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862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181970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707565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0212585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23205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718591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384934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99944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304800"/>
            <a:ext cx="22288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304800"/>
            <a:ext cx="65341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854495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225FB7-6986-41E4-8F43-F86C2C2742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0D8ACF-9AF7-4BE6-B2E3-865733B3F7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1803AE-9905-4AF8-9DA3-73789375BE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AFD67-0D38-4EFF-B956-560E674B21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0959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14623E-7E5C-4AFD-BE24-3DB80703DA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93BFD6-7F93-4733-A226-6C0EC46E76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D5D424-E135-44CC-BA4E-A2DB770BDC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619F1-5350-4307-9409-443BD10676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2164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9446CB-484F-4252-BB19-9C497B0F54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A8F4DA-9E72-49E7-9FF9-D36FD65AE1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A08CB3-EAD0-4E99-8B98-C89B6DB018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3D098-D75C-4EE5-8B40-FC63AFD0D6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07858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426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C54467-B79B-4B77-A3B1-44DDDE77CE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2F25E2-A807-49CB-BC93-3D806EA7E0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932679-2C29-4D7B-881E-4BB2B5FA51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1FBC1-3F18-4B9F-83D9-3A5A4B6E25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3850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ED9B991-D00B-4804-89EB-33BB202D7A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8015FF5-E07E-4C7A-8238-1AF9E0FFD5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3F5F623-7278-4A70-8A13-35C022DCEB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CFC92-1B0B-4860-87FB-21B0774F2E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07989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380999"/>
          </a:xfrm>
        </p:spPr>
        <p:txBody>
          <a:bodyPr/>
          <a:lstStyle>
            <a:lvl1pPr>
              <a:defRPr sz="3400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FE1E440-A8C8-43AB-B8E7-F86B3E9B4B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82FBE08-5985-4EC5-801D-BD8B156BAC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DCED17A-0888-409A-80D0-BD3B63CD52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966BF-D65F-4E28-A407-653B2DF03F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36179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1F0ED2C-B519-4F57-8672-730E3329D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C221C3B-499D-4477-B03B-03A7E02446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CD4F977-FA0E-4B3A-B94F-0279441CCC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82C1FB-A275-4CBE-B85C-63204551E7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55996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D62850-C9F3-4ECE-848C-FF22D5C8AF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12A31E-209B-42A9-826C-D78F92405A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1507E-9AE1-4B0E-B93B-7C085C5296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2F104-DF84-4AEF-9187-41AF5BE74E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806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02DB48-69AE-4AF3-868F-545FF5AF8F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3E5B6-43C3-4346-B165-FDD6F1E37E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D27224-906E-4B0A-BE25-6FED1CA2EB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FDD3B-1453-418D-980A-9289DD4C51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2560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9F8C36-2FA4-465E-B8F9-3C035D0919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95604D-DBCA-4814-BBC5-446C778B81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58D9F7-727C-4D99-89FD-0C87515CC9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70AC39-4B88-4002-B23C-3DAA2B76F3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34372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28600"/>
            <a:ext cx="21717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28600"/>
            <a:ext cx="63627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694072-58C3-4095-B658-E2EC7AE668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93BA2E-5916-442F-A773-1816573953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B41EDC-CE19-4648-891A-4EFB1DCC0E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CB7B8-7C25-401E-AFCE-7AE2AED9C1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482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9809D2E-E9E4-407E-AB2B-61A75B55E1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304800"/>
            <a:ext cx="8915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F107EF7-2CC7-45FD-A899-B7DD340C60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19200"/>
            <a:ext cx="7924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b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b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2ADB1AC-32D3-49A7-A1DC-4BB1BCC56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228600"/>
            <a:ext cx="8686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CC26A9E-31B8-4391-AE6F-822CE2529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914400"/>
            <a:ext cx="8686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D3DE5A9-11D5-4AEB-B896-6DAD1B6EEEB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C62297E-DDFC-4E4B-B572-4234ABFF44A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324600"/>
            <a:ext cx="3962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8CD9B8A-A795-4DB1-8964-96651783B99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246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6E3611C3-C128-4ADE-9736-85CD38B106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562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uf@iastate.edu" TargetMode="Externa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3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customXml" Target="../ink/ink9.xml"/><Relationship Id="rId4" Type="http://schemas.openxmlformats.org/officeDocument/2006/relationships/image" Target="../media/image1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customXml" Target="../ink/ink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7.png"/><Relationship Id="rId7" Type="http://schemas.openxmlformats.org/officeDocument/2006/relationships/customXml" Target="../ink/ink16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3.png"/><Relationship Id="rId4" Type="http://schemas.openxmlformats.org/officeDocument/2006/relationships/image" Target="../media/image48.png"/><Relationship Id="rId9" Type="http://schemas.openxmlformats.org/officeDocument/2006/relationships/customXml" Target="../ink/ink21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image" Target="../media/image66.emf"/><Relationship Id="rId18" Type="http://schemas.openxmlformats.org/officeDocument/2006/relationships/image" Target="../media/image71.emf"/><Relationship Id="rId26" Type="http://schemas.openxmlformats.org/officeDocument/2006/relationships/image" Target="../media/image79.emf"/><Relationship Id="rId3" Type="http://schemas.openxmlformats.org/officeDocument/2006/relationships/image" Target="../media/image56.emf"/><Relationship Id="rId21" Type="http://schemas.openxmlformats.org/officeDocument/2006/relationships/image" Target="../media/image74.emf"/><Relationship Id="rId7" Type="http://schemas.openxmlformats.org/officeDocument/2006/relationships/image" Target="../media/image60.emf"/><Relationship Id="rId12" Type="http://schemas.openxmlformats.org/officeDocument/2006/relationships/image" Target="../media/image65.emf"/><Relationship Id="rId17" Type="http://schemas.openxmlformats.org/officeDocument/2006/relationships/image" Target="../media/image70.emf"/><Relationship Id="rId25" Type="http://schemas.openxmlformats.org/officeDocument/2006/relationships/image" Target="../media/image78.emf"/><Relationship Id="rId2" Type="http://schemas.openxmlformats.org/officeDocument/2006/relationships/image" Target="../media/image55.emf"/><Relationship Id="rId16" Type="http://schemas.openxmlformats.org/officeDocument/2006/relationships/image" Target="../media/image69.emf"/><Relationship Id="rId20" Type="http://schemas.openxmlformats.org/officeDocument/2006/relationships/image" Target="../media/image73.emf"/><Relationship Id="rId29" Type="http://schemas.openxmlformats.org/officeDocument/2006/relationships/customXml" Target="../ink/ink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11" Type="http://schemas.openxmlformats.org/officeDocument/2006/relationships/image" Target="../media/image64.emf"/><Relationship Id="rId24" Type="http://schemas.openxmlformats.org/officeDocument/2006/relationships/image" Target="../media/image77.emf"/><Relationship Id="rId5" Type="http://schemas.openxmlformats.org/officeDocument/2006/relationships/image" Target="../media/image58.emf"/><Relationship Id="rId15" Type="http://schemas.openxmlformats.org/officeDocument/2006/relationships/image" Target="../media/image68.emf"/><Relationship Id="rId23" Type="http://schemas.openxmlformats.org/officeDocument/2006/relationships/image" Target="../media/image76.emf"/><Relationship Id="rId28" Type="http://schemas.openxmlformats.org/officeDocument/2006/relationships/image" Target="../media/image81.emf"/><Relationship Id="rId10" Type="http://schemas.openxmlformats.org/officeDocument/2006/relationships/image" Target="../media/image63.emf"/><Relationship Id="rId19" Type="http://schemas.openxmlformats.org/officeDocument/2006/relationships/image" Target="../media/image72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Relationship Id="rId14" Type="http://schemas.openxmlformats.org/officeDocument/2006/relationships/image" Target="../media/image67.emf"/><Relationship Id="rId22" Type="http://schemas.openxmlformats.org/officeDocument/2006/relationships/image" Target="../media/image75.emf"/><Relationship Id="rId27" Type="http://schemas.openxmlformats.org/officeDocument/2006/relationships/image" Target="../media/image80.emf"/><Relationship Id="rId30" Type="http://schemas.openxmlformats.org/officeDocument/2006/relationships/image" Target="../media/image82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image" Target="../media/image66.emf"/><Relationship Id="rId18" Type="http://schemas.openxmlformats.org/officeDocument/2006/relationships/image" Target="../media/image71.emf"/><Relationship Id="rId26" Type="http://schemas.openxmlformats.org/officeDocument/2006/relationships/image" Target="../media/image79.emf"/><Relationship Id="rId3" Type="http://schemas.openxmlformats.org/officeDocument/2006/relationships/image" Target="../media/image56.emf"/><Relationship Id="rId21" Type="http://schemas.openxmlformats.org/officeDocument/2006/relationships/image" Target="../media/image74.emf"/><Relationship Id="rId7" Type="http://schemas.openxmlformats.org/officeDocument/2006/relationships/image" Target="../media/image60.emf"/><Relationship Id="rId12" Type="http://schemas.openxmlformats.org/officeDocument/2006/relationships/image" Target="../media/image65.emf"/><Relationship Id="rId17" Type="http://schemas.openxmlformats.org/officeDocument/2006/relationships/image" Target="../media/image70.emf"/><Relationship Id="rId25" Type="http://schemas.openxmlformats.org/officeDocument/2006/relationships/image" Target="../media/image78.emf"/><Relationship Id="rId2" Type="http://schemas.openxmlformats.org/officeDocument/2006/relationships/image" Target="../media/image55.emf"/><Relationship Id="rId16" Type="http://schemas.openxmlformats.org/officeDocument/2006/relationships/image" Target="../media/image69.emf"/><Relationship Id="rId20" Type="http://schemas.openxmlformats.org/officeDocument/2006/relationships/image" Target="../media/image7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11" Type="http://schemas.openxmlformats.org/officeDocument/2006/relationships/image" Target="../media/image64.emf"/><Relationship Id="rId24" Type="http://schemas.openxmlformats.org/officeDocument/2006/relationships/image" Target="../media/image77.emf"/><Relationship Id="rId5" Type="http://schemas.openxmlformats.org/officeDocument/2006/relationships/image" Target="../media/image58.emf"/><Relationship Id="rId15" Type="http://schemas.openxmlformats.org/officeDocument/2006/relationships/image" Target="../media/image68.emf"/><Relationship Id="rId23" Type="http://schemas.openxmlformats.org/officeDocument/2006/relationships/image" Target="../media/image76.emf"/><Relationship Id="rId28" Type="http://schemas.openxmlformats.org/officeDocument/2006/relationships/image" Target="../media/image81.emf"/><Relationship Id="rId10" Type="http://schemas.openxmlformats.org/officeDocument/2006/relationships/image" Target="../media/image63.emf"/><Relationship Id="rId19" Type="http://schemas.openxmlformats.org/officeDocument/2006/relationships/image" Target="../media/image72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Relationship Id="rId14" Type="http://schemas.openxmlformats.org/officeDocument/2006/relationships/image" Target="../media/image67.emf"/><Relationship Id="rId22" Type="http://schemas.openxmlformats.org/officeDocument/2006/relationships/image" Target="../media/image75.emf"/><Relationship Id="rId27" Type="http://schemas.openxmlformats.org/officeDocument/2006/relationships/image" Target="../media/image80.e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image" Target="../media/image66.emf"/><Relationship Id="rId18" Type="http://schemas.openxmlformats.org/officeDocument/2006/relationships/image" Target="../media/image73.emf"/><Relationship Id="rId26" Type="http://schemas.openxmlformats.org/officeDocument/2006/relationships/image" Target="../media/image83.png"/><Relationship Id="rId3" Type="http://schemas.openxmlformats.org/officeDocument/2006/relationships/image" Target="../media/image56.emf"/><Relationship Id="rId21" Type="http://schemas.openxmlformats.org/officeDocument/2006/relationships/image" Target="../media/image78.emf"/><Relationship Id="rId7" Type="http://schemas.openxmlformats.org/officeDocument/2006/relationships/image" Target="../media/image60.emf"/><Relationship Id="rId12" Type="http://schemas.openxmlformats.org/officeDocument/2006/relationships/image" Target="../media/image65.emf"/><Relationship Id="rId17" Type="http://schemas.openxmlformats.org/officeDocument/2006/relationships/image" Target="../media/image72.emf"/><Relationship Id="rId25" Type="http://schemas.openxmlformats.org/officeDocument/2006/relationships/customXml" Target="../ink/ink23.xml"/><Relationship Id="rId2" Type="http://schemas.openxmlformats.org/officeDocument/2006/relationships/image" Target="../media/image55.emf"/><Relationship Id="rId16" Type="http://schemas.openxmlformats.org/officeDocument/2006/relationships/image" Target="../media/image69.emf"/><Relationship Id="rId20" Type="http://schemas.openxmlformats.org/officeDocument/2006/relationships/image" Target="../media/image7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11" Type="http://schemas.openxmlformats.org/officeDocument/2006/relationships/image" Target="../media/image64.emf"/><Relationship Id="rId24" Type="http://schemas.openxmlformats.org/officeDocument/2006/relationships/image" Target="../media/image81.emf"/><Relationship Id="rId5" Type="http://schemas.openxmlformats.org/officeDocument/2006/relationships/image" Target="../media/image58.emf"/><Relationship Id="rId15" Type="http://schemas.openxmlformats.org/officeDocument/2006/relationships/image" Target="../media/image68.emf"/><Relationship Id="rId23" Type="http://schemas.openxmlformats.org/officeDocument/2006/relationships/image" Target="../media/image80.emf"/><Relationship Id="rId10" Type="http://schemas.openxmlformats.org/officeDocument/2006/relationships/image" Target="../media/image63.emf"/><Relationship Id="rId19" Type="http://schemas.openxmlformats.org/officeDocument/2006/relationships/image" Target="../media/image74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Relationship Id="rId14" Type="http://schemas.openxmlformats.org/officeDocument/2006/relationships/image" Target="../media/image67.emf"/><Relationship Id="rId22" Type="http://schemas.openxmlformats.org/officeDocument/2006/relationships/image" Target="../media/image79.e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image" Target="../media/image66.emf"/><Relationship Id="rId18" Type="http://schemas.openxmlformats.org/officeDocument/2006/relationships/image" Target="../media/image73.emf"/><Relationship Id="rId26" Type="http://schemas.openxmlformats.org/officeDocument/2006/relationships/image" Target="../media/image84.png"/><Relationship Id="rId3" Type="http://schemas.openxmlformats.org/officeDocument/2006/relationships/image" Target="../media/image56.emf"/><Relationship Id="rId21" Type="http://schemas.openxmlformats.org/officeDocument/2006/relationships/image" Target="../media/image78.emf"/><Relationship Id="rId7" Type="http://schemas.openxmlformats.org/officeDocument/2006/relationships/image" Target="../media/image60.emf"/><Relationship Id="rId12" Type="http://schemas.openxmlformats.org/officeDocument/2006/relationships/image" Target="../media/image65.emf"/><Relationship Id="rId17" Type="http://schemas.openxmlformats.org/officeDocument/2006/relationships/image" Target="../media/image72.emf"/><Relationship Id="rId25" Type="http://schemas.openxmlformats.org/officeDocument/2006/relationships/customXml" Target="../ink/ink24.xml"/><Relationship Id="rId2" Type="http://schemas.openxmlformats.org/officeDocument/2006/relationships/image" Target="../media/image55.emf"/><Relationship Id="rId16" Type="http://schemas.openxmlformats.org/officeDocument/2006/relationships/image" Target="../media/image69.emf"/><Relationship Id="rId20" Type="http://schemas.openxmlformats.org/officeDocument/2006/relationships/image" Target="../media/image7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11" Type="http://schemas.openxmlformats.org/officeDocument/2006/relationships/image" Target="../media/image64.emf"/><Relationship Id="rId24" Type="http://schemas.openxmlformats.org/officeDocument/2006/relationships/image" Target="../media/image81.emf"/><Relationship Id="rId5" Type="http://schemas.openxmlformats.org/officeDocument/2006/relationships/image" Target="../media/image58.emf"/><Relationship Id="rId15" Type="http://schemas.openxmlformats.org/officeDocument/2006/relationships/image" Target="../media/image68.emf"/><Relationship Id="rId23" Type="http://schemas.openxmlformats.org/officeDocument/2006/relationships/image" Target="../media/image80.emf"/><Relationship Id="rId10" Type="http://schemas.openxmlformats.org/officeDocument/2006/relationships/image" Target="../media/image63.emf"/><Relationship Id="rId19" Type="http://schemas.openxmlformats.org/officeDocument/2006/relationships/image" Target="../media/image74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Relationship Id="rId14" Type="http://schemas.openxmlformats.org/officeDocument/2006/relationships/image" Target="../media/image67.emf"/><Relationship Id="rId22" Type="http://schemas.openxmlformats.org/officeDocument/2006/relationships/image" Target="../media/image79.e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image" Target="../media/image66.emf"/><Relationship Id="rId18" Type="http://schemas.openxmlformats.org/officeDocument/2006/relationships/image" Target="../media/image73.emf"/><Relationship Id="rId3" Type="http://schemas.openxmlformats.org/officeDocument/2006/relationships/image" Target="../media/image56.emf"/><Relationship Id="rId21" Type="http://schemas.openxmlformats.org/officeDocument/2006/relationships/image" Target="../media/image78.emf"/><Relationship Id="rId7" Type="http://schemas.openxmlformats.org/officeDocument/2006/relationships/image" Target="../media/image60.emf"/><Relationship Id="rId12" Type="http://schemas.openxmlformats.org/officeDocument/2006/relationships/image" Target="../media/image65.emf"/><Relationship Id="rId17" Type="http://schemas.openxmlformats.org/officeDocument/2006/relationships/image" Target="../media/image72.emf"/><Relationship Id="rId2" Type="http://schemas.openxmlformats.org/officeDocument/2006/relationships/image" Target="../media/image55.emf"/><Relationship Id="rId16" Type="http://schemas.openxmlformats.org/officeDocument/2006/relationships/image" Target="../media/image69.emf"/><Relationship Id="rId20" Type="http://schemas.openxmlformats.org/officeDocument/2006/relationships/image" Target="../media/image7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11" Type="http://schemas.openxmlformats.org/officeDocument/2006/relationships/image" Target="../media/image64.emf"/><Relationship Id="rId24" Type="http://schemas.openxmlformats.org/officeDocument/2006/relationships/image" Target="../media/image81.emf"/><Relationship Id="rId5" Type="http://schemas.openxmlformats.org/officeDocument/2006/relationships/image" Target="../media/image58.emf"/><Relationship Id="rId15" Type="http://schemas.openxmlformats.org/officeDocument/2006/relationships/image" Target="../media/image68.emf"/><Relationship Id="rId23" Type="http://schemas.openxmlformats.org/officeDocument/2006/relationships/image" Target="../media/image80.emf"/><Relationship Id="rId10" Type="http://schemas.openxmlformats.org/officeDocument/2006/relationships/image" Target="../media/image63.emf"/><Relationship Id="rId19" Type="http://schemas.openxmlformats.org/officeDocument/2006/relationships/image" Target="../media/image74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Relationship Id="rId14" Type="http://schemas.openxmlformats.org/officeDocument/2006/relationships/image" Target="../media/image67.emf"/><Relationship Id="rId22" Type="http://schemas.openxmlformats.org/officeDocument/2006/relationships/image" Target="../media/image79.e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image" Target="../media/image66.emf"/><Relationship Id="rId18" Type="http://schemas.openxmlformats.org/officeDocument/2006/relationships/image" Target="../media/image73.emf"/><Relationship Id="rId3" Type="http://schemas.openxmlformats.org/officeDocument/2006/relationships/image" Target="../media/image56.emf"/><Relationship Id="rId21" Type="http://schemas.openxmlformats.org/officeDocument/2006/relationships/image" Target="../media/image78.emf"/><Relationship Id="rId7" Type="http://schemas.openxmlformats.org/officeDocument/2006/relationships/image" Target="../media/image60.emf"/><Relationship Id="rId12" Type="http://schemas.openxmlformats.org/officeDocument/2006/relationships/image" Target="../media/image65.emf"/><Relationship Id="rId17" Type="http://schemas.openxmlformats.org/officeDocument/2006/relationships/image" Target="../media/image72.emf"/><Relationship Id="rId2" Type="http://schemas.openxmlformats.org/officeDocument/2006/relationships/image" Target="../media/image55.emf"/><Relationship Id="rId16" Type="http://schemas.openxmlformats.org/officeDocument/2006/relationships/image" Target="../media/image69.emf"/><Relationship Id="rId20" Type="http://schemas.openxmlformats.org/officeDocument/2006/relationships/image" Target="../media/image7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11" Type="http://schemas.openxmlformats.org/officeDocument/2006/relationships/image" Target="../media/image64.emf"/><Relationship Id="rId24" Type="http://schemas.openxmlformats.org/officeDocument/2006/relationships/image" Target="../media/image81.emf"/><Relationship Id="rId5" Type="http://schemas.openxmlformats.org/officeDocument/2006/relationships/image" Target="../media/image58.emf"/><Relationship Id="rId15" Type="http://schemas.openxmlformats.org/officeDocument/2006/relationships/image" Target="../media/image68.emf"/><Relationship Id="rId23" Type="http://schemas.openxmlformats.org/officeDocument/2006/relationships/image" Target="../media/image80.emf"/><Relationship Id="rId10" Type="http://schemas.openxmlformats.org/officeDocument/2006/relationships/image" Target="../media/image63.emf"/><Relationship Id="rId19" Type="http://schemas.openxmlformats.org/officeDocument/2006/relationships/image" Target="../media/image74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Relationship Id="rId14" Type="http://schemas.openxmlformats.org/officeDocument/2006/relationships/image" Target="../media/image67.emf"/><Relationship Id="rId22" Type="http://schemas.openxmlformats.org/officeDocument/2006/relationships/image" Target="../media/image79.e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image" Target="../media/image66.emf"/><Relationship Id="rId18" Type="http://schemas.openxmlformats.org/officeDocument/2006/relationships/image" Target="../media/image73.emf"/><Relationship Id="rId26" Type="http://schemas.openxmlformats.org/officeDocument/2006/relationships/customXml" Target="../ink/ink25.xml"/><Relationship Id="rId3" Type="http://schemas.openxmlformats.org/officeDocument/2006/relationships/image" Target="../media/image56.emf"/><Relationship Id="rId21" Type="http://schemas.openxmlformats.org/officeDocument/2006/relationships/image" Target="../media/image78.emf"/><Relationship Id="rId7" Type="http://schemas.openxmlformats.org/officeDocument/2006/relationships/image" Target="../media/image60.emf"/><Relationship Id="rId12" Type="http://schemas.openxmlformats.org/officeDocument/2006/relationships/image" Target="../media/image65.emf"/><Relationship Id="rId17" Type="http://schemas.openxmlformats.org/officeDocument/2006/relationships/image" Target="../media/image72.emf"/><Relationship Id="rId25" Type="http://schemas.openxmlformats.org/officeDocument/2006/relationships/image" Target="../media/image85.png"/><Relationship Id="rId2" Type="http://schemas.openxmlformats.org/officeDocument/2006/relationships/image" Target="../media/image55.emf"/><Relationship Id="rId16" Type="http://schemas.openxmlformats.org/officeDocument/2006/relationships/image" Target="../media/image69.emf"/><Relationship Id="rId20" Type="http://schemas.openxmlformats.org/officeDocument/2006/relationships/image" Target="../media/image7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11" Type="http://schemas.openxmlformats.org/officeDocument/2006/relationships/image" Target="../media/image64.emf"/><Relationship Id="rId24" Type="http://schemas.openxmlformats.org/officeDocument/2006/relationships/image" Target="../media/image81.emf"/><Relationship Id="rId5" Type="http://schemas.openxmlformats.org/officeDocument/2006/relationships/image" Target="../media/image58.emf"/><Relationship Id="rId15" Type="http://schemas.openxmlformats.org/officeDocument/2006/relationships/image" Target="../media/image68.emf"/><Relationship Id="rId23" Type="http://schemas.openxmlformats.org/officeDocument/2006/relationships/image" Target="../media/image80.emf"/><Relationship Id="rId10" Type="http://schemas.openxmlformats.org/officeDocument/2006/relationships/image" Target="../media/image63.emf"/><Relationship Id="rId19" Type="http://schemas.openxmlformats.org/officeDocument/2006/relationships/image" Target="../media/image74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Relationship Id="rId14" Type="http://schemas.openxmlformats.org/officeDocument/2006/relationships/image" Target="../media/image67.emf"/><Relationship Id="rId22" Type="http://schemas.openxmlformats.org/officeDocument/2006/relationships/image" Target="../media/image79.emf"/><Relationship Id="rId27" Type="http://schemas.openxmlformats.org/officeDocument/2006/relationships/image" Target="../media/image86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image" Target="../media/image66.emf"/><Relationship Id="rId18" Type="http://schemas.openxmlformats.org/officeDocument/2006/relationships/image" Target="../media/image72.emf"/><Relationship Id="rId26" Type="http://schemas.openxmlformats.org/officeDocument/2006/relationships/image" Target="../media/image81.emf"/><Relationship Id="rId3" Type="http://schemas.openxmlformats.org/officeDocument/2006/relationships/image" Target="../media/image56.emf"/><Relationship Id="rId21" Type="http://schemas.openxmlformats.org/officeDocument/2006/relationships/image" Target="../media/image75.emf"/><Relationship Id="rId7" Type="http://schemas.openxmlformats.org/officeDocument/2006/relationships/image" Target="../media/image60.emf"/><Relationship Id="rId12" Type="http://schemas.openxmlformats.org/officeDocument/2006/relationships/image" Target="../media/image65.emf"/><Relationship Id="rId17" Type="http://schemas.openxmlformats.org/officeDocument/2006/relationships/image" Target="../media/image69.emf"/><Relationship Id="rId25" Type="http://schemas.openxmlformats.org/officeDocument/2006/relationships/image" Target="../media/image80.emf"/><Relationship Id="rId2" Type="http://schemas.openxmlformats.org/officeDocument/2006/relationships/image" Target="../media/image55.emf"/><Relationship Id="rId16" Type="http://schemas.openxmlformats.org/officeDocument/2006/relationships/image" Target="../media/image71.emf"/><Relationship Id="rId20" Type="http://schemas.openxmlformats.org/officeDocument/2006/relationships/image" Target="../media/image7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11" Type="http://schemas.openxmlformats.org/officeDocument/2006/relationships/image" Target="../media/image64.emf"/><Relationship Id="rId24" Type="http://schemas.openxmlformats.org/officeDocument/2006/relationships/image" Target="../media/image79.emf"/><Relationship Id="rId5" Type="http://schemas.openxmlformats.org/officeDocument/2006/relationships/image" Target="../media/image58.emf"/><Relationship Id="rId15" Type="http://schemas.openxmlformats.org/officeDocument/2006/relationships/image" Target="../media/image70.emf"/><Relationship Id="rId23" Type="http://schemas.openxmlformats.org/officeDocument/2006/relationships/image" Target="../media/image78.emf"/><Relationship Id="rId10" Type="http://schemas.openxmlformats.org/officeDocument/2006/relationships/image" Target="../media/image63.emf"/><Relationship Id="rId19" Type="http://schemas.openxmlformats.org/officeDocument/2006/relationships/image" Target="../media/image76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Relationship Id="rId14" Type="http://schemas.openxmlformats.org/officeDocument/2006/relationships/image" Target="../media/image67.emf"/><Relationship Id="rId22" Type="http://schemas.openxmlformats.org/officeDocument/2006/relationships/image" Target="../media/image77.e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image" Target="../media/image66.emf"/><Relationship Id="rId18" Type="http://schemas.openxmlformats.org/officeDocument/2006/relationships/image" Target="../media/image72.emf"/><Relationship Id="rId26" Type="http://schemas.openxmlformats.org/officeDocument/2006/relationships/image" Target="../media/image81.emf"/><Relationship Id="rId3" Type="http://schemas.openxmlformats.org/officeDocument/2006/relationships/image" Target="../media/image56.emf"/><Relationship Id="rId21" Type="http://schemas.openxmlformats.org/officeDocument/2006/relationships/image" Target="../media/image75.emf"/><Relationship Id="rId7" Type="http://schemas.openxmlformats.org/officeDocument/2006/relationships/image" Target="../media/image60.emf"/><Relationship Id="rId12" Type="http://schemas.openxmlformats.org/officeDocument/2006/relationships/image" Target="../media/image65.emf"/><Relationship Id="rId17" Type="http://schemas.openxmlformats.org/officeDocument/2006/relationships/image" Target="../media/image69.emf"/><Relationship Id="rId25" Type="http://schemas.openxmlformats.org/officeDocument/2006/relationships/image" Target="../media/image80.emf"/><Relationship Id="rId2" Type="http://schemas.openxmlformats.org/officeDocument/2006/relationships/image" Target="../media/image55.emf"/><Relationship Id="rId16" Type="http://schemas.openxmlformats.org/officeDocument/2006/relationships/image" Target="../media/image71.emf"/><Relationship Id="rId20" Type="http://schemas.openxmlformats.org/officeDocument/2006/relationships/image" Target="../media/image7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11" Type="http://schemas.openxmlformats.org/officeDocument/2006/relationships/image" Target="../media/image64.emf"/><Relationship Id="rId24" Type="http://schemas.openxmlformats.org/officeDocument/2006/relationships/image" Target="../media/image79.emf"/><Relationship Id="rId5" Type="http://schemas.openxmlformats.org/officeDocument/2006/relationships/image" Target="../media/image58.emf"/><Relationship Id="rId15" Type="http://schemas.openxmlformats.org/officeDocument/2006/relationships/image" Target="../media/image70.emf"/><Relationship Id="rId23" Type="http://schemas.openxmlformats.org/officeDocument/2006/relationships/image" Target="../media/image78.emf"/><Relationship Id="rId10" Type="http://schemas.openxmlformats.org/officeDocument/2006/relationships/image" Target="../media/image63.emf"/><Relationship Id="rId19" Type="http://schemas.openxmlformats.org/officeDocument/2006/relationships/image" Target="../media/image76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Relationship Id="rId14" Type="http://schemas.openxmlformats.org/officeDocument/2006/relationships/image" Target="../media/image67.emf"/><Relationship Id="rId22" Type="http://schemas.openxmlformats.org/officeDocument/2006/relationships/image" Target="../media/image77.emf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image" Target="../media/image66.emf"/><Relationship Id="rId18" Type="http://schemas.openxmlformats.org/officeDocument/2006/relationships/image" Target="../media/image72.emf"/><Relationship Id="rId26" Type="http://schemas.openxmlformats.org/officeDocument/2006/relationships/image" Target="../media/image81.emf"/><Relationship Id="rId3" Type="http://schemas.openxmlformats.org/officeDocument/2006/relationships/image" Target="../media/image56.emf"/><Relationship Id="rId21" Type="http://schemas.openxmlformats.org/officeDocument/2006/relationships/image" Target="../media/image75.emf"/><Relationship Id="rId7" Type="http://schemas.openxmlformats.org/officeDocument/2006/relationships/image" Target="../media/image60.emf"/><Relationship Id="rId12" Type="http://schemas.openxmlformats.org/officeDocument/2006/relationships/image" Target="../media/image65.emf"/><Relationship Id="rId17" Type="http://schemas.openxmlformats.org/officeDocument/2006/relationships/image" Target="../media/image69.emf"/><Relationship Id="rId25" Type="http://schemas.openxmlformats.org/officeDocument/2006/relationships/image" Target="../media/image80.emf"/><Relationship Id="rId2" Type="http://schemas.openxmlformats.org/officeDocument/2006/relationships/image" Target="../media/image55.emf"/><Relationship Id="rId16" Type="http://schemas.openxmlformats.org/officeDocument/2006/relationships/image" Target="../media/image71.emf"/><Relationship Id="rId20" Type="http://schemas.openxmlformats.org/officeDocument/2006/relationships/image" Target="../media/image7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11" Type="http://schemas.openxmlformats.org/officeDocument/2006/relationships/image" Target="../media/image64.emf"/><Relationship Id="rId24" Type="http://schemas.openxmlformats.org/officeDocument/2006/relationships/image" Target="../media/image79.emf"/><Relationship Id="rId5" Type="http://schemas.openxmlformats.org/officeDocument/2006/relationships/image" Target="../media/image58.emf"/><Relationship Id="rId15" Type="http://schemas.openxmlformats.org/officeDocument/2006/relationships/image" Target="../media/image70.emf"/><Relationship Id="rId23" Type="http://schemas.openxmlformats.org/officeDocument/2006/relationships/image" Target="../media/image78.emf"/><Relationship Id="rId10" Type="http://schemas.openxmlformats.org/officeDocument/2006/relationships/image" Target="../media/image63.emf"/><Relationship Id="rId19" Type="http://schemas.openxmlformats.org/officeDocument/2006/relationships/image" Target="../media/image76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Relationship Id="rId14" Type="http://schemas.openxmlformats.org/officeDocument/2006/relationships/image" Target="../media/image67.emf"/><Relationship Id="rId22" Type="http://schemas.openxmlformats.org/officeDocument/2006/relationships/image" Target="../media/image77.e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image" Target="../media/image66.emf"/><Relationship Id="rId18" Type="http://schemas.openxmlformats.org/officeDocument/2006/relationships/image" Target="../media/image72.emf"/><Relationship Id="rId26" Type="http://schemas.openxmlformats.org/officeDocument/2006/relationships/image" Target="../media/image81.emf"/><Relationship Id="rId3" Type="http://schemas.openxmlformats.org/officeDocument/2006/relationships/image" Target="../media/image56.emf"/><Relationship Id="rId21" Type="http://schemas.openxmlformats.org/officeDocument/2006/relationships/image" Target="../media/image75.emf"/><Relationship Id="rId7" Type="http://schemas.openxmlformats.org/officeDocument/2006/relationships/image" Target="../media/image60.emf"/><Relationship Id="rId12" Type="http://schemas.openxmlformats.org/officeDocument/2006/relationships/image" Target="../media/image65.emf"/><Relationship Id="rId17" Type="http://schemas.openxmlformats.org/officeDocument/2006/relationships/image" Target="../media/image69.emf"/><Relationship Id="rId25" Type="http://schemas.openxmlformats.org/officeDocument/2006/relationships/image" Target="../media/image80.emf"/><Relationship Id="rId2" Type="http://schemas.openxmlformats.org/officeDocument/2006/relationships/image" Target="../media/image55.emf"/><Relationship Id="rId16" Type="http://schemas.openxmlformats.org/officeDocument/2006/relationships/image" Target="../media/image71.emf"/><Relationship Id="rId20" Type="http://schemas.openxmlformats.org/officeDocument/2006/relationships/image" Target="../media/image7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11" Type="http://schemas.openxmlformats.org/officeDocument/2006/relationships/image" Target="../media/image64.emf"/><Relationship Id="rId24" Type="http://schemas.openxmlformats.org/officeDocument/2006/relationships/image" Target="../media/image79.emf"/><Relationship Id="rId5" Type="http://schemas.openxmlformats.org/officeDocument/2006/relationships/image" Target="../media/image58.emf"/><Relationship Id="rId15" Type="http://schemas.openxmlformats.org/officeDocument/2006/relationships/image" Target="../media/image70.emf"/><Relationship Id="rId23" Type="http://schemas.openxmlformats.org/officeDocument/2006/relationships/image" Target="../media/image78.emf"/><Relationship Id="rId28" Type="http://schemas.openxmlformats.org/officeDocument/2006/relationships/image" Target="../media/image87.png"/><Relationship Id="rId10" Type="http://schemas.openxmlformats.org/officeDocument/2006/relationships/image" Target="../media/image63.emf"/><Relationship Id="rId19" Type="http://schemas.openxmlformats.org/officeDocument/2006/relationships/image" Target="../media/image76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Relationship Id="rId14" Type="http://schemas.openxmlformats.org/officeDocument/2006/relationships/image" Target="../media/image67.emf"/><Relationship Id="rId22" Type="http://schemas.openxmlformats.org/officeDocument/2006/relationships/image" Target="../media/image77.emf"/><Relationship Id="rId27" Type="http://schemas.openxmlformats.org/officeDocument/2006/relationships/customXml" Target="../ink/ink26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image" Target="../media/image66.emf"/><Relationship Id="rId18" Type="http://schemas.openxmlformats.org/officeDocument/2006/relationships/image" Target="../media/image72.emf"/><Relationship Id="rId26" Type="http://schemas.openxmlformats.org/officeDocument/2006/relationships/image" Target="../media/image81.emf"/><Relationship Id="rId3" Type="http://schemas.openxmlformats.org/officeDocument/2006/relationships/image" Target="../media/image56.emf"/><Relationship Id="rId21" Type="http://schemas.openxmlformats.org/officeDocument/2006/relationships/image" Target="../media/image75.emf"/><Relationship Id="rId7" Type="http://schemas.openxmlformats.org/officeDocument/2006/relationships/image" Target="../media/image60.emf"/><Relationship Id="rId12" Type="http://schemas.openxmlformats.org/officeDocument/2006/relationships/image" Target="../media/image65.emf"/><Relationship Id="rId17" Type="http://schemas.openxmlformats.org/officeDocument/2006/relationships/image" Target="../media/image69.emf"/><Relationship Id="rId25" Type="http://schemas.openxmlformats.org/officeDocument/2006/relationships/image" Target="../media/image80.emf"/><Relationship Id="rId2" Type="http://schemas.openxmlformats.org/officeDocument/2006/relationships/image" Target="../media/image55.emf"/><Relationship Id="rId16" Type="http://schemas.openxmlformats.org/officeDocument/2006/relationships/image" Target="../media/image71.emf"/><Relationship Id="rId20" Type="http://schemas.openxmlformats.org/officeDocument/2006/relationships/image" Target="../media/image7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11" Type="http://schemas.openxmlformats.org/officeDocument/2006/relationships/image" Target="../media/image64.emf"/><Relationship Id="rId24" Type="http://schemas.openxmlformats.org/officeDocument/2006/relationships/image" Target="../media/image79.emf"/><Relationship Id="rId5" Type="http://schemas.openxmlformats.org/officeDocument/2006/relationships/image" Target="../media/image58.emf"/><Relationship Id="rId15" Type="http://schemas.openxmlformats.org/officeDocument/2006/relationships/image" Target="../media/image70.emf"/><Relationship Id="rId23" Type="http://schemas.openxmlformats.org/officeDocument/2006/relationships/image" Target="../media/image78.emf"/><Relationship Id="rId10" Type="http://schemas.openxmlformats.org/officeDocument/2006/relationships/image" Target="../media/image63.emf"/><Relationship Id="rId19" Type="http://schemas.openxmlformats.org/officeDocument/2006/relationships/image" Target="../media/image76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Relationship Id="rId14" Type="http://schemas.openxmlformats.org/officeDocument/2006/relationships/image" Target="../media/image67.emf"/><Relationship Id="rId22" Type="http://schemas.openxmlformats.org/officeDocument/2006/relationships/image" Target="../media/image77.emf"/><Relationship Id="rId27" Type="http://schemas.openxmlformats.org/officeDocument/2006/relationships/image" Target="../media/image88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image" Target="../media/image66.emf"/><Relationship Id="rId18" Type="http://schemas.openxmlformats.org/officeDocument/2006/relationships/image" Target="../media/image72.emf"/><Relationship Id="rId26" Type="http://schemas.openxmlformats.org/officeDocument/2006/relationships/image" Target="../media/image81.emf"/><Relationship Id="rId3" Type="http://schemas.openxmlformats.org/officeDocument/2006/relationships/image" Target="../media/image56.emf"/><Relationship Id="rId21" Type="http://schemas.openxmlformats.org/officeDocument/2006/relationships/image" Target="../media/image75.emf"/><Relationship Id="rId7" Type="http://schemas.openxmlformats.org/officeDocument/2006/relationships/image" Target="../media/image60.emf"/><Relationship Id="rId12" Type="http://schemas.openxmlformats.org/officeDocument/2006/relationships/image" Target="../media/image65.emf"/><Relationship Id="rId17" Type="http://schemas.openxmlformats.org/officeDocument/2006/relationships/image" Target="../media/image69.emf"/><Relationship Id="rId25" Type="http://schemas.openxmlformats.org/officeDocument/2006/relationships/image" Target="../media/image80.emf"/><Relationship Id="rId2" Type="http://schemas.openxmlformats.org/officeDocument/2006/relationships/image" Target="../media/image55.emf"/><Relationship Id="rId16" Type="http://schemas.openxmlformats.org/officeDocument/2006/relationships/image" Target="../media/image71.emf"/><Relationship Id="rId20" Type="http://schemas.openxmlformats.org/officeDocument/2006/relationships/image" Target="../media/image74.emf"/><Relationship Id="rId29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11" Type="http://schemas.openxmlformats.org/officeDocument/2006/relationships/image" Target="../media/image64.emf"/><Relationship Id="rId24" Type="http://schemas.openxmlformats.org/officeDocument/2006/relationships/image" Target="../media/image79.emf"/><Relationship Id="rId5" Type="http://schemas.openxmlformats.org/officeDocument/2006/relationships/image" Target="../media/image58.emf"/><Relationship Id="rId15" Type="http://schemas.openxmlformats.org/officeDocument/2006/relationships/image" Target="../media/image70.emf"/><Relationship Id="rId23" Type="http://schemas.openxmlformats.org/officeDocument/2006/relationships/image" Target="../media/image78.emf"/><Relationship Id="rId28" Type="http://schemas.openxmlformats.org/officeDocument/2006/relationships/image" Target="../media/image89.png"/><Relationship Id="rId10" Type="http://schemas.openxmlformats.org/officeDocument/2006/relationships/image" Target="../media/image63.emf"/><Relationship Id="rId19" Type="http://schemas.openxmlformats.org/officeDocument/2006/relationships/image" Target="../media/image76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Relationship Id="rId14" Type="http://schemas.openxmlformats.org/officeDocument/2006/relationships/image" Target="../media/image67.emf"/><Relationship Id="rId22" Type="http://schemas.openxmlformats.org/officeDocument/2006/relationships/image" Target="../media/image77.emf"/><Relationship Id="rId27" Type="http://schemas.openxmlformats.org/officeDocument/2006/relationships/image" Target="../media/image88.png"/><Relationship Id="rId30" Type="http://schemas.openxmlformats.org/officeDocument/2006/relationships/image" Target="../media/image90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13" Type="http://schemas.openxmlformats.org/officeDocument/2006/relationships/image" Target="../media/image66.emf"/><Relationship Id="rId18" Type="http://schemas.openxmlformats.org/officeDocument/2006/relationships/image" Target="../media/image72.emf"/><Relationship Id="rId26" Type="http://schemas.openxmlformats.org/officeDocument/2006/relationships/image" Target="../media/image81.emf"/><Relationship Id="rId3" Type="http://schemas.openxmlformats.org/officeDocument/2006/relationships/image" Target="../media/image56.emf"/><Relationship Id="rId21" Type="http://schemas.openxmlformats.org/officeDocument/2006/relationships/image" Target="../media/image75.emf"/><Relationship Id="rId7" Type="http://schemas.openxmlformats.org/officeDocument/2006/relationships/image" Target="../media/image60.emf"/><Relationship Id="rId12" Type="http://schemas.openxmlformats.org/officeDocument/2006/relationships/image" Target="../media/image65.emf"/><Relationship Id="rId17" Type="http://schemas.openxmlformats.org/officeDocument/2006/relationships/image" Target="../media/image69.emf"/><Relationship Id="rId25" Type="http://schemas.openxmlformats.org/officeDocument/2006/relationships/image" Target="../media/image80.emf"/><Relationship Id="rId2" Type="http://schemas.openxmlformats.org/officeDocument/2006/relationships/image" Target="../media/image55.emf"/><Relationship Id="rId16" Type="http://schemas.openxmlformats.org/officeDocument/2006/relationships/image" Target="../media/image71.emf"/><Relationship Id="rId20" Type="http://schemas.openxmlformats.org/officeDocument/2006/relationships/image" Target="../media/image74.emf"/><Relationship Id="rId29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11" Type="http://schemas.openxmlformats.org/officeDocument/2006/relationships/image" Target="../media/image64.emf"/><Relationship Id="rId24" Type="http://schemas.openxmlformats.org/officeDocument/2006/relationships/image" Target="../media/image79.emf"/><Relationship Id="rId5" Type="http://schemas.openxmlformats.org/officeDocument/2006/relationships/image" Target="../media/image58.emf"/><Relationship Id="rId15" Type="http://schemas.openxmlformats.org/officeDocument/2006/relationships/image" Target="../media/image70.emf"/><Relationship Id="rId23" Type="http://schemas.openxmlformats.org/officeDocument/2006/relationships/image" Target="../media/image78.emf"/><Relationship Id="rId28" Type="http://schemas.openxmlformats.org/officeDocument/2006/relationships/image" Target="../media/image89.png"/><Relationship Id="rId10" Type="http://schemas.openxmlformats.org/officeDocument/2006/relationships/image" Target="../media/image63.emf"/><Relationship Id="rId19" Type="http://schemas.openxmlformats.org/officeDocument/2006/relationships/image" Target="../media/image76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Relationship Id="rId14" Type="http://schemas.openxmlformats.org/officeDocument/2006/relationships/image" Target="../media/image67.emf"/><Relationship Id="rId22" Type="http://schemas.openxmlformats.org/officeDocument/2006/relationships/image" Target="../media/image77.emf"/><Relationship Id="rId27" Type="http://schemas.openxmlformats.org/officeDocument/2006/relationships/image" Target="../media/image88.png"/></Relationships>
</file>

<file path=ppt/slides/_rels/slide7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emf"/><Relationship Id="rId18" Type="http://schemas.openxmlformats.org/officeDocument/2006/relationships/image" Target="../media/image70.emf"/><Relationship Id="rId26" Type="http://schemas.openxmlformats.org/officeDocument/2006/relationships/image" Target="../media/image78.emf"/><Relationship Id="rId3" Type="http://schemas.openxmlformats.org/officeDocument/2006/relationships/image" Target="../media/image56.emf"/><Relationship Id="rId21" Type="http://schemas.openxmlformats.org/officeDocument/2006/relationships/image" Target="../media/image73.emf"/><Relationship Id="rId34" Type="http://schemas.openxmlformats.org/officeDocument/2006/relationships/image" Target="../media/image97.emf"/><Relationship Id="rId7" Type="http://schemas.openxmlformats.org/officeDocument/2006/relationships/image" Target="../media/image60.emf"/><Relationship Id="rId12" Type="http://schemas.openxmlformats.org/officeDocument/2006/relationships/image" Target="../media/image65.emf"/><Relationship Id="rId17" Type="http://schemas.openxmlformats.org/officeDocument/2006/relationships/image" Target="../media/image69.emf"/><Relationship Id="rId25" Type="http://schemas.openxmlformats.org/officeDocument/2006/relationships/image" Target="../media/image77.emf"/><Relationship Id="rId33" Type="http://schemas.openxmlformats.org/officeDocument/2006/relationships/image" Target="../media/image96.emf"/><Relationship Id="rId2" Type="http://schemas.openxmlformats.org/officeDocument/2006/relationships/image" Target="../media/image55.emf"/><Relationship Id="rId16" Type="http://schemas.openxmlformats.org/officeDocument/2006/relationships/image" Target="../media/image68.emf"/><Relationship Id="rId20" Type="http://schemas.openxmlformats.org/officeDocument/2006/relationships/image" Target="../media/image72.emf"/><Relationship Id="rId29" Type="http://schemas.openxmlformats.org/officeDocument/2006/relationships/image" Target="../media/image9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11" Type="http://schemas.openxmlformats.org/officeDocument/2006/relationships/image" Target="../media/image64.emf"/><Relationship Id="rId24" Type="http://schemas.openxmlformats.org/officeDocument/2006/relationships/image" Target="../media/image76.emf"/><Relationship Id="rId32" Type="http://schemas.openxmlformats.org/officeDocument/2006/relationships/image" Target="../media/image95.emf"/><Relationship Id="rId5" Type="http://schemas.openxmlformats.org/officeDocument/2006/relationships/image" Target="../media/image58.emf"/><Relationship Id="rId15" Type="http://schemas.openxmlformats.org/officeDocument/2006/relationships/image" Target="../media/image67.emf"/><Relationship Id="rId23" Type="http://schemas.openxmlformats.org/officeDocument/2006/relationships/image" Target="../media/image75.emf"/><Relationship Id="rId28" Type="http://schemas.openxmlformats.org/officeDocument/2006/relationships/image" Target="../media/image80.emf"/><Relationship Id="rId36" Type="http://schemas.openxmlformats.org/officeDocument/2006/relationships/image" Target="../media/image99.emf"/><Relationship Id="rId10" Type="http://schemas.openxmlformats.org/officeDocument/2006/relationships/image" Target="../media/image63.emf"/><Relationship Id="rId19" Type="http://schemas.openxmlformats.org/officeDocument/2006/relationships/image" Target="../media/image71.emf"/><Relationship Id="rId31" Type="http://schemas.openxmlformats.org/officeDocument/2006/relationships/image" Target="../media/image94.emf"/><Relationship Id="rId4" Type="http://schemas.openxmlformats.org/officeDocument/2006/relationships/image" Target="../media/image57.emf"/><Relationship Id="rId9" Type="http://schemas.openxmlformats.org/officeDocument/2006/relationships/image" Target="../media/image62.emf"/><Relationship Id="rId14" Type="http://schemas.openxmlformats.org/officeDocument/2006/relationships/image" Target="../media/image81.emf"/><Relationship Id="rId22" Type="http://schemas.openxmlformats.org/officeDocument/2006/relationships/image" Target="../media/image74.emf"/><Relationship Id="rId27" Type="http://schemas.openxmlformats.org/officeDocument/2006/relationships/image" Target="../media/image79.emf"/><Relationship Id="rId30" Type="http://schemas.openxmlformats.org/officeDocument/2006/relationships/image" Target="../media/image93.emf"/><Relationship Id="rId35" Type="http://schemas.openxmlformats.org/officeDocument/2006/relationships/image" Target="../media/image98.emf"/><Relationship Id="rId8" Type="http://schemas.openxmlformats.org/officeDocument/2006/relationships/image" Target="../media/image61.emf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6.png"/><Relationship Id="rId4" Type="http://schemas.openxmlformats.org/officeDocument/2006/relationships/customXml" Target="../ink/ink28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4.png"/><Relationship Id="rId4" Type="http://schemas.openxmlformats.org/officeDocument/2006/relationships/customXml" Target="../ink/ink29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gif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0691B0-CEC6-481E-939D-D8810FDC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2C1FB-A275-4CBE-B85C-63204551E73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95ADE-74FF-47AD-9C8F-165D1AECFFA2}"/>
              </a:ext>
            </a:extLst>
          </p:cNvPr>
          <p:cNvSpPr/>
          <p:nvPr/>
        </p:nvSpPr>
        <p:spPr>
          <a:xfrm>
            <a:off x="0" y="2209800"/>
            <a:ext cx="9144000" cy="345488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CCEACF-131C-41A4-94AE-DC03953FB264}"/>
              </a:ext>
            </a:extLst>
          </p:cNvPr>
          <p:cNvSpPr/>
          <p:nvPr/>
        </p:nvSpPr>
        <p:spPr>
          <a:xfrm>
            <a:off x="8756650" y="2218752"/>
            <a:ext cx="387350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2A6099-E7BC-4E0E-A993-A4A0E232DA82}"/>
              </a:ext>
            </a:extLst>
          </p:cNvPr>
          <p:cNvSpPr/>
          <p:nvPr/>
        </p:nvSpPr>
        <p:spPr>
          <a:xfrm>
            <a:off x="0" y="2218752"/>
            <a:ext cx="192024" cy="3445934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A7D032-226B-4118-91E6-7691DCD6E9C0}"/>
              </a:ext>
            </a:extLst>
          </p:cNvPr>
          <p:cNvSpPr/>
          <p:nvPr/>
        </p:nvSpPr>
        <p:spPr>
          <a:xfrm>
            <a:off x="188735" y="2218752"/>
            <a:ext cx="192024" cy="3445934"/>
          </a:xfrm>
          <a:prstGeom prst="rect">
            <a:avLst/>
          </a:prstGeom>
          <a:solidFill>
            <a:srgbClr val="FFC000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103DEAD-D09C-405E-8E54-66750C17923C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3575"/>
            <a:ext cx="9144000" cy="14700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accent2"/>
                </a:solidFill>
                <a:latin typeface="Times New Roman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ＭＳ Ｐゴシック" charset="0"/>
                <a:cs typeface="+mj-cs"/>
              </a:rPr>
              <a:t>CPR E 281: Digital Logic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0D3868F-B461-4FA8-9F34-9EACAEC215A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048000"/>
            <a:ext cx="9144000" cy="2209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Md Maruf Ahamed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Office: 307 Durham Center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Phone: (515) 294-6323</a:t>
            </a:r>
            <a:b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</a:b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</a:rPr>
              <a:t>Email: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maruf@iastate.edu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361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80F84150-23C2-2B4E-9AF3-3C96FE96E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686800" cy="4572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solidFill>
                  <a:srgbClr val="FF0000"/>
                </a:solidFill>
                <a:ea typeface="+mj-ea"/>
                <a:cs typeface="+mj-cs"/>
              </a:rPr>
              <a:t>Administrative Stuff</a:t>
            </a:r>
          </a:p>
        </p:txBody>
      </p:sp>
      <p:sp>
        <p:nvSpPr>
          <p:cNvPr id="207875" name="Rectangle 3">
            <a:extLst>
              <a:ext uri="{FF2B5EF4-FFF2-40B4-BE49-F238E27FC236}">
                <a16:creationId xmlns:a16="http://schemas.microsoft.com/office/drawing/2014/main" id="{D583FDE5-0A59-BD41-A182-AC71C16B08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" y="914400"/>
            <a:ext cx="8991600" cy="5410200"/>
          </a:xfrm>
        </p:spPr>
        <p:txBody>
          <a:bodyPr/>
          <a:lstStyle/>
          <a:p>
            <a:pPr marL="320040" lvl="1" indent="-320040" eaLnBrk="1" hangingPunct="1">
              <a:spcAft>
                <a:spcPts val="12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Homework: </a:t>
            </a:r>
            <a:r>
              <a:rPr lang="en-US" sz="3000" dirty="0"/>
              <a:t>HW #01 due on Sunday @ 11:59 PM </a:t>
            </a:r>
          </a:p>
          <a:p>
            <a:pPr marL="320040" lvl="1" indent="-320040" eaLnBrk="1" hangingPunct="1">
              <a:spcAft>
                <a:spcPts val="12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Quiz: </a:t>
            </a:r>
            <a:r>
              <a:rPr lang="en-US" sz="3000" dirty="0"/>
              <a:t>Quiz #2 due on Friday @ 4:25 PM</a:t>
            </a:r>
          </a:p>
          <a:p>
            <a:pPr marL="320040" lvl="1" indent="-320040" eaLnBrk="1" hangingPunct="1">
              <a:spcAft>
                <a:spcPts val="12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Recitation: </a:t>
            </a:r>
            <a:r>
              <a:rPr lang="en-US" sz="3000" dirty="0"/>
              <a:t>Recitation #02 next  week</a:t>
            </a:r>
          </a:p>
          <a:p>
            <a:pPr marL="320040" lvl="1" indent="-320040" eaLnBrk="1" hangingPunct="1">
              <a:spcAft>
                <a:spcPts val="1200"/>
              </a:spcAft>
              <a:defRPr/>
            </a:pPr>
            <a:r>
              <a:rPr lang="en-US" sz="3000" dirty="0">
                <a:solidFill>
                  <a:schemeClr val="accent2"/>
                </a:solidFill>
              </a:rPr>
              <a:t>Lab: </a:t>
            </a:r>
            <a:r>
              <a:rPr lang="en-US" sz="3000" dirty="0"/>
              <a:t>Lab # 02 next week</a:t>
            </a:r>
          </a:p>
          <a:p>
            <a:pPr marL="1177290" lvl="3" indent="-320040" eaLnBrk="1" hangingPunct="1">
              <a:spcAft>
                <a:spcPts val="1200"/>
              </a:spcAft>
              <a:defRPr/>
            </a:pPr>
            <a:r>
              <a:rPr lang="en-US" sz="2400" dirty="0"/>
              <a:t>Submit pre-lab prior to the lab otherwise you will lose 20% points</a:t>
            </a:r>
          </a:p>
          <a:p>
            <a:pPr marL="0" lvl="1" indent="0" eaLnBrk="1" hangingPunct="1">
              <a:spcAft>
                <a:spcPts val="1200"/>
              </a:spcAft>
              <a:buNone/>
              <a:defRPr/>
            </a:pPr>
            <a:endParaRPr lang="en-US" sz="500" dirty="0">
              <a:solidFill>
                <a:schemeClr val="accent2"/>
              </a:solidFill>
            </a:endParaRPr>
          </a:p>
          <a:p>
            <a:pPr marL="0" lvl="1" indent="0" eaLnBrk="1" hangingPunct="1">
              <a:spcAft>
                <a:spcPts val="1200"/>
              </a:spcAft>
              <a:buNone/>
              <a:defRPr/>
            </a:pPr>
            <a:r>
              <a:rPr lang="en-US" sz="3000" dirty="0">
                <a:solidFill>
                  <a:srgbClr val="C00000"/>
                </a:solidFill>
              </a:rPr>
              <a:t>Lecture-6 Readings: </a:t>
            </a:r>
            <a:r>
              <a:rPr lang="en-US" sz="3000" dirty="0"/>
              <a:t>Section 2.7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480B98-CB43-4109-9B52-91BC90F2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7619F1-5350-4307-9409-443BD1067667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5281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C2C7-9EDE-4430-A34B-E779489E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ea typeface="+mj-ea"/>
                <a:cs typeface="+mj-cs"/>
              </a:rPr>
              <a:t>05 – Synthesis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09B821-ABB0-4BC8-AF04-34B658E1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5AE38B-8B29-4CFD-8DC4-49E537DD3855}"/>
              </a:ext>
            </a:extLst>
          </p:cNvPr>
          <p:cNvSpPr txBox="1">
            <a:spLocks noChangeArrowheads="1"/>
          </p:cNvSpPr>
          <p:nvPr/>
        </p:nvSpPr>
        <p:spPr>
          <a:xfrm>
            <a:off x="666750" y="735329"/>
            <a:ext cx="7810500" cy="558927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Operator Precedence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Function Synthesis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Canonical Sum-Of-Products (SOP)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3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Minterms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 and Maxterms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Canonical Product-of-Sums (POS)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The C</a:t>
            </a:r>
            <a:r>
              <a:rPr kumimoji="0" lang="en-US" sz="3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ost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 of a C</a:t>
            </a:r>
            <a:r>
              <a:rPr kumimoji="0" lang="en-US" sz="3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MS PGothic" panose="020B0600070205080204" pitchFamily="34" charset="-128"/>
                <a:cs typeface="+mn-cs"/>
              </a:rPr>
              <a:t>ircuit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115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C8F94-EEF1-4068-848B-6A628B751F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8915400" cy="685800"/>
          </a:xfrm>
        </p:spPr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941977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itle 1">
            <a:extLst>
              <a:ext uri="{FF2B5EF4-FFF2-40B4-BE49-F238E27FC236}">
                <a16:creationId xmlns:a16="http://schemas.microsoft.com/office/drawing/2014/main" id="{FE22304D-86F0-46E3-9548-7F88855586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/>
              <a:t>Proof of </a:t>
            </a:r>
            <a:r>
              <a:rPr lang="en-US" altLang="en-US" dirty="0" err="1"/>
              <a:t>DeMorgan’s</a:t>
            </a:r>
            <a:r>
              <a:rPr lang="en-US" altLang="en-US" dirty="0"/>
              <a:t> theorem</a:t>
            </a:r>
          </a:p>
        </p:txBody>
      </p:sp>
      <p:sp>
        <p:nvSpPr>
          <p:cNvPr id="82947" name="TextBox 125">
            <a:extLst>
              <a:ext uri="{FF2B5EF4-FFF2-40B4-BE49-F238E27FC236}">
                <a16:creationId xmlns:a16="http://schemas.microsoft.com/office/drawing/2014/main" id="{00DA301F-11C0-417D-940A-FA0218425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588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2.13 from the textbook ]</a:t>
            </a:r>
          </a:p>
        </p:txBody>
      </p:sp>
      <p:pic>
        <p:nvPicPr>
          <p:cNvPr id="82948" name="Picture 5" descr="Screen shot 2013-09-04 at 3.17.01 PM.png">
            <a:extLst>
              <a:ext uri="{FF2B5EF4-FFF2-40B4-BE49-F238E27FC236}">
                <a16:creationId xmlns:a16="http://schemas.microsoft.com/office/drawing/2014/main" id="{12BFE28B-F63C-4D37-9658-9C871789C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685800"/>
            <a:ext cx="432117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5A9CFB-270D-4086-82EB-38DAC3FCE5C4}"/>
              </a:ext>
            </a:extLst>
          </p:cNvPr>
          <p:cNvGraphicFramePr>
            <a:graphicFrameLocks noGrp="1"/>
          </p:cNvGraphicFramePr>
          <p:nvPr/>
        </p:nvGraphicFramePr>
        <p:xfrm>
          <a:off x="1371600" y="1704975"/>
          <a:ext cx="7696200" cy="27249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3712">
                  <a:extLst>
                    <a:ext uri="{9D8B030D-6E8A-4147-A177-3AD203B41FA5}">
                      <a16:colId xmlns:a16="http://schemas.microsoft.com/office/drawing/2014/main" val="1783942667"/>
                    </a:ext>
                  </a:extLst>
                </a:gridCol>
                <a:gridCol w="1443038">
                  <a:extLst>
                    <a:ext uri="{9D8B030D-6E8A-4147-A177-3AD203B41FA5}">
                      <a16:colId xmlns:a16="http://schemas.microsoft.com/office/drawing/2014/main" val="274453577"/>
                    </a:ext>
                  </a:extLst>
                </a:gridCol>
                <a:gridCol w="1443038">
                  <a:extLst>
                    <a:ext uri="{9D8B030D-6E8A-4147-A177-3AD203B41FA5}">
                      <a16:colId xmlns:a16="http://schemas.microsoft.com/office/drawing/2014/main" val="1446063086"/>
                    </a:ext>
                  </a:extLst>
                </a:gridCol>
                <a:gridCol w="881856">
                  <a:extLst>
                    <a:ext uri="{9D8B030D-6E8A-4147-A177-3AD203B41FA5}">
                      <a16:colId xmlns:a16="http://schemas.microsoft.com/office/drawing/2014/main" val="3762149836"/>
                    </a:ext>
                  </a:extLst>
                </a:gridCol>
                <a:gridCol w="881856">
                  <a:extLst>
                    <a:ext uri="{9D8B030D-6E8A-4147-A177-3AD203B41FA5}">
                      <a16:colId xmlns:a16="http://schemas.microsoft.com/office/drawing/2014/main" val="3406889754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1734077715"/>
                    </a:ext>
                  </a:extLst>
                </a:gridCol>
              </a:tblGrid>
              <a:tr h="469464">
                <a:tc>
                  <a:txBody>
                    <a:bodyPr/>
                    <a:lstStyle/>
                    <a:p>
                      <a:r>
                        <a:rPr lang="en-US" sz="2400" dirty="0"/>
                        <a:t>   x      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719002"/>
                  </a:ext>
                </a:extLst>
              </a:tr>
              <a:tr h="2168962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/>
                        <a:t>  0      0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/>
                        <a:t>  0      1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/>
                        <a:t>  1      0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/>
                        <a:t>  1      1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60518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8C39DB4-BF6D-4A98-8A92-4364CE97DC6D}"/>
                  </a:ext>
                </a:extLst>
              </p14:cNvPr>
              <p14:cNvContentPartPr/>
              <p14:nvPr/>
            </p14:nvContentPartPr>
            <p14:xfrm>
              <a:off x="3542400" y="1154520"/>
              <a:ext cx="5450400" cy="3337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8C39DB4-BF6D-4A98-8A92-4364CE97DC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33040" y="1145160"/>
                <a:ext cx="5469120" cy="3355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extBox 125">
            <a:extLst>
              <a:ext uri="{FF2B5EF4-FFF2-40B4-BE49-F238E27FC236}">
                <a16:creationId xmlns:a16="http://schemas.microsoft.com/office/drawing/2014/main" id="{61B0DAE0-4711-4E16-BDAC-4A2E0CEDE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5988" y="6611938"/>
            <a:ext cx="1878012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2.18 from the textbook ]</a:t>
            </a:r>
          </a:p>
        </p:txBody>
      </p:sp>
      <p:sp>
        <p:nvSpPr>
          <p:cNvPr id="83972" name="Title 1">
            <a:extLst>
              <a:ext uri="{FF2B5EF4-FFF2-40B4-BE49-F238E27FC236}">
                <a16:creationId xmlns:a16="http://schemas.microsoft.com/office/drawing/2014/main" id="{80455D72-05F1-4BB9-A8F2-868700A2CE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5875" y="34925"/>
            <a:ext cx="9144000" cy="685800"/>
          </a:xfrm>
        </p:spPr>
        <p:txBody>
          <a:bodyPr/>
          <a:lstStyle/>
          <a:p>
            <a:r>
              <a:rPr lang="en-US" altLang="en-US"/>
              <a:t>Alternative Proof of DeMorgan’s theorem</a:t>
            </a:r>
          </a:p>
        </p:txBody>
      </p:sp>
      <p:pic>
        <p:nvPicPr>
          <p:cNvPr id="83973" name="Picture 48" descr="Screen shot 2013-09-04 at 3.17.01 PM.png">
            <a:extLst>
              <a:ext uri="{FF2B5EF4-FFF2-40B4-BE49-F238E27FC236}">
                <a16:creationId xmlns:a16="http://schemas.microsoft.com/office/drawing/2014/main" id="{461D8461-5F7E-47A1-BDCD-06D2C5ABA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714375"/>
            <a:ext cx="432117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B3388A9-68A2-46C9-A9D8-6270491B2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412" y="1391379"/>
            <a:ext cx="4321175" cy="545968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itle 1">
            <a:extLst>
              <a:ext uri="{FF2B5EF4-FFF2-40B4-BE49-F238E27FC236}">
                <a16:creationId xmlns:a16="http://schemas.microsoft.com/office/drawing/2014/main" id="{130580DA-8E2D-46A7-9499-F9DFA3140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1066800"/>
          </a:xfrm>
        </p:spPr>
        <p:txBody>
          <a:bodyPr/>
          <a:lstStyle/>
          <a:p>
            <a:r>
              <a:rPr lang="en-US" altLang="en-US"/>
              <a:t>Venn Diagram Example</a:t>
            </a:r>
            <a:br>
              <a:rPr lang="en-US" altLang="en-US"/>
            </a:br>
            <a:r>
              <a:rPr lang="en-US" altLang="en-US"/>
              <a:t>Proof of Property 17a</a:t>
            </a:r>
          </a:p>
        </p:txBody>
      </p:sp>
      <p:pic>
        <p:nvPicPr>
          <p:cNvPr id="88066" name="Picture 2" descr="Screen shot 2013-09-04 at 3.52.38 PM.png">
            <a:extLst>
              <a:ext uri="{FF2B5EF4-FFF2-40B4-BE49-F238E27FC236}">
                <a16:creationId xmlns:a16="http://schemas.microsoft.com/office/drawing/2014/main" id="{38F25721-EAA0-45B1-BEEE-769F49C3C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971800"/>
            <a:ext cx="81153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Title 1">
            <a:extLst>
              <a:ext uri="{FF2B5EF4-FFF2-40B4-BE49-F238E27FC236}">
                <a16:creationId xmlns:a16="http://schemas.microsoft.com/office/drawing/2014/main" id="{9BF497F9-42E8-4EED-960E-0D94897230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0"/>
            <a:ext cx="8915400" cy="685800"/>
          </a:xfrm>
        </p:spPr>
        <p:txBody>
          <a:bodyPr/>
          <a:lstStyle/>
          <a:p>
            <a:pPr algn="l"/>
            <a:r>
              <a:rPr lang="en-US" altLang="en-US"/>
              <a:t>  Left-Hand Side</a:t>
            </a:r>
          </a:p>
        </p:txBody>
      </p:sp>
      <p:grpSp>
        <p:nvGrpSpPr>
          <p:cNvPr id="90114" name="Group 72">
            <a:extLst>
              <a:ext uri="{FF2B5EF4-FFF2-40B4-BE49-F238E27FC236}">
                <a16:creationId xmlns:a16="http://schemas.microsoft.com/office/drawing/2014/main" id="{3EC1A4A3-FC8F-44F3-AF57-640B9FC48FDD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600200"/>
            <a:ext cx="1790700" cy="1827213"/>
            <a:chOff x="688975" y="1517650"/>
            <a:chExt cx="1790700" cy="1827213"/>
          </a:xfrm>
        </p:grpSpPr>
        <p:sp>
          <p:nvSpPr>
            <p:cNvPr id="90215" name="Rectangle 14">
              <a:extLst>
                <a:ext uri="{FF2B5EF4-FFF2-40B4-BE49-F238E27FC236}">
                  <a16:creationId xmlns:a16="http://schemas.microsoft.com/office/drawing/2014/main" id="{BA136C01-DC21-4B74-A571-9EF14F8EF0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60462" y="1884363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6" name="Rectangle 15">
              <a:extLst>
                <a:ext uri="{FF2B5EF4-FFF2-40B4-BE49-F238E27FC236}">
                  <a16:creationId xmlns:a16="http://schemas.microsoft.com/office/drawing/2014/main" id="{D3B0A150-82F6-485C-B5A9-8E6B430814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01825" y="1884363"/>
              <a:ext cx="131762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7" name="Freeform 16">
              <a:extLst>
                <a:ext uri="{FF2B5EF4-FFF2-40B4-BE49-F238E27FC236}">
                  <a16:creationId xmlns:a16="http://schemas.microsoft.com/office/drawing/2014/main" id="{3E7DCDFC-B653-44A5-BCBC-45005060376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70025" y="1763713"/>
              <a:ext cx="127000" cy="561975"/>
            </a:xfrm>
            <a:custGeom>
              <a:avLst/>
              <a:gdLst>
                <a:gd name="T0" fmla="*/ 2147483646 w 119"/>
                <a:gd name="T1" fmla="*/ 0 h 537"/>
                <a:gd name="T2" fmla="*/ 2147483646 w 119"/>
                <a:gd name="T3" fmla="*/ 2147483646 h 537"/>
                <a:gd name="T4" fmla="*/ 2147483646 w 119"/>
                <a:gd name="T5" fmla="*/ 2147483646 h 537"/>
                <a:gd name="T6" fmla="*/ 2147483646 w 119"/>
                <a:gd name="T7" fmla="*/ 2147483646 h 537"/>
                <a:gd name="T8" fmla="*/ 2147483646 w 119"/>
                <a:gd name="T9" fmla="*/ 2147483646 h 537"/>
                <a:gd name="T10" fmla="*/ 2147483646 w 119"/>
                <a:gd name="T11" fmla="*/ 2147483646 h 537"/>
                <a:gd name="T12" fmla="*/ 2147483646 w 119"/>
                <a:gd name="T13" fmla="*/ 2147483646 h 537"/>
                <a:gd name="T14" fmla="*/ 2147483646 w 119"/>
                <a:gd name="T15" fmla="*/ 2147483646 h 537"/>
                <a:gd name="T16" fmla="*/ 2147483646 w 119"/>
                <a:gd name="T17" fmla="*/ 2147483646 h 537"/>
                <a:gd name="T18" fmla="*/ 2147483646 w 119"/>
                <a:gd name="T19" fmla="*/ 2147483646 h 537"/>
                <a:gd name="T20" fmla="*/ 2147483646 w 119"/>
                <a:gd name="T21" fmla="*/ 2147483646 h 537"/>
                <a:gd name="T22" fmla="*/ 2147483646 w 119"/>
                <a:gd name="T23" fmla="*/ 2147483646 h 537"/>
                <a:gd name="T24" fmla="*/ 2147483646 w 119"/>
                <a:gd name="T25" fmla="*/ 2147483646 h 537"/>
                <a:gd name="T26" fmla="*/ 2147483646 w 119"/>
                <a:gd name="T27" fmla="*/ 2147483646 h 537"/>
                <a:gd name="T28" fmla="*/ 0 w 119"/>
                <a:gd name="T29" fmla="*/ 2147483646 h 537"/>
                <a:gd name="T30" fmla="*/ 0 w 119"/>
                <a:gd name="T31" fmla="*/ 2147483646 h 537"/>
                <a:gd name="T32" fmla="*/ 2147483646 w 119"/>
                <a:gd name="T33" fmla="*/ 2147483646 h 537"/>
                <a:gd name="T34" fmla="*/ 2147483646 w 119"/>
                <a:gd name="T35" fmla="*/ 2147483646 h 537"/>
                <a:gd name="T36" fmla="*/ 2147483646 w 119"/>
                <a:gd name="T37" fmla="*/ 2147483646 h 537"/>
                <a:gd name="T38" fmla="*/ 2147483646 w 119"/>
                <a:gd name="T39" fmla="*/ 2147483646 h 537"/>
                <a:gd name="T40" fmla="*/ 2147483646 w 119"/>
                <a:gd name="T41" fmla="*/ 2147483646 h 537"/>
                <a:gd name="T42" fmla="*/ 2147483646 w 119"/>
                <a:gd name="T43" fmla="*/ 2147483646 h 537"/>
                <a:gd name="T44" fmla="*/ 2147483646 w 119"/>
                <a:gd name="T45" fmla="*/ 2147483646 h 537"/>
                <a:gd name="T46" fmla="*/ 2147483646 w 119"/>
                <a:gd name="T47" fmla="*/ 2147483646 h 537"/>
                <a:gd name="T48" fmla="*/ 2147483646 w 119"/>
                <a:gd name="T49" fmla="*/ 2147483646 h 537"/>
                <a:gd name="T50" fmla="*/ 2147483646 w 119"/>
                <a:gd name="T51" fmla="*/ 2147483646 h 537"/>
                <a:gd name="T52" fmla="*/ 2147483646 w 119"/>
                <a:gd name="T53" fmla="*/ 2147483646 h 537"/>
                <a:gd name="T54" fmla="*/ 2147483646 w 119"/>
                <a:gd name="T55" fmla="*/ 2147483646 h 537"/>
                <a:gd name="T56" fmla="*/ 2147483646 w 119"/>
                <a:gd name="T57" fmla="*/ 2147483646 h 537"/>
                <a:gd name="T58" fmla="*/ 2147483646 w 119"/>
                <a:gd name="T59" fmla="*/ 2147483646 h 537"/>
                <a:gd name="T60" fmla="*/ 2147483646 w 119"/>
                <a:gd name="T61" fmla="*/ 2147483646 h 537"/>
                <a:gd name="T62" fmla="*/ 2147483646 w 119"/>
                <a:gd name="T63" fmla="*/ 2147483646 h 537"/>
                <a:gd name="T64" fmla="*/ 2147483646 w 119"/>
                <a:gd name="T65" fmla="*/ 2147483646 h 537"/>
                <a:gd name="T66" fmla="*/ 2147483646 w 119"/>
                <a:gd name="T67" fmla="*/ 0 h 53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19" h="537">
                  <a:moveTo>
                    <a:pt x="119" y="0"/>
                  </a:moveTo>
                  <a:lnTo>
                    <a:pt x="102" y="13"/>
                  </a:lnTo>
                  <a:lnTo>
                    <a:pt x="87" y="27"/>
                  </a:lnTo>
                  <a:lnTo>
                    <a:pt x="73" y="42"/>
                  </a:lnTo>
                  <a:lnTo>
                    <a:pt x="61" y="59"/>
                  </a:lnTo>
                  <a:lnTo>
                    <a:pt x="49" y="75"/>
                  </a:lnTo>
                  <a:lnTo>
                    <a:pt x="39" y="92"/>
                  </a:lnTo>
                  <a:lnTo>
                    <a:pt x="30" y="110"/>
                  </a:lnTo>
                  <a:lnTo>
                    <a:pt x="23" y="128"/>
                  </a:lnTo>
                  <a:lnTo>
                    <a:pt x="16" y="147"/>
                  </a:lnTo>
                  <a:lnTo>
                    <a:pt x="11" y="166"/>
                  </a:lnTo>
                  <a:lnTo>
                    <a:pt x="7" y="185"/>
                  </a:lnTo>
                  <a:lnTo>
                    <a:pt x="3" y="205"/>
                  </a:lnTo>
                  <a:lnTo>
                    <a:pt x="1" y="224"/>
                  </a:lnTo>
                  <a:lnTo>
                    <a:pt x="0" y="244"/>
                  </a:lnTo>
                  <a:lnTo>
                    <a:pt x="0" y="265"/>
                  </a:lnTo>
                  <a:lnTo>
                    <a:pt x="1" y="285"/>
                  </a:lnTo>
                  <a:lnTo>
                    <a:pt x="2" y="304"/>
                  </a:lnTo>
                  <a:lnTo>
                    <a:pt x="5" y="324"/>
                  </a:lnTo>
                  <a:lnTo>
                    <a:pt x="8" y="343"/>
                  </a:lnTo>
                  <a:lnTo>
                    <a:pt x="13" y="362"/>
                  </a:lnTo>
                  <a:lnTo>
                    <a:pt x="18" y="380"/>
                  </a:lnTo>
                  <a:lnTo>
                    <a:pt x="24" y="398"/>
                  </a:lnTo>
                  <a:lnTo>
                    <a:pt x="30" y="416"/>
                  </a:lnTo>
                  <a:lnTo>
                    <a:pt x="38" y="432"/>
                  </a:lnTo>
                  <a:lnTo>
                    <a:pt x="46" y="448"/>
                  </a:lnTo>
                  <a:lnTo>
                    <a:pt x="54" y="465"/>
                  </a:lnTo>
                  <a:lnTo>
                    <a:pt x="64" y="479"/>
                  </a:lnTo>
                  <a:lnTo>
                    <a:pt x="74" y="493"/>
                  </a:lnTo>
                  <a:lnTo>
                    <a:pt x="84" y="506"/>
                  </a:lnTo>
                  <a:lnTo>
                    <a:pt x="95" y="517"/>
                  </a:lnTo>
                  <a:lnTo>
                    <a:pt x="107" y="528"/>
                  </a:lnTo>
                  <a:lnTo>
                    <a:pt x="119" y="53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8" name="Freeform 17">
              <a:extLst>
                <a:ext uri="{FF2B5EF4-FFF2-40B4-BE49-F238E27FC236}">
                  <a16:creationId xmlns:a16="http://schemas.microsoft.com/office/drawing/2014/main" id="{13E7EA5C-22E8-43A4-AB43-306F4898E46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97025" y="1763713"/>
              <a:ext cx="127000" cy="561975"/>
            </a:xfrm>
            <a:custGeom>
              <a:avLst/>
              <a:gdLst>
                <a:gd name="T0" fmla="*/ 0 w 120"/>
                <a:gd name="T1" fmla="*/ 0 h 537"/>
                <a:gd name="T2" fmla="*/ 2147483646 w 120"/>
                <a:gd name="T3" fmla="*/ 2147483646 h 537"/>
                <a:gd name="T4" fmla="*/ 2147483646 w 120"/>
                <a:gd name="T5" fmla="*/ 2147483646 h 537"/>
                <a:gd name="T6" fmla="*/ 2147483646 w 120"/>
                <a:gd name="T7" fmla="*/ 2147483646 h 537"/>
                <a:gd name="T8" fmla="*/ 2147483646 w 120"/>
                <a:gd name="T9" fmla="*/ 2147483646 h 537"/>
                <a:gd name="T10" fmla="*/ 2147483646 w 120"/>
                <a:gd name="T11" fmla="*/ 2147483646 h 537"/>
                <a:gd name="T12" fmla="*/ 2147483646 w 120"/>
                <a:gd name="T13" fmla="*/ 2147483646 h 537"/>
                <a:gd name="T14" fmla="*/ 2147483646 w 120"/>
                <a:gd name="T15" fmla="*/ 2147483646 h 537"/>
                <a:gd name="T16" fmla="*/ 2147483646 w 120"/>
                <a:gd name="T17" fmla="*/ 2147483646 h 537"/>
                <a:gd name="T18" fmla="*/ 2147483646 w 120"/>
                <a:gd name="T19" fmla="*/ 2147483646 h 537"/>
                <a:gd name="T20" fmla="*/ 2147483646 w 120"/>
                <a:gd name="T21" fmla="*/ 2147483646 h 537"/>
                <a:gd name="T22" fmla="*/ 2147483646 w 120"/>
                <a:gd name="T23" fmla="*/ 2147483646 h 537"/>
                <a:gd name="T24" fmla="*/ 2147483646 w 120"/>
                <a:gd name="T25" fmla="*/ 2147483646 h 537"/>
                <a:gd name="T26" fmla="*/ 2147483646 w 120"/>
                <a:gd name="T27" fmla="*/ 2147483646 h 537"/>
                <a:gd name="T28" fmla="*/ 2147483646 w 120"/>
                <a:gd name="T29" fmla="*/ 2147483646 h 537"/>
                <a:gd name="T30" fmla="*/ 2147483646 w 120"/>
                <a:gd name="T31" fmla="*/ 2147483646 h 537"/>
                <a:gd name="T32" fmla="*/ 2147483646 w 120"/>
                <a:gd name="T33" fmla="*/ 2147483646 h 537"/>
                <a:gd name="T34" fmla="*/ 2147483646 w 120"/>
                <a:gd name="T35" fmla="*/ 2147483646 h 537"/>
                <a:gd name="T36" fmla="*/ 2147483646 w 120"/>
                <a:gd name="T37" fmla="*/ 2147483646 h 537"/>
                <a:gd name="T38" fmla="*/ 2147483646 w 120"/>
                <a:gd name="T39" fmla="*/ 2147483646 h 537"/>
                <a:gd name="T40" fmla="*/ 2147483646 w 120"/>
                <a:gd name="T41" fmla="*/ 2147483646 h 537"/>
                <a:gd name="T42" fmla="*/ 2147483646 w 120"/>
                <a:gd name="T43" fmla="*/ 2147483646 h 537"/>
                <a:gd name="T44" fmla="*/ 2147483646 w 120"/>
                <a:gd name="T45" fmla="*/ 2147483646 h 537"/>
                <a:gd name="T46" fmla="*/ 2147483646 w 120"/>
                <a:gd name="T47" fmla="*/ 2147483646 h 537"/>
                <a:gd name="T48" fmla="*/ 2147483646 w 120"/>
                <a:gd name="T49" fmla="*/ 2147483646 h 537"/>
                <a:gd name="T50" fmla="*/ 2147483646 w 120"/>
                <a:gd name="T51" fmla="*/ 2147483646 h 537"/>
                <a:gd name="T52" fmla="*/ 2147483646 w 120"/>
                <a:gd name="T53" fmla="*/ 2147483646 h 537"/>
                <a:gd name="T54" fmla="*/ 2147483646 w 120"/>
                <a:gd name="T55" fmla="*/ 2147483646 h 537"/>
                <a:gd name="T56" fmla="*/ 2147483646 w 120"/>
                <a:gd name="T57" fmla="*/ 2147483646 h 537"/>
                <a:gd name="T58" fmla="*/ 2147483646 w 120"/>
                <a:gd name="T59" fmla="*/ 2147483646 h 537"/>
                <a:gd name="T60" fmla="*/ 2147483646 w 120"/>
                <a:gd name="T61" fmla="*/ 2147483646 h 537"/>
                <a:gd name="T62" fmla="*/ 2147483646 w 120"/>
                <a:gd name="T63" fmla="*/ 2147483646 h 537"/>
                <a:gd name="T64" fmla="*/ 0 w 120"/>
                <a:gd name="T65" fmla="*/ 2147483646 h 537"/>
                <a:gd name="T66" fmla="*/ 0 w 120"/>
                <a:gd name="T67" fmla="*/ 0 h 53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20" h="537">
                  <a:moveTo>
                    <a:pt x="0" y="0"/>
                  </a:moveTo>
                  <a:lnTo>
                    <a:pt x="18" y="13"/>
                  </a:lnTo>
                  <a:lnTo>
                    <a:pt x="33" y="27"/>
                  </a:lnTo>
                  <a:lnTo>
                    <a:pt x="47" y="42"/>
                  </a:lnTo>
                  <a:lnTo>
                    <a:pt x="59" y="59"/>
                  </a:lnTo>
                  <a:lnTo>
                    <a:pt x="71" y="75"/>
                  </a:lnTo>
                  <a:lnTo>
                    <a:pt x="81" y="92"/>
                  </a:lnTo>
                  <a:lnTo>
                    <a:pt x="90" y="110"/>
                  </a:lnTo>
                  <a:lnTo>
                    <a:pt x="97" y="128"/>
                  </a:lnTo>
                  <a:lnTo>
                    <a:pt x="104" y="147"/>
                  </a:lnTo>
                  <a:lnTo>
                    <a:pt x="109" y="166"/>
                  </a:lnTo>
                  <a:lnTo>
                    <a:pt x="113" y="185"/>
                  </a:lnTo>
                  <a:lnTo>
                    <a:pt x="117" y="205"/>
                  </a:lnTo>
                  <a:lnTo>
                    <a:pt x="119" y="224"/>
                  </a:lnTo>
                  <a:lnTo>
                    <a:pt x="120" y="244"/>
                  </a:lnTo>
                  <a:lnTo>
                    <a:pt x="120" y="265"/>
                  </a:lnTo>
                  <a:lnTo>
                    <a:pt x="119" y="285"/>
                  </a:lnTo>
                  <a:lnTo>
                    <a:pt x="118" y="304"/>
                  </a:lnTo>
                  <a:lnTo>
                    <a:pt x="115" y="324"/>
                  </a:lnTo>
                  <a:lnTo>
                    <a:pt x="112" y="343"/>
                  </a:lnTo>
                  <a:lnTo>
                    <a:pt x="107" y="362"/>
                  </a:lnTo>
                  <a:lnTo>
                    <a:pt x="102" y="380"/>
                  </a:lnTo>
                  <a:lnTo>
                    <a:pt x="96" y="398"/>
                  </a:lnTo>
                  <a:lnTo>
                    <a:pt x="90" y="416"/>
                  </a:lnTo>
                  <a:lnTo>
                    <a:pt x="82" y="432"/>
                  </a:lnTo>
                  <a:lnTo>
                    <a:pt x="74" y="448"/>
                  </a:lnTo>
                  <a:lnTo>
                    <a:pt x="66" y="465"/>
                  </a:lnTo>
                  <a:lnTo>
                    <a:pt x="56" y="479"/>
                  </a:lnTo>
                  <a:lnTo>
                    <a:pt x="46" y="493"/>
                  </a:lnTo>
                  <a:lnTo>
                    <a:pt x="36" y="506"/>
                  </a:lnTo>
                  <a:lnTo>
                    <a:pt x="25" y="517"/>
                  </a:lnTo>
                  <a:lnTo>
                    <a:pt x="13" y="528"/>
                  </a:lnTo>
                  <a:lnTo>
                    <a:pt x="0" y="5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9" name="Freeform 18">
              <a:extLst>
                <a:ext uri="{FF2B5EF4-FFF2-40B4-BE49-F238E27FC236}">
                  <a16:creationId xmlns:a16="http://schemas.microsoft.com/office/drawing/2014/main" id="{E2696689-52BD-4674-BBE7-86FFDCF31C8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16025" y="2106613"/>
              <a:ext cx="755650" cy="757237"/>
            </a:xfrm>
            <a:custGeom>
              <a:avLst/>
              <a:gdLst>
                <a:gd name="T0" fmla="*/ 2147483646 w 721"/>
                <a:gd name="T1" fmla="*/ 2147483646 h 722"/>
                <a:gd name="T2" fmla="*/ 2147483646 w 721"/>
                <a:gd name="T3" fmla="*/ 2147483646 h 722"/>
                <a:gd name="T4" fmla="*/ 2147483646 w 721"/>
                <a:gd name="T5" fmla="*/ 2147483646 h 722"/>
                <a:gd name="T6" fmla="*/ 2147483646 w 721"/>
                <a:gd name="T7" fmla="*/ 2147483646 h 722"/>
                <a:gd name="T8" fmla="*/ 2147483646 w 721"/>
                <a:gd name="T9" fmla="*/ 2147483646 h 722"/>
                <a:gd name="T10" fmla="*/ 2147483646 w 721"/>
                <a:gd name="T11" fmla="*/ 2147483646 h 722"/>
                <a:gd name="T12" fmla="*/ 2147483646 w 721"/>
                <a:gd name="T13" fmla="*/ 2147483646 h 722"/>
                <a:gd name="T14" fmla="*/ 2147483646 w 721"/>
                <a:gd name="T15" fmla="*/ 2147483646 h 722"/>
                <a:gd name="T16" fmla="*/ 2147483646 w 721"/>
                <a:gd name="T17" fmla="*/ 2147483646 h 722"/>
                <a:gd name="T18" fmla="*/ 2147483646 w 721"/>
                <a:gd name="T19" fmla="*/ 2147483646 h 722"/>
                <a:gd name="T20" fmla="*/ 2147483646 w 721"/>
                <a:gd name="T21" fmla="*/ 2147483646 h 722"/>
                <a:gd name="T22" fmla="*/ 2147483646 w 721"/>
                <a:gd name="T23" fmla="*/ 2147483646 h 722"/>
                <a:gd name="T24" fmla="*/ 2147483646 w 721"/>
                <a:gd name="T25" fmla="*/ 2147483646 h 722"/>
                <a:gd name="T26" fmla="*/ 2147483646 w 721"/>
                <a:gd name="T27" fmla="*/ 2147483646 h 722"/>
                <a:gd name="T28" fmla="*/ 2147483646 w 721"/>
                <a:gd name="T29" fmla="*/ 2147483646 h 722"/>
                <a:gd name="T30" fmla="*/ 2147483646 w 721"/>
                <a:gd name="T31" fmla="*/ 2147483646 h 722"/>
                <a:gd name="T32" fmla="*/ 2147483646 w 721"/>
                <a:gd name="T33" fmla="*/ 2147483646 h 722"/>
                <a:gd name="T34" fmla="*/ 2147483646 w 721"/>
                <a:gd name="T35" fmla="*/ 2147483646 h 722"/>
                <a:gd name="T36" fmla="*/ 2147483646 w 721"/>
                <a:gd name="T37" fmla="*/ 2147483646 h 722"/>
                <a:gd name="T38" fmla="*/ 2147483646 w 721"/>
                <a:gd name="T39" fmla="*/ 2147483646 h 722"/>
                <a:gd name="T40" fmla="*/ 2147483646 w 721"/>
                <a:gd name="T41" fmla="*/ 2147483646 h 722"/>
                <a:gd name="T42" fmla="*/ 2147483646 w 721"/>
                <a:gd name="T43" fmla="*/ 2147483646 h 722"/>
                <a:gd name="T44" fmla="*/ 2147483646 w 721"/>
                <a:gd name="T45" fmla="*/ 2147483646 h 722"/>
                <a:gd name="T46" fmla="*/ 2147483646 w 721"/>
                <a:gd name="T47" fmla="*/ 2147483646 h 722"/>
                <a:gd name="T48" fmla="*/ 2147483646 w 721"/>
                <a:gd name="T49" fmla="*/ 2147483646 h 722"/>
                <a:gd name="T50" fmla="*/ 2147483646 w 721"/>
                <a:gd name="T51" fmla="*/ 2147483646 h 722"/>
                <a:gd name="T52" fmla="*/ 2147483646 w 721"/>
                <a:gd name="T53" fmla="*/ 2147483646 h 722"/>
                <a:gd name="T54" fmla="*/ 2147483646 w 721"/>
                <a:gd name="T55" fmla="*/ 2147483646 h 722"/>
                <a:gd name="T56" fmla="*/ 2147483646 w 721"/>
                <a:gd name="T57" fmla="*/ 2147483646 h 722"/>
                <a:gd name="T58" fmla="*/ 2147483646 w 721"/>
                <a:gd name="T59" fmla="*/ 2147483646 h 722"/>
                <a:gd name="T60" fmla="*/ 2147483646 w 721"/>
                <a:gd name="T61" fmla="*/ 2147483646 h 722"/>
                <a:gd name="T62" fmla="*/ 2147483646 w 721"/>
                <a:gd name="T63" fmla="*/ 2147483646 h 722"/>
                <a:gd name="T64" fmla="*/ 2147483646 w 721"/>
                <a:gd name="T65" fmla="*/ 2147483646 h 722"/>
                <a:gd name="T66" fmla="*/ 2147483646 w 721"/>
                <a:gd name="T67" fmla="*/ 2147483646 h 722"/>
                <a:gd name="T68" fmla="*/ 2147483646 w 721"/>
                <a:gd name="T69" fmla="*/ 2147483646 h 722"/>
                <a:gd name="T70" fmla="*/ 2147483646 w 721"/>
                <a:gd name="T71" fmla="*/ 2147483646 h 722"/>
                <a:gd name="T72" fmla="*/ 2147483646 w 721"/>
                <a:gd name="T73" fmla="*/ 2147483646 h 722"/>
                <a:gd name="T74" fmla="*/ 2147483646 w 721"/>
                <a:gd name="T75" fmla="*/ 2147483646 h 722"/>
                <a:gd name="T76" fmla="*/ 2147483646 w 721"/>
                <a:gd name="T77" fmla="*/ 2147483646 h 722"/>
                <a:gd name="T78" fmla="*/ 2147483646 w 721"/>
                <a:gd name="T79" fmla="*/ 2147483646 h 722"/>
                <a:gd name="T80" fmla="*/ 2147483646 w 721"/>
                <a:gd name="T81" fmla="*/ 2147483646 h 722"/>
                <a:gd name="T82" fmla="*/ 2147483646 w 721"/>
                <a:gd name="T83" fmla="*/ 2147483646 h 722"/>
                <a:gd name="T84" fmla="*/ 2147483646 w 721"/>
                <a:gd name="T85" fmla="*/ 2147483646 h 722"/>
                <a:gd name="T86" fmla="*/ 2147483646 w 721"/>
                <a:gd name="T87" fmla="*/ 2147483646 h 7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1" h="722">
                  <a:moveTo>
                    <a:pt x="674" y="182"/>
                  </a:moveTo>
                  <a:lnTo>
                    <a:pt x="664" y="166"/>
                  </a:lnTo>
                  <a:lnTo>
                    <a:pt x="654" y="151"/>
                  </a:lnTo>
                  <a:lnTo>
                    <a:pt x="643" y="136"/>
                  </a:lnTo>
                  <a:lnTo>
                    <a:pt x="631" y="122"/>
                  </a:lnTo>
                  <a:lnTo>
                    <a:pt x="619" y="108"/>
                  </a:lnTo>
                  <a:lnTo>
                    <a:pt x="607" y="96"/>
                  </a:lnTo>
                  <a:lnTo>
                    <a:pt x="594" y="84"/>
                  </a:lnTo>
                  <a:lnTo>
                    <a:pt x="580" y="73"/>
                  </a:lnTo>
                  <a:lnTo>
                    <a:pt x="566" y="63"/>
                  </a:lnTo>
                  <a:lnTo>
                    <a:pt x="550" y="54"/>
                  </a:lnTo>
                  <a:lnTo>
                    <a:pt x="535" y="45"/>
                  </a:lnTo>
                  <a:lnTo>
                    <a:pt x="520" y="37"/>
                  </a:lnTo>
                  <a:lnTo>
                    <a:pt x="504" y="30"/>
                  </a:lnTo>
                  <a:lnTo>
                    <a:pt x="488" y="23"/>
                  </a:lnTo>
                  <a:lnTo>
                    <a:pt x="472" y="17"/>
                  </a:lnTo>
                  <a:lnTo>
                    <a:pt x="455" y="12"/>
                  </a:lnTo>
                  <a:lnTo>
                    <a:pt x="439" y="8"/>
                  </a:lnTo>
                  <a:lnTo>
                    <a:pt x="422" y="5"/>
                  </a:lnTo>
                  <a:lnTo>
                    <a:pt x="405" y="3"/>
                  </a:lnTo>
                  <a:lnTo>
                    <a:pt x="387" y="1"/>
                  </a:lnTo>
                  <a:lnTo>
                    <a:pt x="370" y="0"/>
                  </a:lnTo>
                  <a:lnTo>
                    <a:pt x="352" y="0"/>
                  </a:lnTo>
                  <a:lnTo>
                    <a:pt x="334" y="1"/>
                  </a:lnTo>
                  <a:lnTo>
                    <a:pt x="317" y="2"/>
                  </a:lnTo>
                  <a:lnTo>
                    <a:pt x="300" y="5"/>
                  </a:lnTo>
                  <a:lnTo>
                    <a:pt x="282" y="8"/>
                  </a:lnTo>
                  <a:lnTo>
                    <a:pt x="265" y="13"/>
                  </a:lnTo>
                  <a:lnTo>
                    <a:pt x="248" y="18"/>
                  </a:lnTo>
                  <a:lnTo>
                    <a:pt x="231" y="24"/>
                  </a:lnTo>
                  <a:lnTo>
                    <a:pt x="214" y="31"/>
                  </a:lnTo>
                  <a:lnTo>
                    <a:pt x="198" y="39"/>
                  </a:lnTo>
                  <a:lnTo>
                    <a:pt x="182" y="47"/>
                  </a:lnTo>
                  <a:lnTo>
                    <a:pt x="165" y="57"/>
                  </a:lnTo>
                  <a:lnTo>
                    <a:pt x="150" y="67"/>
                  </a:lnTo>
                  <a:lnTo>
                    <a:pt x="135" y="78"/>
                  </a:lnTo>
                  <a:lnTo>
                    <a:pt x="121" y="90"/>
                  </a:lnTo>
                  <a:lnTo>
                    <a:pt x="108" y="102"/>
                  </a:lnTo>
                  <a:lnTo>
                    <a:pt x="96" y="114"/>
                  </a:lnTo>
                  <a:lnTo>
                    <a:pt x="84" y="129"/>
                  </a:lnTo>
                  <a:lnTo>
                    <a:pt x="73" y="142"/>
                  </a:lnTo>
                  <a:lnTo>
                    <a:pt x="63" y="157"/>
                  </a:lnTo>
                  <a:lnTo>
                    <a:pt x="54" y="171"/>
                  </a:lnTo>
                  <a:lnTo>
                    <a:pt x="45" y="186"/>
                  </a:lnTo>
                  <a:lnTo>
                    <a:pt x="37" y="201"/>
                  </a:lnTo>
                  <a:lnTo>
                    <a:pt x="30" y="217"/>
                  </a:lnTo>
                  <a:lnTo>
                    <a:pt x="23" y="233"/>
                  </a:lnTo>
                  <a:lnTo>
                    <a:pt x="17" y="249"/>
                  </a:lnTo>
                  <a:lnTo>
                    <a:pt x="12" y="266"/>
                  </a:lnTo>
                  <a:lnTo>
                    <a:pt x="8" y="283"/>
                  </a:lnTo>
                  <a:lnTo>
                    <a:pt x="5" y="300"/>
                  </a:lnTo>
                  <a:lnTo>
                    <a:pt x="3" y="317"/>
                  </a:lnTo>
                  <a:lnTo>
                    <a:pt x="1" y="335"/>
                  </a:lnTo>
                  <a:lnTo>
                    <a:pt x="0" y="352"/>
                  </a:lnTo>
                  <a:lnTo>
                    <a:pt x="0" y="369"/>
                  </a:lnTo>
                  <a:lnTo>
                    <a:pt x="1" y="387"/>
                  </a:lnTo>
                  <a:lnTo>
                    <a:pt x="2" y="404"/>
                  </a:lnTo>
                  <a:lnTo>
                    <a:pt x="5" y="422"/>
                  </a:lnTo>
                  <a:lnTo>
                    <a:pt x="8" y="439"/>
                  </a:lnTo>
                  <a:lnTo>
                    <a:pt x="13" y="456"/>
                  </a:lnTo>
                  <a:lnTo>
                    <a:pt x="18" y="473"/>
                  </a:lnTo>
                  <a:lnTo>
                    <a:pt x="24" y="490"/>
                  </a:lnTo>
                  <a:lnTo>
                    <a:pt x="31" y="507"/>
                  </a:lnTo>
                  <a:lnTo>
                    <a:pt x="39" y="524"/>
                  </a:lnTo>
                  <a:lnTo>
                    <a:pt x="47" y="541"/>
                  </a:lnTo>
                  <a:lnTo>
                    <a:pt x="57" y="556"/>
                  </a:lnTo>
                  <a:lnTo>
                    <a:pt x="67" y="572"/>
                  </a:lnTo>
                  <a:lnTo>
                    <a:pt x="78" y="586"/>
                  </a:lnTo>
                  <a:lnTo>
                    <a:pt x="90" y="600"/>
                  </a:lnTo>
                  <a:lnTo>
                    <a:pt x="102" y="613"/>
                  </a:lnTo>
                  <a:lnTo>
                    <a:pt x="114" y="625"/>
                  </a:lnTo>
                  <a:lnTo>
                    <a:pt x="128" y="637"/>
                  </a:lnTo>
                  <a:lnTo>
                    <a:pt x="141" y="648"/>
                  </a:lnTo>
                  <a:lnTo>
                    <a:pt x="156" y="658"/>
                  </a:lnTo>
                  <a:lnTo>
                    <a:pt x="171" y="668"/>
                  </a:lnTo>
                  <a:lnTo>
                    <a:pt x="186" y="676"/>
                  </a:lnTo>
                  <a:lnTo>
                    <a:pt x="201" y="684"/>
                  </a:lnTo>
                  <a:lnTo>
                    <a:pt x="217" y="692"/>
                  </a:lnTo>
                  <a:lnTo>
                    <a:pt x="233" y="698"/>
                  </a:lnTo>
                  <a:lnTo>
                    <a:pt x="249" y="704"/>
                  </a:lnTo>
                  <a:lnTo>
                    <a:pt x="266" y="709"/>
                  </a:lnTo>
                  <a:lnTo>
                    <a:pt x="283" y="713"/>
                  </a:lnTo>
                  <a:lnTo>
                    <a:pt x="300" y="717"/>
                  </a:lnTo>
                  <a:lnTo>
                    <a:pt x="317" y="720"/>
                  </a:lnTo>
                  <a:lnTo>
                    <a:pt x="334" y="721"/>
                  </a:lnTo>
                  <a:lnTo>
                    <a:pt x="351" y="722"/>
                  </a:lnTo>
                  <a:lnTo>
                    <a:pt x="369" y="722"/>
                  </a:lnTo>
                  <a:lnTo>
                    <a:pt x="387" y="721"/>
                  </a:lnTo>
                  <a:lnTo>
                    <a:pt x="404" y="720"/>
                  </a:lnTo>
                  <a:lnTo>
                    <a:pt x="422" y="717"/>
                  </a:lnTo>
                  <a:lnTo>
                    <a:pt x="439" y="713"/>
                  </a:lnTo>
                  <a:lnTo>
                    <a:pt x="456" y="709"/>
                  </a:lnTo>
                  <a:lnTo>
                    <a:pt x="473" y="703"/>
                  </a:lnTo>
                  <a:lnTo>
                    <a:pt x="490" y="697"/>
                  </a:lnTo>
                  <a:lnTo>
                    <a:pt x="507" y="690"/>
                  </a:lnTo>
                  <a:lnTo>
                    <a:pt x="523" y="683"/>
                  </a:lnTo>
                  <a:lnTo>
                    <a:pt x="540" y="674"/>
                  </a:lnTo>
                  <a:lnTo>
                    <a:pt x="555" y="664"/>
                  </a:lnTo>
                  <a:lnTo>
                    <a:pt x="572" y="654"/>
                  </a:lnTo>
                  <a:lnTo>
                    <a:pt x="586" y="643"/>
                  </a:lnTo>
                  <a:lnTo>
                    <a:pt x="600" y="631"/>
                  </a:lnTo>
                  <a:lnTo>
                    <a:pt x="613" y="619"/>
                  </a:lnTo>
                  <a:lnTo>
                    <a:pt x="625" y="607"/>
                  </a:lnTo>
                  <a:lnTo>
                    <a:pt x="637" y="594"/>
                  </a:lnTo>
                  <a:lnTo>
                    <a:pt x="648" y="580"/>
                  </a:lnTo>
                  <a:lnTo>
                    <a:pt x="658" y="566"/>
                  </a:lnTo>
                  <a:lnTo>
                    <a:pt x="668" y="551"/>
                  </a:lnTo>
                  <a:lnTo>
                    <a:pt x="676" y="536"/>
                  </a:lnTo>
                  <a:lnTo>
                    <a:pt x="684" y="521"/>
                  </a:lnTo>
                  <a:lnTo>
                    <a:pt x="692" y="504"/>
                  </a:lnTo>
                  <a:lnTo>
                    <a:pt x="698" y="488"/>
                  </a:lnTo>
                  <a:lnTo>
                    <a:pt x="704" y="472"/>
                  </a:lnTo>
                  <a:lnTo>
                    <a:pt x="709" y="455"/>
                  </a:lnTo>
                  <a:lnTo>
                    <a:pt x="713" y="439"/>
                  </a:lnTo>
                  <a:lnTo>
                    <a:pt x="716" y="422"/>
                  </a:lnTo>
                  <a:lnTo>
                    <a:pt x="719" y="405"/>
                  </a:lnTo>
                  <a:lnTo>
                    <a:pt x="720" y="387"/>
                  </a:lnTo>
                  <a:lnTo>
                    <a:pt x="721" y="370"/>
                  </a:lnTo>
                  <a:lnTo>
                    <a:pt x="721" y="353"/>
                  </a:lnTo>
                  <a:lnTo>
                    <a:pt x="720" y="335"/>
                  </a:lnTo>
                  <a:lnTo>
                    <a:pt x="719" y="317"/>
                  </a:lnTo>
                  <a:lnTo>
                    <a:pt x="716" y="300"/>
                  </a:lnTo>
                  <a:lnTo>
                    <a:pt x="713" y="282"/>
                  </a:lnTo>
                  <a:lnTo>
                    <a:pt x="709" y="265"/>
                  </a:lnTo>
                  <a:lnTo>
                    <a:pt x="703" y="248"/>
                  </a:lnTo>
                  <a:lnTo>
                    <a:pt x="697" y="231"/>
                  </a:lnTo>
                  <a:lnTo>
                    <a:pt x="690" y="214"/>
                  </a:lnTo>
                  <a:lnTo>
                    <a:pt x="683" y="198"/>
                  </a:lnTo>
                  <a:lnTo>
                    <a:pt x="674" y="182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20" name="Rectangle 19">
              <a:extLst>
                <a:ext uri="{FF2B5EF4-FFF2-40B4-BE49-F238E27FC236}">
                  <a16:creationId xmlns:a16="http://schemas.microsoft.com/office/drawing/2014/main" id="{92A4D8FB-F042-489B-9F00-5BEBF833E08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55750" y="2497138"/>
              <a:ext cx="122237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21" name="Rectangle 20">
              <a:extLst>
                <a:ext uri="{FF2B5EF4-FFF2-40B4-BE49-F238E27FC236}">
                  <a16:creationId xmlns:a16="http://schemas.microsoft.com/office/drawing/2014/main" id="{D58AE139-1549-4354-8DD9-D3E42E28C55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50975" y="3116263"/>
              <a:ext cx="131762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22" name="Rectangle 21">
              <a:extLst>
                <a:ext uri="{FF2B5EF4-FFF2-40B4-BE49-F238E27FC236}">
                  <a16:creationId xmlns:a16="http://schemas.microsoft.com/office/drawing/2014/main" id="{F7C19835-0DEB-4294-AA05-84271D6A0DC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03375" y="3116263"/>
              <a:ext cx="131762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23" name="Freeform 61">
              <a:extLst>
                <a:ext uri="{FF2B5EF4-FFF2-40B4-BE49-F238E27FC236}">
                  <a16:creationId xmlns:a16="http://schemas.microsoft.com/office/drawing/2014/main" id="{4EBB8F9E-BFB7-4920-91AE-9922D3FC6CA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63612" y="1665288"/>
              <a:ext cx="755650" cy="755650"/>
            </a:xfrm>
            <a:custGeom>
              <a:avLst/>
              <a:gdLst>
                <a:gd name="T0" fmla="*/ 2147483646 w 722"/>
                <a:gd name="T1" fmla="*/ 2147483646 h 721"/>
                <a:gd name="T2" fmla="*/ 2147483646 w 722"/>
                <a:gd name="T3" fmla="*/ 2147483646 h 721"/>
                <a:gd name="T4" fmla="*/ 2147483646 w 722"/>
                <a:gd name="T5" fmla="*/ 2147483646 h 721"/>
                <a:gd name="T6" fmla="*/ 2147483646 w 722"/>
                <a:gd name="T7" fmla="*/ 2147483646 h 721"/>
                <a:gd name="T8" fmla="*/ 2147483646 w 722"/>
                <a:gd name="T9" fmla="*/ 2147483646 h 721"/>
                <a:gd name="T10" fmla="*/ 2147483646 w 722"/>
                <a:gd name="T11" fmla="*/ 2147483646 h 721"/>
                <a:gd name="T12" fmla="*/ 2147483646 w 722"/>
                <a:gd name="T13" fmla="*/ 2147483646 h 721"/>
                <a:gd name="T14" fmla="*/ 2147483646 w 722"/>
                <a:gd name="T15" fmla="*/ 2147483646 h 721"/>
                <a:gd name="T16" fmla="*/ 2147483646 w 722"/>
                <a:gd name="T17" fmla="*/ 2147483646 h 721"/>
                <a:gd name="T18" fmla="*/ 2147483646 w 722"/>
                <a:gd name="T19" fmla="*/ 2147483646 h 721"/>
                <a:gd name="T20" fmla="*/ 0 w 722"/>
                <a:gd name="T21" fmla="*/ 2147483646 h 721"/>
                <a:gd name="T22" fmla="*/ 2147483646 w 722"/>
                <a:gd name="T23" fmla="*/ 2147483646 h 721"/>
                <a:gd name="T24" fmla="*/ 2147483646 w 722"/>
                <a:gd name="T25" fmla="*/ 2147483646 h 721"/>
                <a:gd name="T26" fmla="*/ 2147483646 w 722"/>
                <a:gd name="T27" fmla="*/ 2147483646 h 721"/>
                <a:gd name="T28" fmla="*/ 2147483646 w 722"/>
                <a:gd name="T29" fmla="*/ 2147483646 h 721"/>
                <a:gd name="T30" fmla="*/ 2147483646 w 722"/>
                <a:gd name="T31" fmla="*/ 2147483646 h 721"/>
                <a:gd name="T32" fmla="*/ 2147483646 w 722"/>
                <a:gd name="T33" fmla="*/ 2147483646 h 721"/>
                <a:gd name="T34" fmla="*/ 2147483646 w 722"/>
                <a:gd name="T35" fmla="*/ 2147483646 h 721"/>
                <a:gd name="T36" fmla="*/ 2147483646 w 722"/>
                <a:gd name="T37" fmla="*/ 2147483646 h 721"/>
                <a:gd name="T38" fmla="*/ 2147483646 w 722"/>
                <a:gd name="T39" fmla="*/ 2147483646 h 721"/>
                <a:gd name="T40" fmla="*/ 2147483646 w 722"/>
                <a:gd name="T41" fmla="*/ 2147483646 h 721"/>
                <a:gd name="T42" fmla="*/ 2147483646 w 722"/>
                <a:gd name="T43" fmla="*/ 2147483646 h 721"/>
                <a:gd name="T44" fmla="*/ 2147483646 w 722"/>
                <a:gd name="T45" fmla="*/ 2147483646 h 721"/>
                <a:gd name="T46" fmla="*/ 2147483646 w 722"/>
                <a:gd name="T47" fmla="*/ 2147483646 h 721"/>
                <a:gd name="T48" fmla="*/ 2147483646 w 722"/>
                <a:gd name="T49" fmla="*/ 2147483646 h 721"/>
                <a:gd name="T50" fmla="*/ 2147483646 w 722"/>
                <a:gd name="T51" fmla="*/ 2147483646 h 721"/>
                <a:gd name="T52" fmla="*/ 2147483646 w 722"/>
                <a:gd name="T53" fmla="*/ 2147483646 h 721"/>
                <a:gd name="T54" fmla="*/ 2147483646 w 722"/>
                <a:gd name="T55" fmla="*/ 2147483646 h 721"/>
                <a:gd name="T56" fmla="*/ 2147483646 w 722"/>
                <a:gd name="T57" fmla="*/ 2147483646 h 721"/>
                <a:gd name="T58" fmla="*/ 2147483646 w 722"/>
                <a:gd name="T59" fmla="*/ 2147483646 h 721"/>
                <a:gd name="T60" fmla="*/ 2147483646 w 722"/>
                <a:gd name="T61" fmla="*/ 2147483646 h 721"/>
                <a:gd name="T62" fmla="*/ 2147483646 w 722"/>
                <a:gd name="T63" fmla="*/ 2147483646 h 721"/>
                <a:gd name="T64" fmla="*/ 2147483646 w 722"/>
                <a:gd name="T65" fmla="*/ 2147483646 h 721"/>
                <a:gd name="T66" fmla="*/ 2147483646 w 722"/>
                <a:gd name="T67" fmla="*/ 2147483646 h 721"/>
                <a:gd name="T68" fmla="*/ 2147483646 w 722"/>
                <a:gd name="T69" fmla="*/ 2147483646 h 721"/>
                <a:gd name="T70" fmla="*/ 2147483646 w 722"/>
                <a:gd name="T71" fmla="*/ 2147483646 h 721"/>
                <a:gd name="T72" fmla="*/ 2147483646 w 722"/>
                <a:gd name="T73" fmla="*/ 2147483646 h 721"/>
                <a:gd name="T74" fmla="*/ 2147483646 w 722"/>
                <a:gd name="T75" fmla="*/ 2147483646 h 721"/>
                <a:gd name="T76" fmla="*/ 2147483646 w 722"/>
                <a:gd name="T77" fmla="*/ 2147483646 h 721"/>
                <a:gd name="T78" fmla="*/ 2147483646 w 722"/>
                <a:gd name="T79" fmla="*/ 2147483646 h 721"/>
                <a:gd name="T80" fmla="*/ 2147483646 w 722"/>
                <a:gd name="T81" fmla="*/ 2147483646 h 721"/>
                <a:gd name="T82" fmla="*/ 2147483646 w 722"/>
                <a:gd name="T83" fmla="*/ 2147483646 h 721"/>
                <a:gd name="T84" fmla="*/ 2147483646 w 722"/>
                <a:gd name="T85" fmla="*/ 2147483646 h 721"/>
                <a:gd name="T86" fmla="*/ 2147483646 w 722"/>
                <a:gd name="T87" fmla="*/ 0 h 7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1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6" y="4"/>
                  </a:lnTo>
                  <a:lnTo>
                    <a:pt x="289" y="7"/>
                  </a:lnTo>
                  <a:lnTo>
                    <a:pt x="271" y="11"/>
                  </a:lnTo>
                  <a:lnTo>
                    <a:pt x="254" y="16"/>
                  </a:lnTo>
                  <a:lnTo>
                    <a:pt x="238" y="22"/>
                  </a:lnTo>
                  <a:lnTo>
                    <a:pt x="221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9" y="93"/>
                  </a:lnTo>
                  <a:lnTo>
                    <a:pt x="106" y="105"/>
                  </a:lnTo>
                  <a:lnTo>
                    <a:pt x="94" y="118"/>
                  </a:lnTo>
                  <a:lnTo>
                    <a:pt x="83" y="131"/>
                  </a:lnTo>
                  <a:lnTo>
                    <a:pt x="72" y="144"/>
                  </a:lnTo>
                  <a:lnTo>
                    <a:pt x="62" y="159"/>
                  </a:lnTo>
                  <a:lnTo>
                    <a:pt x="53" y="174"/>
                  </a:lnTo>
                  <a:lnTo>
                    <a:pt x="44" y="189"/>
                  </a:lnTo>
                  <a:lnTo>
                    <a:pt x="36" y="204"/>
                  </a:lnTo>
                  <a:lnTo>
                    <a:pt x="29" y="220"/>
                  </a:lnTo>
                  <a:lnTo>
                    <a:pt x="23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2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3" y="485"/>
                  </a:lnTo>
                  <a:lnTo>
                    <a:pt x="29" y="501"/>
                  </a:lnTo>
                  <a:lnTo>
                    <a:pt x="36" y="517"/>
                  </a:lnTo>
                  <a:lnTo>
                    <a:pt x="44" y="532"/>
                  </a:lnTo>
                  <a:lnTo>
                    <a:pt x="53" y="548"/>
                  </a:lnTo>
                  <a:lnTo>
                    <a:pt x="62" y="563"/>
                  </a:lnTo>
                  <a:lnTo>
                    <a:pt x="72" y="577"/>
                  </a:lnTo>
                  <a:lnTo>
                    <a:pt x="83" y="591"/>
                  </a:lnTo>
                  <a:lnTo>
                    <a:pt x="94" y="604"/>
                  </a:lnTo>
                  <a:lnTo>
                    <a:pt x="106" y="616"/>
                  </a:lnTo>
                  <a:lnTo>
                    <a:pt x="119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1" y="693"/>
                  </a:lnTo>
                  <a:lnTo>
                    <a:pt x="238" y="700"/>
                  </a:lnTo>
                  <a:lnTo>
                    <a:pt x="254" y="705"/>
                  </a:lnTo>
                  <a:lnTo>
                    <a:pt x="271" y="710"/>
                  </a:lnTo>
                  <a:lnTo>
                    <a:pt x="289" y="714"/>
                  </a:lnTo>
                  <a:lnTo>
                    <a:pt x="306" y="717"/>
                  </a:lnTo>
                  <a:lnTo>
                    <a:pt x="324" y="719"/>
                  </a:lnTo>
                  <a:lnTo>
                    <a:pt x="343" y="721"/>
                  </a:lnTo>
                  <a:lnTo>
                    <a:pt x="361" y="721"/>
                  </a:lnTo>
                  <a:lnTo>
                    <a:pt x="380" y="721"/>
                  </a:lnTo>
                  <a:lnTo>
                    <a:pt x="398" y="719"/>
                  </a:lnTo>
                  <a:lnTo>
                    <a:pt x="417" y="717"/>
                  </a:lnTo>
                  <a:lnTo>
                    <a:pt x="434" y="714"/>
                  </a:lnTo>
                  <a:lnTo>
                    <a:pt x="452" y="710"/>
                  </a:lnTo>
                  <a:lnTo>
                    <a:pt x="469" y="705"/>
                  </a:lnTo>
                  <a:lnTo>
                    <a:pt x="486" y="700"/>
                  </a:lnTo>
                  <a:lnTo>
                    <a:pt x="502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7" y="616"/>
                  </a:lnTo>
                  <a:lnTo>
                    <a:pt x="629" y="604"/>
                  </a:lnTo>
                  <a:lnTo>
                    <a:pt x="640" y="591"/>
                  </a:lnTo>
                  <a:lnTo>
                    <a:pt x="651" y="577"/>
                  </a:lnTo>
                  <a:lnTo>
                    <a:pt x="661" y="563"/>
                  </a:lnTo>
                  <a:lnTo>
                    <a:pt x="670" y="548"/>
                  </a:lnTo>
                  <a:lnTo>
                    <a:pt x="679" y="532"/>
                  </a:lnTo>
                  <a:lnTo>
                    <a:pt x="687" y="517"/>
                  </a:lnTo>
                  <a:lnTo>
                    <a:pt x="694" y="501"/>
                  </a:lnTo>
                  <a:lnTo>
                    <a:pt x="701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2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1" y="237"/>
                  </a:lnTo>
                  <a:lnTo>
                    <a:pt x="694" y="220"/>
                  </a:lnTo>
                  <a:lnTo>
                    <a:pt x="687" y="204"/>
                  </a:lnTo>
                  <a:lnTo>
                    <a:pt x="679" y="189"/>
                  </a:lnTo>
                  <a:lnTo>
                    <a:pt x="670" y="174"/>
                  </a:lnTo>
                  <a:lnTo>
                    <a:pt x="661" y="159"/>
                  </a:lnTo>
                  <a:lnTo>
                    <a:pt x="651" y="144"/>
                  </a:lnTo>
                  <a:lnTo>
                    <a:pt x="640" y="131"/>
                  </a:lnTo>
                  <a:lnTo>
                    <a:pt x="629" y="118"/>
                  </a:lnTo>
                  <a:lnTo>
                    <a:pt x="617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2" y="28"/>
                  </a:lnTo>
                  <a:lnTo>
                    <a:pt x="486" y="22"/>
                  </a:lnTo>
                  <a:lnTo>
                    <a:pt x="469" y="16"/>
                  </a:lnTo>
                  <a:lnTo>
                    <a:pt x="452" y="11"/>
                  </a:lnTo>
                  <a:lnTo>
                    <a:pt x="434" y="7"/>
                  </a:lnTo>
                  <a:lnTo>
                    <a:pt x="417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24" name="Freeform 62">
              <a:extLst>
                <a:ext uri="{FF2B5EF4-FFF2-40B4-BE49-F238E27FC236}">
                  <a16:creationId xmlns:a16="http://schemas.microsoft.com/office/drawing/2014/main" id="{893A5BF0-3987-4955-92D4-9E2F6D7CD80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70025" y="1665288"/>
              <a:ext cx="755650" cy="755650"/>
            </a:xfrm>
            <a:custGeom>
              <a:avLst/>
              <a:gdLst>
                <a:gd name="T0" fmla="*/ 2147483646 w 722"/>
                <a:gd name="T1" fmla="*/ 2147483646 h 721"/>
                <a:gd name="T2" fmla="*/ 2147483646 w 722"/>
                <a:gd name="T3" fmla="*/ 2147483646 h 721"/>
                <a:gd name="T4" fmla="*/ 2147483646 w 722"/>
                <a:gd name="T5" fmla="*/ 2147483646 h 721"/>
                <a:gd name="T6" fmla="*/ 2147483646 w 722"/>
                <a:gd name="T7" fmla="*/ 2147483646 h 721"/>
                <a:gd name="T8" fmla="*/ 2147483646 w 722"/>
                <a:gd name="T9" fmla="*/ 2147483646 h 721"/>
                <a:gd name="T10" fmla="*/ 2147483646 w 722"/>
                <a:gd name="T11" fmla="*/ 2147483646 h 721"/>
                <a:gd name="T12" fmla="*/ 2147483646 w 722"/>
                <a:gd name="T13" fmla="*/ 2147483646 h 721"/>
                <a:gd name="T14" fmla="*/ 2147483646 w 722"/>
                <a:gd name="T15" fmla="*/ 2147483646 h 721"/>
                <a:gd name="T16" fmla="*/ 2147483646 w 722"/>
                <a:gd name="T17" fmla="*/ 2147483646 h 721"/>
                <a:gd name="T18" fmla="*/ 2147483646 w 722"/>
                <a:gd name="T19" fmla="*/ 2147483646 h 721"/>
                <a:gd name="T20" fmla="*/ 0 w 722"/>
                <a:gd name="T21" fmla="*/ 2147483646 h 721"/>
                <a:gd name="T22" fmla="*/ 2147483646 w 722"/>
                <a:gd name="T23" fmla="*/ 2147483646 h 721"/>
                <a:gd name="T24" fmla="*/ 2147483646 w 722"/>
                <a:gd name="T25" fmla="*/ 2147483646 h 721"/>
                <a:gd name="T26" fmla="*/ 2147483646 w 722"/>
                <a:gd name="T27" fmla="*/ 2147483646 h 721"/>
                <a:gd name="T28" fmla="*/ 2147483646 w 722"/>
                <a:gd name="T29" fmla="*/ 2147483646 h 721"/>
                <a:gd name="T30" fmla="*/ 2147483646 w 722"/>
                <a:gd name="T31" fmla="*/ 2147483646 h 721"/>
                <a:gd name="T32" fmla="*/ 2147483646 w 722"/>
                <a:gd name="T33" fmla="*/ 2147483646 h 721"/>
                <a:gd name="T34" fmla="*/ 2147483646 w 722"/>
                <a:gd name="T35" fmla="*/ 2147483646 h 721"/>
                <a:gd name="T36" fmla="*/ 2147483646 w 722"/>
                <a:gd name="T37" fmla="*/ 2147483646 h 721"/>
                <a:gd name="T38" fmla="*/ 2147483646 w 722"/>
                <a:gd name="T39" fmla="*/ 2147483646 h 721"/>
                <a:gd name="T40" fmla="*/ 2147483646 w 722"/>
                <a:gd name="T41" fmla="*/ 2147483646 h 721"/>
                <a:gd name="T42" fmla="*/ 2147483646 w 722"/>
                <a:gd name="T43" fmla="*/ 2147483646 h 721"/>
                <a:gd name="T44" fmla="*/ 2147483646 w 722"/>
                <a:gd name="T45" fmla="*/ 2147483646 h 721"/>
                <a:gd name="T46" fmla="*/ 2147483646 w 722"/>
                <a:gd name="T47" fmla="*/ 2147483646 h 721"/>
                <a:gd name="T48" fmla="*/ 2147483646 w 722"/>
                <a:gd name="T49" fmla="*/ 2147483646 h 721"/>
                <a:gd name="T50" fmla="*/ 2147483646 w 722"/>
                <a:gd name="T51" fmla="*/ 2147483646 h 721"/>
                <a:gd name="T52" fmla="*/ 2147483646 w 722"/>
                <a:gd name="T53" fmla="*/ 2147483646 h 721"/>
                <a:gd name="T54" fmla="*/ 2147483646 w 722"/>
                <a:gd name="T55" fmla="*/ 2147483646 h 721"/>
                <a:gd name="T56" fmla="*/ 2147483646 w 722"/>
                <a:gd name="T57" fmla="*/ 2147483646 h 721"/>
                <a:gd name="T58" fmla="*/ 2147483646 w 722"/>
                <a:gd name="T59" fmla="*/ 2147483646 h 721"/>
                <a:gd name="T60" fmla="*/ 2147483646 w 722"/>
                <a:gd name="T61" fmla="*/ 2147483646 h 721"/>
                <a:gd name="T62" fmla="*/ 2147483646 w 722"/>
                <a:gd name="T63" fmla="*/ 2147483646 h 721"/>
                <a:gd name="T64" fmla="*/ 2147483646 w 722"/>
                <a:gd name="T65" fmla="*/ 2147483646 h 721"/>
                <a:gd name="T66" fmla="*/ 2147483646 w 722"/>
                <a:gd name="T67" fmla="*/ 2147483646 h 721"/>
                <a:gd name="T68" fmla="*/ 2147483646 w 722"/>
                <a:gd name="T69" fmla="*/ 2147483646 h 721"/>
                <a:gd name="T70" fmla="*/ 2147483646 w 722"/>
                <a:gd name="T71" fmla="*/ 2147483646 h 721"/>
                <a:gd name="T72" fmla="*/ 2147483646 w 722"/>
                <a:gd name="T73" fmla="*/ 2147483646 h 721"/>
                <a:gd name="T74" fmla="*/ 2147483646 w 722"/>
                <a:gd name="T75" fmla="*/ 2147483646 h 721"/>
                <a:gd name="T76" fmla="*/ 2147483646 w 722"/>
                <a:gd name="T77" fmla="*/ 2147483646 h 721"/>
                <a:gd name="T78" fmla="*/ 2147483646 w 722"/>
                <a:gd name="T79" fmla="*/ 2147483646 h 721"/>
                <a:gd name="T80" fmla="*/ 2147483646 w 722"/>
                <a:gd name="T81" fmla="*/ 2147483646 h 721"/>
                <a:gd name="T82" fmla="*/ 2147483646 w 722"/>
                <a:gd name="T83" fmla="*/ 2147483646 h 721"/>
                <a:gd name="T84" fmla="*/ 2147483646 w 722"/>
                <a:gd name="T85" fmla="*/ 2147483646 h 721"/>
                <a:gd name="T86" fmla="*/ 2147483646 w 722"/>
                <a:gd name="T87" fmla="*/ 0 h 7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1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5" y="4"/>
                  </a:lnTo>
                  <a:lnTo>
                    <a:pt x="288" y="7"/>
                  </a:lnTo>
                  <a:lnTo>
                    <a:pt x="270" y="11"/>
                  </a:lnTo>
                  <a:lnTo>
                    <a:pt x="253" y="16"/>
                  </a:lnTo>
                  <a:lnTo>
                    <a:pt x="237" y="22"/>
                  </a:lnTo>
                  <a:lnTo>
                    <a:pt x="220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8" y="93"/>
                  </a:lnTo>
                  <a:lnTo>
                    <a:pt x="105" y="105"/>
                  </a:lnTo>
                  <a:lnTo>
                    <a:pt x="93" y="118"/>
                  </a:lnTo>
                  <a:lnTo>
                    <a:pt x="82" y="131"/>
                  </a:lnTo>
                  <a:lnTo>
                    <a:pt x="71" y="144"/>
                  </a:lnTo>
                  <a:lnTo>
                    <a:pt x="61" y="159"/>
                  </a:lnTo>
                  <a:lnTo>
                    <a:pt x="52" y="174"/>
                  </a:lnTo>
                  <a:lnTo>
                    <a:pt x="43" y="189"/>
                  </a:lnTo>
                  <a:lnTo>
                    <a:pt x="35" y="204"/>
                  </a:lnTo>
                  <a:lnTo>
                    <a:pt x="28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2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2" y="485"/>
                  </a:lnTo>
                  <a:lnTo>
                    <a:pt x="28" y="501"/>
                  </a:lnTo>
                  <a:lnTo>
                    <a:pt x="35" y="517"/>
                  </a:lnTo>
                  <a:lnTo>
                    <a:pt x="43" y="532"/>
                  </a:lnTo>
                  <a:lnTo>
                    <a:pt x="52" y="548"/>
                  </a:lnTo>
                  <a:lnTo>
                    <a:pt x="61" y="563"/>
                  </a:lnTo>
                  <a:lnTo>
                    <a:pt x="71" y="577"/>
                  </a:lnTo>
                  <a:lnTo>
                    <a:pt x="82" y="591"/>
                  </a:lnTo>
                  <a:lnTo>
                    <a:pt x="93" y="604"/>
                  </a:lnTo>
                  <a:lnTo>
                    <a:pt x="105" y="616"/>
                  </a:lnTo>
                  <a:lnTo>
                    <a:pt x="118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0" y="693"/>
                  </a:lnTo>
                  <a:lnTo>
                    <a:pt x="237" y="700"/>
                  </a:lnTo>
                  <a:lnTo>
                    <a:pt x="253" y="705"/>
                  </a:lnTo>
                  <a:lnTo>
                    <a:pt x="270" y="710"/>
                  </a:lnTo>
                  <a:lnTo>
                    <a:pt x="288" y="714"/>
                  </a:lnTo>
                  <a:lnTo>
                    <a:pt x="305" y="717"/>
                  </a:lnTo>
                  <a:lnTo>
                    <a:pt x="324" y="719"/>
                  </a:lnTo>
                  <a:lnTo>
                    <a:pt x="343" y="721"/>
                  </a:lnTo>
                  <a:lnTo>
                    <a:pt x="361" y="721"/>
                  </a:lnTo>
                  <a:lnTo>
                    <a:pt x="380" y="721"/>
                  </a:lnTo>
                  <a:lnTo>
                    <a:pt x="398" y="719"/>
                  </a:lnTo>
                  <a:lnTo>
                    <a:pt x="416" y="717"/>
                  </a:lnTo>
                  <a:lnTo>
                    <a:pt x="433" y="714"/>
                  </a:lnTo>
                  <a:lnTo>
                    <a:pt x="451" y="710"/>
                  </a:lnTo>
                  <a:lnTo>
                    <a:pt x="468" y="705"/>
                  </a:lnTo>
                  <a:lnTo>
                    <a:pt x="485" y="700"/>
                  </a:lnTo>
                  <a:lnTo>
                    <a:pt x="501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6" y="616"/>
                  </a:lnTo>
                  <a:lnTo>
                    <a:pt x="628" y="604"/>
                  </a:lnTo>
                  <a:lnTo>
                    <a:pt x="639" y="591"/>
                  </a:lnTo>
                  <a:lnTo>
                    <a:pt x="650" y="577"/>
                  </a:lnTo>
                  <a:lnTo>
                    <a:pt x="660" y="563"/>
                  </a:lnTo>
                  <a:lnTo>
                    <a:pt x="669" y="548"/>
                  </a:lnTo>
                  <a:lnTo>
                    <a:pt x="678" y="532"/>
                  </a:lnTo>
                  <a:lnTo>
                    <a:pt x="686" y="517"/>
                  </a:lnTo>
                  <a:lnTo>
                    <a:pt x="693" y="501"/>
                  </a:lnTo>
                  <a:lnTo>
                    <a:pt x="700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2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0" y="237"/>
                  </a:lnTo>
                  <a:lnTo>
                    <a:pt x="693" y="220"/>
                  </a:lnTo>
                  <a:lnTo>
                    <a:pt x="686" y="204"/>
                  </a:lnTo>
                  <a:lnTo>
                    <a:pt x="678" y="189"/>
                  </a:lnTo>
                  <a:lnTo>
                    <a:pt x="669" y="174"/>
                  </a:lnTo>
                  <a:lnTo>
                    <a:pt x="660" y="159"/>
                  </a:lnTo>
                  <a:lnTo>
                    <a:pt x="650" y="144"/>
                  </a:lnTo>
                  <a:lnTo>
                    <a:pt x="639" y="131"/>
                  </a:lnTo>
                  <a:lnTo>
                    <a:pt x="628" y="118"/>
                  </a:lnTo>
                  <a:lnTo>
                    <a:pt x="616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1" y="28"/>
                  </a:lnTo>
                  <a:lnTo>
                    <a:pt x="485" y="22"/>
                  </a:lnTo>
                  <a:lnTo>
                    <a:pt x="468" y="16"/>
                  </a:lnTo>
                  <a:lnTo>
                    <a:pt x="451" y="11"/>
                  </a:lnTo>
                  <a:lnTo>
                    <a:pt x="433" y="7"/>
                  </a:lnTo>
                  <a:lnTo>
                    <a:pt x="416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25" name="Rectangle 69">
              <a:extLst>
                <a:ext uri="{FF2B5EF4-FFF2-40B4-BE49-F238E27FC236}">
                  <a16:creationId xmlns:a16="http://schemas.microsoft.com/office/drawing/2014/main" id="{642926A6-75EE-46AF-842E-F431860EB9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8975" y="1517650"/>
              <a:ext cx="1790700" cy="1493838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90115" name="Group 71">
            <a:extLst>
              <a:ext uri="{FF2B5EF4-FFF2-40B4-BE49-F238E27FC236}">
                <a16:creationId xmlns:a16="http://schemas.microsoft.com/office/drawing/2014/main" id="{0335333B-E039-4502-8255-241111E085F3}"/>
              </a:ext>
            </a:extLst>
          </p:cNvPr>
          <p:cNvGrpSpPr>
            <a:grpSpLocks/>
          </p:cNvGrpSpPr>
          <p:nvPr/>
        </p:nvGrpSpPr>
        <p:grpSpPr bwMode="auto">
          <a:xfrm>
            <a:off x="4879180" y="1597025"/>
            <a:ext cx="1789113" cy="1833563"/>
            <a:chOff x="685800" y="3525838"/>
            <a:chExt cx="1789112" cy="1833562"/>
          </a:xfrm>
        </p:grpSpPr>
        <p:sp>
          <p:nvSpPr>
            <p:cNvPr id="90203" name="Freeform 2">
              <a:extLst>
                <a:ext uri="{FF2B5EF4-FFF2-40B4-BE49-F238E27FC236}">
                  <a16:creationId xmlns:a16="http://schemas.microsoft.com/office/drawing/2014/main" id="{A8BA504B-8AAF-4C66-AA86-70663A15098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11262" y="4157663"/>
              <a:ext cx="758825" cy="757237"/>
            </a:xfrm>
            <a:custGeom>
              <a:avLst/>
              <a:gdLst>
                <a:gd name="T0" fmla="*/ 2147483646 w 723"/>
                <a:gd name="T1" fmla="*/ 2147483646 h 724"/>
                <a:gd name="T2" fmla="*/ 2147483646 w 723"/>
                <a:gd name="T3" fmla="*/ 2147483646 h 724"/>
                <a:gd name="T4" fmla="*/ 2147483646 w 723"/>
                <a:gd name="T5" fmla="*/ 2147483646 h 724"/>
                <a:gd name="T6" fmla="*/ 2147483646 w 723"/>
                <a:gd name="T7" fmla="*/ 2147483646 h 724"/>
                <a:gd name="T8" fmla="*/ 2147483646 w 723"/>
                <a:gd name="T9" fmla="*/ 2147483646 h 724"/>
                <a:gd name="T10" fmla="*/ 2147483646 w 723"/>
                <a:gd name="T11" fmla="*/ 2147483646 h 724"/>
                <a:gd name="T12" fmla="*/ 2147483646 w 723"/>
                <a:gd name="T13" fmla="*/ 2147483646 h 724"/>
                <a:gd name="T14" fmla="*/ 2147483646 w 723"/>
                <a:gd name="T15" fmla="*/ 2147483646 h 724"/>
                <a:gd name="T16" fmla="*/ 2147483646 w 723"/>
                <a:gd name="T17" fmla="*/ 2147483646 h 724"/>
                <a:gd name="T18" fmla="*/ 2147483646 w 723"/>
                <a:gd name="T19" fmla="*/ 2147483646 h 724"/>
                <a:gd name="T20" fmla="*/ 2147483646 w 723"/>
                <a:gd name="T21" fmla="*/ 2147483646 h 724"/>
                <a:gd name="T22" fmla="*/ 2147483646 w 723"/>
                <a:gd name="T23" fmla="*/ 2147483646 h 724"/>
                <a:gd name="T24" fmla="*/ 2147483646 w 723"/>
                <a:gd name="T25" fmla="*/ 2147483646 h 724"/>
                <a:gd name="T26" fmla="*/ 2147483646 w 723"/>
                <a:gd name="T27" fmla="*/ 2147483646 h 724"/>
                <a:gd name="T28" fmla="*/ 2147483646 w 723"/>
                <a:gd name="T29" fmla="*/ 2147483646 h 724"/>
                <a:gd name="T30" fmla="*/ 2147483646 w 723"/>
                <a:gd name="T31" fmla="*/ 2147483646 h 724"/>
                <a:gd name="T32" fmla="*/ 2147483646 w 723"/>
                <a:gd name="T33" fmla="*/ 2147483646 h 724"/>
                <a:gd name="T34" fmla="*/ 2147483646 w 723"/>
                <a:gd name="T35" fmla="*/ 2147483646 h 724"/>
                <a:gd name="T36" fmla="*/ 2147483646 w 723"/>
                <a:gd name="T37" fmla="*/ 2147483646 h 724"/>
                <a:gd name="T38" fmla="*/ 2147483646 w 723"/>
                <a:gd name="T39" fmla="*/ 2147483646 h 724"/>
                <a:gd name="T40" fmla="*/ 2147483646 w 723"/>
                <a:gd name="T41" fmla="*/ 2147483646 h 724"/>
                <a:gd name="T42" fmla="*/ 2147483646 w 723"/>
                <a:gd name="T43" fmla="*/ 2147483646 h 724"/>
                <a:gd name="T44" fmla="*/ 2147483646 w 723"/>
                <a:gd name="T45" fmla="*/ 2147483646 h 724"/>
                <a:gd name="T46" fmla="*/ 2147483646 w 723"/>
                <a:gd name="T47" fmla="*/ 2147483646 h 724"/>
                <a:gd name="T48" fmla="*/ 2147483646 w 723"/>
                <a:gd name="T49" fmla="*/ 2147483646 h 724"/>
                <a:gd name="T50" fmla="*/ 2147483646 w 723"/>
                <a:gd name="T51" fmla="*/ 2147483646 h 724"/>
                <a:gd name="T52" fmla="*/ 2147483646 w 723"/>
                <a:gd name="T53" fmla="*/ 2147483646 h 724"/>
                <a:gd name="T54" fmla="*/ 2147483646 w 723"/>
                <a:gd name="T55" fmla="*/ 2147483646 h 724"/>
                <a:gd name="T56" fmla="*/ 2147483646 w 723"/>
                <a:gd name="T57" fmla="*/ 2147483646 h 724"/>
                <a:gd name="T58" fmla="*/ 2147483646 w 723"/>
                <a:gd name="T59" fmla="*/ 2147483646 h 724"/>
                <a:gd name="T60" fmla="*/ 2147483646 w 723"/>
                <a:gd name="T61" fmla="*/ 2147483646 h 724"/>
                <a:gd name="T62" fmla="*/ 2147483646 w 723"/>
                <a:gd name="T63" fmla="*/ 2147483646 h 724"/>
                <a:gd name="T64" fmla="*/ 2147483646 w 723"/>
                <a:gd name="T65" fmla="*/ 2147483646 h 724"/>
                <a:gd name="T66" fmla="*/ 2147483646 w 723"/>
                <a:gd name="T67" fmla="*/ 2147483646 h 724"/>
                <a:gd name="T68" fmla="*/ 2147483646 w 723"/>
                <a:gd name="T69" fmla="*/ 2147483646 h 724"/>
                <a:gd name="T70" fmla="*/ 2147483646 w 723"/>
                <a:gd name="T71" fmla="*/ 2147483646 h 724"/>
                <a:gd name="T72" fmla="*/ 2147483646 w 723"/>
                <a:gd name="T73" fmla="*/ 2147483646 h 724"/>
                <a:gd name="T74" fmla="*/ 2147483646 w 723"/>
                <a:gd name="T75" fmla="*/ 2147483646 h 724"/>
                <a:gd name="T76" fmla="*/ 2147483646 w 723"/>
                <a:gd name="T77" fmla="*/ 2147483646 h 724"/>
                <a:gd name="T78" fmla="*/ 2147483646 w 723"/>
                <a:gd name="T79" fmla="*/ 2147483646 h 724"/>
                <a:gd name="T80" fmla="*/ 2147483646 w 723"/>
                <a:gd name="T81" fmla="*/ 2147483646 h 724"/>
                <a:gd name="T82" fmla="*/ 2147483646 w 723"/>
                <a:gd name="T83" fmla="*/ 2147483646 h 724"/>
                <a:gd name="T84" fmla="*/ 2147483646 w 723"/>
                <a:gd name="T85" fmla="*/ 2147483646 h 724"/>
                <a:gd name="T86" fmla="*/ 2147483646 w 723"/>
                <a:gd name="T87" fmla="*/ 2147483646 h 724"/>
                <a:gd name="T88" fmla="*/ 2147483646 w 723"/>
                <a:gd name="T89" fmla="*/ 2147483646 h 72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723" h="724">
                  <a:moveTo>
                    <a:pt x="361" y="362"/>
                  </a:moveTo>
                  <a:lnTo>
                    <a:pt x="361" y="0"/>
                  </a:lnTo>
                  <a:lnTo>
                    <a:pt x="343" y="1"/>
                  </a:lnTo>
                  <a:lnTo>
                    <a:pt x="325" y="2"/>
                  </a:lnTo>
                  <a:lnTo>
                    <a:pt x="307" y="5"/>
                  </a:lnTo>
                  <a:lnTo>
                    <a:pt x="289" y="8"/>
                  </a:lnTo>
                  <a:lnTo>
                    <a:pt x="272" y="12"/>
                  </a:lnTo>
                  <a:lnTo>
                    <a:pt x="254" y="17"/>
                  </a:lnTo>
                  <a:lnTo>
                    <a:pt x="238" y="22"/>
                  </a:lnTo>
                  <a:lnTo>
                    <a:pt x="221" y="29"/>
                  </a:lnTo>
                  <a:lnTo>
                    <a:pt x="205" y="36"/>
                  </a:lnTo>
                  <a:lnTo>
                    <a:pt x="190" y="44"/>
                  </a:lnTo>
                  <a:lnTo>
                    <a:pt x="175" y="53"/>
                  </a:lnTo>
                  <a:lnTo>
                    <a:pt x="159" y="62"/>
                  </a:lnTo>
                  <a:lnTo>
                    <a:pt x="145" y="73"/>
                  </a:lnTo>
                  <a:lnTo>
                    <a:pt x="132" y="84"/>
                  </a:lnTo>
                  <a:lnTo>
                    <a:pt x="118" y="95"/>
                  </a:lnTo>
                  <a:lnTo>
                    <a:pt x="106" y="107"/>
                  </a:lnTo>
                  <a:lnTo>
                    <a:pt x="94" y="119"/>
                  </a:lnTo>
                  <a:lnTo>
                    <a:pt x="83" y="133"/>
                  </a:lnTo>
                  <a:lnTo>
                    <a:pt x="72" y="146"/>
                  </a:lnTo>
                  <a:lnTo>
                    <a:pt x="62" y="160"/>
                  </a:lnTo>
                  <a:lnTo>
                    <a:pt x="53" y="175"/>
                  </a:lnTo>
                  <a:lnTo>
                    <a:pt x="44" y="190"/>
                  </a:lnTo>
                  <a:lnTo>
                    <a:pt x="36" y="205"/>
                  </a:lnTo>
                  <a:lnTo>
                    <a:pt x="29" y="221"/>
                  </a:lnTo>
                  <a:lnTo>
                    <a:pt x="22" y="238"/>
                  </a:lnTo>
                  <a:lnTo>
                    <a:pt x="17" y="254"/>
                  </a:lnTo>
                  <a:lnTo>
                    <a:pt x="12" y="273"/>
                  </a:lnTo>
                  <a:lnTo>
                    <a:pt x="8" y="290"/>
                  </a:lnTo>
                  <a:lnTo>
                    <a:pt x="5" y="308"/>
                  </a:lnTo>
                  <a:lnTo>
                    <a:pt x="2" y="326"/>
                  </a:lnTo>
                  <a:lnTo>
                    <a:pt x="1" y="344"/>
                  </a:lnTo>
                  <a:lnTo>
                    <a:pt x="0" y="362"/>
                  </a:lnTo>
                  <a:lnTo>
                    <a:pt x="1" y="381"/>
                  </a:lnTo>
                  <a:lnTo>
                    <a:pt x="2" y="399"/>
                  </a:lnTo>
                  <a:lnTo>
                    <a:pt x="5" y="417"/>
                  </a:lnTo>
                  <a:lnTo>
                    <a:pt x="8" y="435"/>
                  </a:lnTo>
                  <a:lnTo>
                    <a:pt x="12" y="452"/>
                  </a:lnTo>
                  <a:lnTo>
                    <a:pt x="17" y="471"/>
                  </a:lnTo>
                  <a:lnTo>
                    <a:pt x="22" y="487"/>
                  </a:lnTo>
                  <a:lnTo>
                    <a:pt x="29" y="504"/>
                  </a:lnTo>
                  <a:lnTo>
                    <a:pt x="36" y="520"/>
                  </a:lnTo>
                  <a:lnTo>
                    <a:pt x="44" y="535"/>
                  </a:lnTo>
                  <a:lnTo>
                    <a:pt x="53" y="550"/>
                  </a:lnTo>
                  <a:lnTo>
                    <a:pt x="62" y="565"/>
                  </a:lnTo>
                  <a:lnTo>
                    <a:pt x="72" y="579"/>
                  </a:lnTo>
                  <a:lnTo>
                    <a:pt x="83" y="592"/>
                  </a:lnTo>
                  <a:lnTo>
                    <a:pt x="94" y="606"/>
                  </a:lnTo>
                  <a:lnTo>
                    <a:pt x="106" y="618"/>
                  </a:lnTo>
                  <a:lnTo>
                    <a:pt x="118" y="630"/>
                  </a:lnTo>
                  <a:lnTo>
                    <a:pt x="132" y="641"/>
                  </a:lnTo>
                  <a:lnTo>
                    <a:pt x="145" y="652"/>
                  </a:lnTo>
                  <a:lnTo>
                    <a:pt x="159" y="662"/>
                  </a:lnTo>
                  <a:lnTo>
                    <a:pt x="175" y="672"/>
                  </a:lnTo>
                  <a:lnTo>
                    <a:pt x="190" y="681"/>
                  </a:lnTo>
                  <a:lnTo>
                    <a:pt x="205" y="689"/>
                  </a:lnTo>
                  <a:lnTo>
                    <a:pt x="221" y="696"/>
                  </a:lnTo>
                  <a:lnTo>
                    <a:pt x="238" y="703"/>
                  </a:lnTo>
                  <a:lnTo>
                    <a:pt x="254" y="708"/>
                  </a:lnTo>
                  <a:lnTo>
                    <a:pt x="272" y="713"/>
                  </a:lnTo>
                  <a:lnTo>
                    <a:pt x="289" y="717"/>
                  </a:lnTo>
                  <a:lnTo>
                    <a:pt x="307" y="720"/>
                  </a:lnTo>
                  <a:lnTo>
                    <a:pt x="325" y="723"/>
                  </a:lnTo>
                  <a:lnTo>
                    <a:pt x="343" y="724"/>
                  </a:lnTo>
                  <a:lnTo>
                    <a:pt x="361" y="724"/>
                  </a:lnTo>
                  <a:lnTo>
                    <a:pt x="381" y="724"/>
                  </a:lnTo>
                  <a:lnTo>
                    <a:pt x="399" y="723"/>
                  </a:lnTo>
                  <a:lnTo>
                    <a:pt x="417" y="720"/>
                  </a:lnTo>
                  <a:lnTo>
                    <a:pt x="435" y="717"/>
                  </a:lnTo>
                  <a:lnTo>
                    <a:pt x="452" y="713"/>
                  </a:lnTo>
                  <a:lnTo>
                    <a:pt x="470" y="708"/>
                  </a:lnTo>
                  <a:lnTo>
                    <a:pt x="486" y="703"/>
                  </a:lnTo>
                  <a:lnTo>
                    <a:pt x="503" y="696"/>
                  </a:lnTo>
                  <a:lnTo>
                    <a:pt x="519" y="689"/>
                  </a:lnTo>
                  <a:lnTo>
                    <a:pt x="534" y="681"/>
                  </a:lnTo>
                  <a:lnTo>
                    <a:pt x="549" y="672"/>
                  </a:lnTo>
                  <a:lnTo>
                    <a:pt x="565" y="662"/>
                  </a:lnTo>
                  <a:lnTo>
                    <a:pt x="579" y="652"/>
                  </a:lnTo>
                  <a:lnTo>
                    <a:pt x="592" y="641"/>
                  </a:lnTo>
                  <a:lnTo>
                    <a:pt x="606" y="630"/>
                  </a:lnTo>
                  <a:lnTo>
                    <a:pt x="618" y="618"/>
                  </a:lnTo>
                  <a:lnTo>
                    <a:pt x="630" y="606"/>
                  </a:lnTo>
                  <a:lnTo>
                    <a:pt x="641" y="592"/>
                  </a:lnTo>
                  <a:lnTo>
                    <a:pt x="652" y="579"/>
                  </a:lnTo>
                  <a:lnTo>
                    <a:pt x="662" y="565"/>
                  </a:lnTo>
                  <a:lnTo>
                    <a:pt x="671" y="550"/>
                  </a:lnTo>
                  <a:lnTo>
                    <a:pt x="680" y="535"/>
                  </a:lnTo>
                  <a:lnTo>
                    <a:pt x="688" y="520"/>
                  </a:lnTo>
                  <a:lnTo>
                    <a:pt x="695" y="504"/>
                  </a:lnTo>
                  <a:lnTo>
                    <a:pt x="702" y="487"/>
                  </a:lnTo>
                  <a:lnTo>
                    <a:pt x="707" y="471"/>
                  </a:lnTo>
                  <a:lnTo>
                    <a:pt x="712" y="452"/>
                  </a:lnTo>
                  <a:lnTo>
                    <a:pt x="716" y="435"/>
                  </a:lnTo>
                  <a:lnTo>
                    <a:pt x="719" y="417"/>
                  </a:lnTo>
                  <a:lnTo>
                    <a:pt x="722" y="399"/>
                  </a:lnTo>
                  <a:lnTo>
                    <a:pt x="723" y="381"/>
                  </a:lnTo>
                  <a:lnTo>
                    <a:pt x="723" y="362"/>
                  </a:lnTo>
                  <a:lnTo>
                    <a:pt x="723" y="344"/>
                  </a:lnTo>
                  <a:lnTo>
                    <a:pt x="722" y="326"/>
                  </a:lnTo>
                  <a:lnTo>
                    <a:pt x="719" y="308"/>
                  </a:lnTo>
                  <a:lnTo>
                    <a:pt x="716" y="290"/>
                  </a:lnTo>
                  <a:lnTo>
                    <a:pt x="712" y="273"/>
                  </a:lnTo>
                  <a:lnTo>
                    <a:pt x="707" y="254"/>
                  </a:lnTo>
                  <a:lnTo>
                    <a:pt x="702" y="238"/>
                  </a:lnTo>
                  <a:lnTo>
                    <a:pt x="695" y="221"/>
                  </a:lnTo>
                  <a:lnTo>
                    <a:pt x="688" y="205"/>
                  </a:lnTo>
                  <a:lnTo>
                    <a:pt x="680" y="190"/>
                  </a:lnTo>
                  <a:lnTo>
                    <a:pt x="671" y="175"/>
                  </a:lnTo>
                  <a:lnTo>
                    <a:pt x="662" y="160"/>
                  </a:lnTo>
                  <a:lnTo>
                    <a:pt x="652" y="146"/>
                  </a:lnTo>
                  <a:lnTo>
                    <a:pt x="641" y="133"/>
                  </a:lnTo>
                  <a:lnTo>
                    <a:pt x="630" y="119"/>
                  </a:lnTo>
                  <a:lnTo>
                    <a:pt x="618" y="107"/>
                  </a:lnTo>
                  <a:lnTo>
                    <a:pt x="606" y="95"/>
                  </a:lnTo>
                  <a:lnTo>
                    <a:pt x="592" y="84"/>
                  </a:lnTo>
                  <a:lnTo>
                    <a:pt x="579" y="73"/>
                  </a:lnTo>
                  <a:lnTo>
                    <a:pt x="565" y="62"/>
                  </a:lnTo>
                  <a:lnTo>
                    <a:pt x="549" y="53"/>
                  </a:lnTo>
                  <a:lnTo>
                    <a:pt x="534" y="44"/>
                  </a:lnTo>
                  <a:lnTo>
                    <a:pt x="519" y="36"/>
                  </a:lnTo>
                  <a:lnTo>
                    <a:pt x="503" y="29"/>
                  </a:lnTo>
                  <a:lnTo>
                    <a:pt x="486" y="22"/>
                  </a:lnTo>
                  <a:lnTo>
                    <a:pt x="470" y="17"/>
                  </a:lnTo>
                  <a:lnTo>
                    <a:pt x="452" y="12"/>
                  </a:lnTo>
                  <a:lnTo>
                    <a:pt x="435" y="8"/>
                  </a:lnTo>
                  <a:lnTo>
                    <a:pt x="417" y="5"/>
                  </a:lnTo>
                  <a:lnTo>
                    <a:pt x="399" y="2"/>
                  </a:lnTo>
                  <a:lnTo>
                    <a:pt x="381" y="1"/>
                  </a:lnTo>
                  <a:lnTo>
                    <a:pt x="361" y="0"/>
                  </a:lnTo>
                  <a:lnTo>
                    <a:pt x="361" y="362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4" name="Freeform 3">
              <a:extLst>
                <a:ext uri="{FF2B5EF4-FFF2-40B4-BE49-F238E27FC236}">
                  <a16:creationId xmlns:a16="http://schemas.microsoft.com/office/drawing/2014/main" id="{D4372A22-53F6-42D3-8F61-E3DE8D58A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7775" y="4162425"/>
              <a:ext cx="441325" cy="242888"/>
            </a:xfrm>
            <a:custGeom>
              <a:avLst/>
              <a:gdLst>
                <a:gd name="T0" fmla="*/ 0 w 289"/>
                <a:gd name="T1" fmla="*/ 2147483646 h 187"/>
                <a:gd name="T2" fmla="*/ 2147483646 w 289"/>
                <a:gd name="T3" fmla="*/ 2147483646 h 187"/>
                <a:gd name="T4" fmla="*/ 2147483646 w 289"/>
                <a:gd name="T5" fmla="*/ 2147483646 h 187"/>
                <a:gd name="T6" fmla="*/ 2147483646 w 289"/>
                <a:gd name="T7" fmla="*/ 2147483646 h 187"/>
                <a:gd name="T8" fmla="*/ 2147483646 w 289"/>
                <a:gd name="T9" fmla="*/ 2147483646 h 187"/>
                <a:gd name="T10" fmla="*/ 2147483646 w 289"/>
                <a:gd name="T11" fmla="*/ 2147483646 h 187"/>
                <a:gd name="T12" fmla="*/ 2147483646 w 289"/>
                <a:gd name="T13" fmla="*/ 2147483646 h 187"/>
                <a:gd name="T14" fmla="*/ 2147483646 w 289"/>
                <a:gd name="T15" fmla="*/ 2147483646 h 187"/>
                <a:gd name="T16" fmla="*/ 2147483646 w 289"/>
                <a:gd name="T17" fmla="*/ 2147483646 h 187"/>
                <a:gd name="T18" fmla="*/ 2147483646 w 289"/>
                <a:gd name="T19" fmla="*/ 2147483646 h 187"/>
                <a:gd name="T20" fmla="*/ 2147483646 w 289"/>
                <a:gd name="T21" fmla="*/ 2147483646 h 187"/>
                <a:gd name="T22" fmla="*/ 2147483646 w 289"/>
                <a:gd name="T23" fmla="*/ 2147483646 h 187"/>
                <a:gd name="T24" fmla="*/ 2147483646 w 289"/>
                <a:gd name="T25" fmla="*/ 2147483646 h 187"/>
                <a:gd name="T26" fmla="*/ 2147483646 w 289"/>
                <a:gd name="T27" fmla="*/ 2147483646 h 187"/>
                <a:gd name="T28" fmla="*/ 2147483646 w 289"/>
                <a:gd name="T29" fmla="*/ 2147483646 h 187"/>
                <a:gd name="T30" fmla="*/ 2147483646 w 289"/>
                <a:gd name="T31" fmla="*/ 2147483646 h 187"/>
                <a:gd name="T32" fmla="*/ 2147483646 w 289"/>
                <a:gd name="T33" fmla="*/ 2147483646 h 187"/>
                <a:gd name="T34" fmla="*/ 2147483646 w 289"/>
                <a:gd name="T35" fmla="*/ 2147483646 h 187"/>
                <a:gd name="T36" fmla="*/ 2147483646 w 289"/>
                <a:gd name="T37" fmla="*/ 0 h 187"/>
                <a:gd name="T38" fmla="*/ 2147483646 w 289"/>
                <a:gd name="T39" fmla="*/ 0 h 187"/>
                <a:gd name="T40" fmla="*/ 2147483646 w 289"/>
                <a:gd name="T41" fmla="*/ 0 h 187"/>
                <a:gd name="T42" fmla="*/ 2147483646 w 289"/>
                <a:gd name="T43" fmla="*/ 2147483646 h 187"/>
                <a:gd name="T44" fmla="*/ 2147483646 w 289"/>
                <a:gd name="T45" fmla="*/ 2147483646 h 187"/>
                <a:gd name="T46" fmla="*/ 2147483646 w 289"/>
                <a:gd name="T47" fmla="*/ 2147483646 h 187"/>
                <a:gd name="T48" fmla="*/ 2147483646 w 289"/>
                <a:gd name="T49" fmla="*/ 2147483646 h 187"/>
                <a:gd name="T50" fmla="*/ 2147483646 w 289"/>
                <a:gd name="T51" fmla="*/ 2147483646 h 187"/>
                <a:gd name="T52" fmla="*/ 2147483646 w 289"/>
                <a:gd name="T53" fmla="*/ 2147483646 h 187"/>
                <a:gd name="T54" fmla="*/ 2147483646 w 289"/>
                <a:gd name="T55" fmla="*/ 2147483646 h 187"/>
                <a:gd name="T56" fmla="*/ 2147483646 w 289"/>
                <a:gd name="T57" fmla="*/ 2147483646 h 187"/>
                <a:gd name="T58" fmla="*/ 2147483646 w 289"/>
                <a:gd name="T59" fmla="*/ 2147483646 h 187"/>
                <a:gd name="T60" fmla="*/ 2147483646 w 289"/>
                <a:gd name="T61" fmla="*/ 2147483646 h 187"/>
                <a:gd name="T62" fmla="*/ 2147483646 w 289"/>
                <a:gd name="T63" fmla="*/ 2147483646 h 187"/>
                <a:gd name="T64" fmla="*/ 0 w 289"/>
                <a:gd name="T65" fmla="*/ 2147483646 h 18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89" h="187">
                  <a:moveTo>
                    <a:pt x="0" y="175"/>
                  </a:moveTo>
                  <a:lnTo>
                    <a:pt x="14" y="180"/>
                  </a:lnTo>
                  <a:lnTo>
                    <a:pt x="38" y="185"/>
                  </a:lnTo>
                  <a:lnTo>
                    <a:pt x="60" y="187"/>
                  </a:lnTo>
                  <a:lnTo>
                    <a:pt x="83" y="187"/>
                  </a:lnTo>
                  <a:lnTo>
                    <a:pt x="109" y="185"/>
                  </a:lnTo>
                  <a:lnTo>
                    <a:pt x="131" y="178"/>
                  </a:lnTo>
                  <a:lnTo>
                    <a:pt x="163" y="166"/>
                  </a:lnTo>
                  <a:lnTo>
                    <a:pt x="194" y="149"/>
                  </a:lnTo>
                  <a:lnTo>
                    <a:pt x="216" y="133"/>
                  </a:lnTo>
                  <a:lnTo>
                    <a:pt x="233" y="115"/>
                  </a:lnTo>
                  <a:lnTo>
                    <a:pt x="252" y="91"/>
                  </a:lnTo>
                  <a:lnTo>
                    <a:pt x="266" y="70"/>
                  </a:lnTo>
                  <a:lnTo>
                    <a:pt x="276" y="52"/>
                  </a:lnTo>
                  <a:lnTo>
                    <a:pt x="283" y="30"/>
                  </a:lnTo>
                  <a:lnTo>
                    <a:pt x="287" y="18"/>
                  </a:lnTo>
                  <a:lnTo>
                    <a:pt x="289" y="9"/>
                  </a:lnTo>
                  <a:lnTo>
                    <a:pt x="262" y="3"/>
                  </a:lnTo>
                  <a:lnTo>
                    <a:pt x="234" y="0"/>
                  </a:lnTo>
                  <a:lnTo>
                    <a:pt x="214" y="0"/>
                  </a:lnTo>
                  <a:lnTo>
                    <a:pt x="193" y="0"/>
                  </a:lnTo>
                  <a:lnTo>
                    <a:pt x="173" y="5"/>
                  </a:lnTo>
                  <a:lnTo>
                    <a:pt x="150" y="10"/>
                  </a:lnTo>
                  <a:lnTo>
                    <a:pt x="132" y="16"/>
                  </a:lnTo>
                  <a:lnTo>
                    <a:pt x="109" y="28"/>
                  </a:lnTo>
                  <a:lnTo>
                    <a:pt x="90" y="40"/>
                  </a:lnTo>
                  <a:lnTo>
                    <a:pt x="66" y="59"/>
                  </a:lnTo>
                  <a:lnTo>
                    <a:pt x="50" y="76"/>
                  </a:lnTo>
                  <a:lnTo>
                    <a:pt x="35" y="95"/>
                  </a:lnTo>
                  <a:lnTo>
                    <a:pt x="23" y="115"/>
                  </a:lnTo>
                  <a:lnTo>
                    <a:pt x="12" y="135"/>
                  </a:lnTo>
                  <a:lnTo>
                    <a:pt x="5" y="156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mpd="sng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5" name="Freeform 5">
              <a:extLst>
                <a:ext uri="{FF2B5EF4-FFF2-40B4-BE49-F238E27FC236}">
                  <a16:creationId xmlns:a16="http://schemas.microsoft.com/office/drawing/2014/main" id="{58A85AC9-9061-4A67-8E40-5A35B6AA8E8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60437" y="3652838"/>
              <a:ext cx="755650" cy="755650"/>
            </a:xfrm>
            <a:custGeom>
              <a:avLst/>
              <a:gdLst>
                <a:gd name="T0" fmla="*/ 2147483646 w 722"/>
                <a:gd name="T1" fmla="*/ 2147483646 h 721"/>
                <a:gd name="T2" fmla="*/ 2147483646 w 722"/>
                <a:gd name="T3" fmla="*/ 2147483646 h 721"/>
                <a:gd name="T4" fmla="*/ 2147483646 w 722"/>
                <a:gd name="T5" fmla="*/ 2147483646 h 721"/>
                <a:gd name="T6" fmla="*/ 2147483646 w 722"/>
                <a:gd name="T7" fmla="*/ 2147483646 h 721"/>
                <a:gd name="T8" fmla="*/ 2147483646 w 722"/>
                <a:gd name="T9" fmla="*/ 2147483646 h 721"/>
                <a:gd name="T10" fmla="*/ 2147483646 w 722"/>
                <a:gd name="T11" fmla="*/ 2147483646 h 721"/>
                <a:gd name="T12" fmla="*/ 2147483646 w 722"/>
                <a:gd name="T13" fmla="*/ 2147483646 h 721"/>
                <a:gd name="T14" fmla="*/ 2147483646 w 722"/>
                <a:gd name="T15" fmla="*/ 2147483646 h 721"/>
                <a:gd name="T16" fmla="*/ 2147483646 w 722"/>
                <a:gd name="T17" fmla="*/ 2147483646 h 721"/>
                <a:gd name="T18" fmla="*/ 2147483646 w 722"/>
                <a:gd name="T19" fmla="*/ 2147483646 h 721"/>
                <a:gd name="T20" fmla="*/ 0 w 722"/>
                <a:gd name="T21" fmla="*/ 2147483646 h 721"/>
                <a:gd name="T22" fmla="*/ 2147483646 w 722"/>
                <a:gd name="T23" fmla="*/ 2147483646 h 721"/>
                <a:gd name="T24" fmla="*/ 2147483646 w 722"/>
                <a:gd name="T25" fmla="*/ 2147483646 h 721"/>
                <a:gd name="T26" fmla="*/ 2147483646 w 722"/>
                <a:gd name="T27" fmla="*/ 2147483646 h 721"/>
                <a:gd name="T28" fmla="*/ 2147483646 w 722"/>
                <a:gd name="T29" fmla="*/ 2147483646 h 721"/>
                <a:gd name="T30" fmla="*/ 2147483646 w 722"/>
                <a:gd name="T31" fmla="*/ 2147483646 h 721"/>
                <a:gd name="T32" fmla="*/ 2147483646 w 722"/>
                <a:gd name="T33" fmla="*/ 2147483646 h 721"/>
                <a:gd name="T34" fmla="*/ 2147483646 w 722"/>
                <a:gd name="T35" fmla="*/ 2147483646 h 721"/>
                <a:gd name="T36" fmla="*/ 2147483646 w 722"/>
                <a:gd name="T37" fmla="*/ 2147483646 h 721"/>
                <a:gd name="T38" fmla="*/ 2147483646 w 722"/>
                <a:gd name="T39" fmla="*/ 2147483646 h 721"/>
                <a:gd name="T40" fmla="*/ 2147483646 w 722"/>
                <a:gd name="T41" fmla="*/ 2147483646 h 721"/>
                <a:gd name="T42" fmla="*/ 2147483646 w 722"/>
                <a:gd name="T43" fmla="*/ 2147483646 h 721"/>
                <a:gd name="T44" fmla="*/ 2147483646 w 722"/>
                <a:gd name="T45" fmla="*/ 2147483646 h 721"/>
                <a:gd name="T46" fmla="*/ 2147483646 w 722"/>
                <a:gd name="T47" fmla="*/ 2147483646 h 721"/>
                <a:gd name="T48" fmla="*/ 2147483646 w 722"/>
                <a:gd name="T49" fmla="*/ 2147483646 h 721"/>
                <a:gd name="T50" fmla="*/ 2147483646 w 722"/>
                <a:gd name="T51" fmla="*/ 2147483646 h 721"/>
                <a:gd name="T52" fmla="*/ 2147483646 w 722"/>
                <a:gd name="T53" fmla="*/ 2147483646 h 721"/>
                <a:gd name="T54" fmla="*/ 2147483646 w 722"/>
                <a:gd name="T55" fmla="*/ 2147483646 h 721"/>
                <a:gd name="T56" fmla="*/ 2147483646 w 722"/>
                <a:gd name="T57" fmla="*/ 2147483646 h 721"/>
                <a:gd name="T58" fmla="*/ 2147483646 w 722"/>
                <a:gd name="T59" fmla="*/ 2147483646 h 721"/>
                <a:gd name="T60" fmla="*/ 2147483646 w 722"/>
                <a:gd name="T61" fmla="*/ 2147483646 h 721"/>
                <a:gd name="T62" fmla="*/ 2147483646 w 722"/>
                <a:gd name="T63" fmla="*/ 2147483646 h 721"/>
                <a:gd name="T64" fmla="*/ 2147483646 w 722"/>
                <a:gd name="T65" fmla="*/ 2147483646 h 721"/>
                <a:gd name="T66" fmla="*/ 2147483646 w 722"/>
                <a:gd name="T67" fmla="*/ 2147483646 h 721"/>
                <a:gd name="T68" fmla="*/ 2147483646 w 722"/>
                <a:gd name="T69" fmla="*/ 2147483646 h 721"/>
                <a:gd name="T70" fmla="*/ 2147483646 w 722"/>
                <a:gd name="T71" fmla="*/ 2147483646 h 721"/>
                <a:gd name="T72" fmla="*/ 2147483646 w 722"/>
                <a:gd name="T73" fmla="*/ 2147483646 h 721"/>
                <a:gd name="T74" fmla="*/ 2147483646 w 722"/>
                <a:gd name="T75" fmla="*/ 2147483646 h 721"/>
                <a:gd name="T76" fmla="*/ 2147483646 w 722"/>
                <a:gd name="T77" fmla="*/ 2147483646 h 721"/>
                <a:gd name="T78" fmla="*/ 2147483646 w 722"/>
                <a:gd name="T79" fmla="*/ 2147483646 h 721"/>
                <a:gd name="T80" fmla="*/ 2147483646 w 722"/>
                <a:gd name="T81" fmla="*/ 2147483646 h 721"/>
                <a:gd name="T82" fmla="*/ 2147483646 w 722"/>
                <a:gd name="T83" fmla="*/ 2147483646 h 721"/>
                <a:gd name="T84" fmla="*/ 2147483646 w 722"/>
                <a:gd name="T85" fmla="*/ 2147483646 h 721"/>
                <a:gd name="T86" fmla="*/ 2147483646 w 722"/>
                <a:gd name="T87" fmla="*/ 0 h 7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1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6" y="4"/>
                  </a:lnTo>
                  <a:lnTo>
                    <a:pt x="289" y="7"/>
                  </a:lnTo>
                  <a:lnTo>
                    <a:pt x="271" y="11"/>
                  </a:lnTo>
                  <a:lnTo>
                    <a:pt x="254" y="16"/>
                  </a:lnTo>
                  <a:lnTo>
                    <a:pt x="238" y="22"/>
                  </a:lnTo>
                  <a:lnTo>
                    <a:pt x="221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9" y="93"/>
                  </a:lnTo>
                  <a:lnTo>
                    <a:pt x="106" y="105"/>
                  </a:lnTo>
                  <a:lnTo>
                    <a:pt x="94" y="118"/>
                  </a:lnTo>
                  <a:lnTo>
                    <a:pt x="83" y="131"/>
                  </a:lnTo>
                  <a:lnTo>
                    <a:pt x="72" y="144"/>
                  </a:lnTo>
                  <a:lnTo>
                    <a:pt x="62" y="159"/>
                  </a:lnTo>
                  <a:lnTo>
                    <a:pt x="53" y="174"/>
                  </a:lnTo>
                  <a:lnTo>
                    <a:pt x="44" y="189"/>
                  </a:lnTo>
                  <a:lnTo>
                    <a:pt x="36" y="204"/>
                  </a:lnTo>
                  <a:lnTo>
                    <a:pt x="29" y="220"/>
                  </a:lnTo>
                  <a:lnTo>
                    <a:pt x="23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2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3" y="485"/>
                  </a:lnTo>
                  <a:lnTo>
                    <a:pt x="29" y="501"/>
                  </a:lnTo>
                  <a:lnTo>
                    <a:pt x="36" y="517"/>
                  </a:lnTo>
                  <a:lnTo>
                    <a:pt x="44" y="532"/>
                  </a:lnTo>
                  <a:lnTo>
                    <a:pt x="53" y="547"/>
                  </a:lnTo>
                  <a:lnTo>
                    <a:pt x="62" y="563"/>
                  </a:lnTo>
                  <a:lnTo>
                    <a:pt x="72" y="577"/>
                  </a:lnTo>
                  <a:lnTo>
                    <a:pt x="83" y="591"/>
                  </a:lnTo>
                  <a:lnTo>
                    <a:pt x="94" y="604"/>
                  </a:lnTo>
                  <a:lnTo>
                    <a:pt x="106" y="616"/>
                  </a:lnTo>
                  <a:lnTo>
                    <a:pt x="119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1" y="693"/>
                  </a:lnTo>
                  <a:lnTo>
                    <a:pt x="238" y="699"/>
                  </a:lnTo>
                  <a:lnTo>
                    <a:pt x="254" y="705"/>
                  </a:lnTo>
                  <a:lnTo>
                    <a:pt x="271" y="710"/>
                  </a:lnTo>
                  <a:lnTo>
                    <a:pt x="289" y="714"/>
                  </a:lnTo>
                  <a:lnTo>
                    <a:pt x="306" y="717"/>
                  </a:lnTo>
                  <a:lnTo>
                    <a:pt x="324" y="719"/>
                  </a:lnTo>
                  <a:lnTo>
                    <a:pt x="343" y="721"/>
                  </a:lnTo>
                  <a:lnTo>
                    <a:pt x="361" y="721"/>
                  </a:lnTo>
                  <a:lnTo>
                    <a:pt x="380" y="721"/>
                  </a:lnTo>
                  <a:lnTo>
                    <a:pt x="398" y="719"/>
                  </a:lnTo>
                  <a:lnTo>
                    <a:pt x="417" y="717"/>
                  </a:lnTo>
                  <a:lnTo>
                    <a:pt x="434" y="714"/>
                  </a:lnTo>
                  <a:lnTo>
                    <a:pt x="452" y="710"/>
                  </a:lnTo>
                  <a:lnTo>
                    <a:pt x="469" y="705"/>
                  </a:lnTo>
                  <a:lnTo>
                    <a:pt x="486" y="699"/>
                  </a:lnTo>
                  <a:lnTo>
                    <a:pt x="502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7" y="616"/>
                  </a:lnTo>
                  <a:lnTo>
                    <a:pt x="629" y="604"/>
                  </a:lnTo>
                  <a:lnTo>
                    <a:pt x="640" y="591"/>
                  </a:lnTo>
                  <a:lnTo>
                    <a:pt x="651" y="577"/>
                  </a:lnTo>
                  <a:lnTo>
                    <a:pt x="661" y="563"/>
                  </a:lnTo>
                  <a:lnTo>
                    <a:pt x="670" y="547"/>
                  </a:lnTo>
                  <a:lnTo>
                    <a:pt x="679" y="532"/>
                  </a:lnTo>
                  <a:lnTo>
                    <a:pt x="687" y="517"/>
                  </a:lnTo>
                  <a:lnTo>
                    <a:pt x="694" y="501"/>
                  </a:lnTo>
                  <a:lnTo>
                    <a:pt x="701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2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1" y="237"/>
                  </a:lnTo>
                  <a:lnTo>
                    <a:pt x="694" y="220"/>
                  </a:lnTo>
                  <a:lnTo>
                    <a:pt x="687" y="204"/>
                  </a:lnTo>
                  <a:lnTo>
                    <a:pt x="679" y="189"/>
                  </a:lnTo>
                  <a:lnTo>
                    <a:pt x="670" y="174"/>
                  </a:lnTo>
                  <a:lnTo>
                    <a:pt x="661" y="159"/>
                  </a:lnTo>
                  <a:lnTo>
                    <a:pt x="651" y="144"/>
                  </a:lnTo>
                  <a:lnTo>
                    <a:pt x="640" y="131"/>
                  </a:lnTo>
                  <a:lnTo>
                    <a:pt x="629" y="118"/>
                  </a:lnTo>
                  <a:lnTo>
                    <a:pt x="617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2" y="28"/>
                  </a:lnTo>
                  <a:lnTo>
                    <a:pt x="486" y="22"/>
                  </a:lnTo>
                  <a:lnTo>
                    <a:pt x="469" y="16"/>
                  </a:lnTo>
                  <a:lnTo>
                    <a:pt x="452" y="11"/>
                  </a:lnTo>
                  <a:lnTo>
                    <a:pt x="434" y="7"/>
                  </a:lnTo>
                  <a:lnTo>
                    <a:pt x="417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6" name="Rectangle 6">
              <a:extLst>
                <a:ext uri="{FF2B5EF4-FFF2-40B4-BE49-F238E27FC236}">
                  <a16:creationId xmlns:a16="http://schemas.microsoft.com/office/drawing/2014/main" id="{7E89988C-6D3A-4D5D-B327-631D7725DEF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57287" y="3863975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7" name="Rectangle 7">
              <a:extLst>
                <a:ext uri="{FF2B5EF4-FFF2-40B4-BE49-F238E27FC236}">
                  <a16:creationId xmlns:a16="http://schemas.microsoft.com/office/drawing/2014/main" id="{BFB026A6-AD15-4FFC-99DE-C41DA9B85C3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79600" y="3863975"/>
              <a:ext cx="131762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8" name="Rectangle 8">
              <a:extLst>
                <a:ext uri="{FF2B5EF4-FFF2-40B4-BE49-F238E27FC236}">
                  <a16:creationId xmlns:a16="http://schemas.microsoft.com/office/drawing/2014/main" id="{E871C5F7-AE5F-4FCF-A798-99D1B8DF08A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70037" y="4502150"/>
              <a:ext cx="1222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9" name="Rectangle 34">
              <a:extLst>
                <a:ext uri="{FF2B5EF4-FFF2-40B4-BE49-F238E27FC236}">
                  <a16:creationId xmlns:a16="http://schemas.microsoft.com/office/drawing/2014/main" id="{9E58E23E-8483-4AB0-BFA0-CD06BF2F2D9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36687" y="5130800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0" name="Rectangle 35">
              <a:extLst>
                <a:ext uri="{FF2B5EF4-FFF2-40B4-BE49-F238E27FC236}">
                  <a16:creationId xmlns:a16="http://schemas.microsoft.com/office/drawing/2014/main" id="{51A54212-5930-4851-9AA0-FE19305A2B7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00199" y="5130800"/>
              <a:ext cx="1222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1" name="Line 36">
              <a:extLst>
                <a:ext uri="{FF2B5EF4-FFF2-40B4-BE49-F238E27FC236}">
                  <a16:creationId xmlns:a16="http://schemas.microsoft.com/office/drawing/2014/main" id="{B24E575E-21D6-4526-8187-29D91B690FE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443037" y="5168900"/>
              <a:ext cx="63500" cy="317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2" name="Freeform 46">
              <a:extLst>
                <a:ext uri="{FF2B5EF4-FFF2-40B4-BE49-F238E27FC236}">
                  <a16:creationId xmlns:a16="http://schemas.microsoft.com/office/drawing/2014/main" id="{96196DE8-899F-4E0F-BCCE-3BC1291BB38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65262" y="3652838"/>
              <a:ext cx="755650" cy="755650"/>
            </a:xfrm>
            <a:custGeom>
              <a:avLst/>
              <a:gdLst>
                <a:gd name="T0" fmla="*/ 2147483646 w 722"/>
                <a:gd name="T1" fmla="*/ 2147483646 h 721"/>
                <a:gd name="T2" fmla="*/ 2147483646 w 722"/>
                <a:gd name="T3" fmla="*/ 2147483646 h 721"/>
                <a:gd name="T4" fmla="*/ 2147483646 w 722"/>
                <a:gd name="T5" fmla="*/ 2147483646 h 721"/>
                <a:gd name="T6" fmla="*/ 2147483646 w 722"/>
                <a:gd name="T7" fmla="*/ 2147483646 h 721"/>
                <a:gd name="T8" fmla="*/ 2147483646 w 722"/>
                <a:gd name="T9" fmla="*/ 2147483646 h 721"/>
                <a:gd name="T10" fmla="*/ 2147483646 w 722"/>
                <a:gd name="T11" fmla="*/ 2147483646 h 721"/>
                <a:gd name="T12" fmla="*/ 2147483646 w 722"/>
                <a:gd name="T13" fmla="*/ 2147483646 h 721"/>
                <a:gd name="T14" fmla="*/ 2147483646 w 722"/>
                <a:gd name="T15" fmla="*/ 2147483646 h 721"/>
                <a:gd name="T16" fmla="*/ 2147483646 w 722"/>
                <a:gd name="T17" fmla="*/ 2147483646 h 721"/>
                <a:gd name="T18" fmla="*/ 2147483646 w 722"/>
                <a:gd name="T19" fmla="*/ 2147483646 h 721"/>
                <a:gd name="T20" fmla="*/ 0 w 722"/>
                <a:gd name="T21" fmla="*/ 2147483646 h 721"/>
                <a:gd name="T22" fmla="*/ 2147483646 w 722"/>
                <a:gd name="T23" fmla="*/ 2147483646 h 721"/>
                <a:gd name="T24" fmla="*/ 2147483646 w 722"/>
                <a:gd name="T25" fmla="*/ 2147483646 h 721"/>
                <a:gd name="T26" fmla="*/ 2147483646 w 722"/>
                <a:gd name="T27" fmla="*/ 2147483646 h 721"/>
                <a:gd name="T28" fmla="*/ 2147483646 w 722"/>
                <a:gd name="T29" fmla="*/ 2147483646 h 721"/>
                <a:gd name="T30" fmla="*/ 2147483646 w 722"/>
                <a:gd name="T31" fmla="*/ 2147483646 h 721"/>
                <a:gd name="T32" fmla="*/ 2147483646 w 722"/>
                <a:gd name="T33" fmla="*/ 2147483646 h 721"/>
                <a:gd name="T34" fmla="*/ 2147483646 w 722"/>
                <a:gd name="T35" fmla="*/ 2147483646 h 721"/>
                <a:gd name="T36" fmla="*/ 2147483646 w 722"/>
                <a:gd name="T37" fmla="*/ 2147483646 h 721"/>
                <a:gd name="T38" fmla="*/ 2147483646 w 722"/>
                <a:gd name="T39" fmla="*/ 2147483646 h 721"/>
                <a:gd name="T40" fmla="*/ 2147483646 w 722"/>
                <a:gd name="T41" fmla="*/ 2147483646 h 721"/>
                <a:gd name="T42" fmla="*/ 2147483646 w 722"/>
                <a:gd name="T43" fmla="*/ 2147483646 h 721"/>
                <a:gd name="T44" fmla="*/ 2147483646 w 722"/>
                <a:gd name="T45" fmla="*/ 2147483646 h 721"/>
                <a:gd name="T46" fmla="*/ 2147483646 w 722"/>
                <a:gd name="T47" fmla="*/ 2147483646 h 721"/>
                <a:gd name="T48" fmla="*/ 2147483646 w 722"/>
                <a:gd name="T49" fmla="*/ 2147483646 h 721"/>
                <a:gd name="T50" fmla="*/ 2147483646 w 722"/>
                <a:gd name="T51" fmla="*/ 2147483646 h 721"/>
                <a:gd name="T52" fmla="*/ 2147483646 w 722"/>
                <a:gd name="T53" fmla="*/ 2147483646 h 721"/>
                <a:gd name="T54" fmla="*/ 2147483646 w 722"/>
                <a:gd name="T55" fmla="*/ 2147483646 h 721"/>
                <a:gd name="T56" fmla="*/ 2147483646 w 722"/>
                <a:gd name="T57" fmla="*/ 2147483646 h 721"/>
                <a:gd name="T58" fmla="*/ 2147483646 w 722"/>
                <a:gd name="T59" fmla="*/ 2147483646 h 721"/>
                <a:gd name="T60" fmla="*/ 2147483646 w 722"/>
                <a:gd name="T61" fmla="*/ 2147483646 h 721"/>
                <a:gd name="T62" fmla="*/ 2147483646 w 722"/>
                <a:gd name="T63" fmla="*/ 2147483646 h 721"/>
                <a:gd name="T64" fmla="*/ 2147483646 w 722"/>
                <a:gd name="T65" fmla="*/ 2147483646 h 721"/>
                <a:gd name="T66" fmla="*/ 2147483646 w 722"/>
                <a:gd name="T67" fmla="*/ 2147483646 h 721"/>
                <a:gd name="T68" fmla="*/ 2147483646 w 722"/>
                <a:gd name="T69" fmla="*/ 2147483646 h 721"/>
                <a:gd name="T70" fmla="*/ 2147483646 w 722"/>
                <a:gd name="T71" fmla="*/ 2147483646 h 721"/>
                <a:gd name="T72" fmla="*/ 2147483646 w 722"/>
                <a:gd name="T73" fmla="*/ 2147483646 h 721"/>
                <a:gd name="T74" fmla="*/ 2147483646 w 722"/>
                <a:gd name="T75" fmla="*/ 2147483646 h 721"/>
                <a:gd name="T76" fmla="*/ 2147483646 w 722"/>
                <a:gd name="T77" fmla="*/ 2147483646 h 721"/>
                <a:gd name="T78" fmla="*/ 2147483646 w 722"/>
                <a:gd name="T79" fmla="*/ 2147483646 h 721"/>
                <a:gd name="T80" fmla="*/ 2147483646 w 722"/>
                <a:gd name="T81" fmla="*/ 2147483646 h 721"/>
                <a:gd name="T82" fmla="*/ 2147483646 w 722"/>
                <a:gd name="T83" fmla="*/ 2147483646 h 721"/>
                <a:gd name="T84" fmla="*/ 2147483646 w 722"/>
                <a:gd name="T85" fmla="*/ 2147483646 h 721"/>
                <a:gd name="T86" fmla="*/ 2147483646 w 722"/>
                <a:gd name="T87" fmla="*/ 0 h 7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1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5" y="4"/>
                  </a:lnTo>
                  <a:lnTo>
                    <a:pt x="288" y="7"/>
                  </a:lnTo>
                  <a:lnTo>
                    <a:pt x="270" y="11"/>
                  </a:lnTo>
                  <a:lnTo>
                    <a:pt x="253" y="16"/>
                  </a:lnTo>
                  <a:lnTo>
                    <a:pt x="237" y="22"/>
                  </a:lnTo>
                  <a:lnTo>
                    <a:pt x="220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8" y="93"/>
                  </a:lnTo>
                  <a:lnTo>
                    <a:pt x="105" y="105"/>
                  </a:lnTo>
                  <a:lnTo>
                    <a:pt x="93" y="118"/>
                  </a:lnTo>
                  <a:lnTo>
                    <a:pt x="82" y="131"/>
                  </a:lnTo>
                  <a:lnTo>
                    <a:pt x="71" y="144"/>
                  </a:lnTo>
                  <a:lnTo>
                    <a:pt x="61" y="159"/>
                  </a:lnTo>
                  <a:lnTo>
                    <a:pt x="52" y="174"/>
                  </a:lnTo>
                  <a:lnTo>
                    <a:pt x="43" y="189"/>
                  </a:lnTo>
                  <a:lnTo>
                    <a:pt x="35" y="204"/>
                  </a:lnTo>
                  <a:lnTo>
                    <a:pt x="28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2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2" y="485"/>
                  </a:lnTo>
                  <a:lnTo>
                    <a:pt x="28" y="501"/>
                  </a:lnTo>
                  <a:lnTo>
                    <a:pt x="35" y="517"/>
                  </a:lnTo>
                  <a:lnTo>
                    <a:pt x="43" y="532"/>
                  </a:lnTo>
                  <a:lnTo>
                    <a:pt x="52" y="547"/>
                  </a:lnTo>
                  <a:lnTo>
                    <a:pt x="61" y="563"/>
                  </a:lnTo>
                  <a:lnTo>
                    <a:pt x="71" y="577"/>
                  </a:lnTo>
                  <a:lnTo>
                    <a:pt x="82" y="591"/>
                  </a:lnTo>
                  <a:lnTo>
                    <a:pt x="93" y="604"/>
                  </a:lnTo>
                  <a:lnTo>
                    <a:pt x="105" y="616"/>
                  </a:lnTo>
                  <a:lnTo>
                    <a:pt x="118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0" y="693"/>
                  </a:lnTo>
                  <a:lnTo>
                    <a:pt x="237" y="699"/>
                  </a:lnTo>
                  <a:lnTo>
                    <a:pt x="253" y="705"/>
                  </a:lnTo>
                  <a:lnTo>
                    <a:pt x="270" y="710"/>
                  </a:lnTo>
                  <a:lnTo>
                    <a:pt x="288" y="714"/>
                  </a:lnTo>
                  <a:lnTo>
                    <a:pt x="305" y="717"/>
                  </a:lnTo>
                  <a:lnTo>
                    <a:pt x="324" y="719"/>
                  </a:lnTo>
                  <a:lnTo>
                    <a:pt x="343" y="721"/>
                  </a:lnTo>
                  <a:lnTo>
                    <a:pt x="361" y="721"/>
                  </a:lnTo>
                  <a:lnTo>
                    <a:pt x="380" y="721"/>
                  </a:lnTo>
                  <a:lnTo>
                    <a:pt x="398" y="719"/>
                  </a:lnTo>
                  <a:lnTo>
                    <a:pt x="416" y="717"/>
                  </a:lnTo>
                  <a:lnTo>
                    <a:pt x="433" y="714"/>
                  </a:lnTo>
                  <a:lnTo>
                    <a:pt x="451" y="710"/>
                  </a:lnTo>
                  <a:lnTo>
                    <a:pt x="468" y="705"/>
                  </a:lnTo>
                  <a:lnTo>
                    <a:pt x="485" y="699"/>
                  </a:lnTo>
                  <a:lnTo>
                    <a:pt x="501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6" y="616"/>
                  </a:lnTo>
                  <a:lnTo>
                    <a:pt x="628" y="604"/>
                  </a:lnTo>
                  <a:lnTo>
                    <a:pt x="639" y="591"/>
                  </a:lnTo>
                  <a:lnTo>
                    <a:pt x="650" y="577"/>
                  </a:lnTo>
                  <a:lnTo>
                    <a:pt x="660" y="563"/>
                  </a:lnTo>
                  <a:lnTo>
                    <a:pt x="669" y="547"/>
                  </a:lnTo>
                  <a:lnTo>
                    <a:pt x="678" y="532"/>
                  </a:lnTo>
                  <a:lnTo>
                    <a:pt x="686" y="517"/>
                  </a:lnTo>
                  <a:lnTo>
                    <a:pt x="693" y="501"/>
                  </a:lnTo>
                  <a:lnTo>
                    <a:pt x="700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2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0" y="237"/>
                  </a:lnTo>
                  <a:lnTo>
                    <a:pt x="693" y="220"/>
                  </a:lnTo>
                  <a:lnTo>
                    <a:pt x="686" y="204"/>
                  </a:lnTo>
                  <a:lnTo>
                    <a:pt x="678" y="189"/>
                  </a:lnTo>
                  <a:lnTo>
                    <a:pt x="669" y="174"/>
                  </a:lnTo>
                  <a:lnTo>
                    <a:pt x="660" y="159"/>
                  </a:lnTo>
                  <a:lnTo>
                    <a:pt x="650" y="144"/>
                  </a:lnTo>
                  <a:lnTo>
                    <a:pt x="639" y="131"/>
                  </a:lnTo>
                  <a:lnTo>
                    <a:pt x="628" y="118"/>
                  </a:lnTo>
                  <a:lnTo>
                    <a:pt x="616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1" y="28"/>
                  </a:lnTo>
                  <a:lnTo>
                    <a:pt x="485" y="22"/>
                  </a:lnTo>
                  <a:lnTo>
                    <a:pt x="468" y="16"/>
                  </a:lnTo>
                  <a:lnTo>
                    <a:pt x="451" y="11"/>
                  </a:lnTo>
                  <a:lnTo>
                    <a:pt x="433" y="7"/>
                  </a:lnTo>
                  <a:lnTo>
                    <a:pt x="416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3" name="Freeform 63">
              <a:extLst>
                <a:ext uri="{FF2B5EF4-FFF2-40B4-BE49-F238E27FC236}">
                  <a16:creationId xmlns:a16="http://schemas.microsoft.com/office/drawing/2014/main" id="{694CEBF5-437C-4968-B5CC-ECE302AECA4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11262" y="4159250"/>
              <a:ext cx="757238" cy="754063"/>
            </a:xfrm>
            <a:custGeom>
              <a:avLst/>
              <a:gdLst>
                <a:gd name="T0" fmla="*/ 2147483646 w 721"/>
                <a:gd name="T1" fmla="*/ 2147483646 h 722"/>
                <a:gd name="T2" fmla="*/ 2147483646 w 721"/>
                <a:gd name="T3" fmla="*/ 2147483646 h 722"/>
                <a:gd name="T4" fmla="*/ 2147483646 w 721"/>
                <a:gd name="T5" fmla="*/ 2147483646 h 722"/>
                <a:gd name="T6" fmla="*/ 2147483646 w 721"/>
                <a:gd name="T7" fmla="*/ 2147483646 h 722"/>
                <a:gd name="T8" fmla="*/ 2147483646 w 721"/>
                <a:gd name="T9" fmla="*/ 2147483646 h 722"/>
                <a:gd name="T10" fmla="*/ 2147483646 w 721"/>
                <a:gd name="T11" fmla="*/ 2147483646 h 722"/>
                <a:gd name="T12" fmla="*/ 2147483646 w 721"/>
                <a:gd name="T13" fmla="*/ 2147483646 h 722"/>
                <a:gd name="T14" fmla="*/ 2147483646 w 721"/>
                <a:gd name="T15" fmla="*/ 2147483646 h 722"/>
                <a:gd name="T16" fmla="*/ 2147483646 w 721"/>
                <a:gd name="T17" fmla="*/ 2147483646 h 722"/>
                <a:gd name="T18" fmla="*/ 2147483646 w 721"/>
                <a:gd name="T19" fmla="*/ 2147483646 h 722"/>
                <a:gd name="T20" fmla="*/ 0 w 721"/>
                <a:gd name="T21" fmla="*/ 2147483646 h 722"/>
                <a:gd name="T22" fmla="*/ 2147483646 w 721"/>
                <a:gd name="T23" fmla="*/ 2147483646 h 722"/>
                <a:gd name="T24" fmla="*/ 2147483646 w 721"/>
                <a:gd name="T25" fmla="*/ 2147483646 h 722"/>
                <a:gd name="T26" fmla="*/ 2147483646 w 721"/>
                <a:gd name="T27" fmla="*/ 2147483646 h 722"/>
                <a:gd name="T28" fmla="*/ 2147483646 w 721"/>
                <a:gd name="T29" fmla="*/ 2147483646 h 722"/>
                <a:gd name="T30" fmla="*/ 2147483646 w 721"/>
                <a:gd name="T31" fmla="*/ 2147483646 h 722"/>
                <a:gd name="T32" fmla="*/ 2147483646 w 721"/>
                <a:gd name="T33" fmla="*/ 2147483646 h 722"/>
                <a:gd name="T34" fmla="*/ 2147483646 w 721"/>
                <a:gd name="T35" fmla="*/ 2147483646 h 722"/>
                <a:gd name="T36" fmla="*/ 2147483646 w 721"/>
                <a:gd name="T37" fmla="*/ 2147483646 h 722"/>
                <a:gd name="T38" fmla="*/ 2147483646 w 721"/>
                <a:gd name="T39" fmla="*/ 2147483646 h 722"/>
                <a:gd name="T40" fmla="*/ 2147483646 w 721"/>
                <a:gd name="T41" fmla="*/ 2147483646 h 722"/>
                <a:gd name="T42" fmla="*/ 2147483646 w 721"/>
                <a:gd name="T43" fmla="*/ 2147483646 h 722"/>
                <a:gd name="T44" fmla="*/ 2147483646 w 721"/>
                <a:gd name="T45" fmla="*/ 2147483646 h 722"/>
                <a:gd name="T46" fmla="*/ 2147483646 w 721"/>
                <a:gd name="T47" fmla="*/ 2147483646 h 722"/>
                <a:gd name="T48" fmla="*/ 2147483646 w 721"/>
                <a:gd name="T49" fmla="*/ 2147483646 h 722"/>
                <a:gd name="T50" fmla="*/ 2147483646 w 721"/>
                <a:gd name="T51" fmla="*/ 2147483646 h 722"/>
                <a:gd name="T52" fmla="*/ 2147483646 w 721"/>
                <a:gd name="T53" fmla="*/ 2147483646 h 722"/>
                <a:gd name="T54" fmla="*/ 2147483646 w 721"/>
                <a:gd name="T55" fmla="*/ 2147483646 h 722"/>
                <a:gd name="T56" fmla="*/ 2147483646 w 721"/>
                <a:gd name="T57" fmla="*/ 2147483646 h 722"/>
                <a:gd name="T58" fmla="*/ 2147483646 w 721"/>
                <a:gd name="T59" fmla="*/ 2147483646 h 722"/>
                <a:gd name="T60" fmla="*/ 2147483646 w 721"/>
                <a:gd name="T61" fmla="*/ 2147483646 h 722"/>
                <a:gd name="T62" fmla="*/ 2147483646 w 721"/>
                <a:gd name="T63" fmla="*/ 2147483646 h 722"/>
                <a:gd name="T64" fmla="*/ 2147483646 w 721"/>
                <a:gd name="T65" fmla="*/ 2147483646 h 722"/>
                <a:gd name="T66" fmla="*/ 2147483646 w 721"/>
                <a:gd name="T67" fmla="*/ 2147483646 h 722"/>
                <a:gd name="T68" fmla="*/ 2147483646 w 721"/>
                <a:gd name="T69" fmla="*/ 2147483646 h 722"/>
                <a:gd name="T70" fmla="*/ 2147483646 w 721"/>
                <a:gd name="T71" fmla="*/ 2147483646 h 722"/>
                <a:gd name="T72" fmla="*/ 2147483646 w 721"/>
                <a:gd name="T73" fmla="*/ 2147483646 h 722"/>
                <a:gd name="T74" fmla="*/ 2147483646 w 721"/>
                <a:gd name="T75" fmla="*/ 2147483646 h 722"/>
                <a:gd name="T76" fmla="*/ 2147483646 w 721"/>
                <a:gd name="T77" fmla="*/ 2147483646 h 722"/>
                <a:gd name="T78" fmla="*/ 2147483646 w 721"/>
                <a:gd name="T79" fmla="*/ 2147483646 h 722"/>
                <a:gd name="T80" fmla="*/ 2147483646 w 721"/>
                <a:gd name="T81" fmla="*/ 2147483646 h 722"/>
                <a:gd name="T82" fmla="*/ 2147483646 w 721"/>
                <a:gd name="T83" fmla="*/ 2147483646 h 722"/>
                <a:gd name="T84" fmla="*/ 2147483646 w 721"/>
                <a:gd name="T85" fmla="*/ 2147483646 h 722"/>
                <a:gd name="T86" fmla="*/ 2147483646 w 721"/>
                <a:gd name="T87" fmla="*/ 0 h 7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1" h="722">
                  <a:moveTo>
                    <a:pt x="360" y="0"/>
                  </a:moveTo>
                  <a:lnTo>
                    <a:pt x="342" y="0"/>
                  </a:lnTo>
                  <a:lnTo>
                    <a:pt x="323" y="2"/>
                  </a:lnTo>
                  <a:lnTo>
                    <a:pt x="305" y="4"/>
                  </a:lnTo>
                  <a:lnTo>
                    <a:pt x="288" y="7"/>
                  </a:lnTo>
                  <a:lnTo>
                    <a:pt x="270" y="11"/>
                  </a:lnTo>
                  <a:lnTo>
                    <a:pt x="253" y="16"/>
                  </a:lnTo>
                  <a:lnTo>
                    <a:pt x="237" y="22"/>
                  </a:lnTo>
                  <a:lnTo>
                    <a:pt x="220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8" y="61"/>
                  </a:lnTo>
                  <a:lnTo>
                    <a:pt x="144" y="72"/>
                  </a:lnTo>
                  <a:lnTo>
                    <a:pt x="131" y="83"/>
                  </a:lnTo>
                  <a:lnTo>
                    <a:pt x="118" y="94"/>
                  </a:lnTo>
                  <a:lnTo>
                    <a:pt x="105" y="106"/>
                  </a:lnTo>
                  <a:lnTo>
                    <a:pt x="93" y="119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1" y="159"/>
                  </a:lnTo>
                  <a:lnTo>
                    <a:pt x="52" y="174"/>
                  </a:lnTo>
                  <a:lnTo>
                    <a:pt x="43" y="189"/>
                  </a:lnTo>
                  <a:lnTo>
                    <a:pt x="35" y="204"/>
                  </a:lnTo>
                  <a:lnTo>
                    <a:pt x="28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1"/>
                  </a:lnTo>
                  <a:lnTo>
                    <a:pt x="7" y="289"/>
                  </a:lnTo>
                  <a:lnTo>
                    <a:pt x="4" y="306"/>
                  </a:lnTo>
                  <a:lnTo>
                    <a:pt x="2" y="324"/>
                  </a:lnTo>
                  <a:lnTo>
                    <a:pt x="0" y="343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9"/>
                  </a:lnTo>
                  <a:lnTo>
                    <a:pt x="22" y="486"/>
                  </a:lnTo>
                  <a:lnTo>
                    <a:pt x="28" y="502"/>
                  </a:lnTo>
                  <a:lnTo>
                    <a:pt x="35" y="518"/>
                  </a:lnTo>
                  <a:lnTo>
                    <a:pt x="43" y="533"/>
                  </a:lnTo>
                  <a:lnTo>
                    <a:pt x="52" y="548"/>
                  </a:lnTo>
                  <a:lnTo>
                    <a:pt x="61" y="563"/>
                  </a:lnTo>
                  <a:lnTo>
                    <a:pt x="71" y="577"/>
                  </a:lnTo>
                  <a:lnTo>
                    <a:pt x="82" y="591"/>
                  </a:lnTo>
                  <a:lnTo>
                    <a:pt x="93" y="604"/>
                  </a:lnTo>
                  <a:lnTo>
                    <a:pt x="105" y="616"/>
                  </a:lnTo>
                  <a:lnTo>
                    <a:pt x="118" y="628"/>
                  </a:lnTo>
                  <a:lnTo>
                    <a:pt x="131" y="639"/>
                  </a:lnTo>
                  <a:lnTo>
                    <a:pt x="144" y="650"/>
                  </a:lnTo>
                  <a:lnTo>
                    <a:pt x="158" y="660"/>
                  </a:lnTo>
                  <a:lnTo>
                    <a:pt x="174" y="670"/>
                  </a:lnTo>
                  <a:lnTo>
                    <a:pt x="189" y="679"/>
                  </a:lnTo>
                  <a:lnTo>
                    <a:pt x="204" y="687"/>
                  </a:lnTo>
                  <a:lnTo>
                    <a:pt x="220" y="694"/>
                  </a:lnTo>
                  <a:lnTo>
                    <a:pt x="237" y="700"/>
                  </a:lnTo>
                  <a:lnTo>
                    <a:pt x="253" y="706"/>
                  </a:lnTo>
                  <a:lnTo>
                    <a:pt x="270" y="711"/>
                  </a:lnTo>
                  <a:lnTo>
                    <a:pt x="288" y="715"/>
                  </a:lnTo>
                  <a:lnTo>
                    <a:pt x="305" y="718"/>
                  </a:lnTo>
                  <a:lnTo>
                    <a:pt x="323" y="720"/>
                  </a:lnTo>
                  <a:lnTo>
                    <a:pt x="342" y="722"/>
                  </a:lnTo>
                  <a:lnTo>
                    <a:pt x="360" y="722"/>
                  </a:lnTo>
                  <a:lnTo>
                    <a:pt x="380" y="722"/>
                  </a:lnTo>
                  <a:lnTo>
                    <a:pt x="398" y="720"/>
                  </a:lnTo>
                  <a:lnTo>
                    <a:pt x="416" y="718"/>
                  </a:lnTo>
                  <a:lnTo>
                    <a:pt x="433" y="715"/>
                  </a:lnTo>
                  <a:lnTo>
                    <a:pt x="451" y="711"/>
                  </a:lnTo>
                  <a:lnTo>
                    <a:pt x="468" y="706"/>
                  </a:lnTo>
                  <a:lnTo>
                    <a:pt x="485" y="700"/>
                  </a:lnTo>
                  <a:lnTo>
                    <a:pt x="501" y="694"/>
                  </a:lnTo>
                  <a:lnTo>
                    <a:pt x="517" y="687"/>
                  </a:lnTo>
                  <a:lnTo>
                    <a:pt x="532" y="679"/>
                  </a:lnTo>
                  <a:lnTo>
                    <a:pt x="547" y="670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6" y="616"/>
                  </a:lnTo>
                  <a:lnTo>
                    <a:pt x="628" y="604"/>
                  </a:lnTo>
                  <a:lnTo>
                    <a:pt x="639" y="591"/>
                  </a:lnTo>
                  <a:lnTo>
                    <a:pt x="650" y="577"/>
                  </a:lnTo>
                  <a:lnTo>
                    <a:pt x="660" y="563"/>
                  </a:lnTo>
                  <a:lnTo>
                    <a:pt x="669" y="548"/>
                  </a:lnTo>
                  <a:lnTo>
                    <a:pt x="678" y="533"/>
                  </a:lnTo>
                  <a:lnTo>
                    <a:pt x="686" y="518"/>
                  </a:lnTo>
                  <a:lnTo>
                    <a:pt x="693" y="502"/>
                  </a:lnTo>
                  <a:lnTo>
                    <a:pt x="700" y="486"/>
                  </a:lnTo>
                  <a:lnTo>
                    <a:pt x="705" y="469"/>
                  </a:lnTo>
                  <a:lnTo>
                    <a:pt x="710" y="451"/>
                  </a:lnTo>
                  <a:lnTo>
                    <a:pt x="714" y="433"/>
                  </a:lnTo>
                  <a:lnTo>
                    <a:pt x="717" y="416"/>
                  </a:lnTo>
                  <a:lnTo>
                    <a:pt x="719" y="398"/>
                  </a:lnTo>
                  <a:lnTo>
                    <a:pt x="721" y="380"/>
                  </a:lnTo>
                  <a:lnTo>
                    <a:pt x="721" y="361"/>
                  </a:lnTo>
                  <a:lnTo>
                    <a:pt x="721" y="343"/>
                  </a:lnTo>
                  <a:lnTo>
                    <a:pt x="719" y="324"/>
                  </a:lnTo>
                  <a:lnTo>
                    <a:pt x="717" y="306"/>
                  </a:lnTo>
                  <a:lnTo>
                    <a:pt x="714" y="289"/>
                  </a:lnTo>
                  <a:lnTo>
                    <a:pt x="710" y="271"/>
                  </a:lnTo>
                  <a:lnTo>
                    <a:pt x="705" y="253"/>
                  </a:lnTo>
                  <a:lnTo>
                    <a:pt x="700" y="237"/>
                  </a:lnTo>
                  <a:lnTo>
                    <a:pt x="693" y="220"/>
                  </a:lnTo>
                  <a:lnTo>
                    <a:pt x="686" y="204"/>
                  </a:lnTo>
                  <a:lnTo>
                    <a:pt x="678" y="189"/>
                  </a:lnTo>
                  <a:lnTo>
                    <a:pt x="669" y="174"/>
                  </a:lnTo>
                  <a:lnTo>
                    <a:pt x="660" y="159"/>
                  </a:lnTo>
                  <a:lnTo>
                    <a:pt x="650" y="145"/>
                  </a:lnTo>
                  <a:lnTo>
                    <a:pt x="639" y="132"/>
                  </a:lnTo>
                  <a:lnTo>
                    <a:pt x="628" y="119"/>
                  </a:lnTo>
                  <a:lnTo>
                    <a:pt x="616" y="106"/>
                  </a:lnTo>
                  <a:lnTo>
                    <a:pt x="604" y="94"/>
                  </a:lnTo>
                  <a:lnTo>
                    <a:pt x="591" y="83"/>
                  </a:lnTo>
                  <a:lnTo>
                    <a:pt x="577" y="72"/>
                  </a:lnTo>
                  <a:lnTo>
                    <a:pt x="563" y="61"/>
                  </a:lnTo>
                  <a:lnTo>
                    <a:pt x="547" y="52"/>
                  </a:lnTo>
                  <a:lnTo>
                    <a:pt x="532" y="43"/>
                  </a:lnTo>
                  <a:lnTo>
                    <a:pt x="517" y="35"/>
                  </a:lnTo>
                  <a:lnTo>
                    <a:pt x="501" y="28"/>
                  </a:lnTo>
                  <a:lnTo>
                    <a:pt x="485" y="22"/>
                  </a:lnTo>
                  <a:lnTo>
                    <a:pt x="468" y="16"/>
                  </a:lnTo>
                  <a:lnTo>
                    <a:pt x="451" y="11"/>
                  </a:lnTo>
                  <a:lnTo>
                    <a:pt x="433" y="7"/>
                  </a:lnTo>
                  <a:lnTo>
                    <a:pt x="416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4" name="Rectangle 70">
              <a:extLst>
                <a:ext uri="{FF2B5EF4-FFF2-40B4-BE49-F238E27FC236}">
                  <a16:creationId xmlns:a16="http://schemas.microsoft.com/office/drawing/2014/main" id="{3A955F23-EE67-40EF-A0D7-35AC14CD7A6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5800" y="3525838"/>
              <a:ext cx="1789112" cy="1493837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90116" name="Group 70">
            <a:extLst>
              <a:ext uri="{FF2B5EF4-FFF2-40B4-BE49-F238E27FC236}">
                <a16:creationId xmlns:a16="http://schemas.microsoft.com/office/drawing/2014/main" id="{9CDE0D4E-3EE5-4B05-AE0D-818BA60E0C7D}"/>
              </a:ext>
            </a:extLst>
          </p:cNvPr>
          <p:cNvGrpSpPr>
            <a:grpSpLocks/>
          </p:cNvGrpSpPr>
          <p:nvPr/>
        </p:nvGrpSpPr>
        <p:grpSpPr bwMode="auto">
          <a:xfrm>
            <a:off x="2576948" y="1587500"/>
            <a:ext cx="1789113" cy="1830388"/>
            <a:chOff x="685800" y="5524500"/>
            <a:chExt cx="1789112" cy="1830388"/>
          </a:xfrm>
        </p:grpSpPr>
        <p:sp>
          <p:nvSpPr>
            <p:cNvPr id="90192" name="Rectangle 9">
              <a:extLst>
                <a:ext uri="{FF2B5EF4-FFF2-40B4-BE49-F238E27FC236}">
                  <a16:creationId xmlns:a16="http://schemas.microsoft.com/office/drawing/2014/main" id="{6FEE3D21-48EA-40C8-B029-EEE2AAD1B1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38337" y="5899150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93" name="Rectangle 10">
              <a:extLst>
                <a:ext uri="{FF2B5EF4-FFF2-40B4-BE49-F238E27FC236}">
                  <a16:creationId xmlns:a16="http://schemas.microsoft.com/office/drawing/2014/main" id="{1DAFF232-53A3-4430-B318-43C33756EAD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98562" y="5899150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94" name="Freeform 11">
              <a:extLst>
                <a:ext uri="{FF2B5EF4-FFF2-40B4-BE49-F238E27FC236}">
                  <a16:creationId xmlns:a16="http://schemas.microsoft.com/office/drawing/2014/main" id="{95C8FE6E-127D-458F-AF86-BE164313FCA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71612" y="6115050"/>
              <a:ext cx="485775" cy="303213"/>
            </a:xfrm>
            <a:custGeom>
              <a:avLst/>
              <a:gdLst>
                <a:gd name="T0" fmla="*/ 0 w 466"/>
                <a:gd name="T1" fmla="*/ 2147483646 h 290"/>
                <a:gd name="T2" fmla="*/ 2147483646 w 466"/>
                <a:gd name="T3" fmla="*/ 2147483646 h 290"/>
                <a:gd name="T4" fmla="*/ 2147483646 w 466"/>
                <a:gd name="T5" fmla="*/ 2147483646 h 290"/>
                <a:gd name="T6" fmla="*/ 2147483646 w 466"/>
                <a:gd name="T7" fmla="*/ 2147483646 h 290"/>
                <a:gd name="T8" fmla="*/ 2147483646 w 466"/>
                <a:gd name="T9" fmla="*/ 2147483646 h 290"/>
                <a:gd name="T10" fmla="*/ 2147483646 w 466"/>
                <a:gd name="T11" fmla="*/ 0 h 290"/>
                <a:gd name="T12" fmla="*/ 2147483646 w 466"/>
                <a:gd name="T13" fmla="*/ 0 h 290"/>
                <a:gd name="T14" fmla="*/ 2147483646 w 466"/>
                <a:gd name="T15" fmla="*/ 2147483646 h 290"/>
                <a:gd name="T16" fmla="*/ 2147483646 w 466"/>
                <a:gd name="T17" fmla="*/ 2147483646 h 290"/>
                <a:gd name="T18" fmla="*/ 2147483646 w 466"/>
                <a:gd name="T19" fmla="*/ 2147483646 h 290"/>
                <a:gd name="T20" fmla="*/ 2147483646 w 466"/>
                <a:gd name="T21" fmla="*/ 2147483646 h 290"/>
                <a:gd name="T22" fmla="*/ 2147483646 w 466"/>
                <a:gd name="T23" fmla="*/ 2147483646 h 290"/>
                <a:gd name="T24" fmla="*/ 2147483646 w 466"/>
                <a:gd name="T25" fmla="*/ 2147483646 h 290"/>
                <a:gd name="T26" fmla="*/ 2147483646 w 466"/>
                <a:gd name="T27" fmla="*/ 2147483646 h 290"/>
                <a:gd name="T28" fmla="*/ 2147483646 w 466"/>
                <a:gd name="T29" fmla="*/ 2147483646 h 290"/>
                <a:gd name="T30" fmla="*/ 2147483646 w 466"/>
                <a:gd name="T31" fmla="*/ 2147483646 h 290"/>
                <a:gd name="T32" fmla="*/ 2147483646 w 466"/>
                <a:gd name="T33" fmla="*/ 2147483646 h 290"/>
                <a:gd name="T34" fmla="*/ 2147483646 w 466"/>
                <a:gd name="T35" fmla="*/ 2147483646 h 290"/>
                <a:gd name="T36" fmla="*/ 2147483646 w 466"/>
                <a:gd name="T37" fmla="*/ 2147483646 h 290"/>
                <a:gd name="T38" fmla="*/ 2147483646 w 466"/>
                <a:gd name="T39" fmla="*/ 2147483646 h 290"/>
                <a:gd name="T40" fmla="*/ 2147483646 w 466"/>
                <a:gd name="T41" fmla="*/ 2147483646 h 290"/>
                <a:gd name="T42" fmla="*/ 2147483646 w 466"/>
                <a:gd name="T43" fmla="*/ 2147483646 h 290"/>
                <a:gd name="T44" fmla="*/ 2147483646 w 466"/>
                <a:gd name="T45" fmla="*/ 2147483646 h 290"/>
                <a:gd name="T46" fmla="*/ 2147483646 w 466"/>
                <a:gd name="T47" fmla="*/ 2147483646 h 290"/>
                <a:gd name="T48" fmla="*/ 2147483646 w 466"/>
                <a:gd name="T49" fmla="*/ 2147483646 h 290"/>
                <a:gd name="T50" fmla="*/ 2147483646 w 466"/>
                <a:gd name="T51" fmla="*/ 2147483646 h 290"/>
                <a:gd name="T52" fmla="*/ 2147483646 w 466"/>
                <a:gd name="T53" fmla="*/ 2147483646 h 290"/>
                <a:gd name="T54" fmla="*/ 2147483646 w 466"/>
                <a:gd name="T55" fmla="*/ 2147483646 h 290"/>
                <a:gd name="T56" fmla="*/ 2147483646 w 466"/>
                <a:gd name="T57" fmla="*/ 2147483646 h 290"/>
                <a:gd name="T58" fmla="*/ 2147483646 w 466"/>
                <a:gd name="T59" fmla="*/ 2147483646 h 290"/>
                <a:gd name="T60" fmla="*/ 2147483646 w 466"/>
                <a:gd name="T61" fmla="*/ 2147483646 h 290"/>
                <a:gd name="T62" fmla="*/ 2147483646 w 466"/>
                <a:gd name="T63" fmla="*/ 2147483646 h 290"/>
                <a:gd name="T64" fmla="*/ 2147483646 w 466"/>
                <a:gd name="T65" fmla="*/ 2147483646 h 290"/>
                <a:gd name="T66" fmla="*/ 0 w 466"/>
                <a:gd name="T67" fmla="*/ 2147483646 h 29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66" h="290">
                  <a:moveTo>
                    <a:pt x="0" y="23"/>
                  </a:moveTo>
                  <a:lnTo>
                    <a:pt x="20" y="16"/>
                  </a:lnTo>
                  <a:lnTo>
                    <a:pt x="40" y="10"/>
                  </a:lnTo>
                  <a:lnTo>
                    <a:pt x="60" y="5"/>
                  </a:lnTo>
                  <a:lnTo>
                    <a:pt x="79" y="2"/>
                  </a:lnTo>
                  <a:lnTo>
                    <a:pt x="99" y="0"/>
                  </a:lnTo>
                  <a:lnTo>
                    <a:pt x="120" y="0"/>
                  </a:lnTo>
                  <a:lnTo>
                    <a:pt x="140" y="1"/>
                  </a:lnTo>
                  <a:lnTo>
                    <a:pt x="160" y="4"/>
                  </a:lnTo>
                  <a:lnTo>
                    <a:pt x="179" y="7"/>
                  </a:lnTo>
                  <a:lnTo>
                    <a:pt x="198" y="12"/>
                  </a:lnTo>
                  <a:lnTo>
                    <a:pt x="217" y="18"/>
                  </a:lnTo>
                  <a:lnTo>
                    <a:pt x="236" y="25"/>
                  </a:lnTo>
                  <a:lnTo>
                    <a:pt x="254" y="33"/>
                  </a:lnTo>
                  <a:lnTo>
                    <a:pt x="271" y="42"/>
                  </a:lnTo>
                  <a:lnTo>
                    <a:pt x="289" y="51"/>
                  </a:lnTo>
                  <a:lnTo>
                    <a:pt x="305" y="62"/>
                  </a:lnTo>
                  <a:lnTo>
                    <a:pt x="323" y="73"/>
                  </a:lnTo>
                  <a:lnTo>
                    <a:pt x="338" y="85"/>
                  </a:lnTo>
                  <a:lnTo>
                    <a:pt x="353" y="97"/>
                  </a:lnTo>
                  <a:lnTo>
                    <a:pt x="367" y="112"/>
                  </a:lnTo>
                  <a:lnTo>
                    <a:pt x="381" y="125"/>
                  </a:lnTo>
                  <a:lnTo>
                    <a:pt x="393" y="139"/>
                  </a:lnTo>
                  <a:lnTo>
                    <a:pt x="405" y="154"/>
                  </a:lnTo>
                  <a:lnTo>
                    <a:pt x="416" y="168"/>
                  </a:lnTo>
                  <a:lnTo>
                    <a:pt x="426" y="183"/>
                  </a:lnTo>
                  <a:lnTo>
                    <a:pt x="435" y="198"/>
                  </a:lnTo>
                  <a:lnTo>
                    <a:pt x="443" y="214"/>
                  </a:lnTo>
                  <a:lnTo>
                    <a:pt x="450" y="229"/>
                  </a:lnTo>
                  <a:lnTo>
                    <a:pt x="456" y="244"/>
                  </a:lnTo>
                  <a:lnTo>
                    <a:pt x="460" y="260"/>
                  </a:lnTo>
                  <a:lnTo>
                    <a:pt x="464" y="275"/>
                  </a:lnTo>
                  <a:lnTo>
                    <a:pt x="466" y="290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95" name="Freeform 12">
              <a:extLst>
                <a:ext uri="{FF2B5EF4-FFF2-40B4-BE49-F238E27FC236}">
                  <a16:creationId xmlns:a16="http://schemas.microsoft.com/office/drawing/2014/main" id="{B3F9D0E0-535F-4DC9-9330-38E2ED4FDEA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77962" y="6137275"/>
              <a:ext cx="485775" cy="298450"/>
            </a:xfrm>
            <a:custGeom>
              <a:avLst/>
              <a:gdLst>
                <a:gd name="T0" fmla="*/ 0 w 465"/>
                <a:gd name="T1" fmla="*/ 0 h 287"/>
                <a:gd name="T2" fmla="*/ 2147483646 w 465"/>
                <a:gd name="T3" fmla="*/ 2147483646 h 287"/>
                <a:gd name="T4" fmla="*/ 2147483646 w 465"/>
                <a:gd name="T5" fmla="*/ 2147483646 h 287"/>
                <a:gd name="T6" fmla="*/ 2147483646 w 465"/>
                <a:gd name="T7" fmla="*/ 2147483646 h 287"/>
                <a:gd name="T8" fmla="*/ 2147483646 w 465"/>
                <a:gd name="T9" fmla="*/ 2147483646 h 287"/>
                <a:gd name="T10" fmla="*/ 2147483646 w 465"/>
                <a:gd name="T11" fmla="*/ 2147483646 h 287"/>
                <a:gd name="T12" fmla="*/ 2147483646 w 465"/>
                <a:gd name="T13" fmla="*/ 2147483646 h 287"/>
                <a:gd name="T14" fmla="*/ 2147483646 w 465"/>
                <a:gd name="T15" fmla="*/ 2147483646 h 287"/>
                <a:gd name="T16" fmla="*/ 2147483646 w 465"/>
                <a:gd name="T17" fmla="*/ 2147483646 h 287"/>
                <a:gd name="T18" fmla="*/ 2147483646 w 465"/>
                <a:gd name="T19" fmla="*/ 2147483646 h 287"/>
                <a:gd name="T20" fmla="*/ 2147483646 w 465"/>
                <a:gd name="T21" fmla="*/ 2147483646 h 287"/>
                <a:gd name="T22" fmla="*/ 2147483646 w 465"/>
                <a:gd name="T23" fmla="*/ 2147483646 h 287"/>
                <a:gd name="T24" fmla="*/ 2147483646 w 465"/>
                <a:gd name="T25" fmla="*/ 2147483646 h 287"/>
                <a:gd name="T26" fmla="*/ 2147483646 w 465"/>
                <a:gd name="T27" fmla="*/ 2147483646 h 287"/>
                <a:gd name="T28" fmla="*/ 2147483646 w 465"/>
                <a:gd name="T29" fmla="*/ 2147483646 h 287"/>
                <a:gd name="T30" fmla="*/ 2147483646 w 465"/>
                <a:gd name="T31" fmla="*/ 2147483646 h 287"/>
                <a:gd name="T32" fmla="*/ 2147483646 w 465"/>
                <a:gd name="T33" fmla="*/ 2147483646 h 287"/>
                <a:gd name="T34" fmla="*/ 2147483646 w 465"/>
                <a:gd name="T35" fmla="*/ 2147483646 h 287"/>
                <a:gd name="T36" fmla="*/ 2147483646 w 465"/>
                <a:gd name="T37" fmla="*/ 2147483646 h 287"/>
                <a:gd name="T38" fmla="*/ 2147483646 w 465"/>
                <a:gd name="T39" fmla="*/ 2147483646 h 287"/>
                <a:gd name="T40" fmla="*/ 2147483646 w 465"/>
                <a:gd name="T41" fmla="*/ 2147483646 h 287"/>
                <a:gd name="T42" fmla="*/ 2147483646 w 465"/>
                <a:gd name="T43" fmla="*/ 2147483646 h 287"/>
                <a:gd name="T44" fmla="*/ 2147483646 w 465"/>
                <a:gd name="T45" fmla="*/ 2147483646 h 287"/>
                <a:gd name="T46" fmla="*/ 2147483646 w 465"/>
                <a:gd name="T47" fmla="*/ 2147483646 h 287"/>
                <a:gd name="T48" fmla="*/ 2147483646 w 465"/>
                <a:gd name="T49" fmla="*/ 2147483646 h 287"/>
                <a:gd name="T50" fmla="*/ 2147483646 w 465"/>
                <a:gd name="T51" fmla="*/ 2147483646 h 287"/>
                <a:gd name="T52" fmla="*/ 2147483646 w 465"/>
                <a:gd name="T53" fmla="*/ 2147483646 h 287"/>
                <a:gd name="T54" fmla="*/ 2147483646 w 465"/>
                <a:gd name="T55" fmla="*/ 2147483646 h 287"/>
                <a:gd name="T56" fmla="*/ 2147483646 w 465"/>
                <a:gd name="T57" fmla="*/ 2147483646 h 287"/>
                <a:gd name="T58" fmla="*/ 2147483646 w 465"/>
                <a:gd name="T59" fmla="*/ 2147483646 h 287"/>
                <a:gd name="T60" fmla="*/ 2147483646 w 465"/>
                <a:gd name="T61" fmla="*/ 2147483646 h 287"/>
                <a:gd name="T62" fmla="*/ 2147483646 w 465"/>
                <a:gd name="T63" fmla="*/ 2147483646 h 287"/>
                <a:gd name="T64" fmla="*/ 2147483646 w 465"/>
                <a:gd name="T65" fmla="*/ 2147483646 h 287"/>
                <a:gd name="T66" fmla="*/ 0 w 465"/>
                <a:gd name="T67" fmla="*/ 0 h 28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65" h="287">
                  <a:moveTo>
                    <a:pt x="0" y="0"/>
                  </a:moveTo>
                  <a:lnTo>
                    <a:pt x="3" y="21"/>
                  </a:lnTo>
                  <a:lnTo>
                    <a:pt x="8" y="41"/>
                  </a:lnTo>
                  <a:lnTo>
                    <a:pt x="14" y="61"/>
                  </a:lnTo>
                  <a:lnTo>
                    <a:pt x="21" y="80"/>
                  </a:lnTo>
                  <a:lnTo>
                    <a:pt x="30" y="98"/>
                  </a:lnTo>
                  <a:lnTo>
                    <a:pt x="40" y="115"/>
                  </a:lnTo>
                  <a:lnTo>
                    <a:pt x="51" y="132"/>
                  </a:lnTo>
                  <a:lnTo>
                    <a:pt x="63" y="148"/>
                  </a:lnTo>
                  <a:lnTo>
                    <a:pt x="76" y="162"/>
                  </a:lnTo>
                  <a:lnTo>
                    <a:pt x="89" y="177"/>
                  </a:lnTo>
                  <a:lnTo>
                    <a:pt x="104" y="190"/>
                  </a:lnTo>
                  <a:lnTo>
                    <a:pt x="120" y="202"/>
                  </a:lnTo>
                  <a:lnTo>
                    <a:pt x="136" y="214"/>
                  </a:lnTo>
                  <a:lnTo>
                    <a:pt x="153" y="225"/>
                  </a:lnTo>
                  <a:lnTo>
                    <a:pt x="170" y="235"/>
                  </a:lnTo>
                  <a:lnTo>
                    <a:pt x="188" y="244"/>
                  </a:lnTo>
                  <a:lnTo>
                    <a:pt x="206" y="252"/>
                  </a:lnTo>
                  <a:lnTo>
                    <a:pt x="224" y="260"/>
                  </a:lnTo>
                  <a:lnTo>
                    <a:pt x="242" y="266"/>
                  </a:lnTo>
                  <a:lnTo>
                    <a:pt x="260" y="272"/>
                  </a:lnTo>
                  <a:lnTo>
                    <a:pt x="279" y="278"/>
                  </a:lnTo>
                  <a:lnTo>
                    <a:pt x="297" y="281"/>
                  </a:lnTo>
                  <a:lnTo>
                    <a:pt x="317" y="284"/>
                  </a:lnTo>
                  <a:lnTo>
                    <a:pt x="335" y="286"/>
                  </a:lnTo>
                  <a:lnTo>
                    <a:pt x="353" y="287"/>
                  </a:lnTo>
                  <a:lnTo>
                    <a:pt x="371" y="287"/>
                  </a:lnTo>
                  <a:lnTo>
                    <a:pt x="388" y="287"/>
                  </a:lnTo>
                  <a:lnTo>
                    <a:pt x="405" y="285"/>
                  </a:lnTo>
                  <a:lnTo>
                    <a:pt x="421" y="282"/>
                  </a:lnTo>
                  <a:lnTo>
                    <a:pt x="436" y="278"/>
                  </a:lnTo>
                  <a:lnTo>
                    <a:pt x="451" y="272"/>
                  </a:lnTo>
                  <a:lnTo>
                    <a:pt x="465" y="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96" name="Rectangle 13">
              <a:extLst>
                <a:ext uri="{FF2B5EF4-FFF2-40B4-BE49-F238E27FC236}">
                  <a16:creationId xmlns:a16="http://schemas.microsoft.com/office/drawing/2014/main" id="{0FC9B873-84AD-4178-BFF1-05951F4B59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54162" y="6513513"/>
              <a:ext cx="1222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97" name="Rectangle 23">
              <a:extLst>
                <a:ext uri="{FF2B5EF4-FFF2-40B4-BE49-F238E27FC236}">
                  <a16:creationId xmlns:a16="http://schemas.microsoft.com/office/drawing/2014/main" id="{B8990CF0-B55C-426D-88DE-114AB20296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39862" y="7126288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98" name="Rectangle 24">
              <a:extLst>
                <a:ext uri="{FF2B5EF4-FFF2-40B4-BE49-F238E27FC236}">
                  <a16:creationId xmlns:a16="http://schemas.microsoft.com/office/drawing/2014/main" id="{DB67CD8D-4206-4F9E-A96C-B81C4FCF92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00199" y="7126288"/>
              <a:ext cx="1222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99" name="Freeform 66">
              <a:extLst>
                <a:ext uri="{FF2B5EF4-FFF2-40B4-BE49-F238E27FC236}">
                  <a16:creationId xmlns:a16="http://schemas.microsoft.com/office/drawing/2014/main" id="{5A21672B-F7CB-4C26-883E-FB76D3C79F0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11262" y="6113463"/>
              <a:ext cx="757238" cy="755650"/>
            </a:xfrm>
            <a:custGeom>
              <a:avLst/>
              <a:gdLst>
                <a:gd name="T0" fmla="*/ 2147483646 w 721"/>
                <a:gd name="T1" fmla="*/ 2147483646 h 722"/>
                <a:gd name="T2" fmla="*/ 2147483646 w 721"/>
                <a:gd name="T3" fmla="*/ 2147483646 h 722"/>
                <a:gd name="T4" fmla="*/ 2147483646 w 721"/>
                <a:gd name="T5" fmla="*/ 2147483646 h 722"/>
                <a:gd name="T6" fmla="*/ 0 w 721"/>
                <a:gd name="T7" fmla="*/ 2147483646 h 722"/>
                <a:gd name="T8" fmla="*/ 2147483646 w 721"/>
                <a:gd name="T9" fmla="*/ 2147483646 h 722"/>
                <a:gd name="T10" fmla="*/ 2147483646 w 721"/>
                <a:gd name="T11" fmla="*/ 2147483646 h 722"/>
                <a:gd name="T12" fmla="*/ 2147483646 w 721"/>
                <a:gd name="T13" fmla="*/ 2147483646 h 722"/>
                <a:gd name="T14" fmla="*/ 2147483646 w 721"/>
                <a:gd name="T15" fmla="*/ 2147483646 h 722"/>
                <a:gd name="T16" fmla="*/ 2147483646 w 721"/>
                <a:gd name="T17" fmla="*/ 2147483646 h 722"/>
                <a:gd name="T18" fmla="*/ 2147483646 w 721"/>
                <a:gd name="T19" fmla="*/ 2147483646 h 722"/>
                <a:gd name="T20" fmla="*/ 2147483646 w 721"/>
                <a:gd name="T21" fmla="*/ 2147483646 h 722"/>
                <a:gd name="T22" fmla="*/ 2147483646 w 721"/>
                <a:gd name="T23" fmla="*/ 2147483646 h 722"/>
                <a:gd name="T24" fmla="*/ 2147483646 w 721"/>
                <a:gd name="T25" fmla="*/ 2147483646 h 722"/>
                <a:gd name="T26" fmla="*/ 2147483646 w 721"/>
                <a:gd name="T27" fmla="*/ 2147483646 h 722"/>
                <a:gd name="T28" fmla="*/ 2147483646 w 721"/>
                <a:gd name="T29" fmla="*/ 2147483646 h 722"/>
                <a:gd name="T30" fmla="*/ 2147483646 w 721"/>
                <a:gd name="T31" fmla="*/ 2147483646 h 722"/>
                <a:gd name="T32" fmla="*/ 2147483646 w 721"/>
                <a:gd name="T33" fmla="*/ 2147483646 h 722"/>
                <a:gd name="T34" fmla="*/ 2147483646 w 721"/>
                <a:gd name="T35" fmla="*/ 2147483646 h 722"/>
                <a:gd name="T36" fmla="*/ 2147483646 w 721"/>
                <a:gd name="T37" fmla="*/ 2147483646 h 722"/>
                <a:gd name="T38" fmla="*/ 2147483646 w 721"/>
                <a:gd name="T39" fmla="*/ 2147483646 h 722"/>
                <a:gd name="T40" fmla="*/ 2147483646 w 721"/>
                <a:gd name="T41" fmla="*/ 2147483646 h 722"/>
                <a:gd name="T42" fmla="*/ 2147483646 w 721"/>
                <a:gd name="T43" fmla="*/ 2147483646 h 722"/>
                <a:gd name="T44" fmla="*/ 2147483646 w 721"/>
                <a:gd name="T45" fmla="*/ 2147483646 h 722"/>
                <a:gd name="T46" fmla="*/ 2147483646 w 721"/>
                <a:gd name="T47" fmla="*/ 2147483646 h 722"/>
                <a:gd name="T48" fmla="*/ 2147483646 w 721"/>
                <a:gd name="T49" fmla="*/ 2147483646 h 722"/>
                <a:gd name="T50" fmla="*/ 2147483646 w 721"/>
                <a:gd name="T51" fmla="*/ 2147483646 h 722"/>
                <a:gd name="T52" fmla="*/ 2147483646 w 721"/>
                <a:gd name="T53" fmla="*/ 2147483646 h 722"/>
                <a:gd name="T54" fmla="*/ 2147483646 w 721"/>
                <a:gd name="T55" fmla="*/ 2147483646 h 722"/>
                <a:gd name="T56" fmla="*/ 2147483646 w 721"/>
                <a:gd name="T57" fmla="*/ 2147483646 h 722"/>
                <a:gd name="T58" fmla="*/ 2147483646 w 721"/>
                <a:gd name="T59" fmla="*/ 2147483646 h 722"/>
                <a:gd name="T60" fmla="*/ 2147483646 w 721"/>
                <a:gd name="T61" fmla="*/ 2147483646 h 722"/>
                <a:gd name="T62" fmla="*/ 2147483646 w 721"/>
                <a:gd name="T63" fmla="*/ 2147483646 h 722"/>
                <a:gd name="T64" fmla="*/ 2147483646 w 721"/>
                <a:gd name="T65" fmla="*/ 2147483646 h 722"/>
                <a:gd name="T66" fmla="*/ 2147483646 w 721"/>
                <a:gd name="T67" fmla="*/ 2147483646 h 722"/>
                <a:gd name="T68" fmla="*/ 2147483646 w 721"/>
                <a:gd name="T69" fmla="*/ 2147483646 h 722"/>
                <a:gd name="T70" fmla="*/ 2147483646 w 721"/>
                <a:gd name="T71" fmla="*/ 2147483646 h 722"/>
                <a:gd name="T72" fmla="*/ 2147483646 w 721"/>
                <a:gd name="T73" fmla="*/ 0 h 722"/>
                <a:gd name="T74" fmla="*/ 2147483646 w 721"/>
                <a:gd name="T75" fmla="*/ 2147483646 h 722"/>
                <a:gd name="T76" fmla="*/ 2147483646 w 721"/>
                <a:gd name="T77" fmla="*/ 2147483646 h 722"/>
                <a:gd name="T78" fmla="*/ 2147483646 w 721"/>
                <a:gd name="T79" fmla="*/ 2147483646 h 722"/>
                <a:gd name="T80" fmla="*/ 2147483646 w 721"/>
                <a:gd name="T81" fmla="*/ 2147483646 h 722"/>
                <a:gd name="T82" fmla="*/ 2147483646 w 721"/>
                <a:gd name="T83" fmla="*/ 2147483646 h 722"/>
                <a:gd name="T84" fmla="*/ 2147483646 w 721"/>
                <a:gd name="T85" fmla="*/ 2147483646 h 722"/>
                <a:gd name="T86" fmla="*/ 2147483646 w 721"/>
                <a:gd name="T87" fmla="*/ 2147483646 h 7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1" h="722">
                  <a:moveTo>
                    <a:pt x="47" y="182"/>
                  </a:moveTo>
                  <a:lnTo>
                    <a:pt x="39" y="198"/>
                  </a:lnTo>
                  <a:lnTo>
                    <a:pt x="31" y="214"/>
                  </a:lnTo>
                  <a:lnTo>
                    <a:pt x="24" y="231"/>
                  </a:lnTo>
                  <a:lnTo>
                    <a:pt x="18" y="248"/>
                  </a:lnTo>
                  <a:lnTo>
                    <a:pt x="13" y="265"/>
                  </a:lnTo>
                  <a:lnTo>
                    <a:pt x="8" y="282"/>
                  </a:lnTo>
                  <a:lnTo>
                    <a:pt x="5" y="301"/>
                  </a:lnTo>
                  <a:lnTo>
                    <a:pt x="2" y="318"/>
                  </a:lnTo>
                  <a:lnTo>
                    <a:pt x="1" y="335"/>
                  </a:lnTo>
                  <a:lnTo>
                    <a:pt x="0" y="353"/>
                  </a:lnTo>
                  <a:lnTo>
                    <a:pt x="0" y="370"/>
                  </a:lnTo>
                  <a:lnTo>
                    <a:pt x="1" y="387"/>
                  </a:lnTo>
                  <a:lnTo>
                    <a:pt x="3" y="405"/>
                  </a:lnTo>
                  <a:lnTo>
                    <a:pt x="5" y="422"/>
                  </a:lnTo>
                  <a:lnTo>
                    <a:pt x="8" y="439"/>
                  </a:lnTo>
                  <a:lnTo>
                    <a:pt x="12" y="455"/>
                  </a:lnTo>
                  <a:lnTo>
                    <a:pt x="17" y="472"/>
                  </a:lnTo>
                  <a:lnTo>
                    <a:pt x="23" y="488"/>
                  </a:lnTo>
                  <a:lnTo>
                    <a:pt x="30" y="505"/>
                  </a:lnTo>
                  <a:lnTo>
                    <a:pt x="37" y="521"/>
                  </a:lnTo>
                  <a:lnTo>
                    <a:pt x="45" y="536"/>
                  </a:lnTo>
                  <a:lnTo>
                    <a:pt x="54" y="551"/>
                  </a:lnTo>
                  <a:lnTo>
                    <a:pt x="63" y="566"/>
                  </a:lnTo>
                  <a:lnTo>
                    <a:pt x="73" y="580"/>
                  </a:lnTo>
                  <a:lnTo>
                    <a:pt x="84" y="594"/>
                  </a:lnTo>
                  <a:lnTo>
                    <a:pt x="96" y="607"/>
                  </a:lnTo>
                  <a:lnTo>
                    <a:pt x="108" y="619"/>
                  </a:lnTo>
                  <a:lnTo>
                    <a:pt x="121" y="632"/>
                  </a:lnTo>
                  <a:lnTo>
                    <a:pt x="135" y="643"/>
                  </a:lnTo>
                  <a:lnTo>
                    <a:pt x="150" y="654"/>
                  </a:lnTo>
                  <a:lnTo>
                    <a:pt x="165" y="664"/>
                  </a:lnTo>
                  <a:lnTo>
                    <a:pt x="182" y="674"/>
                  </a:lnTo>
                  <a:lnTo>
                    <a:pt x="198" y="683"/>
                  </a:lnTo>
                  <a:lnTo>
                    <a:pt x="214" y="690"/>
                  </a:lnTo>
                  <a:lnTo>
                    <a:pt x="231" y="698"/>
                  </a:lnTo>
                  <a:lnTo>
                    <a:pt x="248" y="704"/>
                  </a:lnTo>
                  <a:lnTo>
                    <a:pt x="265" y="710"/>
                  </a:lnTo>
                  <a:lnTo>
                    <a:pt x="282" y="714"/>
                  </a:lnTo>
                  <a:lnTo>
                    <a:pt x="300" y="717"/>
                  </a:lnTo>
                  <a:lnTo>
                    <a:pt x="317" y="720"/>
                  </a:lnTo>
                  <a:lnTo>
                    <a:pt x="334" y="721"/>
                  </a:lnTo>
                  <a:lnTo>
                    <a:pt x="352" y="722"/>
                  </a:lnTo>
                  <a:lnTo>
                    <a:pt x="370" y="722"/>
                  </a:lnTo>
                  <a:lnTo>
                    <a:pt x="387" y="721"/>
                  </a:lnTo>
                  <a:lnTo>
                    <a:pt x="405" y="720"/>
                  </a:lnTo>
                  <a:lnTo>
                    <a:pt x="422" y="717"/>
                  </a:lnTo>
                  <a:lnTo>
                    <a:pt x="439" y="714"/>
                  </a:lnTo>
                  <a:lnTo>
                    <a:pt x="455" y="710"/>
                  </a:lnTo>
                  <a:lnTo>
                    <a:pt x="472" y="705"/>
                  </a:lnTo>
                  <a:lnTo>
                    <a:pt x="488" y="699"/>
                  </a:lnTo>
                  <a:lnTo>
                    <a:pt x="504" y="692"/>
                  </a:lnTo>
                  <a:lnTo>
                    <a:pt x="520" y="684"/>
                  </a:lnTo>
                  <a:lnTo>
                    <a:pt x="535" y="676"/>
                  </a:lnTo>
                  <a:lnTo>
                    <a:pt x="550" y="668"/>
                  </a:lnTo>
                  <a:lnTo>
                    <a:pt x="566" y="658"/>
                  </a:lnTo>
                  <a:lnTo>
                    <a:pt x="580" y="648"/>
                  </a:lnTo>
                  <a:lnTo>
                    <a:pt x="594" y="637"/>
                  </a:lnTo>
                  <a:lnTo>
                    <a:pt x="607" y="625"/>
                  </a:lnTo>
                  <a:lnTo>
                    <a:pt x="619" y="613"/>
                  </a:lnTo>
                  <a:lnTo>
                    <a:pt x="632" y="600"/>
                  </a:lnTo>
                  <a:lnTo>
                    <a:pt x="643" y="586"/>
                  </a:lnTo>
                  <a:lnTo>
                    <a:pt x="654" y="572"/>
                  </a:lnTo>
                  <a:lnTo>
                    <a:pt x="664" y="556"/>
                  </a:lnTo>
                  <a:lnTo>
                    <a:pt x="674" y="541"/>
                  </a:lnTo>
                  <a:lnTo>
                    <a:pt x="683" y="524"/>
                  </a:lnTo>
                  <a:lnTo>
                    <a:pt x="690" y="508"/>
                  </a:lnTo>
                  <a:lnTo>
                    <a:pt x="697" y="490"/>
                  </a:lnTo>
                  <a:lnTo>
                    <a:pt x="703" y="473"/>
                  </a:lnTo>
                  <a:lnTo>
                    <a:pt x="709" y="456"/>
                  </a:lnTo>
                  <a:lnTo>
                    <a:pt x="713" y="439"/>
                  </a:lnTo>
                  <a:lnTo>
                    <a:pt x="716" y="422"/>
                  </a:lnTo>
                  <a:lnTo>
                    <a:pt x="719" y="404"/>
                  </a:lnTo>
                  <a:lnTo>
                    <a:pt x="720" y="387"/>
                  </a:lnTo>
                  <a:lnTo>
                    <a:pt x="721" y="369"/>
                  </a:lnTo>
                  <a:lnTo>
                    <a:pt x="721" y="352"/>
                  </a:lnTo>
                  <a:lnTo>
                    <a:pt x="720" y="335"/>
                  </a:lnTo>
                  <a:lnTo>
                    <a:pt x="719" y="318"/>
                  </a:lnTo>
                  <a:lnTo>
                    <a:pt x="716" y="301"/>
                  </a:lnTo>
                  <a:lnTo>
                    <a:pt x="713" y="283"/>
                  </a:lnTo>
                  <a:lnTo>
                    <a:pt x="709" y="266"/>
                  </a:lnTo>
                  <a:lnTo>
                    <a:pt x="704" y="249"/>
                  </a:lnTo>
                  <a:lnTo>
                    <a:pt x="698" y="233"/>
                  </a:lnTo>
                  <a:lnTo>
                    <a:pt x="692" y="217"/>
                  </a:lnTo>
                  <a:lnTo>
                    <a:pt x="684" y="201"/>
                  </a:lnTo>
                  <a:lnTo>
                    <a:pt x="676" y="186"/>
                  </a:lnTo>
                  <a:lnTo>
                    <a:pt x="668" y="171"/>
                  </a:lnTo>
                  <a:lnTo>
                    <a:pt x="658" y="156"/>
                  </a:lnTo>
                  <a:lnTo>
                    <a:pt x="648" y="142"/>
                  </a:lnTo>
                  <a:lnTo>
                    <a:pt x="637" y="129"/>
                  </a:lnTo>
                  <a:lnTo>
                    <a:pt x="625" y="115"/>
                  </a:lnTo>
                  <a:lnTo>
                    <a:pt x="613" y="103"/>
                  </a:lnTo>
                  <a:lnTo>
                    <a:pt x="600" y="90"/>
                  </a:lnTo>
                  <a:lnTo>
                    <a:pt x="586" y="78"/>
                  </a:lnTo>
                  <a:lnTo>
                    <a:pt x="572" y="67"/>
                  </a:lnTo>
                  <a:lnTo>
                    <a:pt x="555" y="57"/>
                  </a:lnTo>
                  <a:lnTo>
                    <a:pt x="540" y="47"/>
                  </a:lnTo>
                  <a:lnTo>
                    <a:pt x="523" y="39"/>
                  </a:lnTo>
                  <a:lnTo>
                    <a:pt x="507" y="31"/>
                  </a:lnTo>
                  <a:lnTo>
                    <a:pt x="490" y="24"/>
                  </a:lnTo>
                  <a:lnTo>
                    <a:pt x="473" y="18"/>
                  </a:lnTo>
                  <a:lnTo>
                    <a:pt x="456" y="13"/>
                  </a:lnTo>
                  <a:lnTo>
                    <a:pt x="439" y="8"/>
                  </a:lnTo>
                  <a:lnTo>
                    <a:pt x="422" y="5"/>
                  </a:lnTo>
                  <a:lnTo>
                    <a:pt x="404" y="2"/>
                  </a:lnTo>
                  <a:lnTo>
                    <a:pt x="387" y="1"/>
                  </a:lnTo>
                  <a:lnTo>
                    <a:pt x="369" y="0"/>
                  </a:lnTo>
                  <a:lnTo>
                    <a:pt x="351" y="0"/>
                  </a:lnTo>
                  <a:lnTo>
                    <a:pt x="334" y="1"/>
                  </a:lnTo>
                  <a:lnTo>
                    <a:pt x="317" y="3"/>
                  </a:lnTo>
                  <a:lnTo>
                    <a:pt x="300" y="5"/>
                  </a:lnTo>
                  <a:lnTo>
                    <a:pt x="283" y="8"/>
                  </a:lnTo>
                  <a:lnTo>
                    <a:pt x="266" y="12"/>
                  </a:lnTo>
                  <a:lnTo>
                    <a:pt x="249" y="17"/>
                  </a:lnTo>
                  <a:lnTo>
                    <a:pt x="233" y="23"/>
                  </a:lnTo>
                  <a:lnTo>
                    <a:pt x="217" y="30"/>
                  </a:lnTo>
                  <a:lnTo>
                    <a:pt x="201" y="37"/>
                  </a:lnTo>
                  <a:lnTo>
                    <a:pt x="186" y="45"/>
                  </a:lnTo>
                  <a:lnTo>
                    <a:pt x="171" y="54"/>
                  </a:lnTo>
                  <a:lnTo>
                    <a:pt x="155" y="63"/>
                  </a:lnTo>
                  <a:lnTo>
                    <a:pt x="141" y="73"/>
                  </a:lnTo>
                  <a:lnTo>
                    <a:pt x="128" y="84"/>
                  </a:lnTo>
                  <a:lnTo>
                    <a:pt x="114" y="96"/>
                  </a:lnTo>
                  <a:lnTo>
                    <a:pt x="102" y="109"/>
                  </a:lnTo>
                  <a:lnTo>
                    <a:pt x="90" y="122"/>
                  </a:lnTo>
                  <a:lnTo>
                    <a:pt x="78" y="136"/>
                  </a:lnTo>
                  <a:lnTo>
                    <a:pt x="67" y="151"/>
                  </a:lnTo>
                  <a:lnTo>
                    <a:pt x="57" y="166"/>
                  </a:lnTo>
                  <a:lnTo>
                    <a:pt x="47" y="182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0" name="Freeform 67">
              <a:extLst>
                <a:ext uri="{FF2B5EF4-FFF2-40B4-BE49-F238E27FC236}">
                  <a16:creationId xmlns:a16="http://schemas.microsoft.com/office/drawing/2014/main" id="{44456CBE-56DD-4268-B2CE-3774311314F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65262" y="5670550"/>
              <a:ext cx="755650" cy="757238"/>
            </a:xfrm>
            <a:custGeom>
              <a:avLst/>
              <a:gdLst>
                <a:gd name="T0" fmla="*/ 2147483646 w 722"/>
                <a:gd name="T1" fmla="*/ 2147483646 h 722"/>
                <a:gd name="T2" fmla="*/ 2147483646 w 722"/>
                <a:gd name="T3" fmla="*/ 2147483646 h 722"/>
                <a:gd name="T4" fmla="*/ 2147483646 w 722"/>
                <a:gd name="T5" fmla="*/ 2147483646 h 722"/>
                <a:gd name="T6" fmla="*/ 2147483646 w 722"/>
                <a:gd name="T7" fmla="*/ 2147483646 h 722"/>
                <a:gd name="T8" fmla="*/ 2147483646 w 722"/>
                <a:gd name="T9" fmla="*/ 2147483646 h 722"/>
                <a:gd name="T10" fmla="*/ 2147483646 w 722"/>
                <a:gd name="T11" fmla="*/ 2147483646 h 722"/>
                <a:gd name="T12" fmla="*/ 2147483646 w 722"/>
                <a:gd name="T13" fmla="*/ 2147483646 h 722"/>
                <a:gd name="T14" fmla="*/ 2147483646 w 722"/>
                <a:gd name="T15" fmla="*/ 2147483646 h 722"/>
                <a:gd name="T16" fmla="*/ 2147483646 w 722"/>
                <a:gd name="T17" fmla="*/ 2147483646 h 722"/>
                <a:gd name="T18" fmla="*/ 2147483646 w 722"/>
                <a:gd name="T19" fmla="*/ 2147483646 h 722"/>
                <a:gd name="T20" fmla="*/ 0 w 722"/>
                <a:gd name="T21" fmla="*/ 2147483646 h 722"/>
                <a:gd name="T22" fmla="*/ 2147483646 w 722"/>
                <a:gd name="T23" fmla="*/ 2147483646 h 722"/>
                <a:gd name="T24" fmla="*/ 2147483646 w 722"/>
                <a:gd name="T25" fmla="*/ 2147483646 h 722"/>
                <a:gd name="T26" fmla="*/ 2147483646 w 722"/>
                <a:gd name="T27" fmla="*/ 2147483646 h 722"/>
                <a:gd name="T28" fmla="*/ 2147483646 w 722"/>
                <a:gd name="T29" fmla="*/ 2147483646 h 722"/>
                <a:gd name="T30" fmla="*/ 2147483646 w 722"/>
                <a:gd name="T31" fmla="*/ 2147483646 h 722"/>
                <a:gd name="T32" fmla="*/ 2147483646 w 722"/>
                <a:gd name="T33" fmla="*/ 2147483646 h 722"/>
                <a:gd name="T34" fmla="*/ 2147483646 w 722"/>
                <a:gd name="T35" fmla="*/ 2147483646 h 722"/>
                <a:gd name="T36" fmla="*/ 2147483646 w 722"/>
                <a:gd name="T37" fmla="*/ 2147483646 h 722"/>
                <a:gd name="T38" fmla="*/ 2147483646 w 722"/>
                <a:gd name="T39" fmla="*/ 2147483646 h 722"/>
                <a:gd name="T40" fmla="*/ 2147483646 w 722"/>
                <a:gd name="T41" fmla="*/ 2147483646 h 722"/>
                <a:gd name="T42" fmla="*/ 2147483646 w 722"/>
                <a:gd name="T43" fmla="*/ 2147483646 h 722"/>
                <a:gd name="T44" fmla="*/ 2147483646 w 722"/>
                <a:gd name="T45" fmla="*/ 2147483646 h 722"/>
                <a:gd name="T46" fmla="*/ 2147483646 w 722"/>
                <a:gd name="T47" fmla="*/ 2147483646 h 722"/>
                <a:gd name="T48" fmla="*/ 2147483646 w 722"/>
                <a:gd name="T49" fmla="*/ 2147483646 h 722"/>
                <a:gd name="T50" fmla="*/ 2147483646 w 722"/>
                <a:gd name="T51" fmla="*/ 2147483646 h 722"/>
                <a:gd name="T52" fmla="*/ 2147483646 w 722"/>
                <a:gd name="T53" fmla="*/ 2147483646 h 722"/>
                <a:gd name="T54" fmla="*/ 2147483646 w 722"/>
                <a:gd name="T55" fmla="*/ 2147483646 h 722"/>
                <a:gd name="T56" fmla="*/ 2147483646 w 722"/>
                <a:gd name="T57" fmla="*/ 2147483646 h 722"/>
                <a:gd name="T58" fmla="*/ 2147483646 w 722"/>
                <a:gd name="T59" fmla="*/ 2147483646 h 722"/>
                <a:gd name="T60" fmla="*/ 2147483646 w 722"/>
                <a:gd name="T61" fmla="*/ 2147483646 h 722"/>
                <a:gd name="T62" fmla="*/ 2147483646 w 722"/>
                <a:gd name="T63" fmla="*/ 2147483646 h 722"/>
                <a:gd name="T64" fmla="*/ 2147483646 w 722"/>
                <a:gd name="T65" fmla="*/ 2147483646 h 722"/>
                <a:gd name="T66" fmla="*/ 2147483646 w 722"/>
                <a:gd name="T67" fmla="*/ 2147483646 h 722"/>
                <a:gd name="T68" fmla="*/ 2147483646 w 722"/>
                <a:gd name="T69" fmla="*/ 2147483646 h 722"/>
                <a:gd name="T70" fmla="*/ 2147483646 w 722"/>
                <a:gd name="T71" fmla="*/ 2147483646 h 722"/>
                <a:gd name="T72" fmla="*/ 2147483646 w 722"/>
                <a:gd name="T73" fmla="*/ 2147483646 h 722"/>
                <a:gd name="T74" fmla="*/ 2147483646 w 722"/>
                <a:gd name="T75" fmla="*/ 2147483646 h 722"/>
                <a:gd name="T76" fmla="*/ 2147483646 w 722"/>
                <a:gd name="T77" fmla="*/ 2147483646 h 722"/>
                <a:gd name="T78" fmla="*/ 2147483646 w 722"/>
                <a:gd name="T79" fmla="*/ 2147483646 h 722"/>
                <a:gd name="T80" fmla="*/ 2147483646 w 722"/>
                <a:gd name="T81" fmla="*/ 2147483646 h 722"/>
                <a:gd name="T82" fmla="*/ 2147483646 w 722"/>
                <a:gd name="T83" fmla="*/ 2147483646 h 722"/>
                <a:gd name="T84" fmla="*/ 2147483646 w 722"/>
                <a:gd name="T85" fmla="*/ 2147483646 h 722"/>
                <a:gd name="T86" fmla="*/ 2147483646 w 722"/>
                <a:gd name="T87" fmla="*/ 0 h 7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2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5" y="4"/>
                  </a:lnTo>
                  <a:lnTo>
                    <a:pt x="288" y="7"/>
                  </a:lnTo>
                  <a:lnTo>
                    <a:pt x="270" y="11"/>
                  </a:lnTo>
                  <a:lnTo>
                    <a:pt x="253" y="16"/>
                  </a:lnTo>
                  <a:lnTo>
                    <a:pt x="237" y="22"/>
                  </a:lnTo>
                  <a:lnTo>
                    <a:pt x="220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8" y="93"/>
                  </a:lnTo>
                  <a:lnTo>
                    <a:pt x="105" y="105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1" y="159"/>
                  </a:lnTo>
                  <a:lnTo>
                    <a:pt x="52" y="174"/>
                  </a:lnTo>
                  <a:lnTo>
                    <a:pt x="43" y="189"/>
                  </a:lnTo>
                  <a:lnTo>
                    <a:pt x="35" y="204"/>
                  </a:lnTo>
                  <a:lnTo>
                    <a:pt x="28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3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2" y="485"/>
                  </a:lnTo>
                  <a:lnTo>
                    <a:pt x="28" y="501"/>
                  </a:lnTo>
                  <a:lnTo>
                    <a:pt x="35" y="517"/>
                  </a:lnTo>
                  <a:lnTo>
                    <a:pt x="43" y="533"/>
                  </a:lnTo>
                  <a:lnTo>
                    <a:pt x="52" y="548"/>
                  </a:lnTo>
                  <a:lnTo>
                    <a:pt x="61" y="563"/>
                  </a:lnTo>
                  <a:lnTo>
                    <a:pt x="71" y="577"/>
                  </a:lnTo>
                  <a:lnTo>
                    <a:pt x="82" y="591"/>
                  </a:lnTo>
                  <a:lnTo>
                    <a:pt x="93" y="604"/>
                  </a:lnTo>
                  <a:lnTo>
                    <a:pt x="105" y="616"/>
                  </a:lnTo>
                  <a:lnTo>
                    <a:pt x="118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0" y="693"/>
                  </a:lnTo>
                  <a:lnTo>
                    <a:pt x="237" y="699"/>
                  </a:lnTo>
                  <a:lnTo>
                    <a:pt x="253" y="705"/>
                  </a:lnTo>
                  <a:lnTo>
                    <a:pt x="270" y="710"/>
                  </a:lnTo>
                  <a:lnTo>
                    <a:pt x="288" y="714"/>
                  </a:lnTo>
                  <a:lnTo>
                    <a:pt x="305" y="717"/>
                  </a:lnTo>
                  <a:lnTo>
                    <a:pt x="324" y="719"/>
                  </a:lnTo>
                  <a:lnTo>
                    <a:pt x="343" y="722"/>
                  </a:lnTo>
                  <a:lnTo>
                    <a:pt x="361" y="722"/>
                  </a:lnTo>
                  <a:lnTo>
                    <a:pt x="380" y="722"/>
                  </a:lnTo>
                  <a:lnTo>
                    <a:pt x="398" y="719"/>
                  </a:lnTo>
                  <a:lnTo>
                    <a:pt x="416" y="717"/>
                  </a:lnTo>
                  <a:lnTo>
                    <a:pt x="433" y="714"/>
                  </a:lnTo>
                  <a:lnTo>
                    <a:pt x="451" y="710"/>
                  </a:lnTo>
                  <a:lnTo>
                    <a:pt x="468" y="705"/>
                  </a:lnTo>
                  <a:lnTo>
                    <a:pt x="485" y="699"/>
                  </a:lnTo>
                  <a:lnTo>
                    <a:pt x="501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6" y="616"/>
                  </a:lnTo>
                  <a:lnTo>
                    <a:pt x="628" y="604"/>
                  </a:lnTo>
                  <a:lnTo>
                    <a:pt x="639" y="591"/>
                  </a:lnTo>
                  <a:lnTo>
                    <a:pt x="650" y="577"/>
                  </a:lnTo>
                  <a:lnTo>
                    <a:pt x="660" y="563"/>
                  </a:lnTo>
                  <a:lnTo>
                    <a:pt x="669" y="548"/>
                  </a:lnTo>
                  <a:lnTo>
                    <a:pt x="678" y="533"/>
                  </a:lnTo>
                  <a:lnTo>
                    <a:pt x="686" y="517"/>
                  </a:lnTo>
                  <a:lnTo>
                    <a:pt x="693" y="501"/>
                  </a:lnTo>
                  <a:lnTo>
                    <a:pt x="700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3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0" y="237"/>
                  </a:lnTo>
                  <a:lnTo>
                    <a:pt x="693" y="220"/>
                  </a:lnTo>
                  <a:lnTo>
                    <a:pt x="686" y="204"/>
                  </a:lnTo>
                  <a:lnTo>
                    <a:pt x="678" y="189"/>
                  </a:lnTo>
                  <a:lnTo>
                    <a:pt x="669" y="174"/>
                  </a:lnTo>
                  <a:lnTo>
                    <a:pt x="660" y="159"/>
                  </a:lnTo>
                  <a:lnTo>
                    <a:pt x="650" y="145"/>
                  </a:lnTo>
                  <a:lnTo>
                    <a:pt x="639" y="132"/>
                  </a:lnTo>
                  <a:lnTo>
                    <a:pt x="628" y="118"/>
                  </a:lnTo>
                  <a:lnTo>
                    <a:pt x="616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1" y="28"/>
                  </a:lnTo>
                  <a:lnTo>
                    <a:pt x="485" y="22"/>
                  </a:lnTo>
                  <a:lnTo>
                    <a:pt x="468" y="16"/>
                  </a:lnTo>
                  <a:lnTo>
                    <a:pt x="451" y="11"/>
                  </a:lnTo>
                  <a:lnTo>
                    <a:pt x="433" y="7"/>
                  </a:lnTo>
                  <a:lnTo>
                    <a:pt x="416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1" name="Freeform 68">
              <a:extLst>
                <a:ext uri="{FF2B5EF4-FFF2-40B4-BE49-F238E27FC236}">
                  <a16:creationId xmlns:a16="http://schemas.microsoft.com/office/drawing/2014/main" id="{C536D887-3487-4116-94E5-72C3AF714D3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60437" y="5670550"/>
              <a:ext cx="755650" cy="757238"/>
            </a:xfrm>
            <a:custGeom>
              <a:avLst/>
              <a:gdLst>
                <a:gd name="T0" fmla="*/ 2147483646 w 722"/>
                <a:gd name="T1" fmla="*/ 2147483646 h 722"/>
                <a:gd name="T2" fmla="*/ 2147483646 w 722"/>
                <a:gd name="T3" fmla="*/ 2147483646 h 722"/>
                <a:gd name="T4" fmla="*/ 2147483646 w 722"/>
                <a:gd name="T5" fmla="*/ 2147483646 h 722"/>
                <a:gd name="T6" fmla="*/ 2147483646 w 722"/>
                <a:gd name="T7" fmla="*/ 2147483646 h 722"/>
                <a:gd name="T8" fmla="*/ 2147483646 w 722"/>
                <a:gd name="T9" fmla="*/ 2147483646 h 722"/>
                <a:gd name="T10" fmla="*/ 2147483646 w 722"/>
                <a:gd name="T11" fmla="*/ 2147483646 h 722"/>
                <a:gd name="T12" fmla="*/ 2147483646 w 722"/>
                <a:gd name="T13" fmla="*/ 2147483646 h 722"/>
                <a:gd name="T14" fmla="*/ 2147483646 w 722"/>
                <a:gd name="T15" fmla="*/ 2147483646 h 722"/>
                <a:gd name="T16" fmla="*/ 2147483646 w 722"/>
                <a:gd name="T17" fmla="*/ 2147483646 h 722"/>
                <a:gd name="T18" fmla="*/ 2147483646 w 722"/>
                <a:gd name="T19" fmla="*/ 2147483646 h 722"/>
                <a:gd name="T20" fmla="*/ 0 w 722"/>
                <a:gd name="T21" fmla="*/ 2147483646 h 722"/>
                <a:gd name="T22" fmla="*/ 2147483646 w 722"/>
                <a:gd name="T23" fmla="*/ 2147483646 h 722"/>
                <a:gd name="T24" fmla="*/ 2147483646 w 722"/>
                <a:gd name="T25" fmla="*/ 2147483646 h 722"/>
                <a:gd name="T26" fmla="*/ 2147483646 w 722"/>
                <a:gd name="T27" fmla="*/ 2147483646 h 722"/>
                <a:gd name="T28" fmla="*/ 2147483646 w 722"/>
                <a:gd name="T29" fmla="*/ 2147483646 h 722"/>
                <a:gd name="T30" fmla="*/ 2147483646 w 722"/>
                <a:gd name="T31" fmla="*/ 2147483646 h 722"/>
                <a:gd name="T32" fmla="*/ 2147483646 w 722"/>
                <a:gd name="T33" fmla="*/ 2147483646 h 722"/>
                <a:gd name="T34" fmla="*/ 2147483646 w 722"/>
                <a:gd name="T35" fmla="*/ 2147483646 h 722"/>
                <a:gd name="T36" fmla="*/ 2147483646 w 722"/>
                <a:gd name="T37" fmla="*/ 2147483646 h 722"/>
                <a:gd name="T38" fmla="*/ 2147483646 w 722"/>
                <a:gd name="T39" fmla="*/ 2147483646 h 722"/>
                <a:gd name="T40" fmla="*/ 2147483646 w 722"/>
                <a:gd name="T41" fmla="*/ 2147483646 h 722"/>
                <a:gd name="T42" fmla="*/ 2147483646 w 722"/>
                <a:gd name="T43" fmla="*/ 2147483646 h 722"/>
                <a:gd name="T44" fmla="*/ 2147483646 w 722"/>
                <a:gd name="T45" fmla="*/ 2147483646 h 722"/>
                <a:gd name="T46" fmla="*/ 2147483646 w 722"/>
                <a:gd name="T47" fmla="*/ 2147483646 h 722"/>
                <a:gd name="T48" fmla="*/ 2147483646 w 722"/>
                <a:gd name="T49" fmla="*/ 2147483646 h 722"/>
                <a:gd name="T50" fmla="*/ 2147483646 w 722"/>
                <a:gd name="T51" fmla="*/ 2147483646 h 722"/>
                <a:gd name="T52" fmla="*/ 2147483646 w 722"/>
                <a:gd name="T53" fmla="*/ 2147483646 h 722"/>
                <a:gd name="T54" fmla="*/ 2147483646 w 722"/>
                <a:gd name="T55" fmla="*/ 2147483646 h 722"/>
                <a:gd name="T56" fmla="*/ 2147483646 w 722"/>
                <a:gd name="T57" fmla="*/ 2147483646 h 722"/>
                <a:gd name="T58" fmla="*/ 2147483646 w 722"/>
                <a:gd name="T59" fmla="*/ 2147483646 h 722"/>
                <a:gd name="T60" fmla="*/ 2147483646 w 722"/>
                <a:gd name="T61" fmla="*/ 2147483646 h 722"/>
                <a:gd name="T62" fmla="*/ 2147483646 w 722"/>
                <a:gd name="T63" fmla="*/ 2147483646 h 722"/>
                <a:gd name="T64" fmla="*/ 2147483646 w 722"/>
                <a:gd name="T65" fmla="*/ 2147483646 h 722"/>
                <a:gd name="T66" fmla="*/ 2147483646 w 722"/>
                <a:gd name="T67" fmla="*/ 2147483646 h 722"/>
                <a:gd name="T68" fmla="*/ 2147483646 w 722"/>
                <a:gd name="T69" fmla="*/ 2147483646 h 722"/>
                <a:gd name="T70" fmla="*/ 2147483646 w 722"/>
                <a:gd name="T71" fmla="*/ 2147483646 h 722"/>
                <a:gd name="T72" fmla="*/ 2147483646 w 722"/>
                <a:gd name="T73" fmla="*/ 2147483646 h 722"/>
                <a:gd name="T74" fmla="*/ 2147483646 w 722"/>
                <a:gd name="T75" fmla="*/ 2147483646 h 722"/>
                <a:gd name="T76" fmla="*/ 2147483646 w 722"/>
                <a:gd name="T77" fmla="*/ 2147483646 h 722"/>
                <a:gd name="T78" fmla="*/ 2147483646 w 722"/>
                <a:gd name="T79" fmla="*/ 2147483646 h 722"/>
                <a:gd name="T80" fmla="*/ 2147483646 w 722"/>
                <a:gd name="T81" fmla="*/ 2147483646 h 722"/>
                <a:gd name="T82" fmla="*/ 2147483646 w 722"/>
                <a:gd name="T83" fmla="*/ 2147483646 h 722"/>
                <a:gd name="T84" fmla="*/ 2147483646 w 722"/>
                <a:gd name="T85" fmla="*/ 2147483646 h 722"/>
                <a:gd name="T86" fmla="*/ 2147483646 w 722"/>
                <a:gd name="T87" fmla="*/ 0 h 7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2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6" y="4"/>
                  </a:lnTo>
                  <a:lnTo>
                    <a:pt x="289" y="7"/>
                  </a:lnTo>
                  <a:lnTo>
                    <a:pt x="271" y="11"/>
                  </a:lnTo>
                  <a:lnTo>
                    <a:pt x="254" y="16"/>
                  </a:lnTo>
                  <a:lnTo>
                    <a:pt x="238" y="22"/>
                  </a:lnTo>
                  <a:lnTo>
                    <a:pt x="221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9" y="93"/>
                  </a:lnTo>
                  <a:lnTo>
                    <a:pt x="106" y="105"/>
                  </a:lnTo>
                  <a:lnTo>
                    <a:pt x="94" y="118"/>
                  </a:lnTo>
                  <a:lnTo>
                    <a:pt x="83" y="132"/>
                  </a:lnTo>
                  <a:lnTo>
                    <a:pt x="72" y="145"/>
                  </a:lnTo>
                  <a:lnTo>
                    <a:pt x="62" y="159"/>
                  </a:lnTo>
                  <a:lnTo>
                    <a:pt x="53" y="174"/>
                  </a:lnTo>
                  <a:lnTo>
                    <a:pt x="44" y="189"/>
                  </a:lnTo>
                  <a:lnTo>
                    <a:pt x="36" y="204"/>
                  </a:lnTo>
                  <a:lnTo>
                    <a:pt x="29" y="220"/>
                  </a:lnTo>
                  <a:lnTo>
                    <a:pt x="23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3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3" y="485"/>
                  </a:lnTo>
                  <a:lnTo>
                    <a:pt x="29" y="501"/>
                  </a:lnTo>
                  <a:lnTo>
                    <a:pt x="36" y="517"/>
                  </a:lnTo>
                  <a:lnTo>
                    <a:pt x="44" y="533"/>
                  </a:lnTo>
                  <a:lnTo>
                    <a:pt x="53" y="548"/>
                  </a:lnTo>
                  <a:lnTo>
                    <a:pt x="62" y="563"/>
                  </a:lnTo>
                  <a:lnTo>
                    <a:pt x="72" y="577"/>
                  </a:lnTo>
                  <a:lnTo>
                    <a:pt x="83" y="591"/>
                  </a:lnTo>
                  <a:lnTo>
                    <a:pt x="94" y="604"/>
                  </a:lnTo>
                  <a:lnTo>
                    <a:pt x="106" y="616"/>
                  </a:lnTo>
                  <a:lnTo>
                    <a:pt x="119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1" y="693"/>
                  </a:lnTo>
                  <a:lnTo>
                    <a:pt x="238" y="699"/>
                  </a:lnTo>
                  <a:lnTo>
                    <a:pt x="254" y="705"/>
                  </a:lnTo>
                  <a:lnTo>
                    <a:pt x="271" y="710"/>
                  </a:lnTo>
                  <a:lnTo>
                    <a:pt x="289" y="714"/>
                  </a:lnTo>
                  <a:lnTo>
                    <a:pt x="306" y="717"/>
                  </a:lnTo>
                  <a:lnTo>
                    <a:pt x="324" y="719"/>
                  </a:lnTo>
                  <a:lnTo>
                    <a:pt x="343" y="722"/>
                  </a:lnTo>
                  <a:lnTo>
                    <a:pt x="361" y="722"/>
                  </a:lnTo>
                  <a:lnTo>
                    <a:pt x="380" y="722"/>
                  </a:lnTo>
                  <a:lnTo>
                    <a:pt x="398" y="719"/>
                  </a:lnTo>
                  <a:lnTo>
                    <a:pt x="417" y="717"/>
                  </a:lnTo>
                  <a:lnTo>
                    <a:pt x="434" y="714"/>
                  </a:lnTo>
                  <a:lnTo>
                    <a:pt x="452" y="710"/>
                  </a:lnTo>
                  <a:lnTo>
                    <a:pt x="469" y="705"/>
                  </a:lnTo>
                  <a:lnTo>
                    <a:pt x="486" y="699"/>
                  </a:lnTo>
                  <a:lnTo>
                    <a:pt x="502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7" y="616"/>
                  </a:lnTo>
                  <a:lnTo>
                    <a:pt x="629" y="604"/>
                  </a:lnTo>
                  <a:lnTo>
                    <a:pt x="640" y="591"/>
                  </a:lnTo>
                  <a:lnTo>
                    <a:pt x="651" y="577"/>
                  </a:lnTo>
                  <a:lnTo>
                    <a:pt x="661" y="563"/>
                  </a:lnTo>
                  <a:lnTo>
                    <a:pt x="670" y="548"/>
                  </a:lnTo>
                  <a:lnTo>
                    <a:pt x="679" y="533"/>
                  </a:lnTo>
                  <a:lnTo>
                    <a:pt x="687" y="517"/>
                  </a:lnTo>
                  <a:lnTo>
                    <a:pt x="694" y="501"/>
                  </a:lnTo>
                  <a:lnTo>
                    <a:pt x="701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3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1" y="237"/>
                  </a:lnTo>
                  <a:lnTo>
                    <a:pt x="694" y="220"/>
                  </a:lnTo>
                  <a:lnTo>
                    <a:pt x="687" y="204"/>
                  </a:lnTo>
                  <a:lnTo>
                    <a:pt x="679" y="189"/>
                  </a:lnTo>
                  <a:lnTo>
                    <a:pt x="670" y="174"/>
                  </a:lnTo>
                  <a:lnTo>
                    <a:pt x="661" y="159"/>
                  </a:lnTo>
                  <a:lnTo>
                    <a:pt x="651" y="145"/>
                  </a:lnTo>
                  <a:lnTo>
                    <a:pt x="640" y="132"/>
                  </a:lnTo>
                  <a:lnTo>
                    <a:pt x="629" y="118"/>
                  </a:lnTo>
                  <a:lnTo>
                    <a:pt x="617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2" y="28"/>
                  </a:lnTo>
                  <a:lnTo>
                    <a:pt x="486" y="22"/>
                  </a:lnTo>
                  <a:lnTo>
                    <a:pt x="469" y="16"/>
                  </a:lnTo>
                  <a:lnTo>
                    <a:pt x="452" y="11"/>
                  </a:lnTo>
                  <a:lnTo>
                    <a:pt x="434" y="7"/>
                  </a:lnTo>
                  <a:lnTo>
                    <a:pt x="417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2" name="Rectangle 71">
              <a:extLst>
                <a:ext uri="{FF2B5EF4-FFF2-40B4-BE49-F238E27FC236}">
                  <a16:creationId xmlns:a16="http://schemas.microsoft.com/office/drawing/2014/main" id="{4F62207C-D632-4714-B494-F6540C7C12F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5800" y="5524500"/>
              <a:ext cx="1789112" cy="1493838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90117" name="Group 69">
            <a:extLst>
              <a:ext uri="{FF2B5EF4-FFF2-40B4-BE49-F238E27FC236}">
                <a16:creationId xmlns:a16="http://schemas.microsoft.com/office/drawing/2014/main" id="{A90D47F0-2F89-404E-98DA-835C0AB42A50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1606550"/>
            <a:ext cx="1787525" cy="1812925"/>
            <a:chOff x="695325" y="7551738"/>
            <a:chExt cx="1787525" cy="1812942"/>
          </a:xfrm>
        </p:grpSpPr>
        <p:grpSp>
          <p:nvGrpSpPr>
            <p:cNvPr id="90168" name="Group 48">
              <a:extLst>
                <a:ext uri="{FF2B5EF4-FFF2-40B4-BE49-F238E27FC236}">
                  <a16:creationId xmlns:a16="http://schemas.microsoft.com/office/drawing/2014/main" id="{497878AA-B9F9-4602-9F1C-4BF2CD9105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6612" y="9134492"/>
              <a:ext cx="1276350" cy="230188"/>
              <a:chOff x="780" y="4998"/>
              <a:chExt cx="804" cy="145"/>
            </a:xfrm>
          </p:grpSpPr>
          <p:sp>
            <p:nvSpPr>
              <p:cNvPr id="90184" name="Rectangle 49">
                <a:extLst>
                  <a:ext uri="{FF2B5EF4-FFF2-40B4-BE49-F238E27FC236}">
                    <a16:creationId xmlns:a16="http://schemas.microsoft.com/office/drawing/2014/main" id="{0D726BBD-9BCB-473E-8BC6-1D79D950CD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80" y="4998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85" name="Rectangle 50">
                <a:extLst>
                  <a:ext uri="{FF2B5EF4-FFF2-40B4-BE49-F238E27FC236}">
                    <a16:creationId xmlns:a16="http://schemas.microsoft.com/office/drawing/2014/main" id="{7100E54A-3CAD-4505-B6C4-4AFA6B7B8A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48" y="4998"/>
                <a:ext cx="121" cy="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 y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86" name="Rectangle 52">
                <a:extLst>
                  <a:ext uri="{FF2B5EF4-FFF2-40B4-BE49-F238E27FC236}">
                    <a16:creationId xmlns:a16="http://schemas.microsoft.com/office/drawing/2014/main" id="{490B6412-4BD9-4F33-8E2D-F9D922119C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10" y="4998"/>
                <a:ext cx="175" cy="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z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87" name="Rectangle 53">
                <a:extLst>
                  <a:ext uri="{FF2B5EF4-FFF2-40B4-BE49-F238E27FC236}">
                    <a16:creationId xmlns:a16="http://schemas.microsoft.com/office/drawing/2014/main" id="{FD125343-6395-47A6-9258-1C586E4EF9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10" y="4998"/>
                <a:ext cx="98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+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88" name="Rectangle 55">
                <a:extLst>
                  <a:ext uri="{FF2B5EF4-FFF2-40B4-BE49-F238E27FC236}">
                    <a16:creationId xmlns:a16="http://schemas.microsoft.com/office/drawing/2014/main" id="{5E9A4BE7-2F4F-4FF3-986A-14E8C35063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428" y="4998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y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89" name="Rectangle 56">
                <a:extLst>
                  <a:ext uri="{FF2B5EF4-FFF2-40B4-BE49-F238E27FC236}">
                    <a16:creationId xmlns:a16="http://schemas.microsoft.com/office/drawing/2014/main" id="{8AB45B59-F4C7-491C-82AC-F388BA95E0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07" y="4998"/>
                <a:ext cx="7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z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90" name="Rectangle 58">
                <a:extLst>
                  <a:ext uri="{FF2B5EF4-FFF2-40B4-BE49-F238E27FC236}">
                    <a16:creationId xmlns:a16="http://schemas.microsoft.com/office/drawing/2014/main" id="{5CF71DC8-527D-4FE4-BF89-7A0053CE53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28" y="4998"/>
                <a:ext cx="98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+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91" name="Line 59">
                <a:extLst>
                  <a:ext uri="{FF2B5EF4-FFF2-40B4-BE49-F238E27FC236}">
                    <a16:creationId xmlns:a16="http://schemas.microsoft.com/office/drawing/2014/main" id="{83EAC56B-535D-4019-B636-2DE5358CE4A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122" y="5017"/>
                <a:ext cx="2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90169" name="Group 124">
              <a:extLst>
                <a:ext uri="{FF2B5EF4-FFF2-40B4-BE49-F238E27FC236}">
                  <a16:creationId xmlns:a16="http://schemas.microsoft.com/office/drawing/2014/main" id="{74CDF8B3-C895-4A11-834A-07D8815115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5325" y="7551738"/>
              <a:ext cx="1787525" cy="1495425"/>
              <a:chOff x="2646" y="2704"/>
              <a:chExt cx="1126" cy="942"/>
            </a:xfrm>
          </p:grpSpPr>
          <p:sp>
            <p:nvSpPr>
              <p:cNvPr id="90170" name="Freeform 125">
                <a:extLst>
                  <a:ext uri="{FF2B5EF4-FFF2-40B4-BE49-F238E27FC236}">
                    <a16:creationId xmlns:a16="http://schemas.microsoft.com/office/drawing/2014/main" id="{351490FC-CBFA-48BB-BF55-E2070A7A27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76" y="3075"/>
                <a:ext cx="478" cy="477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3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3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1" y="0"/>
                    </a:moveTo>
                    <a:lnTo>
                      <a:pt x="343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9" y="43"/>
                    </a:lnTo>
                    <a:lnTo>
                      <a:pt x="174" y="52"/>
                    </a:lnTo>
                    <a:lnTo>
                      <a:pt x="159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6"/>
                    </a:lnTo>
                    <a:lnTo>
                      <a:pt x="93" y="119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6"/>
                    </a:lnTo>
                    <a:lnTo>
                      <a:pt x="2" y="324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2"/>
                    </a:lnTo>
                    <a:lnTo>
                      <a:pt x="35" y="518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9" y="660"/>
                    </a:lnTo>
                    <a:lnTo>
                      <a:pt x="174" y="669"/>
                    </a:lnTo>
                    <a:lnTo>
                      <a:pt x="189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700"/>
                    </a:lnTo>
                    <a:lnTo>
                      <a:pt x="253" y="706"/>
                    </a:lnTo>
                    <a:lnTo>
                      <a:pt x="270" y="711"/>
                    </a:lnTo>
                    <a:lnTo>
                      <a:pt x="288" y="715"/>
                    </a:lnTo>
                    <a:lnTo>
                      <a:pt x="305" y="718"/>
                    </a:lnTo>
                    <a:lnTo>
                      <a:pt x="323" y="720"/>
                    </a:lnTo>
                    <a:lnTo>
                      <a:pt x="343" y="722"/>
                    </a:lnTo>
                    <a:lnTo>
                      <a:pt x="361" y="722"/>
                    </a:lnTo>
                    <a:lnTo>
                      <a:pt x="380" y="722"/>
                    </a:lnTo>
                    <a:lnTo>
                      <a:pt x="398" y="720"/>
                    </a:lnTo>
                    <a:lnTo>
                      <a:pt x="416" y="718"/>
                    </a:lnTo>
                    <a:lnTo>
                      <a:pt x="433" y="715"/>
                    </a:lnTo>
                    <a:lnTo>
                      <a:pt x="451" y="711"/>
                    </a:lnTo>
                    <a:lnTo>
                      <a:pt x="468" y="706"/>
                    </a:lnTo>
                    <a:lnTo>
                      <a:pt x="485" y="700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8" y="669"/>
                    </a:lnTo>
                    <a:lnTo>
                      <a:pt x="563" y="660"/>
                    </a:lnTo>
                    <a:lnTo>
                      <a:pt x="577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8"/>
                    </a:lnTo>
                    <a:lnTo>
                      <a:pt x="693" y="502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4"/>
                    </a:lnTo>
                    <a:lnTo>
                      <a:pt x="717" y="306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9"/>
                    </a:lnTo>
                    <a:lnTo>
                      <a:pt x="616" y="106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7" y="71"/>
                    </a:lnTo>
                    <a:lnTo>
                      <a:pt x="563" y="61"/>
                    </a:lnTo>
                    <a:lnTo>
                      <a:pt x="548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80" y="0"/>
                    </a:lnTo>
                    <a:lnTo>
                      <a:pt x="361" y="0"/>
                    </a:lnTo>
                  </a:path>
                </a:pathLst>
              </a:custGeom>
              <a:solidFill>
                <a:srgbClr val="66FFFF"/>
              </a:solidFill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71" name="Freeform 127">
                <a:extLst>
                  <a:ext uri="{FF2B5EF4-FFF2-40B4-BE49-F238E27FC236}">
                    <a16:creationId xmlns:a16="http://schemas.microsoft.com/office/drawing/2014/main" id="{A0B35D19-E272-43A5-A1D4-FAF49B32E4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18" y="2797"/>
                <a:ext cx="476" cy="476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2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2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0" y="0"/>
                    </a:moveTo>
                    <a:lnTo>
                      <a:pt x="342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8" y="43"/>
                    </a:lnTo>
                    <a:lnTo>
                      <a:pt x="173" y="52"/>
                    </a:lnTo>
                    <a:lnTo>
                      <a:pt x="158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5"/>
                    </a:lnTo>
                    <a:lnTo>
                      <a:pt x="93" y="118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5"/>
                    </a:lnTo>
                    <a:lnTo>
                      <a:pt x="2" y="323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1"/>
                    </a:lnTo>
                    <a:lnTo>
                      <a:pt x="35" y="517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8" y="660"/>
                    </a:lnTo>
                    <a:lnTo>
                      <a:pt x="173" y="669"/>
                    </a:lnTo>
                    <a:lnTo>
                      <a:pt x="188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699"/>
                    </a:lnTo>
                    <a:lnTo>
                      <a:pt x="253" y="705"/>
                    </a:lnTo>
                    <a:lnTo>
                      <a:pt x="270" y="710"/>
                    </a:lnTo>
                    <a:lnTo>
                      <a:pt x="288" y="714"/>
                    </a:lnTo>
                    <a:lnTo>
                      <a:pt x="305" y="717"/>
                    </a:lnTo>
                    <a:lnTo>
                      <a:pt x="323" y="719"/>
                    </a:lnTo>
                    <a:lnTo>
                      <a:pt x="342" y="722"/>
                    </a:lnTo>
                    <a:lnTo>
                      <a:pt x="360" y="722"/>
                    </a:lnTo>
                    <a:lnTo>
                      <a:pt x="379" y="722"/>
                    </a:lnTo>
                    <a:lnTo>
                      <a:pt x="398" y="719"/>
                    </a:lnTo>
                    <a:lnTo>
                      <a:pt x="416" y="717"/>
                    </a:lnTo>
                    <a:lnTo>
                      <a:pt x="433" y="714"/>
                    </a:lnTo>
                    <a:lnTo>
                      <a:pt x="451" y="710"/>
                    </a:lnTo>
                    <a:lnTo>
                      <a:pt x="468" y="705"/>
                    </a:lnTo>
                    <a:lnTo>
                      <a:pt x="485" y="699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7" y="669"/>
                    </a:lnTo>
                    <a:lnTo>
                      <a:pt x="562" y="660"/>
                    </a:lnTo>
                    <a:lnTo>
                      <a:pt x="576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7"/>
                    </a:lnTo>
                    <a:lnTo>
                      <a:pt x="693" y="501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3"/>
                    </a:lnTo>
                    <a:lnTo>
                      <a:pt x="717" y="305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8"/>
                    </a:lnTo>
                    <a:lnTo>
                      <a:pt x="616" y="105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6" y="71"/>
                    </a:lnTo>
                    <a:lnTo>
                      <a:pt x="562" y="61"/>
                    </a:lnTo>
                    <a:lnTo>
                      <a:pt x="547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79" y="0"/>
                    </a:lnTo>
                    <a:lnTo>
                      <a:pt x="36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72" name="Rectangle 128">
                <a:extLst>
                  <a:ext uri="{FF2B5EF4-FFF2-40B4-BE49-F238E27FC236}">
                    <a16:creationId xmlns:a16="http://schemas.microsoft.com/office/drawing/2014/main" id="{C3F448EB-6B49-4522-8567-B26C83157C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08" y="2941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y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73" name="Freeform 129">
                <a:extLst>
                  <a:ext uri="{FF2B5EF4-FFF2-40B4-BE49-F238E27FC236}">
                    <a16:creationId xmlns:a16="http://schemas.microsoft.com/office/drawing/2014/main" id="{8A2BF6EC-144B-4559-943F-6F464EB939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18" y="2797"/>
                <a:ext cx="476" cy="476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2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2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0" y="0"/>
                    </a:moveTo>
                    <a:lnTo>
                      <a:pt x="342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8" y="43"/>
                    </a:lnTo>
                    <a:lnTo>
                      <a:pt x="173" y="52"/>
                    </a:lnTo>
                    <a:lnTo>
                      <a:pt x="158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5"/>
                    </a:lnTo>
                    <a:lnTo>
                      <a:pt x="93" y="118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5"/>
                    </a:lnTo>
                    <a:lnTo>
                      <a:pt x="2" y="323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1"/>
                    </a:lnTo>
                    <a:lnTo>
                      <a:pt x="35" y="517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8" y="660"/>
                    </a:lnTo>
                    <a:lnTo>
                      <a:pt x="173" y="669"/>
                    </a:lnTo>
                    <a:lnTo>
                      <a:pt x="188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699"/>
                    </a:lnTo>
                    <a:lnTo>
                      <a:pt x="253" y="705"/>
                    </a:lnTo>
                    <a:lnTo>
                      <a:pt x="270" y="710"/>
                    </a:lnTo>
                    <a:lnTo>
                      <a:pt x="288" y="714"/>
                    </a:lnTo>
                    <a:lnTo>
                      <a:pt x="305" y="717"/>
                    </a:lnTo>
                    <a:lnTo>
                      <a:pt x="323" y="719"/>
                    </a:lnTo>
                    <a:lnTo>
                      <a:pt x="342" y="722"/>
                    </a:lnTo>
                    <a:lnTo>
                      <a:pt x="360" y="722"/>
                    </a:lnTo>
                    <a:lnTo>
                      <a:pt x="379" y="722"/>
                    </a:lnTo>
                    <a:lnTo>
                      <a:pt x="398" y="719"/>
                    </a:lnTo>
                    <a:lnTo>
                      <a:pt x="416" y="717"/>
                    </a:lnTo>
                    <a:lnTo>
                      <a:pt x="433" y="714"/>
                    </a:lnTo>
                    <a:lnTo>
                      <a:pt x="451" y="710"/>
                    </a:lnTo>
                    <a:lnTo>
                      <a:pt x="468" y="705"/>
                    </a:lnTo>
                    <a:lnTo>
                      <a:pt x="485" y="699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7" y="669"/>
                    </a:lnTo>
                    <a:lnTo>
                      <a:pt x="562" y="660"/>
                    </a:lnTo>
                    <a:lnTo>
                      <a:pt x="576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7"/>
                    </a:lnTo>
                    <a:lnTo>
                      <a:pt x="693" y="501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3"/>
                    </a:lnTo>
                    <a:lnTo>
                      <a:pt x="717" y="305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8"/>
                    </a:lnTo>
                    <a:lnTo>
                      <a:pt x="616" y="105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6" y="71"/>
                    </a:lnTo>
                    <a:lnTo>
                      <a:pt x="562" y="61"/>
                    </a:lnTo>
                    <a:lnTo>
                      <a:pt x="547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79" y="0"/>
                    </a:lnTo>
                    <a:lnTo>
                      <a:pt x="36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74" name="Freeform 130">
                <a:extLst>
                  <a:ext uri="{FF2B5EF4-FFF2-40B4-BE49-F238E27FC236}">
                    <a16:creationId xmlns:a16="http://schemas.microsoft.com/office/drawing/2014/main" id="{C491E3D5-0885-4961-A9E2-AC9CC871B1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76" y="3075"/>
                <a:ext cx="478" cy="477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3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3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1" y="0"/>
                    </a:moveTo>
                    <a:lnTo>
                      <a:pt x="343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9" y="43"/>
                    </a:lnTo>
                    <a:lnTo>
                      <a:pt x="174" y="52"/>
                    </a:lnTo>
                    <a:lnTo>
                      <a:pt x="159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6"/>
                    </a:lnTo>
                    <a:lnTo>
                      <a:pt x="93" y="119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6"/>
                    </a:lnTo>
                    <a:lnTo>
                      <a:pt x="2" y="324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2"/>
                    </a:lnTo>
                    <a:lnTo>
                      <a:pt x="35" y="518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9" y="660"/>
                    </a:lnTo>
                    <a:lnTo>
                      <a:pt x="174" y="669"/>
                    </a:lnTo>
                    <a:lnTo>
                      <a:pt x="189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700"/>
                    </a:lnTo>
                    <a:lnTo>
                      <a:pt x="253" y="706"/>
                    </a:lnTo>
                    <a:lnTo>
                      <a:pt x="270" y="711"/>
                    </a:lnTo>
                    <a:lnTo>
                      <a:pt x="288" y="715"/>
                    </a:lnTo>
                    <a:lnTo>
                      <a:pt x="305" y="718"/>
                    </a:lnTo>
                    <a:lnTo>
                      <a:pt x="323" y="720"/>
                    </a:lnTo>
                    <a:lnTo>
                      <a:pt x="343" y="722"/>
                    </a:lnTo>
                    <a:lnTo>
                      <a:pt x="361" y="722"/>
                    </a:lnTo>
                    <a:lnTo>
                      <a:pt x="380" y="722"/>
                    </a:lnTo>
                    <a:lnTo>
                      <a:pt x="398" y="720"/>
                    </a:lnTo>
                    <a:lnTo>
                      <a:pt x="416" y="718"/>
                    </a:lnTo>
                    <a:lnTo>
                      <a:pt x="433" y="715"/>
                    </a:lnTo>
                    <a:lnTo>
                      <a:pt x="451" y="711"/>
                    </a:lnTo>
                    <a:lnTo>
                      <a:pt x="468" y="706"/>
                    </a:lnTo>
                    <a:lnTo>
                      <a:pt x="485" y="700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8" y="669"/>
                    </a:lnTo>
                    <a:lnTo>
                      <a:pt x="563" y="660"/>
                    </a:lnTo>
                    <a:lnTo>
                      <a:pt x="577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8"/>
                    </a:lnTo>
                    <a:lnTo>
                      <a:pt x="693" y="502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4"/>
                    </a:lnTo>
                    <a:lnTo>
                      <a:pt x="717" y="306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9"/>
                    </a:lnTo>
                    <a:lnTo>
                      <a:pt x="616" y="106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7" y="71"/>
                    </a:lnTo>
                    <a:lnTo>
                      <a:pt x="563" y="61"/>
                    </a:lnTo>
                    <a:lnTo>
                      <a:pt x="548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80" y="0"/>
                    </a:lnTo>
                    <a:lnTo>
                      <a:pt x="361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75" name="Rectangle 131">
                <a:extLst>
                  <a:ext uri="{FF2B5EF4-FFF2-40B4-BE49-F238E27FC236}">
                    <a16:creationId xmlns:a16="http://schemas.microsoft.com/office/drawing/2014/main" id="{70067BDC-BD91-47A2-8CF2-D901CAF234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46" y="2704"/>
                <a:ext cx="1126" cy="94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76" name="Freeform 132">
                <a:extLst>
                  <a:ext uri="{FF2B5EF4-FFF2-40B4-BE49-F238E27FC236}">
                    <a16:creationId xmlns:a16="http://schemas.microsoft.com/office/drawing/2014/main" id="{3632E8DF-FB07-4BA6-A501-55BC97D7D2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36" y="2864"/>
                <a:ext cx="79" cy="354"/>
              </a:xfrm>
              <a:custGeom>
                <a:avLst/>
                <a:gdLst>
                  <a:gd name="T0" fmla="*/ 1 w 120"/>
                  <a:gd name="T1" fmla="*/ 0 h 537"/>
                  <a:gd name="T2" fmla="*/ 1 w 120"/>
                  <a:gd name="T3" fmla="*/ 1 h 537"/>
                  <a:gd name="T4" fmla="*/ 1 w 120"/>
                  <a:gd name="T5" fmla="*/ 1 h 537"/>
                  <a:gd name="T6" fmla="*/ 1 w 120"/>
                  <a:gd name="T7" fmla="*/ 1 h 537"/>
                  <a:gd name="T8" fmla="*/ 1 w 120"/>
                  <a:gd name="T9" fmla="*/ 1 h 537"/>
                  <a:gd name="T10" fmla="*/ 1 w 120"/>
                  <a:gd name="T11" fmla="*/ 1 h 537"/>
                  <a:gd name="T12" fmla="*/ 1 w 120"/>
                  <a:gd name="T13" fmla="*/ 1 h 537"/>
                  <a:gd name="T14" fmla="*/ 1 w 120"/>
                  <a:gd name="T15" fmla="*/ 1 h 537"/>
                  <a:gd name="T16" fmla="*/ 1 w 120"/>
                  <a:gd name="T17" fmla="*/ 1 h 537"/>
                  <a:gd name="T18" fmla="*/ 1 w 120"/>
                  <a:gd name="T19" fmla="*/ 1 h 537"/>
                  <a:gd name="T20" fmla="*/ 1 w 120"/>
                  <a:gd name="T21" fmla="*/ 1 h 537"/>
                  <a:gd name="T22" fmla="*/ 1 w 120"/>
                  <a:gd name="T23" fmla="*/ 1 h 537"/>
                  <a:gd name="T24" fmla="*/ 1 w 120"/>
                  <a:gd name="T25" fmla="*/ 1 h 537"/>
                  <a:gd name="T26" fmla="*/ 1 w 120"/>
                  <a:gd name="T27" fmla="*/ 1 h 537"/>
                  <a:gd name="T28" fmla="*/ 0 w 120"/>
                  <a:gd name="T29" fmla="*/ 1 h 537"/>
                  <a:gd name="T30" fmla="*/ 0 w 120"/>
                  <a:gd name="T31" fmla="*/ 1 h 537"/>
                  <a:gd name="T32" fmla="*/ 1 w 120"/>
                  <a:gd name="T33" fmla="*/ 1 h 537"/>
                  <a:gd name="T34" fmla="*/ 1 w 120"/>
                  <a:gd name="T35" fmla="*/ 1 h 537"/>
                  <a:gd name="T36" fmla="*/ 1 w 120"/>
                  <a:gd name="T37" fmla="*/ 1 h 537"/>
                  <a:gd name="T38" fmla="*/ 1 w 120"/>
                  <a:gd name="T39" fmla="*/ 1 h 537"/>
                  <a:gd name="T40" fmla="*/ 1 w 120"/>
                  <a:gd name="T41" fmla="*/ 2 h 537"/>
                  <a:gd name="T42" fmla="*/ 1 w 120"/>
                  <a:gd name="T43" fmla="*/ 2 h 537"/>
                  <a:gd name="T44" fmla="*/ 1 w 120"/>
                  <a:gd name="T45" fmla="*/ 2 h 537"/>
                  <a:gd name="T46" fmla="*/ 1 w 120"/>
                  <a:gd name="T47" fmla="*/ 2 h 537"/>
                  <a:gd name="T48" fmla="*/ 1 w 120"/>
                  <a:gd name="T49" fmla="*/ 2 h 537"/>
                  <a:gd name="T50" fmla="*/ 1 w 120"/>
                  <a:gd name="T51" fmla="*/ 2 h 537"/>
                  <a:gd name="T52" fmla="*/ 1 w 120"/>
                  <a:gd name="T53" fmla="*/ 2 h 537"/>
                  <a:gd name="T54" fmla="*/ 1 w 120"/>
                  <a:gd name="T55" fmla="*/ 2 h 537"/>
                  <a:gd name="T56" fmla="*/ 1 w 120"/>
                  <a:gd name="T57" fmla="*/ 2 h 537"/>
                  <a:gd name="T58" fmla="*/ 1 w 120"/>
                  <a:gd name="T59" fmla="*/ 2 h 537"/>
                  <a:gd name="T60" fmla="*/ 1 w 120"/>
                  <a:gd name="T61" fmla="*/ 2 h 537"/>
                  <a:gd name="T62" fmla="*/ 1 w 120"/>
                  <a:gd name="T63" fmla="*/ 3 h 537"/>
                  <a:gd name="T64" fmla="*/ 1 w 120"/>
                  <a:gd name="T65" fmla="*/ 3 h 537"/>
                  <a:gd name="T66" fmla="*/ 1 w 120"/>
                  <a:gd name="T67" fmla="*/ 0 h 53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120" h="537">
                    <a:moveTo>
                      <a:pt x="120" y="0"/>
                    </a:moveTo>
                    <a:lnTo>
                      <a:pt x="103" y="13"/>
                    </a:lnTo>
                    <a:lnTo>
                      <a:pt x="87" y="28"/>
                    </a:lnTo>
                    <a:lnTo>
                      <a:pt x="73" y="43"/>
                    </a:lnTo>
                    <a:lnTo>
                      <a:pt x="61" y="59"/>
                    </a:lnTo>
                    <a:lnTo>
                      <a:pt x="49" y="75"/>
                    </a:lnTo>
                    <a:lnTo>
                      <a:pt x="39" y="92"/>
                    </a:lnTo>
                    <a:lnTo>
                      <a:pt x="31" y="110"/>
                    </a:lnTo>
                    <a:lnTo>
                      <a:pt x="23" y="128"/>
                    </a:lnTo>
                    <a:lnTo>
                      <a:pt x="16" y="147"/>
                    </a:lnTo>
                    <a:lnTo>
                      <a:pt x="11" y="166"/>
                    </a:lnTo>
                    <a:lnTo>
                      <a:pt x="7" y="185"/>
                    </a:lnTo>
                    <a:lnTo>
                      <a:pt x="4" y="205"/>
                    </a:lnTo>
                    <a:lnTo>
                      <a:pt x="1" y="224"/>
                    </a:lnTo>
                    <a:lnTo>
                      <a:pt x="0" y="245"/>
                    </a:lnTo>
                    <a:lnTo>
                      <a:pt x="0" y="265"/>
                    </a:lnTo>
                    <a:lnTo>
                      <a:pt x="1" y="285"/>
                    </a:lnTo>
                    <a:lnTo>
                      <a:pt x="3" y="304"/>
                    </a:lnTo>
                    <a:lnTo>
                      <a:pt x="5" y="324"/>
                    </a:lnTo>
                    <a:lnTo>
                      <a:pt x="9" y="343"/>
                    </a:lnTo>
                    <a:lnTo>
                      <a:pt x="13" y="362"/>
                    </a:lnTo>
                    <a:lnTo>
                      <a:pt x="18" y="380"/>
                    </a:lnTo>
                    <a:lnTo>
                      <a:pt x="24" y="398"/>
                    </a:lnTo>
                    <a:lnTo>
                      <a:pt x="30" y="416"/>
                    </a:lnTo>
                    <a:lnTo>
                      <a:pt x="38" y="433"/>
                    </a:lnTo>
                    <a:lnTo>
                      <a:pt x="46" y="449"/>
                    </a:lnTo>
                    <a:lnTo>
                      <a:pt x="54" y="465"/>
                    </a:lnTo>
                    <a:lnTo>
                      <a:pt x="64" y="479"/>
                    </a:lnTo>
                    <a:lnTo>
                      <a:pt x="74" y="493"/>
                    </a:lnTo>
                    <a:lnTo>
                      <a:pt x="84" y="506"/>
                    </a:lnTo>
                    <a:lnTo>
                      <a:pt x="95" y="517"/>
                    </a:lnTo>
                    <a:lnTo>
                      <a:pt x="108" y="528"/>
                    </a:lnTo>
                    <a:lnTo>
                      <a:pt x="120" y="537"/>
                    </a:lnTo>
                    <a:lnTo>
                      <a:pt x="120" y="0"/>
                    </a:lnTo>
                    <a:close/>
                  </a:path>
                </a:pathLst>
              </a:custGeom>
              <a:solidFill>
                <a:srgbClr val="66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77" name="Freeform 133">
                <a:extLst>
                  <a:ext uri="{FF2B5EF4-FFF2-40B4-BE49-F238E27FC236}">
                    <a16:creationId xmlns:a16="http://schemas.microsoft.com/office/drawing/2014/main" id="{E8309280-35C4-46E7-B655-F11AA46687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214" y="2864"/>
                <a:ext cx="80" cy="354"/>
              </a:xfrm>
              <a:custGeom>
                <a:avLst/>
                <a:gdLst>
                  <a:gd name="T0" fmla="*/ 0 w 119"/>
                  <a:gd name="T1" fmla="*/ 0 h 537"/>
                  <a:gd name="T2" fmla="*/ 1 w 119"/>
                  <a:gd name="T3" fmla="*/ 1 h 537"/>
                  <a:gd name="T4" fmla="*/ 1 w 119"/>
                  <a:gd name="T5" fmla="*/ 1 h 537"/>
                  <a:gd name="T6" fmla="*/ 1 w 119"/>
                  <a:gd name="T7" fmla="*/ 1 h 537"/>
                  <a:gd name="T8" fmla="*/ 1 w 119"/>
                  <a:gd name="T9" fmla="*/ 1 h 537"/>
                  <a:gd name="T10" fmla="*/ 1 w 119"/>
                  <a:gd name="T11" fmla="*/ 1 h 537"/>
                  <a:gd name="T12" fmla="*/ 1 w 119"/>
                  <a:gd name="T13" fmla="*/ 1 h 537"/>
                  <a:gd name="T14" fmla="*/ 1 w 119"/>
                  <a:gd name="T15" fmla="*/ 1 h 537"/>
                  <a:gd name="T16" fmla="*/ 1 w 119"/>
                  <a:gd name="T17" fmla="*/ 1 h 537"/>
                  <a:gd name="T18" fmla="*/ 1 w 119"/>
                  <a:gd name="T19" fmla="*/ 1 h 537"/>
                  <a:gd name="T20" fmla="*/ 1 w 119"/>
                  <a:gd name="T21" fmla="*/ 1 h 537"/>
                  <a:gd name="T22" fmla="*/ 1 w 119"/>
                  <a:gd name="T23" fmla="*/ 1 h 537"/>
                  <a:gd name="T24" fmla="*/ 1 w 119"/>
                  <a:gd name="T25" fmla="*/ 1 h 537"/>
                  <a:gd name="T26" fmla="*/ 1 w 119"/>
                  <a:gd name="T27" fmla="*/ 1 h 537"/>
                  <a:gd name="T28" fmla="*/ 1 w 119"/>
                  <a:gd name="T29" fmla="*/ 1 h 537"/>
                  <a:gd name="T30" fmla="*/ 1 w 119"/>
                  <a:gd name="T31" fmla="*/ 1 h 537"/>
                  <a:gd name="T32" fmla="*/ 1 w 119"/>
                  <a:gd name="T33" fmla="*/ 1 h 537"/>
                  <a:gd name="T34" fmla="*/ 1 w 119"/>
                  <a:gd name="T35" fmla="*/ 1 h 537"/>
                  <a:gd name="T36" fmla="*/ 1 w 119"/>
                  <a:gd name="T37" fmla="*/ 1 h 537"/>
                  <a:gd name="T38" fmla="*/ 1 w 119"/>
                  <a:gd name="T39" fmla="*/ 1 h 537"/>
                  <a:gd name="T40" fmla="*/ 1 w 119"/>
                  <a:gd name="T41" fmla="*/ 2 h 537"/>
                  <a:gd name="T42" fmla="*/ 1 w 119"/>
                  <a:gd name="T43" fmla="*/ 2 h 537"/>
                  <a:gd name="T44" fmla="*/ 1 w 119"/>
                  <a:gd name="T45" fmla="*/ 2 h 537"/>
                  <a:gd name="T46" fmla="*/ 1 w 119"/>
                  <a:gd name="T47" fmla="*/ 2 h 537"/>
                  <a:gd name="T48" fmla="*/ 1 w 119"/>
                  <a:gd name="T49" fmla="*/ 2 h 537"/>
                  <a:gd name="T50" fmla="*/ 1 w 119"/>
                  <a:gd name="T51" fmla="*/ 2 h 537"/>
                  <a:gd name="T52" fmla="*/ 1 w 119"/>
                  <a:gd name="T53" fmla="*/ 2 h 537"/>
                  <a:gd name="T54" fmla="*/ 1 w 119"/>
                  <a:gd name="T55" fmla="*/ 2 h 537"/>
                  <a:gd name="T56" fmla="*/ 1 w 119"/>
                  <a:gd name="T57" fmla="*/ 2 h 537"/>
                  <a:gd name="T58" fmla="*/ 1 w 119"/>
                  <a:gd name="T59" fmla="*/ 2 h 537"/>
                  <a:gd name="T60" fmla="*/ 1 w 119"/>
                  <a:gd name="T61" fmla="*/ 2 h 537"/>
                  <a:gd name="T62" fmla="*/ 1 w 119"/>
                  <a:gd name="T63" fmla="*/ 3 h 537"/>
                  <a:gd name="T64" fmla="*/ 0 w 119"/>
                  <a:gd name="T65" fmla="*/ 3 h 537"/>
                  <a:gd name="T66" fmla="*/ 0 w 119"/>
                  <a:gd name="T67" fmla="*/ 0 h 53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119" h="537">
                    <a:moveTo>
                      <a:pt x="0" y="0"/>
                    </a:moveTo>
                    <a:lnTo>
                      <a:pt x="17" y="13"/>
                    </a:lnTo>
                    <a:lnTo>
                      <a:pt x="32" y="28"/>
                    </a:lnTo>
                    <a:lnTo>
                      <a:pt x="46" y="43"/>
                    </a:lnTo>
                    <a:lnTo>
                      <a:pt x="58" y="59"/>
                    </a:lnTo>
                    <a:lnTo>
                      <a:pt x="70" y="75"/>
                    </a:lnTo>
                    <a:lnTo>
                      <a:pt x="80" y="92"/>
                    </a:lnTo>
                    <a:lnTo>
                      <a:pt x="89" y="110"/>
                    </a:lnTo>
                    <a:lnTo>
                      <a:pt x="96" y="128"/>
                    </a:lnTo>
                    <a:lnTo>
                      <a:pt x="103" y="147"/>
                    </a:lnTo>
                    <a:lnTo>
                      <a:pt x="108" y="166"/>
                    </a:lnTo>
                    <a:lnTo>
                      <a:pt x="112" y="185"/>
                    </a:lnTo>
                    <a:lnTo>
                      <a:pt x="115" y="205"/>
                    </a:lnTo>
                    <a:lnTo>
                      <a:pt x="118" y="224"/>
                    </a:lnTo>
                    <a:lnTo>
                      <a:pt x="119" y="245"/>
                    </a:lnTo>
                    <a:lnTo>
                      <a:pt x="119" y="265"/>
                    </a:lnTo>
                    <a:lnTo>
                      <a:pt x="118" y="285"/>
                    </a:lnTo>
                    <a:lnTo>
                      <a:pt x="117" y="304"/>
                    </a:lnTo>
                    <a:lnTo>
                      <a:pt x="114" y="324"/>
                    </a:lnTo>
                    <a:lnTo>
                      <a:pt x="110" y="343"/>
                    </a:lnTo>
                    <a:lnTo>
                      <a:pt x="106" y="362"/>
                    </a:lnTo>
                    <a:lnTo>
                      <a:pt x="101" y="380"/>
                    </a:lnTo>
                    <a:lnTo>
                      <a:pt x="95" y="398"/>
                    </a:lnTo>
                    <a:lnTo>
                      <a:pt x="89" y="416"/>
                    </a:lnTo>
                    <a:lnTo>
                      <a:pt x="81" y="433"/>
                    </a:lnTo>
                    <a:lnTo>
                      <a:pt x="73" y="449"/>
                    </a:lnTo>
                    <a:lnTo>
                      <a:pt x="65" y="465"/>
                    </a:lnTo>
                    <a:lnTo>
                      <a:pt x="55" y="479"/>
                    </a:lnTo>
                    <a:lnTo>
                      <a:pt x="45" y="493"/>
                    </a:lnTo>
                    <a:lnTo>
                      <a:pt x="35" y="506"/>
                    </a:lnTo>
                    <a:lnTo>
                      <a:pt x="24" y="517"/>
                    </a:lnTo>
                    <a:lnTo>
                      <a:pt x="12" y="528"/>
                    </a:lnTo>
                    <a:lnTo>
                      <a:pt x="0" y="5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78" name="Freeform 134">
                <a:extLst>
                  <a:ext uri="{FF2B5EF4-FFF2-40B4-BE49-F238E27FC236}">
                    <a16:creationId xmlns:a16="http://schemas.microsoft.com/office/drawing/2014/main" id="{FB47EF8B-B219-4D88-91E4-95D5D33ADF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18" y="2797"/>
                <a:ext cx="476" cy="476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2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2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0" y="0"/>
                    </a:moveTo>
                    <a:lnTo>
                      <a:pt x="342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8" y="43"/>
                    </a:lnTo>
                    <a:lnTo>
                      <a:pt x="173" y="52"/>
                    </a:lnTo>
                    <a:lnTo>
                      <a:pt x="158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5"/>
                    </a:lnTo>
                    <a:lnTo>
                      <a:pt x="93" y="118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5"/>
                    </a:lnTo>
                    <a:lnTo>
                      <a:pt x="2" y="323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1"/>
                    </a:lnTo>
                    <a:lnTo>
                      <a:pt x="35" y="517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8" y="660"/>
                    </a:lnTo>
                    <a:lnTo>
                      <a:pt x="173" y="669"/>
                    </a:lnTo>
                    <a:lnTo>
                      <a:pt x="188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699"/>
                    </a:lnTo>
                    <a:lnTo>
                      <a:pt x="253" y="705"/>
                    </a:lnTo>
                    <a:lnTo>
                      <a:pt x="270" y="710"/>
                    </a:lnTo>
                    <a:lnTo>
                      <a:pt x="288" y="714"/>
                    </a:lnTo>
                    <a:lnTo>
                      <a:pt x="305" y="717"/>
                    </a:lnTo>
                    <a:lnTo>
                      <a:pt x="323" y="719"/>
                    </a:lnTo>
                    <a:lnTo>
                      <a:pt x="342" y="722"/>
                    </a:lnTo>
                    <a:lnTo>
                      <a:pt x="360" y="722"/>
                    </a:lnTo>
                    <a:lnTo>
                      <a:pt x="379" y="722"/>
                    </a:lnTo>
                    <a:lnTo>
                      <a:pt x="398" y="719"/>
                    </a:lnTo>
                    <a:lnTo>
                      <a:pt x="416" y="717"/>
                    </a:lnTo>
                    <a:lnTo>
                      <a:pt x="433" y="714"/>
                    </a:lnTo>
                    <a:lnTo>
                      <a:pt x="451" y="710"/>
                    </a:lnTo>
                    <a:lnTo>
                      <a:pt x="468" y="705"/>
                    </a:lnTo>
                    <a:lnTo>
                      <a:pt x="485" y="699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7" y="669"/>
                    </a:lnTo>
                    <a:lnTo>
                      <a:pt x="562" y="660"/>
                    </a:lnTo>
                    <a:lnTo>
                      <a:pt x="576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7"/>
                    </a:lnTo>
                    <a:lnTo>
                      <a:pt x="693" y="501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3"/>
                    </a:lnTo>
                    <a:lnTo>
                      <a:pt x="717" y="305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8"/>
                    </a:lnTo>
                    <a:lnTo>
                      <a:pt x="616" y="105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6" y="71"/>
                    </a:lnTo>
                    <a:lnTo>
                      <a:pt x="562" y="61"/>
                    </a:lnTo>
                    <a:lnTo>
                      <a:pt x="547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79" y="0"/>
                    </a:lnTo>
                    <a:lnTo>
                      <a:pt x="360" y="0"/>
                    </a:lnTo>
                  </a:path>
                </a:pathLst>
              </a:custGeom>
              <a:solidFill>
                <a:schemeClr val="bg1"/>
              </a:solidFill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79" name="Rectangle 135">
                <a:extLst>
                  <a:ext uri="{FF2B5EF4-FFF2-40B4-BE49-F238E27FC236}">
                    <a16:creationId xmlns:a16="http://schemas.microsoft.com/office/drawing/2014/main" id="{16F4D60B-CDF7-4CD8-B801-83239E88CE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90" y="3326"/>
                <a:ext cx="7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z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80" name="Freeform 136">
                <a:extLst>
                  <a:ext uri="{FF2B5EF4-FFF2-40B4-BE49-F238E27FC236}">
                    <a16:creationId xmlns:a16="http://schemas.microsoft.com/office/drawing/2014/main" id="{29B9A707-60BF-4398-9389-790CEFCD09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36" y="2797"/>
                <a:ext cx="476" cy="476"/>
              </a:xfrm>
              <a:custGeom>
                <a:avLst/>
                <a:gdLst>
                  <a:gd name="T0" fmla="*/ 1 w 722"/>
                  <a:gd name="T1" fmla="*/ 1 h 722"/>
                  <a:gd name="T2" fmla="*/ 1 w 722"/>
                  <a:gd name="T3" fmla="*/ 1 h 722"/>
                  <a:gd name="T4" fmla="*/ 1 w 722"/>
                  <a:gd name="T5" fmla="*/ 1 h 722"/>
                  <a:gd name="T6" fmla="*/ 1 w 722"/>
                  <a:gd name="T7" fmla="*/ 1 h 722"/>
                  <a:gd name="T8" fmla="*/ 1 w 722"/>
                  <a:gd name="T9" fmla="*/ 1 h 722"/>
                  <a:gd name="T10" fmla="*/ 1 w 722"/>
                  <a:gd name="T11" fmla="*/ 1 h 722"/>
                  <a:gd name="T12" fmla="*/ 1 w 722"/>
                  <a:gd name="T13" fmla="*/ 1 h 722"/>
                  <a:gd name="T14" fmla="*/ 1 w 722"/>
                  <a:gd name="T15" fmla="*/ 1 h 722"/>
                  <a:gd name="T16" fmla="*/ 1 w 722"/>
                  <a:gd name="T17" fmla="*/ 1 h 722"/>
                  <a:gd name="T18" fmla="*/ 1 w 722"/>
                  <a:gd name="T19" fmla="*/ 1 h 722"/>
                  <a:gd name="T20" fmla="*/ 0 w 722"/>
                  <a:gd name="T21" fmla="*/ 2 h 722"/>
                  <a:gd name="T22" fmla="*/ 1 w 722"/>
                  <a:gd name="T23" fmla="*/ 2 h 722"/>
                  <a:gd name="T24" fmla="*/ 1 w 722"/>
                  <a:gd name="T25" fmla="*/ 2 h 722"/>
                  <a:gd name="T26" fmla="*/ 1 w 722"/>
                  <a:gd name="T27" fmla="*/ 2 h 722"/>
                  <a:gd name="T28" fmla="*/ 1 w 722"/>
                  <a:gd name="T29" fmla="*/ 3 h 722"/>
                  <a:gd name="T30" fmla="*/ 1 w 722"/>
                  <a:gd name="T31" fmla="*/ 3 h 722"/>
                  <a:gd name="T32" fmla="*/ 1 w 722"/>
                  <a:gd name="T33" fmla="*/ 3 h 722"/>
                  <a:gd name="T34" fmla="*/ 1 w 722"/>
                  <a:gd name="T35" fmla="*/ 3 h 722"/>
                  <a:gd name="T36" fmla="*/ 1 w 722"/>
                  <a:gd name="T37" fmla="*/ 3 h 722"/>
                  <a:gd name="T38" fmla="*/ 1 w 722"/>
                  <a:gd name="T39" fmla="*/ 3 h 722"/>
                  <a:gd name="T40" fmla="*/ 1 w 722"/>
                  <a:gd name="T41" fmla="*/ 3 h 722"/>
                  <a:gd name="T42" fmla="*/ 2 w 722"/>
                  <a:gd name="T43" fmla="*/ 3 h 722"/>
                  <a:gd name="T44" fmla="*/ 2 w 722"/>
                  <a:gd name="T45" fmla="*/ 3 h 722"/>
                  <a:gd name="T46" fmla="*/ 2 w 722"/>
                  <a:gd name="T47" fmla="*/ 3 h 722"/>
                  <a:gd name="T48" fmla="*/ 2 w 722"/>
                  <a:gd name="T49" fmla="*/ 3 h 722"/>
                  <a:gd name="T50" fmla="*/ 3 w 722"/>
                  <a:gd name="T51" fmla="*/ 3 h 722"/>
                  <a:gd name="T52" fmla="*/ 3 w 722"/>
                  <a:gd name="T53" fmla="*/ 3 h 722"/>
                  <a:gd name="T54" fmla="*/ 3 w 722"/>
                  <a:gd name="T55" fmla="*/ 3 h 722"/>
                  <a:gd name="T56" fmla="*/ 3 w 722"/>
                  <a:gd name="T57" fmla="*/ 3 h 722"/>
                  <a:gd name="T58" fmla="*/ 3 w 722"/>
                  <a:gd name="T59" fmla="*/ 2 h 722"/>
                  <a:gd name="T60" fmla="*/ 3 w 722"/>
                  <a:gd name="T61" fmla="*/ 2 h 722"/>
                  <a:gd name="T62" fmla="*/ 3 w 722"/>
                  <a:gd name="T63" fmla="*/ 2 h 722"/>
                  <a:gd name="T64" fmla="*/ 3 w 722"/>
                  <a:gd name="T65" fmla="*/ 2 h 722"/>
                  <a:gd name="T66" fmla="*/ 3 w 722"/>
                  <a:gd name="T67" fmla="*/ 1 h 722"/>
                  <a:gd name="T68" fmla="*/ 3 w 722"/>
                  <a:gd name="T69" fmla="*/ 1 h 722"/>
                  <a:gd name="T70" fmla="*/ 3 w 722"/>
                  <a:gd name="T71" fmla="*/ 1 h 722"/>
                  <a:gd name="T72" fmla="*/ 3 w 722"/>
                  <a:gd name="T73" fmla="*/ 1 h 722"/>
                  <a:gd name="T74" fmla="*/ 3 w 722"/>
                  <a:gd name="T75" fmla="*/ 1 h 722"/>
                  <a:gd name="T76" fmla="*/ 3 w 722"/>
                  <a:gd name="T77" fmla="*/ 1 h 722"/>
                  <a:gd name="T78" fmla="*/ 3 w 722"/>
                  <a:gd name="T79" fmla="*/ 1 h 722"/>
                  <a:gd name="T80" fmla="*/ 2 w 722"/>
                  <a:gd name="T81" fmla="*/ 1 h 722"/>
                  <a:gd name="T82" fmla="*/ 2 w 722"/>
                  <a:gd name="T83" fmla="*/ 1 h 722"/>
                  <a:gd name="T84" fmla="*/ 2 w 722"/>
                  <a:gd name="T85" fmla="*/ 1 h 722"/>
                  <a:gd name="T86" fmla="*/ 2 w 722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2" h="722">
                    <a:moveTo>
                      <a:pt x="361" y="0"/>
                    </a:moveTo>
                    <a:lnTo>
                      <a:pt x="343" y="0"/>
                    </a:lnTo>
                    <a:lnTo>
                      <a:pt x="324" y="2"/>
                    </a:lnTo>
                    <a:lnTo>
                      <a:pt x="306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9" y="43"/>
                    </a:lnTo>
                    <a:lnTo>
                      <a:pt x="174" y="52"/>
                    </a:lnTo>
                    <a:lnTo>
                      <a:pt x="159" y="61"/>
                    </a:lnTo>
                    <a:lnTo>
                      <a:pt x="145" y="71"/>
                    </a:lnTo>
                    <a:lnTo>
                      <a:pt x="132" y="82"/>
                    </a:lnTo>
                    <a:lnTo>
                      <a:pt x="119" y="93"/>
                    </a:lnTo>
                    <a:lnTo>
                      <a:pt x="106" y="105"/>
                    </a:lnTo>
                    <a:lnTo>
                      <a:pt x="93" y="118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5"/>
                    </a:lnTo>
                    <a:lnTo>
                      <a:pt x="2" y="323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1"/>
                    </a:lnTo>
                    <a:lnTo>
                      <a:pt x="35" y="517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6" y="616"/>
                    </a:lnTo>
                    <a:lnTo>
                      <a:pt x="119" y="628"/>
                    </a:lnTo>
                    <a:lnTo>
                      <a:pt x="132" y="639"/>
                    </a:lnTo>
                    <a:lnTo>
                      <a:pt x="145" y="650"/>
                    </a:lnTo>
                    <a:lnTo>
                      <a:pt x="159" y="660"/>
                    </a:lnTo>
                    <a:lnTo>
                      <a:pt x="174" y="669"/>
                    </a:lnTo>
                    <a:lnTo>
                      <a:pt x="189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699"/>
                    </a:lnTo>
                    <a:lnTo>
                      <a:pt x="253" y="705"/>
                    </a:lnTo>
                    <a:lnTo>
                      <a:pt x="270" y="710"/>
                    </a:lnTo>
                    <a:lnTo>
                      <a:pt x="288" y="714"/>
                    </a:lnTo>
                    <a:lnTo>
                      <a:pt x="306" y="717"/>
                    </a:lnTo>
                    <a:lnTo>
                      <a:pt x="324" y="719"/>
                    </a:lnTo>
                    <a:lnTo>
                      <a:pt x="343" y="722"/>
                    </a:lnTo>
                    <a:lnTo>
                      <a:pt x="361" y="722"/>
                    </a:lnTo>
                    <a:lnTo>
                      <a:pt x="380" y="722"/>
                    </a:lnTo>
                    <a:lnTo>
                      <a:pt x="398" y="719"/>
                    </a:lnTo>
                    <a:lnTo>
                      <a:pt x="416" y="717"/>
                    </a:lnTo>
                    <a:lnTo>
                      <a:pt x="433" y="714"/>
                    </a:lnTo>
                    <a:lnTo>
                      <a:pt x="451" y="710"/>
                    </a:lnTo>
                    <a:lnTo>
                      <a:pt x="468" y="705"/>
                    </a:lnTo>
                    <a:lnTo>
                      <a:pt x="485" y="699"/>
                    </a:lnTo>
                    <a:lnTo>
                      <a:pt x="502" y="693"/>
                    </a:lnTo>
                    <a:lnTo>
                      <a:pt x="518" y="686"/>
                    </a:lnTo>
                    <a:lnTo>
                      <a:pt x="533" y="678"/>
                    </a:lnTo>
                    <a:lnTo>
                      <a:pt x="548" y="669"/>
                    </a:lnTo>
                    <a:lnTo>
                      <a:pt x="563" y="660"/>
                    </a:lnTo>
                    <a:lnTo>
                      <a:pt x="577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7" y="517"/>
                    </a:lnTo>
                    <a:lnTo>
                      <a:pt x="694" y="501"/>
                    </a:lnTo>
                    <a:lnTo>
                      <a:pt x="700" y="485"/>
                    </a:lnTo>
                    <a:lnTo>
                      <a:pt x="706" y="468"/>
                    </a:lnTo>
                    <a:lnTo>
                      <a:pt x="711" y="451"/>
                    </a:lnTo>
                    <a:lnTo>
                      <a:pt x="715" y="433"/>
                    </a:lnTo>
                    <a:lnTo>
                      <a:pt x="718" y="416"/>
                    </a:lnTo>
                    <a:lnTo>
                      <a:pt x="720" y="398"/>
                    </a:lnTo>
                    <a:lnTo>
                      <a:pt x="722" y="380"/>
                    </a:lnTo>
                    <a:lnTo>
                      <a:pt x="722" y="361"/>
                    </a:lnTo>
                    <a:lnTo>
                      <a:pt x="722" y="343"/>
                    </a:lnTo>
                    <a:lnTo>
                      <a:pt x="720" y="323"/>
                    </a:lnTo>
                    <a:lnTo>
                      <a:pt x="718" y="305"/>
                    </a:lnTo>
                    <a:lnTo>
                      <a:pt x="715" y="288"/>
                    </a:lnTo>
                    <a:lnTo>
                      <a:pt x="711" y="270"/>
                    </a:lnTo>
                    <a:lnTo>
                      <a:pt x="706" y="253"/>
                    </a:lnTo>
                    <a:lnTo>
                      <a:pt x="700" y="237"/>
                    </a:lnTo>
                    <a:lnTo>
                      <a:pt x="694" y="220"/>
                    </a:lnTo>
                    <a:lnTo>
                      <a:pt x="687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8"/>
                    </a:lnTo>
                    <a:lnTo>
                      <a:pt x="616" y="105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7" y="71"/>
                    </a:lnTo>
                    <a:lnTo>
                      <a:pt x="563" y="61"/>
                    </a:lnTo>
                    <a:lnTo>
                      <a:pt x="548" y="52"/>
                    </a:lnTo>
                    <a:lnTo>
                      <a:pt x="533" y="43"/>
                    </a:lnTo>
                    <a:lnTo>
                      <a:pt x="518" y="35"/>
                    </a:lnTo>
                    <a:lnTo>
                      <a:pt x="502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80" y="0"/>
                    </a:lnTo>
                    <a:lnTo>
                      <a:pt x="361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81" name="Rectangle 137">
                <a:extLst>
                  <a:ext uri="{FF2B5EF4-FFF2-40B4-BE49-F238E27FC236}">
                    <a16:creationId xmlns:a16="http://schemas.microsoft.com/office/drawing/2014/main" id="{6AFD2A6D-859B-48DB-84A7-C86D8970E1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42" y="2941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82" name="Freeform 138">
                <a:extLst>
                  <a:ext uri="{FF2B5EF4-FFF2-40B4-BE49-F238E27FC236}">
                    <a16:creationId xmlns:a16="http://schemas.microsoft.com/office/drawing/2014/main" id="{BBAA184A-CAE7-4108-BCD4-429414623A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9" y="2868"/>
                <a:ext cx="151" cy="337"/>
              </a:xfrm>
              <a:custGeom>
                <a:avLst/>
                <a:gdLst>
                  <a:gd name="T0" fmla="*/ 30 w 163"/>
                  <a:gd name="T1" fmla="*/ 0 h 355"/>
                  <a:gd name="T2" fmla="*/ 35 w 163"/>
                  <a:gd name="T3" fmla="*/ 9 h 355"/>
                  <a:gd name="T4" fmla="*/ 39 w 163"/>
                  <a:gd name="T5" fmla="*/ 10 h 355"/>
                  <a:gd name="T6" fmla="*/ 44 w 163"/>
                  <a:gd name="T7" fmla="*/ 20 h 355"/>
                  <a:gd name="T8" fmla="*/ 50 w 163"/>
                  <a:gd name="T9" fmla="*/ 34 h 355"/>
                  <a:gd name="T10" fmla="*/ 59 w 163"/>
                  <a:gd name="T11" fmla="*/ 68 h 355"/>
                  <a:gd name="T12" fmla="*/ 60 w 163"/>
                  <a:gd name="T13" fmla="*/ 90 h 355"/>
                  <a:gd name="T14" fmla="*/ 60 w 163"/>
                  <a:gd name="T15" fmla="*/ 107 h 355"/>
                  <a:gd name="T16" fmla="*/ 54 w 163"/>
                  <a:gd name="T17" fmla="*/ 132 h 355"/>
                  <a:gd name="T18" fmla="*/ 51 w 163"/>
                  <a:gd name="T19" fmla="*/ 140 h 355"/>
                  <a:gd name="T20" fmla="*/ 45 w 163"/>
                  <a:gd name="T21" fmla="*/ 155 h 355"/>
                  <a:gd name="T22" fmla="*/ 42 w 163"/>
                  <a:gd name="T23" fmla="*/ 163 h 355"/>
                  <a:gd name="T24" fmla="*/ 38 w 163"/>
                  <a:gd name="T25" fmla="*/ 170 h 355"/>
                  <a:gd name="T26" fmla="*/ 32 w 163"/>
                  <a:gd name="T27" fmla="*/ 177 h 355"/>
                  <a:gd name="T28" fmla="*/ 30 w 163"/>
                  <a:gd name="T29" fmla="*/ 180 h 355"/>
                  <a:gd name="T30" fmla="*/ 27 w 163"/>
                  <a:gd name="T31" fmla="*/ 176 h 355"/>
                  <a:gd name="T32" fmla="*/ 27 w 163"/>
                  <a:gd name="T33" fmla="*/ 175 h 355"/>
                  <a:gd name="T34" fmla="*/ 25 w 163"/>
                  <a:gd name="T35" fmla="*/ 174 h 355"/>
                  <a:gd name="T36" fmla="*/ 20 w 163"/>
                  <a:gd name="T37" fmla="*/ 167 h 355"/>
                  <a:gd name="T38" fmla="*/ 16 w 163"/>
                  <a:gd name="T39" fmla="*/ 158 h 355"/>
                  <a:gd name="T40" fmla="*/ 12 w 163"/>
                  <a:gd name="T41" fmla="*/ 149 h 355"/>
                  <a:gd name="T42" fmla="*/ 9 w 163"/>
                  <a:gd name="T43" fmla="*/ 143 h 355"/>
                  <a:gd name="T44" fmla="*/ 6 w 163"/>
                  <a:gd name="T45" fmla="*/ 133 h 355"/>
                  <a:gd name="T46" fmla="*/ 6 w 163"/>
                  <a:gd name="T47" fmla="*/ 113 h 355"/>
                  <a:gd name="T48" fmla="*/ 4 w 163"/>
                  <a:gd name="T49" fmla="*/ 101 h 355"/>
                  <a:gd name="T50" fmla="*/ 6 w 163"/>
                  <a:gd name="T51" fmla="*/ 66 h 355"/>
                  <a:gd name="T52" fmla="*/ 6 w 163"/>
                  <a:gd name="T53" fmla="*/ 46 h 355"/>
                  <a:gd name="T54" fmla="*/ 10 w 163"/>
                  <a:gd name="T55" fmla="*/ 37 h 355"/>
                  <a:gd name="T56" fmla="*/ 17 w 163"/>
                  <a:gd name="T57" fmla="*/ 24 h 355"/>
                  <a:gd name="T58" fmla="*/ 21 w 163"/>
                  <a:gd name="T59" fmla="*/ 15 h 355"/>
                  <a:gd name="T60" fmla="*/ 24 w 163"/>
                  <a:gd name="T61" fmla="*/ 9 h 355"/>
                  <a:gd name="T62" fmla="*/ 26 w 163"/>
                  <a:gd name="T63" fmla="*/ 9 h 355"/>
                  <a:gd name="T64" fmla="*/ 30 w 163"/>
                  <a:gd name="T65" fmla="*/ 0 h 35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63" h="355">
                    <a:moveTo>
                      <a:pt x="82" y="0"/>
                    </a:moveTo>
                    <a:cubicBezTo>
                      <a:pt x="88" y="2"/>
                      <a:pt x="89" y="8"/>
                      <a:pt x="94" y="10"/>
                    </a:cubicBezTo>
                    <a:cubicBezTo>
                      <a:pt x="95" y="14"/>
                      <a:pt x="101" y="21"/>
                      <a:pt x="105" y="23"/>
                    </a:cubicBezTo>
                    <a:cubicBezTo>
                      <a:pt x="107" y="27"/>
                      <a:pt x="113" y="35"/>
                      <a:pt x="118" y="37"/>
                    </a:cubicBezTo>
                    <a:cubicBezTo>
                      <a:pt x="120" y="44"/>
                      <a:pt x="129" y="62"/>
                      <a:pt x="135" y="66"/>
                    </a:cubicBezTo>
                    <a:cubicBezTo>
                      <a:pt x="143" y="89"/>
                      <a:pt x="155" y="110"/>
                      <a:pt x="160" y="135"/>
                    </a:cubicBezTo>
                    <a:cubicBezTo>
                      <a:pt x="161" y="149"/>
                      <a:pt x="162" y="164"/>
                      <a:pt x="163" y="178"/>
                    </a:cubicBezTo>
                    <a:cubicBezTo>
                      <a:pt x="163" y="189"/>
                      <a:pt x="163" y="200"/>
                      <a:pt x="162" y="211"/>
                    </a:cubicBezTo>
                    <a:cubicBezTo>
                      <a:pt x="161" y="218"/>
                      <a:pt x="149" y="253"/>
                      <a:pt x="145" y="259"/>
                    </a:cubicBezTo>
                    <a:cubicBezTo>
                      <a:pt x="143" y="265"/>
                      <a:pt x="143" y="271"/>
                      <a:pt x="138" y="275"/>
                    </a:cubicBezTo>
                    <a:cubicBezTo>
                      <a:pt x="135" y="285"/>
                      <a:pt x="129" y="297"/>
                      <a:pt x="123" y="306"/>
                    </a:cubicBezTo>
                    <a:cubicBezTo>
                      <a:pt x="119" y="312"/>
                      <a:pt x="120" y="317"/>
                      <a:pt x="114" y="321"/>
                    </a:cubicBezTo>
                    <a:cubicBezTo>
                      <a:pt x="112" y="326"/>
                      <a:pt x="107" y="332"/>
                      <a:pt x="102" y="335"/>
                    </a:cubicBezTo>
                    <a:cubicBezTo>
                      <a:pt x="99" y="341"/>
                      <a:pt x="94" y="344"/>
                      <a:pt x="88" y="348"/>
                    </a:cubicBezTo>
                    <a:cubicBezTo>
                      <a:pt x="87" y="352"/>
                      <a:pt x="84" y="351"/>
                      <a:pt x="82" y="355"/>
                    </a:cubicBezTo>
                    <a:cubicBezTo>
                      <a:pt x="77" y="353"/>
                      <a:pt x="77" y="349"/>
                      <a:pt x="73" y="346"/>
                    </a:cubicBezTo>
                    <a:cubicBezTo>
                      <a:pt x="72" y="345"/>
                      <a:pt x="72" y="344"/>
                      <a:pt x="71" y="343"/>
                    </a:cubicBezTo>
                    <a:cubicBezTo>
                      <a:pt x="70" y="342"/>
                      <a:pt x="68" y="342"/>
                      <a:pt x="67" y="341"/>
                    </a:cubicBezTo>
                    <a:cubicBezTo>
                      <a:pt x="63" y="336"/>
                      <a:pt x="63" y="331"/>
                      <a:pt x="55" y="328"/>
                    </a:cubicBezTo>
                    <a:cubicBezTo>
                      <a:pt x="52" y="324"/>
                      <a:pt x="47" y="311"/>
                      <a:pt x="42" y="309"/>
                    </a:cubicBezTo>
                    <a:cubicBezTo>
                      <a:pt x="40" y="304"/>
                      <a:pt x="35" y="295"/>
                      <a:pt x="31" y="292"/>
                    </a:cubicBezTo>
                    <a:cubicBezTo>
                      <a:pt x="29" y="286"/>
                      <a:pt x="29" y="284"/>
                      <a:pt x="25" y="280"/>
                    </a:cubicBezTo>
                    <a:cubicBezTo>
                      <a:pt x="23" y="275"/>
                      <a:pt x="22" y="267"/>
                      <a:pt x="19" y="262"/>
                    </a:cubicBezTo>
                    <a:cubicBezTo>
                      <a:pt x="16" y="248"/>
                      <a:pt x="10" y="236"/>
                      <a:pt x="7" y="222"/>
                    </a:cubicBezTo>
                    <a:cubicBezTo>
                      <a:pt x="6" y="214"/>
                      <a:pt x="5" y="207"/>
                      <a:pt x="4" y="199"/>
                    </a:cubicBezTo>
                    <a:cubicBezTo>
                      <a:pt x="4" y="188"/>
                      <a:pt x="0" y="139"/>
                      <a:pt x="7" y="131"/>
                    </a:cubicBezTo>
                    <a:cubicBezTo>
                      <a:pt x="12" y="115"/>
                      <a:pt x="10" y="104"/>
                      <a:pt x="19" y="90"/>
                    </a:cubicBezTo>
                    <a:cubicBezTo>
                      <a:pt x="20" y="84"/>
                      <a:pt x="22" y="75"/>
                      <a:pt x="27" y="72"/>
                    </a:cubicBezTo>
                    <a:cubicBezTo>
                      <a:pt x="30" y="64"/>
                      <a:pt x="37" y="48"/>
                      <a:pt x="45" y="45"/>
                    </a:cubicBezTo>
                    <a:cubicBezTo>
                      <a:pt x="48" y="40"/>
                      <a:pt x="53" y="31"/>
                      <a:pt x="58" y="28"/>
                    </a:cubicBezTo>
                    <a:cubicBezTo>
                      <a:pt x="60" y="23"/>
                      <a:pt x="59" y="20"/>
                      <a:pt x="64" y="18"/>
                    </a:cubicBezTo>
                    <a:cubicBezTo>
                      <a:pt x="65" y="14"/>
                      <a:pt x="67" y="12"/>
                      <a:pt x="70" y="10"/>
                    </a:cubicBezTo>
                    <a:cubicBezTo>
                      <a:pt x="72" y="3"/>
                      <a:pt x="82" y="2"/>
                      <a:pt x="82" y="0"/>
                    </a:cubicBezTo>
                    <a:close/>
                  </a:path>
                </a:pathLst>
              </a:cu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mpd="sng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83" name="Freeform 139">
                <a:extLst>
                  <a:ext uri="{FF2B5EF4-FFF2-40B4-BE49-F238E27FC236}">
                    <a16:creationId xmlns:a16="http://schemas.microsoft.com/office/drawing/2014/main" id="{BB0C27DF-3DF3-4FB6-AF65-DB4C1650FD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76" y="3075"/>
                <a:ext cx="478" cy="477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3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3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1" y="0"/>
                    </a:moveTo>
                    <a:lnTo>
                      <a:pt x="343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9" y="43"/>
                    </a:lnTo>
                    <a:lnTo>
                      <a:pt x="174" y="52"/>
                    </a:lnTo>
                    <a:lnTo>
                      <a:pt x="159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6"/>
                    </a:lnTo>
                    <a:lnTo>
                      <a:pt x="93" y="119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6"/>
                    </a:lnTo>
                    <a:lnTo>
                      <a:pt x="2" y="324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2"/>
                    </a:lnTo>
                    <a:lnTo>
                      <a:pt x="35" y="518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9" y="660"/>
                    </a:lnTo>
                    <a:lnTo>
                      <a:pt x="174" y="669"/>
                    </a:lnTo>
                    <a:lnTo>
                      <a:pt x="189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700"/>
                    </a:lnTo>
                    <a:lnTo>
                      <a:pt x="253" y="706"/>
                    </a:lnTo>
                    <a:lnTo>
                      <a:pt x="270" y="711"/>
                    </a:lnTo>
                    <a:lnTo>
                      <a:pt x="288" y="715"/>
                    </a:lnTo>
                    <a:lnTo>
                      <a:pt x="305" y="718"/>
                    </a:lnTo>
                    <a:lnTo>
                      <a:pt x="323" y="720"/>
                    </a:lnTo>
                    <a:lnTo>
                      <a:pt x="343" y="722"/>
                    </a:lnTo>
                    <a:lnTo>
                      <a:pt x="361" y="722"/>
                    </a:lnTo>
                    <a:lnTo>
                      <a:pt x="380" y="722"/>
                    </a:lnTo>
                    <a:lnTo>
                      <a:pt x="398" y="720"/>
                    </a:lnTo>
                    <a:lnTo>
                      <a:pt x="416" y="718"/>
                    </a:lnTo>
                    <a:lnTo>
                      <a:pt x="433" y="715"/>
                    </a:lnTo>
                    <a:lnTo>
                      <a:pt x="451" y="711"/>
                    </a:lnTo>
                    <a:lnTo>
                      <a:pt x="468" y="706"/>
                    </a:lnTo>
                    <a:lnTo>
                      <a:pt x="485" y="700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8" y="669"/>
                    </a:lnTo>
                    <a:lnTo>
                      <a:pt x="563" y="660"/>
                    </a:lnTo>
                    <a:lnTo>
                      <a:pt x="577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8"/>
                    </a:lnTo>
                    <a:lnTo>
                      <a:pt x="693" y="502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4"/>
                    </a:lnTo>
                    <a:lnTo>
                      <a:pt x="717" y="306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9"/>
                    </a:lnTo>
                    <a:lnTo>
                      <a:pt x="616" y="106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7" y="71"/>
                    </a:lnTo>
                    <a:lnTo>
                      <a:pt x="563" y="61"/>
                    </a:lnTo>
                    <a:lnTo>
                      <a:pt x="548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80" y="0"/>
                    </a:lnTo>
                    <a:lnTo>
                      <a:pt x="361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90118" name="TextBox 125">
            <a:extLst>
              <a:ext uri="{FF2B5EF4-FFF2-40B4-BE49-F238E27FC236}">
                <a16:creationId xmlns:a16="http://schemas.microsoft.com/office/drawing/2014/main" id="{76ACB412-9147-43D6-8EA8-C3FF792C0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588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2.16 from the textbook ]</a:t>
            </a:r>
          </a:p>
        </p:txBody>
      </p:sp>
      <p:pic>
        <p:nvPicPr>
          <p:cNvPr id="115" name="Picture 2" descr="Screen shot 2013-09-04 at 3.52.38 PM.png">
            <a:extLst>
              <a:ext uri="{FF2B5EF4-FFF2-40B4-BE49-F238E27FC236}">
                <a16:creationId xmlns:a16="http://schemas.microsoft.com/office/drawing/2014/main" id="{9B465C48-629A-4EC6-901D-F4DDA7140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7989" y="36213"/>
            <a:ext cx="6673849" cy="553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Title 1">
            <a:extLst>
              <a:ext uri="{FF2B5EF4-FFF2-40B4-BE49-F238E27FC236}">
                <a16:creationId xmlns:a16="http://schemas.microsoft.com/office/drawing/2014/main" id="{9BF497F9-42E8-4EED-960E-0D94897230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0"/>
            <a:ext cx="8915400" cy="685800"/>
          </a:xfrm>
        </p:spPr>
        <p:txBody>
          <a:bodyPr/>
          <a:lstStyle/>
          <a:p>
            <a:pPr algn="l"/>
            <a:r>
              <a:rPr lang="en-US" altLang="en-US"/>
              <a:t>  Left-Hand Side</a:t>
            </a:r>
          </a:p>
        </p:txBody>
      </p:sp>
      <p:grpSp>
        <p:nvGrpSpPr>
          <p:cNvPr id="90114" name="Group 72">
            <a:extLst>
              <a:ext uri="{FF2B5EF4-FFF2-40B4-BE49-F238E27FC236}">
                <a16:creationId xmlns:a16="http://schemas.microsoft.com/office/drawing/2014/main" id="{3EC1A4A3-FC8F-44F3-AF57-640B9FC48FDD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600200"/>
            <a:ext cx="1790700" cy="1827213"/>
            <a:chOff x="688975" y="1517650"/>
            <a:chExt cx="1790700" cy="1827213"/>
          </a:xfrm>
        </p:grpSpPr>
        <p:sp>
          <p:nvSpPr>
            <p:cNvPr id="90215" name="Rectangle 14">
              <a:extLst>
                <a:ext uri="{FF2B5EF4-FFF2-40B4-BE49-F238E27FC236}">
                  <a16:creationId xmlns:a16="http://schemas.microsoft.com/office/drawing/2014/main" id="{BA136C01-DC21-4B74-A571-9EF14F8EF0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60462" y="1884363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6" name="Rectangle 15">
              <a:extLst>
                <a:ext uri="{FF2B5EF4-FFF2-40B4-BE49-F238E27FC236}">
                  <a16:creationId xmlns:a16="http://schemas.microsoft.com/office/drawing/2014/main" id="{D3B0A150-82F6-485C-B5A9-8E6B430814D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01825" y="1884363"/>
              <a:ext cx="131762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7" name="Freeform 16">
              <a:extLst>
                <a:ext uri="{FF2B5EF4-FFF2-40B4-BE49-F238E27FC236}">
                  <a16:creationId xmlns:a16="http://schemas.microsoft.com/office/drawing/2014/main" id="{3E7DCDFC-B653-44A5-BCBC-45005060376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70025" y="1763713"/>
              <a:ext cx="127000" cy="561975"/>
            </a:xfrm>
            <a:custGeom>
              <a:avLst/>
              <a:gdLst>
                <a:gd name="T0" fmla="*/ 2147483646 w 119"/>
                <a:gd name="T1" fmla="*/ 0 h 537"/>
                <a:gd name="T2" fmla="*/ 2147483646 w 119"/>
                <a:gd name="T3" fmla="*/ 2147483646 h 537"/>
                <a:gd name="T4" fmla="*/ 2147483646 w 119"/>
                <a:gd name="T5" fmla="*/ 2147483646 h 537"/>
                <a:gd name="T6" fmla="*/ 2147483646 w 119"/>
                <a:gd name="T7" fmla="*/ 2147483646 h 537"/>
                <a:gd name="T8" fmla="*/ 2147483646 w 119"/>
                <a:gd name="T9" fmla="*/ 2147483646 h 537"/>
                <a:gd name="T10" fmla="*/ 2147483646 w 119"/>
                <a:gd name="T11" fmla="*/ 2147483646 h 537"/>
                <a:gd name="T12" fmla="*/ 2147483646 w 119"/>
                <a:gd name="T13" fmla="*/ 2147483646 h 537"/>
                <a:gd name="T14" fmla="*/ 2147483646 w 119"/>
                <a:gd name="T15" fmla="*/ 2147483646 h 537"/>
                <a:gd name="T16" fmla="*/ 2147483646 w 119"/>
                <a:gd name="T17" fmla="*/ 2147483646 h 537"/>
                <a:gd name="T18" fmla="*/ 2147483646 w 119"/>
                <a:gd name="T19" fmla="*/ 2147483646 h 537"/>
                <a:gd name="T20" fmla="*/ 2147483646 w 119"/>
                <a:gd name="T21" fmla="*/ 2147483646 h 537"/>
                <a:gd name="T22" fmla="*/ 2147483646 w 119"/>
                <a:gd name="T23" fmla="*/ 2147483646 h 537"/>
                <a:gd name="T24" fmla="*/ 2147483646 w 119"/>
                <a:gd name="T25" fmla="*/ 2147483646 h 537"/>
                <a:gd name="T26" fmla="*/ 2147483646 w 119"/>
                <a:gd name="T27" fmla="*/ 2147483646 h 537"/>
                <a:gd name="T28" fmla="*/ 0 w 119"/>
                <a:gd name="T29" fmla="*/ 2147483646 h 537"/>
                <a:gd name="T30" fmla="*/ 0 w 119"/>
                <a:gd name="T31" fmla="*/ 2147483646 h 537"/>
                <a:gd name="T32" fmla="*/ 2147483646 w 119"/>
                <a:gd name="T33" fmla="*/ 2147483646 h 537"/>
                <a:gd name="T34" fmla="*/ 2147483646 w 119"/>
                <a:gd name="T35" fmla="*/ 2147483646 h 537"/>
                <a:gd name="T36" fmla="*/ 2147483646 w 119"/>
                <a:gd name="T37" fmla="*/ 2147483646 h 537"/>
                <a:gd name="T38" fmla="*/ 2147483646 w 119"/>
                <a:gd name="T39" fmla="*/ 2147483646 h 537"/>
                <a:gd name="T40" fmla="*/ 2147483646 w 119"/>
                <a:gd name="T41" fmla="*/ 2147483646 h 537"/>
                <a:gd name="T42" fmla="*/ 2147483646 w 119"/>
                <a:gd name="T43" fmla="*/ 2147483646 h 537"/>
                <a:gd name="T44" fmla="*/ 2147483646 w 119"/>
                <a:gd name="T45" fmla="*/ 2147483646 h 537"/>
                <a:gd name="T46" fmla="*/ 2147483646 w 119"/>
                <a:gd name="T47" fmla="*/ 2147483646 h 537"/>
                <a:gd name="T48" fmla="*/ 2147483646 w 119"/>
                <a:gd name="T49" fmla="*/ 2147483646 h 537"/>
                <a:gd name="T50" fmla="*/ 2147483646 w 119"/>
                <a:gd name="T51" fmla="*/ 2147483646 h 537"/>
                <a:gd name="T52" fmla="*/ 2147483646 w 119"/>
                <a:gd name="T53" fmla="*/ 2147483646 h 537"/>
                <a:gd name="T54" fmla="*/ 2147483646 w 119"/>
                <a:gd name="T55" fmla="*/ 2147483646 h 537"/>
                <a:gd name="T56" fmla="*/ 2147483646 w 119"/>
                <a:gd name="T57" fmla="*/ 2147483646 h 537"/>
                <a:gd name="T58" fmla="*/ 2147483646 w 119"/>
                <a:gd name="T59" fmla="*/ 2147483646 h 537"/>
                <a:gd name="T60" fmla="*/ 2147483646 w 119"/>
                <a:gd name="T61" fmla="*/ 2147483646 h 537"/>
                <a:gd name="T62" fmla="*/ 2147483646 w 119"/>
                <a:gd name="T63" fmla="*/ 2147483646 h 537"/>
                <a:gd name="T64" fmla="*/ 2147483646 w 119"/>
                <a:gd name="T65" fmla="*/ 2147483646 h 537"/>
                <a:gd name="T66" fmla="*/ 2147483646 w 119"/>
                <a:gd name="T67" fmla="*/ 0 h 53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19" h="537">
                  <a:moveTo>
                    <a:pt x="119" y="0"/>
                  </a:moveTo>
                  <a:lnTo>
                    <a:pt x="102" y="13"/>
                  </a:lnTo>
                  <a:lnTo>
                    <a:pt x="87" y="27"/>
                  </a:lnTo>
                  <a:lnTo>
                    <a:pt x="73" y="42"/>
                  </a:lnTo>
                  <a:lnTo>
                    <a:pt x="61" y="59"/>
                  </a:lnTo>
                  <a:lnTo>
                    <a:pt x="49" y="75"/>
                  </a:lnTo>
                  <a:lnTo>
                    <a:pt x="39" y="92"/>
                  </a:lnTo>
                  <a:lnTo>
                    <a:pt x="30" y="110"/>
                  </a:lnTo>
                  <a:lnTo>
                    <a:pt x="23" y="128"/>
                  </a:lnTo>
                  <a:lnTo>
                    <a:pt x="16" y="147"/>
                  </a:lnTo>
                  <a:lnTo>
                    <a:pt x="11" y="166"/>
                  </a:lnTo>
                  <a:lnTo>
                    <a:pt x="7" y="185"/>
                  </a:lnTo>
                  <a:lnTo>
                    <a:pt x="3" y="205"/>
                  </a:lnTo>
                  <a:lnTo>
                    <a:pt x="1" y="224"/>
                  </a:lnTo>
                  <a:lnTo>
                    <a:pt x="0" y="244"/>
                  </a:lnTo>
                  <a:lnTo>
                    <a:pt x="0" y="265"/>
                  </a:lnTo>
                  <a:lnTo>
                    <a:pt x="1" y="285"/>
                  </a:lnTo>
                  <a:lnTo>
                    <a:pt x="2" y="304"/>
                  </a:lnTo>
                  <a:lnTo>
                    <a:pt x="5" y="324"/>
                  </a:lnTo>
                  <a:lnTo>
                    <a:pt x="8" y="343"/>
                  </a:lnTo>
                  <a:lnTo>
                    <a:pt x="13" y="362"/>
                  </a:lnTo>
                  <a:lnTo>
                    <a:pt x="18" y="380"/>
                  </a:lnTo>
                  <a:lnTo>
                    <a:pt x="24" y="398"/>
                  </a:lnTo>
                  <a:lnTo>
                    <a:pt x="30" y="416"/>
                  </a:lnTo>
                  <a:lnTo>
                    <a:pt x="38" y="432"/>
                  </a:lnTo>
                  <a:lnTo>
                    <a:pt x="46" y="448"/>
                  </a:lnTo>
                  <a:lnTo>
                    <a:pt x="54" y="465"/>
                  </a:lnTo>
                  <a:lnTo>
                    <a:pt x="64" y="479"/>
                  </a:lnTo>
                  <a:lnTo>
                    <a:pt x="74" y="493"/>
                  </a:lnTo>
                  <a:lnTo>
                    <a:pt x="84" y="506"/>
                  </a:lnTo>
                  <a:lnTo>
                    <a:pt x="95" y="517"/>
                  </a:lnTo>
                  <a:lnTo>
                    <a:pt x="107" y="528"/>
                  </a:lnTo>
                  <a:lnTo>
                    <a:pt x="119" y="53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8" name="Freeform 17">
              <a:extLst>
                <a:ext uri="{FF2B5EF4-FFF2-40B4-BE49-F238E27FC236}">
                  <a16:creationId xmlns:a16="http://schemas.microsoft.com/office/drawing/2014/main" id="{13E7EA5C-22E8-43A4-AB43-306F4898E46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97025" y="1763713"/>
              <a:ext cx="127000" cy="561975"/>
            </a:xfrm>
            <a:custGeom>
              <a:avLst/>
              <a:gdLst>
                <a:gd name="T0" fmla="*/ 0 w 120"/>
                <a:gd name="T1" fmla="*/ 0 h 537"/>
                <a:gd name="T2" fmla="*/ 2147483646 w 120"/>
                <a:gd name="T3" fmla="*/ 2147483646 h 537"/>
                <a:gd name="T4" fmla="*/ 2147483646 w 120"/>
                <a:gd name="T5" fmla="*/ 2147483646 h 537"/>
                <a:gd name="T6" fmla="*/ 2147483646 w 120"/>
                <a:gd name="T7" fmla="*/ 2147483646 h 537"/>
                <a:gd name="T8" fmla="*/ 2147483646 w 120"/>
                <a:gd name="T9" fmla="*/ 2147483646 h 537"/>
                <a:gd name="T10" fmla="*/ 2147483646 w 120"/>
                <a:gd name="T11" fmla="*/ 2147483646 h 537"/>
                <a:gd name="T12" fmla="*/ 2147483646 w 120"/>
                <a:gd name="T13" fmla="*/ 2147483646 h 537"/>
                <a:gd name="T14" fmla="*/ 2147483646 w 120"/>
                <a:gd name="T15" fmla="*/ 2147483646 h 537"/>
                <a:gd name="T16" fmla="*/ 2147483646 w 120"/>
                <a:gd name="T17" fmla="*/ 2147483646 h 537"/>
                <a:gd name="T18" fmla="*/ 2147483646 w 120"/>
                <a:gd name="T19" fmla="*/ 2147483646 h 537"/>
                <a:gd name="T20" fmla="*/ 2147483646 w 120"/>
                <a:gd name="T21" fmla="*/ 2147483646 h 537"/>
                <a:gd name="T22" fmla="*/ 2147483646 w 120"/>
                <a:gd name="T23" fmla="*/ 2147483646 h 537"/>
                <a:gd name="T24" fmla="*/ 2147483646 w 120"/>
                <a:gd name="T25" fmla="*/ 2147483646 h 537"/>
                <a:gd name="T26" fmla="*/ 2147483646 w 120"/>
                <a:gd name="T27" fmla="*/ 2147483646 h 537"/>
                <a:gd name="T28" fmla="*/ 2147483646 w 120"/>
                <a:gd name="T29" fmla="*/ 2147483646 h 537"/>
                <a:gd name="T30" fmla="*/ 2147483646 w 120"/>
                <a:gd name="T31" fmla="*/ 2147483646 h 537"/>
                <a:gd name="T32" fmla="*/ 2147483646 w 120"/>
                <a:gd name="T33" fmla="*/ 2147483646 h 537"/>
                <a:gd name="T34" fmla="*/ 2147483646 w 120"/>
                <a:gd name="T35" fmla="*/ 2147483646 h 537"/>
                <a:gd name="T36" fmla="*/ 2147483646 w 120"/>
                <a:gd name="T37" fmla="*/ 2147483646 h 537"/>
                <a:gd name="T38" fmla="*/ 2147483646 w 120"/>
                <a:gd name="T39" fmla="*/ 2147483646 h 537"/>
                <a:gd name="T40" fmla="*/ 2147483646 w 120"/>
                <a:gd name="T41" fmla="*/ 2147483646 h 537"/>
                <a:gd name="T42" fmla="*/ 2147483646 w 120"/>
                <a:gd name="T43" fmla="*/ 2147483646 h 537"/>
                <a:gd name="T44" fmla="*/ 2147483646 w 120"/>
                <a:gd name="T45" fmla="*/ 2147483646 h 537"/>
                <a:gd name="T46" fmla="*/ 2147483646 w 120"/>
                <a:gd name="T47" fmla="*/ 2147483646 h 537"/>
                <a:gd name="T48" fmla="*/ 2147483646 w 120"/>
                <a:gd name="T49" fmla="*/ 2147483646 h 537"/>
                <a:gd name="T50" fmla="*/ 2147483646 w 120"/>
                <a:gd name="T51" fmla="*/ 2147483646 h 537"/>
                <a:gd name="T52" fmla="*/ 2147483646 w 120"/>
                <a:gd name="T53" fmla="*/ 2147483646 h 537"/>
                <a:gd name="T54" fmla="*/ 2147483646 w 120"/>
                <a:gd name="T55" fmla="*/ 2147483646 h 537"/>
                <a:gd name="T56" fmla="*/ 2147483646 w 120"/>
                <a:gd name="T57" fmla="*/ 2147483646 h 537"/>
                <a:gd name="T58" fmla="*/ 2147483646 w 120"/>
                <a:gd name="T59" fmla="*/ 2147483646 h 537"/>
                <a:gd name="T60" fmla="*/ 2147483646 w 120"/>
                <a:gd name="T61" fmla="*/ 2147483646 h 537"/>
                <a:gd name="T62" fmla="*/ 2147483646 w 120"/>
                <a:gd name="T63" fmla="*/ 2147483646 h 537"/>
                <a:gd name="T64" fmla="*/ 0 w 120"/>
                <a:gd name="T65" fmla="*/ 2147483646 h 537"/>
                <a:gd name="T66" fmla="*/ 0 w 120"/>
                <a:gd name="T67" fmla="*/ 0 h 53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20" h="537">
                  <a:moveTo>
                    <a:pt x="0" y="0"/>
                  </a:moveTo>
                  <a:lnTo>
                    <a:pt x="18" y="13"/>
                  </a:lnTo>
                  <a:lnTo>
                    <a:pt x="33" y="27"/>
                  </a:lnTo>
                  <a:lnTo>
                    <a:pt x="47" y="42"/>
                  </a:lnTo>
                  <a:lnTo>
                    <a:pt x="59" y="59"/>
                  </a:lnTo>
                  <a:lnTo>
                    <a:pt x="71" y="75"/>
                  </a:lnTo>
                  <a:lnTo>
                    <a:pt x="81" y="92"/>
                  </a:lnTo>
                  <a:lnTo>
                    <a:pt x="90" y="110"/>
                  </a:lnTo>
                  <a:lnTo>
                    <a:pt x="97" y="128"/>
                  </a:lnTo>
                  <a:lnTo>
                    <a:pt x="104" y="147"/>
                  </a:lnTo>
                  <a:lnTo>
                    <a:pt x="109" y="166"/>
                  </a:lnTo>
                  <a:lnTo>
                    <a:pt x="113" y="185"/>
                  </a:lnTo>
                  <a:lnTo>
                    <a:pt x="117" y="205"/>
                  </a:lnTo>
                  <a:lnTo>
                    <a:pt x="119" y="224"/>
                  </a:lnTo>
                  <a:lnTo>
                    <a:pt x="120" y="244"/>
                  </a:lnTo>
                  <a:lnTo>
                    <a:pt x="120" y="265"/>
                  </a:lnTo>
                  <a:lnTo>
                    <a:pt x="119" y="285"/>
                  </a:lnTo>
                  <a:lnTo>
                    <a:pt x="118" y="304"/>
                  </a:lnTo>
                  <a:lnTo>
                    <a:pt x="115" y="324"/>
                  </a:lnTo>
                  <a:lnTo>
                    <a:pt x="112" y="343"/>
                  </a:lnTo>
                  <a:lnTo>
                    <a:pt x="107" y="362"/>
                  </a:lnTo>
                  <a:lnTo>
                    <a:pt x="102" y="380"/>
                  </a:lnTo>
                  <a:lnTo>
                    <a:pt x="96" y="398"/>
                  </a:lnTo>
                  <a:lnTo>
                    <a:pt x="90" y="416"/>
                  </a:lnTo>
                  <a:lnTo>
                    <a:pt x="82" y="432"/>
                  </a:lnTo>
                  <a:lnTo>
                    <a:pt x="74" y="448"/>
                  </a:lnTo>
                  <a:lnTo>
                    <a:pt x="66" y="465"/>
                  </a:lnTo>
                  <a:lnTo>
                    <a:pt x="56" y="479"/>
                  </a:lnTo>
                  <a:lnTo>
                    <a:pt x="46" y="493"/>
                  </a:lnTo>
                  <a:lnTo>
                    <a:pt x="36" y="506"/>
                  </a:lnTo>
                  <a:lnTo>
                    <a:pt x="25" y="517"/>
                  </a:lnTo>
                  <a:lnTo>
                    <a:pt x="13" y="528"/>
                  </a:lnTo>
                  <a:lnTo>
                    <a:pt x="0" y="5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9" name="Freeform 18">
              <a:extLst>
                <a:ext uri="{FF2B5EF4-FFF2-40B4-BE49-F238E27FC236}">
                  <a16:creationId xmlns:a16="http://schemas.microsoft.com/office/drawing/2014/main" id="{E2696689-52BD-4674-BBE7-86FFDCF31C8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16025" y="2106613"/>
              <a:ext cx="755650" cy="757237"/>
            </a:xfrm>
            <a:custGeom>
              <a:avLst/>
              <a:gdLst>
                <a:gd name="T0" fmla="*/ 2147483646 w 721"/>
                <a:gd name="T1" fmla="*/ 2147483646 h 722"/>
                <a:gd name="T2" fmla="*/ 2147483646 w 721"/>
                <a:gd name="T3" fmla="*/ 2147483646 h 722"/>
                <a:gd name="T4" fmla="*/ 2147483646 w 721"/>
                <a:gd name="T5" fmla="*/ 2147483646 h 722"/>
                <a:gd name="T6" fmla="*/ 2147483646 w 721"/>
                <a:gd name="T7" fmla="*/ 2147483646 h 722"/>
                <a:gd name="T8" fmla="*/ 2147483646 w 721"/>
                <a:gd name="T9" fmla="*/ 2147483646 h 722"/>
                <a:gd name="T10" fmla="*/ 2147483646 w 721"/>
                <a:gd name="T11" fmla="*/ 2147483646 h 722"/>
                <a:gd name="T12" fmla="*/ 2147483646 w 721"/>
                <a:gd name="T13" fmla="*/ 2147483646 h 722"/>
                <a:gd name="T14" fmla="*/ 2147483646 w 721"/>
                <a:gd name="T15" fmla="*/ 2147483646 h 722"/>
                <a:gd name="T16" fmla="*/ 2147483646 w 721"/>
                <a:gd name="T17" fmla="*/ 2147483646 h 722"/>
                <a:gd name="T18" fmla="*/ 2147483646 w 721"/>
                <a:gd name="T19" fmla="*/ 2147483646 h 722"/>
                <a:gd name="T20" fmla="*/ 2147483646 w 721"/>
                <a:gd name="T21" fmla="*/ 2147483646 h 722"/>
                <a:gd name="T22" fmla="*/ 2147483646 w 721"/>
                <a:gd name="T23" fmla="*/ 2147483646 h 722"/>
                <a:gd name="T24" fmla="*/ 2147483646 w 721"/>
                <a:gd name="T25" fmla="*/ 2147483646 h 722"/>
                <a:gd name="T26" fmla="*/ 2147483646 w 721"/>
                <a:gd name="T27" fmla="*/ 2147483646 h 722"/>
                <a:gd name="T28" fmla="*/ 2147483646 w 721"/>
                <a:gd name="T29" fmla="*/ 2147483646 h 722"/>
                <a:gd name="T30" fmla="*/ 2147483646 w 721"/>
                <a:gd name="T31" fmla="*/ 2147483646 h 722"/>
                <a:gd name="T32" fmla="*/ 2147483646 w 721"/>
                <a:gd name="T33" fmla="*/ 2147483646 h 722"/>
                <a:gd name="T34" fmla="*/ 2147483646 w 721"/>
                <a:gd name="T35" fmla="*/ 2147483646 h 722"/>
                <a:gd name="T36" fmla="*/ 2147483646 w 721"/>
                <a:gd name="T37" fmla="*/ 2147483646 h 722"/>
                <a:gd name="T38" fmla="*/ 2147483646 w 721"/>
                <a:gd name="T39" fmla="*/ 2147483646 h 722"/>
                <a:gd name="T40" fmla="*/ 2147483646 w 721"/>
                <a:gd name="T41" fmla="*/ 2147483646 h 722"/>
                <a:gd name="T42" fmla="*/ 2147483646 w 721"/>
                <a:gd name="T43" fmla="*/ 2147483646 h 722"/>
                <a:gd name="T44" fmla="*/ 2147483646 w 721"/>
                <a:gd name="T45" fmla="*/ 2147483646 h 722"/>
                <a:gd name="T46" fmla="*/ 2147483646 w 721"/>
                <a:gd name="T47" fmla="*/ 2147483646 h 722"/>
                <a:gd name="T48" fmla="*/ 2147483646 w 721"/>
                <a:gd name="T49" fmla="*/ 2147483646 h 722"/>
                <a:gd name="T50" fmla="*/ 2147483646 w 721"/>
                <a:gd name="T51" fmla="*/ 2147483646 h 722"/>
                <a:gd name="T52" fmla="*/ 2147483646 w 721"/>
                <a:gd name="T53" fmla="*/ 2147483646 h 722"/>
                <a:gd name="T54" fmla="*/ 2147483646 w 721"/>
                <a:gd name="T55" fmla="*/ 2147483646 h 722"/>
                <a:gd name="T56" fmla="*/ 2147483646 w 721"/>
                <a:gd name="T57" fmla="*/ 2147483646 h 722"/>
                <a:gd name="T58" fmla="*/ 2147483646 w 721"/>
                <a:gd name="T59" fmla="*/ 2147483646 h 722"/>
                <a:gd name="T60" fmla="*/ 2147483646 w 721"/>
                <a:gd name="T61" fmla="*/ 2147483646 h 722"/>
                <a:gd name="T62" fmla="*/ 2147483646 w 721"/>
                <a:gd name="T63" fmla="*/ 2147483646 h 722"/>
                <a:gd name="T64" fmla="*/ 2147483646 w 721"/>
                <a:gd name="T65" fmla="*/ 2147483646 h 722"/>
                <a:gd name="T66" fmla="*/ 2147483646 w 721"/>
                <a:gd name="T67" fmla="*/ 2147483646 h 722"/>
                <a:gd name="T68" fmla="*/ 2147483646 w 721"/>
                <a:gd name="T69" fmla="*/ 2147483646 h 722"/>
                <a:gd name="T70" fmla="*/ 2147483646 w 721"/>
                <a:gd name="T71" fmla="*/ 2147483646 h 722"/>
                <a:gd name="T72" fmla="*/ 2147483646 w 721"/>
                <a:gd name="T73" fmla="*/ 2147483646 h 722"/>
                <a:gd name="T74" fmla="*/ 2147483646 w 721"/>
                <a:gd name="T75" fmla="*/ 2147483646 h 722"/>
                <a:gd name="T76" fmla="*/ 2147483646 w 721"/>
                <a:gd name="T77" fmla="*/ 2147483646 h 722"/>
                <a:gd name="T78" fmla="*/ 2147483646 w 721"/>
                <a:gd name="T79" fmla="*/ 2147483646 h 722"/>
                <a:gd name="T80" fmla="*/ 2147483646 w 721"/>
                <a:gd name="T81" fmla="*/ 2147483646 h 722"/>
                <a:gd name="T82" fmla="*/ 2147483646 w 721"/>
                <a:gd name="T83" fmla="*/ 2147483646 h 722"/>
                <a:gd name="T84" fmla="*/ 2147483646 w 721"/>
                <a:gd name="T85" fmla="*/ 2147483646 h 722"/>
                <a:gd name="T86" fmla="*/ 2147483646 w 721"/>
                <a:gd name="T87" fmla="*/ 2147483646 h 7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1" h="722">
                  <a:moveTo>
                    <a:pt x="674" y="182"/>
                  </a:moveTo>
                  <a:lnTo>
                    <a:pt x="664" y="166"/>
                  </a:lnTo>
                  <a:lnTo>
                    <a:pt x="654" y="151"/>
                  </a:lnTo>
                  <a:lnTo>
                    <a:pt x="643" y="136"/>
                  </a:lnTo>
                  <a:lnTo>
                    <a:pt x="631" y="122"/>
                  </a:lnTo>
                  <a:lnTo>
                    <a:pt x="619" y="108"/>
                  </a:lnTo>
                  <a:lnTo>
                    <a:pt x="607" y="96"/>
                  </a:lnTo>
                  <a:lnTo>
                    <a:pt x="594" y="84"/>
                  </a:lnTo>
                  <a:lnTo>
                    <a:pt x="580" y="73"/>
                  </a:lnTo>
                  <a:lnTo>
                    <a:pt x="566" y="63"/>
                  </a:lnTo>
                  <a:lnTo>
                    <a:pt x="550" y="54"/>
                  </a:lnTo>
                  <a:lnTo>
                    <a:pt x="535" y="45"/>
                  </a:lnTo>
                  <a:lnTo>
                    <a:pt x="520" y="37"/>
                  </a:lnTo>
                  <a:lnTo>
                    <a:pt x="504" y="30"/>
                  </a:lnTo>
                  <a:lnTo>
                    <a:pt x="488" y="23"/>
                  </a:lnTo>
                  <a:lnTo>
                    <a:pt x="472" y="17"/>
                  </a:lnTo>
                  <a:lnTo>
                    <a:pt x="455" y="12"/>
                  </a:lnTo>
                  <a:lnTo>
                    <a:pt x="439" y="8"/>
                  </a:lnTo>
                  <a:lnTo>
                    <a:pt x="422" y="5"/>
                  </a:lnTo>
                  <a:lnTo>
                    <a:pt x="405" y="3"/>
                  </a:lnTo>
                  <a:lnTo>
                    <a:pt x="387" y="1"/>
                  </a:lnTo>
                  <a:lnTo>
                    <a:pt x="370" y="0"/>
                  </a:lnTo>
                  <a:lnTo>
                    <a:pt x="352" y="0"/>
                  </a:lnTo>
                  <a:lnTo>
                    <a:pt x="334" y="1"/>
                  </a:lnTo>
                  <a:lnTo>
                    <a:pt x="317" y="2"/>
                  </a:lnTo>
                  <a:lnTo>
                    <a:pt x="300" y="5"/>
                  </a:lnTo>
                  <a:lnTo>
                    <a:pt x="282" y="8"/>
                  </a:lnTo>
                  <a:lnTo>
                    <a:pt x="265" y="13"/>
                  </a:lnTo>
                  <a:lnTo>
                    <a:pt x="248" y="18"/>
                  </a:lnTo>
                  <a:lnTo>
                    <a:pt x="231" y="24"/>
                  </a:lnTo>
                  <a:lnTo>
                    <a:pt x="214" y="31"/>
                  </a:lnTo>
                  <a:lnTo>
                    <a:pt x="198" y="39"/>
                  </a:lnTo>
                  <a:lnTo>
                    <a:pt x="182" y="47"/>
                  </a:lnTo>
                  <a:lnTo>
                    <a:pt x="165" y="57"/>
                  </a:lnTo>
                  <a:lnTo>
                    <a:pt x="150" y="67"/>
                  </a:lnTo>
                  <a:lnTo>
                    <a:pt x="135" y="78"/>
                  </a:lnTo>
                  <a:lnTo>
                    <a:pt x="121" y="90"/>
                  </a:lnTo>
                  <a:lnTo>
                    <a:pt x="108" y="102"/>
                  </a:lnTo>
                  <a:lnTo>
                    <a:pt x="96" y="114"/>
                  </a:lnTo>
                  <a:lnTo>
                    <a:pt x="84" y="129"/>
                  </a:lnTo>
                  <a:lnTo>
                    <a:pt x="73" y="142"/>
                  </a:lnTo>
                  <a:lnTo>
                    <a:pt x="63" y="157"/>
                  </a:lnTo>
                  <a:lnTo>
                    <a:pt x="54" y="171"/>
                  </a:lnTo>
                  <a:lnTo>
                    <a:pt x="45" y="186"/>
                  </a:lnTo>
                  <a:lnTo>
                    <a:pt x="37" y="201"/>
                  </a:lnTo>
                  <a:lnTo>
                    <a:pt x="30" y="217"/>
                  </a:lnTo>
                  <a:lnTo>
                    <a:pt x="23" y="233"/>
                  </a:lnTo>
                  <a:lnTo>
                    <a:pt x="17" y="249"/>
                  </a:lnTo>
                  <a:lnTo>
                    <a:pt x="12" y="266"/>
                  </a:lnTo>
                  <a:lnTo>
                    <a:pt x="8" y="283"/>
                  </a:lnTo>
                  <a:lnTo>
                    <a:pt x="5" y="300"/>
                  </a:lnTo>
                  <a:lnTo>
                    <a:pt x="3" y="317"/>
                  </a:lnTo>
                  <a:lnTo>
                    <a:pt x="1" y="335"/>
                  </a:lnTo>
                  <a:lnTo>
                    <a:pt x="0" y="352"/>
                  </a:lnTo>
                  <a:lnTo>
                    <a:pt x="0" y="369"/>
                  </a:lnTo>
                  <a:lnTo>
                    <a:pt x="1" y="387"/>
                  </a:lnTo>
                  <a:lnTo>
                    <a:pt x="2" y="404"/>
                  </a:lnTo>
                  <a:lnTo>
                    <a:pt x="5" y="422"/>
                  </a:lnTo>
                  <a:lnTo>
                    <a:pt x="8" y="439"/>
                  </a:lnTo>
                  <a:lnTo>
                    <a:pt x="13" y="456"/>
                  </a:lnTo>
                  <a:lnTo>
                    <a:pt x="18" y="473"/>
                  </a:lnTo>
                  <a:lnTo>
                    <a:pt x="24" y="490"/>
                  </a:lnTo>
                  <a:lnTo>
                    <a:pt x="31" y="507"/>
                  </a:lnTo>
                  <a:lnTo>
                    <a:pt x="39" y="524"/>
                  </a:lnTo>
                  <a:lnTo>
                    <a:pt x="47" y="541"/>
                  </a:lnTo>
                  <a:lnTo>
                    <a:pt x="57" y="556"/>
                  </a:lnTo>
                  <a:lnTo>
                    <a:pt x="67" y="572"/>
                  </a:lnTo>
                  <a:lnTo>
                    <a:pt x="78" y="586"/>
                  </a:lnTo>
                  <a:lnTo>
                    <a:pt x="90" y="600"/>
                  </a:lnTo>
                  <a:lnTo>
                    <a:pt x="102" y="613"/>
                  </a:lnTo>
                  <a:lnTo>
                    <a:pt x="114" y="625"/>
                  </a:lnTo>
                  <a:lnTo>
                    <a:pt x="128" y="637"/>
                  </a:lnTo>
                  <a:lnTo>
                    <a:pt x="141" y="648"/>
                  </a:lnTo>
                  <a:lnTo>
                    <a:pt x="156" y="658"/>
                  </a:lnTo>
                  <a:lnTo>
                    <a:pt x="171" y="668"/>
                  </a:lnTo>
                  <a:lnTo>
                    <a:pt x="186" y="676"/>
                  </a:lnTo>
                  <a:lnTo>
                    <a:pt x="201" y="684"/>
                  </a:lnTo>
                  <a:lnTo>
                    <a:pt x="217" y="692"/>
                  </a:lnTo>
                  <a:lnTo>
                    <a:pt x="233" y="698"/>
                  </a:lnTo>
                  <a:lnTo>
                    <a:pt x="249" y="704"/>
                  </a:lnTo>
                  <a:lnTo>
                    <a:pt x="266" y="709"/>
                  </a:lnTo>
                  <a:lnTo>
                    <a:pt x="283" y="713"/>
                  </a:lnTo>
                  <a:lnTo>
                    <a:pt x="300" y="717"/>
                  </a:lnTo>
                  <a:lnTo>
                    <a:pt x="317" y="720"/>
                  </a:lnTo>
                  <a:lnTo>
                    <a:pt x="334" y="721"/>
                  </a:lnTo>
                  <a:lnTo>
                    <a:pt x="351" y="722"/>
                  </a:lnTo>
                  <a:lnTo>
                    <a:pt x="369" y="722"/>
                  </a:lnTo>
                  <a:lnTo>
                    <a:pt x="387" y="721"/>
                  </a:lnTo>
                  <a:lnTo>
                    <a:pt x="404" y="720"/>
                  </a:lnTo>
                  <a:lnTo>
                    <a:pt x="422" y="717"/>
                  </a:lnTo>
                  <a:lnTo>
                    <a:pt x="439" y="713"/>
                  </a:lnTo>
                  <a:lnTo>
                    <a:pt x="456" y="709"/>
                  </a:lnTo>
                  <a:lnTo>
                    <a:pt x="473" y="703"/>
                  </a:lnTo>
                  <a:lnTo>
                    <a:pt x="490" y="697"/>
                  </a:lnTo>
                  <a:lnTo>
                    <a:pt x="507" y="690"/>
                  </a:lnTo>
                  <a:lnTo>
                    <a:pt x="523" y="683"/>
                  </a:lnTo>
                  <a:lnTo>
                    <a:pt x="540" y="674"/>
                  </a:lnTo>
                  <a:lnTo>
                    <a:pt x="555" y="664"/>
                  </a:lnTo>
                  <a:lnTo>
                    <a:pt x="572" y="654"/>
                  </a:lnTo>
                  <a:lnTo>
                    <a:pt x="586" y="643"/>
                  </a:lnTo>
                  <a:lnTo>
                    <a:pt x="600" y="631"/>
                  </a:lnTo>
                  <a:lnTo>
                    <a:pt x="613" y="619"/>
                  </a:lnTo>
                  <a:lnTo>
                    <a:pt x="625" y="607"/>
                  </a:lnTo>
                  <a:lnTo>
                    <a:pt x="637" y="594"/>
                  </a:lnTo>
                  <a:lnTo>
                    <a:pt x="648" y="580"/>
                  </a:lnTo>
                  <a:lnTo>
                    <a:pt x="658" y="566"/>
                  </a:lnTo>
                  <a:lnTo>
                    <a:pt x="668" y="551"/>
                  </a:lnTo>
                  <a:lnTo>
                    <a:pt x="676" y="536"/>
                  </a:lnTo>
                  <a:lnTo>
                    <a:pt x="684" y="521"/>
                  </a:lnTo>
                  <a:lnTo>
                    <a:pt x="692" y="504"/>
                  </a:lnTo>
                  <a:lnTo>
                    <a:pt x="698" y="488"/>
                  </a:lnTo>
                  <a:lnTo>
                    <a:pt x="704" y="472"/>
                  </a:lnTo>
                  <a:lnTo>
                    <a:pt x="709" y="455"/>
                  </a:lnTo>
                  <a:lnTo>
                    <a:pt x="713" y="439"/>
                  </a:lnTo>
                  <a:lnTo>
                    <a:pt x="716" y="422"/>
                  </a:lnTo>
                  <a:lnTo>
                    <a:pt x="719" y="405"/>
                  </a:lnTo>
                  <a:lnTo>
                    <a:pt x="720" y="387"/>
                  </a:lnTo>
                  <a:lnTo>
                    <a:pt x="721" y="370"/>
                  </a:lnTo>
                  <a:lnTo>
                    <a:pt x="721" y="353"/>
                  </a:lnTo>
                  <a:lnTo>
                    <a:pt x="720" y="335"/>
                  </a:lnTo>
                  <a:lnTo>
                    <a:pt x="719" y="317"/>
                  </a:lnTo>
                  <a:lnTo>
                    <a:pt x="716" y="300"/>
                  </a:lnTo>
                  <a:lnTo>
                    <a:pt x="713" y="282"/>
                  </a:lnTo>
                  <a:lnTo>
                    <a:pt x="709" y="265"/>
                  </a:lnTo>
                  <a:lnTo>
                    <a:pt x="703" y="248"/>
                  </a:lnTo>
                  <a:lnTo>
                    <a:pt x="697" y="231"/>
                  </a:lnTo>
                  <a:lnTo>
                    <a:pt x="690" y="214"/>
                  </a:lnTo>
                  <a:lnTo>
                    <a:pt x="683" y="198"/>
                  </a:lnTo>
                  <a:lnTo>
                    <a:pt x="674" y="182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20" name="Rectangle 19">
              <a:extLst>
                <a:ext uri="{FF2B5EF4-FFF2-40B4-BE49-F238E27FC236}">
                  <a16:creationId xmlns:a16="http://schemas.microsoft.com/office/drawing/2014/main" id="{92A4D8FB-F042-489B-9F00-5BEBF833E08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55750" y="2497138"/>
              <a:ext cx="122237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21" name="Rectangle 20">
              <a:extLst>
                <a:ext uri="{FF2B5EF4-FFF2-40B4-BE49-F238E27FC236}">
                  <a16:creationId xmlns:a16="http://schemas.microsoft.com/office/drawing/2014/main" id="{D58AE139-1549-4354-8DD9-D3E42E28C55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50975" y="3116263"/>
              <a:ext cx="131762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22" name="Rectangle 21">
              <a:extLst>
                <a:ext uri="{FF2B5EF4-FFF2-40B4-BE49-F238E27FC236}">
                  <a16:creationId xmlns:a16="http://schemas.microsoft.com/office/drawing/2014/main" id="{F7C19835-0DEB-4294-AA05-84271D6A0DC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03375" y="3116263"/>
              <a:ext cx="131762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23" name="Freeform 61">
              <a:extLst>
                <a:ext uri="{FF2B5EF4-FFF2-40B4-BE49-F238E27FC236}">
                  <a16:creationId xmlns:a16="http://schemas.microsoft.com/office/drawing/2014/main" id="{4EBB8F9E-BFB7-4920-91AE-9922D3FC6CA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63612" y="1665288"/>
              <a:ext cx="755650" cy="755650"/>
            </a:xfrm>
            <a:custGeom>
              <a:avLst/>
              <a:gdLst>
                <a:gd name="T0" fmla="*/ 2147483646 w 722"/>
                <a:gd name="T1" fmla="*/ 2147483646 h 721"/>
                <a:gd name="T2" fmla="*/ 2147483646 w 722"/>
                <a:gd name="T3" fmla="*/ 2147483646 h 721"/>
                <a:gd name="T4" fmla="*/ 2147483646 w 722"/>
                <a:gd name="T5" fmla="*/ 2147483646 h 721"/>
                <a:gd name="T6" fmla="*/ 2147483646 w 722"/>
                <a:gd name="T7" fmla="*/ 2147483646 h 721"/>
                <a:gd name="T8" fmla="*/ 2147483646 w 722"/>
                <a:gd name="T9" fmla="*/ 2147483646 h 721"/>
                <a:gd name="T10" fmla="*/ 2147483646 w 722"/>
                <a:gd name="T11" fmla="*/ 2147483646 h 721"/>
                <a:gd name="T12" fmla="*/ 2147483646 w 722"/>
                <a:gd name="T13" fmla="*/ 2147483646 h 721"/>
                <a:gd name="T14" fmla="*/ 2147483646 w 722"/>
                <a:gd name="T15" fmla="*/ 2147483646 h 721"/>
                <a:gd name="T16" fmla="*/ 2147483646 w 722"/>
                <a:gd name="T17" fmla="*/ 2147483646 h 721"/>
                <a:gd name="T18" fmla="*/ 2147483646 w 722"/>
                <a:gd name="T19" fmla="*/ 2147483646 h 721"/>
                <a:gd name="T20" fmla="*/ 0 w 722"/>
                <a:gd name="T21" fmla="*/ 2147483646 h 721"/>
                <a:gd name="T22" fmla="*/ 2147483646 w 722"/>
                <a:gd name="T23" fmla="*/ 2147483646 h 721"/>
                <a:gd name="T24" fmla="*/ 2147483646 w 722"/>
                <a:gd name="T25" fmla="*/ 2147483646 h 721"/>
                <a:gd name="T26" fmla="*/ 2147483646 w 722"/>
                <a:gd name="T27" fmla="*/ 2147483646 h 721"/>
                <a:gd name="T28" fmla="*/ 2147483646 w 722"/>
                <a:gd name="T29" fmla="*/ 2147483646 h 721"/>
                <a:gd name="T30" fmla="*/ 2147483646 w 722"/>
                <a:gd name="T31" fmla="*/ 2147483646 h 721"/>
                <a:gd name="T32" fmla="*/ 2147483646 w 722"/>
                <a:gd name="T33" fmla="*/ 2147483646 h 721"/>
                <a:gd name="T34" fmla="*/ 2147483646 w 722"/>
                <a:gd name="T35" fmla="*/ 2147483646 h 721"/>
                <a:gd name="T36" fmla="*/ 2147483646 w 722"/>
                <a:gd name="T37" fmla="*/ 2147483646 h 721"/>
                <a:gd name="T38" fmla="*/ 2147483646 w 722"/>
                <a:gd name="T39" fmla="*/ 2147483646 h 721"/>
                <a:gd name="T40" fmla="*/ 2147483646 w 722"/>
                <a:gd name="T41" fmla="*/ 2147483646 h 721"/>
                <a:gd name="T42" fmla="*/ 2147483646 w 722"/>
                <a:gd name="T43" fmla="*/ 2147483646 h 721"/>
                <a:gd name="T44" fmla="*/ 2147483646 w 722"/>
                <a:gd name="T45" fmla="*/ 2147483646 h 721"/>
                <a:gd name="T46" fmla="*/ 2147483646 w 722"/>
                <a:gd name="T47" fmla="*/ 2147483646 h 721"/>
                <a:gd name="T48" fmla="*/ 2147483646 w 722"/>
                <a:gd name="T49" fmla="*/ 2147483646 h 721"/>
                <a:gd name="T50" fmla="*/ 2147483646 w 722"/>
                <a:gd name="T51" fmla="*/ 2147483646 h 721"/>
                <a:gd name="T52" fmla="*/ 2147483646 w 722"/>
                <a:gd name="T53" fmla="*/ 2147483646 h 721"/>
                <a:gd name="T54" fmla="*/ 2147483646 w 722"/>
                <a:gd name="T55" fmla="*/ 2147483646 h 721"/>
                <a:gd name="T56" fmla="*/ 2147483646 w 722"/>
                <a:gd name="T57" fmla="*/ 2147483646 h 721"/>
                <a:gd name="T58" fmla="*/ 2147483646 w 722"/>
                <a:gd name="T59" fmla="*/ 2147483646 h 721"/>
                <a:gd name="T60" fmla="*/ 2147483646 w 722"/>
                <a:gd name="T61" fmla="*/ 2147483646 h 721"/>
                <a:gd name="T62" fmla="*/ 2147483646 w 722"/>
                <a:gd name="T63" fmla="*/ 2147483646 h 721"/>
                <a:gd name="T64" fmla="*/ 2147483646 w 722"/>
                <a:gd name="T65" fmla="*/ 2147483646 h 721"/>
                <a:gd name="T66" fmla="*/ 2147483646 w 722"/>
                <a:gd name="T67" fmla="*/ 2147483646 h 721"/>
                <a:gd name="T68" fmla="*/ 2147483646 w 722"/>
                <a:gd name="T69" fmla="*/ 2147483646 h 721"/>
                <a:gd name="T70" fmla="*/ 2147483646 w 722"/>
                <a:gd name="T71" fmla="*/ 2147483646 h 721"/>
                <a:gd name="T72" fmla="*/ 2147483646 w 722"/>
                <a:gd name="T73" fmla="*/ 2147483646 h 721"/>
                <a:gd name="T74" fmla="*/ 2147483646 w 722"/>
                <a:gd name="T75" fmla="*/ 2147483646 h 721"/>
                <a:gd name="T76" fmla="*/ 2147483646 w 722"/>
                <a:gd name="T77" fmla="*/ 2147483646 h 721"/>
                <a:gd name="T78" fmla="*/ 2147483646 w 722"/>
                <a:gd name="T79" fmla="*/ 2147483646 h 721"/>
                <a:gd name="T80" fmla="*/ 2147483646 w 722"/>
                <a:gd name="T81" fmla="*/ 2147483646 h 721"/>
                <a:gd name="T82" fmla="*/ 2147483646 w 722"/>
                <a:gd name="T83" fmla="*/ 2147483646 h 721"/>
                <a:gd name="T84" fmla="*/ 2147483646 w 722"/>
                <a:gd name="T85" fmla="*/ 2147483646 h 721"/>
                <a:gd name="T86" fmla="*/ 2147483646 w 722"/>
                <a:gd name="T87" fmla="*/ 0 h 7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1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6" y="4"/>
                  </a:lnTo>
                  <a:lnTo>
                    <a:pt x="289" y="7"/>
                  </a:lnTo>
                  <a:lnTo>
                    <a:pt x="271" y="11"/>
                  </a:lnTo>
                  <a:lnTo>
                    <a:pt x="254" y="16"/>
                  </a:lnTo>
                  <a:lnTo>
                    <a:pt x="238" y="22"/>
                  </a:lnTo>
                  <a:lnTo>
                    <a:pt x="221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9" y="93"/>
                  </a:lnTo>
                  <a:lnTo>
                    <a:pt x="106" y="105"/>
                  </a:lnTo>
                  <a:lnTo>
                    <a:pt x="94" y="118"/>
                  </a:lnTo>
                  <a:lnTo>
                    <a:pt x="83" y="131"/>
                  </a:lnTo>
                  <a:lnTo>
                    <a:pt x="72" y="144"/>
                  </a:lnTo>
                  <a:lnTo>
                    <a:pt x="62" y="159"/>
                  </a:lnTo>
                  <a:lnTo>
                    <a:pt x="53" y="174"/>
                  </a:lnTo>
                  <a:lnTo>
                    <a:pt x="44" y="189"/>
                  </a:lnTo>
                  <a:lnTo>
                    <a:pt x="36" y="204"/>
                  </a:lnTo>
                  <a:lnTo>
                    <a:pt x="29" y="220"/>
                  </a:lnTo>
                  <a:lnTo>
                    <a:pt x="23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2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3" y="485"/>
                  </a:lnTo>
                  <a:lnTo>
                    <a:pt x="29" y="501"/>
                  </a:lnTo>
                  <a:lnTo>
                    <a:pt x="36" y="517"/>
                  </a:lnTo>
                  <a:lnTo>
                    <a:pt x="44" y="532"/>
                  </a:lnTo>
                  <a:lnTo>
                    <a:pt x="53" y="548"/>
                  </a:lnTo>
                  <a:lnTo>
                    <a:pt x="62" y="563"/>
                  </a:lnTo>
                  <a:lnTo>
                    <a:pt x="72" y="577"/>
                  </a:lnTo>
                  <a:lnTo>
                    <a:pt x="83" y="591"/>
                  </a:lnTo>
                  <a:lnTo>
                    <a:pt x="94" y="604"/>
                  </a:lnTo>
                  <a:lnTo>
                    <a:pt x="106" y="616"/>
                  </a:lnTo>
                  <a:lnTo>
                    <a:pt x="119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1" y="693"/>
                  </a:lnTo>
                  <a:lnTo>
                    <a:pt x="238" y="700"/>
                  </a:lnTo>
                  <a:lnTo>
                    <a:pt x="254" y="705"/>
                  </a:lnTo>
                  <a:lnTo>
                    <a:pt x="271" y="710"/>
                  </a:lnTo>
                  <a:lnTo>
                    <a:pt x="289" y="714"/>
                  </a:lnTo>
                  <a:lnTo>
                    <a:pt x="306" y="717"/>
                  </a:lnTo>
                  <a:lnTo>
                    <a:pt x="324" y="719"/>
                  </a:lnTo>
                  <a:lnTo>
                    <a:pt x="343" y="721"/>
                  </a:lnTo>
                  <a:lnTo>
                    <a:pt x="361" y="721"/>
                  </a:lnTo>
                  <a:lnTo>
                    <a:pt x="380" y="721"/>
                  </a:lnTo>
                  <a:lnTo>
                    <a:pt x="398" y="719"/>
                  </a:lnTo>
                  <a:lnTo>
                    <a:pt x="417" y="717"/>
                  </a:lnTo>
                  <a:lnTo>
                    <a:pt x="434" y="714"/>
                  </a:lnTo>
                  <a:lnTo>
                    <a:pt x="452" y="710"/>
                  </a:lnTo>
                  <a:lnTo>
                    <a:pt x="469" y="705"/>
                  </a:lnTo>
                  <a:lnTo>
                    <a:pt x="486" y="700"/>
                  </a:lnTo>
                  <a:lnTo>
                    <a:pt x="502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7" y="616"/>
                  </a:lnTo>
                  <a:lnTo>
                    <a:pt x="629" y="604"/>
                  </a:lnTo>
                  <a:lnTo>
                    <a:pt x="640" y="591"/>
                  </a:lnTo>
                  <a:lnTo>
                    <a:pt x="651" y="577"/>
                  </a:lnTo>
                  <a:lnTo>
                    <a:pt x="661" y="563"/>
                  </a:lnTo>
                  <a:lnTo>
                    <a:pt x="670" y="548"/>
                  </a:lnTo>
                  <a:lnTo>
                    <a:pt x="679" y="532"/>
                  </a:lnTo>
                  <a:lnTo>
                    <a:pt x="687" y="517"/>
                  </a:lnTo>
                  <a:lnTo>
                    <a:pt x="694" y="501"/>
                  </a:lnTo>
                  <a:lnTo>
                    <a:pt x="701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2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1" y="237"/>
                  </a:lnTo>
                  <a:lnTo>
                    <a:pt x="694" y="220"/>
                  </a:lnTo>
                  <a:lnTo>
                    <a:pt x="687" y="204"/>
                  </a:lnTo>
                  <a:lnTo>
                    <a:pt x="679" y="189"/>
                  </a:lnTo>
                  <a:lnTo>
                    <a:pt x="670" y="174"/>
                  </a:lnTo>
                  <a:lnTo>
                    <a:pt x="661" y="159"/>
                  </a:lnTo>
                  <a:lnTo>
                    <a:pt x="651" y="144"/>
                  </a:lnTo>
                  <a:lnTo>
                    <a:pt x="640" y="131"/>
                  </a:lnTo>
                  <a:lnTo>
                    <a:pt x="629" y="118"/>
                  </a:lnTo>
                  <a:lnTo>
                    <a:pt x="617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2" y="28"/>
                  </a:lnTo>
                  <a:lnTo>
                    <a:pt x="486" y="22"/>
                  </a:lnTo>
                  <a:lnTo>
                    <a:pt x="469" y="16"/>
                  </a:lnTo>
                  <a:lnTo>
                    <a:pt x="452" y="11"/>
                  </a:lnTo>
                  <a:lnTo>
                    <a:pt x="434" y="7"/>
                  </a:lnTo>
                  <a:lnTo>
                    <a:pt x="417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24" name="Freeform 62">
              <a:extLst>
                <a:ext uri="{FF2B5EF4-FFF2-40B4-BE49-F238E27FC236}">
                  <a16:creationId xmlns:a16="http://schemas.microsoft.com/office/drawing/2014/main" id="{893A5BF0-3987-4955-92D4-9E2F6D7CD80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70025" y="1665288"/>
              <a:ext cx="755650" cy="755650"/>
            </a:xfrm>
            <a:custGeom>
              <a:avLst/>
              <a:gdLst>
                <a:gd name="T0" fmla="*/ 2147483646 w 722"/>
                <a:gd name="T1" fmla="*/ 2147483646 h 721"/>
                <a:gd name="T2" fmla="*/ 2147483646 w 722"/>
                <a:gd name="T3" fmla="*/ 2147483646 h 721"/>
                <a:gd name="T4" fmla="*/ 2147483646 w 722"/>
                <a:gd name="T5" fmla="*/ 2147483646 h 721"/>
                <a:gd name="T6" fmla="*/ 2147483646 w 722"/>
                <a:gd name="T7" fmla="*/ 2147483646 h 721"/>
                <a:gd name="T8" fmla="*/ 2147483646 w 722"/>
                <a:gd name="T9" fmla="*/ 2147483646 h 721"/>
                <a:gd name="T10" fmla="*/ 2147483646 w 722"/>
                <a:gd name="T11" fmla="*/ 2147483646 h 721"/>
                <a:gd name="T12" fmla="*/ 2147483646 w 722"/>
                <a:gd name="T13" fmla="*/ 2147483646 h 721"/>
                <a:gd name="T14" fmla="*/ 2147483646 w 722"/>
                <a:gd name="T15" fmla="*/ 2147483646 h 721"/>
                <a:gd name="T16" fmla="*/ 2147483646 w 722"/>
                <a:gd name="T17" fmla="*/ 2147483646 h 721"/>
                <a:gd name="T18" fmla="*/ 2147483646 w 722"/>
                <a:gd name="T19" fmla="*/ 2147483646 h 721"/>
                <a:gd name="T20" fmla="*/ 0 w 722"/>
                <a:gd name="T21" fmla="*/ 2147483646 h 721"/>
                <a:gd name="T22" fmla="*/ 2147483646 w 722"/>
                <a:gd name="T23" fmla="*/ 2147483646 h 721"/>
                <a:gd name="T24" fmla="*/ 2147483646 w 722"/>
                <a:gd name="T25" fmla="*/ 2147483646 h 721"/>
                <a:gd name="T26" fmla="*/ 2147483646 w 722"/>
                <a:gd name="T27" fmla="*/ 2147483646 h 721"/>
                <a:gd name="T28" fmla="*/ 2147483646 w 722"/>
                <a:gd name="T29" fmla="*/ 2147483646 h 721"/>
                <a:gd name="T30" fmla="*/ 2147483646 w 722"/>
                <a:gd name="T31" fmla="*/ 2147483646 h 721"/>
                <a:gd name="T32" fmla="*/ 2147483646 w 722"/>
                <a:gd name="T33" fmla="*/ 2147483646 h 721"/>
                <a:gd name="T34" fmla="*/ 2147483646 w 722"/>
                <a:gd name="T35" fmla="*/ 2147483646 h 721"/>
                <a:gd name="T36" fmla="*/ 2147483646 w 722"/>
                <a:gd name="T37" fmla="*/ 2147483646 h 721"/>
                <a:gd name="T38" fmla="*/ 2147483646 w 722"/>
                <a:gd name="T39" fmla="*/ 2147483646 h 721"/>
                <a:gd name="T40" fmla="*/ 2147483646 w 722"/>
                <a:gd name="T41" fmla="*/ 2147483646 h 721"/>
                <a:gd name="T42" fmla="*/ 2147483646 w 722"/>
                <a:gd name="T43" fmla="*/ 2147483646 h 721"/>
                <a:gd name="T44" fmla="*/ 2147483646 w 722"/>
                <a:gd name="T45" fmla="*/ 2147483646 h 721"/>
                <a:gd name="T46" fmla="*/ 2147483646 w 722"/>
                <a:gd name="T47" fmla="*/ 2147483646 h 721"/>
                <a:gd name="T48" fmla="*/ 2147483646 w 722"/>
                <a:gd name="T49" fmla="*/ 2147483646 h 721"/>
                <a:gd name="T50" fmla="*/ 2147483646 w 722"/>
                <a:gd name="T51" fmla="*/ 2147483646 h 721"/>
                <a:gd name="T52" fmla="*/ 2147483646 w 722"/>
                <a:gd name="T53" fmla="*/ 2147483646 h 721"/>
                <a:gd name="T54" fmla="*/ 2147483646 w 722"/>
                <a:gd name="T55" fmla="*/ 2147483646 h 721"/>
                <a:gd name="T56" fmla="*/ 2147483646 w 722"/>
                <a:gd name="T57" fmla="*/ 2147483646 h 721"/>
                <a:gd name="T58" fmla="*/ 2147483646 w 722"/>
                <a:gd name="T59" fmla="*/ 2147483646 h 721"/>
                <a:gd name="T60" fmla="*/ 2147483646 w 722"/>
                <a:gd name="T61" fmla="*/ 2147483646 h 721"/>
                <a:gd name="T62" fmla="*/ 2147483646 w 722"/>
                <a:gd name="T63" fmla="*/ 2147483646 h 721"/>
                <a:gd name="T64" fmla="*/ 2147483646 w 722"/>
                <a:gd name="T65" fmla="*/ 2147483646 h 721"/>
                <a:gd name="T66" fmla="*/ 2147483646 w 722"/>
                <a:gd name="T67" fmla="*/ 2147483646 h 721"/>
                <a:gd name="T68" fmla="*/ 2147483646 w 722"/>
                <a:gd name="T69" fmla="*/ 2147483646 h 721"/>
                <a:gd name="T70" fmla="*/ 2147483646 w 722"/>
                <a:gd name="T71" fmla="*/ 2147483646 h 721"/>
                <a:gd name="T72" fmla="*/ 2147483646 w 722"/>
                <a:gd name="T73" fmla="*/ 2147483646 h 721"/>
                <a:gd name="T74" fmla="*/ 2147483646 w 722"/>
                <a:gd name="T75" fmla="*/ 2147483646 h 721"/>
                <a:gd name="T76" fmla="*/ 2147483646 w 722"/>
                <a:gd name="T77" fmla="*/ 2147483646 h 721"/>
                <a:gd name="T78" fmla="*/ 2147483646 w 722"/>
                <a:gd name="T79" fmla="*/ 2147483646 h 721"/>
                <a:gd name="T80" fmla="*/ 2147483646 w 722"/>
                <a:gd name="T81" fmla="*/ 2147483646 h 721"/>
                <a:gd name="T82" fmla="*/ 2147483646 w 722"/>
                <a:gd name="T83" fmla="*/ 2147483646 h 721"/>
                <a:gd name="T84" fmla="*/ 2147483646 w 722"/>
                <a:gd name="T85" fmla="*/ 2147483646 h 721"/>
                <a:gd name="T86" fmla="*/ 2147483646 w 722"/>
                <a:gd name="T87" fmla="*/ 0 h 7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1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5" y="4"/>
                  </a:lnTo>
                  <a:lnTo>
                    <a:pt x="288" y="7"/>
                  </a:lnTo>
                  <a:lnTo>
                    <a:pt x="270" y="11"/>
                  </a:lnTo>
                  <a:lnTo>
                    <a:pt x="253" y="16"/>
                  </a:lnTo>
                  <a:lnTo>
                    <a:pt x="237" y="22"/>
                  </a:lnTo>
                  <a:lnTo>
                    <a:pt x="220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8" y="93"/>
                  </a:lnTo>
                  <a:lnTo>
                    <a:pt x="105" y="105"/>
                  </a:lnTo>
                  <a:lnTo>
                    <a:pt x="93" y="118"/>
                  </a:lnTo>
                  <a:lnTo>
                    <a:pt x="82" y="131"/>
                  </a:lnTo>
                  <a:lnTo>
                    <a:pt x="71" y="144"/>
                  </a:lnTo>
                  <a:lnTo>
                    <a:pt x="61" y="159"/>
                  </a:lnTo>
                  <a:lnTo>
                    <a:pt x="52" y="174"/>
                  </a:lnTo>
                  <a:lnTo>
                    <a:pt x="43" y="189"/>
                  </a:lnTo>
                  <a:lnTo>
                    <a:pt x="35" y="204"/>
                  </a:lnTo>
                  <a:lnTo>
                    <a:pt x="28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2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2" y="485"/>
                  </a:lnTo>
                  <a:lnTo>
                    <a:pt x="28" y="501"/>
                  </a:lnTo>
                  <a:lnTo>
                    <a:pt x="35" y="517"/>
                  </a:lnTo>
                  <a:lnTo>
                    <a:pt x="43" y="532"/>
                  </a:lnTo>
                  <a:lnTo>
                    <a:pt x="52" y="548"/>
                  </a:lnTo>
                  <a:lnTo>
                    <a:pt x="61" y="563"/>
                  </a:lnTo>
                  <a:lnTo>
                    <a:pt x="71" y="577"/>
                  </a:lnTo>
                  <a:lnTo>
                    <a:pt x="82" y="591"/>
                  </a:lnTo>
                  <a:lnTo>
                    <a:pt x="93" y="604"/>
                  </a:lnTo>
                  <a:lnTo>
                    <a:pt x="105" y="616"/>
                  </a:lnTo>
                  <a:lnTo>
                    <a:pt x="118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0" y="693"/>
                  </a:lnTo>
                  <a:lnTo>
                    <a:pt x="237" y="700"/>
                  </a:lnTo>
                  <a:lnTo>
                    <a:pt x="253" y="705"/>
                  </a:lnTo>
                  <a:lnTo>
                    <a:pt x="270" y="710"/>
                  </a:lnTo>
                  <a:lnTo>
                    <a:pt x="288" y="714"/>
                  </a:lnTo>
                  <a:lnTo>
                    <a:pt x="305" y="717"/>
                  </a:lnTo>
                  <a:lnTo>
                    <a:pt x="324" y="719"/>
                  </a:lnTo>
                  <a:lnTo>
                    <a:pt x="343" y="721"/>
                  </a:lnTo>
                  <a:lnTo>
                    <a:pt x="361" y="721"/>
                  </a:lnTo>
                  <a:lnTo>
                    <a:pt x="380" y="721"/>
                  </a:lnTo>
                  <a:lnTo>
                    <a:pt x="398" y="719"/>
                  </a:lnTo>
                  <a:lnTo>
                    <a:pt x="416" y="717"/>
                  </a:lnTo>
                  <a:lnTo>
                    <a:pt x="433" y="714"/>
                  </a:lnTo>
                  <a:lnTo>
                    <a:pt x="451" y="710"/>
                  </a:lnTo>
                  <a:lnTo>
                    <a:pt x="468" y="705"/>
                  </a:lnTo>
                  <a:lnTo>
                    <a:pt x="485" y="700"/>
                  </a:lnTo>
                  <a:lnTo>
                    <a:pt x="501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6" y="616"/>
                  </a:lnTo>
                  <a:lnTo>
                    <a:pt x="628" y="604"/>
                  </a:lnTo>
                  <a:lnTo>
                    <a:pt x="639" y="591"/>
                  </a:lnTo>
                  <a:lnTo>
                    <a:pt x="650" y="577"/>
                  </a:lnTo>
                  <a:lnTo>
                    <a:pt x="660" y="563"/>
                  </a:lnTo>
                  <a:lnTo>
                    <a:pt x="669" y="548"/>
                  </a:lnTo>
                  <a:lnTo>
                    <a:pt x="678" y="532"/>
                  </a:lnTo>
                  <a:lnTo>
                    <a:pt x="686" y="517"/>
                  </a:lnTo>
                  <a:lnTo>
                    <a:pt x="693" y="501"/>
                  </a:lnTo>
                  <a:lnTo>
                    <a:pt x="700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2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0" y="237"/>
                  </a:lnTo>
                  <a:lnTo>
                    <a:pt x="693" y="220"/>
                  </a:lnTo>
                  <a:lnTo>
                    <a:pt x="686" y="204"/>
                  </a:lnTo>
                  <a:lnTo>
                    <a:pt x="678" y="189"/>
                  </a:lnTo>
                  <a:lnTo>
                    <a:pt x="669" y="174"/>
                  </a:lnTo>
                  <a:lnTo>
                    <a:pt x="660" y="159"/>
                  </a:lnTo>
                  <a:lnTo>
                    <a:pt x="650" y="144"/>
                  </a:lnTo>
                  <a:lnTo>
                    <a:pt x="639" y="131"/>
                  </a:lnTo>
                  <a:lnTo>
                    <a:pt x="628" y="118"/>
                  </a:lnTo>
                  <a:lnTo>
                    <a:pt x="616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1" y="28"/>
                  </a:lnTo>
                  <a:lnTo>
                    <a:pt x="485" y="22"/>
                  </a:lnTo>
                  <a:lnTo>
                    <a:pt x="468" y="16"/>
                  </a:lnTo>
                  <a:lnTo>
                    <a:pt x="451" y="11"/>
                  </a:lnTo>
                  <a:lnTo>
                    <a:pt x="433" y="7"/>
                  </a:lnTo>
                  <a:lnTo>
                    <a:pt x="416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25" name="Rectangle 69">
              <a:extLst>
                <a:ext uri="{FF2B5EF4-FFF2-40B4-BE49-F238E27FC236}">
                  <a16:creationId xmlns:a16="http://schemas.microsoft.com/office/drawing/2014/main" id="{642926A6-75EE-46AF-842E-F431860EB9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8975" y="1517650"/>
              <a:ext cx="1790700" cy="1493838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90115" name="Group 71">
            <a:extLst>
              <a:ext uri="{FF2B5EF4-FFF2-40B4-BE49-F238E27FC236}">
                <a16:creationId xmlns:a16="http://schemas.microsoft.com/office/drawing/2014/main" id="{0335333B-E039-4502-8255-241111E085F3}"/>
              </a:ext>
            </a:extLst>
          </p:cNvPr>
          <p:cNvGrpSpPr>
            <a:grpSpLocks/>
          </p:cNvGrpSpPr>
          <p:nvPr/>
        </p:nvGrpSpPr>
        <p:grpSpPr bwMode="auto">
          <a:xfrm>
            <a:off x="4863772" y="1606550"/>
            <a:ext cx="1789113" cy="1833563"/>
            <a:chOff x="685800" y="3525838"/>
            <a:chExt cx="1789112" cy="1833562"/>
          </a:xfrm>
        </p:grpSpPr>
        <p:sp>
          <p:nvSpPr>
            <p:cNvPr id="90203" name="Freeform 2">
              <a:extLst>
                <a:ext uri="{FF2B5EF4-FFF2-40B4-BE49-F238E27FC236}">
                  <a16:creationId xmlns:a16="http://schemas.microsoft.com/office/drawing/2014/main" id="{A8BA504B-8AAF-4C66-AA86-70663A15098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11262" y="4157663"/>
              <a:ext cx="758825" cy="757237"/>
            </a:xfrm>
            <a:custGeom>
              <a:avLst/>
              <a:gdLst>
                <a:gd name="T0" fmla="*/ 2147483646 w 723"/>
                <a:gd name="T1" fmla="*/ 2147483646 h 724"/>
                <a:gd name="T2" fmla="*/ 2147483646 w 723"/>
                <a:gd name="T3" fmla="*/ 2147483646 h 724"/>
                <a:gd name="T4" fmla="*/ 2147483646 w 723"/>
                <a:gd name="T5" fmla="*/ 2147483646 h 724"/>
                <a:gd name="T6" fmla="*/ 2147483646 w 723"/>
                <a:gd name="T7" fmla="*/ 2147483646 h 724"/>
                <a:gd name="T8" fmla="*/ 2147483646 w 723"/>
                <a:gd name="T9" fmla="*/ 2147483646 h 724"/>
                <a:gd name="T10" fmla="*/ 2147483646 w 723"/>
                <a:gd name="T11" fmla="*/ 2147483646 h 724"/>
                <a:gd name="T12" fmla="*/ 2147483646 w 723"/>
                <a:gd name="T13" fmla="*/ 2147483646 h 724"/>
                <a:gd name="T14" fmla="*/ 2147483646 w 723"/>
                <a:gd name="T15" fmla="*/ 2147483646 h 724"/>
                <a:gd name="T16" fmla="*/ 2147483646 w 723"/>
                <a:gd name="T17" fmla="*/ 2147483646 h 724"/>
                <a:gd name="T18" fmla="*/ 2147483646 w 723"/>
                <a:gd name="T19" fmla="*/ 2147483646 h 724"/>
                <a:gd name="T20" fmla="*/ 2147483646 w 723"/>
                <a:gd name="T21" fmla="*/ 2147483646 h 724"/>
                <a:gd name="T22" fmla="*/ 2147483646 w 723"/>
                <a:gd name="T23" fmla="*/ 2147483646 h 724"/>
                <a:gd name="T24" fmla="*/ 2147483646 w 723"/>
                <a:gd name="T25" fmla="*/ 2147483646 h 724"/>
                <a:gd name="T26" fmla="*/ 2147483646 w 723"/>
                <a:gd name="T27" fmla="*/ 2147483646 h 724"/>
                <a:gd name="T28" fmla="*/ 2147483646 w 723"/>
                <a:gd name="T29" fmla="*/ 2147483646 h 724"/>
                <a:gd name="T30" fmla="*/ 2147483646 w 723"/>
                <a:gd name="T31" fmla="*/ 2147483646 h 724"/>
                <a:gd name="T32" fmla="*/ 2147483646 w 723"/>
                <a:gd name="T33" fmla="*/ 2147483646 h 724"/>
                <a:gd name="T34" fmla="*/ 2147483646 w 723"/>
                <a:gd name="T35" fmla="*/ 2147483646 h 724"/>
                <a:gd name="T36" fmla="*/ 2147483646 w 723"/>
                <a:gd name="T37" fmla="*/ 2147483646 h 724"/>
                <a:gd name="T38" fmla="*/ 2147483646 w 723"/>
                <a:gd name="T39" fmla="*/ 2147483646 h 724"/>
                <a:gd name="T40" fmla="*/ 2147483646 w 723"/>
                <a:gd name="T41" fmla="*/ 2147483646 h 724"/>
                <a:gd name="T42" fmla="*/ 2147483646 w 723"/>
                <a:gd name="T43" fmla="*/ 2147483646 h 724"/>
                <a:gd name="T44" fmla="*/ 2147483646 w 723"/>
                <a:gd name="T45" fmla="*/ 2147483646 h 724"/>
                <a:gd name="T46" fmla="*/ 2147483646 w 723"/>
                <a:gd name="T47" fmla="*/ 2147483646 h 724"/>
                <a:gd name="T48" fmla="*/ 2147483646 w 723"/>
                <a:gd name="T49" fmla="*/ 2147483646 h 724"/>
                <a:gd name="T50" fmla="*/ 2147483646 w 723"/>
                <a:gd name="T51" fmla="*/ 2147483646 h 724"/>
                <a:gd name="T52" fmla="*/ 2147483646 w 723"/>
                <a:gd name="T53" fmla="*/ 2147483646 h 724"/>
                <a:gd name="T54" fmla="*/ 2147483646 w 723"/>
                <a:gd name="T55" fmla="*/ 2147483646 h 724"/>
                <a:gd name="T56" fmla="*/ 2147483646 w 723"/>
                <a:gd name="T57" fmla="*/ 2147483646 h 724"/>
                <a:gd name="T58" fmla="*/ 2147483646 w 723"/>
                <a:gd name="T59" fmla="*/ 2147483646 h 724"/>
                <a:gd name="T60" fmla="*/ 2147483646 w 723"/>
                <a:gd name="T61" fmla="*/ 2147483646 h 724"/>
                <a:gd name="T62" fmla="*/ 2147483646 w 723"/>
                <a:gd name="T63" fmla="*/ 2147483646 h 724"/>
                <a:gd name="T64" fmla="*/ 2147483646 w 723"/>
                <a:gd name="T65" fmla="*/ 2147483646 h 724"/>
                <a:gd name="T66" fmla="*/ 2147483646 w 723"/>
                <a:gd name="T67" fmla="*/ 2147483646 h 724"/>
                <a:gd name="T68" fmla="*/ 2147483646 w 723"/>
                <a:gd name="T69" fmla="*/ 2147483646 h 724"/>
                <a:gd name="T70" fmla="*/ 2147483646 w 723"/>
                <a:gd name="T71" fmla="*/ 2147483646 h 724"/>
                <a:gd name="T72" fmla="*/ 2147483646 w 723"/>
                <a:gd name="T73" fmla="*/ 2147483646 h 724"/>
                <a:gd name="T74" fmla="*/ 2147483646 w 723"/>
                <a:gd name="T75" fmla="*/ 2147483646 h 724"/>
                <a:gd name="T76" fmla="*/ 2147483646 w 723"/>
                <a:gd name="T77" fmla="*/ 2147483646 h 724"/>
                <a:gd name="T78" fmla="*/ 2147483646 w 723"/>
                <a:gd name="T79" fmla="*/ 2147483646 h 724"/>
                <a:gd name="T80" fmla="*/ 2147483646 w 723"/>
                <a:gd name="T81" fmla="*/ 2147483646 h 724"/>
                <a:gd name="T82" fmla="*/ 2147483646 w 723"/>
                <a:gd name="T83" fmla="*/ 2147483646 h 724"/>
                <a:gd name="T84" fmla="*/ 2147483646 w 723"/>
                <a:gd name="T85" fmla="*/ 2147483646 h 724"/>
                <a:gd name="T86" fmla="*/ 2147483646 w 723"/>
                <a:gd name="T87" fmla="*/ 2147483646 h 724"/>
                <a:gd name="T88" fmla="*/ 2147483646 w 723"/>
                <a:gd name="T89" fmla="*/ 2147483646 h 72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723" h="724">
                  <a:moveTo>
                    <a:pt x="361" y="362"/>
                  </a:moveTo>
                  <a:lnTo>
                    <a:pt x="361" y="0"/>
                  </a:lnTo>
                  <a:lnTo>
                    <a:pt x="343" y="1"/>
                  </a:lnTo>
                  <a:lnTo>
                    <a:pt x="325" y="2"/>
                  </a:lnTo>
                  <a:lnTo>
                    <a:pt x="307" y="5"/>
                  </a:lnTo>
                  <a:lnTo>
                    <a:pt x="289" y="8"/>
                  </a:lnTo>
                  <a:lnTo>
                    <a:pt x="272" y="12"/>
                  </a:lnTo>
                  <a:lnTo>
                    <a:pt x="254" y="17"/>
                  </a:lnTo>
                  <a:lnTo>
                    <a:pt x="238" y="22"/>
                  </a:lnTo>
                  <a:lnTo>
                    <a:pt x="221" y="29"/>
                  </a:lnTo>
                  <a:lnTo>
                    <a:pt x="205" y="36"/>
                  </a:lnTo>
                  <a:lnTo>
                    <a:pt x="190" y="44"/>
                  </a:lnTo>
                  <a:lnTo>
                    <a:pt x="175" y="53"/>
                  </a:lnTo>
                  <a:lnTo>
                    <a:pt x="159" y="62"/>
                  </a:lnTo>
                  <a:lnTo>
                    <a:pt x="145" y="73"/>
                  </a:lnTo>
                  <a:lnTo>
                    <a:pt x="132" y="84"/>
                  </a:lnTo>
                  <a:lnTo>
                    <a:pt x="118" y="95"/>
                  </a:lnTo>
                  <a:lnTo>
                    <a:pt x="106" y="107"/>
                  </a:lnTo>
                  <a:lnTo>
                    <a:pt x="94" y="119"/>
                  </a:lnTo>
                  <a:lnTo>
                    <a:pt x="83" y="133"/>
                  </a:lnTo>
                  <a:lnTo>
                    <a:pt x="72" y="146"/>
                  </a:lnTo>
                  <a:lnTo>
                    <a:pt x="62" y="160"/>
                  </a:lnTo>
                  <a:lnTo>
                    <a:pt x="53" y="175"/>
                  </a:lnTo>
                  <a:lnTo>
                    <a:pt x="44" y="190"/>
                  </a:lnTo>
                  <a:lnTo>
                    <a:pt x="36" y="205"/>
                  </a:lnTo>
                  <a:lnTo>
                    <a:pt x="29" y="221"/>
                  </a:lnTo>
                  <a:lnTo>
                    <a:pt x="22" y="238"/>
                  </a:lnTo>
                  <a:lnTo>
                    <a:pt x="17" y="254"/>
                  </a:lnTo>
                  <a:lnTo>
                    <a:pt x="12" y="273"/>
                  </a:lnTo>
                  <a:lnTo>
                    <a:pt x="8" y="290"/>
                  </a:lnTo>
                  <a:lnTo>
                    <a:pt x="5" y="308"/>
                  </a:lnTo>
                  <a:lnTo>
                    <a:pt x="2" y="326"/>
                  </a:lnTo>
                  <a:lnTo>
                    <a:pt x="1" y="344"/>
                  </a:lnTo>
                  <a:lnTo>
                    <a:pt x="0" y="362"/>
                  </a:lnTo>
                  <a:lnTo>
                    <a:pt x="1" y="381"/>
                  </a:lnTo>
                  <a:lnTo>
                    <a:pt x="2" y="399"/>
                  </a:lnTo>
                  <a:lnTo>
                    <a:pt x="5" y="417"/>
                  </a:lnTo>
                  <a:lnTo>
                    <a:pt x="8" y="435"/>
                  </a:lnTo>
                  <a:lnTo>
                    <a:pt x="12" y="452"/>
                  </a:lnTo>
                  <a:lnTo>
                    <a:pt x="17" y="471"/>
                  </a:lnTo>
                  <a:lnTo>
                    <a:pt x="22" y="487"/>
                  </a:lnTo>
                  <a:lnTo>
                    <a:pt x="29" y="504"/>
                  </a:lnTo>
                  <a:lnTo>
                    <a:pt x="36" y="520"/>
                  </a:lnTo>
                  <a:lnTo>
                    <a:pt x="44" y="535"/>
                  </a:lnTo>
                  <a:lnTo>
                    <a:pt x="53" y="550"/>
                  </a:lnTo>
                  <a:lnTo>
                    <a:pt x="62" y="565"/>
                  </a:lnTo>
                  <a:lnTo>
                    <a:pt x="72" y="579"/>
                  </a:lnTo>
                  <a:lnTo>
                    <a:pt x="83" y="592"/>
                  </a:lnTo>
                  <a:lnTo>
                    <a:pt x="94" y="606"/>
                  </a:lnTo>
                  <a:lnTo>
                    <a:pt x="106" y="618"/>
                  </a:lnTo>
                  <a:lnTo>
                    <a:pt x="118" y="630"/>
                  </a:lnTo>
                  <a:lnTo>
                    <a:pt x="132" y="641"/>
                  </a:lnTo>
                  <a:lnTo>
                    <a:pt x="145" y="652"/>
                  </a:lnTo>
                  <a:lnTo>
                    <a:pt x="159" y="662"/>
                  </a:lnTo>
                  <a:lnTo>
                    <a:pt x="175" y="672"/>
                  </a:lnTo>
                  <a:lnTo>
                    <a:pt x="190" y="681"/>
                  </a:lnTo>
                  <a:lnTo>
                    <a:pt x="205" y="689"/>
                  </a:lnTo>
                  <a:lnTo>
                    <a:pt x="221" y="696"/>
                  </a:lnTo>
                  <a:lnTo>
                    <a:pt x="238" y="703"/>
                  </a:lnTo>
                  <a:lnTo>
                    <a:pt x="254" y="708"/>
                  </a:lnTo>
                  <a:lnTo>
                    <a:pt x="272" y="713"/>
                  </a:lnTo>
                  <a:lnTo>
                    <a:pt x="289" y="717"/>
                  </a:lnTo>
                  <a:lnTo>
                    <a:pt x="307" y="720"/>
                  </a:lnTo>
                  <a:lnTo>
                    <a:pt x="325" y="723"/>
                  </a:lnTo>
                  <a:lnTo>
                    <a:pt x="343" y="724"/>
                  </a:lnTo>
                  <a:lnTo>
                    <a:pt x="361" y="724"/>
                  </a:lnTo>
                  <a:lnTo>
                    <a:pt x="381" y="724"/>
                  </a:lnTo>
                  <a:lnTo>
                    <a:pt x="399" y="723"/>
                  </a:lnTo>
                  <a:lnTo>
                    <a:pt x="417" y="720"/>
                  </a:lnTo>
                  <a:lnTo>
                    <a:pt x="435" y="717"/>
                  </a:lnTo>
                  <a:lnTo>
                    <a:pt x="452" y="713"/>
                  </a:lnTo>
                  <a:lnTo>
                    <a:pt x="470" y="708"/>
                  </a:lnTo>
                  <a:lnTo>
                    <a:pt x="486" y="703"/>
                  </a:lnTo>
                  <a:lnTo>
                    <a:pt x="503" y="696"/>
                  </a:lnTo>
                  <a:lnTo>
                    <a:pt x="519" y="689"/>
                  </a:lnTo>
                  <a:lnTo>
                    <a:pt x="534" y="681"/>
                  </a:lnTo>
                  <a:lnTo>
                    <a:pt x="549" y="672"/>
                  </a:lnTo>
                  <a:lnTo>
                    <a:pt x="565" y="662"/>
                  </a:lnTo>
                  <a:lnTo>
                    <a:pt x="579" y="652"/>
                  </a:lnTo>
                  <a:lnTo>
                    <a:pt x="592" y="641"/>
                  </a:lnTo>
                  <a:lnTo>
                    <a:pt x="606" y="630"/>
                  </a:lnTo>
                  <a:lnTo>
                    <a:pt x="618" y="618"/>
                  </a:lnTo>
                  <a:lnTo>
                    <a:pt x="630" y="606"/>
                  </a:lnTo>
                  <a:lnTo>
                    <a:pt x="641" y="592"/>
                  </a:lnTo>
                  <a:lnTo>
                    <a:pt x="652" y="579"/>
                  </a:lnTo>
                  <a:lnTo>
                    <a:pt x="662" y="565"/>
                  </a:lnTo>
                  <a:lnTo>
                    <a:pt x="671" y="550"/>
                  </a:lnTo>
                  <a:lnTo>
                    <a:pt x="680" y="535"/>
                  </a:lnTo>
                  <a:lnTo>
                    <a:pt x="688" y="520"/>
                  </a:lnTo>
                  <a:lnTo>
                    <a:pt x="695" y="504"/>
                  </a:lnTo>
                  <a:lnTo>
                    <a:pt x="702" y="487"/>
                  </a:lnTo>
                  <a:lnTo>
                    <a:pt x="707" y="471"/>
                  </a:lnTo>
                  <a:lnTo>
                    <a:pt x="712" y="452"/>
                  </a:lnTo>
                  <a:lnTo>
                    <a:pt x="716" y="435"/>
                  </a:lnTo>
                  <a:lnTo>
                    <a:pt x="719" y="417"/>
                  </a:lnTo>
                  <a:lnTo>
                    <a:pt x="722" y="399"/>
                  </a:lnTo>
                  <a:lnTo>
                    <a:pt x="723" y="381"/>
                  </a:lnTo>
                  <a:lnTo>
                    <a:pt x="723" y="362"/>
                  </a:lnTo>
                  <a:lnTo>
                    <a:pt x="723" y="344"/>
                  </a:lnTo>
                  <a:lnTo>
                    <a:pt x="722" y="326"/>
                  </a:lnTo>
                  <a:lnTo>
                    <a:pt x="719" y="308"/>
                  </a:lnTo>
                  <a:lnTo>
                    <a:pt x="716" y="290"/>
                  </a:lnTo>
                  <a:lnTo>
                    <a:pt x="712" y="273"/>
                  </a:lnTo>
                  <a:lnTo>
                    <a:pt x="707" y="254"/>
                  </a:lnTo>
                  <a:lnTo>
                    <a:pt x="702" y="238"/>
                  </a:lnTo>
                  <a:lnTo>
                    <a:pt x="695" y="221"/>
                  </a:lnTo>
                  <a:lnTo>
                    <a:pt x="688" y="205"/>
                  </a:lnTo>
                  <a:lnTo>
                    <a:pt x="680" y="190"/>
                  </a:lnTo>
                  <a:lnTo>
                    <a:pt x="671" y="175"/>
                  </a:lnTo>
                  <a:lnTo>
                    <a:pt x="662" y="160"/>
                  </a:lnTo>
                  <a:lnTo>
                    <a:pt x="652" y="146"/>
                  </a:lnTo>
                  <a:lnTo>
                    <a:pt x="641" y="133"/>
                  </a:lnTo>
                  <a:lnTo>
                    <a:pt x="630" y="119"/>
                  </a:lnTo>
                  <a:lnTo>
                    <a:pt x="618" y="107"/>
                  </a:lnTo>
                  <a:lnTo>
                    <a:pt x="606" y="95"/>
                  </a:lnTo>
                  <a:lnTo>
                    <a:pt x="592" y="84"/>
                  </a:lnTo>
                  <a:lnTo>
                    <a:pt x="579" y="73"/>
                  </a:lnTo>
                  <a:lnTo>
                    <a:pt x="565" y="62"/>
                  </a:lnTo>
                  <a:lnTo>
                    <a:pt x="549" y="53"/>
                  </a:lnTo>
                  <a:lnTo>
                    <a:pt x="534" y="44"/>
                  </a:lnTo>
                  <a:lnTo>
                    <a:pt x="519" y="36"/>
                  </a:lnTo>
                  <a:lnTo>
                    <a:pt x="503" y="29"/>
                  </a:lnTo>
                  <a:lnTo>
                    <a:pt x="486" y="22"/>
                  </a:lnTo>
                  <a:lnTo>
                    <a:pt x="470" y="17"/>
                  </a:lnTo>
                  <a:lnTo>
                    <a:pt x="452" y="12"/>
                  </a:lnTo>
                  <a:lnTo>
                    <a:pt x="435" y="8"/>
                  </a:lnTo>
                  <a:lnTo>
                    <a:pt x="417" y="5"/>
                  </a:lnTo>
                  <a:lnTo>
                    <a:pt x="399" y="2"/>
                  </a:lnTo>
                  <a:lnTo>
                    <a:pt x="381" y="1"/>
                  </a:lnTo>
                  <a:lnTo>
                    <a:pt x="361" y="0"/>
                  </a:lnTo>
                  <a:lnTo>
                    <a:pt x="361" y="362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4" name="Freeform 3">
              <a:extLst>
                <a:ext uri="{FF2B5EF4-FFF2-40B4-BE49-F238E27FC236}">
                  <a16:creationId xmlns:a16="http://schemas.microsoft.com/office/drawing/2014/main" id="{D4372A22-53F6-42D3-8F61-E3DE8D58A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7775" y="4162425"/>
              <a:ext cx="441325" cy="242888"/>
            </a:xfrm>
            <a:custGeom>
              <a:avLst/>
              <a:gdLst>
                <a:gd name="T0" fmla="*/ 0 w 289"/>
                <a:gd name="T1" fmla="*/ 2147483646 h 187"/>
                <a:gd name="T2" fmla="*/ 2147483646 w 289"/>
                <a:gd name="T3" fmla="*/ 2147483646 h 187"/>
                <a:gd name="T4" fmla="*/ 2147483646 w 289"/>
                <a:gd name="T5" fmla="*/ 2147483646 h 187"/>
                <a:gd name="T6" fmla="*/ 2147483646 w 289"/>
                <a:gd name="T7" fmla="*/ 2147483646 h 187"/>
                <a:gd name="T8" fmla="*/ 2147483646 w 289"/>
                <a:gd name="T9" fmla="*/ 2147483646 h 187"/>
                <a:gd name="T10" fmla="*/ 2147483646 w 289"/>
                <a:gd name="T11" fmla="*/ 2147483646 h 187"/>
                <a:gd name="T12" fmla="*/ 2147483646 w 289"/>
                <a:gd name="T13" fmla="*/ 2147483646 h 187"/>
                <a:gd name="T14" fmla="*/ 2147483646 w 289"/>
                <a:gd name="T15" fmla="*/ 2147483646 h 187"/>
                <a:gd name="T16" fmla="*/ 2147483646 w 289"/>
                <a:gd name="T17" fmla="*/ 2147483646 h 187"/>
                <a:gd name="T18" fmla="*/ 2147483646 w 289"/>
                <a:gd name="T19" fmla="*/ 2147483646 h 187"/>
                <a:gd name="T20" fmla="*/ 2147483646 w 289"/>
                <a:gd name="T21" fmla="*/ 2147483646 h 187"/>
                <a:gd name="T22" fmla="*/ 2147483646 w 289"/>
                <a:gd name="T23" fmla="*/ 2147483646 h 187"/>
                <a:gd name="T24" fmla="*/ 2147483646 w 289"/>
                <a:gd name="T25" fmla="*/ 2147483646 h 187"/>
                <a:gd name="T26" fmla="*/ 2147483646 w 289"/>
                <a:gd name="T27" fmla="*/ 2147483646 h 187"/>
                <a:gd name="T28" fmla="*/ 2147483646 w 289"/>
                <a:gd name="T29" fmla="*/ 2147483646 h 187"/>
                <a:gd name="T30" fmla="*/ 2147483646 w 289"/>
                <a:gd name="T31" fmla="*/ 2147483646 h 187"/>
                <a:gd name="T32" fmla="*/ 2147483646 w 289"/>
                <a:gd name="T33" fmla="*/ 2147483646 h 187"/>
                <a:gd name="T34" fmla="*/ 2147483646 w 289"/>
                <a:gd name="T35" fmla="*/ 2147483646 h 187"/>
                <a:gd name="T36" fmla="*/ 2147483646 w 289"/>
                <a:gd name="T37" fmla="*/ 0 h 187"/>
                <a:gd name="T38" fmla="*/ 2147483646 w 289"/>
                <a:gd name="T39" fmla="*/ 0 h 187"/>
                <a:gd name="T40" fmla="*/ 2147483646 w 289"/>
                <a:gd name="T41" fmla="*/ 0 h 187"/>
                <a:gd name="T42" fmla="*/ 2147483646 w 289"/>
                <a:gd name="T43" fmla="*/ 2147483646 h 187"/>
                <a:gd name="T44" fmla="*/ 2147483646 w 289"/>
                <a:gd name="T45" fmla="*/ 2147483646 h 187"/>
                <a:gd name="T46" fmla="*/ 2147483646 w 289"/>
                <a:gd name="T47" fmla="*/ 2147483646 h 187"/>
                <a:gd name="T48" fmla="*/ 2147483646 w 289"/>
                <a:gd name="T49" fmla="*/ 2147483646 h 187"/>
                <a:gd name="T50" fmla="*/ 2147483646 w 289"/>
                <a:gd name="T51" fmla="*/ 2147483646 h 187"/>
                <a:gd name="T52" fmla="*/ 2147483646 w 289"/>
                <a:gd name="T53" fmla="*/ 2147483646 h 187"/>
                <a:gd name="T54" fmla="*/ 2147483646 w 289"/>
                <a:gd name="T55" fmla="*/ 2147483646 h 187"/>
                <a:gd name="T56" fmla="*/ 2147483646 w 289"/>
                <a:gd name="T57" fmla="*/ 2147483646 h 187"/>
                <a:gd name="T58" fmla="*/ 2147483646 w 289"/>
                <a:gd name="T59" fmla="*/ 2147483646 h 187"/>
                <a:gd name="T60" fmla="*/ 2147483646 w 289"/>
                <a:gd name="T61" fmla="*/ 2147483646 h 187"/>
                <a:gd name="T62" fmla="*/ 2147483646 w 289"/>
                <a:gd name="T63" fmla="*/ 2147483646 h 187"/>
                <a:gd name="T64" fmla="*/ 0 w 289"/>
                <a:gd name="T65" fmla="*/ 2147483646 h 18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89" h="187">
                  <a:moveTo>
                    <a:pt x="0" y="175"/>
                  </a:moveTo>
                  <a:lnTo>
                    <a:pt x="14" y="180"/>
                  </a:lnTo>
                  <a:lnTo>
                    <a:pt x="38" y="185"/>
                  </a:lnTo>
                  <a:lnTo>
                    <a:pt x="60" y="187"/>
                  </a:lnTo>
                  <a:lnTo>
                    <a:pt x="83" y="187"/>
                  </a:lnTo>
                  <a:lnTo>
                    <a:pt x="109" y="185"/>
                  </a:lnTo>
                  <a:lnTo>
                    <a:pt x="131" y="178"/>
                  </a:lnTo>
                  <a:lnTo>
                    <a:pt x="163" y="166"/>
                  </a:lnTo>
                  <a:lnTo>
                    <a:pt x="194" y="149"/>
                  </a:lnTo>
                  <a:lnTo>
                    <a:pt x="216" y="133"/>
                  </a:lnTo>
                  <a:lnTo>
                    <a:pt x="233" y="115"/>
                  </a:lnTo>
                  <a:lnTo>
                    <a:pt x="252" y="91"/>
                  </a:lnTo>
                  <a:lnTo>
                    <a:pt x="266" y="70"/>
                  </a:lnTo>
                  <a:lnTo>
                    <a:pt x="276" y="52"/>
                  </a:lnTo>
                  <a:lnTo>
                    <a:pt x="283" y="30"/>
                  </a:lnTo>
                  <a:lnTo>
                    <a:pt x="287" y="18"/>
                  </a:lnTo>
                  <a:lnTo>
                    <a:pt x="289" y="9"/>
                  </a:lnTo>
                  <a:lnTo>
                    <a:pt x="262" y="3"/>
                  </a:lnTo>
                  <a:lnTo>
                    <a:pt x="234" y="0"/>
                  </a:lnTo>
                  <a:lnTo>
                    <a:pt x="214" y="0"/>
                  </a:lnTo>
                  <a:lnTo>
                    <a:pt x="193" y="0"/>
                  </a:lnTo>
                  <a:lnTo>
                    <a:pt x="173" y="5"/>
                  </a:lnTo>
                  <a:lnTo>
                    <a:pt x="150" y="10"/>
                  </a:lnTo>
                  <a:lnTo>
                    <a:pt x="132" y="16"/>
                  </a:lnTo>
                  <a:lnTo>
                    <a:pt x="109" y="28"/>
                  </a:lnTo>
                  <a:lnTo>
                    <a:pt x="90" y="40"/>
                  </a:lnTo>
                  <a:lnTo>
                    <a:pt x="66" y="59"/>
                  </a:lnTo>
                  <a:lnTo>
                    <a:pt x="50" y="76"/>
                  </a:lnTo>
                  <a:lnTo>
                    <a:pt x="35" y="95"/>
                  </a:lnTo>
                  <a:lnTo>
                    <a:pt x="23" y="115"/>
                  </a:lnTo>
                  <a:lnTo>
                    <a:pt x="12" y="135"/>
                  </a:lnTo>
                  <a:lnTo>
                    <a:pt x="5" y="156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mpd="sng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5" name="Freeform 5">
              <a:extLst>
                <a:ext uri="{FF2B5EF4-FFF2-40B4-BE49-F238E27FC236}">
                  <a16:creationId xmlns:a16="http://schemas.microsoft.com/office/drawing/2014/main" id="{58A85AC9-9061-4A67-8E40-5A35B6AA8E8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60437" y="3652838"/>
              <a:ext cx="755650" cy="755650"/>
            </a:xfrm>
            <a:custGeom>
              <a:avLst/>
              <a:gdLst>
                <a:gd name="T0" fmla="*/ 2147483646 w 722"/>
                <a:gd name="T1" fmla="*/ 2147483646 h 721"/>
                <a:gd name="T2" fmla="*/ 2147483646 w 722"/>
                <a:gd name="T3" fmla="*/ 2147483646 h 721"/>
                <a:gd name="T4" fmla="*/ 2147483646 w 722"/>
                <a:gd name="T5" fmla="*/ 2147483646 h 721"/>
                <a:gd name="T6" fmla="*/ 2147483646 w 722"/>
                <a:gd name="T7" fmla="*/ 2147483646 h 721"/>
                <a:gd name="T8" fmla="*/ 2147483646 w 722"/>
                <a:gd name="T9" fmla="*/ 2147483646 h 721"/>
                <a:gd name="T10" fmla="*/ 2147483646 w 722"/>
                <a:gd name="T11" fmla="*/ 2147483646 h 721"/>
                <a:gd name="T12" fmla="*/ 2147483646 w 722"/>
                <a:gd name="T13" fmla="*/ 2147483646 h 721"/>
                <a:gd name="T14" fmla="*/ 2147483646 w 722"/>
                <a:gd name="T15" fmla="*/ 2147483646 h 721"/>
                <a:gd name="T16" fmla="*/ 2147483646 w 722"/>
                <a:gd name="T17" fmla="*/ 2147483646 h 721"/>
                <a:gd name="T18" fmla="*/ 2147483646 w 722"/>
                <a:gd name="T19" fmla="*/ 2147483646 h 721"/>
                <a:gd name="T20" fmla="*/ 0 w 722"/>
                <a:gd name="T21" fmla="*/ 2147483646 h 721"/>
                <a:gd name="T22" fmla="*/ 2147483646 w 722"/>
                <a:gd name="T23" fmla="*/ 2147483646 h 721"/>
                <a:gd name="T24" fmla="*/ 2147483646 w 722"/>
                <a:gd name="T25" fmla="*/ 2147483646 h 721"/>
                <a:gd name="T26" fmla="*/ 2147483646 w 722"/>
                <a:gd name="T27" fmla="*/ 2147483646 h 721"/>
                <a:gd name="T28" fmla="*/ 2147483646 w 722"/>
                <a:gd name="T29" fmla="*/ 2147483646 h 721"/>
                <a:gd name="T30" fmla="*/ 2147483646 w 722"/>
                <a:gd name="T31" fmla="*/ 2147483646 h 721"/>
                <a:gd name="T32" fmla="*/ 2147483646 w 722"/>
                <a:gd name="T33" fmla="*/ 2147483646 h 721"/>
                <a:gd name="T34" fmla="*/ 2147483646 w 722"/>
                <a:gd name="T35" fmla="*/ 2147483646 h 721"/>
                <a:gd name="T36" fmla="*/ 2147483646 w 722"/>
                <a:gd name="T37" fmla="*/ 2147483646 h 721"/>
                <a:gd name="T38" fmla="*/ 2147483646 w 722"/>
                <a:gd name="T39" fmla="*/ 2147483646 h 721"/>
                <a:gd name="T40" fmla="*/ 2147483646 w 722"/>
                <a:gd name="T41" fmla="*/ 2147483646 h 721"/>
                <a:gd name="T42" fmla="*/ 2147483646 w 722"/>
                <a:gd name="T43" fmla="*/ 2147483646 h 721"/>
                <a:gd name="T44" fmla="*/ 2147483646 w 722"/>
                <a:gd name="T45" fmla="*/ 2147483646 h 721"/>
                <a:gd name="T46" fmla="*/ 2147483646 w 722"/>
                <a:gd name="T47" fmla="*/ 2147483646 h 721"/>
                <a:gd name="T48" fmla="*/ 2147483646 w 722"/>
                <a:gd name="T49" fmla="*/ 2147483646 h 721"/>
                <a:gd name="T50" fmla="*/ 2147483646 w 722"/>
                <a:gd name="T51" fmla="*/ 2147483646 h 721"/>
                <a:gd name="T52" fmla="*/ 2147483646 w 722"/>
                <a:gd name="T53" fmla="*/ 2147483646 h 721"/>
                <a:gd name="T54" fmla="*/ 2147483646 w 722"/>
                <a:gd name="T55" fmla="*/ 2147483646 h 721"/>
                <a:gd name="T56" fmla="*/ 2147483646 w 722"/>
                <a:gd name="T57" fmla="*/ 2147483646 h 721"/>
                <a:gd name="T58" fmla="*/ 2147483646 w 722"/>
                <a:gd name="T59" fmla="*/ 2147483646 h 721"/>
                <a:gd name="T60" fmla="*/ 2147483646 w 722"/>
                <a:gd name="T61" fmla="*/ 2147483646 h 721"/>
                <a:gd name="T62" fmla="*/ 2147483646 w 722"/>
                <a:gd name="T63" fmla="*/ 2147483646 h 721"/>
                <a:gd name="T64" fmla="*/ 2147483646 w 722"/>
                <a:gd name="T65" fmla="*/ 2147483646 h 721"/>
                <a:gd name="T66" fmla="*/ 2147483646 w 722"/>
                <a:gd name="T67" fmla="*/ 2147483646 h 721"/>
                <a:gd name="T68" fmla="*/ 2147483646 w 722"/>
                <a:gd name="T69" fmla="*/ 2147483646 h 721"/>
                <a:gd name="T70" fmla="*/ 2147483646 w 722"/>
                <a:gd name="T71" fmla="*/ 2147483646 h 721"/>
                <a:gd name="T72" fmla="*/ 2147483646 w 722"/>
                <a:gd name="T73" fmla="*/ 2147483646 h 721"/>
                <a:gd name="T74" fmla="*/ 2147483646 w 722"/>
                <a:gd name="T75" fmla="*/ 2147483646 h 721"/>
                <a:gd name="T76" fmla="*/ 2147483646 w 722"/>
                <a:gd name="T77" fmla="*/ 2147483646 h 721"/>
                <a:gd name="T78" fmla="*/ 2147483646 w 722"/>
                <a:gd name="T79" fmla="*/ 2147483646 h 721"/>
                <a:gd name="T80" fmla="*/ 2147483646 w 722"/>
                <a:gd name="T81" fmla="*/ 2147483646 h 721"/>
                <a:gd name="T82" fmla="*/ 2147483646 w 722"/>
                <a:gd name="T83" fmla="*/ 2147483646 h 721"/>
                <a:gd name="T84" fmla="*/ 2147483646 w 722"/>
                <a:gd name="T85" fmla="*/ 2147483646 h 721"/>
                <a:gd name="T86" fmla="*/ 2147483646 w 722"/>
                <a:gd name="T87" fmla="*/ 0 h 7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1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6" y="4"/>
                  </a:lnTo>
                  <a:lnTo>
                    <a:pt x="289" y="7"/>
                  </a:lnTo>
                  <a:lnTo>
                    <a:pt x="271" y="11"/>
                  </a:lnTo>
                  <a:lnTo>
                    <a:pt x="254" y="16"/>
                  </a:lnTo>
                  <a:lnTo>
                    <a:pt x="238" y="22"/>
                  </a:lnTo>
                  <a:lnTo>
                    <a:pt x="221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9" y="93"/>
                  </a:lnTo>
                  <a:lnTo>
                    <a:pt x="106" y="105"/>
                  </a:lnTo>
                  <a:lnTo>
                    <a:pt x="94" y="118"/>
                  </a:lnTo>
                  <a:lnTo>
                    <a:pt x="83" y="131"/>
                  </a:lnTo>
                  <a:lnTo>
                    <a:pt x="72" y="144"/>
                  </a:lnTo>
                  <a:lnTo>
                    <a:pt x="62" y="159"/>
                  </a:lnTo>
                  <a:lnTo>
                    <a:pt x="53" y="174"/>
                  </a:lnTo>
                  <a:lnTo>
                    <a:pt x="44" y="189"/>
                  </a:lnTo>
                  <a:lnTo>
                    <a:pt x="36" y="204"/>
                  </a:lnTo>
                  <a:lnTo>
                    <a:pt x="29" y="220"/>
                  </a:lnTo>
                  <a:lnTo>
                    <a:pt x="23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2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3" y="485"/>
                  </a:lnTo>
                  <a:lnTo>
                    <a:pt x="29" y="501"/>
                  </a:lnTo>
                  <a:lnTo>
                    <a:pt x="36" y="517"/>
                  </a:lnTo>
                  <a:lnTo>
                    <a:pt x="44" y="532"/>
                  </a:lnTo>
                  <a:lnTo>
                    <a:pt x="53" y="547"/>
                  </a:lnTo>
                  <a:lnTo>
                    <a:pt x="62" y="563"/>
                  </a:lnTo>
                  <a:lnTo>
                    <a:pt x="72" y="577"/>
                  </a:lnTo>
                  <a:lnTo>
                    <a:pt x="83" y="591"/>
                  </a:lnTo>
                  <a:lnTo>
                    <a:pt x="94" y="604"/>
                  </a:lnTo>
                  <a:lnTo>
                    <a:pt x="106" y="616"/>
                  </a:lnTo>
                  <a:lnTo>
                    <a:pt x="119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1" y="693"/>
                  </a:lnTo>
                  <a:lnTo>
                    <a:pt x="238" y="699"/>
                  </a:lnTo>
                  <a:lnTo>
                    <a:pt x="254" y="705"/>
                  </a:lnTo>
                  <a:lnTo>
                    <a:pt x="271" y="710"/>
                  </a:lnTo>
                  <a:lnTo>
                    <a:pt x="289" y="714"/>
                  </a:lnTo>
                  <a:lnTo>
                    <a:pt x="306" y="717"/>
                  </a:lnTo>
                  <a:lnTo>
                    <a:pt x="324" y="719"/>
                  </a:lnTo>
                  <a:lnTo>
                    <a:pt x="343" y="721"/>
                  </a:lnTo>
                  <a:lnTo>
                    <a:pt x="361" y="721"/>
                  </a:lnTo>
                  <a:lnTo>
                    <a:pt x="380" y="721"/>
                  </a:lnTo>
                  <a:lnTo>
                    <a:pt x="398" y="719"/>
                  </a:lnTo>
                  <a:lnTo>
                    <a:pt x="417" y="717"/>
                  </a:lnTo>
                  <a:lnTo>
                    <a:pt x="434" y="714"/>
                  </a:lnTo>
                  <a:lnTo>
                    <a:pt x="452" y="710"/>
                  </a:lnTo>
                  <a:lnTo>
                    <a:pt x="469" y="705"/>
                  </a:lnTo>
                  <a:lnTo>
                    <a:pt x="486" y="699"/>
                  </a:lnTo>
                  <a:lnTo>
                    <a:pt x="502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7" y="616"/>
                  </a:lnTo>
                  <a:lnTo>
                    <a:pt x="629" y="604"/>
                  </a:lnTo>
                  <a:lnTo>
                    <a:pt x="640" y="591"/>
                  </a:lnTo>
                  <a:lnTo>
                    <a:pt x="651" y="577"/>
                  </a:lnTo>
                  <a:lnTo>
                    <a:pt x="661" y="563"/>
                  </a:lnTo>
                  <a:lnTo>
                    <a:pt x="670" y="547"/>
                  </a:lnTo>
                  <a:lnTo>
                    <a:pt x="679" y="532"/>
                  </a:lnTo>
                  <a:lnTo>
                    <a:pt x="687" y="517"/>
                  </a:lnTo>
                  <a:lnTo>
                    <a:pt x="694" y="501"/>
                  </a:lnTo>
                  <a:lnTo>
                    <a:pt x="701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2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1" y="237"/>
                  </a:lnTo>
                  <a:lnTo>
                    <a:pt x="694" y="220"/>
                  </a:lnTo>
                  <a:lnTo>
                    <a:pt x="687" y="204"/>
                  </a:lnTo>
                  <a:lnTo>
                    <a:pt x="679" y="189"/>
                  </a:lnTo>
                  <a:lnTo>
                    <a:pt x="670" y="174"/>
                  </a:lnTo>
                  <a:lnTo>
                    <a:pt x="661" y="159"/>
                  </a:lnTo>
                  <a:lnTo>
                    <a:pt x="651" y="144"/>
                  </a:lnTo>
                  <a:lnTo>
                    <a:pt x="640" y="131"/>
                  </a:lnTo>
                  <a:lnTo>
                    <a:pt x="629" y="118"/>
                  </a:lnTo>
                  <a:lnTo>
                    <a:pt x="617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2" y="28"/>
                  </a:lnTo>
                  <a:lnTo>
                    <a:pt x="486" y="22"/>
                  </a:lnTo>
                  <a:lnTo>
                    <a:pt x="469" y="16"/>
                  </a:lnTo>
                  <a:lnTo>
                    <a:pt x="452" y="11"/>
                  </a:lnTo>
                  <a:lnTo>
                    <a:pt x="434" y="7"/>
                  </a:lnTo>
                  <a:lnTo>
                    <a:pt x="417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6" name="Rectangle 6">
              <a:extLst>
                <a:ext uri="{FF2B5EF4-FFF2-40B4-BE49-F238E27FC236}">
                  <a16:creationId xmlns:a16="http://schemas.microsoft.com/office/drawing/2014/main" id="{7E89988C-6D3A-4D5D-B327-631D7725DEF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57287" y="3863975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7" name="Rectangle 7">
              <a:extLst>
                <a:ext uri="{FF2B5EF4-FFF2-40B4-BE49-F238E27FC236}">
                  <a16:creationId xmlns:a16="http://schemas.microsoft.com/office/drawing/2014/main" id="{BFB026A6-AD15-4FFC-99DE-C41DA9B85C3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79600" y="3863975"/>
              <a:ext cx="131762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8" name="Rectangle 8">
              <a:extLst>
                <a:ext uri="{FF2B5EF4-FFF2-40B4-BE49-F238E27FC236}">
                  <a16:creationId xmlns:a16="http://schemas.microsoft.com/office/drawing/2014/main" id="{E871C5F7-AE5F-4FCF-A798-99D1B8DF08A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70037" y="4502150"/>
              <a:ext cx="1222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9" name="Rectangle 34">
              <a:extLst>
                <a:ext uri="{FF2B5EF4-FFF2-40B4-BE49-F238E27FC236}">
                  <a16:creationId xmlns:a16="http://schemas.microsoft.com/office/drawing/2014/main" id="{9E58E23E-8483-4AB0-BFA0-CD06BF2F2D9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36687" y="5130800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0" name="Rectangle 35">
              <a:extLst>
                <a:ext uri="{FF2B5EF4-FFF2-40B4-BE49-F238E27FC236}">
                  <a16:creationId xmlns:a16="http://schemas.microsoft.com/office/drawing/2014/main" id="{51A54212-5930-4851-9AA0-FE19305A2B7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00199" y="5130800"/>
              <a:ext cx="1222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1" name="Line 36">
              <a:extLst>
                <a:ext uri="{FF2B5EF4-FFF2-40B4-BE49-F238E27FC236}">
                  <a16:creationId xmlns:a16="http://schemas.microsoft.com/office/drawing/2014/main" id="{B24E575E-21D6-4526-8187-29D91B690FE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443037" y="5168900"/>
              <a:ext cx="63500" cy="317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2" name="Freeform 46">
              <a:extLst>
                <a:ext uri="{FF2B5EF4-FFF2-40B4-BE49-F238E27FC236}">
                  <a16:creationId xmlns:a16="http://schemas.microsoft.com/office/drawing/2014/main" id="{96196DE8-899F-4E0F-BCCE-3BC1291BB38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65262" y="3652838"/>
              <a:ext cx="755650" cy="755650"/>
            </a:xfrm>
            <a:custGeom>
              <a:avLst/>
              <a:gdLst>
                <a:gd name="T0" fmla="*/ 2147483646 w 722"/>
                <a:gd name="T1" fmla="*/ 2147483646 h 721"/>
                <a:gd name="T2" fmla="*/ 2147483646 w 722"/>
                <a:gd name="T3" fmla="*/ 2147483646 h 721"/>
                <a:gd name="T4" fmla="*/ 2147483646 w 722"/>
                <a:gd name="T5" fmla="*/ 2147483646 h 721"/>
                <a:gd name="T6" fmla="*/ 2147483646 w 722"/>
                <a:gd name="T7" fmla="*/ 2147483646 h 721"/>
                <a:gd name="T8" fmla="*/ 2147483646 w 722"/>
                <a:gd name="T9" fmla="*/ 2147483646 h 721"/>
                <a:gd name="T10" fmla="*/ 2147483646 w 722"/>
                <a:gd name="T11" fmla="*/ 2147483646 h 721"/>
                <a:gd name="T12" fmla="*/ 2147483646 w 722"/>
                <a:gd name="T13" fmla="*/ 2147483646 h 721"/>
                <a:gd name="T14" fmla="*/ 2147483646 w 722"/>
                <a:gd name="T15" fmla="*/ 2147483646 h 721"/>
                <a:gd name="T16" fmla="*/ 2147483646 w 722"/>
                <a:gd name="T17" fmla="*/ 2147483646 h 721"/>
                <a:gd name="T18" fmla="*/ 2147483646 w 722"/>
                <a:gd name="T19" fmla="*/ 2147483646 h 721"/>
                <a:gd name="T20" fmla="*/ 0 w 722"/>
                <a:gd name="T21" fmla="*/ 2147483646 h 721"/>
                <a:gd name="T22" fmla="*/ 2147483646 w 722"/>
                <a:gd name="T23" fmla="*/ 2147483646 h 721"/>
                <a:gd name="T24" fmla="*/ 2147483646 w 722"/>
                <a:gd name="T25" fmla="*/ 2147483646 h 721"/>
                <a:gd name="T26" fmla="*/ 2147483646 w 722"/>
                <a:gd name="T27" fmla="*/ 2147483646 h 721"/>
                <a:gd name="T28" fmla="*/ 2147483646 w 722"/>
                <a:gd name="T29" fmla="*/ 2147483646 h 721"/>
                <a:gd name="T30" fmla="*/ 2147483646 w 722"/>
                <a:gd name="T31" fmla="*/ 2147483646 h 721"/>
                <a:gd name="T32" fmla="*/ 2147483646 w 722"/>
                <a:gd name="T33" fmla="*/ 2147483646 h 721"/>
                <a:gd name="T34" fmla="*/ 2147483646 w 722"/>
                <a:gd name="T35" fmla="*/ 2147483646 h 721"/>
                <a:gd name="T36" fmla="*/ 2147483646 w 722"/>
                <a:gd name="T37" fmla="*/ 2147483646 h 721"/>
                <a:gd name="T38" fmla="*/ 2147483646 w 722"/>
                <a:gd name="T39" fmla="*/ 2147483646 h 721"/>
                <a:gd name="T40" fmla="*/ 2147483646 w 722"/>
                <a:gd name="T41" fmla="*/ 2147483646 h 721"/>
                <a:gd name="T42" fmla="*/ 2147483646 w 722"/>
                <a:gd name="T43" fmla="*/ 2147483646 h 721"/>
                <a:gd name="T44" fmla="*/ 2147483646 w 722"/>
                <a:gd name="T45" fmla="*/ 2147483646 h 721"/>
                <a:gd name="T46" fmla="*/ 2147483646 w 722"/>
                <a:gd name="T47" fmla="*/ 2147483646 h 721"/>
                <a:gd name="T48" fmla="*/ 2147483646 w 722"/>
                <a:gd name="T49" fmla="*/ 2147483646 h 721"/>
                <a:gd name="T50" fmla="*/ 2147483646 w 722"/>
                <a:gd name="T51" fmla="*/ 2147483646 h 721"/>
                <a:gd name="T52" fmla="*/ 2147483646 w 722"/>
                <a:gd name="T53" fmla="*/ 2147483646 h 721"/>
                <a:gd name="T54" fmla="*/ 2147483646 w 722"/>
                <a:gd name="T55" fmla="*/ 2147483646 h 721"/>
                <a:gd name="T56" fmla="*/ 2147483646 w 722"/>
                <a:gd name="T57" fmla="*/ 2147483646 h 721"/>
                <a:gd name="T58" fmla="*/ 2147483646 w 722"/>
                <a:gd name="T59" fmla="*/ 2147483646 h 721"/>
                <a:gd name="T60" fmla="*/ 2147483646 w 722"/>
                <a:gd name="T61" fmla="*/ 2147483646 h 721"/>
                <a:gd name="T62" fmla="*/ 2147483646 w 722"/>
                <a:gd name="T63" fmla="*/ 2147483646 h 721"/>
                <a:gd name="T64" fmla="*/ 2147483646 w 722"/>
                <a:gd name="T65" fmla="*/ 2147483646 h 721"/>
                <a:gd name="T66" fmla="*/ 2147483646 w 722"/>
                <a:gd name="T67" fmla="*/ 2147483646 h 721"/>
                <a:gd name="T68" fmla="*/ 2147483646 w 722"/>
                <a:gd name="T69" fmla="*/ 2147483646 h 721"/>
                <a:gd name="T70" fmla="*/ 2147483646 w 722"/>
                <a:gd name="T71" fmla="*/ 2147483646 h 721"/>
                <a:gd name="T72" fmla="*/ 2147483646 w 722"/>
                <a:gd name="T73" fmla="*/ 2147483646 h 721"/>
                <a:gd name="T74" fmla="*/ 2147483646 w 722"/>
                <a:gd name="T75" fmla="*/ 2147483646 h 721"/>
                <a:gd name="T76" fmla="*/ 2147483646 w 722"/>
                <a:gd name="T77" fmla="*/ 2147483646 h 721"/>
                <a:gd name="T78" fmla="*/ 2147483646 w 722"/>
                <a:gd name="T79" fmla="*/ 2147483646 h 721"/>
                <a:gd name="T80" fmla="*/ 2147483646 w 722"/>
                <a:gd name="T81" fmla="*/ 2147483646 h 721"/>
                <a:gd name="T82" fmla="*/ 2147483646 w 722"/>
                <a:gd name="T83" fmla="*/ 2147483646 h 721"/>
                <a:gd name="T84" fmla="*/ 2147483646 w 722"/>
                <a:gd name="T85" fmla="*/ 2147483646 h 721"/>
                <a:gd name="T86" fmla="*/ 2147483646 w 722"/>
                <a:gd name="T87" fmla="*/ 0 h 7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1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5" y="4"/>
                  </a:lnTo>
                  <a:lnTo>
                    <a:pt x="288" y="7"/>
                  </a:lnTo>
                  <a:lnTo>
                    <a:pt x="270" y="11"/>
                  </a:lnTo>
                  <a:lnTo>
                    <a:pt x="253" y="16"/>
                  </a:lnTo>
                  <a:lnTo>
                    <a:pt x="237" y="22"/>
                  </a:lnTo>
                  <a:lnTo>
                    <a:pt x="220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8" y="93"/>
                  </a:lnTo>
                  <a:lnTo>
                    <a:pt x="105" y="105"/>
                  </a:lnTo>
                  <a:lnTo>
                    <a:pt x="93" y="118"/>
                  </a:lnTo>
                  <a:lnTo>
                    <a:pt x="82" y="131"/>
                  </a:lnTo>
                  <a:lnTo>
                    <a:pt x="71" y="144"/>
                  </a:lnTo>
                  <a:lnTo>
                    <a:pt x="61" y="159"/>
                  </a:lnTo>
                  <a:lnTo>
                    <a:pt x="52" y="174"/>
                  </a:lnTo>
                  <a:lnTo>
                    <a:pt x="43" y="189"/>
                  </a:lnTo>
                  <a:lnTo>
                    <a:pt x="35" y="204"/>
                  </a:lnTo>
                  <a:lnTo>
                    <a:pt x="28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2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2" y="485"/>
                  </a:lnTo>
                  <a:lnTo>
                    <a:pt x="28" y="501"/>
                  </a:lnTo>
                  <a:lnTo>
                    <a:pt x="35" y="517"/>
                  </a:lnTo>
                  <a:lnTo>
                    <a:pt x="43" y="532"/>
                  </a:lnTo>
                  <a:lnTo>
                    <a:pt x="52" y="547"/>
                  </a:lnTo>
                  <a:lnTo>
                    <a:pt x="61" y="563"/>
                  </a:lnTo>
                  <a:lnTo>
                    <a:pt x="71" y="577"/>
                  </a:lnTo>
                  <a:lnTo>
                    <a:pt x="82" y="591"/>
                  </a:lnTo>
                  <a:lnTo>
                    <a:pt x="93" y="604"/>
                  </a:lnTo>
                  <a:lnTo>
                    <a:pt x="105" y="616"/>
                  </a:lnTo>
                  <a:lnTo>
                    <a:pt x="118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0" y="693"/>
                  </a:lnTo>
                  <a:lnTo>
                    <a:pt x="237" y="699"/>
                  </a:lnTo>
                  <a:lnTo>
                    <a:pt x="253" y="705"/>
                  </a:lnTo>
                  <a:lnTo>
                    <a:pt x="270" y="710"/>
                  </a:lnTo>
                  <a:lnTo>
                    <a:pt x="288" y="714"/>
                  </a:lnTo>
                  <a:lnTo>
                    <a:pt x="305" y="717"/>
                  </a:lnTo>
                  <a:lnTo>
                    <a:pt x="324" y="719"/>
                  </a:lnTo>
                  <a:lnTo>
                    <a:pt x="343" y="721"/>
                  </a:lnTo>
                  <a:lnTo>
                    <a:pt x="361" y="721"/>
                  </a:lnTo>
                  <a:lnTo>
                    <a:pt x="380" y="721"/>
                  </a:lnTo>
                  <a:lnTo>
                    <a:pt x="398" y="719"/>
                  </a:lnTo>
                  <a:lnTo>
                    <a:pt x="416" y="717"/>
                  </a:lnTo>
                  <a:lnTo>
                    <a:pt x="433" y="714"/>
                  </a:lnTo>
                  <a:lnTo>
                    <a:pt x="451" y="710"/>
                  </a:lnTo>
                  <a:lnTo>
                    <a:pt x="468" y="705"/>
                  </a:lnTo>
                  <a:lnTo>
                    <a:pt x="485" y="699"/>
                  </a:lnTo>
                  <a:lnTo>
                    <a:pt x="501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6" y="616"/>
                  </a:lnTo>
                  <a:lnTo>
                    <a:pt x="628" y="604"/>
                  </a:lnTo>
                  <a:lnTo>
                    <a:pt x="639" y="591"/>
                  </a:lnTo>
                  <a:lnTo>
                    <a:pt x="650" y="577"/>
                  </a:lnTo>
                  <a:lnTo>
                    <a:pt x="660" y="563"/>
                  </a:lnTo>
                  <a:lnTo>
                    <a:pt x="669" y="547"/>
                  </a:lnTo>
                  <a:lnTo>
                    <a:pt x="678" y="532"/>
                  </a:lnTo>
                  <a:lnTo>
                    <a:pt x="686" y="517"/>
                  </a:lnTo>
                  <a:lnTo>
                    <a:pt x="693" y="501"/>
                  </a:lnTo>
                  <a:lnTo>
                    <a:pt x="700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2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0" y="237"/>
                  </a:lnTo>
                  <a:lnTo>
                    <a:pt x="693" y="220"/>
                  </a:lnTo>
                  <a:lnTo>
                    <a:pt x="686" y="204"/>
                  </a:lnTo>
                  <a:lnTo>
                    <a:pt x="678" y="189"/>
                  </a:lnTo>
                  <a:lnTo>
                    <a:pt x="669" y="174"/>
                  </a:lnTo>
                  <a:lnTo>
                    <a:pt x="660" y="159"/>
                  </a:lnTo>
                  <a:lnTo>
                    <a:pt x="650" y="144"/>
                  </a:lnTo>
                  <a:lnTo>
                    <a:pt x="639" y="131"/>
                  </a:lnTo>
                  <a:lnTo>
                    <a:pt x="628" y="118"/>
                  </a:lnTo>
                  <a:lnTo>
                    <a:pt x="616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1" y="28"/>
                  </a:lnTo>
                  <a:lnTo>
                    <a:pt x="485" y="22"/>
                  </a:lnTo>
                  <a:lnTo>
                    <a:pt x="468" y="16"/>
                  </a:lnTo>
                  <a:lnTo>
                    <a:pt x="451" y="11"/>
                  </a:lnTo>
                  <a:lnTo>
                    <a:pt x="433" y="7"/>
                  </a:lnTo>
                  <a:lnTo>
                    <a:pt x="416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3" name="Freeform 63">
              <a:extLst>
                <a:ext uri="{FF2B5EF4-FFF2-40B4-BE49-F238E27FC236}">
                  <a16:creationId xmlns:a16="http://schemas.microsoft.com/office/drawing/2014/main" id="{694CEBF5-437C-4968-B5CC-ECE302AECA4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11262" y="4159250"/>
              <a:ext cx="757238" cy="754063"/>
            </a:xfrm>
            <a:custGeom>
              <a:avLst/>
              <a:gdLst>
                <a:gd name="T0" fmla="*/ 2147483646 w 721"/>
                <a:gd name="T1" fmla="*/ 2147483646 h 722"/>
                <a:gd name="T2" fmla="*/ 2147483646 w 721"/>
                <a:gd name="T3" fmla="*/ 2147483646 h 722"/>
                <a:gd name="T4" fmla="*/ 2147483646 w 721"/>
                <a:gd name="T5" fmla="*/ 2147483646 h 722"/>
                <a:gd name="T6" fmla="*/ 2147483646 w 721"/>
                <a:gd name="T7" fmla="*/ 2147483646 h 722"/>
                <a:gd name="T8" fmla="*/ 2147483646 w 721"/>
                <a:gd name="T9" fmla="*/ 2147483646 h 722"/>
                <a:gd name="T10" fmla="*/ 2147483646 w 721"/>
                <a:gd name="T11" fmla="*/ 2147483646 h 722"/>
                <a:gd name="T12" fmla="*/ 2147483646 w 721"/>
                <a:gd name="T13" fmla="*/ 2147483646 h 722"/>
                <a:gd name="T14" fmla="*/ 2147483646 w 721"/>
                <a:gd name="T15" fmla="*/ 2147483646 h 722"/>
                <a:gd name="T16" fmla="*/ 2147483646 w 721"/>
                <a:gd name="T17" fmla="*/ 2147483646 h 722"/>
                <a:gd name="T18" fmla="*/ 2147483646 w 721"/>
                <a:gd name="T19" fmla="*/ 2147483646 h 722"/>
                <a:gd name="T20" fmla="*/ 0 w 721"/>
                <a:gd name="T21" fmla="*/ 2147483646 h 722"/>
                <a:gd name="T22" fmla="*/ 2147483646 w 721"/>
                <a:gd name="T23" fmla="*/ 2147483646 h 722"/>
                <a:gd name="T24" fmla="*/ 2147483646 w 721"/>
                <a:gd name="T25" fmla="*/ 2147483646 h 722"/>
                <a:gd name="T26" fmla="*/ 2147483646 w 721"/>
                <a:gd name="T27" fmla="*/ 2147483646 h 722"/>
                <a:gd name="T28" fmla="*/ 2147483646 w 721"/>
                <a:gd name="T29" fmla="*/ 2147483646 h 722"/>
                <a:gd name="T30" fmla="*/ 2147483646 w 721"/>
                <a:gd name="T31" fmla="*/ 2147483646 h 722"/>
                <a:gd name="T32" fmla="*/ 2147483646 w 721"/>
                <a:gd name="T33" fmla="*/ 2147483646 h 722"/>
                <a:gd name="T34" fmla="*/ 2147483646 w 721"/>
                <a:gd name="T35" fmla="*/ 2147483646 h 722"/>
                <a:gd name="T36" fmla="*/ 2147483646 w 721"/>
                <a:gd name="T37" fmla="*/ 2147483646 h 722"/>
                <a:gd name="T38" fmla="*/ 2147483646 w 721"/>
                <a:gd name="T39" fmla="*/ 2147483646 h 722"/>
                <a:gd name="T40" fmla="*/ 2147483646 w 721"/>
                <a:gd name="T41" fmla="*/ 2147483646 h 722"/>
                <a:gd name="T42" fmla="*/ 2147483646 w 721"/>
                <a:gd name="T43" fmla="*/ 2147483646 h 722"/>
                <a:gd name="T44" fmla="*/ 2147483646 w 721"/>
                <a:gd name="T45" fmla="*/ 2147483646 h 722"/>
                <a:gd name="T46" fmla="*/ 2147483646 w 721"/>
                <a:gd name="T47" fmla="*/ 2147483646 h 722"/>
                <a:gd name="T48" fmla="*/ 2147483646 w 721"/>
                <a:gd name="T49" fmla="*/ 2147483646 h 722"/>
                <a:gd name="T50" fmla="*/ 2147483646 w 721"/>
                <a:gd name="T51" fmla="*/ 2147483646 h 722"/>
                <a:gd name="T52" fmla="*/ 2147483646 w 721"/>
                <a:gd name="T53" fmla="*/ 2147483646 h 722"/>
                <a:gd name="T54" fmla="*/ 2147483646 w 721"/>
                <a:gd name="T55" fmla="*/ 2147483646 h 722"/>
                <a:gd name="T56" fmla="*/ 2147483646 w 721"/>
                <a:gd name="T57" fmla="*/ 2147483646 h 722"/>
                <a:gd name="T58" fmla="*/ 2147483646 w 721"/>
                <a:gd name="T59" fmla="*/ 2147483646 h 722"/>
                <a:gd name="T60" fmla="*/ 2147483646 w 721"/>
                <a:gd name="T61" fmla="*/ 2147483646 h 722"/>
                <a:gd name="T62" fmla="*/ 2147483646 w 721"/>
                <a:gd name="T63" fmla="*/ 2147483646 h 722"/>
                <a:gd name="T64" fmla="*/ 2147483646 w 721"/>
                <a:gd name="T65" fmla="*/ 2147483646 h 722"/>
                <a:gd name="T66" fmla="*/ 2147483646 w 721"/>
                <a:gd name="T67" fmla="*/ 2147483646 h 722"/>
                <a:gd name="T68" fmla="*/ 2147483646 w 721"/>
                <a:gd name="T69" fmla="*/ 2147483646 h 722"/>
                <a:gd name="T70" fmla="*/ 2147483646 w 721"/>
                <a:gd name="T71" fmla="*/ 2147483646 h 722"/>
                <a:gd name="T72" fmla="*/ 2147483646 w 721"/>
                <a:gd name="T73" fmla="*/ 2147483646 h 722"/>
                <a:gd name="T74" fmla="*/ 2147483646 w 721"/>
                <a:gd name="T75" fmla="*/ 2147483646 h 722"/>
                <a:gd name="T76" fmla="*/ 2147483646 w 721"/>
                <a:gd name="T77" fmla="*/ 2147483646 h 722"/>
                <a:gd name="T78" fmla="*/ 2147483646 w 721"/>
                <a:gd name="T79" fmla="*/ 2147483646 h 722"/>
                <a:gd name="T80" fmla="*/ 2147483646 w 721"/>
                <a:gd name="T81" fmla="*/ 2147483646 h 722"/>
                <a:gd name="T82" fmla="*/ 2147483646 w 721"/>
                <a:gd name="T83" fmla="*/ 2147483646 h 722"/>
                <a:gd name="T84" fmla="*/ 2147483646 w 721"/>
                <a:gd name="T85" fmla="*/ 2147483646 h 722"/>
                <a:gd name="T86" fmla="*/ 2147483646 w 721"/>
                <a:gd name="T87" fmla="*/ 0 h 7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1" h="722">
                  <a:moveTo>
                    <a:pt x="360" y="0"/>
                  </a:moveTo>
                  <a:lnTo>
                    <a:pt x="342" y="0"/>
                  </a:lnTo>
                  <a:lnTo>
                    <a:pt x="323" y="2"/>
                  </a:lnTo>
                  <a:lnTo>
                    <a:pt x="305" y="4"/>
                  </a:lnTo>
                  <a:lnTo>
                    <a:pt x="288" y="7"/>
                  </a:lnTo>
                  <a:lnTo>
                    <a:pt x="270" y="11"/>
                  </a:lnTo>
                  <a:lnTo>
                    <a:pt x="253" y="16"/>
                  </a:lnTo>
                  <a:lnTo>
                    <a:pt x="237" y="22"/>
                  </a:lnTo>
                  <a:lnTo>
                    <a:pt x="220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8" y="61"/>
                  </a:lnTo>
                  <a:lnTo>
                    <a:pt x="144" y="72"/>
                  </a:lnTo>
                  <a:lnTo>
                    <a:pt x="131" y="83"/>
                  </a:lnTo>
                  <a:lnTo>
                    <a:pt x="118" y="94"/>
                  </a:lnTo>
                  <a:lnTo>
                    <a:pt x="105" y="106"/>
                  </a:lnTo>
                  <a:lnTo>
                    <a:pt x="93" y="119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1" y="159"/>
                  </a:lnTo>
                  <a:lnTo>
                    <a:pt x="52" y="174"/>
                  </a:lnTo>
                  <a:lnTo>
                    <a:pt x="43" y="189"/>
                  </a:lnTo>
                  <a:lnTo>
                    <a:pt x="35" y="204"/>
                  </a:lnTo>
                  <a:lnTo>
                    <a:pt x="28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1"/>
                  </a:lnTo>
                  <a:lnTo>
                    <a:pt x="7" y="289"/>
                  </a:lnTo>
                  <a:lnTo>
                    <a:pt x="4" y="306"/>
                  </a:lnTo>
                  <a:lnTo>
                    <a:pt x="2" y="324"/>
                  </a:lnTo>
                  <a:lnTo>
                    <a:pt x="0" y="343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9"/>
                  </a:lnTo>
                  <a:lnTo>
                    <a:pt x="22" y="486"/>
                  </a:lnTo>
                  <a:lnTo>
                    <a:pt x="28" y="502"/>
                  </a:lnTo>
                  <a:lnTo>
                    <a:pt x="35" y="518"/>
                  </a:lnTo>
                  <a:lnTo>
                    <a:pt x="43" y="533"/>
                  </a:lnTo>
                  <a:lnTo>
                    <a:pt x="52" y="548"/>
                  </a:lnTo>
                  <a:lnTo>
                    <a:pt x="61" y="563"/>
                  </a:lnTo>
                  <a:lnTo>
                    <a:pt x="71" y="577"/>
                  </a:lnTo>
                  <a:lnTo>
                    <a:pt x="82" y="591"/>
                  </a:lnTo>
                  <a:lnTo>
                    <a:pt x="93" y="604"/>
                  </a:lnTo>
                  <a:lnTo>
                    <a:pt x="105" y="616"/>
                  </a:lnTo>
                  <a:lnTo>
                    <a:pt x="118" y="628"/>
                  </a:lnTo>
                  <a:lnTo>
                    <a:pt x="131" y="639"/>
                  </a:lnTo>
                  <a:lnTo>
                    <a:pt x="144" y="650"/>
                  </a:lnTo>
                  <a:lnTo>
                    <a:pt x="158" y="660"/>
                  </a:lnTo>
                  <a:lnTo>
                    <a:pt x="174" y="670"/>
                  </a:lnTo>
                  <a:lnTo>
                    <a:pt x="189" y="679"/>
                  </a:lnTo>
                  <a:lnTo>
                    <a:pt x="204" y="687"/>
                  </a:lnTo>
                  <a:lnTo>
                    <a:pt x="220" y="694"/>
                  </a:lnTo>
                  <a:lnTo>
                    <a:pt x="237" y="700"/>
                  </a:lnTo>
                  <a:lnTo>
                    <a:pt x="253" y="706"/>
                  </a:lnTo>
                  <a:lnTo>
                    <a:pt x="270" y="711"/>
                  </a:lnTo>
                  <a:lnTo>
                    <a:pt x="288" y="715"/>
                  </a:lnTo>
                  <a:lnTo>
                    <a:pt x="305" y="718"/>
                  </a:lnTo>
                  <a:lnTo>
                    <a:pt x="323" y="720"/>
                  </a:lnTo>
                  <a:lnTo>
                    <a:pt x="342" y="722"/>
                  </a:lnTo>
                  <a:lnTo>
                    <a:pt x="360" y="722"/>
                  </a:lnTo>
                  <a:lnTo>
                    <a:pt x="380" y="722"/>
                  </a:lnTo>
                  <a:lnTo>
                    <a:pt x="398" y="720"/>
                  </a:lnTo>
                  <a:lnTo>
                    <a:pt x="416" y="718"/>
                  </a:lnTo>
                  <a:lnTo>
                    <a:pt x="433" y="715"/>
                  </a:lnTo>
                  <a:lnTo>
                    <a:pt x="451" y="711"/>
                  </a:lnTo>
                  <a:lnTo>
                    <a:pt x="468" y="706"/>
                  </a:lnTo>
                  <a:lnTo>
                    <a:pt x="485" y="700"/>
                  </a:lnTo>
                  <a:lnTo>
                    <a:pt x="501" y="694"/>
                  </a:lnTo>
                  <a:lnTo>
                    <a:pt x="517" y="687"/>
                  </a:lnTo>
                  <a:lnTo>
                    <a:pt x="532" y="679"/>
                  </a:lnTo>
                  <a:lnTo>
                    <a:pt x="547" y="670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6" y="616"/>
                  </a:lnTo>
                  <a:lnTo>
                    <a:pt x="628" y="604"/>
                  </a:lnTo>
                  <a:lnTo>
                    <a:pt x="639" y="591"/>
                  </a:lnTo>
                  <a:lnTo>
                    <a:pt x="650" y="577"/>
                  </a:lnTo>
                  <a:lnTo>
                    <a:pt x="660" y="563"/>
                  </a:lnTo>
                  <a:lnTo>
                    <a:pt x="669" y="548"/>
                  </a:lnTo>
                  <a:lnTo>
                    <a:pt x="678" y="533"/>
                  </a:lnTo>
                  <a:lnTo>
                    <a:pt x="686" y="518"/>
                  </a:lnTo>
                  <a:lnTo>
                    <a:pt x="693" y="502"/>
                  </a:lnTo>
                  <a:lnTo>
                    <a:pt x="700" y="486"/>
                  </a:lnTo>
                  <a:lnTo>
                    <a:pt x="705" y="469"/>
                  </a:lnTo>
                  <a:lnTo>
                    <a:pt x="710" y="451"/>
                  </a:lnTo>
                  <a:lnTo>
                    <a:pt x="714" y="433"/>
                  </a:lnTo>
                  <a:lnTo>
                    <a:pt x="717" y="416"/>
                  </a:lnTo>
                  <a:lnTo>
                    <a:pt x="719" y="398"/>
                  </a:lnTo>
                  <a:lnTo>
                    <a:pt x="721" y="380"/>
                  </a:lnTo>
                  <a:lnTo>
                    <a:pt x="721" y="361"/>
                  </a:lnTo>
                  <a:lnTo>
                    <a:pt x="721" y="343"/>
                  </a:lnTo>
                  <a:lnTo>
                    <a:pt x="719" y="324"/>
                  </a:lnTo>
                  <a:lnTo>
                    <a:pt x="717" y="306"/>
                  </a:lnTo>
                  <a:lnTo>
                    <a:pt x="714" y="289"/>
                  </a:lnTo>
                  <a:lnTo>
                    <a:pt x="710" y="271"/>
                  </a:lnTo>
                  <a:lnTo>
                    <a:pt x="705" y="253"/>
                  </a:lnTo>
                  <a:lnTo>
                    <a:pt x="700" y="237"/>
                  </a:lnTo>
                  <a:lnTo>
                    <a:pt x="693" y="220"/>
                  </a:lnTo>
                  <a:lnTo>
                    <a:pt x="686" y="204"/>
                  </a:lnTo>
                  <a:lnTo>
                    <a:pt x="678" y="189"/>
                  </a:lnTo>
                  <a:lnTo>
                    <a:pt x="669" y="174"/>
                  </a:lnTo>
                  <a:lnTo>
                    <a:pt x="660" y="159"/>
                  </a:lnTo>
                  <a:lnTo>
                    <a:pt x="650" y="145"/>
                  </a:lnTo>
                  <a:lnTo>
                    <a:pt x="639" y="132"/>
                  </a:lnTo>
                  <a:lnTo>
                    <a:pt x="628" y="119"/>
                  </a:lnTo>
                  <a:lnTo>
                    <a:pt x="616" y="106"/>
                  </a:lnTo>
                  <a:lnTo>
                    <a:pt x="604" y="94"/>
                  </a:lnTo>
                  <a:lnTo>
                    <a:pt x="591" y="83"/>
                  </a:lnTo>
                  <a:lnTo>
                    <a:pt x="577" y="72"/>
                  </a:lnTo>
                  <a:lnTo>
                    <a:pt x="563" y="61"/>
                  </a:lnTo>
                  <a:lnTo>
                    <a:pt x="547" y="52"/>
                  </a:lnTo>
                  <a:lnTo>
                    <a:pt x="532" y="43"/>
                  </a:lnTo>
                  <a:lnTo>
                    <a:pt x="517" y="35"/>
                  </a:lnTo>
                  <a:lnTo>
                    <a:pt x="501" y="28"/>
                  </a:lnTo>
                  <a:lnTo>
                    <a:pt x="485" y="22"/>
                  </a:lnTo>
                  <a:lnTo>
                    <a:pt x="468" y="16"/>
                  </a:lnTo>
                  <a:lnTo>
                    <a:pt x="451" y="11"/>
                  </a:lnTo>
                  <a:lnTo>
                    <a:pt x="433" y="7"/>
                  </a:lnTo>
                  <a:lnTo>
                    <a:pt x="416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4" name="Rectangle 70">
              <a:extLst>
                <a:ext uri="{FF2B5EF4-FFF2-40B4-BE49-F238E27FC236}">
                  <a16:creationId xmlns:a16="http://schemas.microsoft.com/office/drawing/2014/main" id="{3A955F23-EE67-40EF-A0D7-35AC14CD7A6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5800" y="3525838"/>
              <a:ext cx="1789112" cy="1493837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90116" name="Group 70">
            <a:extLst>
              <a:ext uri="{FF2B5EF4-FFF2-40B4-BE49-F238E27FC236}">
                <a16:creationId xmlns:a16="http://schemas.microsoft.com/office/drawing/2014/main" id="{9CDE0D4E-3EE5-4B05-AE0D-818BA60E0C7D}"/>
              </a:ext>
            </a:extLst>
          </p:cNvPr>
          <p:cNvGrpSpPr>
            <a:grpSpLocks/>
          </p:cNvGrpSpPr>
          <p:nvPr/>
        </p:nvGrpSpPr>
        <p:grpSpPr bwMode="auto">
          <a:xfrm>
            <a:off x="2663878" y="1598668"/>
            <a:ext cx="1789113" cy="1830388"/>
            <a:chOff x="685800" y="5524500"/>
            <a:chExt cx="1789112" cy="1830388"/>
          </a:xfrm>
        </p:grpSpPr>
        <p:sp>
          <p:nvSpPr>
            <p:cNvPr id="90192" name="Rectangle 9">
              <a:extLst>
                <a:ext uri="{FF2B5EF4-FFF2-40B4-BE49-F238E27FC236}">
                  <a16:creationId xmlns:a16="http://schemas.microsoft.com/office/drawing/2014/main" id="{6FEE3D21-48EA-40C8-B029-EEE2AAD1B11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38337" y="5899150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93" name="Rectangle 10">
              <a:extLst>
                <a:ext uri="{FF2B5EF4-FFF2-40B4-BE49-F238E27FC236}">
                  <a16:creationId xmlns:a16="http://schemas.microsoft.com/office/drawing/2014/main" id="{1DAFF232-53A3-4430-B318-43C33756EAD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98562" y="5899150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94" name="Freeform 11">
              <a:extLst>
                <a:ext uri="{FF2B5EF4-FFF2-40B4-BE49-F238E27FC236}">
                  <a16:creationId xmlns:a16="http://schemas.microsoft.com/office/drawing/2014/main" id="{95C8FE6E-127D-458F-AF86-BE164313FCA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71612" y="6115050"/>
              <a:ext cx="485775" cy="303213"/>
            </a:xfrm>
            <a:custGeom>
              <a:avLst/>
              <a:gdLst>
                <a:gd name="T0" fmla="*/ 0 w 466"/>
                <a:gd name="T1" fmla="*/ 2147483646 h 290"/>
                <a:gd name="T2" fmla="*/ 2147483646 w 466"/>
                <a:gd name="T3" fmla="*/ 2147483646 h 290"/>
                <a:gd name="T4" fmla="*/ 2147483646 w 466"/>
                <a:gd name="T5" fmla="*/ 2147483646 h 290"/>
                <a:gd name="T6" fmla="*/ 2147483646 w 466"/>
                <a:gd name="T7" fmla="*/ 2147483646 h 290"/>
                <a:gd name="T8" fmla="*/ 2147483646 w 466"/>
                <a:gd name="T9" fmla="*/ 2147483646 h 290"/>
                <a:gd name="T10" fmla="*/ 2147483646 w 466"/>
                <a:gd name="T11" fmla="*/ 0 h 290"/>
                <a:gd name="T12" fmla="*/ 2147483646 w 466"/>
                <a:gd name="T13" fmla="*/ 0 h 290"/>
                <a:gd name="T14" fmla="*/ 2147483646 w 466"/>
                <a:gd name="T15" fmla="*/ 2147483646 h 290"/>
                <a:gd name="T16" fmla="*/ 2147483646 w 466"/>
                <a:gd name="T17" fmla="*/ 2147483646 h 290"/>
                <a:gd name="T18" fmla="*/ 2147483646 w 466"/>
                <a:gd name="T19" fmla="*/ 2147483646 h 290"/>
                <a:gd name="T20" fmla="*/ 2147483646 w 466"/>
                <a:gd name="T21" fmla="*/ 2147483646 h 290"/>
                <a:gd name="T22" fmla="*/ 2147483646 w 466"/>
                <a:gd name="T23" fmla="*/ 2147483646 h 290"/>
                <a:gd name="T24" fmla="*/ 2147483646 w 466"/>
                <a:gd name="T25" fmla="*/ 2147483646 h 290"/>
                <a:gd name="T26" fmla="*/ 2147483646 w 466"/>
                <a:gd name="T27" fmla="*/ 2147483646 h 290"/>
                <a:gd name="T28" fmla="*/ 2147483646 w 466"/>
                <a:gd name="T29" fmla="*/ 2147483646 h 290"/>
                <a:gd name="T30" fmla="*/ 2147483646 w 466"/>
                <a:gd name="T31" fmla="*/ 2147483646 h 290"/>
                <a:gd name="T32" fmla="*/ 2147483646 w 466"/>
                <a:gd name="T33" fmla="*/ 2147483646 h 290"/>
                <a:gd name="T34" fmla="*/ 2147483646 w 466"/>
                <a:gd name="T35" fmla="*/ 2147483646 h 290"/>
                <a:gd name="T36" fmla="*/ 2147483646 w 466"/>
                <a:gd name="T37" fmla="*/ 2147483646 h 290"/>
                <a:gd name="T38" fmla="*/ 2147483646 w 466"/>
                <a:gd name="T39" fmla="*/ 2147483646 h 290"/>
                <a:gd name="T40" fmla="*/ 2147483646 w 466"/>
                <a:gd name="T41" fmla="*/ 2147483646 h 290"/>
                <a:gd name="T42" fmla="*/ 2147483646 w 466"/>
                <a:gd name="T43" fmla="*/ 2147483646 h 290"/>
                <a:gd name="T44" fmla="*/ 2147483646 w 466"/>
                <a:gd name="T45" fmla="*/ 2147483646 h 290"/>
                <a:gd name="T46" fmla="*/ 2147483646 w 466"/>
                <a:gd name="T47" fmla="*/ 2147483646 h 290"/>
                <a:gd name="T48" fmla="*/ 2147483646 w 466"/>
                <a:gd name="T49" fmla="*/ 2147483646 h 290"/>
                <a:gd name="T50" fmla="*/ 2147483646 w 466"/>
                <a:gd name="T51" fmla="*/ 2147483646 h 290"/>
                <a:gd name="T52" fmla="*/ 2147483646 w 466"/>
                <a:gd name="T53" fmla="*/ 2147483646 h 290"/>
                <a:gd name="T54" fmla="*/ 2147483646 w 466"/>
                <a:gd name="T55" fmla="*/ 2147483646 h 290"/>
                <a:gd name="T56" fmla="*/ 2147483646 w 466"/>
                <a:gd name="T57" fmla="*/ 2147483646 h 290"/>
                <a:gd name="T58" fmla="*/ 2147483646 w 466"/>
                <a:gd name="T59" fmla="*/ 2147483646 h 290"/>
                <a:gd name="T60" fmla="*/ 2147483646 w 466"/>
                <a:gd name="T61" fmla="*/ 2147483646 h 290"/>
                <a:gd name="T62" fmla="*/ 2147483646 w 466"/>
                <a:gd name="T63" fmla="*/ 2147483646 h 290"/>
                <a:gd name="T64" fmla="*/ 2147483646 w 466"/>
                <a:gd name="T65" fmla="*/ 2147483646 h 290"/>
                <a:gd name="T66" fmla="*/ 0 w 466"/>
                <a:gd name="T67" fmla="*/ 2147483646 h 29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66" h="290">
                  <a:moveTo>
                    <a:pt x="0" y="23"/>
                  </a:moveTo>
                  <a:lnTo>
                    <a:pt x="20" y="16"/>
                  </a:lnTo>
                  <a:lnTo>
                    <a:pt x="40" y="10"/>
                  </a:lnTo>
                  <a:lnTo>
                    <a:pt x="60" y="5"/>
                  </a:lnTo>
                  <a:lnTo>
                    <a:pt x="79" y="2"/>
                  </a:lnTo>
                  <a:lnTo>
                    <a:pt x="99" y="0"/>
                  </a:lnTo>
                  <a:lnTo>
                    <a:pt x="120" y="0"/>
                  </a:lnTo>
                  <a:lnTo>
                    <a:pt x="140" y="1"/>
                  </a:lnTo>
                  <a:lnTo>
                    <a:pt x="160" y="4"/>
                  </a:lnTo>
                  <a:lnTo>
                    <a:pt x="179" y="7"/>
                  </a:lnTo>
                  <a:lnTo>
                    <a:pt x="198" y="12"/>
                  </a:lnTo>
                  <a:lnTo>
                    <a:pt x="217" y="18"/>
                  </a:lnTo>
                  <a:lnTo>
                    <a:pt x="236" y="25"/>
                  </a:lnTo>
                  <a:lnTo>
                    <a:pt x="254" y="33"/>
                  </a:lnTo>
                  <a:lnTo>
                    <a:pt x="271" y="42"/>
                  </a:lnTo>
                  <a:lnTo>
                    <a:pt x="289" y="51"/>
                  </a:lnTo>
                  <a:lnTo>
                    <a:pt x="305" y="62"/>
                  </a:lnTo>
                  <a:lnTo>
                    <a:pt x="323" y="73"/>
                  </a:lnTo>
                  <a:lnTo>
                    <a:pt x="338" y="85"/>
                  </a:lnTo>
                  <a:lnTo>
                    <a:pt x="353" y="97"/>
                  </a:lnTo>
                  <a:lnTo>
                    <a:pt x="367" y="112"/>
                  </a:lnTo>
                  <a:lnTo>
                    <a:pt x="381" y="125"/>
                  </a:lnTo>
                  <a:lnTo>
                    <a:pt x="393" y="139"/>
                  </a:lnTo>
                  <a:lnTo>
                    <a:pt x="405" y="154"/>
                  </a:lnTo>
                  <a:lnTo>
                    <a:pt x="416" y="168"/>
                  </a:lnTo>
                  <a:lnTo>
                    <a:pt x="426" y="183"/>
                  </a:lnTo>
                  <a:lnTo>
                    <a:pt x="435" y="198"/>
                  </a:lnTo>
                  <a:lnTo>
                    <a:pt x="443" y="214"/>
                  </a:lnTo>
                  <a:lnTo>
                    <a:pt x="450" y="229"/>
                  </a:lnTo>
                  <a:lnTo>
                    <a:pt x="456" y="244"/>
                  </a:lnTo>
                  <a:lnTo>
                    <a:pt x="460" y="260"/>
                  </a:lnTo>
                  <a:lnTo>
                    <a:pt x="464" y="275"/>
                  </a:lnTo>
                  <a:lnTo>
                    <a:pt x="466" y="290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95" name="Freeform 12">
              <a:extLst>
                <a:ext uri="{FF2B5EF4-FFF2-40B4-BE49-F238E27FC236}">
                  <a16:creationId xmlns:a16="http://schemas.microsoft.com/office/drawing/2014/main" id="{B3F9D0E0-535F-4DC9-9330-38E2ED4FDEA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77962" y="6137275"/>
              <a:ext cx="485775" cy="298450"/>
            </a:xfrm>
            <a:custGeom>
              <a:avLst/>
              <a:gdLst>
                <a:gd name="T0" fmla="*/ 0 w 465"/>
                <a:gd name="T1" fmla="*/ 0 h 287"/>
                <a:gd name="T2" fmla="*/ 2147483646 w 465"/>
                <a:gd name="T3" fmla="*/ 2147483646 h 287"/>
                <a:gd name="T4" fmla="*/ 2147483646 w 465"/>
                <a:gd name="T5" fmla="*/ 2147483646 h 287"/>
                <a:gd name="T6" fmla="*/ 2147483646 w 465"/>
                <a:gd name="T7" fmla="*/ 2147483646 h 287"/>
                <a:gd name="T8" fmla="*/ 2147483646 w 465"/>
                <a:gd name="T9" fmla="*/ 2147483646 h 287"/>
                <a:gd name="T10" fmla="*/ 2147483646 w 465"/>
                <a:gd name="T11" fmla="*/ 2147483646 h 287"/>
                <a:gd name="T12" fmla="*/ 2147483646 w 465"/>
                <a:gd name="T13" fmla="*/ 2147483646 h 287"/>
                <a:gd name="T14" fmla="*/ 2147483646 w 465"/>
                <a:gd name="T15" fmla="*/ 2147483646 h 287"/>
                <a:gd name="T16" fmla="*/ 2147483646 w 465"/>
                <a:gd name="T17" fmla="*/ 2147483646 h 287"/>
                <a:gd name="T18" fmla="*/ 2147483646 w 465"/>
                <a:gd name="T19" fmla="*/ 2147483646 h 287"/>
                <a:gd name="T20" fmla="*/ 2147483646 w 465"/>
                <a:gd name="T21" fmla="*/ 2147483646 h 287"/>
                <a:gd name="T22" fmla="*/ 2147483646 w 465"/>
                <a:gd name="T23" fmla="*/ 2147483646 h 287"/>
                <a:gd name="T24" fmla="*/ 2147483646 w 465"/>
                <a:gd name="T25" fmla="*/ 2147483646 h 287"/>
                <a:gd name="T26" fmla="*/ 2147483646 w 465"/>
                <a:gd name="T27" fmla="*/ 2147483646 h 287"/>
                <a:gd name="T28" fmla="*/ 2147483646 w 465"/>
                <a:gd name="T29" fmla="*/ 2147483646 h 287"/>
                <a:gd name="T30" fmla="*/ 2147483646 w 465"/>
                <a:gd name="T31" fmla="*/ 2147483646 h 287"/>
                <a:gd name="T32" fmla="*/ 2147483646 w 465"/>
                <a:gd name="T33" fmla="*/ 2147483646 h 287"/>
                <a:gd name="T34" fmla="*/ 2147483646 w 465"/>
                <a:gd name="T35" fmla="*/ 2147483646 h 287"/>
                <a:gd name="T36" fmla="*/ 2147483646 w 465"/>
                <a:gd name="T37" fmla="*/ 2147483646 h 287"/>
                <a:gd name="T38" fmla="*/ 2147483646 w 465"/>
                <a:gd name="T39" fmla="*/ 2147483646 h 287"/>
                <a:gd name="T40" fmla="*/ 2147483646 w 465"/>
                <a:gd name="T41" fmla="*/ 2147483646 h 287"/>
                <a:gd name="T42" fmla="*/ 2147483646 w 465"/>
                <a:gd name="T43" fmla="*/ 2147483646 h 287"/>
                <a:gd name="T44" fmla="*/ 2147483646 w 465"/>
                <a:gd name="T45" fmla="*/ 2147483646 h 287"/>
                <a:gd name="T46" fmla="*/ 2147483646 w 465"/>
                <a:gd name="T47" fmla="*/ 2147483646 h 287"/>
                <a:gd name="T48" fmla="*/ 2147483646 w 465"/>
                <a:gd name="T49" fmla="*/ 2147483646 h 287"/>
                <a:gd name="T50" fmla="*/ 2147483646 w 465"/>
                <a:gd name="T51" fmla="*/ 2147483646 h 287"/>
                <a:gd name="T52" fmla="*/ 2147483646 w 465"/>
                <a:gd name="T53" fmla="*/ 2147483646 h 287"/>
                <a:gd name="T54" fmla="*/ 2147483646 w 465"/>
                <a:gd name="T55" fmla="*/ 2147483646 h 287"/>
                <a:gd name="T56" fmla="*/ 2147483646 w 465"/>
                <a:gd name="T57" fmla="*/ 2147483646 h 287"/>
                <a:gd name="T58" fmla="*/ 2147483646 w 465"/>
                <a:gd name="T59" fmla="*/ 2147483646 h 287"/>
                <a:gd name="T60" fmla="*/ 2147483646 w 465"/>
                <a:gd name="T61" fmla="*/ 2147483646 h 287"/>
                <a:gd name="T62" fmla="*/ 2147483646 w 465"/>
                <a:gd name="T63" fmla="*/ 2147483646 h 287"/>
                <a:gd name="T64" fmla="*/ 2147483646 w 465"/>
                <a:gd name="T65" fmla="*/ 2147483646 h 287"/>
                <a:gd name="T66" fmla="*/ 0 w 465"/>
                <a:gd name="T67" fmla="*/ 0 h 28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65" h="287">
                  <a:moveTo>
                    <a:pt x="0" y="0"/>
                  </a:moveTo>
                  <a:lnTo>
                    <a:pt x="3" y="21"/>
                  </a:lnTo>
                  <a:lnTo>
                    <a:pt x="8" y="41"/>
                  </a:lnTo>
                  <a:lnTo>
                    <a:pt x="14" y="61"/>
                  </a:lnTo>
                  <a:lnTo>
                    <a:pt x="21" y="80"/>
                  </a:lnTo>
                  <a:lnTo>
                    <a:pt x="30" y="98"/>
                  </a:lnTo>
                  <a:lnTo>
                    <a:pt x="40" y="115"/>
                  </a:lnTo>
                  <a:lnTo>
                    <a:pt x="51" y="132"/>
                  </a:lnTo>
                  <a:lnTo>
                    <a:pt x="63" y="148"/>
                  </a:lnTo>
                  <a:lnTo>
                    <a:pt x="76" y="162"/>
                  </a:lnTo>
                  <a:lnTo>
                    <a:pt x="89" y="177"/>
                  </a:lnTo>
                  <a:lnTo>
                    <a:pt x="104" y="190"/>
                  </a:lnTo>
                  <a:lnTo>
                    <a:pt x="120" y="202"/>
                  </a:lnTo>
                  <a:lnTo>
                    <a:pt x="136" y="214"/>
                  </a:lnTo>
                  <a:lnTo>
                    <a:pt x="153" y="225"/>
                  </a:lnTo>
                  <a:lnTo>
                    <a:pt x="170" y="235"/>
                  </a:lnTo>
                  <a:lnTo>
                    <a:pt x="188" y="244"/>
                  </a:lnTo>
                  <a:lnTo>
                    <a:pt x="206" y="252"/>
                  </a:lnTo>
                  <a:lnTo>
                    <a:pt x="224" y="260"/>
                  </a:lnTo>
                  <a:lnTo>
                    <a:pt x="242" y="266"/>
                  </a:lnTo>
                  <a:lnTo>
                    <a:pt x="260" y="272"/>
                  </a:lnTo>
                  <a:lnTo>
                    <a:pt x="279" y="278"/>
                  </a:lnTo>
                  <a:lnTo>
                    <a:pt x="297" y="281"/>
                  </a:lnTo>
                  <a:lnTo>
                    <a:pt x="317" y="284"/>
                  </a:lnTo>
                  <a:lnTo>
                    <a:pt x="335" y="286"/>
                  </a:lnTo>
                  <a:lnTo>
                    <a:pt x="353" y="287"/>
                  </a:lnTo>
                  <a:lnTo>
                    <a:pt x="371" y="287"/>
                  </a:lnTo>
                  <a:lnTo>
                    <a:pt x="388" y="287"/>
                  </a:lnTo>
                  <a:lnTo>
                    <a:pt x="405" y="285"/>
                  </a:lnTo>
                  <a:lnTo>
                    <a:pt x="421" y="282"/>
                  </a:lnTo>
                  <a:lnTo>
                    <a:pt x="436" y="278"/>
                  </a:lnTo>
                  <a:lnTo>
                    <a:pt x="451" y="272"/>
                  </a:lnTo>
                  <a:lnTo>
                    <a:pt x="465" y="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96" name="Rectangle 13">
              <a:extLst>
                <a:ext uri="{FF2B5EF4-FFF2-40B4-BE49-F238E27FC236}">
                  <a16:creationId xmlns:a16="http://schemas.microsoft.com/office/drawing/2014/main" id="{0FC9B873-84AD-4178-BFF1-05951F4B591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54162" y="6513513"/>
              <a:ext cx="1222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97" name="Rectangle 23">
              <a:extLst>
                <a:ext uri="{FF2B5EF4-FFF2-40B4-BE49-F238E27FC236}">
                  <a16:creationId xmlns:a16="http://schemas.microsoft.com/office/drawing/2014/main" id="{B8990CF0-B55C-426D-88DE-114AB20296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39862" y="7126288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98" name="Rectangle 24">
              <a:extLst>
                <a:ext uri="{FF2B5EF4-FFF2-40B4-BE49-F238E27FC236}">
                  <a16:creationId xmlns:a16="http://schemas.microsoft.com/office/drawing/2014/main" id="{DB67CD8D-4206-4F9E-A96C-B81C4FCF92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00199" y="7126288"/>
              <a:ext cx="1222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99" name="Freeform 66">
              <a:extLst>
                <a:ext uri="{FF2B5EF4-FFF2-40B4-BE49-F238E27FC236}">
                  <a16:creationId xmlns:a16="http://schemas.microsoft.com/office/drawing/2014/main" id="{5A21672B-F7CB-4C26-883E-FB76D3C79F0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11262" y="6113463"/>
              <a:ext cx="757238" cy="755650"/>
            </a:xfrm>
            <a:custGeom>
              <a:avLst/>
              <a:gdLst>
                <a:gd name="T0" fmla="*/ 2147483646 w 721"/>
                <a:gd name="T1" fmla="*/ 2147483646 h 722"/>
                <a:gd name="T2" fmla="*/ 2147483646 w 721"/>
                <a:gd name="T3" fmla="*/ 2147483646 h 722"/>
                <a:gd name="T4" fmla="*/ 2147483646 w 721"/>
                <a:gd name="T5" fmla="*/ 2147483646 h 722"/>
                <a:gd name="T6" fmla="*/ 0 w 721"/>
                <a:gd name="T7" fmla="*/ 2147483646 h 722"/>
                <a:gd name="T8" fmla="*/ 2147483646 w 721"/>
                <a:gd name="T9" fmla="*/ 2147483646 h 722"/>
                <a:gd name="T10" fmla="*/ 2147483646 w 721"/>
                <a:gd name="T11" fmla="*/ 2147483646 h 722"/>
                <a:gd name="T12" fmla="*/ 2147483646 w 721"/>
                <a:gd name="T13" fmla="*/ 2147483646 h 722"/>
                <a:gd name="T14" fmla="*/ 2147483646 w 721"/>
                <a:gd name="T15" fmla="*/ 2147483646 h 722"/>
                <a:gd name="T16" fmla="*/ 2147483646 w 721"/>
                <a:gd name="T17" fmla="*/ 2147483646 h 722"/>
                <a:gd name="T18" fmla="*/ 2147483646 w 721"/>
                <a:gd name="T19" fmla="*/ 2147483646 h 722"/>
                <a:gd name="T20" fmla="*/ 2147483646 w 721"/>
                <a:gd name="T21" fmla="*/ 2147483646 h 722"/>
                <a:gd name="T22" fmla="*/ 2147483646 w 721"/>
                <a:gd name="T23" fmla="*/ 2147483646 h 722"/>
                <a:gd name="T24" fmla="*/ 2147483646 w 721"/>
                <a:gd name="T25" fmla="*/ 2147483646 h 722"/>
                <a:gd name="T26" fmla="*/ 2147483646 w 721"/>
                <a:gd name="T27" fmla="*/ 2147483646 h 722"/>
                <a:gd name="T28" fmla="*/ 2147483646 w 721"/>
                <a:gd name="T29" fmla="*/ 2147483646 h 722"/>
                <a:gd name="T30" fmla="*/ 2147483646 w 721"/>
                <a:gd name="T31" fmla="*/ 2147483646 h 722"/>
                <a:gd name="T32" fmla="*/ 2147483646 w 721"/>
                <a:gd name="T33" fmla="*/ 2147483646 h 722"/>
                <a:gd name="T34" fmla="*/ 2147483646 w 721"/>
                <a:gd name="T35" fmla="*/ 2147483646 h 722"/>
                <a:gd name="T36" fmla="*/ 2147483646 w 721"/>
                <a:gd name="T37" fmla="*/ 2147483646 h 722"/>
                <a:gd name="T38" fmla="*/ 2147483646 w 721"/>
                <a:gd name="T39" fmla="*/ 2147483646 h 722"/>
                <a:gd name="T40" fmla="*/ 2147483646 w 721"/>
                <a:gd name="T41" fmla="*/ 2147483646 h 722"/>
                <a:gd name="T42" fmla="*/ 2147483646 w 721"/>
                <a:gd name="T43" fmla="*/ 2147483646 h 722"/>
                <a:gd name="T44" fmla="*/ 2147483646 w 721"/>
                <a:gd name="T45" fmla="*/ 2147483646 h 722"/>
                <a:gd name="T46" fmla="*/ 2147483646 w 721"/>
                <a:gd name="T47" fmla="*/ 2147483646 h 722"/>
                <a:gd name="T48" fmla="*/ 2147483646 w 721"/>
                <a:gd name="T49" fmla="*/ 2147483646 h 722"/>
                <a:gd name="T50" fmla="*/ 2147483646 w 721"/>
                <a:gd name="T51" fmla="*/ 2147483646 h 722"/>
                <a:gd name="T52" fmla="*/ 2147483646 w 721"/>
                <a:gd name="T53" fmla="*/ 2147483646 h 722"/>
                <a:gd name="T54" fmla="*/ 2147483646 w 721"/>
                <a:gd name="T55" fmla="*/ 2147483646 h 722"/>
                <a:gd name="T56" fmla="*/ 2147483646 w 721"/>
                <a:gd name="T57" fmla="*/ 2147483646 h 722"/>
                <a:gd name="T58" fmla="*/ 2147483646 w 721"/>
                <a:gd name="T59" fmla="*/ 2147483646 h 722"/>
                <a:gd name="T60" fmla="*/ 2147483646 w 721"/>
                <a:gd name="T61" fmla="*/ 2147483646 h 722"/>
                <a:gd name="T62" fmla="*/ 2147483646 w 721"/>
                <a:gd name="T63" fmla="*/ 2147483646 h 722"/>
                <a:gd name="T64" fmla="*/ 2147483646 w 721"/>
                <a:gd name="T65" fmla="*/ 2147483646 h 722"/>
                <a:gd name="T66" fmla="*/ 2147483646 w 721"/>
                <a:gd name="T67" fmla="*/ 2147483646 h 722"/>
                <a:gd name="T68" fmla="*/ 2147483646 w 721"/>
                <a:gd name="T69" fmla="*/ 2147483646 h 722"/>
                <a:gd name="T70" fmla="*/ 2147483646 w 721"/>
                <a:gd name="T71" fmla="*/ 2147483646 h 722"/>
                <a:gd name="T72" fmla="*/ 2147483646 w 721"/>
                <a:gd name="T73" fmla="*/ 0 h 722"/>
                <a:gd name="T74" fmla="*/ 2147483646 w 721"/>
                <a:gd name="T75" fmla="*/ 2147483646 h 722"/>
                <a:gd name="T76" fmla="*/ 2147483646 w 721"/>
                <a:gd name="T77" fmla="*/ 2147483646 h 722"/>
                <a:gd name="T78" fmla="*/ 2147483646 w 721"/>
                <a:gd name="T79" fmla="*/ 2147483646 h 722"/>
                <a:gd name="T80" fmla="*/ 2147483646 w 721"/>
                <a:gd name="T81" fmla="*/ 2147483646 h 722"/>
                <a:gd name="T82" fmla="*/ 2147483646 w 721"/>
                <a:gd name="T83" fmla="*/ 2147483646 h 722"/>
                <a:gd name="T84" fmla="*/ 2147483646 w 721"/>
                <a:gd name="T85" fmla="*/ 2147483646 h 722"/>
                <a:gd name="T86" fmla="*/ 2147483646 w 721"/>
                <a:gd name="T87" fmla="*/ 2147483646 h 7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1" h="722">
                  <a:moveTo>
                    <a:pt x="47" y="182"/>
                  </a:moveTo>
                  <a:lnTo>
                    <a:pt x="39" y="198"/>
                  </a:lnTo>
                  <a:lnTo>
                    <a:pt x="31" y="214"/>
                  </a:lnTo>
                  <a:lnTo>
                    <a:pt x="24" y="231"/>
                  </a:lnTo>
                  <a:lnTo>
                    <a:pt x="18" y="248"/>
                  </a:lnTo>
                  <a:lnTo>
                    <a:pt x="13" y="265"/>
                  </a:lnTo>
                  <a:lnTo>
                    <a:pt x="8" y="282"/>
                  </a:lnTo>
                  <a:lnTo>
                    <a:pt x="5" y="301"/>
                  </a:lnTo>
                  <a:lnTo>
                    <a:pt x="2" y="318"/>
                  </a:lnTo>
                  <a:lnTo>
                    <a:pt x="1" y="335"/>
                  </a:lnTo>
                  <a:lnTo>
                    <a:pt x="0" y="353"/>
                  </a:lnTo>
                  <a:lnTo>
                    <a:pt x="0" y="370"/>
                  </a:lnTo>
                  <a:lnTo>
                    <a:pt x="1" y="387"/>
                  </a:lnTo>
                  <a:lnTo>
                    <a:pt x="3" y="405"/>
                  </a:lnTo>
                  <a:lnTo>
                    <a:pt x="5" y="422"/>
                  </a:lnTo>
                  <a:lnTo>
                    <a:pt x="8" y="439"/>
                  </a:lnTo>
                  <a:lnTo>
                    <a:pt x="12" y="455"/>
                  </a:lnTo>
                  <a:lnTo>
                    <a:pt x="17" y="472"/>
                  </a:lnTo>
                  <a:lnTo>
                    <a:pt x="23" y="488"/>
                  </a:lnTo>
                  <a:lnTo>
                    <a:pt x="30" y="505"/>
                  </a:lnTo>
                  <a:lnTo>
                    <a:pt x="37" y="521"/>
                  </a:lnTo>
                  <a:lnTo>
                    <a:pt x="45" y="536"/>
                  </a:lnTo>
                  <a:lnTo>
                    <a:pt x="54" y="551"/>
                  </a:lnTo>
                  <a:lnTo>
                    <a:pt x="63" y="566"/>
                  </a:lnTo>
                  <a:lnTo>
                    <a:pt x="73" y="580"/>
                  </a:lnTo>
                  <a:lnTo>
                    <a:pt x="84" y="594"/>
                  </a:lnTo>
                  <a:lnTo>
                    <a:pt x="96" y="607"/>
                  </a:lnTo>
                  <a:lnTo>
                    <a:pt x="108" y="619"/>
                  </a:lnTo>
                  <a:lnTo>
                    <a:pt x="121" y="632"/>
                  </a:lnTo>
                  <a:lnTo>
                    <a:pt x="135" y="643"/>
                  </a:lnTo>
                  <a:lnTo>
                    <a:pt x="150" y="654"/>
                  </a:lnTo>
                  <a:lnTo>
                    <a:pt x="165" y="664"/>
                  </a:lnTo>
                  <a:lnTo>
                    <a:pt x="182" y="674"/>
                  </a:lnTo>
                  <a:lnTo>
                    <a:pt x="198" y="683"/>
                  </a:lnTo>
                  <a:lnTo>
                    <a:pt x="214" y="690"/>
                  </a:lnTo>
                  <a:lnTo>
                    <a:pt x="231" y="698"/>
                  </a:lnTo>
                  <a:lnTo>
                    <a:pt x="248" y="704"/>
                  </a:lnTo>
                  <a:lnTo>
                    <a:pt x="265" y="710"/>
                  </a:lnTo>
                  <a:lnTo>
                    <a:pt x="282" y="714"/>
                  </a:lnTo>
                  <a:lnTo>
                    <a:pt x="300" y="717"/>
                  </a:lnTo>
                  <a:lnTo>
                    <a:pt x="317" y="720"/>
                  </a:lnTo>
                  <a:lnTo>
                    <a:pt x="334" y="721"/>
                  </a:lnTo>
                  <a:lnTo>
                    <a:pt x="352" y="722"/>
                  </a:lnTo>
                  <a:lnTo>
                    <a:pt x="370" y="722"/>
                  </a:lnTo>
                  <a:lnTo>
                    <a:pt x="387" y="721"/>
                  </a:lnTo>
                  <a:lnTo>
                    <a:pt x="405" y="720"/>
                  </a:lnTo>
                  <a:lnTo>
                    <a:pt x="422" y="717"/>
                  </a:lnTo>
                  <a:lnTo>
                    <a:pt x="439" y="714"/>
                  </a:lnTo>
                  <a:lnTo>
                    <a:pt x="455" y="710"/>
                  </a:lnTo>
                  <a:lnTo>
                    <a:pt x="472" y="705"/>
                  </a:lnTo>
                  <a:lnTo>
                    <a:pt x="488" y="699"/>
                  </a:lnTo>
                  <a:lnTo>
                    <a:pt x="504" y="692"/>
                  </a:lnTo>
                  <a:lnTo>
                    <a:pt x="520" y="684"/>
                  </a:lnTo>
                  <a:lnTo>
                    <a:pt x="535" y="676"/>
                  </a:lnTo>
                  <a:lnTo>
                    <a:pt x="550" y="668"/>
                  </a:lnTo>
                  <a:lnTo>
                    <a:pt x="566" y="658"/>
                  </a:lnTo>
                  <a:lnTo>
                    <a:pt x="580" y="648"/>
                  </a:lnTo>
                  <a:lnTo>
                    <a:pt x="594" y="637"/>
                  </a:lnTo>
                  <a:lnTo>
                    <a:pt x="607" y="625"/>
                  </a:lnTo>
                  <a:lnTo>
                    <a:pt x="619" y="613"/>
                  </a:lnTo>
                  <a:lnTo>
                    <a:pt x="632" y="600"/>
                  </a:lnTo>
                  <a:lnTo>
                    <a:pt x="643" y="586"/>
                  </a:lnTo>
                  <a:lnTo>
                    <a:pt x="654" y="572"/>
                  </a:lnTo>
                  <a:lnTo>
                    <a:pt x="664" y="556"/>
                  </a:lnTo>
                  <a:lnTo>
                    <a:pt x="674" y="541"/>
                  </a:lnTo>
                  <a:lnTo>
                    <a:pt x="683" y="524"/>
                  </a:lnTo>
                  <a:lnTo>
                    <a:pt x="690" y="508"/>
                  </a:lnTo>
                  <a:lnTo>
                    <a:pt x="697" y="490"/>
                  </a:lnTo>
                  <a:lnTo>
                    <a:pt x="703" y="473"/>
                  </a:lnTo>
                  <a:lnTo>
                    <a:pt x="709" y="456"/>
                  </a:lnTo>
                  <a:lnTo>
                    <a:pt x="713" y="439"/>
                  </a:lnTo>
                  <a:lnTo>
                    <a:pt x="716" y="422"/>
                  </a:lnTo>
                  <a:lnTo>
                    <a:pt x="719" y="404"/>
                  </a:lnTo>
                  <a:lnTo>
                    <a:pt x="720" y="387"/>
                  </a:lnTo>
                  <a:lnTo>
                    <a:pt x="721" y="369"/>
                  </a:lnTo>
                  <a:lnTo>
                    <a:pt x="721" y="352"/>
                  </a:lnTo>
                  <a:lnTo>
                    <a:pt x="720" y="335"/>
                  </a:lnTo>
                  <a:lnTo>
                    <a:pt x="719" y="318"/>
                  </a:lnTo>
                  <a:lnTo>
                    <a:pt x="716" y="301"/>
                  </a:lnTo>
                  <a:lnTo>
                    <a:pt x="713" y="283"/>
                  </a:lnTo>
                  <a:lnTo>
                    <a:pt x="709" y="266"/>
                  </a:lnTo>
                  <a:lnTo>
                    <a:pt x="704" y="249"/>
                  </a:lnTo>
                  <a:lnTo>
                    <a:pt x="698" y="233"/>
                  </a:lnTo>
                  <a:lnTo>
                    <a:pt x="692" y="217"/>
                  </a:lnTo>
                  <a:lnTo>
                    <a:pt x="684" y="201"/>
                  </a:lnTo>
                  <a:lnTo>
                    <a:pt x="676" y="186"/>
                  </a:lnTo>
                  <a:lnTo>
                    <a:pt x="668" y="171"/>
                  </a:lnTo>
                  <a:lnTo>
                    <a:pt x="658" y="156"/>
                  </a:lnTo>
                  <a:lnTo>
                    <a:pt x="648" y="142"/>
                  </a:lnTo>
                  <a:lnTo>
                    <a:pt x="637" y="129"/>
                  </a:lnTo>
                  <a:lnTo>
                    <a:pt x="625" y="115"/>
                  </a:lnTo>
                  <a:lnTo>
                    <a:pt x="613" y="103"/>
                  </a:lnTo>
                  <a:lnTo>
                    <a:pt x="600" y="90"/>
                  </a:lnTo>
                  <a:lnTo>
                    <a:pt x="586" y="78"/>
                  </a:lnTo>
                  <a:lnTo>
                    <a:pt x="572" y="67"/>
                  </a:lnTo>
                  <a:lnTo>
                    <a:pt x="555" y="57"/>
                  </a:lnTo>
                  <a:lnTo>
                    <a:pt x="540" y="47"/>
                  </a:lnTo>
                  <a:lnTo>
                    <a:pt x="523" y="39"/>
                  </a:lnTo>
                  <a:lnTo>
                    <a:pt x="507" y="31"/>
                  </a:lnTo>
                  <a:lnTo>
                    <a:pt x="490" y="24"/>
                  </a:lnTo>
                  <a:lnTo>
                    <a:pt x="473" y="18"/>
                  </a:lnTo>
                  <a:lnTo>
                    <a:pt x="456" y="13"/>
                  </a:lnTo>
                  <a:lnTo>
                    <a:pt x="439" y="8"/>
                  </a:lnTo>
                  <a:lnTo>
                    <a:pt x="422" y="5"/>
                  </a:lnTo>
                  <a:lnTo>
                    <a:pt x="404" y="2"/>
                  </a:lnTo>
                  <a:lnTo>
                    <a:pt x="387" y="1"/>
                  </a:lnTo>
                  <a:lnTo>
                    <a:pt x="369" y="0"/>
                  </a:lnTo>
                  <a:lnTo>
                    <a:pt x="351" y="0"/>
                  </a:lnTo>
                  <a:lnTo>
                    <a:pt x="334" y="1"/>
                  </a:lnTo>
                  <a:lnTo>
                    <a:pt x="317" y="3"/>
                  </a:lnTo>
                  <a:lnTo>
                    <a:pt x="300" y="5"/>
                  </a:lnTo>
                  <a:lnTo>
                    <a:pt x="283" y="8"/>
                  </a:lnTo>
                  <a:lnTo>
                    <a:pt x="266" y="12"/>
                  </a:lnTo>
                  <a:lnTo>
                    <a:pt x="249" y="17"/>
                  </a:lnTo>
                  <a:lnTo>
                    <a:pt x="233" y="23"/>
                  </a:lnTo>
                  <a:lnTo>
                    <a:pt x="217" y="30"/>
                  </a:lnTo>
                  <a:lnTo>
                    <a:pt x="201" y="37"/>
                  </a:lnTo>
                  <a:lnTo>
                    <a:pt x="186" y="45"/>
                  </a:lnTo>
                  <a:lnTo>
                    <a:pt x="171" y="54"/>
                  </a:lnTo>
                  <a:lnTo>
                    <a:pt x="155" y="63"/>
                  </a:lnTo>
                  <a:lnTo>
                    <a:pt x="141" y="73"/>
                  </a:lnTo>
                  <a:lnTo>
                    <a:pt x="128" y="84"/>
                  </a:lnTo>
                  <a:lnTo>
                    <a:pt x="114" y="96"/>
                  </a:lnTo>
                  <a:lnTo>
                    <a:pt x="102" y="109"/>
                  </a:lnTo>
                  <a:lnTo>
                    <a:pt x="90" y="122"/>
                  </a:lnTo>
                  <a:lnTo>
                    <a:pt x="78" y="136"/>
                  </a:lnTo>
                  <a:lnTo>
                    <a:pt x="67" y="151"/>
                  </a:lnTo>
                  <a:lnTo>
                    <a:pt x="57" y="166"/>
                  </a:lnTo>
                  <a:lnTo>
                    <a:pt x="47" y="182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0" name="Freeform 67">
              <a:extLst>
                <a:ext uri="{FF2B5EF4-FFF2-40B4-BE49-F238E27FC236}">
                  <a16:creationId xmlns:a16="http://schemas.microsoft.com/office/drawing/2014/main" id="{44456CBE-56DD-4268-B2CE-3774311314F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65262" y="5670550"/>
              <a:ext cx="755650" cy="757238"/>
            </a:xfrm>
            <a:custGeom>
              <a:avLst/>
              <a:gdLst>
                <a:gd name="T0" fmla="*/ 2147483646 w 722"/>
                <a:gd name="T1" fmla="*/ 2147483646 h 722"/>
                <a:gd name="T2" fmla="*/ 2147483646 w 722"/>
                <a:gd name="T3" fmla="*/ 2147483646 h 722"/>
                <a:gd name="T4" fmla="*/ 2147483646 w 722"/>
                <a:gd name="T5" fmla="*/ 2147483646 h 722"/>
                <a:gd name="T6" fmla="*/ 2147483646 w 722"/>
                <a:gd name="T7" fmla="*/ 2147483646 h 722"/>
                <a:gd name="T8" fmla="*/ 2147483646 w 722"/>
                <a:gd name="T9" fmla="*/ 2147483646 h 722"/>
                <a:gd name="T10" fmla="*/ 2147483646 w 722"/>
                <a:gd name="T11" fmla="*/ 2147483646 h 722"/>
                <a:gd name="T12" fmla="*/ 2147483646 w 722"/>
                <a:gd name="T13" fmla="*/ 2147483646 h 722"/>
                <a:gd name="T14" fmla="*/ 2147483646 w 722"/>
                <a:gd name="T15" fmla="*/ 2147483646 h 722"/>
                <a:gd name="T16" fmla="*/ 2147483646 w 722"/>
                <a:gd name="T17" fmla="*/ 2147483646 h 722"/>
                <a:gd name="T18" fmla="*/ 2147483646 w 722"/>
                <a:gd name="T19" fmla="*/ 2147483646 h 722"/>
                <a:gd name="T20" fmla="*/ 0 w 722"/>
                <a:gd name="T21" fmla="*/ 2147483646 h 722"/>
                <a:gd name="T22" fmla="*/ 2147483646 w 722"/>
                <a:gd name="T23" fmla="*/ 2147483646 h 722"/>
                <a:gd name="T24" fmla="*/ 2147483646 w 722"/>
                <a:gd name="T25" fmla="*/ 2147483646 h 722"/>
                <a:gd name="T26" fmla="*/ 2147483646 w 722"/>
                <a:gd name="T27" fmla="*/ 2147483646 h 722"/>
                <a:gd name="T28" fmla="*/ 2147483646 w 722"/>
                <a:gd name="T29" fmla="*/ 2147483646 h 722"/>
                <a:gd name="T30" fmla="*/ 2147483646 w 722"/>
                <a:gd name="T31" fmla="*/ 2147483646 h 722"/>
                <a:gd name="T32" fmla="*/ 2147483646 w 722"/>
                <a:gd name="T33" fmla="*/ 2147483646 h 722"/>
                <a:gd name="T34" fmla="*/ 2147483646 w 722"/>
                <a:gd name="T35" fmla="*/ 2147483646 h 722"/>
                <a:gd name="T36" fmla="*/ 2147483646 w 722"/>
                <a:gd name="T37" fmla="*/ 2147483646 h 722"/>
                <a:gd name="T38" fmla="*/ 2147483646 w 722"/>
                <a:gd name="T39" fmla="*/ 2147483646 h 722"/>
                <a:gd name="T40" fmla="*/ 2147483646 w 722"/>
                <a:gd name="T41" fmla="*/ 2147483646 h 722"/>
                <a:gd name="T42" fmla="*/ 2147483646 w 722"/>
                <a:gd name="T43" fmla="*/ 2147483646 h 722"/>
                <a:gd name="T44" fmla="*/ 2147483646 w 722"/>
                <a:gd name="T45" fmla="*/ 2147483646 h 722"/>
                <a:gd name="T46" fmla="*/ 2147483646 w 722"/>
                <a:gd name="T47" fmla="*/ 2147483646 h 722"/>
                <a:gd name="T48" fmla="*/ 2147483646 w 722"/>
                <a:gd name="T49" fmla="*/ 2147483646 h 722"/>
                <a:gd name="T50" fmla="*/ 2147483646 w 722"/>
                <a:gd name="T51" fmla="*/ 2147483646 h 722"/>
                <a:gd name="T52" fmla="*/ 2147483646 w 722"/>
                <a:gd name="T53" fmla="*/ 2147483646 h 722"/>
                <a:gd name="T54" fmla="*/ 2147483646 w 722"/>
                <a:gd name="T55" fmla="*/ 2147483646 h 722"/>
                <a:gd name="T56" fmla="*/ 2147483646 w 722"/>
                <a:gd name="T57" fmla="*/ 2147483646 h 722"/>
                <a:gd name="T58" fmla="*/ 2147483646 w 722"/>
                <a:gd name="T59" fmla="*/ 2147483646 h 722"/>
                <a:gd name="T60" fmla="*/ 2147483646 w 722"/>
                <a:gd name="T61" fmla="*/ 2147483646 h 722"/>
                <a:gd name="T62" fmla="*/ 2147483646 w 722"/>
                <a:gd name="T63" fmla="*/ 2147483646 h 722"/>
                <a:gd name="T64" fmla="*/ 2147483646 w 722"/>
                <a:gd name="T65" fmla="*/ 2147483646 h 722"/>
                <a:gd name="T66" fmla="*/ 2147483646 w 722"/>
                <a:gd name="T67" fmla="*/ 2147483646 h 722"/>
                <a:gd name="T68" fmla="*/ 2147483646 w 722"/>
                <a:gd name="T69" fmla="*/ 2147483646 h 722"/>
                <a:gd name="T70" fmla="*/ 2147483646 w 722"/>
                <a:gd name="T71" fmla="*/ 2147483646 h 722"/>
                <a:gd name="T72" fmla="*/ 2147483646 w 722"/>
                <a:gd name="T73" fmla="*/ 2147483646 h 722"/>
                <a:gd name="T74" fmla="*/ 2147483646 w 722"/>
                <a:gd name="T75" fmla="*/ 2147483646 h 722"/>
                <a:gd name="T76" fmla="*/ 2147483646 w 722"/>
                <a:gd name="T77" fmla="*/ 2147483646 h 722"/>
                <a:gd name="T78" fmla="*/ 2147483646 w 722"/>
                <a:gd name="T79" fmla="*/ 2147483646 h 722"/>
                <a:gd name="T80" fmla="*/ 2147483646 w 722"/>
                <a:gd name="T81" fmla="*/ 2147483646 h 722"/>
                <a:gd name="T82" fmla="*/ 2147483646 w 722"/>
                <a:gd name="T83" fmla="*/ 2147483646 h 722"/>
                <a:gd name="T84" fmla="*/ 2147483646 w 722"/>
                <a:gd name="T85" fmla="*/ 2147483646 h 722"/>
                <a:gd name="T86" fmla="*/ 2147483646 w 722"/>
                <a:gd name="T87" fmla="*/ 0 h 7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2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5" y="4"/>
                  </a:lnTo>
                  <a:lnTo>
                    <a:pt x="288" y="7"/>
                  </a:lnTo>
                  <a:lnTo>
                    <a:pt x="270" y="11"/>
                  </a:lnTo>
                  <a:lnTo>
                    <a:pt x="253" y="16"/>
                  </a:lnTo>
                  <a:lnTo>
                    <a:pt x="237" y="22"/>
                  </a:lnTo>
                  <a:lnTo>
                    <a:pt x="220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8" y="93"/>
                  </a:lnTo>
                  <a:lnTo>
                    <a:pt x="105" y="105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1" y="159"/>
                  </a:lnTo>
                  <a:lnTo>
                    <a:pt x="52" y="174"/>
                  </a:lnTo>
                  <a:lnTo>
                    <a:pt x="43" y="189"/>
                  </a:lnTo>
                  <a:lnTo>
                    <a:pt x="35" y="204"/>
                  </a:lnTo>
                  <a:lnTo>
                    <a:pt x="28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3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2" y="485"/>
                  </a:lnTo>
                  <a:lnTo>
                    <a:pt x="28" y="501"/>
                  </a:lnTo>
                  <a:lnTo>
                    <a:pt x="35" y="517"/>
                  </a:lnTo>
                  <a:lnTo>
                    <a:pt x="43" y="533"/>
                  </a:lnTo>
                  <a:lnTo>
                    <a:pt x="52" y="548"/>
                  </a:lnTo>
                  <a:lnTo>
                    <a:pt x="61" y="563"/>
                  </a:lnTo>
                  <a:lnTo>
                    <a:pt x="71" y="577"/>
                  </a:lnTo>
                  <a:lnTo>
                    <a:pt x="82" y="591"/>
                  </a:lnTo>
                  <a:lnTo>
                    <a:pt x="93" y="604"/>
                  </a:lnTo>
                  <a:lnTo>
                    <a:pt x="105" y="616"/>
                  </a:lnTo>
                  <a:lnTo>
                    <a:pt x="118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0" y="693"/>
                  </a:lnTo>
                  <a:lnTo>
                    <a:pt x="237" y="699"/>
                  </a:lnTo>
                  <a:lnTo>
                    <a:pt x="253" y="705"/>
                  </a:lnTo>
                  <a:lnTo>
                    <a:pt x="270" y="710"/>
                  </a:lnTo>
                  <a:lnTo>
                    <a:pt x="288" y="714"/>
                  </a:lnTo>
                  <a:lnTo>
                    <a:pt x="305" y="717"/>
                  </a:lnTo>
                  <a:lnTo>
                    <a:pt x="324" y="719"/>
                  </a:lnTo>
                  <a:lnTo>
                    <a:pt x="343" y="722"/>
                  </a:lnTo>
                  <a:lnTo>
                    <a:pt x="361" y="722"/>
                  </a:lnTo>
                  <a:lnTo>
                    <a:pt x="380" y="722"/>
                  </a:lnTo>
                  <a:lnTo>
                    <a:pt x="398" y="719"/>
                  </a:lnTo>
                  <a:lnTo>
                    <a:pt x="416" y="717"/>
                  </a:lnTo>
                  <a:lnTo>
                    <a:pt x="433" y="714"/>
                  </a:lnTo>
                  <a:lnTo>
                    <a:pt x="451" y="710"/>
                  </a:lnTo>
                  <a:lnTo>
                    <a:pt x="468" y="705"/>
                  </a:lnTo>
                  <a:lnTo>
                    <a:pt x="485" y="699"/>
                  </a:lnTo>
                  <a:lnTo>
                    <a:pt x="501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6" y="616"/>
                  </a:lnTo>
                  <a:lnTo>
                    <a:pt x="628" y="604"/>
                  </a:lnTo>
                  <a:lnTo>
                    <a:pt x="639" y="591"/>
                  </a:lnTo>
                  <a:lnTo>
                    <a:pt x="650" y="577"/>
                  </a:lnTo>
                  <a:lnTo>
                    <a:pt x="660" y="563"/>
                  </a:lnTo>
                  <a:lnTo>
                    <a:pt x="669" y="548"/>
                  </a:lnTo>
                  <a:lnTo>
                    <a:pt x="678" y="533"/>
                  </a:lnTo>
                  <a:lnTo>
                    <a:pt x="686" y="517"/>
                  </a:lnTo>
                  <a:lnTo>
                    <a:pt x="693" y="501"/>
                  </a:lnTo>
                  <a:lnTo>
                    <a:pt x="700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3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0" y="237"/>
                  </a:lnTo>
                  <a:lnTo>
                    <a:pt x="693" y="220"/>
                  </a:lnTo>
                  <a:lnTo>
                    <a:pt x="686" y="204"/>
                  </a:lnTo>
                  <a:lnTo>
                    <a:pt x="678" y="189"/>
                  </a:lnTo>
                  <a:lnTo>
                    <a:pt x="669" y="174"/>
                  </a:lnTo>
                  <a:lnTo>
                    <a:pt x="660" y="159"/>
                  </a:lnTo>
                  <a:lnTo>
                    <a:pt x="650" y="145"/>
                  </a:lnTo>
                  <a:lnTo>
                    <a:pt x="639" y="132"/>
                  </a:lnTo>
                  <a:lnTo>
                    <a:pt x="628" y="118"/>
                  </a:lnTo>
                  <a:lnTo>
                    <a:pt x="616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1" y="28"/>
                  </a:lnTo>
                  <a:lnTo>
                    <a:pt x="485" y="22"/>
                  </a:lnTo>
                  <a:lnTo>
                    <a:pt x="468" y="16"/>
                  </a:lnTo>
                  <a:lnTo>
                    <a:pt x="451" y="11"/>
                  </a:lnTo>
                  <a:lnTo>
                    <a:pt x="433" y="7"/>
                  </a:lnTo>
                  <a:lnTo>
                    <a:pt x="416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1" name="Freeform 68">
              <a:extLst>
                <a:ext uri="{FF2B5EF4-FFF2-40B4-BE49-F238E27FC236}">
                  <a16:creationId xmlns:a16="http://schemas.microsoft.com/office/drawing/2014/main" id="{C536D887-3487-4116-94E5-72C3AF714D3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60437" y="5670550"/>
              <a:ext cx="755650" cy="757238"/>
            </a:xfrm>
            <a:custGeom>
              <a:avLst/>
              <a:gdLst>
                <a:gd name="T0" fmla="*/ 2147483646 w 722"/>
                <a:gd name="T1" fmla="*/ 2147483646 h 722"/>
                <a:gd name="T2" fmla="*/ 2147483646 w 722"/>
                <a:gd name="T3" fmla="*/ 2147483646 h 722"/>
                <a:gd name="T4" fmla="*/ 2147483646 w 722"/>
                <a:gd name="T5" fmla="*/ 2147483646 h 722"/>
                <a:gd name="T6" fmla="*/ 2147483646 w 722"/>
                <a:gd name="T7" fmla="*/ 2147483646 h 722"/>
                <a:gd name="T8" fmla="*/ 2147483646 w 722"/>
                <a:gd name="T9" fmla="*/ 2147483646 h 722"/>
                <a:gd name="T10" fmla="*/ 2147483646 w 722"/>
                <a:gd name="T11" fmla="*/ 2147483646 h 722"/>
                <a:gd name="T12" fmla="*/ 2147483646 w 722"/>
                <a:gd name="T13" fmla="*/ 2147483646 h 722"/>
                <a:gd name="T14" fmla="*/ 2147483646 w 722"/>
                <a:gd name="T15" fmla="*/ 2147483646 h 722"/>
                <a:gd name="T16" fmla="*/ 2147483646 w 722"/>
                <a:gd name="T17" fmla="*/ 2147483646 h 722"/>
                <a:gd name="T18" fmla="*/ 2147483646 w 722"/>
                <a:gd name="T19" fmla="*/ 2147483646 h 722"/>
                <a:gd name="T20" fmla="*/ 0 w 722"/>
                <a:gd name="T21" fmla="*/ 2147483646 h 722"/>
                <a:gd name="T22" fmla="*/ 2147483646 w 722"/>
                <a:gd name="T23" fmla="*/ 2147483646 h 722"/>
                <a:gd name="T24" fmla="*/ 2147483646 w 722"/>
                <a:gd name="T25" fmla="*/ 2147483646 h 722"/>
                <a:gd name="T26" fmla="*/ 2147483646 w 722"/>
                <a:gd name="T27" fmla="*/ 2147483646 h 722"/>
                <a:gd name="T28" fmla="*/ 2147483646 w 722"/>
                <a:gd name="T29" fmla="*/ 2147483646 h 722"/>
                <a:gd name="T30" fmla="*/ 2147483646 w 722"/>
                <a:gd name="T31" fmla="*/ 2147483646 h 722"/>
                <a:gd name="T32" fmla="*/ 2147483646 w 722"/>
                <a:gd name="T33" fmla="*/ 2147483646 h 722"/>
                <a:gd name="T34" fmla="*/ 2147483646 w 722"/>
                <a:gd name="T35" fmla="*/ 2147483646 h 722"/>
                <a:gd name="T36" fmla="*/ 2147483646 w 722"/>
                <a:gd name="T37" fmla="*/ 2147483646 h 722"/>
                <a:gd name="T38" fmla="*/ 2147483646 w 722"/>
                <a:gd name="T39" fmla="*/ 2147483646 h 722"/>
                <a:gd name="T40" fmla="*/ 2147483646 w 722"/>
                <a:gd name="T41" fmla="*/ 2147483646 h 722"/>
                <a:gd name="T42" fmla="*/ 2147483646 w 722"/>
                <a:gd name="T43" fmla="*/ 2147483646 h 722"/>
                <a:gd name="T44" fmla="*/ 2147483646 w 722"/>
                <a:gd name="T45" fmla="*/ 2147483646 h 722"/>
                <a:gd name="T46" fmla="*/ 2147483646 w 722"/>
                <a:gd name="T47" fmla="*/ 2147483646 h 722"/>
                <a:gd name="T48" fmla="*/ 2147483646 w 722"/>
                <a:gd name="T49" fmla="*/ 2147483646 h 722"/>
                <a:gd name="T50" fmla="*/ 2147483646 w 722"/>
                <a:gd name="T51" fmla="*/ 2147483646 h 722"/>
                <a:gd name="T52" fmla="*/ 2147483646 w 722"/>
                <a:gd name="T53" fmla="*/ 2147483646 h 722"/>
                <a:gd name="T54" fmla="*/ 2147483646 w 722"/>
                <a:gd name="T55" fmla="*/ 2147483646 h 722"/>
                <a:gd name="T56" fmla="*/ 2147483646 w 722"/>
                <a:gd name="T57" fmla="*/ 2147483646 h 722"/>
                <a:gd name="T58" fmla="*/ 2147483646 w 722"/>
                <a:gd name="T59" fmla="*/ 2147483646 h 722"/>
                <a:gd name="T60" fmla="*/ 2147483646 w 722"/>
                <a:gd name="T61" fmla="*/ 2147483646 h 722"/>
                <a:gd name="T62" fmla="*/ 2147483646 w 722"/>
                <a:gd name="T63" fmla="*/ 2147483646 h 722"/>
                <a:gd name="T64" fmla="*/ 2147483646 w 722"/>
                <a:gd name="T65" fmla="*/ 2147483646 h 722"/>
                <a:gd name="T66" fmla="*/ 2147483646 w 722"/>
                <a:gd name="T67" fmla="*/ 2147483646 h 722"/>
                <a:gd name="T68" fmla="*/ 2147483646 w 722"/>
                <a:gd name="T69" fmla="*/ 2147483646 h 722"/>
                <a:gd name="T70" fmla="*/ 2147483646 w 722"/>
                <a:gd name="T71" fmla="*/ 2147483646 h 722"/>
                <a:gd name="T72" fmla="*/ 2147483646 w 722"/>
                <a:gd name="T73" fmla="*/ 2147483646 h 722"/>
                <a:gd name="T74" fmla="*/ 2147483646 w 722"/>
                <a:gd name="T75" fmla="*/ 2147483646 h 722"/>
                <a:gd name="T76" fmla="*/ 2147483646 w 722"/>
                <a:gd name="T77" fmla="*/ 2147483646 h 722"/>
                <a:gd name="T78" fmla="*/ 2147483646 w 722"/>
                <a:gd name="T79" fmla="*/ 2147483646 h 722"/>
                <a:gd name="T80" fmla="*/ 2147483646 w 722"/>
                <a:gd name="T81" fmla="*/ 2147483646 h 722"/>
                <a:gd name="T82" fmla="*/ 2147483646 w 722"/>
                <a:gd name="T83" fmla="*/ 2147483646 h 722"/>
                <a:gd name="T84" fmla="*/ 2147483646 w 722"/>
                <a:gd name="T85" fmla="*/ 2147483646 h 722"/>
                <a:gd name="T86" fmla="*/ 2147483646 w 722"/>
                <a:gd name="T87" fmla="*/ 0 h 7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2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6" y="4"/>
                  </a:lnTo>
                  <a:lnTo>
                    <a:pt x="289" y="7"/>
                  </a:lnTo>
                  <a:lnTo>
                    <a:pt x="271" y="11"/>
                  </a:lnTo>
                  <a:lnTo>
                    <a:pt x="254" y="16"/>
                  </a:lnTo>
                  <a:lnTo>
                    <a:pt x="238" y="22"/>
                  </a:lnTo>
                  <a:lnTo>
                    <a:pt x="221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9" y="93"/>
                  </a:lnTo>
                  <a:lnTo>
                    <a:pt x="106" y="105"/>
                  </a:lnTo>
                  <a:lnTo>
                    <a:pt x="94" y="118"/>
                  </a:lnTo>
                  <a:lnTo>
                    <a:pt x="83" y="132"/>
                  </a:lnTo>
                  <a:lnTo>
                    <a:pt x="72" y="145"/>
                  </a:lnTo>
                  <a:lnTo>
                    <a:pt x="62" y="159"/>
                  </a:lnTo>
                  <a:lnTo>
                    <a:pt x="53" y="174"/>
                  </a:lnTo>
                  <a:lnTo>
                    <a:pt x="44" y="189"/>
                  </a:lnTo>
                  <a:lnTo>
                    <a:pt x="36" y="204"/>
                  </a:lnTo>
                  <a:lnTo>
                    <a:pt x="29" y="220"/>
                  </a:lnTo>
                  <a:lnTo>
                    <a:pt x="23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3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3" y="485"/>
                  </a:lnTo>
                  <a:lnTo>
                    <a:pt x="29" y="501"/>
                  </a:lnTo>
                  <a:lnTo>
                    <a:pt x="36" y="517"/>
                  </a:lnTo>
                  <a:lnTo>
                    <a:pt x="44" y="533"/>
                  </a:lnTo>
                  <a:lnTo>
                    <a:pt x="53" y="548"/>
                  </a:lnTo>
                  <a:lnTo>
                    <a:pt x="62" y="563"/>
                  </a:lnTo>
                  <a:lnTo>
                    <a:pt x="72" y="577"/>
                  </a:lnTo>
                  <a:lnTo>
                    <a:pt x="83" y="591"/>
                  </a:lnTo>
                  <a:lnTo>
                    <a:pt x="94" y="604"/>
                  </a:lnTo>
                  <a:lnTo>
                    <a:pt x="106" y="616"/>
                  </a:lnTo>
                  <a:lnTo>
                    <a:pt x="119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1" y="693"/>
                  </a:lnTo>
                  <a:lnTo>
                    <a:pt x="238" y="699"/>
                  </a:lnTo>
                  <a:lnTo>
                    <a:pt x="254" y="705"/>
                  </a:lnTo>
                  <a:lnTo>
                    <a:pt x="271" y="710"/>
                  </a:lnTo>
                  <a:lnTo>
                    <a:pt x="289" y="714"/>
                  </a:lnTo>
                  <a:lnTo>
                    <a:pt x="306" y="717"/>
                  </a:lnTo>
                  <a:lnTo>
                    <a:pt x="324" y="719"/>
                  </a:lnTo>
                  <a:lnTo>
                    <a:pt x="343" y="722"/>
                  </a:lnTo>
                  <a:lnTo>
                    <a:pt x="361" y="722"/>
                  </a:lnTo>
                  <a:lnTo>
                    <a:pt x="380" y="722"/>
                  </a:lnTo>
                  <a:lnTo>
                    <a:pt x="398" y="719"/>
                  </a:lnTo>
                  <a:lnTo>
                    <a:pt x="417" y="717"/>
                  </a:lnTo>
                  <a:lnTo>
                    <a:pt x="434" y="714"/>
                  </a:lnTo>
                  <a:lnTo>
                    <a:pt x="452" y="710"/>
                  </a:lnTo>
                  <a:lnTo>
                    <a:pt x="469" y="705"/>
                  </a:lnTo>
                  <a:lnTo>
                    <a:pt x="486" y="699"/>
                  </a:lnTo>
                  <a:lnTo>
                    <a:pt x="502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7" y="616"/>
                  </a:lnTo>
                  <a:lnTo>
                    <a:pt x="629" y="604"/>
                  </a:lnTo>
                  <a:lnTo>
                    <a:pt x="640" y="591"/>
                  </a:lnTo>
                  <a:lnTo>
                    <a:pt x="651" y="577"/>
                  </a:lnTo>
                  <a:lnTo>
                    <a:pt x="661" y="563"/>
                  </a:lnTo>
                  <a:lnTo>
                    <a:pt x="670" y="548"/>
                  </a:lnTo>
                  <a:lnTo>
                    <a:pt x="679" y="533"/>
                  </a:lnTo>
                  <a:lnTo>
                    <a:pt x="687" y="517"/>
                  </a:lnTo>
                  <a:lnTo>
                    <a:pt x="694" y="501"/>
                  </a:lnTo>
                  <a:lnTo>
                    <a:pt x="701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3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1" y="237"/>
                  </a:lnTo>
                  <a:lnTo>
                    <a:pt x="694" y="220"/>
                  </a:lnTo>
                  <a:lnTo>
                    <a:pt x="687" y="204"/>
                  </a:lnTo>
                  <a:lnTo>
                    <a:pt x="679" y="189"/>
                  </a:lnTo>
                  <a:lnTo>
                    <a:pt x="670" y="174"/>
                  </a:lnTo>
                  <a:lnTo>
                    <a:pt x="661" y="159"/>
                  </a:lnTo>
                  <a:lnTo>
                    <a:pt x="651" y="145"/>
                  </a:lnTo>
                  <a:lnTo>
                    <a:pt x="640" y="132"/>
                  </a:lnTo>
                  <a:lnTo>
                    <a:pt x="629" y="118"/>
                  </a:lnTo>
                  <a:lnTo>
                    <a:pt x="617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2" y="28"/>
                  </a:lnTo>
                  <a:lnTo>
                    <a:pt x="486" y="22"/>
                  </a:lnTo>
                  <a:lnTo>
                    <a:pt x="469" y="16"/>
                  </a:lnTo>
                  <a:lnTo>
                    <a:pt x="452" y="11"/>
                  </a:lnTo>
                  <a:lnTo>
                    <a:pt x="434" y="7"/>
                  </a:lnTo>
                  <a:lnTo>
                    <a:pt x="417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2" name="Rectangle 71">
              <a:extLst>
                <a:ext uri="{FF2B5EF4-FFF2-40B4-BE49-F238E27FC236}">
                  <a16:creationId xmlns:a16="http://schemas.microsoft.com/office/drawing/2014/main" id="{4F62207C-D632-4714-B494-F6540C7C12F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5800" y="5524500"/>
              <a:ext cx="1789112" cy="1493838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90117" name="Group 69">
            <a:extLst>
              <a:ext uri="{FF2B5EF4-FFF2-40B4-BE49-F238E27FC236}">
                <a16:creationId xmlns:a16="http://schemas.microsoft.com/office/drawing/2014/main" id="{A90D47F0-2F89-404E-98DA-835C0AB42A50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1606550"/>
            <a:ext cx="1787525" cy="1812925"/>
            <a:chOff x="695325" y="7551738"/>
            <a:chExt cx="1787525" cy="1812942"/>
          </a:xfrm>
        </p:grpSpPr>
        <p:grpSp>
          <p:nvGrpSpPr>
            <p:cNvPr id="90168" name="Group 48">
              <a:extLst>
                <a:ext uri="{FF2B5EF4-FFF2-40B4-BE49-F238E27FC236}">
                  <a16:creationId xmlns:a16="http://schemas.microsoft.com/office/drawing/2014/main" id="{497878AA-B9F9-4602-9F1C-4BF2CD9105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6612" y="9134492"/>
              <a:ext cx="1276350" cy="230188"/>
              <a:chOff x="780" y="4998"/>
              <a:chExt cx="804" cy="145"/>
            </a:xfrm>
          </p:grpSpPr>
          <p:sp>
            <p:nvSpPr>
              <p:cNvPr id="90184" name="Rectangle 49">
                <a:extLst>
                  <a:ext uri="{FF2B5EF4-FFF2-40B4-BE49-F238E27FC236}">
                    <a16:creationId xmlns:a16="http://schemas.microsoft.com/office/drawing/2014/main" id="{0D726BBD-9BCB-473E-8BC6-1D79D950CD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80" y="4998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85" name="Rectangle 50">
                <a:extLst>
                  <a:ext uri="{FF2B5EF4-FFF2-40B4-BE49-F238E27FC236}">
                    <a16:creationId xmlns:a16="http://schemas.microsoft.com/office/drawing/2014/main" id="{7100E54A-3CAD-4505-B6C4-4AFA6B7B8A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48" y="4998"/>
                <a:ext cx="121" cy="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 y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86" name="Rectangle 52">
                <a:extLst>
                  <a:ext uri="{FF2B5EF4-FFF2-40B4-BE49-F238E27FC236}">
                    <a16:creationId xmlns:a16="http://schemas.microsoft.com/office/drawing/2014/main" id="{490B6412-4BD9-4F33-8E2D-F9D922119C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10" y="4998"/>
                <a:ext cx="175" cy="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z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87" name="Rectangle 53">
                <a:extLst>
                  <a:ext uri="{FF2B5EF4-FFF2-40B4-BE49-F238E27FC236}">
                    <a16:creationId xmlns:a16="http://schemas.microsoft.com/office/drawing/2014/main" id="{FD125343-6395-47A6-9258-1C586E4EF9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10" y="4998"/>
                <a:ext cx="98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+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88" name="Rectangle 55">
                <a:extLst>
                  <a:ext uri="{FF2B5EF4-FFF2-40B4-BE49-F238E27FC236}">
                    <a16:creationId xmlns:a16="http://schemas.microsoft.com/office/drawing/2014/main" id="{5E9A4BE7-2F4F-4FF3-986A-14E8C35063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428" y="4998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y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89" name="Rectangle 56">
                <a:extLst>
                  <a:ext uri="{FF2B5EF4-FFF2-40B4-BE49-F238E27FC236}">
                    <a16:creationId xmlns:a16="http://schemas.microsoft.com/office/drawing/2014/main" id="{8AB45B59-F4C7-491C-82AC-F388BA95E0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07" y="4998"/>
                <a:ext cx="7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z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90" name="Rectangle 58">
                <a:extLst>
                  <a:ext uri="{FF2B5EF4-FFF2-40B4-BE49-F238E27FC236}">
                    <a16:creationId xmlns:a16="http://schemas.microsoft.com/office/drawing/2014/main" id="{5CF71DC8-527D-4FE4-BF89-7A0053CE53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28" y="4998"/>
                <a:ext cx="98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+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91" name="Line 59">
                <a:extLst>
                  <a:ext uri="{FF2B5EF4-FFF2-40B4-BE49-F238E27FC236}">
                    <a16:creationId xmlns:a16="http://schemas.microsoft.com/office/drawing/2014/main" id="{83EAC56B-535D-4019-B636-2DE5358CE4A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122" y="5017"/>
                <a:ext cx="2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90169" name="Group 124">
              <a:extLst>
                <a:ext uri="{FF2B5EF4-FFF2-40B4-BE49-F238E27FC236}">
                  <a16:creationId xmlns:a16="http://schemas.microsoft.com/office/drawing/2014/main" id="{74CDF8B3-C895-4A11-834A-07D8815115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5325" y="7551738"/>
              <a:ext cx="1787525" cy="1495425"/>
              <a:chOff x="2646" y="2704"/>
              <a:chExt cx="1126" cy="942"/>
            </a:xfrm>
          </p:grpSpPr>
          <p:sp>
            <p:nvSpPr>
              <p:cNvPr id="90170" name="Freeform 125">
                <a:extLst>
                  <a:ext uri="{FF2B5EF4-FFF2-40B4-BE49-F238E27FC236}">
                    <a16:creationId xmlns:a16="http://schemas.microsoft.com/office/drawing/2014/main" id="{351490FC-CBFA-48BB-BF55-E2070A7A27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76" y="3075"/>
                <a:ext cx="478" cy="477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3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3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1" y="0"/>
                    </a:moveTo>
                    <a:lnTo>
                      <a:pt x="343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9" y="43"/>
                    </a:lnTo>
                    <a:lnTo>
                      <a:pt x="174" y="52"/>
                    </a:lnTo>
                    <a:lnTo>
                      <a:pt x="159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6"/>
                    </a:lnTo>
                    <a:lnTo>
                      <a:pt x="93" y="119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6"/>
                    </a:lnTo>
                    <a:lnTo>
                      <a:pt x="2" y="324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2"/>
                    </a:lnTo>
                    <a:lnTo>
                      <a:pt x="35" y="518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9" y="660"/>
                    </a:lnTo>
                    <a:lnTo>
                      <a:pt x="174" y="669"/>
                    </a:lnTo>
                    <a:lnTo>
                      <a:pt x="189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700"/>
                    </a:lnTo>
                    <a:lnTo>
                      <a:pt x="253" y="706"/>
                    </a:lnTo>
                    <a:lnTo>
                      <a:pt x="270" y="711"/>
                    </a:lnTo>
                    <a:lnTo>
                      <a:pt x="288" y="715"/>
                    </a:lnTo>
                    <a:lnTo>
                      <a:pt x="305" y="718"/>
                    </a:lnTo>
                    <a:lnTo>
                      <a:pt x="323" y="720"/>
                    </a:lnTo>
                    <a:lnTo>
                      <a:pt x="343" y="722"/>
                    </a:lnTo>
                    <a:lnTo>
                      <a:pt x="361" y="722"/>
                    </a:lnTo>
                    <a:lnTo>
                      <a:pt x="380" y="722"/>
                    </a:lnTo>
                    <a:lnTo>
                      <a:pt x="398" y="720"/>
                    </a:lnTo>
                    <a:lnTo>
                      <a:pt x="416" y="718"/>
                    </a:lnTo>
                    <a:lnTo>
                      <a:pt x="433" y="715"/>
                    </a:lnTo>
                    <a:lnTo>
                      <a:pt x="451" y="711"/>
                    </a:lnTo>
                    <a:lnTo>
                      <a:pt x="468" y="706"/>
                    </a:lnTo>
                    <a:lnTo>
                      <a:pt x="485" y="700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8" y="669"/>
                    </a:lnTo>
                    <a:lnTo>
                      <a:pt x="563" y="660"/>
                    </a:lnTo>
                    <a:lnTo>
                      <a:pt x="577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8"/>
                    </a:lnTo>
                    <a:lnTo>
                      <a:pt x="693" y="502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4"/>
                    </a:lnTo>
                    <a:lnTo>
                      <a:pt x="717" y="306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9"/>
                    </a:lnTo>
                    <a:lnTo>
                      <a:pt x="616" y="106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7" y="71"/>
                    </a:lnTo>
                    <a:lnTo>
                      <a:pt x="563" y="61"/>
                    </a:lnTo>
                    <a:lnTo>
                      <a:pt x="548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80" y="0"/>
                    </a:lnTo>
                    <a:lnTo>
                      <a:pt x="361" y="0"/>
                    </a:lnTo>
                  </a:path>
                </a:pathLst>
              </a:custGeom>
              <a:solidFill>
                <a:srgbClr val="66FFFF"/>
              </a:solidFill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71" name="Freeform 127">
                <a:extLst>
                  <a:ext uri="{FF2B5EF4-FFF2-40B4-BE49-F238E27FC236}">
                    <a16:creationId xmlns:a16="http://schemas.microsoft.com/office/drawing/2014/main" id="{A0B35D19-E272-43A5-A1D4-FAF49B32E4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18" y="2797"/>
                <a:ext cx="476" cy="476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2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2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0" y="0"/>
                    </a:moveTo>
                    <a:lnTo>
                      <a:pt x="342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8" y="43"/>
                    </a:lnTo>
                    <a:lnTo>
                      <a:pt x="173" y="52"/>
                    </a:lnTo>
                    <a:lnTo>
                      <a:pt x="158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5"/>
                    </a:lnTo>
                    <a:lnTo>
                      <a:pt x="93" y="118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5"/>
                    </a:lnTo>
                    <a:lnTo>
                      <a:pt x="2" y="323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1"/>
                    </a:lnTo>
                    <a:lnTo>
                      <a:pt x="35" y="517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8" y="660"/>
                    </a:lnTo>
                    <a:lnTo>
                      <a:pt x="173" y="669"/>
                    </a:lnTo>
                    <a:lnTo>
                      <a:pt x="188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699"/>
                    </a:lnTo>
                    <a:lnTo>
                      <a:pt x="253" y="705"/>
                    </a:lnTo>
                    <a:lnTo>
                      <a:pt x="270" y="710"/>
                    </a:lnTo>
                    <a:lnTo>
                      <a:pt x="288" y="714"/>
                    </a:lnTo>
                    <a:lnTo>
                      <a:pt x="305" y="717"/>
                    </a:lnTo>
                    <a:lnTo>
                      <a:pt x="323" y="719"/>
                    </a:lnTo>
                    <a:lnTo>
                      <a:pt x="342" y="722"/>
                    </a:lnTo>
                    <a:lnTo>
                      <a:pt x="360" y="722"/>
                    </a:lnTo>
                    <a:lnTo>
                      <a:pt x="379" y="722"/>
                    </a:lnTo>
                    <a:lnTo>
                      <a:pt x="398" y="719"/>
                    </a:lnTo>
                    <a:lnTo>
                      <a:pt x="416" y="717"/>
                    </a:lnTo>
                    <a:lnTo>
                      <a:pt x="433" y="714"/>
                    </a:lnTo>
                    <a:lnTo>
                      <a:pt x="451" y="710"/>
                    </a:lnTo>
                    <a:lnTo>
                      <a:pt x="468" y="705"/>
                    </a:lnTo>
                    <a:lnTo>
                      <a:pt x="485" y="699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7" y="669"/>
                    </a:lnTo>
                    <a:lnTo>
                      <a:pt x="562" y="660"/>
                    </a:lnTo>
                    <a:lnTo>
                      <a:pt x="576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7"/>
                    </a:lnTo>
                    <a:lnTo>
                      <a:pt x="693" y="501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3"/>
                    </a:lnTo>
                    <a:lnTo>
                      <a:pt x="717" y="305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8"/>
                    </a:lnTo>
                    <a:lnTo>
                      <a:pt x="616" y="105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6" y="71"/>
                    </a:lnTo>
                    <a:lnTo>
                      <a:pt x="562" y="61"/>
                    </a:lnTo>
                    <a:lnTo>
                      <a:pt x="547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79" y="0"/>
                    </a:lnTo>
                    <a:lnTo>
                      <a:pt x="36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72" name="Rectangle 128">
                <a:extLst>
                  <a:ext uri="{FF2B5EF4-FFF2-40B4-BE49-F238E27FC236}">
                    <a16:creationId xmlns:a16="http://schemas.microsoft.com/office/drawing/2014/main" id="{C3F448EB-6B49-4522-8567-B26C83157C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08" y="2941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y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73" name="Freeform 129">
                <a:extLst>
                  <a:ext uri="{FF2B5EF4-FFF2-40B4-BE49-F238E27FC236}">
                    <a16:creationId xmlns:a16="http://schemas.microsoft.com/office/drawing/2014/main" id="{8A2BF6EC-144B-4559-943F-6F464EB939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18" y="2797"/>
                <a:ext cx="476" cy="476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2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2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0" y="0"/>
                    </a:moveTo>
                    <a:lnTo>
                      <a:pt x="342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8" y="43"/>
                    </a:lnTo>
                    <a:lnTo>
                      <a:pt x="173" y="52"/>
                    </a:lnTo>
                    <a:lnTo>
                      <a:pt x="158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5"/>
                    </a:lnTo>
                    <a:lnTo>
                      <a:pt x="93" y="118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5"/>
                    </a:lnTo>
                    <a:lnTo>
                      <a:pt x="2" y="323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1"/>
                    </a:lnTo>
                    <a:lnTo>
                      <a:pt x="35" y="517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8" y="660"/>
                    </a:lnTo>
                    <a:lnTo>
                      <a:pt x="173" y="669"/>
                    </a:lnTo>
                    <a:lnTo>
                      <a:pt x="188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699"/>
                    </a:lnTo>
                    <a:lnTo>
                      <a:pt x="253" y="705"/>
                    </a:lnTo>
                    <a:lnTo>
                      <a:pt x="270" y="710"/>
                    </a:lnTo>
                    <a:lnTo>
                      <a:pt x="288" y="714"/>
                    </a:lnTo>
                    <a:lnTo>
                      <a:pt x="305" y="717"/>
                    </a:lnTo>
                    <a:lnTo>
                      <a:pt x="323" y="719"/>
                    </a:lnTo>
                    <a:lnTo>
                      <a:pt x="342" y="722"/>
                    </a:lnTo>
                    <a:lnTo>
                      <a:pt x="360" y="722"/>
                    </a:lnTo>
                    <a:lnTo>
                      <a:pt x="379" y="722"/>
                    </a:lnTo>
                    <a:lnTo>
                      <a:pt x="398" y="719"/>
                    </a:lnTo>
                    <a:lnTo>
                      <a:pt x="416" y="717"/>
                    </a:lnTo>
                    <a:lnTo>
                      <a:pt x="433" y="714"/>
                    </a:lnTo>
                    <a:lnTo>
                      <a:pt x="451" y="710"/>
                    </a:lnTo>
                    <a:lnTo>
                      <a:pt x="468" y="705"/>
                    </a:lnTo>
                    <a:lnTo>
                      <a:pt x="485" y="699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7" y="669"/>
                    </a:lnTo>
                    <a:lnTo>
                      <a:pt x="562" y="660"/>
                    </a:lnTo>
                    <a:lnTo>
                      <a:pt x="576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7"/>
                    </a:lnTo>
                    <a:lnTo>
                      <a:pt x="693" y="501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3"/>
                    </a:lnTo>
                    <a:lnTo>
                      <a:pt x="717" y="305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8"/>
                    </a:lnTo>
                    <a:lnTo>
                      <a:pt x="616" y="105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6" y="71"/>
                    </a:lnTo>
                    <a:lnTo>
                      <a:pt x="562" y="61"/>
                    </a:lnTo>
                    <a:lnTo>
                      <a:pt x="547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79" y="0"/>
                    </a:lnTo>
                    <a:lnTo>
                      <a:pt x="36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74" name="Freeform 130">
                <a:extLst>
                  <a:ext uri="{FF2B5EF4-FFF2-40B4-BE49-F238E27FC236}">
                    <a16:creationId xmlns:a16="http://schemas.microsoft.com/office/drawing/2014/main" id="{C491E3D5-0885-4961-A9E2-AC9CC871B1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76" y="3075"/>
                <a:ext cx="478" cy="477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3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3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1" y="0"/>
                    </a:moveTo>
                    <a:lnTo>
                      <a:pt x="343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9" y="43"/>
                    </a:lnTo>
                    <a:lnTo>
                      <a:pt x="174" y="52"/>
                    </a:lnTo>
                    <a:lnTo>
                      <a:pt x="159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6"/>
                    </a:lnTo>
                    <a:lnTo>
                      <a:pt x="93" y="119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6"/>
                    </a:lnTo>
                    <a:lnTo>
                      <a:pt x="2" y="324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2"/>
                    </a:lnTo>
                    <a:lnTo>
                      <a:pt x="35" y="518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9" y="660"/>
                    </a:lnTo>
                    <a:lnTo>
                      <a:pt x="174" y="669"/>
                    </a:lnTo>
                    <a:lnTo>
                      <a:pt x="189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700"/>
                    </a:lnTo>
                    <a:lnTo>
                      <a:pt x="253" y="706"/>
                    </a:lnTo>
                    <a:lnTo>
                      <a:pt x="270" y="711"/>
                    </a:lnTo>
                    <a:lnTo>
                      <a:pt x="288" y="715"/>
                    </a:lnTo>
                    <a:lnTo>
                      <a:pt x="305" y="718"/>
                    </a:lnTo>
                    <a:lnTo>
                      <a:pt x="323" y="720"/>
                    </a:lnTo>
                    <a:lnTo>
                      <a:pt x="343" y="722"/>
                    </a:lnTo>
                    <a:lnTo>
                      <a:pt x="361" y="722"/>
                    </a:lnTo>
                    <a:lnTo>
                      <a:pt x="380" y="722"/>
                    </a:lnTo>
                    <a:lnTo>
                      <a:pt x="398" y="720"/>
                    </a:lnTo>
                    <a:lnTo>
                      <a:pt x="416" y="718"/>
                    </a:lnTo>
                    <a:lnTo>
                      <a:pt x="433" y="715"/>
                    </a:lnTo>
                    <a:lnTo>
                      <a:pt x="451" y="711"/>
                    </a:lnTo>
                    <a:lnTo>
                      <a:pt x="468" y="706"/>
                    </a:lnTo>
                    <a:lnTo>
                      <a:pt x="485" y="700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8" y="669"/>
                    </a:lnTo>
                    <a:lnTo>
                      <a:pt x="563" y="660"/>
                    </a:lnTo>
                    <a:lnTo>
                      <a:pt x="577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8"/>
                    </a:lnTo>
                    <a:lnTo>
                      <a:pt x="693" y="502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4"/>
                    </a:lnTo>
                    <a:lnTo>
                      <a:pt x="717" y="306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9"/>
                    </a:lnTo>
                    <a:lnTo>
                      <a:pt x="616" y="106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7" y="71"/>
                    </a:lnTo>
                    <a:lnTo>
                      <a:pt x="563" y="61"/>
                    </a:lnTo>
                    <a:lnTo>
                      <a:pt x="548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80" y="0"/>
                    </a:lnTo>
                    <a:lnTo>
                      <a:pt x="361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75" name="Rectangle 131">
                <a:extLst>
                  <a:ext uri="{FF2B5EF4-FFF2-40B4-BE49-F238E27FC236}">
                    <a16:creationId xmlns:a16="http://schemas.microsoft.com/office/drawing/2014/main" id="{70067BDC-BD91-47A2-8CF2-D901CAF234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46" y="2704"/>
                <a:ext cx="1126" cy="94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76" name="Freeform 132">
                <a:extLst>
                  <a:ext uri="{FF2B5EF4-FFF2-40B4-BE49-F238E27FC236}">
                    <a16:creationId xmlns:a16="http://schemas.microsoft.com/office/drawing/2014/main" id="{3632E8DF-FB07-4BA6-A501-55BC97D7D2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36" y="2864"/>
                <a:ext cx="79" cy="354"/>
              </a:xfrm>
              <a:custGeom>
                <a:avLst/>
                <a:gdLst>
                  <a:gd name="T0" fmla="*/ 1 w 120"/>
                  <a:gd name="T1" fmla="*/ 0 h 537"/>
                  <a:gd name="T2" fmla="*/ 1 w 120"/>
                  <a:gd name="T3" fmla="*/ 1 h 537"/>
                  <a:gd name="T4" fmla="*/ 1 w 120"/>
                  <a:gd name="T5" fmla="*/ 1 h 537"/>
                  <a:gd name="T6" fmla="*/ 1 w 120"/>
                  <a:gd name="T7" fmla="*/ 1 h 537"/>
                  <a:gd name="T8" fmla="*/ 1 w 120"/>
                  <a:gd name="T9" fmla="*/ 1 h 537"/>
                  <a:gd name="T10" fmla="*/ 1 w 120"/>
                  <a:gd name="T11" fmla="*/ 1 h 537"/>
                  <a:gd name="T12" fmla="*/ 1 w 120"/>
                  <a:gd name="T13" fmla="*/ 1 h 537"/>
                  <a:gd name="T14" fmla="*/ 1 w 120"/>
                  <a:gd name="T15" fmla="*/ 1 h 537"/>
                  <a:gd name="T16" fmla="*/ 1 w 120"/>
                  <a:gd name="T17" fmla="*/ 1 h 537"/>
                  <a:gd name="T18" fmla="*/ 1 w 120"/>
                  <a:gd name="T19" fmla="*/ 1 h 537"/>
                  <a:gd name="T20" fmla="*/ 1 w 120"/>
                  <a:gd name="T21" fmla="*/ 1 h 537"/>
                  <a:gd name="T22" fmla="*/ 1 w 120"/>
                  <a:gd name="T23" fmla="*/ 1 h 537"/>
                  <a:gd name="T24" fmla="*/ 1 w 120"/>
                  <a:gd name="T25" fmla="*/ 1 h 537"/>
                  <a:gd name="T26" fmla="*/ 1 w 120"/>
                  <a:gd name="T27" fmla="*/ 1 h 537"/>
                  <a:gd name="T28" fmla="*/ 0 w 120"/>
                  <a:gd name="T29" fmla="*/ 1 h 537"/>
                  <a:gd name="T30" fmla="*/ 0 w 120"/>
                  <a:gd name="T31" fmla="*/ 1 h 537"/>
                  <a:gd name="T32" fmla="*/ 1 w 120"/>
                  <a:gd name="T33" fmla="*/ 1 h 537"/>
                  <a:gd name="T34" fmla="*/ 1 w 120"/>
                  <a:gd name="T35" fmla="*/ 1 h 537"/>
                  <a:gd name="T36" fmla="*/ 1 w 120"/>
                  <a:gd name="T37" fmla="*/ 1 h 537"/>
                  <a:gd name="T38" fmla="*/ 1 w 120"/>
                  <a:gd name="T39" fmla="*/ 1 h 537"/>
                  <a:gd name="T40" fmla="*/ 1 w 120"/>
                  <a:gd name="T41" fmla="*/ 2 h 537"/>
                  <a:gd name="T42" fmla="*/ 1 w 120"/>
                  <a:gd name="T43" fmla="*/ 2 h 537"/>
                  <a:gd name="T44" fmla="*/ 1 w 120"/>
                  <a:gd name="T45" fmla="*/ 2 h 537"/>
                  <a:gd name="T46" fmla="*/ 1 w 120"/>
                  <a:gd name="T47" fmla="*/ 2 h 537"/>
                  <a:gd name="T48" fmla="*/ 1 w 120"/>
                  <a:gd name="T49" fmla="*/ 2 h 537"/>
                  <a:gd name="T50" fmla="*/ 1 w 120"/>
                  <a:gd name="T51" fmla="*/ 2 h 537"/>
                  <a:gd name="T52" fmla="*/ 1 w 120"/>
                  <a:gd name="T53" fmla="*/ 2 h 537"/>
                  <a:gd name="T54" fmla="*/ 1 w 120"/>
                  <a:gd name="T55" fmla="*/ 2 h 537"/>
                  <a:gd name="T56" fmla="*/ 1 w 120"/>
                  <a:gd name="T57" fmla="*/ 2 h 537"/>
                  <a:gd name="T58" fmla="*/ 1 w 120"/>
                  <a:gd name="T59" fmla="*/ 2 h 537"/>
                  <a:gd name="T60" fmla="*/ 1 w 120"/>
                  <a:gd name="T61" fmla="*/ 2 h 537"/>
                  <a:gd name="T62" fmla="*/ 1 w 120"/>
                  <a:gd name="T63" fmla="*/ 3 h 537"/>
                  <a:gd name="T64" fmla="*/ 1 w 120"/>
                  <a:gd name="T65" fmla="*/ 3 h 537"/>
                  <a:gd name="T66" fmla="*/ 1 w 120"/>
                  <a:gd name="T67" fmla="*/ 0 h 53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120" h="537">
                    <a:moveTo>
                      <a:pt x="120" y="0"/>
                    </a:moveTo>
                    <a:lnTo>
                      <a:pt x="103" y="13"/>
                    </a:lnTo>
                    <a:lnTo>
                      <a:pt x="87" y="28"/>
                    </a:lnTo>
                    <a:lnTo>
                      <a:pt x="73" y="43"/>
                    </a:lnTo>
                    <a:lnTo>
                      <a:pt x="61" y="59"/>
                    </a:lnTo>
                    <a:lnTo>
                      <a:pt x="49" y="75"/>
                    </a:lnTo>
                    <a:lnTo>
                      <a:pt x="39" y="92"/>
                    </a:lnTo>
                    <a:lnTo>
                      <a:pt x="31" y="110"/>
                    </a:lnTo>
                    <a:lnTo>
                      <a:pt x="23" y="128"/>
                    </a:lnTo>
                    <a:lnTo>
                      <a:pt x="16" y="147"/>
                    </a:lnTo>
                    <a:lnTo>
                      <a:pt x="11" y="166"/>
                    </a:lnTo>
                    <a:lnTo>
                      <a:pt x="7" y="185"/>
                    </a:lnTo>
                    <a:lnTo>
                      <a:pt x="4" y="205"/>
                    </a:lnTo>
                    <a:lnTo>
                      <a:pt x="1" y="224"/>
                    </a:lnTo>
                    <a:lnTo>
                      <a:pt x="0" y="245"/>
                    </a:lnTo>
                    <a:lnTo>
                      <a:pt x="0" y="265"/>
                    </a:lnTo>
                    <a:lnTo>
                      <a:pt x="1" y="285"/>
                    </a:lnTo>
                    <a:lnTo>
                      <a:pt x="3" y="304"/>
                    </a:lnTo>
                    <a:lnTo>
                      <a:pt x="5" y="324"/>
                    </a:lnTo>
                    <a:lnTo>
                      <a:pt x="9" y="343"/>
                    </a:lnTo>
                    <a:lnTo>
                      <a:pt x="13" y="362"/>
                    </a:lnTo>
                    <a:lnTo>
                      <a:pt x="18" y="380"/>
                    </a:lnTo>
                    <a:lnTo>
                      <a:pt x="24" y="398"/>
                    </a:lnTo>
                    <a:lnTo>
                      <a:pt x="30" y="416"/>
                    </a:lnTo>
                    <a:lnTo>
                      <a:pt x="38" y="433"/>
                    </a:lnTo>
                    <a:lnTo>
                      <a:pt x="46" y="449"/>
                    </a:lnTo>
                    <a:lnTo>
                      <a:pt x="54" y="465"/>
                    </a:lnTo>
                    <a:lnTo>
                      <a:pt x="64" y="479"/>
                    </a:lnTo>
                    <a:lnTo>
                      <a:pt x="74" y="493"/>
                    </a:lnTo>
                    <a:lnTo>
                      <a:pt x="84" y="506"/>
                    </a:lnTo>
                    <a:lnTo>
                      <a:pt x="95" y="517"/>
                    </a:lnTo>
                    <a:lnTo>
                      <a:pt x="108" y="528"/>
                    </a:lnTo>
                    <a:lnTo>
                      <a:pt x="120" y="537"/>
                    </a:lnTo>
                    <a:lnTo>
                      <a:pt x="120" y="0"/>
                    </a:lnTo>
                    <a:close/>
                  </a:path>
                </a:pathLst>
              </a:custGeom>
              <a:solidFill>
                <a:srgbClr val="66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77" name="Freeform 133">
                <a:extLst>
                  <a:ext uri="{FF2B5EF4-FFF2-40B4-BE49-F238E27FC236}">
                    <a16:creationId xmlns:a16="http://schemas.microsoft.com/office/drawing/2014/main" id="{E8309280-35C4-46E7-B655-F11AA46687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214" y="2864"/>
                <a:ext cx="80" cy="354"/>
              </a:xfrm>
              <a:custGeom>
                <a:avLst/>
                <a:gdLst>
                  <a:gd name="T0" fmla="*/ 0 w 119"/>
                  <a:gd name="T1" fmla="*/ 0 h 537"/>
                  <a:gd name="T2" fmla="*/ 1 w 119"/>
                  <a:gd name="T3" fmla="*/ 1 h 537"/>
                  <a:gd name="T4" fmla="*/ 1 w 119"/>
                  <a:gd name="T5" fmla="*/ 1 h 537"/>
                  <a:gd name="T6" fmla="*/ 1 w 119"/>
                  <a:gd name="T7" fmla="*/ 1 h 537"/>
                  <a:gd name="T8" fmla="*/ 1 w 119"/>
                  <a:gd name="T9" fmla="*/ 1 h 537"/>
                  <a:gd name="T10" fmla="*/ 1 w 119"/>
                  <a:gd name="T11" fmla="*/ 1 h 537"/>
                  <a:gd name="T12" fmla="*/ 1 w 119"/>
                  <a:gd name="T13" fmla="*/ 1 h 537"/>
                  <a:gd name="T14" fmla="*/ 1 w 119"/>
                  <a:gd name="T15" fmla="*/ 1 h 537"/>
                  <a:gd name="T16" fmla="*/ 1 w 119"/>
                  <a:gd name="T17" fmla="*/ 1 h 537"/>
                  <a:gd name="T18" fmla="*/ 1 w 119"/>
                  <a:gd name="T19" fmla="*/ 1 h 537"/>
                  <a:gd name="T20" fmla="*/ 1 w 119"/>
                  <a:gd name="T21" fmla="*/ 1 h 537"/>
                  <a:gd name="T22" fmla="*/ 1 w 119"/>
                  <a:gd name="T23" fmla="*/ 1 h 537"/>
                  <a:gd name="T24" fmla="*/ 1 w 119"/>
                  <a:gd name="T25" fmla="*/ 1 h 537"/>
                  <a:gd name="T26" fmla="*/ 1 w 119"/>
                  <a:gd name="T27" fmla="*/ 1 h 537"/>
                  <a:gd name="T28" fmla="*/ 1 w 119"/>
                  <a:gd name="T29" fmla="*/ 1 h 537"/>
                  <a:gd name="T30" fmla="*/ 1 w 119"/>
                  <a:gd name="T31" fmla="*/ 1 h 537"/>
                  <a:gd name="T32" fmla="*/ 1 w 119"/>
                  <a:gd name="T33" fmla="*/ 1 h 537"/>
                  <a:gd name="T34" fmla="*/ 1 w 119"/>
                  <a:gd name="T35" fmla="*/ 1 h 537"/>
                  <a:gd name="T36" fmla="*/ 1 w 119"/>
                  <a:gd name="T37" fmla="*/ 1 h 537"/>
                  <a:gd name="T38" fmla="*/ 1 w 119"/>
                  <a:gd name="T39" fmla="*/ 1 h 537"/>
                  <a:gd name="T40" fmla="*/ 1 w 119"/>
                  <a:gd name="T41" fmla="*/ 2 h 537"/>
                  <a:gd name="T42" fmla="*/ 1 w 119"/>
                  <a:gd name="T43" fmla="*/ 2 h 537"/>
                  <a:gd name="T44" fmla="*/ 1 w 119"/>
                  <a:gd name="T45" fmla="*/ 2 h 537"/>
                  <a:gd name="T46" fmla="*/ 1 w 119"/>
                  <a:gd name="T47" fmla="*/ 2 h 537"/>
                  <a:gd name="T48" fmla="*/ 1 w 119"/>
                  <a:gd name="T49" fmla="*/ 2 h 537"/>
                  <a:gd name="T50" fmla="*/ 1 w 119"/>
                  <a:gd name="T51" fmla="*/ 2 h 537"/>
                  <a:gd name="T52" fmla="*/ 1 w 119"/>
                  <a:gd name="T53" fmla="*/ 2 h 537"/>
                  <a:gd name="T54" fmla="*/ 1 w 119"/>
                  <a:gd name="T55" fmla="*/ 2 h 537"/>
                  <a:gd name="T56" fmla="*/ 1 w 119"/>
                  <a:gd name="T57" fmla="*/ 2 h 537"/>
                  <a:gd name="T58" fmla="*/ 1 w 119"/>
                  <a:gd name="T59" fmla="*/ 2 h 537"/>
                  <a:gd name="T60" fmla="*/ 1 w 119"/>
                  <a:gd name="T61" fmla="*/ 2 h 537"/>
                  <a:gd name="T62" fmla="*/ 1 w 119"/>
                  <a:gd name="T63" fmla="*/ 3 h 537"/>
                  <a:gd name="T64" fmla="*/ 0 w 119"/>
                  <a:gd name="T65" fmla="*/ 3 h 537"/>
                  <a:gd name="T66" fmla="*/ 0 w 119"/>
                  <a:gd name="T67" fmla="*/ 0 h 53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119" h="537">
                    <a:moveTo>
                      <a:pt x="0" y="0"/>
                    </a:moveTo>
                    <a:lnTo>
                      <a:pt x="17" y="13"/>
                    </a:lnTo>
                    <a:lnTo>
                      <a:pt x="32" y="28"/>
                    </a:lnTo>
                    <a:lnTo>
                      <a:pt x="46" y="43"/>
                    </a:lnTo>
                    <a:lnTo>
                      <a:pt x="58" y="59"/>
                    </a:lnTo>
                    <a:lnTo>
                      <a:pt x="70" y="75"/>
                    </a:lnTo>
                    <a:lnTo>
                      <a:pt x="80" y="92"/>
                    </a:lnTo>
                    <a:lnTo>
                      <a:pt x="89" y="110"/>
                    </a:lnTo>
                    <a:lnTo>
                      <a:pt x="96" y="128"/>
                    </a:lnTo>
                    <a:lnTo>
                      <a:pt x="103" y="147"/>
                    </a:lnTo>
                    <a:lnTo>
                      <a:pt x="108" y="166"/>
                    </a:lnTo>
                    <a:lnTo>
                      <a:pt x="112" y="185"/>
                    </a:lnTo>
                    <a:lnTo>
                      <a:pt x="115" y="205"/>
                    </a:lnTo>
                    <a:lnTo>
                      <a:pt x="118" y="224"/>
                    </a:lnTo>
                    <a:lnTo>
                      <a:pt x="119" y="245"/>
                    </a:lnTo>
                    <a:lnTo>
                      <a:pt x="119" y="265"/>
                    </a:lnTo>
                    <a:lnTo>
                      <a:pt x="118" y="285"/>
                    </a:lnTo>
                    <a:lnTo>
                      <a:pt x="117" y="304"/>
                    </a:lnTo>
                    <a:lnTo>
                      <a:pt x="114" y="324"/>
                    </a:lnTo>
                    <a:lnTo>
                      <a:pt x="110" y="343"/>
                    </a:lnTo>
                    <a:lnTo>
                      <a:pt x="106" y="362"/>
                    </a:lnTo>
                    <a:lnTo>
                      <a:pt x="101" y="380"/>
                    </a:lnTo>
                    <a:lnTo>
                      <a:pt x="95" y="398"/>
                    </a:lnTo>
                    <a:lnTo>
                      <a:pt x="89" y="416"/>
                    </a:lnTo>
                    <a:lnTo>
                      <a:pt x="81" y="433"/>
                    </a:lnTo>
                    <a:lnTo>
                      <a:pt x="73" y="449"/>
                    </a:lnTo>
                    <a:lnTo>
                      <a:pt x="65" y="465"/>
                    </a:lnTo>
                    <a:lnTo>
                      <a:pt x="55" y="479"/>
                    </a:lnTo>
                    <a:lnTo>
                      <a:pt x="45" y="493"/>
                    </a:lnTo>
                    <a:lnTo>
                      <a:pt x="35" y="506"/>
                    </a:lnTo>
                    <a:lnTo>
                      <a:pt x="24" y="517"/>
                    </a:lnTo>
                    <a:lnTo>
                      <a:pt x="12" y="528"/>
                    </a:lnTo>
                    <a:lnTo>
                      <a:pt x="0" y="5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78" name="Freeform 134">
                <a:extLst>
                  <a:ext uri="{FF2B5EF4-FFF2-40B4-BE49-F238E27FC236}">
                    <a16:creationId xmlns:a16="http://schemas.microsoft.com/office/drawing/2014/main" id="{FB47EF8B-B219-4D88-91E4-95D5D33ADF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18" y="2797"/>
                <a:ext cx="476" cy="476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2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2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0" y="0"/>
                    </a:moveTo>
                    <a:lnTo>
                      <a:pt x="342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8" y="43"/>
                    </a:lnTo>
                    <a:lnTo>
                      <a:pt x="173" y="52"/>
                    </a:lnTo>
                    <a:lnTo>
                      <a:pt x="158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5"/>
                    </a:lnTo>
                    <a:lnTo>
                      <a:pt x="93" y="118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5"/>
                    </a:lnTo>
                    <a:lnTo>
                      <a:pt x="2" y="323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1"/>
                    </a:lnTo>
                    <a:lnTo>
                      <a:pt x="35" y="517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8" y="660"/>
                    </a:lnTo>
                    <a:lnTo>
                      <a:pt x="173" y="669"/>
                    </a:lnTo>
                    <a:lnTo>
                      <a:pt x="188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699"/>
                    </a:lnTo>
                    <a:lnTo>
                      <a:pt x="253" y="705"/>
                    </a:lnTo>
                    <a:lnTo>
                      <a:pt x="270" y="710"/>
                    </a:lnTo>
                    <a:lnTo>
                      <a:pt x="288" y="714"/>
                    </a:lnTo>
                    <a:lnTo>
                      <a:pt x="305" y="717"/>
                    </a:lnTo>
                    <a:lnTo>
                      <a:pt x="323" y="719"/>
                    </a:lnTo>
                    <a:lnTo>
                      <a:pt x="342" y="722"/>
                    </a:lnTo>
                    <a:lnTo>
                      <a:pt x="360" y="722"/>
                    </a:lnTo>
                    <a:lnTo>
                      <a:pt x="379" y="722"/>
                    </a:lnTo>
                    <a:lnTo>
                      <a:pt x="398" y="719"/>
                    </a:lnTo>
                    <a:lnTo>
                      <a:pt x="416" y="717"/>
                    </a:lnTo>
                    <a:lnTo>
                      <a:pt x="433" y="714"/>
                    </a:lnTo>
                    <a:lnTo>
                      <a:pt x="451" y="710"/>
                    </a:lnTo>
                    <a:lnTo>
                      <a:pt x="468" y="705"/>
                    </a:lnTo>
                    <a:lnTo>
                      <a:pt x="485" y="699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7" y="669"/>
                    </a:lnTo>
                    <a:lnTo>
                      <a:pt x="562" y="660"/>
                    </a:lnTo>
                    <a:lnTo>
                      <a:pt x="576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7"/>
                    </a:lnTo>
                    <a:lnTo>
                      <a:pt x="693" y="501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3"/>
                    </a:lnTo>
                    <a:lnTo>
                      <a:pt x="717" y="305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8"/>
                    </a:lnTo>
                    <a:lnTo>
                      <a:pt x="616" y="105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6" y="71"/>
                    </a:lnTo>
                    <a:lnTo>
                      <a:pt x="562" y="61"/>
                    </a:lnTo>
                    <a:lnTo>
                      <a:pt x="547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79" y="0"/>
                    </a:lnTo>
                    <a:lnTo>
                      <a:pt x="360" y="0"/>
                    </a:lnTo>
                  </a:path>
                </a:pathLst>
              </a:custGeom>
              <a:solidFill>
                <a:schemeClr val="bg1"/>
              </a:solidFill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79" name="Rectangle 135">
                <a:extLst>
                  <a:ext uri="{FF2B5EF4-FFF2-40B4-BE49-F238E27FC236}">
                    <a16:creationId xmlns:a16="http://schemas.microsoft.com/office/drawing/2014/main" id="{16F4D60B-CDF7-4CD8-B801-83239E88CE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90" y="3326"/>
                <a:ext cx="7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z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80" name="Freeform 136">
                <a:extLst>
                  <a:ext uri="{FF2B5EF4-FFF2-40B4-BE49-F238E27FC236}">
                    <a16:creationId xmlns:a16="http://schemas.microsoft.com/office/drawing/2014/main" id="{29B9A707-60BF-4398-9389-790CEFCD09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36" y="2797"/>
                <a:ext cx="476" cy="476"/>
              </a:xfrm>
              <a:custGeom>
                <a:avLst/>
                <a:gdLst>
                  <a:gd name="T0" fmla="*/ 1 w 722"/>
                  <a:gd name="T1" fmla="*/ 1 h 722"/>
                  <a:gd name="T2" fmla="*/ 1 w 722"/>
                  <a:gd name="T3" fmla="*/ 1 h 722"/>
                  <a:gd name="T4" fmla="*/ 1 w 722"/>
                  <a:gd name="T5" fmla="*/ 1 h 722"/>
                  <a:gd name="T6" fmla="*/ 1 w 722"/>
                  <a:gd name="T7" fmla="*/ 1 h 722"/>
                  <a:gd name="T8" fmla="*/ 1 w 722"/>
                  <a:gd name="T9" fmla="*/ 1 h 722"/>
                  <a:gd name="T10" fmla="*/ 1 w 722"/>
                  <a:gd name="T11" fmla="*/ 1 h 722"/>
                  <a:gd name="T12" fmla="*/ 1 w 722"/>
                  <a:gd name="T13" fmla="*/ 1 h 722"/>
                  <a:gd name="T14" fmla="*/ 1 w 722"/>
                  <a:gd name="T15" fmla="*/ 1 h 722"/>
                  <a:gd name="T16" fmla="*/ 1 w 722"/>
                  <a:gd name="T17" fmla="*/ 1 h 722"/>
                  <a:gd name="T18" fmla="*/ 1 w 722"/>
                  <a:gd name="T19" fmla="*/ 1 h 722"/>
                  <a:gd name="T20" fmla="*/ 0 w 722"/>
                  <a:gd name="T21" fmla="*/ 2 h 722"/>
                  <a:gd name="T22" fmla="*/ 1 w 722"/>
                  <a:gd name="T23" fmla="*/ 2 h 722"/>
                  <a:gd name="T24" fmla="*/ 1 w 722"/>
                  <a:gd name="T25" fmla="*/ 2 h 722"/>
                  <a:gd name="T26" fmla="*/ 1 w 722"/>
                  <a:gd name="T27" fmla="*/ 2 h 722"/>
                  <a:gd name="T28" fmla="*/ 1 w 722"/>
                  <a:gd name="T29" fmla="*/ 3 h 722"/>
                  <a:gd name="T30" fmla="*/ 1 w 722"/>
                  <a:gd name="T31" fmla="*/ 3 h 722"/>
                  <a:gd name="T32" fmla="*/ 1 w 722"/>
                  <a:gd name="T33" fmla="*/ 3 h 722"/>
                  <a:gd name="T34" fmla="*/ 1 w 722"/>
                  <a:gd name="T35" fmla="*/ 3 h 722"/>
                  <a:gd name="T36" fmla="*/ 1 w 722"/>
                  <a:gd name="T37" fmla="*/ 3 h 722"/>
                  <a:gd name="T38" fmla="*/ 1 w 722"/>
                  <a:gd name="T39" fmla="*/ 3 h 722"/>
                  <a:gd name="T40" fmla="*/ 1 w 722"/>
                  <a:gd name="T41" fmla="*/ 3 h 722"/>
                  <a:gd name="T42" fmla="*/ 2 w 722"/>
                  <a:gd name="T43" fmla="*/ 3 h 722"/>
                  <a:gd name="T44" fmla="*/ 2 w 722"/>
                  <a:gd name="T45" fmla="*/ 3 h 722"/>
                  <a:gd name="T46" fmla="*/ 2 w 722"/>
                  <a:gd name="T47" fmla="*/ 3 h 722"/>
                  <a:gd name="T48" fmla="*/ 2 w 722"/>
                  <a:gd name="T49" fmla="*/ 3 h 722"/>
                  <a:gd name="T50" fmla="*/ 3 w 722"/>
                  <a:gd name="T51" fmla="*/ 3 h 722"/>
                  <a:gd name="T52" fmla="*/ 3 w 722"/>
                  <a:gd name="T53" fmla="*/ 3 h 722"/>
                  <a:gd name="T54" fmla="*/ 3 w 722"/>
                  <a:gd name="T55" fmla="*/ 3 h 722"/>
                  <a:gd name="T56" fmla="*/ 3 w 722"/>
                  <a:gd name="T57" fmla="*/ 3 h 722"/>
                  <a:gd name="T58" fmla="*/ 3 w 722"/>
                  <a:gd name="T59" fmla="*/ 2 h 722"/>
                  <a:gd name="T60" fmla="*/ 3 w 722"/>
                  <a:gd name="T61" fmla="*/ 2 h 722"/>
                  <a:gd name="T62" fmla="*/ 3 w 722"/>
                  <a:gd name="T63" fmla="*/ 2 h 722"/>
                  <a:gd name="T64" fmla="*/ 3 w 722"/>
                  <a:gd name="T65" fmla="*/ 2 h 722"/>
                  <a:gd name="T66" fmla="*/ 3 w 722"/>
                  <a:gd name="T67" fmla="*/ 1 h 722"/>
                  <a:gd name="T68" fmla="*/ 3 w 722"/>
                  <a:gd name="T69" fmla="*/ 1 h 722"/>
                  <a:gd name="T70" fmla="*/ 3 w 722"/>
                  <a:gd name="T71" fmla="*/ 1 h 722"/>
                  <a:gd name="T72" fmla="*/ 3 w 722"/>
                  <a:gd name="T73" fmla="*/ 1 h 722"/>
                  <a:gd name="T74" fmla="*/ 3 w 722"/>
                  <a:gd name="T75" fmla="*/ 1 h 722"/>
                  <a:gd name="T76" fmla="*/ 3 w 722"/>
                  <a:gd name="T77" fmla="*/ 1 h 722"/>
                  <a:gd name="T78" fmla="*/ 3 w 722"/>
                  <a:gd name="T79" fmla="*/ 1 h 722"/>
                  <a:gd name="T80" fmla="*/ 2 w 722"/>
                  <a:gd name="T81" fmla="*/ 1 h 722"/>
                  <a:gd name="T82" fmla="*/ 2 w 722"/>
                  <a:gd name="T83" fmla="*/ 1 h 722"/>
                  <a:gd name="T84" fmla="*/ 2 w 722"/>
                  <a:gd name="T85" fmla="*/ 1 h 722"/>
                  <a:gd name="T86" fmla="*/ 2 w 722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2" h="722">
                    <a:moveTo>
                      <a:pt x="361" y="0"/>
                    </a:moveTo>
                    <a:lnTo>
                      <a:pt x="343" y="0"/>
                    </a:lnTo>
                    <a:lnTo>
                      <a:pt x="324" y="2"/>
                    </a:lnTo>
                    <a:lnTo>
                      <a:pt x="306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9" y="43"/>
                    </a:lnTo>
                    <a:lnTo>
                      <a:pt x="174" y="52"/>
                    </a:lnTo>
                    <a:lnTo>
                      <a:pt x="159" y="61"/>
                    </a:lnTo>
                    <a:lnTo>
                      <a:pt x="145" y="71"/>
                    </a:lnTo>
                    <a:lnTo>
                      <a:pt x="132" y="82"/>
                    </a:lnTo>
                    <a:lnTo>
                      <a:pt x="119" y="93"/>
                    </a:lnTo>
                    <a:lnTo>
                      <a:pt x="106" y="105"/>
                    </a:lnTo>
                    <a:lnTo>
                      <a:pt x="93" y="118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5"/>
                    </a:lnTo>
                    <a:lnTo>
                      <a:pt x="2" y="323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1"/>
                    </a:lnTo>
                    <a:lnTo>
                      <a:pt x="35" y="517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6" y="616"/>
                    </a:lnTo>
                    <a:lnTo>
                      <a:pt x="119" y="628"/>
                    </a:lnTo>
                    <a:lnTo>
                      <a:pt x="132" y="639"/>
                    </a:lnTo>
                    <a:lnTo>
                      <a:pt x="145" y="650"/>
                    </a:lnTo>
                    <a:lnTo>
                      <a:pt x="159" y="660"/>
                    </a:lnTo>
                    <a:lnTo>
                      <a:pt x="174" y="669"/>
                    </a:lnTo>
                    <a:lnTo>
                      <a:pt x="189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699"/>
                    </a:lnTo>
                    <a:lnTo>
                      <a:pt x="253" y="705"/>
                    </a:lnTo>
                    <a:lnTo>
                      <a:pt x="270" y="710"/>
                    </a:lnTo>
                    <a:lnTo>
                      <a:pt x="288" y="714"/>
                    </a:lnTo>
                    <a:lnTo>
                      <a:pt x="306" y="717"/>
                    </a:lnTo>
                    <a:lnTo>
                      <a:pt x="324" y="719"/>
                    </a:lnTo>
                    <a:lnTo>
                      <a:pt x="343" y="722"/>
                    </a:lnTo>
                    <a:lnTo>
                      <a:pt x="361" y="722"/>
                    </a:lnTo>
                    <a:lnTo>
                      <a:pt x="380" y="722"/>
                    </a:lnTo>
                    <a:lnTo>
                      <a:pt x="398" y="719"/>
                    </a:lnTo>
                    <a:lnTo>
                      <a:pt x="416" y="717"/>
                    </a:lnTo>
                    <a:lnTo>
                      <a:pt x="433" y="714"/>
                    </a:lnTo>
                    <a:lnTo>
                      <a:pt x="451" y="710"/>
                    </a:lnTo>
                    <a:lnTo>
                      <a:pt x="468" y="705"/>
                    </a:lnTo>
                    <a:lnTo>
                      <a:pt x="485" y="699"/>
                    </a:lnTo>
                    <a:lnTo>
                      <a:pt x="502" y="693"/>
                    </a:lnTo>
                    <a:lnTo>
                      <a:pt x="518" y="686"/>
                    </a:lnTo>
                    <a:lnTo>
                      <a:pt x="533" y="678"/>
                    </a:lnTo>
                    <a:lnTo>
                      <a:pt x="548" y="669"/>
                    </a:lnTo>
                    <a:lnTo>
                      <a:pt x="563" y="660"/>
                    </a:lnTo>
                    <a:lnTo>
                      <a:pt x="577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7" y="517"/>
                    </a:lnTo>
                    <a:lnTo>
                      <a:pt x="694" y="501"/>
                    </a:lnTo>
                    <a:lnTo>
                      <a:pt x="700" y="485"/>
                    </a:lnTo>
                    <a:lnTo>
                      <a:pt x="706" y="468"/>
                    </a:lnTo>
                    <a:lnTo>
                      <a:pt x="711" y="451"/>
                    </a:lnTo>
                    <a:lnTo>
                      <a:pt x="715" y="433"/>
                    </a:lnTo>
                    <a:lnTo>
                      <a:pt x="718" y="416"/>
                    </a:lnTo>
                    <a:lnTo>
                      <a:pt x="720" y="398"/>
                    </a:lnTo>
                    <a:lnTo>
                      <a:pt x="722" y="380"/>
                    </a:lnTo>
                    <a:lnTo>
                      <a:pt x="722" y="361"/>
                    </a:lnTo>
                    <a:lnTo>
                      <a:pt x="722" y="343"/>
                    </a:lnTo>
                    <a:lnTo>
                      <a:pt x="720" y="323"/>
                    </a:lnTo>
                    <a:lnTo>
                      <a:pt x="718" y="305"/>
                    </a:lnTo>
                    <a:lnTo>
                      <a:pt x="715" y="288"/>
                    </a:lnTo>
                    <a:lnTo>
                      <a:pt x="711" y="270"/>
                    </a:lnTo>
                    <a:lnTo>
                      <a:pt x="706" y="253"/>
                    </a:lnTo>
                    <a:lnTo>
                      <a:pt x="700" y="237"/>
                    </a:lnTo>
                    <a:lnTo>
                      <a:pt x="694" y="220"/>
                    </a:lnTo>
                    <a:lnTo>
                      <a:pt x="687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8"/>
                    </a:lnTo>
                    <a:lnTo>
                      <a:pt x="616" y="105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7" y="71"/>
                    </a:lnTo>
                    <a:lnTo>
                      <a:pt x="563" y="61"/>
                    </a:lnTo>
                    <a:lnTo>
                      <a:pt x="548" y="52"/>
                    </a:lnTo>
                    <a:lnTo>
                      <a:pt x="533" y="43"/>
                    </a:lnTo>
                    <a:lnTo>
                      <a:pt x="518" y="35"/>
                    </a:lnTo>
                    <a:lnTo>
                      <a:pt x="502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80" y="0"/>
                    </a:lnTo>
                    <a:lnTo>
                      <a:pt x="361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81" name="Rectangle 137">
                <a:extLst>
                  <a:ext uri="{FF2B5EF4-FFF2-40B4-BE49-F238E27FC236}">
                    <a16:creationId xmlns:a16="http://schemas.microsoft.com/office/drawing/2014/main" id="{6AFD2A6D-859B-48DB-84A7-C86D8970E1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42" y="2941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82" name="Freeform 138">
                <a:extLst>
                  <a:ext uri="{FF2B5EF4-FFF2-40B4-BE49-F238E27FC236}">
                    <a16:creationId xmlns:a16="http://schemas.microsoft.com/office/drawing/2014/main" id="{BBAA184A-CAE7-4108-BCD4-429414623A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9" y="2868"/>
                <a:ext cx="151" cy="337"/>
              </a:xfrm>
              <a:custGeom>
                <a:avLst/>
                <a:gdLst>
                  <a:gd name="T0" fmla="*/ 30 w 163"/>
                  <a:gd name="T1" fmla="*/ 0 h 355"/>
                  <a:gd name="T2" fmla="*/ 35 w 163"/>
                  <a:gd name="T3" fmla="*/ 9 h 355"/>
                  <a:gd name="T4" fmla="*/ 39 w 163"/>
                  <a:gd name="T5" fmla="*/ 10 h 355"/>
                  <a:gd name="T6" fmla="*/ 44 w 163"/>
                  <a:gd name="T7" fmla="*/ 20 h 355"/>
                  <a:gd name="T8" fmla="*/ 50 w 163"/>
                  <a:gd name="T9" fmla="*/ 34 h 355"/>
                  <a:gd name="T10" fmla="*/ 59 w 163"/>
                  <a:gd name="T11" fmla="*/ 68 h 355"/>
                  <a:gd name="T12" fmla="*/ 60 w 163"/>
                  <a:gd name="T13" fmla="*/ 90 h 355"/>
                  <a:gd name="T14" fmla="*/ 60 w 163"/>
                  <a:gd name="T15" fmla="*/ 107 h 355"/>
                  <a:gd name="T16" fmla="*/ 54 w 163"/>
                  <a:gd name="T17" fmla="*/ 132 h 355"/>
                  <a:gd name="T18" fmla="*/ 51 w 163"/>
                  <a:gd name="T19" fmla="*/ 140 h 355"/>
                  <a:gd name="T20" fmla="*/ 45 w 163"/>
                  <a:gd name="T21" fmla="*/ 155 h 355"/>
                  <a:gd name="T22" fmla="*/ 42 w 163"/>
                  <a:gd name="T23" fmla="*/ 163 h 355"/>
                  <a:gd name="T24" fmla="*/ 38 w 163"/>
                  <a:gd name="T25" fmla="*/ 170 h 355"/>
                  <a:gd name="T26" fmla="*/ 32 w 163"/>
                  <a:gd name="T27" fmla="*/ 177 h 355"/>
                  <a:gd name="T28" fmla="*/ 30 w 163"/>
                  <a:gd name="T29" fmla="*/ 180 h 355"/>
                  <a:gd name="T30" fmla="*/ 27 w 163"/>
                  <a:gd name="T31" fmla="*/ 176 h 355"/>
                  <a:gd name="T32" fmla="*/ 27 w 163"/>
                  <a:gd name="T33" fmla="*/ 175 h 355"/>
                  <a:gd name="T34" fmla="*/ 25 w 163"/>
                  <a:gd name="T35" fmla="*/ 174 h 355"/>
                  <a:gd name="T36" fmla="*/ 20 w 163"/>
                  <a:gd name="T37" fmla="*/ 167 h 355"/>
                  <a:gd name="T38" fmla="*/ 16 w 163"/>
                  <a:gd name="T39" fmla="*/ 158 h 355"/>
                  <a:gd name="T40" fmla="*/ 12 w 163"/>
                  <a:gd name="T41" fmla="*/ 149 h 355"/>
                  <a:gd name="T42" fmla="*/ 9 w 163"/>
                  <a:gd name="T43" fmla="*/ 143 h 355"/>
                  <a:gd name="T44" fmla="*/ 6 w 163"/>
                  <a:gd name="T45" fmla="*/ 133 h 355"/>
                  <a:gd name="T46" fmla="*/ 6 w 163"/>
                  <a:gd name="T47" fmla="*/ 113 h 355"/>
                  <a:gd name="T48" fmla="*/ 4 w 163"/>
                  <a:gd name="T49" fmla="*/ 101 h 355"/>
                  <a:gd name="T50" fmla="*/ 6 w 163"/>
                  <a:gd name="T51" fmla="*/ 66 h 355"/>
                  <a:gd name="T52" fmla="*/ 6 w 163"/>
                  <a:gd name="T53" fmla="*/ 46 h 355"/>
                  <a:gd name="T54" fmla="*/ 10 w 163"/>
                  <a:gd name="T55" fmla="*/ 37 h 355"/>
                  <a:gd name="T56" fmla="*/ 17 w 163"/>
                  <a:gd name="T57" fmla="*/ 24 h 355"/>
                  <a:gd name="T58" fmla="*/ 21 w 163"/>
                  <a:gd name="T59" fmla="*/ 15 h 355"/>
                  <a:gd name="T60" fmla="*/ 24 w 163"/>
                  <a:gd name="T61" fmla="*/ 9 h 355"/>
                  <a:gd name="T62" fmla="*/ 26 w 163"/>
                  <a:gd name="T63" fmla="*/ 9 h 355"/>
                  <a:gd name="T64" fmla="*/ 30 w 163"/>
                  <a:gd name="T65" fmla="*/ 0 h 35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63" h="355">
                    <a:moveTo>
                      <a:pt x="82" y="0"/>
                    </a:moveTo>
                    <a:cubicBezTo>
                      <a:pt x="88" y="2"/>
                      <a:pt x="89" y="8"/>
                      <a:pt x="94" y="10"/>
                    </a:cubicBezTo>
                    <a:cubicBezTo>
                      <a:pt x="95" y="14"/>
                      <a:pt x="101" y="21"/>
                      <a:pt x="105" y="23"/>
                    </a:cubicBezTo>
                    <a:cubicBezTo>
                      <a:pt x="107" y="27"/>
                      <a:pt x="113" y="35"/>
                      <a:pt x="118" y="37"/>
                    </a:cubicBezTo>
                    <a:cubicBezTo>
                      <a:pt x="120" y="44"/>
                      <a:pt x="129" y="62"/>
                      <a:pt x="135" y="66"/>
                    </a:cubicBezTo>
                    <a:cubicBezTo>
                      <a:pt x="143" y="89"/>
                      <a:pt x="155" y="110"/>
                      <a:pt x="160" y="135"/>
                    </a:cubicBezTo>
                    <a:cubicBezTo>
                      <a:pt x="161" y="149"/>
                      <a:pt x="162" y="164"/>
                      <a:pt x="163" y="178"/>
                    </a:cubicBezTo>
                    <a:cubicBezTo>
                      <a:pt x="163" y="189"/>
                      <a:pt x="163" y="200"/>
                      <a:pt x="162" y="211"/>
                    </a:cubicBezTo>
                    <a:cubicBezTo>
                      <a:pt x="161" y="218"/>
                      <a:pt x="149" y="253"/>
                      <a:pt x="145" y="259"/>
                    </a:cubicBezTo>
                    <a:cubicBezTo>
                      <a:pt x="143" y="265"/>
                      <a:pt x="143" y="271"/>
                      <a:pt x="138" y="275"/>
                    </a:cubicBezTo>
                    <a:cubicBezTo>
                      <a:pt x="135" y="285"/>
                      <a:pt x="129" y="297"/>
                      <a:pt x="123" y="306"/>
                    </a:cubicBezTo>
                    <a:cubicBezTo>
                      <a:pt x="119" y="312"/>
                      <a:pt x="120" y="317"/>
                      <a:pt x="114" y="321"/>
                    </a:cubicBezTo>
                    <a:cubicBezTo>
                      <a:pt x="112" y="326"/>
                      <a:pt x="107" y="332"/>
                      <a:pt x="102" y="335"/>
                    </a:cubicBezTo>
                    <a:cubicBezTo>
                      <a:pt x="99" y="341"/>
                      <a:pt x="94" y="344"/>
                      <a:pt x="88" y="348"/>
                    </a:cubicBezTo>
                    <a:cubicBezTo>
                      <a:pt x="87" y="352"/>
                      <a:pt x="84" y="351"/>
                      <a:pt x="82" y="355"/>
                    </a:cubicBezTo>
                    <a:cubicBezTo>
                      <a:pt x="77" y="353"/>
                      <a:pt x="77" y="349"/>
                      <a:pt x="73" y="346"/>
                    </a:cubicBezTo>
                    <a:cubicBezTo>
                      <a:pt x="72" y="345"/>
                      <a:pt x="72" y="344"/>
                      <a:pt x="71" y="343"/>
                    </a:cubicBezTo>
                    <a:cubicBezTo>
                      <a:pt x="70" y="342"/>
                      <a:pt x="68" y="342"/>
                      <a:pt x="67" y="341"/>
                    </a:cubicBezTo>
                    <a:cubicBezTo>
                      <a:pt x="63" y="336"/>
                      <a:pt x="63" y="331"/>
                      <a:pt x="55" y="328"/>
                    </a:cubicBezTo>
                    <a:cubicBezTo>
                      <a:pt x="52" y="324"/>
                      <a:pt x="47" y="311"/>
                      <a:pt x="42" y="309"/>
                    </a:cubicBezTo>
                    <a:cubicBezTo>
                      <a:pt x="40" y="304"/>
                      <a:pt x="35" y="295"/>
                      <a:pt x="31" y="292"/>
                    </a:cubicBezTo>
                    <a:cubicBezTo>
                      <a:pt x="29" y="286"/>
                      <a:pt x="29" y="284"/>
                      <a:pt x="25" y="280"/>
                    </a:cubicBezTo>
                    <a:cubicBezTo>
                      <a:pt x="23" y="275"/>
                      <a:pt x="22" y="267"/>
                      <a:pt x="19" y="262"/>
                    </a:cubicBezTo>
                    <a:cubicBezTo>
                      <a:pt x="16" y="248"/>
                      <a:pt x="10" y="236"/>
                      <a:pt x="7" y="222"/>
                    </a:cubicBezTo>
                    <a:cubicBezTo>
                      <a:pt x="6" y="214"/>
                      <a:pt x="5" y="207"/>
                      <a:pt x="4" y="199"/>
                    </a:cubicBezTo>
                    <a:cubicBezTo>
                      <a:pt x="4" y="188"/>
                      <a:pt x="0" y="139"/>
                      <a:pt x="7" y="131"/>
                    </a:cubicBezTo>
                    <a:cubicBezTo>
                      <a:pt x="12" y="115"/>
                      <a:pt x="10" y="104"/>
                      <a:pt x="19" y="90"/>
                    </a:cubicBezTo>
                    <a:cubicBezTo>
                      <a:pt x="20" y="84"/>
                      <a:pt x="22" y="75"/>
                      <a:pt x="27" y="72"/>
                    </a:cubicBezTo>
                    <a:cubicBezTo>
                      <a:pt x="30" y="64"/>
                      <a:pt x="37" y="48"/>
                      <a:pt x="45" y="45"/>
                    </a:cubicBezTo>
                    <a:cubicBezTo>
                      <a:pt x="48" y="40"/>
                      <a:pt x="53" y="31"/>
                      <a:pt x="58" y="28"/>
                    </a:cubicBezTo>
                    <a:cubicBezTo>
                      <a:pt x="60" y="23"/>
                      <a:pt x="59" y="20"/>
                      <a:pt x="64" y="18"/>
                    </a:cubicBezTo>
                    <a:cubicBezTo>
                      <a:pt x="65" y="14"/>
                      <a:pt x="67" y="12"/>
                      <a:pt x="70" y="10"/>
                    </a:cubicBezTo>
                    <a:cubicBezTo>
                      <a:pt x="72" y="3"/>
                      <a:pt x="82" y="2"/>
                      <a:pt x="82" y="0"/>
                    </a:cubicBezTo>
                    <a:close/>
                  </a:path>
                </a:pathLst>
              </a:cu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mpd="sng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83" name="Freeform 139">
                <a:extLst>
                  <a:ext uri="{FF2B5EF4-FFF2-40B4-BE49-F238E27FC236}">
                    <a16:creationId xmlns:a16="http://schemas.microsoft.com/office/drawing/2014/main" id="{BB0C27DF-3DF3-4FB6-AF65-DB4C1650FD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76" y="3075"/>
                <a:ext cx="478" cy="477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3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3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1" y="0"/>
                    </a:moveTo>
                    <a:lnTo>
                      <a:pt x="343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9" y="43"/>
                    </a:lnTo>
                    <a:lnTo>
                      <a:pt x="174" y="52"/>
                    </a:lnTo>
                    <a:lnTo>
                      <a:pt x="159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6"/>
                    </a:lnTo>
                    <a:lnTo>
                      <a:pt x="93" y="119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6"/>
                    </a:lnTo>
                    <a:lnTo>
                      <a:pt x="2" y="324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2"/>
                    </a:lnTo>
                    <a:lnTo>
                      <a:pt x="35" y="518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9" y="660"/>
                    </a:lnTo>
                    <a:lnTo>
                      <a:pt x="174" y="669"/>
                    </a:lnTo>
                    <a:lnTo>
                      <a:pt x="189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700"/>
                    </a:lnTo>
                    <a:lnTo>
                      <a:pt x="253" y="706"/>
                    </a:lnTo>
                    <a:lnTo>
                      <a:pt x="270" y="711"/>
                    </a:lnTo>
                    <a:lnTo>
                      <a:pt x="288" y="715"/>
                    </a:lnTo>
                    <a:lnTo>
                      <a:pt x="305" y="718"/>
                    </a:lnTo>
                    <a:lnTo>
                      <a:pt x="323" y="720"/>
                    </a:lnTo>
                    <a:lnTo>
                      <a:pt x="343" y="722"/>
                    </a:lnTo>
                    <a:lnTo>
                      <a:pt x="361" y="722"/>
                    </a:lnTo>
                    <a:lnTo>
                      <a:pt x="380" y="722"/>
                    </a:lnTo>
                    <a:lnTo>
                      <a:pt x="398" y="720"/>
                    </a:lnTo>
                    <a:lnTo>
                      <a:pt x="416" y="718"/>
                    </a:lnTo>
                    <a:lnTo>
                      <a:pt x="433" y="715"/>
                    </a:lnTo>
                    <a:lnTo>
                      <a:pt x="451" y="711"/>
                    </a:lnTo>
                    <a:lnTo>
                      <a:pt x="468" y="706"/>
                    </a:lnTo>
                    <a:lnTo>
                      <a:pt x="485" y="700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8" y="669"/>
                    </a:lnTo>
                    <a:lnTo>
                      <a:pt x="563" y="660"/>
                    </a:lnTo>
                    <a:lnTo>
                      <a:pt x="577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8"/>
                    </a:lnTo>
                    <a:lnTo>
                      <a:pt x="693" y="502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4"/>
                    </a:lnTo>
                    <a:lnTo>
                      <a:pt x="717" y="306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9"/>
                    </a:lnTo>
                    <a:lnTo>
                      <a:pt x="616" y="106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7" y="71"/>
                    </a:lnTo>
                    <a:lnTo>
                      <a:pt x="563" y="61"/>
                    </a:lnTo>
                    <a:lnTo>
                      <a:pt x="548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80" y="0"/>
                    </a:lnTo>
                    <a:lnTo>
                      <a:pt x="361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90118" name="TextBox 125">
            <a:extLst>
              <a:ext uri="{FF2B5EF4-FFF2-40B4-BE49-F238E27FC236}">
                <a16:creationId xmlns:a16="http://schemas.microsoft.com/office/drawing/2014/main" id="{76ACB412-9147-43D6-8EA8-C3FF792C0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588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2.16 from the textbook ]</a:t>
            </a:r>
          </a:p>
        </p:txBody>
      </p:sp>
      <p:sp>
        <p:nvSpPr>
          <p:cNvPr id="90119" name="Title 1">
            <a:extLst>
              <a:ext uri="{FF2B5EF4-FFF2-40B4-BE49-F238E27FC236}">
                <a16:creationId xmlns:a16="http://schemas.microsoft.com/office/drawing/2014/main" id="{EA3EE49F-44D1-47E6-946A-2249E6D8E7D3}"/>
              </a:ext>
            </a:extLst>
          </p:cNvPr>
          <p:cNvSpPr txBox="1">
            <a:spLocks/>
          </p:cNvSpPr>
          <p:nvPr/>
        </p:nvSpPr>
        <p:spPr bwMode="auto">
          <a:xfrm>
            <a:off x="0" y="37338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 Right-Hand Side</a:t>
            </a:r>
          </a:p>
        </p:txBody>
      </p:sp>
      <p:grpSp>
        <p:nvGrpSpPr>
          <p:cNvPr id="90120" name="Group 53">
            <a:extLst>
              <a:ext uri="{FF2B5EF4-FFF2-40B4-BE49-F238E27FC236}">
                <a16:creationId xmlns:a16="http://schemas.microsoft.com/office/drawing/2014/main" id="{9C42173E-B59F-49B8-88B1-A29D9E0BF5C9}"/>
              </a:ext>
            </a:extLst>
          </p:cNvPr>
          <p:cNvGrpSpPr>
            <a:grpSpLocks/>
          </p:cNvGrpSpPr>
          <p:nvPr/>
        </p:nvGrpSpPr>
        <p:grpSpPr bwMode="auto">
          <a:xfrm>
            <a:off x="1489075" y="4638675"/>
            <a:ext cx="1787525" cy="1833563"/>
            <a:chOff x="2133600" y="1711325"/>
            <a:chExt cx="1787525" cy="1833563"/>
          </a:xfrm>
        </p:grpSpPr>
        <p:sp>
          <p:nvSpPr>
            <p:cNvPr id="90157" name="Rectangle 38">
              <a:extLst>
                <a:ext uri="{FF2B5EF4-FFF2-40B4-BE49-F238E27FC236}">
                  <a16:creationId xmlns:a16="http://schemas.microsoft.com/office/drawing/2014/main" id="{E78A6921-748D-4349-94AB-A7AA8A070E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03500" y="2078038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58" name="Rectangle 39">
              <a:extLst>
                <a:ext uri="{FF2B5EF4-FFF2-40B4-BE49-F238E27FC236}">
                  <a16:creationId xmlns:a16="http://schemas.microsoft.com/office/drawing/2014/main" id="{C203EAB2-8C46-4359-98A7-9A2F8A8F3A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43275" y="2078038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59" name="Freeform 40">
              <a:extLst>
                <a:ext uri="{FF2B5EF4-FFF2-40B4-BE49-F238E27FC236}">
                  <a16:creationId xmlns:a16="http://schemas.microsoft.com/office/drawing/2014/main" id="{D00C50AE-2F42-4725-9359-BF7B16E1B80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911475" y="1955800"/>
              <a:ext cx="125413" cy="561975"/>
            </a:xfrm>
            <a:custGeom>
              <a:avLst/>
              <a:gdLst>
                <a:gd name="T0" fmla="*/ 2147483646 w 120"/>
                <a:gd name="T1" fmla="*/ 0 h 537"/>
                <a:gd name="T2" fmla="*/ 2147483646 w 120"/>
                <a:gd name="T3" fmla="*/ 2147483646 h 537"/>
                <a:gd name="T4" fmla="*/ 2147483646 w 120"/>
                <a:gd name="T5" fmla="*/ 2147483646 h 537"/>
                <a:gd name="T6" fmla="*/ 2147483646 w 120"/>
                <a:gd name="T7" fmla="*/ 2147483646 h 537"/>
                <a:gd name="T8" fmla="*/ 2147483646 w 120"/>
                <a:gd name="T9" fmla="*/ 2147483646 h 537"/>
                <a:gd name="T10" fmla="*/ 2147483646 w 120"/>
                <a:gd name="T11" fmla="*/ 2147483646 h 537"/>
                <a:gd name="T12" fmla="*/ 2147483646 w 120"/>
                <a:gd name="T13" fmla="*/ 2147483646 h 537"/>
                <a:gd name="T14" fmla="*/ 2147483646 w 120"/>
                <a:gd name="T15" fmla="*/ 2147483646 h 537"/>
                <a:gd name="T16" fmla="*/ 2147483646 w 120"/>
                <a:gd name="T17" fmla="*/ 2147483646 h 537"/>
                <a:gd name="T18" fmla="*/ 2147483646 w 120"/>
                <a:gd name="T19" fmla="*/ 2147483646 h 537"/>
                <a:gd name="T20" fmla="*/ 2147483646 w 120"/>
                <a:gd name="T21" fmla="*/ 2147483646 h 537"/>
                <a:gd name="T22" fmla="*/ 2147483646 w 120"/>
                <a:gd name="T23" fmla="*/ 2147483646 h 537"/>
                <a:gd name="T24" fmla="*/ 2147483646 w 120"/>
                <a:gd name="T25" fmla="*/ 2147483646 h 537"/>
                <a:gd name="T26" fmla="*/ 2147483646 w 120"/>
                <a:gd name="T27" fmla="*/ 2147483646 h 537"/>
                <a:gd name="T28" fmla="*/ 0 w 120"/>
                <a:gd name="T29" fmla="*/ 2147483646 h 537"/>
                <a:gd name="T30" fmla="*/ 0 w 120"/>
                <a:gd name="T31" fmla="*/ 2147483646 h 537"/>
                <a:gd name="T32" fmla="*/ 2147483646 w 120"/>
                <a:gd name="T33" fmla="*/ 2147483646 h 537"/>
                <a:gd name="T34" fmla="*/ 2147483646 w 120"/>
                <a:gd name="T35" fmla="*/ 2147483646 h 537"/>
                <a:gd name="T36" fmla="*/ 2147483646 w 120"/>
                <a:gd name="T37" fmla="*/ 2147483646 h 537"/>
                <a:gd name="T38" fmla="*/ 2147483646 w 120"/>
                <a:gd name="T39" fmla="*/ 2147483646 h 537"/>
                <a:gd name="T40" fmla="*/ 2147483646 w 120"/>
                <a:gd name="T41" fmla="*/ 2147483646 h 537"/>
                <a:gd name="T42" fmla="*/ 2147483646 w 120"/>
                <a:gd name="T43" fmla="*/ 2147483646 h 537"/>
                <a:gd name="T44" fmla="*/ 2147483646 w 120"/>
                <a:gd name="T45" fmla="*/ 2147483646 h 537"/>
                <a:gd name="T46" fmla="*/ 2147483646 w 120"/>
                <a:gd name="T47" fmla="*/ 2147483646 h 537"/>
                <a:gd name="T48" fmla="*/ 2147483646 w 120"/>
                <a:gd name="T49" fmla="*/ 2147483646 h 537"/>
                <a:gd name="T50" fmla="*/ 2147483646 w 120"/>
                <a:gd name="T51" fmla="*/ 2147483646 h 537"/>
                <a:gd name="T52" fmla="*/ 2147483646 w 120"/>
                <a:gd name="T53" fmla="*/ 2147483646 h 537"/>
                <a:gd name="T54" fmla="*/ 2147483646 w 120"/>
                <a:gd name="T55" fmla="*/ 2147483646 h 537"/>
                <a:gd name="T56" fmla="*/ 2147483646 w 120"/>
                <a:gd name="T57" fmla="*/ 2147483646 h 537"/>
                <a:gd name="T58" fmla="*/ 2147483646 w 120"/>
                <a:gd name="T59" fmla="*/ 2147483646 h 537"/>
                <a:gd name="T60" fmla="*/ 2147483646 w 120"/>
                <a:gd name="T61" fmla="*/ 2147483646 h 537"/>
                <a:gd name="T62" fmla="*/ 2147483646 w 120"/>
                <a:gd name="T63" fmla="*/ 2147483646 h 537"/>
                <a:gd name="T64" fmla="*/ 2147483646 w 120"/>
                <a:gd name="T65" fmla="*/ 2147483646 h 537"/>
                <a:gd name="T66" fmla="*/ 2147483646 w 120"/>
                <a:gd name="T67" fmla="*/ 0 h 53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20" h="537">
                  <a:moveTo>
                    <a:pt x="120" y="0"/>
                  </a:moveTo>
                  <a:lnTo>
                    <a:pt x="103" y="13"/>
                  </a:lnTo>
                  <a:lnTo>
                    <a:pt x="87" y="27"/>
                  </a:lnTo>
                  <a:lnTo>
                    <a:pt x="73" y="42"/>
                  </a:lnTo>
                  <a:lnTo>
                    <a:pt x="61" y="59"/>
                  </a:lnTo>
                  <a:lnTo>
                    <a:pt x="49" y="75"/>
                  </a:lnTo>
                  <a:lnTo>
                    <a:pt x="39" y="92"/>
                  </a:lnTo>
                  <a:lnTo>
                    <a:pt x="31" y="110"/>
                  </a:lnTo>
                  <a:lnTo>
                    <a:pt x="23" y="128"/>
                  </a:lnTo>
                  <a:lnTo>
                    <a:pt x="16" y="147"/>
                  </a:lnTo>
                  <a:lnTo>
                    <a:pt x="11" y="166"/>
                  </a:lnTo>
                  <a:lnTo>
                    <a:pt x="7" y="185"/>
                  </a:lnTo>
                  <a:lnTo>
                    <a:pt x="4" y="205"/>
                  </a:lnTo>
                  <a:lnTo>
                    <a:pt x="1" y="224"/>
                  </a:lnTo>
                  <a:lnTo>
                    <a:pt x="0" y="244"/>
                  </a:lnTo>
                  <a:lnTo>
                    <a:pt x="0" y="265"/>
                  </a:lnTo>
                  <a:lnTo>
                    <a:pt x="1" y="285"/>
                  </a:lnTo>
                  <a:lnTo>
                    <a:pt x="3" y="304"/>
                  </a:lnTo>
                  <a:lnTo>
                    <a:pt x="5" y="324"/>
                  </a:lnTo>
                  <a:lnTo>
                    <a:pt x="9" y="343"/>
                  </a:lnTo>
                  <a:lnTo>
                    <a:pt x="13" y="362"/>
                  </a:lnTo>
                  <a:lnTo>
                    <a:pt x="18" y="380"/>
                  </a:lnTo>
                  <a:lnTo>
                    <a:pt x="24" y="398"/>
                  </a:lnTo>
                  <a:lnTo>
                    <a:pt x="30" y="416"/>
                  </a:lnTo>
                  <a:lnTo>
                    <a:pt x="38" y="432"/>
                  </a:lnTo>
                  <a:lnTo>
                    <a:pt x="46" y="448"/>
                  </a:lnTo>
                  <a:lnTo>
                    <a:pt x="54" y="465"/>
                  </a:lnTo>
                  <a:lnTo>
                    <a:pt x="64" y="479"/>
                  </a:lnTo>
                  <a:lnTo>
                    <a:pt x="74" y="493"/>
                  </a:lnTo>
                  <a:lnTo>
                    <a:pt x="84" y="506"/>
                  </a:lnTo>
                  <a:lnTo>
                    <a:pt x="95" y="517"/>
                  </a:lnTo>
                  <a:lnTo>
                    <a:pt x="108" y="528"/>
                  </a:lnTo>
                  <a:lnTo>
                    <a:pt x="120" y="537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60" name="Freeform 41">
              <a:extLst>
                <a:ext uri="{FF2B5EF4-FFF2-40B4-BE49-F238E27FC236}">
                  <a16:creationId xmlns:a16="http://schemas.microsoft.com/office/drawing/2014/main" id="{867FD28A-D452-4E7A-893C-73399F6D7DD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035300" y="1955800"/>
              <a:ext cx="127000" cy="561975"/>
            </a:xfrm>
            <a:custGeom>
              <a:avLst/>
              <a:gdLst>
                <a:gd name="T0" fmla="*/ 0 w 119"/>
                <a:gd name="T1" fmla="*/ 0 h 537"/>
                <a:gd name="T2" fmla="*/ 2147483646 w 119"/>
                <a:gd name="T3" fmla="*/ 2147483646 h 537"/>
                <a:gd name="T4" fmla="*/ 2147483646 w 119"/>
                <a:gd name="T5" fmla="*/ 2147483646 h 537"/>
                <a:gd name="T6" fmla="*/ 2147483646 w 119"/>
                <a:gd name="T7" fmla="*/ 2147483646 h 537"/>
                <a:gd name="T8" fmla="*/ 2147483646 w 119"/>
                <a:gd name="T9" fmla="*/ 2147483646 h 537"/>
                <a:gd name="T10" fmla="*/ 2147483646 w 119"/>
                <a:gd name="T11" fmla="*/ 2147483646 h 537"/>
                <a:gd name="T12" fmla="*/ 2147483646 w 119"/>
                <a:gd name="T13" fmla="*/ 2147483646 h 537"/>
                <a:gd name="T14" fmla="*/ 2147483646 w 119"/>
                <a:gd name="T15" fmla="*/ 2147483646 h 537"/>
                <a:gd name="T16" fmla="*/ 2147483646 w 119"/>
                <a:gd name="T17" fmla="*/ 2147483646 h 537"/>
                <a:gd name="T18" fmla="*/ 2147483646 w 119"/>
                <a:gd name="T19" fmla="*/ 2147483646 h 537"/>
                <a:gd name="T20" fmla="*/ 2147483646 w 119"/>
                <a:gd name="T21" fmla="*/ 2147483646 h 537"/>
                <a:gd name="T22" fmla="*/ 2147483646 w 119"/>
                <a:gd name="T23" fmla="*/ 2147483646 h 537"/>
                <a:gd name="T24" fmla="*/ 2147483646 w 119"/>
                <a:gd name="T25" fmla="*/ 2147483646 h 537"/>
                <a:gd name="T26" fmla="*/ 2147483646 w 119"/>
                <a:gd name="T27" fmla="*/ 2147483646 h 537"/>
                <a:gd name="T28" fmla="*/ 2147483646 w 119"/>
                <a:gd name="T29" fmla="*/ 2147483646 h 537"/>
                <a:gd name="T30" fmla="*/ 2147483646 w 119"/>
                <a:gd name="T31" fmla="*/ 2147483646 h 537"/>
                <a:gd name="T32" fmla="*/ 2147483646 w 119"/>
                <a:gd name="T33" fmla="*/ 2147483646 h 537"/>
                <a:gd name="T34" fmla="*/ 2147483646 w 119"/>
                <a:gd name="T35" fmla="*/ 2147483646 h 537"/>
                <a:gd name="T36" fmla="*/ 2147483646 w 119"/>
                <a:gd name="T37" fmla="*/ 2147483646 h 537"/>
                <a:gd name="T38" fmla="*/ 2147483646 w 119"/>
                <a:gd name="T39" fmla="*/ 2147483646 h 537"/>
                <a:gd name="T40" fmla="*/ 2147483646 w 119"/>
                <a:gd name="T41" fmla="*/ 2147483646 h 537"/>
                <a:gd name="T42" fmla="*/ 2147483646 w 119"/>
                <a:gd name="T43" fmla="*/ 2147483646 h 537"/>
                <a:gd name="T44" fmla="*/ 2147483646 w 119"/>
                <a:gd name="T45" fmla="*/ 2147483646 h 537"/>
                <a:gd name="T46" fmla="*/ 2147483646 w 119"/>
                <a:gd name="T47" fmla="*/ 2147483646 h 537"/>
                <a:gd name="T48" fmla="*/ 2147483646 w 119"/>
                <a:gd name="T49" fmla="*/ 2147483646 h 537"/>
                <a:gd name="T50" fmla="*/ 2147483646 w 119"/>
                <a:gd name="T51" fmla="*/ 2147483646 h 537"/>
                <a:gd name="T52" fmla="*/ 2147483646 w 119"/>
                <a:gd name="T53" fmla="*/ 2147483646 h 537"/>
                <a:gd name="T54" fmla="*/ 2147483646 w 119"/>
                <a:gd name="T55" fmla="*/ 2147483646 h 537"/>
                <a:gd name="T56" fmla="*/ 2147483646 w 119"/>
                <a:gd name="T57" fmla="*/ 2147483646 h 537"/>
                <a:gd name="T58" fmla="*/ 2147483646 w 119"/>
                <a:gd name="T59" fmla="*/ 2147483646 h 537"/>
                <a:gd name="T60" fmla="*/ 2147483646 w 119"/>
                <a:gd name="T61" fmla="*/ 2147483646 h 537"/>
                <a:gd name="T62" fmla="*/ 2147483646 w 119"/>
                <a:gd name="T63" fmla="*/ 2147483646 h 537"/>
                <a:gd name="T64" fmla="*/ 0 w 119"/>
                <a:gd name="T65" fmla="*/ 2147483646 h 537"/>
                <a:gd name="T66" fmla="*/ 0 w 119"/>
                <a:gd name="T67" fmla="*/ 0 h 53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19" h="537">
                  <a:moveTo>
                    <a:pt x="0" y="0"/>
                  </a:moveTo>
                  <a:lnTo>
                    <a:pt x="17" y="13"/>
                  </a:lnTo>
                  <a:lnTo>
                    <a:pt x="32" y="27"/>
                  </a:lnTo>
                  <a:lnTo>
                    <a:pt x="46" y="42"/>
                  </a:lnTo>
                  <a:lnTo>
                    <a:pt x="58" y="59"/>
                  </a:lnTo>
                  <a:lnTo>
                    <a:pt x="70" y="75"/>
                  </a:lnTo>
                  <a:lnTo>
                    <a:pt x="80" y="92"/>
                  </a:lnTo>
                  <a:lnTo>
                    <a:pt x="89" y="110"/>
                  </a:lnTo>
                  <a:lnTo>
                    <a:pt x="96" y="128"/>
                  </a:lnTo>
                  <a:lnTo>
                    <a:pt x="103" y="147"/>
                  </a:lnTo>
                  <a:lnTo>
                    <a:pt x="108" y="166"/>
                  </a:lnTo>
                  <a:lnTo>
                    <a:pt x="112" y="185"/>
                  </a:lnTo>
                  <a:lnTo>
                    <a:pt x="115" y="205"/>
                  </a:lnTo>
                  <a:lnTo>
                    <a:pt x="118" y="224"/>
                  </a:lnTo>
                  <a:lnTo>
                    <a:pt x="119" y="244"/>
                  </a:lnTo>
                  <a:lnTo>
                    <a:pt x="119" y="265"/>
                  </a:lnTo>
                  <a:lnTo>
                    <a:pt x="118" y="285"/>
                  </a:lnTo>
                  <a:lnTo>
                    <a:pt x="117" y="304"/>
                  </a:lnTo>
                  <a:lnTo>
                    <a:pt x="114" y="324"/>
                  </a:lnTo>
                  <a:lnTo>
                    <a:pt x="110" y="343"/>
                  </a:lnTo>
                  <a:lnTo>
                    <a:pt x="106" y="362"/>
                  </a:lnTo>
                  <a:lnTo>
                    <a:pt x="101" y="380"/>
                  </a:lnTo>
                  <a:lnTo>
                    <a:pt x="95" y="398"/>
                  </a:lnTo>
                  <a:lnTo>
                    <a:pt x="89" y="416"/>
                  </a:lnTo>
                  <a:lnTo>
                    <a:pt x="81" y="432"/>
                  </a:lnTo>
                  <a:lnTo>
                    <a:pt x="73" y="448"/>
                  </a:lnTo>
                  <a:lnTo>
                    <a:pt x="65" y="465"/>
                  </a:lnTo>
                  <a:lnTo>
                    <a:pt x="55" y="479"/>
                  </a:lnTo>
                  <a:lnTo>
                    <a:pt x="45" y="493"/>
                  </a:lnTo>
                  <a:lnTo>
                    <a:pt x="35" y="506"/>
                  </a:lnTo>
                  <a:lnTo>
                    <a:pt x="24" y="517"/>
                  </a:lnTo>
                  <a:lnTo>
                    <a:pt x="12" y="528"/>
                  </a:lnTo>
                  <a:lnTo>
                    <a:pt x="0" y="5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61" name="Freeform 42">
              <a:extLst>
                <a:ext uri="{FF2B5EF4-FFF2-40B4-BE49-F238E27FC236}">
                  <a16:creationId xmlns:a16="http://schemas.microsoft.com/office/drawing/2014/main" id="{E0064230-D722-4A1C-BFC7-E35D1AB59EF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657475" y="2300288"/>
              <a:ext cx="758825" cy="755650"/>
            </a:xfrm>
            <a:custGeom>
              <a:avLst/>
              <a:gdLst>
                <a:gd name="T0" fmla="*/ 2147483646 w 721"/>
                <a:gd name="T1" fmla="*/ 2147483646 h 722"/>
                <a:gd name="T2" fmla="*/ 2147483646 w 721"/>
                <a:gd name="T3" fmla="*/ 2147483646 h 722"/>
                <a:gd name="T4" fmla="*/ 2147483646 w 721"/>
                <a:gd name="T5" fmla="*/ 2147483646 h 722"/>
                <a:gd name="T6" fmla="*/ 2147483646 w 721"/>
                <a:gd name="T7" fmla="*/ 2147483646 h 722"/>
                <a:gd name="T8" fmla="*/ 2147483646 w 721"/>
                <a:gd name="T9" fmla="*/ 2147483646 h 722"/>
                <a:gd name="T10" fmla="*/ 2147483646 w 721"/>
                <a:gd name="T11" fmla="*/ 2147483646 h 722"/>
                <a:gd name="T12" fmla="*/ 2147483646 w 721"/>
                <a:gd name="T13" fmla="*/ 2147483646 h 722"/>
                <a:gd name="T14" fmla="*/ 2147483646 w 721"/>
                <a:gd name="T15" fmla="*/ 2147483646 h 722"/>
                <a:gd name="T16" fmla="*/ 2147483646 w 721"/>
                <a:gd name="T17" fmla="*/ 2147483646 h 722"/>
                <a:gd name="T18" fmla="*/ 2147483646 w 721"/>
                <a:gd name="T19" fmla="*/ 2147483646 h 722"/>
                <a:gd name="T20" fmla="*/ 2147483646 w 721"/>
                <a:gd name="T21" fmla="*/ 2147483646 h 722"/>
                <a:gd name="T22" fmla="*/ 2147483646 w 721"/>
                <a:gd name="T23" fmla="*/ 2147483646 h 722"/>
                <a:gd name="T24" fmla="*/ 2147483646 w 721"/>
                <a:gd name="T25" fmla="*/ 2147483646 h 722"/>
                <a:gd name="T26" fmla="*/ 2147483646 w 721"/>
                <a:gd name="T27" fmla="*/ 2147483646 h 722"/>
                <a:gd name="T28" fmla="*/ 2147483646 w 721"/>
                <a:gd name="T29" fmla="*/ 2147483646 h 722"/>
                <a:gd name="T30" fmla="*/ 2147483646 w 721"/>
                <a:gd name="T31" fmla="*/ 2147483646 h 722"/>
                <a:gd name="T32" fmla="*/ 2147483646 w 721"/>
                <a:gd name="T33" fmla="*/ 2147483646 h 722"/>
                <a:gd name="T34" fmla="*/ 2147483646 w 721"/>
                <a:gd name="T35" fmla="*/ 2147483646 h 722"/>
                <a:gd name="T36" fmla="*/ 2147483646 w 721"/>
                <a:gd name="T37" fmla="*/ 2147483646 h 722"/>
                <a:gd name="T38" fmla="*/ 2147483646 w 721"/>
                <a:gd name="T39" fmla="*/ 2147483646 h 722"/>
                <a:gd name="T40" fmla="*/ 2147483646 w 721"/>
                <a:gd name="T41" fmla="*/ 2147483646 h 722"/>
                <a:gd name="T42" fmla="*/ 2147483646 w 721"/>
                <a:gd name="T43" fmla="*/ 2147483646 h 722"/>
                <a:gd name="T44" fmla="*/ 2147483646 w 721"/>
                <a:gd name="T45" fmla="*/ 2147483646 h 722"/>
                <a:gd name="T46" fmla="*/ 2147483646 w 721"/>
                <a:gd name="T47" fmla="*/ 2147483646 h 722"/>
                <a:gd name="T48" fmla="*/ 2147483646 w 721"/>
                <a:gd name="T49" fmla="*/ 2147483646 h 722"/>
                <a:gd name="T50" fmla="*/ 2147483646 w 721"/>
                <a:gd name="T51" fmla="*/ 2147483646 h 722"/>
                <a:gd name="T52" fmla="*/ 2147483646 w 721"/>
                <a:gd name="T53" fmla="*/ 2147483646 h 722"/>
                <a:gd name="T54" fmla="*/ 2147483646 w 721"/>
                <a:gd name="T55" fmla="*/ 2147483646 h 722"/>
                <a:gd name="T56" fmla="*/ 2147483646 w 721"/>
                <a:gd name="T57" fmla="*/ 2147483646 h 722"/>
                <a:gd name="T58" fmla="*/ 2147483646 w 721"/>
                <a:gd name="T59" fmla="*/ 2147483646 h 722"/>
                <a:gd name="T60" fmla="*/ 2147483646 w 721"/>
                <a:gd name="T61" fmla="*/ 2147483646 h 722"/>
                <a:gd name="T62" fmla="*/ 2147483646 w 721"/>
                <a:gd name="T63" fmla="*/ 2147483646 h 722"/>
                <a:gd name="T64" fmla="*/ 2147483646 w 721"/>
                <a:gd name="T65" fmla="*/ 2147483646 h 722"/>
                <a:gd name="T66" fmla="*/ 2147483646 w 721"/>
                <a:gd name="T67" fmla="*/ 2147483646 h 722"/>
                <a:gd name="T68" fmla="*/ 2147483646 w 721"/>
                <a:gd name="T69" fmla="*/ 2147483646 h 722"/>
                <a:gd name="T70" fmla="*/ 2147483646 w 721"/>
                <a:gd name="T71" fmla="*/ 2147483646 h 722"/>
                <a:gd name="T72" fmla="*/ 2147483646 w 721"/>
                <a:gd name="T73" fmla="*/ 2147483646 h 722"/>
                <a:gd name="T74" fmla="*/ 2147483646 w 721"/>
                <a:gd name="T75" fmla="*/ 2147483646 h 722"/>
                <a:gd name="T76" fmla="*/ 2147483646 w 721"/>
                <a:gd name="T77" fmla="*/ 2147483646 h 722"/>
                <a:gd name="T78" fmla="*/ 2147483646 w 721"/>
                <a:gd name="T79" fmla="*/ 2147483646 h 722"/>
                <a:gd name="T80" fmla="*/ 2147483646 w 721"/>
                <a:gd name="T81" fmla="*/ 2147483646 h 722"/>
                <a:gd name="T82" fmla="*/ 2147483646 w 721"/>
                <a:gd name="T83" fmla="*/ 2147483646 h 722"/>
                <a:gd name="T84" fmla="*/ 2147483646 w 721"/>
                <a:gd name="T85" fmla="*/ 2147483646 h 722"/>
                <a:gd name="T86" fmla="*/ 2147483646 w 721"/>
                <a:gd name="T87" fmla="*/ 2147483646 h 7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1" h="722">
                  <a:moveTo>
                    <a:pt x="674" y="182"/>
                  </a:moveTo>
                  <a:lnTo>
                    <a:pt x="664" y="166"/>
                  </a:lnTo>
                  <a:lnTo>
                    <a:pt x="654" y="151"/>
                  </a:lnTo>
                  <a:lnTo>
                    <a:pt x="643" y="136"/>
                  </a:lnTo>
                  <a:lnTo>
                    <a:pt x="631" y="122"/>
                  </a:lnTo>
                  <a:lnTo>
                    <a:pt x="619" y="108"/>
                  </a:lnTo>
                  <a:lnTo>
                    <a:pt x="607" y="96"/>
                  </a:lnTo>
                  <a:lnTo>
                    <a:pt x="594" y="84"/>
                  </a:lnTo>
                  <a:lnTo>
                    <a:pt x="580" y="73"/>
                  </a:lnTo>
                  <a:lnTo>
                    <a:pt x="566" y="63"/>
                  </a:lnTo>
                  <a:lnTo>
                    <a:pt x="551" y="54"/>
                  </a:lnTo>
                  <a:lnTo>
                    <a:pt x="536" y="45"/>
                  </a:lnTo>
                  <a:lnTo>
                    <a:pt x="520" y="37"/>
                  </a:lnTo>
                  <a:lnTo>
                    <a:pt x="504" y="30"/>
                  </a:lnTo>
                  <a:lnTo>
                    <a:pt x="488" y="23"/>
                  </a:lnTo>
                  <a:lnTo>
                    <a:pt x="472" y="17"/>
                  </a:lnTo>
                  <a:lnTo>
                    <a:pt x="455" y="12"/>
                  </a:lnTo>
                  <a:lnTo>
                    <a:pt x="439" y="8"/>
                  </a:lnTo>
                  <a:lnTo>
                    <a:pt x="422" y="5"/>
                  </a:lnTo>
                  <a:lnTo>
                    <a:pt x="405" y="3"/>
                  </a:lnTo>
                  <a:lnTo>
                    <a:pt x="387" y="1"/>
                  </a:lnTo>
                  <a:lnTo>
                    <a:pt x="370" y="0"/>
                  </a:lnTo>
                  <a:lnTo>
                    <a:pt x="353" y="0"/>
                  </a:lnTo>
                  <a:lnTo>
                    <a:pt x="334" y="1"/>
                  </a:lnTo>
                  <a:lnTo>
                    <a:pt x="317" y="2"/>
                  </a:lnTo>
                  <a:lnTo>
                    <a:pt x="300" y="5"/>
                  </a:lnTo>
                  <a:lnTo>
                    <a:pt x="282" y="8"/>
                  </a:lnTo>
                  <a:lnTo>
                    <a:pt x="265" y="13"/>
                  </a:lnTo>
                  <a:lnTo>
                    <a:pt x="248" y="18"/>
                  </a:lnTo>
                  <a:lnTo>
                    <a:pt x="231" y="24"/>
                  </a:lnTo>
                  <a:lnTo>
                    <a:pt x="214" y="31"/>
                  </a:lnTo>
                  <a:lnTo>
                    <a:pt x="198" y="39"/>
                  </a:lnTo>
                  <a:lnTo>
                    <a:pt x="182" y="47"/>
                  </a:lnTo>
                  <a:lnTo>
                    <a:pt x="166" y="57"/>
                  </a:lnTo>
                  <a:lnTo>
                    <a:pt x="151" y="67"/>
                  </a:lnTo>
                  <a:lnTo>
                    <a:pt x="135" y="78"/>
                  </a:lnTo>
                  <a:lnTo>
                    <a:pt x="121" y="90"/>
                  </a:lnTo>
                  <a:lnTo>
                    <a:pt x="108" y="102"/>
                  </a:lnTo>
                  <a:lnTo>
                    <a:pt x="96" y="114"/>
                  </a:lnTo>
                  <a:lnTo>
                    <a:pt x="84" y="129"/>
                  </a:lnTo>
                  <a:lnTo>
                    <a:pt x="73" y="142"/>
                  </a:lnTo>
                  <a:lnTo>
                    <a:pt x="63" y="157"/>
                  </a:lnTo>
                  <a:lnTo>
                    <a:pt x="54" y="171"/>
                  </a:lnTo>
                  <a:lnTo>
                    <a:pt x="45" y="186"/>
                  </a:lnTo>
                  <a:lnTo>
                    <a:pt x="37" y="201"/>
                  </a:lnTo>
                  <a:lnTo>
                    <a:pt x="30" y="217"/>
                  </a:lnTo>
                  <a:lnTo>
                    <a:pt x="23" y="233"/>
                  </a:lnTo>
                  <a:lnTo>
                    <a:pt x="17" y="249"/>
                  </a:lnTo>
                  <a:lnTo>
                    <a:pt x="12" y="266"/>
                  </a:lnTo>
                  <a:lnTo>
                    <a:pt x="8" y="283"/>
                  </a:lnTo>
                  <a:lnTo>
                    <a:pt x="5" y="300"/>
                  </a:lnTo>
                  <a:lnTo>
                    <a:pt x="3" y="317"/>
                  </a:lnTo>
                  <a:lnTo>
                    <a:pt x="1" y="335"/>
                  </a:lnTo>
                  <a:lnTo>
                    <a:pt x="0" y="352"/>
                  </a:lnTo>
                  <a:lnTo>
                    <a:pt x="0" y="369"/>
                  </a:lnTo>
                  <a:lnTo>
                    <a:pt x="1" y="387"/>
                  </a:lnTo>
                  <a:lnTo>
                    <a:pt x="2" y="404"/>
                  </a:lnTo>
                  <a:lnTo>
                    <a:pt x="5" y="422"/>
                  </a:lnTo>
                  <a:lnTo>
                    <a:pt x="8" y="439"/>
                  </a:lnTo>
                  <a:lnTo>
                    <a:pt x="13" y="456"/>
                  </a:lnTo>
                  <a:lnTo>
                    <a:pt x="18" y="473"/>
                  </a:lnTo>
                  <a:lnTo>
                    <a:pt x="24" y="490"/>
                  </a:lnTo>
                  <a:lnTo>
                    <a:pt x="31" y="507"/>
                  </a:lnTo>
                  <a:lnTo>
                    <a:pt x="39" y="524"/>
                  </a:lnTo>
                  <a:lnTo>
                    <a:pt x="47" y="541"/>
                  </a:lnTo>
                  <a:lnTo>
                    <a:pt x="57" y="556"/>
                  </a:lnTo>
                  <a:lnTo>
                    <a:pt x="67" y="572"/>
                  </a:lnTo>
                  <a:lnTo>
                    <a:pt x="78" y="586"/>
                  </a:lnTo>
                  <a:lnTo>
                    <a:pt x="90" y="600"/>
                  </a:lnTo>
                  <a:lnTo>
                    <a:pt x="102" y="613"/>
                  </a:lnTo>
                  <a:lnTo>
                    <a:pt x="114" y="625"/>
                  </a:lnTo>
                  <a:lnTo>
                    <a:pt x="128" y="637"/>
                  </a:lnTo>
                  <a:lnTo>
                    <a:pt x="141" y="648"/>
                  </a:lnTo>
                  <a:lnTo>
                    <a:pt x="157" y="658"/>
                  </a:lnTo>
                  <a:lnTo>
                    <a:pt x="171" y="668"/>
                  </a:lnTo>
                  <a:lnTo>
                    <a:pt x="186" y="676"/>
                  </a:lnTo>
                  <a:lnTo>
                    <a:pt x="201" y="684"/>
                  </a:lnTo>
                  <a:lnTo>
                    <a:pt x="217" y="692"/>
                  </a:lnTo>
                  <a:lnTo>
                    <a:pt x="233" y="698"/>
                  </a:lnTo>
                  <a:lnTo>
                    <a:pt x="249" y="704"/>
                  </a:lnTo>
                  <a:lnTo>
                    <a:pt x="266" y="709"/>
                  </a:lnTo>
                  <a:lnTo>
                    <a:pt x="283" y="713"/>
                  </a:lnTo>
                  <a:lnTo>
                    <a:pt x="300" y="717"/>
                  </a:lnTo>
                  <a:lnTo>
                    <a:pt x="317" y="720"/>
                  </a:lnTo>
                  <a:lnTo>
                    <a:pt x="334" y="721"/>
                  </a:lnTo>
                  <a:lnTo>
                    <a:pt x="352" y="722"/>
                  </a:lnTo>
                  <a:lnTo>
                    <a:pt x="369" y="722"/>
                  </a:lnTo>
                  <a:lnTo>
                    <a:pt x="387" y="721"/>
                  </a:lnTo>
                  <a:lnTo>
                    <a:pt x="404" y="720"/>
                  </a:lnTo>
                  <a:lnTo>
                    <a:pt x="422" y="717"/>
                  </a:lnTo>
                  <a:lnTo>
                    <a:pt x="439" y="713"/>
                  </a:lnTo>
                  <a:lnTo>
                    <a:pt x="456" y="709"/>
                  </a:lnTo>
                  <a:lnTo>
                    <a:pt x="473" y="703"/>
                  </a:lnTo>
                  <a:lnTo>
                    <a:pt x="490" y="697"/>
                  </a:lnTo>
                  <a:lnTo>
                    <a:pt x="507" y="690"/>
                  </a:lnTo>
                  <a:lnTo>
                    <a:pt x="523" y="683"/>
                  </a:lnTo>
                  <a:lnTo>
                    <a:pt x="541" y="674"/>
                  </a:lnTo>
                  <a:lnTo>
                    <a:pt x="556" y="664"/>
                  </a:lnTo>
                  <a:lnTo>
                    <a:pt x="572" y="654"/>
                  </a:lnTo>
                  <a:lnTo>
                    <a:pt x="586" y="643"/>
                  </a:lnTo>
                  <a:lnTo>
                    <a:pt x="600" y="631"/>
                  </a:lnTo>
                  <a:lnTo>
                    <a:pt x="613" y="619"/>
                  </a:lnTo>
                  <a:lnTo>
                    <a:pt x="625" y="607"/>
                  </a:lnTo>
                  <a:lnTo>
                    <a:pt x="637" y="594"/>
                  </a:lnTo>
                  <a:lnTo>
                    <a:pt x="648" y="580"/>
                  </a:lnTo>
                  <a:lnTo>
                    <a:pt x="658" y="566"/>
                  </a:lnTo>
                  <a:lnTo>
                    <a:pt x="668" y="551"/>
                  </a:lnTo>
                  <a:lnTo>
                    <a:pt x="676" y="536"/>
                  </a:lnTo>
                  <a:lnTo>
                    <a:pt x="684" y="521"/>
                  </a:lnTo>
                  <a:lnTo>
                    <a:pt x="692" y="504"/>
                  </a:lnTo>
                  <a:lnTo>
                    <a:pt x="698" y="488"/>
                  </a:lnTo>
                  <a:lnTo>
                    <a:pt x="704" y="472"/>
                  </a:lnTo>
                  <a:lnTo>
                    <a:pt x="709" y="455"/>
                  </a:lnTo>
                  <a:lnTo>
                    <a:pt x="713" y="439"/>
                  </a:lnTo>
                  <a:lnTo>
                    <a:pt x="716" y="422"/>
                  </a:lnTo>
                  <a:lnTo>
                    <a:pt x="719" y="405"/>
                  </a:lnTo>
                  <a:lnTo>
                    <a:pt x="720" y="387"/>
                  </a:lnTo>
                  <a:lnTo>
                    <a:pt x="721" y="370"/>
                  </a:lnTo>
                  <a:lnTo>
                    <a:pt x="721" y="353"/>
                  </a:lnTo>
                  <a:lnTo>
                    <a:pt x="720" y="335"/>
                  </a:lnTo>
                  <a:lnTo>
                    <a:pt x="719" y="317"/>
                  </a:lnTo>
                  <a:lnTo>
                    <a:pt x="716" y="300"/>
                  </a:lnTo>
                  <a:lnTo>
                    <a:pt x="713" y="282"/>
                  </a:lnTo>
                  <a:lnTo>
                    <a:pt x="709" y="265"/>
                  </a:lnTo>
                  <a:lnTo>
                    <a:pt x="703" y="248"/>
                  </a:lnTo>
                  <a:lnTo>
                    <a:pt x="697" y="231"/>
                  </a:lnTo>
                  <a:lnTo>
                    <a:pt x="690" y="214"/>
                  </a:lnTo>
                  <a:lnTo>
                    <a:pt x="683" y="198"/>
                  </a:lnTo>
                  <a:lnTo>
                    <a:pt x="674" y="182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62" name="Rectangle 43">
              <a:extLst>
                <a:ext uri="{FF2B5EF4-FFF2-40B4-BE49-F238E27FC236}">
                  <a16:creationId xmlns:a16="http://schemas.microsoft.com/office/drawing/2014/main" id="{1E3CAE78-E9FD-4BA0-8A8F-76E4B89A35E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97200" y="2689225"/>
              <a:ext cx="1222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63" name="Rectangle 44">
              <a:extLst>
                <a:ext uri="{FF2B5EF4-FFF2-40B4-BE49-F238E27FC236}">
                  <a16:creationId xmlns:a16="http://schemas.microsoft.com/office/drawing/2014/main" id="{BECDFCD3-0CAF-4269-AD6C-F78102D4AF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89250" y="3316288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64" name="Rectangle 45">
              <a:extLst>
                <a:ext uri="{FF2B5EF4-FFF2-40B4-BE49-F238E27FC236}">
                  <a16:creationId xmlns:a16="http://schemas.microsoft.com/office/drawing/2014/main" id="{EBD183F1-C00B-4AA7-9058-8E93AD97440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1025" y="3316288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65" name="Freeform 64">
              <a:extLst>
                <a:ext uri="{FF2B5EF4-FFF2-40B4-BE49-F238E27FC236}">
                  <a16:creationId xmlns:a16="http://schemas.microsoft.com/office/drawing/2014/main" id="{74DF0447-2C95-4F16-98F4-9BF3BA7A109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406650" y="1857375"/>
              <a:ext cx="755650" cy="757238"/>
            </a:xfrm>
            <a:custGeom>
              <a:avLst/>
              <a:gdLst>
                <a:gd name="T0" fmla="*/ 2147483646 w 721"/>
                <a:gd name="T1" fmla="*/ 2147483646 h 721"/>
                <a:gd name="T2" fmla="*/ 2147483646 w 721"/>
                <a:gd name="T3" fmla="*/ 2147483646 h 721"/>
                <a:gd name="T4" fmla="*/ 2147483646 w 721"/>
                <a:gd name="T5" fmla="*/ 2147483646 h 721"/>
                <a:gd name="T6" fmla="*/ 2147483646 w 721"/>
                <a:gd name="T7" fmla="*/ 2147483646 h 721"/>
                <a:gd name="T8" fmla="*/ 2147483646 w 721"/>
                <a:gd name="T9" fmla="*/ 2147483646 h 721"/>
                <a:gd name="T10" fmla="*/ 2147483646 w 721"/>
                <a:gd name="T11" fmla="*/ 2147483646 h 721"/>
                <a:gd name="T12" fmla="*/ 2147483646 w 721"/>
                <a:gd name="T13" fmla="*/ 2147483646 h 721"/>
                <a:gd name="T14" fmla="*/ 2147483646 w 721"/>
                <a:gd name="T15" fmla="*/ 2147483646 h 721"/>
                <a:gd name="T16" fmla="*/ 2147483646 w 721"/>
                <a:gd name="T17" fmla="*/ 2147483646 h 721"/>
                <a:gd name="T18" fmla="*/ 2147483646 w 721"/>
                <a:gd name="T19" fmla="*/ 2147483646 h 721"/>
                <a:gd name="T20" fmla="*/ 0 w 721"/>
                <a:gd name="T21" fmla="*/ 2147483646 h 721"/>
                <a:gd name="T22" fmla="*/ 2147483646 w 721"/>
                <a:gd name="T23" fmla="*/ 2147483646 h 721"/>
                <a:gd name="T24" fmla="*/ 2147483646 w 721"/>
                <a:gd name="T25" fmla="*/ 2147483646 h 721"/>
                <a:gd name="T26" fmla="*/ 2147483646 w 721"/>
                <a:gd name="T27" fmla="*/ 2147483646 h 721"/>
                <a:gd name="T28" fmla="*/ 2147483646 w 721"/>
                <a:gd name="T29" fmla="*/ 2147483646 h 721"/>
                <a:gd name="T30" fmla="*/ 2147483646 w 721"/>
                <a:gd name="T31" fmla="*/ 2147483646 h 721"/>
                <a:gd name="T32" fmla="*/ 2147483646 w 721"/>
                <a:gd name="T33" fmla="*/ 2147483646 h 721"/>
                <a:gd name="T34" fmla="*/ 2147483646 w 721"/>
                <a:gd name="T35" fmla="*/ 2147483646 h 721"/>
                <a:gd name="T36" fmla="*/ 2147483646 w 721"/>
                <a:gd name="T37" fmla="*/ 2147483646 h 721"/>
                <a:gd name="T38" fmla="*/ 2147483646 w 721"/>
                <a:gd name="T39" fmla="*/ 2147483646 h 721"/>
                <a:gd name="T40" fmla="*/ 2147483646 w 721"/>
                <a:gd name="T41" fmla="*/ 2147483646 h 721"/>
                <a:gd name="T42" fmla="*/ 2147483646 w 721"/>
                <a:gd name="T43" fmla="*/ 2147483646 h 721"/>
                <a:gd name="T44" fmla="*/ 2147483646 w 721"/>
                <a:gd name="T45" fmla="*/ 2147483646 h 721"/>
                <a:gd name="T46" fmla="*/ 2147483646 w 721"/>
                <a:gd name="T47" fmla="*/ 2147483646 h 721"/>
                <a:gd name="T48" fmla="*/ 2147483646 w 721"/>
                <a:gd name="T49" fmla="*/ 2147483646 h 721"/>
                <a:gd name="T50" fmla="*/ 2147483646 w 721"/>
                <a:gd name="T51" fmla="*/ 2147483646 h 721"/>
                <a:gd name="T52" fmla="*/ 2147483646 w 721"/>
                <a:gd name="T53" fmla="*/ 2147483646 h 721"/>
                <a:gd name="T54" fmla="*/ 2147483646 w 721"/>
                <a:gd name="T55" fmla="*/ 2147483646 h 721"/>
                <a:gd name="T56" fmla="*/ 2147483646 w 721"/>
                <a:gd name="T57" fmla="*/ 2147483646 h 721"/>
                <a:gd name="T58" fmla="*/ 2147483646 w 721"/>
                <a:gd name="T59" fmla="*/ 2147483646 h 721"/>
                <a:gd name="T60" fmla="*/ 2147483646 w 721"/>
                <a:gd name="T61" fmla="*/ 2147483646 h 721"/>
                <a:gd name="T62" fmla="*/ 2147483646 w 721"/>
                <a:gd name="T63" fmla="*/ 2147483646 h 721"/>
                <a:gd name="T64" fmla="*/ 2147483646 w 721"/>
                <a:gd name="T65" fmla="*/ 2147483646 h 721"/>
                <a:gd name="T66" fmla="*/ 2147483646 w 721"/>
                <a:gd name="T67" fmla="*/ 2147483646 h 721"/>
                <a:gd name="T68" fmla="*/ 2147483646 w 721"/>
                <a:gd name="T69" fmla="*/ 2147483646 h 721"/>
                <a:gd name="T70" fmla="*/ 2147483646 w 721"/>
                <a:gd name="T71" fmla="*/ 2147483646 h 721"/>
                <a:gd name="T72" fmla="*/ 2147483646 w 721"/>
                <a:gd name="T73" fmla="*/ 2147483646 h 721"/>
                <a:gd name="T74" fmla="*/ 2147483646 w 721"/>
                <a:gd name="T75" fmla="*/ 2147483646 h 721"/>
                <a:gd name="T76" fmla="*/ 2147483646 w 721"/>
                <a:gd name="T77" fmla="*/ 2147483646 h 721"/>
                <a:gd name="T78" fmla="*/ 2147483646 w 721"/>
                <a:gd name="T79" fmla="*/ 2147483646 h 721"/>
                <a:gd name="T80" fmla="*/ 2147483646 w 721"/>
                <a:gd name="T81" fmla="*/ 2147483646 h 721"/>
                <a:gd name="T82" fmla="*/ 2147483646 w 721"/>
                <a:gd name="T83" fmla="*/ 2147483646 h 721"/>
                <a:gd name="T84" fmla="*/ 2147483646 w 721"/>
                <a:gd name="T85" fmla="*/ 2147483646 h 721"/>
                <a:gd name="T86" fmla="*/ 2147483646 w 721"/>
                <a:gd name="T87" fmla="*/ 0 h 7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1" h="721">
                  <a:moveTo>
                    <a:pt x="360" y="0"/>
                  </a:moveTo>
                  <a:lnTo>
                    <a:pt x="342" y="0"/>
                  </a:lnTo>
                  <a:lnTo>
                    <a:pt x="323" y="2"/>
                  </a:lnTo>
                  <a:lnTo>
                    <a:pt x="305" y="4"/>
                  </a:lnTo>
                  <a:lnTo>
                    <a:pt x="288" y="7"/>
                  </a:lnTo>
                  <a:lnTo>
                    <a:pt x="270" y="11"/>
                  </a:lnTo>
                  <a:lnTo>
                    <a:pt x="253" y="16"/>
                  </a:lnTo>
                  <a:lnTo>
                    <a:pt x="237" y="22"/>
                  </a:lnTo>
                  <a:lnTo>
                    <a:pt x="220" y="28"/>
                  </a:lnTo>
                  <a:lnTo>
                    <a:pt x="204" y="35"/>
                  </a:lnTo>
                  <a:lnTo>
                    <a:pt x="188" y="43"/>
                  </a:lnTo>
                  <a:lnTo>
                    <a:pt x="173" y="52"/>
                  </a:lnTo>
                  <a:lnTo>
                    <a:pt x="158" y="61"/>
                  </a:lnTo>
                  <a:lnTo>
                    <a:pt x="144" y="71"/>
                  </a:lnTo>
                  <a:lnTo>
                    <a:pt x="131" y="82"/>
                  </a:lnTo>
                  <a:lnTo>
                    <a:pt x="118" y="93"/>
                  </a:lnTo>
                  <a:lnTo>
                    <a:pt x="105" y="105"/>
                  </a:lnTo>
                  <a:lnTo>
                    <a:pt x="93" y="118"/>
                  </a:lnTo>
                  <a:lnTo>
                    <a:pt x="82" y="131"/>
                  </a:lnTo>
                  <a:lnTo>
                    <a:pt x="71" y="144"/>
                  </a:lnTo>
                  <a:lnTo>
                    <a:pt x="61" y="159"/>
                  </a:lnTo>
                  <a:lnTo>
                    <a:pt x="52" y="174"/>
                  </a:lnTo>
                  <a:lnTo>
                    <a:pt x="43" y="189"/>
                  </a:lnTo>
                  <a:lnTo>
                    <a:pt x="35" y="204"/>
                  </a:lnTo>
                  <a:lnTo>
                    <a:pt x="28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2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2" y="485"/>
                  </a:lnTo>
                  <a:lnTo>
                    <a:pt x="28" y="501"/>
                  </a:lnTo>
                  <a:lnTo>
                    <a:pt x="35" y="517"/>
                  </a:lnTo>
                  <a:lnTo>
                    <a:pt x="43" y="532"/>
                  </a:lnTo>
                  <a:lnTo>
                    <a:pt x="52" y="548"/>
                  </a:lnTo>
                  <a:lnTo>
                    <a:pt x="61" y="563"/>
                  </a:lnTo>
                  <a:lnTo>
                    <a:pt x="71" y="577"/>
                  </a:lnTo>
                  <a:lnTo>
                    <a:pt x="82" y="591"/>
                  </a:lnTo>
                  <a:lnTo>
                    <a:pt x="93" y="604"/>
                  </a:lnTo>
                  <a:lnTo>
                    <a:pt x="105" y="616"/>
                  </a:lnTo>
                  <a:lnTo>
                    <a:pt x="118" y="628"/>
                  </a:lnTo>
                  <a:lnTo>
                    <a:pt x="131" y="639"/>
                  </a:lnTo>
                  <a:lnTo>
                    <a:pt x="144" y="650"/>
                  </a:lnTo>
                  <a:lnTo>
                    <a:pt x="158" y="660"/>
                  </a:lnTo>
                  <a:lnTo>
                    <a:pt x="173" y="669"/>
                  </a:lnTo>
                  <a:lnTo>
                    <a:pt x="188" y="678"/>
                  </a:lnTo>
                  <a:lnTo>
                    <a:pt x="204" y="686"/>
                  </a:lnTo>
                  <a:lnTo>
                    <a:pt x="220" y="693"/>
                  </a:lnTo>
                  <a:lnTo>
                    <a:pt x="237" y="700"/>
                  </a:lnTo>
                  <a:lnTo>
                    <a:pt x="253" y="705"/>
                  </a:lnTo>
                  <a:lnTo>
                    <a:pt x="270" y="710"/>
                  </a:lnTo>
                  <a:lnTo>
                    <a:pt x="288" y="714"/>
                  </a:lnTo>
                  <a:lnTo>
                    <a:pt x="305" y="717"/>
                  </a:lnTo>
                  <a:lnTo>
                    <a:pt x="323" y="719"/>
                  </a:lnTo>
                  <a:lnTo>
                    <a:pt x="342" y="721"/>
                  </a:lnTo>
                  <a:lnTo>
                    <a:pt x="360" y="721"/>
                  </a:lnTo>
                  <a:lnTo>
                    <a:pt x="379" y="721"/>
                  </a:lnTo>
                  <a:lnTo>
                    <a:pt x="398" y="719"/>
                  </a:lnTo>
                  <a:lnTo>
                    <a:pt x="416" y="717"/>
                  </a:lnTo>
                  <a:lnTo>
                    <a:pt x="433" y="714"/>
                  </a:lnTo>
                  <a:lnTo>
                    <a:pt x="451" y="710"/>
                  </a:lnTo>
                  <a:lnTo>
                    <a:pt x="468" y="705"/>
                  </a:lnTo>
                  <a:lnTo>
                    <a:pt x="485" y="700"/>
                  </a:lnTo>
                  <a:lnTo>
                    <a:pt x="501" y="693"/>
                  </a:lnTo>
                  <a:lnTo>
                    <a:pt x="517" y="686"/>
                  </a:lnTo>
                  <a:lnTo>
                    <a:pt x="532" y="678"/>
                  </a:lnTo>
                  <a:lnTo>
                    <a:pt x="547" y="669"/>
                  </a:lnTo>
                  <a:lnTo>
                    <a:pt x="562" y="660"/>
                  </a:lnTo>
                  <a:lnTo>
                    <a:pt x="576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6" y="616"/>
                  </a:lnTo>
                  <a:lnTo>
                    <a:pt x="628" y="604"/>
                  </a:lnTo>
                  <a:lnTo>
                    <a:pt x="639" y="591"/>
                  </a:lnTo>
                  <a:lnTo>
                    <a:pt x="650" y="577"/>
                  </a:lnTo>
                  <a:lnTo>
                    <a:pt x="660" y="563"/>
                  </a:lnTo>
                  <a:lnTo>
                    <a:pt x="669" y="548"/>
                  </a:lnTo>
                  <a:lnTo>
                    <a:pt x="678" y="532"/>
                  </a:lnTo>
                  <a:lnTo>
                    <a:pt x="686" y="517"/>
                  </a:lnTo>
                  <a:lnTo>
                    <a:pt x="693" y="501"/>
                  </a:lnTo>
                  <a:lnTo>
                    <a:pt x="699" y="485"/>
                  </a:lnTo>
                  <a:lnTo>
                    <a:pt x="705" y="468"/>
                  </a:lnTo>
                  <a:lnTo>
                    <a:pt x="710" y="451"/>
                  </a:lnTo>
                  <a:lnTo>
                    <a:pt x="714" y="433"/>
                  </a:lnTo>
                  <a:lnTo>
                    <a:pt x="717" y="416"/>
                  </a:lnTo>
                  <a:lnTo>
                    <a:pt x="719" y="398"/>
                  </a:lnTo>
                  <a:lnTo>
                    <a:pt x="721" y="380"/>
                  </a:lnTo>
                  <a:lnTo>
                    <a:pt x="721" y="361"/>
                  </a:lnTo>
                  <a:lnTo>
                    <a:pt x="721" y="342"/>
                  </a:lnTo>
                  <a:lnTo>
                    <a:pt x="719" y="323"/>
                  </a:lnTo>
                  <a:lnTo>
                    <a:pt x="717" y="305"/>
                  </a:lnTo>
                  <a:lnTo>
                    <a:pt x="714" y="288"/>
                  </a:lnTo>
                  <a:lnTo>
                    <a:pt x="710" y="270"/>
                  </a:lnTo>
                  <a:lnTo>
                    <a:pt x="705" y="253"/>
                  </a:lnTo>
                  <a:lnTo>
                    <a:pt x="699" y="237"/>
                  </a:lnTo>
                  <a:lnTo>
                    <a:pt x="693" y="220"/>
                  </a:lnTo>
                  <a:lnTo>
                    <a:pt x="686" y="204"/>
                  </a:lnTo>
                  <a:lnTo>
                    <a:pt x="678" y="189"/>
                  </a:lnTo>
                  <a:lnTo>
                    <a:pt x="669" y="174"/>
                  </a:lnTo>
                  <a:lnTo>
                    <a:pt x="660" y="159"/>
                  </a:lnTo>
                  <a:lnTo>
                    <a:pt x="650" y="144"/>
                  </a:lnTo>
                  <a:lnTo>
                    <a:pt x="639" y="131"/>
                  </a:lnTo>
                  <a:lnTo>
                    <a:pt x="628" y="118"/>
                  </a:lnTo>
                  <a:lnTo>
                    <a:pt x="616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6" y="71"/>
                  </a:lnTo>
                  <a:lnTo>
                    <a:pt x="562" y="61"/>
                  </a:lnTo>
                  <a:lnTo>
                    <a:pt x="547" y="52"/>
                  </a:lnTo>
                  <a:lnTo>
                    <a:pt x="532" y="43"/>
                  </a:lnTo>
                  <a:lnTo>
                    <a:pt x="517" y="35"/>
                  </a:lnTo>
                  <a:lnTo>
                    <a:pt x="501" y="28"/>
                  </a:lnTo>
                  <a:lnTo>
                    <a:pt x="485" y="22"/>
                  </a:lnTo>
                  <a:lnTo>
                    <a:pt x="468" y="16"/>
                  </a:lnTo>
                  <a:lnTo>
                    <a:pt x="451" y="11"/>
                  </a:lnTo>
                  <a:lnTo>
                    <a:pt x="433" y="7"/>
                  </a:lnTo>
                  <a:lnTo>
                    <a:pt x="416" y="4"/>
                  </a:lnTo>
                  <a:lnTo>
                    <a:pt x="398" y="2"/>
                  </a:lnTo>
                  <a:lnTo>
                    <a:pt x="379" y="0"/>
                  </a:lnTo>
                  <a:lnTo>
                    <a:pt x="36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66" name="Freeform 65">
              <a:extLst>
                <a:ext uri="{FF2B5EF4-FFF2-40B4-BE49-F238E27FC236}">
                  <a16:creationId xmlns:a16="http://schemas.microsoft.com/office/drawing/2014/main" id="{A782A047-BB30-498C-AFE4-E370FF04818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911475" y="1857375"/>
              <a:ext cx="755650" cy="757238"/>
            </a:xfrm>
            <a:custGeom>
              <a:avLst/>
              <a:gdLst>
                <a:gd name="T0" fmla="*/ 2147483646 w 722"/>
                <a:gd name="T1" fmla="*/ 2147483646 h 721"/>
                <a:gd name="T2" fmla="*/ 2147483646 w 722"/>
                <a:gd name="T3" fmla="*/ 2147483646 h 721"/>
                <a:gd name="T4" fmla="*/ 2147483646 w 722"/>
                <a:gd name="T5" fmla="*/ 2147483646 h 721"/>
                <a:gd name="T6" fmla="*/ 2147483646 w 722"/>
                <a:gd name="T7" fmla="*/ 2147483646 h 721"/>
                <a:gd name="T8" fmla="*/ 2147483646 w 722"/>
                <a:gd name="T9" fmla="*/ 2147483646 h 721"/>
                <a:gd name="T10" fmla="*/ 2147483646 w 722"/>
                <a:gd name="T11" fmla="*/ 2147483646 h 721"/>
                <a:gd name="T12" fmla="*/ 2147483646 w 722"/>
                <a:gd name="T13" fmla="*/ 2147483646 h 721"/>
                <a:gd name="T14" fmla="*/ 2147483646 w 722"/>
                <a:gd name="T15" fmla="*/ 2147483646 h 721"/>
                <a:gd name="T16" fmla="*/ 2147483646 w 722"/>
                <a:gd name="T17" fmla="*/ 2147483646 h 721"/>
                <a:gd name="T18" fmla="*/ 2147483646 w 722"/>
                <a:gd name="T19" fmla="*/ 2147483646 h 721"/>
                <a:gd name="T20" fmla="*/ 0 w 722"/>
                <a:gd name="T21" fmla="*/ 2147483646 h 721"/>
                <a:gd name="T22" fmla="*/ 2147483646 w 722"/>
                <a:gd name="T23" fmla="*/ 2147483646 h 721"/>
                <a:gd name="T24" fmla="*/ 2147483646 w 722"/>
                <a:gd name="T25" fmla="*/ 2147483646 h 721"/>
                <a:gd name="T26" fmla="*/ 2147483646 w 722"/>
                <a:gd name="T27" fmla="*/ 2147483646 h 721"/>
                <a:gd name="T28" fmla="*/ 2147483646 w 722"/>
                <a:gd name="T29" fmla="*/ 2147483646 h 721"/>
                <a:gd name="T30" fmla="*/ 2147483646 w 722"/>
                <a:gd name="T31" fmla="*/ 2147483646 h 721"/>
                <a:gd name="T32" fmla="*/ 2147483646 w 722"/>
                <a:gd name="T33" fmla="*/ 2147483646 h 721"/>
                <a:gd name="T34" fmla="*/ 2147483646 w 722"/>
                <a:gd name="T35" fmla="*/ 2147483646 h 721"/>
                <a:gd name="T36" fmla="*/ 2147483646 w 722"/>
                <a:gd name="T37" fmla="*/ 2147483646 h 721"/>
                <a:gd name="T38" fmla="*/ 2147483646 w 722"/>
                <a:gd name="T39" fmla="*/ 2147483646 h 721"/>
                <a:gd name="T40" fmla="*/ 2147483646 w 722"/>
                <a:gd name="T41" fmla="*/ 2147483646 h 721"/>
                <a:gd name="T42" fmla="*/ 2147483646 w 722"/>
                <a:gd name="T43" fmla="*/ 2147483646 h 721"/>
                <a:gd name="T44" fmla="*/ 2147483646 w 722"/>
                <a:gd name="T45" fmla="*/ 2147483646 h 721"/>
                <a:gd name="T46" fmla="*/ 2147483646 w 722"/>
                <a:gd name="T47" fmla="*/ 2147483646 h 721"/>
                <a:gd name="T48" fmla="*/ 2147483646 w 722"/>
                <a:gd name="T49" fmla="*/ 2147483646 h 721"/>
                <a:gd name="T50" fmla="*/ 2147483646 w 722"/>
                <a:gd name="T51" fmla="*/ 2147483646 h 721"/>
                <a:gd name="T52" fmla="*/ 2147483646 w 722"/>
                <a:gd name="T53" fmla="*/ 2147483646 h 721"/>
                <a:gd name="T54" fmla="*/ 2147483646 w 722"/>
                <a:gd name="T55" fmla="*/ 2147483646 h 721"/>
                <a:gd name="T56" fmla="*/ 2147483646 w 722"/>
                <a:gd name="T57" fmla="*/ 2147483646 h 721"/>
                <a:gd name="T58" fmla="*/ 2147483646 w 722"/>
                <a:gd name="T59" fmla="*/ 2147483646 h 721"/>
                <a:gd name="T60" fmla="*/ 2147483646 w 722"/>
                <a:gd name="T61" fmla="*/ 2147483646 h 721"/>
                <a:gd name="T62" fmla="*/ 2147483646 w 722"/>
                <a:gd name="T63" fmla="*/ 2147483646 h 721"/>
                <a:gd name="T64" fmla="*/ 2147483646 w 722"/>
                <a:gd name="T65" fmla="*/ 2147483646 h 721"/>
                <a:gd name="T66" fmla="*/ 2147483646 w 722"/>
                <a:gd name="T67" fmla="*/ 2147483646 h 721"/>
                <a:gd name="T68" fmla="*/ 2147483646 w 722"/>
                <a:gd name="T69" fmla="*/ 2147483646 h 721"/>
                <a:gd name="T70" fmla="*/ 2147483646 w 722"/>
                <a:gd name="T71" fmla="*/ 2147483646 h 721"/>
                <a:gd name="T72" fmla="*/ 2147483646 w 722"/>
                <a:gd name="T73" fmla="*/ 2147483646 h 721"/>
                <a:gd name="T74" fmla="*/ 2147483646 w 722"/>
                <a:gd name="T75" fmla="*/ 2147483646 h 721"/>
                <a:gd name="T76" fmla="*/ 2147483646 w 722"/>
                <a:gd name="T77" fmla="*/ 2147483646 h 721"/>
                <a:gd name="T78" fmla="*/ 2147483646 w 722"/>
                <a:gd name="T79" fmla="*/ 2147483646 h 721"/>
                <a:gd name="T80" fmla="*/ 2147483646 w 722"/>
                <a:gd name="T81" fmla="*/ 2147483646 h 721"/>
                <a:gd name="T82" fmla="*/ 2147483646 w 722"/>
                <a:gd name="T83" fmla="*/ 2147483646 h 721"/>
                <a:gd name="T84" fmla="*/ 2147483646 w 722"/>
                <a:gd name="T85" fmla="*/ 2147483646 h 721"/>
                <a:gd name="T86" fmla="*/ 2147483646 w 722"/>
                <a:gd name="T87" fmla="*/ 0 h 7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1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6" y="4"/>
                  </a:lnTo>
                  <a:lnTo>
                    <a:pt x="288" y="7"/>
                  </a:lnTo>
                  <a:lnTo>
                    <a:pt x="270" y="11"/>
                  </a:lnTo>
                  <a:lnTo>
                    <a:pt x="253" y="16"/>
                  </a:lnTo>
                  <a:lnTo>
                    <a:pt x="237" y="22"/>
                  </a:lnTo>
                  <a:lnTo>
                    <a:pt x="220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9" y="93"/>
                  </a:lnTo>
                  <a:lnTo>
                    <a:pt x="106" y="105"/>
                  </a:lnTo>
                  <a:lnTo>
                    <a:pt x="93" y="118"/>
                  </a:lnTo>
                  <a:lnTo>
                    <a:pt x="82" y="131"/>
                  </a:lnTo>
                  <a:lnTo>
                    <a:pt x="71" y="144"/>
                  </a:lnTo>
                  <a:lnTo>
                    <a:pt x="61" y="159"/>
                  </a:lnTo>
                  <a:lnTo>
                    <a:pt x="52" y="174"/>
                  </a:lnTo>
                  <a:lnTo>
                    <a:pt x="43" y="189"/>
                  </a:lnTo>
                  <a:lnTo>
                    <a:pt x="35" y="204"/>
                  </a:lnTo>
                  <a:lnTo>
                    <a:pt x="28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2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2" y="485"/>
                  </a:lnTo>
                  <a:lnTo>
                    <a:pt x="28" y="501"/>
                  </a:lnTo>
                  <a:lnTo>
                    <a:pt x="35" y="517"/>
                  </a:lnTo>
                  <a:lnTo>
                    <a:pt x="43" y="532"/>
                  </a:lnTo>
                  <a:lnTo>
                    <a:pt x="52" y="548"/>
                  </a:lnTo>
                  <a:lnTo>
                    <a:pt x="61" y="563"/>
                  </a:lnTo>
                  <a:lnTo>
                    <a:pt x="71" y="577"/>
                  </a:lnTo>
                  <a:lnTo>
                    <a:pt x="82" y="591"/>
                  </a:lnTo>
                  <a:lnTo>
                    <a:pt x="93" y="604"/>
                  </a:lnTo>
                  <a:lnTo>
                    <a:pt x="106" y="616"/>
                  </a:lnTo>
                  <a:lnTo>
                    <a:pt x="119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0" y="693"/>
                  </a:lnTo>
                  <a:lnTo>
                    <a:pt x="237" y="700"/>
                  </a:lnTo>
                  <a:lnTo>
                    <a:pt x="253" y="705"/>
                  </a:lnTo>
                  <a:lnTo>
                    <a:pt x="270" y="710"/>
                  </a:lnTo>
                  <a:lnTo>
                    <a:pt x="288" y="714"/>
                  </a:lnTo>
                  <a:lnTo>
                    <a:pt x="306" y="717"/>
                  </a:lnTo>
                  <a:lnTo>
                    <a:pt x="324" y="719"/>
                  </a:lnTo>
                  <a:lnTo>
                    <a:pt x="343" y="721"/>
                  </a:lnTo>
                  <a:lnTo>
                    <a:pt x="361" y="721"/>
                  </a:lnTo>
                  <a:lnTo>
                    <a:pt x="380" y="721"/>
                  </a:lnTo>
                  <a:lnTo>
                    <a:pt x="398" y="719"/>
                  </a:lnTo>
                  <a:lnTo>
                    <a:pt x="416" y="717"/>
                  </a:lnTo>
                  <a:lnTo>
                    <a:pt x="433" y="714"/>
                  </a:lnTo>
                  <a:lnTo>
                    <a:pt x="451" y="710"/>
                  </a:lnTo>
                  <a:lnTo>
                    <a:pt x="468" y="705"/>
                  </a:lnTo>
                  <a:lnTo>
                    <a:pt x="485" y="700"/>
                  </a:lnTo>
                  <a:lnTo>
                    <a:pt x="502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6" y="616"/>
                  </a:lnTo>
                  <a:lnTo>
                    <a:pt x="628" y="604"/>
                  </a:lnTo>
                  <a:lnTo>
                    <a:pt x="639" y="591"/>
                  </a:lnTo>
                  <a:lnTo>
                    <a:pt x="650" y="577"/>
                  </a:lnTo>
                  <a:lnTo>
                    <a:pt x="660" y="563"/>
                  </a:lnTo>
                  <a:lnTo>
                    <a:pt x="669" y="548"/>
                  </a:lnTo>
                  <a:lnTo>
                    <a:pt x="678" y="532"/>
                  </a:lnTo>
                  <a:lnTo>
                    <a:pt x="687" y="517"/>
                  </a:lnTo>
                  <a:lnTo>
                    <a:pt x="694" y="501"/>
                  </a:lnTo>
                  <a:lnTo>
                    <a:pt x="700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2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0" y="237"/>
                  </a:lnTo>
                  <a:lnTo>
                    <a:pt x="694" y="220"/>
                  </a:lnTo>
                  <a:lnTo>
                    <a:pt x="687" y="204"/>
                  </a:lnTo>
                  <a:lnTo>
                    <a:pt x="678" y="189"/>
                  </a:lnTo>
                  <a:lnTo>
                    <a:pt x="669" y="174"/>
                  </a:lnTo>
                  <a:lnTo>
                    <a:pt x="660" y="159"/>
                  </a:lnTo>
                  <a:lnTo>
                    <a:pt x="650" y="144"/>
                  </a:lnTo>
                  <a:lnTo>
                    <a:pt x="639" y="131"/>
                  </a:lnTo>
                  <a:lnTo>
                    <a:pt x="628" y="118"/>
                  </a:lnTo>
                  <a:lnTo>
                    <a:pt x="616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2" y="28"/>
                  </a:lnTo>
                  <a:lnTo>
                    <a:pt x="485" y="22"/>
                  </a:lnTo>
                  <a:lnTo>
                    <a:pt x="468" y="16"/>
                  </a:lnTo>
                  <a:lnTo>
                    <a:pt x="451" y="11"/>
                  </a:lnTo>
                  <a:lnTo>
                    <a:pt x="433" y="7"/>
                  </a:lnTo>
                  <a:lnTo>
                    <a:pt x="416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67" name="Rectangle 72">
              <a:extLst>
                <a:ext uri="{FF2B5EF4-FFF2-40B4-BE49-F238E27FC236}">
                  <a16:creationId xmlns:a16="http://schemas.microsoft.com/office/drawing/2014/main" id="{FB4C03EC-0777-4C80-A654-F9F6F46362D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33600" y="1711325"/>
              <a:ext cx="1787525" cy="1493838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90121" name="Group 74">
            <a:extLst>
              <a:ext uri="{FF2B5EF4-FFF2-40B4-BE49-F238E27FC236}">
                <a16:creationId xmlns:a16="http://schemas.microsoft.com/office/drawing/2014/main" id="{742AB143-0EE4-4D61-9970-D33307120147}"/>
              </a:ext>
            </a:extLst>
          </p:cNvPr>
          <p:cNvGrpSpPr>
            <a:grpSpLocks/>
          </p:cNvGrpSpPr>
          <p:nvPr/>
        </p:nvGrpSpPr>
        <p:grpSpPr bwMode="auto">
          <a:xfrm>
            <a:off x="4078288" y="4638675"/>
            <a:ext cx="1789112" cy="1833563"/>
            <a:chOff x="2657" y="1342"/>
            <a:chExt cx="1127" cy="1155"/>
          </a:xfrm>
        </p:grpSpPr>
        <p:sp>
          <p:nvSpPr>
            <p:cNvPr id="90145" name="Freeform 75">
              <a:extLst>
                <a:ext uri="{FF2B5EF4-FFF2-40B4-BE49-F238E27FC236}">
                  <a16:creationId xmlns:a16="http://schemas.microsoft.com/office/drawing/2014/main" id="{B871C986-CCDD-474C-9654-80C1BB2CB7B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988" y="1740"/>
              <a:ext cx="478" cy="477"/>
            </a:xfrm>
            <a:custGeom>
              <a:avLst/>
              <a:gdLst>
                <a:gd name="T0" fmla="*/ 2 w 723"/>
                <a:gd name="T1" fmla="*/ 1 h 724"/>
                <a:gd name="T2" fmla="*/ 1 w 723"/>
                <a:gd name="T3" fmla="*/ 1 h 724"/>
                <a:gd name="T4" fmla="*/ 1 w 723"/>
                <a:gd name="T5" fmla="*/ 1 h 724"/>
                <a:gd name="T6" fmla="*/ 1 w 723"/>
                <a:gd name="T7" fmla="*/ 1 h 724"/>
                <a:gd name="T8" fmla="*/ 1 w 723"/>
                <a:gd name="T9" fmla="*/ 1 h 724"/>
                <a:gd name="T10" fmla="*/ 1 w 723"/>
                <a:gd name="T11" fmla="*/ 1 h 724"/>
                <a:gd name="T12" fmla="*/ 1 w 723"/>
                <a:gd name="T13" fmla="*/ 1 h 724"/>
                <a:gd name="T14" fmla="*/ 1 w 723"/>
                <a:gd name="T15" fmla="*/ 1 h 724"/>
                <a:gd name="T16" fmla="*/ 1 w 723"/>
                <a:gd name="T17" fmla="*/ 1 h 724"/>
                <a:gd name="T18" fmla="*/ 1 w 723"/>
                <a:gd name="T19" fmla="*/ 1 h 724"/>
                <a:gd name="T20" fmla="*/ 1 w 723"/>
                <a:gd name="T21" fmla="*/ 1 h 724"/>
                <a:gd name="T22" fmla="*/ 1 w 723"/>
                <a:gd name="T23" fmla="*/ 2 h 724"/>
                <a:gd name="T24" fmla="*/ 1 w 723"/>
                <a:gd name="T25" fmla="*/ 2 h 724"/>
                <a:gd name="T26" fmla="*/ 1 w 723"/>
                <a:gd name="T27" fmla="*/ 2 h 724"/>
                <a:gd name="T28" fmla="*/ 1 w 723"/>
                <a:gd name="T29" fmla="*/ 3 h 724"/>
                <a:gd name="T30" fmla="*/ 1 w 723"/>
                <a:gd name="T31" fmla="*/ 3 h 724"/>
                <a:gd name="T32" fmla="*/ 1 w 723"/>
                <a:gd name="T33" fmla="*/ 3 h 724"/>
                <a:gd name="T34" fmla="*/ 1 w 723"/>
                <a:gd name="T35" fmla="*/ 3 h 724"/>
                <a:gd name="T36" fmla="*/ 1 w 723"/>
                <a:gd name="T37" fmla="*/ 3 h 724"/>
                <a:gd name="T38" fmla="*/ 1 w 723"/>
                <a:gd name="T39" fmla="*/ 3 h 724"/>
                <a:gd name="T40" fmla="*/ 1 w 723"/>
                <a:gd name="T41" fmla="*/ 3 h 724"/>
                <a:gd name="T42" fmla="*/ 2 w 723"/>
                <a:gd name="T43" fmla="*/ 3 h 724"/>
                <a:gd name="T44" fmla="*/ 2 w 723"/>
                <a:gd name="T45" fmla="*/ 3 h 724"/>
                <a:gd name="T46" fmla="*/ 2 w 723"/>
                <a:gd name="T47" fmla="*/ 3 h 724"/>
                <a:gd name="T48" fmla="*/ 2 w 723"/>
                <a:gd name="T49" fmla="*/ 3 h 724"/>
                <a:gd name="T50" fmla="*/ 3 w 723"/>
                <a:gd name="T51" fmla="*/ 3 h 724"/>
                <a:gd name="T52" fmla="*/ 3 w 723"/>
                <a:gd name="T53" fmla="*/ 3 h 724"/>
                <a:gd name="T54" fmla="*/ 3 w 723"/>
                <a:gd name="T55" fmla="*/ 3 h 724"/>
                <a:gd name="T56" fmla="*/ 3 w 723"/>
                <a:gd name="T57" fmla="*/ 3 h 724"/>
                <a:gd name="T58" fmla="*/ 3 w 723"/>
                <a:gd name="T59" fmla="*/ 3 h 724"/>
                <a:gd name="T60" fmla="*/ 3 w 723"/>
                <a:gd name="T61" fmla="*/ 2 h 724"/>
                <a:gd name="T62" fmla="*/ 3 w 723"/>
                <a:gd name="T63" fmla="*/ 2 h 724"/>
                <a:gd name="T64" fmla="*/ 3 w 723"/>
                <a:gd name="T65" fmla="*/ 2 h 724"/>
                <a:gd name="T66" fmla="*/ 3 w 723"/>
                <a:gd name="T67" fmla="*/ 1 h 724"/>
                <a:gd name="T68" fmla="*/ 3 w 723"/>
                <a:gd name="T69" fmla="*/ 1 h 724"/>
                <a:gd name="T70" fmla="*/ 3 w 723"/>
                <a:gd name="T71" fmla="*/ 1 h 724"/>
                <a:gd name="T72" fmla="*/ 3 w 723"/>
                <a:gd name="T73" fmla="*/ 1 h 724"/>
                <a:gd name="T74" fmla="*/ 3 w 723"/>
                <a:gd name="T75" fmla="*/ 1 h 724"/>
                <a:gd name="T76" fmla="*/ 3 w 723"/>
                <a:gd name="T77" fmla="*/ 1 h 724"/>
                <a:gd name="T78" fmla="*/ 3 w 723"/>
                <a:gd name="T79" fmla="*/ 1 h 724"/>
                <a:gd name="T80" fmla="*/ 3 w 723"/>
                <a:gd name="T81" fmla="*/ 1 h 724"/>
                <a:gd name="T82" fmla="*/ 2 w 723"/>
                <a:gd name="T83" fmla="*/ 1 h 724"/>
                <a:gd name="T84" fmla="*/ 2 w 723"/>
                <a:gd name="T85" fmla="*/ 1 h 724"/>
                <a:gd name="T86" fmla="*/ 2 w 723"/>
                <a:gd name="T87" fmla="*/ 1 h 724"/>
                <a:gd name="T88" fmla="*/ 2 w 723"/>
                <a:gd name="T89" fmla="*/ 2 h 72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723" h="724">
                  <a:moveTo>
                    <a:pt x="361" y="362"/>
                  </a:moveTo>
                  <a:lnTo>
                    <a:pt x="361" y="0"/>
                  </a:lnTo>
                  <a:lnTo>
                    <a:pt x="343" y="1"/>
                  </a:lnTo>
                  <a:lnTo>
                    <a:pt x="325" y="2"/>
                  </a:lnTo>
                  <a:lnTo>
                    <a:pt x="307" y="5"/>
                  </a:lnTo>
                  <a:lnTo>
                    <a:pt x="289" y="8"/>
                  </a:lnTo>
                  <a:lnTo>
                    <a:pt x="272" y="12"/>
                  </a:lnTo>
                  <a:lnTo>
                    <a:pt x="254" y="17"/>
                  </a:lnTo>
                  <a:lnTo>
                    <a:pt x="238" y="22"/>
                  </a:lnTo>
                  <a:lnTo>
                    <a:pt x="221" y="29"/>
                  </a:lnTo>
                  <a:lnTo>
                    <a:pt x="205" y="36"/>
                  </a:lnTo>
                  <a:lnTo>
                    <a:pt x="190" y="44"/>
                  </a:lnTo>
                  <a:lnTo>
                    <a:pt x="175" y="53"/>
                  </a:lnTo>
                  <a:lnTo>
                    <a:pt x="159" y="62"/>
                  </a:lnTo>
                  <a:lnTo>
                    <a:pt x="145" y="73"/>
                  </a:lnTo>
                  <a:lnTo>
                    <a:pt x="132" y="84"/>
                  </a:lnTo>
                  <a:lnTo>
                    <a:pt x="118" y="95"/>
                  </a:lnTo>
                  <a:lnTo>
                    <a:pt x="106" y="107"/>
                  </a:lnTo>
                  <a:lnTo>
                    <a:pt x="94" y="119"/>
                  </a:lnTo>
                  <a:lnTo>
                    <a:pt x="83" y="133"/>
                  </a:lnTo>
                  <a:lnTo>
                    <a:pt x="72" y="146"/>
                  </a:lnTo>
                  <a:lnTo>
                    <a:pt x="62" y="160"/>
                  </a:lnTo>
                  <a:lnTo>
                    <a:pt x="53" y="175"/>
                  </a:lnTo>
                  <a:lnTo>
                    <a:pt x="44" y="190"/>
                  </a:lnTo>
                  <a:lnTo>
                    <a:pt x="36" y="205"/>
                  </a:lnTo>
                  <a:lnTo>
                    <a:pt x="29" y="221"/>
                  </a:lnTo>
                  <a:lnTo>
                    <a:pt x="22" y="238"/>
                  </a:lnTo>
                  <a:lnTo>
                    <a:pt x="17" y="254"/>
                  </a:lnTo>
                  <a:lnTo>
                    <a:pt x="12" y="273"/>
                  </a:lnTo>
                  <a:lnTo>
                    <a:pt x="8" y="290"/>
                  </a:lnTo>
                  <a:lnTo>
                    <a:pt x="5" y="308"/>
                  </a:lnTo>
                  <a:lnTo>
                    <a:pt x="2" y="326"/>
                  </a:lnTo>
                  <a:lnTo>
                    <a:pt x="1" y="344"/>
                  </a:lnTo>
                  <a:lnTo>
                    <a:pt x="0" y="362"/>
                  </a:lnTo>
                  <a:lnTo>
                    <a:pt x="1" y="381"/>
                  </a:lnTo>
                  <a:lnTo>
                    <a:pt x="2" y="399"/>
                  </a:lnTo>
                  <a:lnTo>
                    <a:pt x="5" y="417"/>
                  </a:lnTo>
                  <a:lnTo>
                    <a:pt x="8" y="435"/>
                  </a:lnTo>
                  <a:lnTo>
                    <a:pt x="12" y="452"/>
                  </a:lnTo>
                  <a:lnTo>
                    <a:pt x="17" y="471"/>
                  </a:lnTo>
                  <a:lnTo>
                    <a:pt x="22" y="487"/>
                  </a:lnTo>
                  <a:lnTo>
                    <a:pt x="29" y="504"/>
                  </a:lnTo>
                  <a:lnTo>
                    <a:pt x="36" y="520"/>
                  </a:lnTo>
                  <a:lnTo>
                    <a:pt x="44" y="535"/>
                  </a:lnTo>
                  <a:lnTo>
                    <a:pt x="53" y="550"/>
                  </a:lnTo>
                  <a:lnTo>
                    <a:pt x="62" y="565"/>
                  </a:lnTo>
                  <a:lnTo>
                    <a:pt x="72" y="579"/>
                  </a:lnTo>
                  <a:lnTo>
                    <a:pt x="83" y="592"/>
                  </a:lnTo>
                  <a:lnTo>
                    <a:pt x="94" y="606"/>
                  </a:lnTo>
                  <a:lnTo>
                    <a:pt x="106" y="618"/>
                  </a:lnTo>
                  <a:lnTo>
                    <a:pt x="118" y="630"/>
                  </a:lnTo>
                  <a:lnTo>
                    <a:pt x="132" y="641"/>
                  </a:lnTo>
                  <a:lnTo>
                    <a:pt x="145" y="652"/>
                  </a:lnTo>
                  <a:lnTo>
                    <a:pt x="159" y="662"/>
                  </a:lnTo>
                  <a:lnTo>
                    <a:pt x="175" y="672"/>
                  </a:lnTo>
                  <a:lnTo>
                    <a:pt x="190" y="681"/>
                  </a:lnTo>
                  <a:lnTo>
                    <a:pt x="205" y="689"/>
                  </a:lnTo>
                  <a:lnTo>
                    <a:pt x="221" y="696"/>
                  </a:lnTo>
                  <a:lnTo>
                    <a:pt x="238" y="703"/>
                  </a:lnTo>
                  <a:lnTo>
                    <a:pt x="254" y="708"/>
                  </a:lnTo>
                  <a:lnTo>
                    <a:pt x="272" y="713"/>
                  </a:lnTo>
                  <a:lnTo>
                    <a:pt x="289" y="717"/>
                  </a:lnTo>
                  <a:lnTo>
                    <a:pt x="307" y="720"/>
                  </a:lnTo>
                  <a:lnTo>
                    <a:pt x="325" y="723"/>
                  </a:lnTo>
                  <a:lnTo>
                    <a:pt x="343" y="724"/>
                  </a:lnTo>
                  <a:lnTo>
                    <a:pt x="361" y="724"/>
                  </a:lnTo>
                  <a:lnTo>
                    <a:pt x="381" y="724"/>
                  </a:lnTo>
                  <a:lnTo>
                    <a:pt x="399" y="723"/>
                  </a:lnTo>
                  <a:lnTo>
                    <a:pt x="417" y="720"/>
                  </a:lnTo>
                  <a:lnTo>
                    <a:pt x="435" y="717"/>
                  </a:lnTo>
                  <a:lnTo>
                    <a:pt x="452" y="713"/>
                  </a:lnTo>
                  <a:lnTo>
                    <a:pt x="470" y="708"/>
                  </a:lnTo>
                  <a:lnTo>
                    <a:pt x="486" y="703"/>
                  </a:lnTo>
                  <a:lnTo>
                    <a:pt x="503" y="696"/>
                  </a:lnTo>
                  <a:lnTo>
                    <a:pt x="519" y="689"/>
                  </a:lnTo>
                  <a:lnTo>
                    <a:pt x="534" y="681"/>
                  </a:lnTo>
                  <a:lnTo>
                    <a:pt x="549" y="672"/>
                  </a:lnTo>
                  <a:lnTo>
                    <a:pt x="565" y="662"/>
                  </a:lnTo>
                  <a:lnTo>
                    <a:pt x="579" y="652"/>
                  </a:lnTo>
                  <a:lnTo>
                    <a:pt x="592" y="641"/>
                  </a:lnTo>
                  <a:lnTo>
                    <a:pt x="606" y="630"/>
                  </a:lnTo>
                  <a:lnTo>
                    <a:pt x="618" y="618"/>
                  </a:lnTo>
                  <a:lnTo>
                    <a:pt x="630" y="606"/>
                  </a:lnTo>
                  <a:lnTo>
                    <a:pt x="641" y="592"/>
                  </a:lnTo>
                  <a:lnTo>
                    <a:pt x="652" y="579"/>
                  </a:lnTo>
                  <a:lnTo>
                    <a:pt x="662" y="565"/>
                  </a:lnTo>
                  <a:lnTo>
                    <a:pt x="671" y="550"/>
                  </a:lnTo>
                  <a:lnTo>
                    <a:pt x="680" y="535"/>
                  </a:lnTo>
                  <a:lnTo>
                    <a:pt x="688" y="520"/>
                  </a:lnTo>
                  <a:lnTo>
                    <a:pt x="695" y="504"/>
                  </a:lnTo>
                  <a:lnTo>
                    <a:pt x="702" y="487"/>
                  </a:lnTo>
                  <a:lnTo>
                    <a:pt x="707" y="471"/>
                  </a:lnTo>
                  <a:lnTo>
                    <a:pt x="712" y="452"/>
                  </a:lnTo>
                  <a:lnTo>
                    <a:pt x="716" y="435"/>
                  </a:lnTo>
                  <a:lnTo>
                    <a:pt x="719" y="417"/>
                  </a:lnTo>
                  <a:lnTo>
                    <a:pt x="722" y="399"/>
                  </a:lnTo>
                  <a:lnTo>
                    <a:pt x="723" y="381"/>
                  </a:lnTo>
                  <a:lnTo>
                    <a:pt x="723" y="362"/>
                  </a:lnTo>
                  <a:lnTo>
                    <a:pt x="723" y="344"/>
                  </a:lnTo>
                  <a:lnTo>
                    <a:pt x="722" y="326"/>
                  </a:lnTo>
                  <a:lnTo>
                    <a:pt x="719" y="308"/>
                  </a:lnTo>
                  <a:lnTo>
                    <a:pt x="716" y="290"/>
                  </a:lnTo>
                  <a:lnTo>
                    <a:pt x="712" y="273"/>
                  </a:lnTo>
                  <a:lnTo>
                    <a:pt x="707" y="254"/>
                  </a:lnTo>
                  <a:lnTo>
                    <a:pt x="702" y="238"/>
                  </a:lnTo>
                  <a:lnTo>
                    <a:pt x="695" y="221"/>
                  </a:lnTo>
                  <a:lnTo>
                    <a:pt x="688" y="205"/>
                  </a:lnTo>
                  <a:lnTo>
                    <a:pt x="680" y="190"/>
                  </a:lnTo>
                  <a:lnTo>
                    <a:pt x="671" y="175"/>
                  </a:lnTo>
                  <a:lnTo>
                    <a:pt x="662" y="160"/>
                  </a:lnTo>
                  <a:lnTo>
                    <a:pt x="652" y="146"/>
                  </a:lnTo>
                  <a:lnTo>
                    <a:pt x="641" y="133"/>
                  </a:lnTo>
                  <a:lnTo>
                    <a:pt x="630" y="119"/>
                  </a:lnTo>
                  <a:lnTo>
                    <a:pt x="618" y="107"/>
                  </a:lnTo>
                  <a:lnTo>
                    <a:pt x="606" y="95"/>
                  </a:lnTo>
                  <a:lnTo>
                    <a:pt x="592" y="84"/>
                  </a:lnTo>
                  <a:lnTo>
                    <a:pt x="579" y="73"/>
                  </a:lnTo>
                  <a:lnTo>
                    <a:pt x="565" y="62"/>
                  </a:lnTo>
                  <a:lnTo>
                    <a:pt x="549" y="53"/>
                  </a:lnTo>
                  <a:lnTo>
                    <a:pt x="534" y="44"/>
                  </a:lnTo>
                  <a:lnTo>
                    <a:pt x="519" y="36"/>
                  </a:lnTo>
                  <a:lnTo>
                    <a:pt x="503" y="29"/>
                  </a:lnTo>
                  <a:lnTo>
                    <a:pt x="486" y="22"/>
                  </a:lnTo>
                  <a:lnTo>
                    <a:pt x="470" y="17"/>
                  </a:lnTo>
                  <a:lnTo>
                    <a:pt x="452" y="12"/>
                  </a:lnTo>
                  <a:lnTo>
                    <a:pt x="435" y="8"/>
                  </a:lnTo>
                  <a:lnTo>
                    <a:pt x="417" y="5"/>
                  </a:lnTo>
                  <a:lnTo>
                    <a:pt x="399" y="2"/>
                  </a:lnTo>
                  <a:lnTo>
                    <a:pt x="381" y="1"/>
                  </a:lnTo>
                  <a:lnTo>
                    <a:pt x="361" y="0"/>
                  </a:lnTo>
                  <a:lnTo>
                    <a:pt x="361" y="362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46" name="Freeform 76">
              <a:extLst>
                <a:ext uri="{FF2B5EF4-FFF2-40B4-BE49-F238E27FC236}">
                  <a16:creationId xmlns:a16="http://schemas.microsoft.com/office/drawing/2014/main" id="{BC7BEED1-E2CA-44FD-8110-7F358DA57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1" y="1743"/>
              <a:ext cx="278" cy="153"/>
            </a:xfrm>
            <a:custGeom>
              <a:avLst/>
              <a:gdLst>
                <a:gd name="T0" fmla="*/ 0 w 289"/>
                <a:gd name="T1" fmla="*/ 13 h 187"/>
                <a:gd name="T2" fmla="*/ 13 w 289"/>
                <a:gd name="T3" fmla="*/ 13 h 187"/>
                <a:gd name="T4" fmla="*/ 25 w 289"/>
                <a:gd name="T5" fmla="*/ 13 h 187"/>
                <a:gd name="T6" fmla="*/ 36 w 289"/>
                <a:gd name="T7" fmla="*/ 13 h 187"/>
                <a:gd name="T8" fmla="*/ 51 w 289"/>
                <a:gd name="T9" fmla="*/ 13 h 187"/>
                <a:gd name="T10" fmla="*/ 65 w 289"/>
                <a:gd name="T11" fmla="*/ 13 h 187"/>
                <a:gd name="T12" fmla="*/ 79 w 289"/>
                <a:gd name="T13" fmla="*/ 13 h 187"/>
                <a:gd name="T14" fmla="*/ 98 w 289"/>
                <a:gd name="T15" fmla="*/ 13 h 187"/>
                <a:gd name="T16" fmla="*/ 117 w 289"/>
                <a:gd name="T17" fmla="*/ 11 h 187"/>
                <a:gd name="T18" fmla="*/ 130 w 289"/>
                <a:gd name="T19" fmla="*/ 10 h 187"/>
                <a:gd name="T20" fmla="*/ 140 w 289"/>
                <a:gd name="T21" fmla="*/ 9 h 187"/>
                <a:gd name="T22" fmla="*/ 152 w 289"/>
                <a:gd name="T23" fmla="*/ 7 h 187"/>
                <a:gd name="T24" fmla="*/ 161 w 289"/>
                <a:gd name="T25" fmla="*/ 5 h 187"/>
                <a:gd name="T26" fmla="*/ 166 w 289"/>
                <a:gd name="T27" fmla="*/ 4 h 187"/>
                <a:gd name="T28" fmla="*/ 170 w 289"/>
                <a:gd name="T29" fmla="*/ 2 h 187"/>
                <a:gd name="T30" fmla="*/ 173 w 289"/>
                <a:gd name="T31" fmla="*/ 2 h 187"/>
                <a:gd name="T32" fmla="*/ 175 w 289"/>
                <a:gd name="T33" fmla="*/ 2 h 187"/>
                <a:gd name="T34" fmla="*/ 158 w 289"/>
                <a:gd name="T35" fmla="*/ 2 h 187"/>
                <a:gd name="T36" fmla="*/ 140 w 289"/>
                <a:gd name="T37" fmla="*/ 0 h 187"/>
                <a:gd name="T38" fmla="*/ 129 w 289"/>
                <a:gd name="T39" fmla="*/ 0 h 187"/>
                <a:gd name="T40" fmla="*/ 116 w 289"/>
                <a:gd name="T41" fmla="*/ 0 h 187"/>
                <a:gd name="T42" fmla="*/ 105 w 289"/>
                <a:gd name="T43" fmla="*/ 2 h 187"/>
                <a:gd name="T44" fmla="*/ 90 w 289"/>
                <a:gd name="T45" fmla="*/ 2 h 187"/>
                <a:gd name="T46" fmla="*/ 80 w 289"/>
                <a:gd name="T47" fmla="*/ 2 h 187"/>
                <a:gd name="T48" fmla="*/ 65 w 289"/>
                <a:gd name="T49" fmla="*/ 2 h 187"/>
                <a:gd name="T50" fmla="*/ 55 w 289"/>
                <a:gd name="T51" fmla="*/ 3 h 187"/>
                <a:gd name="T52" fmla="*/ 39 w 289"/>
                <a:gd name="T53" fmla="*/ 4 h 187"/>
                <a:gd name="T54" fmla="*/ 31 w 289"/>
                <a:gd name="T55" fmla="*/ 6 h 187"/>
                <a:gd name="T56" fmla="*/ 22 w 289"/>
                <a:gd name="T57" fmla="*/ 7 h 187"/>
                <a:gd name="T58" fmla="*/ 13 w 289"/>
                <a:gd name="T59" fmla="*/ 9 h 187"/>
                <a:gd name="T60" fmla="*/ 12 w 289"/>
                <a:gd name="T61" fmla="*/ 11 h 187"/>
                <a:gd name="T62" fmla="*/ 5 w 289"/>
                <a:gd name="T63" fmla="*/ 11 h 187"/>
                <a:gd name="T64" fmla="*/ 0 w 289"/>
                <a:gd name="T65" fmla="*/ 13 h 18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89" h="187">
                  <a:moveTo>
                    <a:pt x="0" y="175"/>
                  </a:moveTo>
                  <a:lnTo>
                    <a:pt x="14" y="180"/>
                  </a:lnTo>
                  <a:lnTo>
                    <a:pt x="38" y="185"/>
                  </a:lnTo>
                  <a:lnTo>
                    <a:pt x="60" y="187"/>
                  </a:lnTo>
                  <a:lnTo>
                    <a:pt x="83" y="187"/>
                  </a:lnTo>
                  <a:lnTo>
                    <a:pt x="109" y="185"/>
                  </a:lnTo>
                  <a:lnTo>
                    <a:pt x="131" y="178"/>
                  </a:lnTo>
                  <a:lnTo>
                    <a:pt x="163" y="166"/>
                  </a:lnTo>
                  <a:lnTo>
                    <a:pt x="194" y="149"/>
                  </a:lnTo>
                  <a:lnTo>
                    <a:pt x="216" y="133"/>
                  </a:lnTo>
                  <a:lnTo>
                    <a:pt x="233" y="115"/>
                  </a:lnTo>
                  <a:lnTo>
                    <a:pt x="252" y="91"/>
                  </a:lnTo>
                  <a:lnTo>
                    <a:pt x="266" y="70"/>
                  </a:lnTo>
                  <a:lnTo>
                    <a:pt x="276" y="52"/>
                  </a:lnTo>
                  <a:lnTo>
                    <a:pt x="283" y="30"/>
                  </a:lnTo>
                  <a:lnTo>
                    <a:pt x="287" y="18"/>
                  </a:lnTo>
                  <a:lnTo>
                    <a:pt x="289" y="9"/>
                  </a:lnTo>
                  <a:lnTo>
                    <a:pt x="262" y="3"/>
                  </a:lnTo>
                  <a:lnTo>
                    <a:pt x="234" y="0"/>
                  </a:lnTo>
                  <a:lnTo>
                    <a:pt x="214" y="0"/>
                  </a:lnTo>
                  <a:lnTo>
                    <a:pt x="193" y="0"/>
                  </a:lnTo>
                  <a:lnTo>
                    <a:pt x="173" y="5"/>
                  </a:lnTo>
                  <a:lnTo>
                    <a:pt x="150" y="10"/>
                  </a:lnTo>
                  <a:lnTo>
                    <a:pt x="132" y="16"/>
                  </a:lnTo>
                  <a:lnTo>
                    <a:pt x="109" y="28"/>
                  </a:lnTo>
                  <a:lnTo>
                    <a:pt x="90" y="40"/>
                  </a:lnTo>
                  <a:lnTo>
                    <a:pt x="66" y="59"/>
                  </a:lnTo>
                  <a:lnTo>
                    <a:pt x="50" y="76"/>
                  </a:lnTo>
                  <a:lnTo>
                    <a:pt x="35" y="95"/>
                  </a:lnTo>
                  <a:lnTo>
                    <a:pt x="23" y="115"/>
                  </a:lnTo>
                  <a:lnTo>
                    <a:pt x="12" y="135"/>
                  </a:lnTo>
                  <a:lnTo>
                    <a:pt x="5" y="156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mpd="sng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47" name="Freeform 77">
              <a:extLst>
                <a:ext uri="{FF2B5EF4-FFF2-40B4-BE49-F238E27FC236}">
                  <a16:creationId xmlns:a16="http://schemas.microsoft.com/office/drawing/2014/main" id="{031D3F75-8A90-45F8-B4B5-D9BCA6A64CE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30" y="1422"/>
              <a:ext cx="476" cy="476"/>
            </a:xfrm>
            <a:custGeom>
              <a:avLst/>
              <a:gdLst>
                <a:gd name="T0" fmla="*/ 1 w 722"/>
                <a:gd name="T1" fmla="*/ 1 h 721"/>
                <a:gd name="T2" fmla="*/ 1 w 722"/>
                <a:gd name="T3" fmla="*/ 1 h 721"/>
                <a:gd name="T4" fmla="*/ 1 w 722"/>
                <a:gd name="T5" fmla="*/ 1 h 721"/>
                <a:gd name="T6" fmla="*/ 1 w 722"/>
                <a:gd name="T7" fmla="*/ 1 h 721"/>
                <a:gd name="T8" fmla="*/ 1 w 722"/>
                <a:gd name="T9" fmla="*/ 1 h 721"/>
                <a:gd name="T10" fmla="*/ 1 w 722"/>
                <a:gd name="T11" fmla="*/ 1 h 721"/>
                <a:gd name="T12" fmla="*/ 1 w 722"/>
                <a:gd name="T13" fmla="*/ 1 h 721"/>
                <a:gd name="T14" fmla="*/ 1 w 722"/>
                <a:gd name="T15" fmla="*/ 1 h 721"/>
                <a:gd name="T16" fmla="*/ 1 w 722"/>
                <a:gd name="T17" fmla="*/ 1 h 721"/>
                <a:gd name="T18" fmla="*/ 1 w 722"/>
                <a:gd name="T19" fmla="*/ 1 h 721"/>
                <a:gd name="T20" fmla="*/ 0 w 722"/>
                <a:gd name="T21" fmla="*/ 2 h 721"/>
                <a:gd name="T22" fmla="*/ 1 w 722"/>
                <a:gd name="T23" fmla="*/ 2 h 721"/>
                <a:gd name="T24" fmla="*/ 1 w 722"/>
                <a:gd name="T25" fmla="*/ 2 h 721"/>
                <a:gd name="T26" fmla="*/ 1 w 722"/>
                <a:gd name="T27" fmla="*/ 2 h 721"/>
                <a:gd name="T28" fmla="*/ 1 w 722"/>
                <a:gd name="T29" fmla="*/ 3 h 721"/>
                <a:gd name="T30" fmla="*/ 1 w 722"/>
                <a:gd name="T31" fmla="*/ 3 h 721"/>
                <a:gd name="T32" fmla="*/ 1 w 722"/>
                <a:gd name="T33" fmla="*/ 3 h 721"/>
                <a:gd name="T34" fmla="*/ 1 w 722"/>
                <a:gd name="T35" fmla="*/ 3 h 721"/>
                <a:gd name="T36" fmla="*/ 1 w 722"/>
                <a:gd name="T37" fmla="*/ 3 h 721"/>
                <a:gd name="T38" fmla="*/ 1 w 722"/>
                <a:gd name="T39" fmla="*/ 3 h 721"/>
                <a:gd name="T40" fmla="*/ 1 w 722"/>
                <a:gd name="T41" fmla="*/ 3 h 721"/>
                <a:gd name="T42" fmla="*/ 2 w 722"/>
                <a:gd name="T43" fmla="*/ 3 h 721"/>
                <a:gd name="T44" fmla="*/ 2 w 722"/>
                <a:gd name="T45" fmla="*/ 3 h 721"/>
                <a:gd name="T46" fmla="*/ 2 w 722"/>
                <a:gd name="T47" fmla="*/ 3 h 721"/>
                <a:gd name="T48" fmla="*/ 2 w 722"/>
                <a:gd name="T49" fmla="*/ 3 h 721"/>
                <a:gd name="T50" fmla="*/ 3 w 722"/>
                <a:gd name="T51" fmla="*/ 3 h 721"/>
                <a:gd name="T52" fmla="*/ 3 w 722"/>
                <a:gd name="T53" fmla="*/ 3 h 721"/>
                <a:gd name="T54" fmla="*/ 3 w 722"/>
                <a:gd name="T55" fmla="*/ 3 h 721"/>
                <a:gd name="T56" fmla="*/ 3 w 722"/>
                <a:gd name="T57" fmla="*/ 3 h 721"/>
                <a:gd name="T58" fmla="*/ 3 w 722"/>
                <a:gd name="T59" fmla="*/ 2 h 721"/>
                <a:gd name="T60" fmla="*/ 3 w 722"/>
                <a:gd name="T61" fmla="*/ 2 h 721"/>
                <a:gd name="T62" fmla="*/ 3 w 722"/>
                <a:gd name="T63" fmla="*/ 2 h 721"/>
                <a:gd name="T64" fmla="*/ 3 w 722"/>
                <a:gd name="T65" fmla="*/ 2 h 721"/>
                <a:gd name="T66" fmla="*/ 3 w 722"/>
                <a:gd name="T67" fmla="*/ 1 h 721"/>
                <a:gd name="T68" fmla="*/ 3 w 722"/>
                <a:gd name="T69" fmla="*/ 1 h 721"/>
                <a:gd name="T70" fmla="*/ 3 w 722"/>
                <a:gd name="T71" fmla="*/ 1 h 721"/>
                <a:gd name="T72" fmla="*/ 3 w 722"/>
                <a:gd name="T73" fmla="*/ 1 h 721"/>
                <a:gd name="T74" fmla="*/ 3 w 722"/>
                <a:gd name="T75" fmla="*/ 1 h 721"/>
                <a:gd name="T76" fmla="*/ 3 w 722"/>
                <a:gd name="T77" fmla="*/ 1 h 721"/>
                <a:gd name="T78" fmla="*/ 3 w 722"/>
                <a:gd name="T79" fmla="*/ 1 h 721"/>
                <a:gd name="T80" fmla="*/ 2 w 722"/>
                <a:gd name="T81" fmla="*/ 1 h 721"/>
                <a:gd name="T82" fmla="*/ 2 w 722"/>
                <a:gd name="T83" fmla="*/ 1 h 721"/>
                <a:gd name="T84" fmla="*/ 2 w 722"/>
                <a:gd name="T85" fmla="*/ 1 h 721"/>
                <a:gd name="T86" fmla="*/ 2 w 722"/>
                <a:gd name="T87" fmla="*/ 0 h 7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1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6" y="4"/>
                  </a:lnTo>
                  <a:lnTo>
                    <a:pt x="289" y="7"/>
                  </a:lnTo>
                  <a:lnTo>
                    <a:pt x="271" y="11"/>
                  </a:lnTo>
                  <a:lnTo>
                    <a:pt x="254" y="16"/>
                  </a:lnTo>
                  <a:lnTo>
                    <a:pt x="238" y="22"/>
                  </a:lnTo>
                  <a:lnTo>
                    <a:pt x="221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9" y="93"/>
                  </a:lnTo>
                  <a:lnTo>
                    <a:pt x="106" y="105"/>
                  </a:lnTo>
                  <a:lnTo>
                    <a:pt x="94" y="118"/>
                  </a:lnTo>
                  <a:lnTo>
                    <a:pt x="83" y="131"/>
                  </a:lnTo>
                  <a:lnTo>
                    <a:pt x="72" y="144"/>
                  </a:lnTo>
                  <a:lnTo>
                    <a:pt x="62" y="159"/>
                  </a:lnTo>
                  <a:lnTo>
                    <a:pt x="53" y="174"/>
                  </a:lnTo>
                  <a:lnTo>
                    <a:pt x="44" y="189"/>
                  </a:lnTo>
                  <a:lnTo>
                    <a:pt x="36" y="204"/>
                  </a:lnTo>
                  <a:lnTo>
                    <a:pt x="29" y="220"/>
                  </a:lnTo>
                  <a:lnTo>
                    <a:pt x="23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2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3" y="485"/>
                  </a:lnTo>
                  <a:lnTo>
                    <a:pt x="29" y="501"/>
                  </a:lnTo>
                  <a:lnTo>
                    <a:pt x="36" y="517"/>
                  </a:lnTo>
                  <a:lnTo>
                    <a:pt x="44" y="532"/>
                  </a:lnTo>
                  <a:lnTo>
                    <a:pt x="53" y="547"/>
                  </a:lnTo>
                  <a:lnTo>
                    <a:pt x="62" y="563"/>
                  </a:lnTo>
                  <a:lnTo>
                    <a:pt x="72" y="577"/>
                  </a:lnTo>
                  <a:lnTo>
                    <a:pt x="83" y="591"/>
                  </a:lnTo>
                  <a:lnTo>
                    <a:pt x="94" y="604"/>
                  </a:lnTo>
                  <a:lnTo>
                    <a:pt x="106" y="616"/>
                  </a:lnTo>
                  <a:lnTo>
                    <a:pt x="119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1" y="693"/>
                  </a:lnTo>
                  <a:lnTo>
                    <a:pt x="238" y="699"/>
                  </a:lnTo>
                  <a:lnTo>
                    <a:pt x="254" y="705"/>
                  </a:lnTo>
                  <a:lnTo>
                    <a:pt x="271" y="710"/>
                  </a:lnTo>
                  <a:lnTo>
                    <a:pt x="289" y="714"/>
                  </a:lnTo>
                  <a:lnTo>
                    <a:pt x="306" y="717"/>
                  </a:lnTo>
                  <a:lnTo>
                    <a:pt x="324" y="719"/>
                  </a:lnTo>
                  <a:lnTo>
                    <a:pt x="343" y="721"/>
                  </a:lnTo>
                  <a:lnTo>
                    <a:pt x="361" y="721"/>
                  </a:lnTo>
                  <a:lnTo>
                    <a:pt x="380" y="721"/>
                  </a:lnTo>
                  <a:lnTo>
                    <a:pt x="398" y="719"/>
                  </a:lnTo>
                  <a:lnTo>
                    <a:pt x="417" y="717"/>
                  </a:lnTo>
                  <a:lnTo>
                    <a:pt x="434" y="714"/>
                  </a:lnTo>
                  <a:lnTo>
                    <a:pt x="452" y="710"/>
                  </a:lnTo>
                  <a:lnTo>
                    <a:pt x="469" y="705"/>
                  </a:lnTo>
                  <a:lnTo>
                    <a:pt x="486" y="699"/>
                  </a:lnTo>
                  <a:lnTo>
                    <a:pt x="502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7" y="616"/>
                  </a:lnTo>
                  <a:lnTo>
                    <a:pt x="629" y="604"/>
                  </a:lnTo>
                  <a:lnTo>
                    <a:pt x="640" y="591"/>
                  </a:lnTo>
                  <a:lnTo>
                    <a:pt x="651" y="577"/>
                  </a:lnTo>
                  <a:lnTo>
                    <a:pt x="661" y="563"/>
                  </a:lnTo>
                  <a:lnTo>
                    <a:pt x="670" y="547"/>
                  </a:lnTo>
                  <a:lnTo>
                    <a:pt x="679" y="532"/>
                  </a:lnTo>
                  <a:lnTo>
                    <a:pt x="687" y="517"/>
                  </a:lnTo>
                  <a:lnTo>
                    <a:pt x="694" y="501"/>
                  </a:lnTo>
                  <a:lnTo>
                    <a:pt x="701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2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1" y="237"/>
                  </a:lnTo>
                  <a:lnTo>
                    <a:pt x="694" y="220"/>
                  </a:lnTo>
                  <a:lnTo>
                    <a:pt x="687" y="204"/>
                  </a:lnTo>
                  <a:lnTo>
                    <a:pt x="679" y="189"/>
                  </a:lnTo>
                  <a:lnTo>
                    <a:pt x="670" y="174"/>
                  </a:lnTo>
                  <a:lnTo>
                    <a:pt x="661" y="159"/>
                  </a:lnTo>
                  <a:lnTo>
                    <a:pt x="651" y="144"/>
                  </a:lnTo>
                  <a:lnTo>
                    <a:pt x="640" y="131"/>
                  </a:lnTo>
                  <a:lnTo>
                    <a:pt x="629" y="118"/>
                  </a:lnTo>
                  <a:lnTo>
                    <a:pt x="617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2" y="28"/>
                  </a:lnTo>
                  <a:lnTo>
                    <a:pt x="486" y="22"/>
                  </a:lnTo>
                  <a:lnTo>
                    <a:pt x="469" y="16"/>
                  </a:lnTo>
                  <a:lnTo>
                    <a:pt x="452" y="11"/>
                  </a:lnTo>
                  <a:lnTo>
                    <a:pt x="434" y="7"/>
                  </a:lnTo>
                  <a:lnTo>
                    <a:pt x="417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48" name="Rectangle 78">
              <a:extLst>
                <a:ext uri="{FF2B5EF4-FFF2-40B4-BE49-F238E27FC236}">
                  <a16:creationId xmlns:a16="http://schemas.microsoft.com/office/drawing/2014/main" id="{937A952B-BF55-42A1-85A8-E5451D421F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54" y="1555"/>
              <a:ext cx="8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49" name="Rectangle 79">
              <a:extLst>
                <a:ext uri="{FF2B5EF4-FFF2-40B4-BE49-F238E27FC236}">
                  <a16:creationId xmlns:a16="http://schemas.microsoft.com/office/drawing/2014/main" id="{3AC85B30-952E-4069-9F63-7F614788C9B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09" y="1555"/>
              <a:ext cx="8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50" name="Rectangle 80">
              <a:extLst>
                <a:ext uri="{FF2B5EF4-FFF2-40B4-BE49-F238E27FC236}">
                  <a16:creationId xmlns:a16="http://schemas.microsoft.com/office/drawing/2014/main" id="{B31D8E24-B7F5-4ABD-81AF-A887D988122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14" y="1957"/>
              <a:ext cx="7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51" name="Rectangle 81">
              <a:extLst>
                <a:ext uri="{FF2B5EF4-FFF2-40B4-BE49-F238E27FC236}">
                  <a16:creationId xmlns:a16="http://schemas.microsoft.com/office/drawing/2014/main" id="{538FDD8B-1F8D-4D54-B07F-15374D9B4B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30" y="2353"/>
              <a:ext cx="8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52" name="Rectangle 82">
              <a:extLst>
                <a:ext uri="{FF2B5EF4-FFF2-40B4-BE49-F238E27FC236}">
                  <a16:creationId xmlns:a16="http://schemas.microsoft.com/office/drawing/2014/main" id="{E5B6FAA9-30AA-4A86-BE92-0AD5A8F9B0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72" y="2353"/>
              <a:ext cx="7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53" name="Line 83">
              <a:extLst>
                <a:ext uri="{FF2B5EF4-FFF2-40B4-BE49-F238E27FC236}">
                  <a16:creationId xmlns:a16="http://schemas.microsoft.com/office/drawing/2014/main" id="{DA5DD2F4-9B8A-4139-A3C8-522B1107E7D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134" y="2377"/>
              <a:ext cx="40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54" name="Freeform 85">
              <a:extLst>
                <a:ext uri="{FF2B5EF4-FFF2-40B4-BE49-F238E27FC236}">
                  <a16:creationId xmlns:a16="http://schemas.microsoft.com/office/drawing/2014/main" id="{751D34C0-890C-4408-B03D-708F932C8B3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148" y="1422"/>
              <a:ext cx="476" cy="476"/>
            </a:xfrm>
            <a:custGeom>
              <a:avLst/>
              <a:gdLst>
                <a:gd name="T0" fmla="*/ 1 w 722"/>
                <a:gd name="T1" fmla="*/ 1 h 721"/>
                <a:gd name="T2" fmla="*/ 1 w 722"/>
                <a:gd name="T3" fmla="*/ 1 h 721"/>
                <a:gd name="T4" fmla="*/ 1 w 722"/>
                <a:gd name="T5" fmla="*/ 1 h 721"/>
                <a:gd name="T6" fmla="*/ 1 w 722"/>
                <a:gd name="T7" fmla="*/ 1 h 721"/>
                <a:gd name="T8" fmla="*/ 1 w 722"/>
                <a:gd name="T9" fmla="*/ 1 h 721"/>
                <a:gd name="T10" fmla="*/ 1 w 722"/>
                <a:gd name="T11" fmla="*/ 1 h 721"/>
                <a:gd name="T12" fmla="*/ 1 w 722"/>
                <a:gd name="T13" fmla="*/ 1 h 721"/>
                <a:gd name="T14" fmla="*/ 1 w 722"/>
                <a:gd name="T15" fmla="*/ 1 h 721"/>
                <a:gd name="T16" fmla="*/ 1 w 722"/>
                <a:gd name="T17" fmla="*/ 1 h 721"/>
                <a:gd name="T18" fmla="*/ 1 w 722"/>
                <a:gd name="T19" fmla="*/ 1 h 721"/>
                <a:gd name="T20" fmla="*/ 0 w 722"/>
                <a:gd name="T21" fmla="*/ 2 h 721"/>
                <a:gd name="T22" fmla="*/ 1 w 722"/>
                <a:gd name="T23" fmla="*/ 2 h 721"/>
                <a:gd name="T24" fmla="*/ 1 w 722"/>
                <a:gd name="T25" fmla="*/ 2 h 721"/>
                <a:gd name="T26" fmla="*/ 1 w 722"/>
                <a:gd name="T27" fmla="*/ 2 h 721"/>
                <a:gd name="T28" fmla="*/ 1 w 722"/>
                <a:gd name="T29" fmla="*/ 3 h 721"/>
                <a:gd name="T30" fmla="*/ 1 w 722"/>
                <a:gd name="T31" fmla="*/ 3 h 721"/>
                <a:gd name="T32" fmla="*/ 1 w 722"/>
                <a:gd name="T33" fmla="*/ 3 h 721"/>
                <a:gd name="T34" fmla="*/ 1 w 722"/>
                <a:gd name="T35" fmla="*/ 3 h 721"/>
                <a:gd name="T36" fmla="*/ 1 w 722"/>
                <a:gd name="T37" fmla="*/ 3 h 721"/>
                <a:gd name="T38" fmla="*/ 1 w 722"/>
                <a:gd name="T39" fmla="*/ 3 h 721"/>
                <a:gd name="T40" fmla="*/ 1 w 722"/>
                <a:gd name="T41" fmla="*/ 3 h 721"/>
                <a:gd name="T42" fmla="*/ 2 w 722"/>
                <a:gd name="T43" fmla="*/ 3 h 721"/>
                <a:gd name="T44" fmla="*/ 2 w 722"/>
                <a:gd name="T45" fmla="*/ 3 h 721"/>
                <a:gd name="T46" fmla="*/ 2 w 722"/>
                <a:gd name="T47" fmla="*/ 3 h 721"/>
                <a:gd name="T48" fmla="*/ 2 w 722"/>
                <a:gd name="T49" fmla="*/ 3 h 721"/>
                <a:gd name="T50" fmla="*/ 3 w 722"/>
                <a:gd name="T51" fmla="*/ 3 h 721"/>
                <a:gd name="T52" fmla="*/ 3 w 722"/>
                <a:gd name="T53" fmla="*/ 3 h 721"/>
                <a:gd name="T54" fmla="*/ 3 w 722"/>
                <a:gd name="T55" fmla="*/ 3 h 721"/>
                <a:gd name="T56" fmla="*/ 3 w 722"/>
                <a:gd name="T57" fmla="*/ 3 h 721"/>
                <a:gd name="T58" fmla="*/ 3 w 722"/>
                <a:gd name="T59" fmla="*/ 2 h 721"/>
                <a:gd name="T60" fmla="*/ 3 w 722"/>
                <a:gd name="T61" fmla="*/ 2 h 721"/>
                <a:gd name="T62" fmla="*/ 3 w 722"/>
                <a:gd name="T63" fmla="*/ 2 h 721"/>
                <a:gd name="T64" fmla="*/ 3 w 722"/>
                <a:gd name="T65" fmla="*/ 2 h 721"/>
                <a:gd name="T66" fmla="*/ 3 w 722"/>
                <a:gd name="T67" fmla="*/ 1 h 721"/>
                <a:gd name="T68" fmla="*/ 3 w 722"/>
                <a:gd name="T69" fmla="*/ 1 h 721"/>
                <a:gd name="T70" fmla="*/ 3 w 722"/>
                <a:gd name="T71" fmla="*/ 1 h 721"/>
                <a:gd name="T72" fmla="*/ 3 w 722"/>
                <a:gd name="T73" fmla="*/ 1 h 721"/>
                <a:gd name="T74" fmla="*/ 3 w 722"/>
                <a:gd name="T75" fmla="*/ 1 h 721"/>
                <a:gd name="T76" fmla="*/ 3 w 722"/>
                <a:gd name="T77" fmla="*/ 1 h 721"/>
                <a:gd name="T78" fmla="*/ 3 w 722"/>
                <a:gd name="T79" fmla="*/ 1 h 721"/>
                <a:gd name="T80" fmla="*/ 2 w 722"/>
                <a:gd name="T81" fmla="*/ 1 h 721"/>
                <a:gd name="T82" fmla="*/ 2 w 722"/>
                <a:gd name="T83" fmla="*/ 1 h 721"/>
                <a:gd name="T84" fmla="*/ 2 w 722"/>
                <a:gd name="T85" fmla="*/ 1 h 721"/>
                <a:gd name="T86" fmla="*/ 2 w 722"/>
                <a:gd name="T87" fmla="*/ 0 h 7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1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5" y="4"/>
                  </a:lnTo>
                  <a:lnTo>
                    <a:pt x="288" y="7"/>
                  </a:lnTo>
                  <a:lnTo>
                    <a:pt x="270" y="11"/>
                  </a:lnTo>
                  <a:lnTo>
                    <a:pt x="253" y="16"/>
                  </a:lnTo>
                  <a:lnTo>
                    <a:pt x="237" y="22"/>
                  </a:lnTo>
                  <a:lnTo>
                    <a:pt x="220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8" y="93"/>
                  </a:lnTo>
                  <a:lnTo>
                    <a:pt x="105" y="105"/>
                  </a:lnTo>
                  <a:lnTo>
                    <a:pt x="93" y="118"/>
                  </a:lnTo>
                  <a:lnTo>
                    <a:pt x="82" y="131"/>
                  </a:lnTo>
                  <a:lnTo>
                    <a:pt x="71" y="144"/>
                  </a:lnTo>
                  <a:lnTo>
                    <a:pt x="61" y="159"/>
                  </a:lnTo>
                  <a:lnTo>
                    <a:pt x="52" y="174"/>
                  </a:lnTo>
                  <a:lnTo>
                    <a:pt x="43" y="189"/>
                  </a:lnTo>
                  <a:lnTo>
                    <a:pt x="35" y="204"/>
                  </a:lnTo>
                  <a:lnTo>
                    <a:pt x="28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2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2" y="485"/>
                  </a:lnTo>
                  <a:lnTo>
                    <a:pt x="28" y="501"/>
                  </a:lnTo>
                  <a:lnTo>
                    <a:pt x="35" y="517"/>
                  </a:lnTo>
                  <a:lnTo>
                    <a:pt x="43" y="532"/>
                  </a:lnTo>
                  <a:lnTo>
                    <a:pt x="52" y="547"/>
                  </a:lnTo>
                  <a:lnTo>
                    <a:pt x="61" y="563"/>
                  </a:lnTo>
                  <a:lnTo>
                    <a:pt x="71" y="577"/>
                  </a:lnTo>
                  <a:lnTo>
                    <a:pt x="82" y="591"/>
                  </a:lnTo>
                  <a:lnTo>
                    <a:pt x="93" y="604"/>
                  </a:lnTo>
                  <a:lnTo>
                    <a:pt x="105" y="616"/>
                  </a:lnTo>
                  <a:lnTo>
                    <a:pt x="118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0" y="693"/>
                  </a:lnTo>
                  <a:lnTo>
                    <a:pt x="237" y="699"/>
                  </a:lnTo>
                  <a:lnTo>
                    <a:pt x="253" y="705"/>
                  </a:lnTo>
                  <a:lnTo>
                    <a:pt x="270" y="710"/>
                  </a:lnTo>
                  <a:lnTo>
                    <a:pt x="288" y="714"/>
                  </a:lnTo>
                  <a:lnTo>
                    <a:pt x="305" y="717"/>
                  </a:lnTo>
                  <a:lnTo>
                    <a:pt x="324" y="719"/>
                  </a:lnTo>
                  <a:lnTo>
                    <a:pt x="343" y="721"/>
                  </a:lnTo>
                  <a:lnTo>
                    <a:pt x="361" y="721"/>
                  </a:lnTo>
                  <a:lnTo>
                    <a:pt x="380" y="721"/>
                  </a:lnTo>
                  <a:lnTo>
                    <a:pt x="398" y="719"/>
                  </a:lnTo>
                  <a:lnTo>
                    <a:pt x="416" y="717"/>
                  </a:lnTo>
                  <a:lnTo>
                    <a:pt x="433" y="714"/>
                  </a:lnTo>
                  <a:lnTo>
                    <a:pt x="451" y="710"/>
                  </a:lnTo>
                  <a:lnTo>
                    <a:pt x="468" y="705"/>
                  </a:lnTo>
                  <a:lnTo>
                    <a:pt x="485" y="699"/>
                  </a:lnTo>
                  <a:lnTo>
                    <a:pt x="501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6" y="616"/>
                  </a:lnTo>
                  <a:lnTo>
                    <a:pt x="628" y="604"/>
                  </a:lnTo>
                  <a:lnTo>
                    <a:pt x="639" y="591"/>
                  </a:lnTo>
                  <a:lnTo>
                    <a:pt x="650" y="577"/>
                  </a:lnTo>
                  <a:lnTo>
                    <a:pt x="660" y="563"/>
                  </a:lnTo>
                  <a:lnTo>
                    <a:pt x="669" y="547"/>
                  </a:lnTo>
                  <a:lnTo>
                    <a:pt x="678" y="532"/>
                  </a:lnTo>
                  <a:lnTo>
                    <a:pt x="686" y="517"/>
                  </a:lnTo>
                  <a:lnTo>
                    <a:pt x="693" y="501"/>
                  </a:lnTo>
                  <a:lnTo>
                    <a:pt x="700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2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0" y="237"/>
                  </a:lnTo>
                  <a:lnTo>
                    <a:pt x="693" y="220"/>
                  </a:lnTo>
                  <a:lnTo>
                    <a:pt x="686" y="204"/>
                  </a:lnTo>
                  <a:lnTo>
                    <a:pt x="678" y="189"/>
                  </a:lnTo>
                  <a:lnTo>
                    <a:pt x="669" y="174"/>
                  </a:lnTo>
                  <a:lnTo>
                    <a:pt x="660" y="159"/>
                  </a:lnTo>
                  <a:lnTo>
                    <a:pt x="650" y="144"/>
                  </a:lnTo>
                  <a:lnTo>
                    <a:pt x="639" y="131"/>
                  </a:lnTo>
                  <a:lnTo>
                    <a:pt x="628" y="118"/>
                  </a:lnTo>
                  <a:lnTo>
                    <a:pt x="616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1" y="28"/>
                  </a:lnTo>
                  <a:lnTo>
                    <a:pt x="485" y="22"/>
                  </a:lnTo>
                  <a:lnTo>
                    <a:pt x="468" y="16"/>
                  </a:lnTo>
                  <a:lnTo>
                    <a:pt x="451" y="11"/>
                  </a:lnTo>
                  <a:lnTo>
                    <a:pt x="433" y="7"/>
                  </a:lnTo>
                  <a:lnTo>
                    <a:pt x="416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55" name="Freeform 86">
              <a:extLst>
                <a:ext uri="{FF2B5EF4-FFF2-40B4-BE49-F238E27FC236}">
                  <a16:creationId xmlns:a16="http://schemas.microsoft.com/office/drawing/2014/main" id="{F8F10E35-DEBB-479F-BE76-38796691CC1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988" y="1741"/>
              <a:ext cx="477" cy="475"/>
            </a:xfrm>
            <a:custGeom>
              <a:avLst/>
              <a:gdLst>
                <a:gd name="T0" fmla="*/ 1 w 721"/>
                <a:gd name="T1" fmla="*/ 1 h 722"/>
                <a:gd name="T2" fmla="*/ 1 w 721"/>
                <a:gd name="T3" fmla="*/ 1 h 722"/>
                <a:gd name="T4" fmla="*/ 1 w 721"/>
                <a:gd name="T5" fmla="*/ 1 h 722"/>
                <a:gd name="T6" fmla="*/ 1 w 721"/>
                <a:gd name="T7" fmla="*/ 1 h 722"/>
                <a:gd name="T8" fmla="*/ 1 w 721"/>
                <a:gd name="T9" fmla="*/ 1 h 722"/>
                <a:gd name="T10" fmla="*/ 1 w 721"/>
                <a:gd name="T11" fmla="*/ 1 h 722"/>
                <a:gd name="T12" fmla="*/ 1 w 721"/>
                <a:gd name="T13" fmla="*/ 1 h 722"/>
                <a:gd name="T14" fmla="*/ 1 w 721"/>
                <a:gd name="T15" fmla="*/ 1 h 722"/>
                <a:gd name="T16" fmla="*/ 1 w 721"/>
                <a:gd name="T17" fmla="*/ 1 h 722"/>
                <a:gd name="T18" fmla="*/ 1 w 721"/>
                <a:gd name="T19" fmla="*/ 1 h 722"/>
                <a:gd name="T20" fmla="*/ 0 w 721"/>
                <a:gd name="T21" fmla="*/ 2 h 722"/>
                <a:gd name="T22" fmla="*/ 1 w 721"/>
                <a:gd name="T23" fmla="*/ 2 h 722"/>
                <a:gd name="T24" fmla="*/ 1 w 721"/>
                <a:gd name="T25" fmla="*/ 2 h 722"/>
                <a:gd name="T26" fmla="*/ 1 w 721"/>
                <a:gd name="T27" fmla="*/ 2 h 722"/>
                <a:gd name="T28" fmla="*/ 1 w 721"/>
                <a:gd name="T29" fmla="*/ 3 h 722"/>
                <a:gd name="T30" fmla="*/ 1 w 721"/>
                <a:gd name="T31" fmla="*/ 3 h 722"/>
                <a:gd name="T32" fmla="*/ 1 w 721"/>
                <a:gd name="T33" fmla="*/ 3 h 722"/>
                <a:gd name="T34" fmla="*/ 1 w 721"/>
                <a:gd name="T35" fmla="*/ 3 h 722"/>
                <a:gd name="T36" fmla="*/ 1 w 721"/>
                <a:gd name="T37" fmla="*/ 3 h 722"/>
                <a:gd name="T38" fmla="*/ 1 w 721"/>
                <a:gd name="T39" fmla="*/ 3 h 722"/>
                <a:gd name="T40" fmla="*/ 1 w 721"/>
                <a:gd name="T41" fmla="*/ 3 h 722"/>
                <a:gd name="T42" fmla="*/ 2 w 721"/>
                <a:gd name="T43" fmla="*/ 3 h 722"/>
                <a:gd name="T44" fmla="*/ 2 w 721"/>
                <a:gd name="T45" fmla="*/ 3 h 722"/>
                <a:gd name="T46" fmla="*/ 2 w 721"/>
                <a:gd name="T47" fmla="*/ 3 h 722"/>
                <a:gd name="T48" fmla="*/ 3 w 721"/>
                <a:gd name="T49" fmla="*/ 3 h 722"/>
                <a:gd name="T50" fmla="*/ 3 w 721"/>
                <a:gd name="T51" fmla="*/ 3 h 722"/>
                <a:gd name="T52" fmla="*/ 3 w 721"/>
                <a:gd name="T53" fmla="*/ 3 h 722"/>
                <a:gd name="T54" fmla="*/ 3 w 721"/>
                <a:gd name="T55" fmla="*/ 3 h 722"/>
                <a:gd name="T56" fmla="*/ 3 w 721"/>
                <a:gd name="T57" fmla="*/ 3 h 722"/>
                <a:gd name="T58" fmla="*/ 3 w 721"/>
                <a:gd name="T59" fmla="*/ 2 h 722"/>
                <a:gd name="T60" fmla="*/ 3 w 721"/>
                <a:gd name="T61" fmla="*/ 2 h 722"/>
                <a:gd name="T62" fmla="*/ 3 w 721"/>
                <a:gd name="T63" fmla="*/ 2 h 722"/>
                <a:gd name="T64" fmla="*/ 3 w 721"/>
                <a:gd name="T65" fmla="*/ 2 h 722"/>
                <a:gd name="T66" fmla="*/ 3 w 721"/>
                <a:gd name="T67" fmla="*/ 1 h 722"/>
                <a:gd name="T68" fmla="*/ 3 w 721"/>
                <a:gd name="T69" fmla="*/ 1 h 722"/>
                <a:gd name="T70" fmla="*/ 3 w 721"/>
                <a:gd name="T71" fmla="*/ 1 h 722"/>
                <a:gd name="T72" fmla="*/ 3 w 721"/>
                <a:gd name="T73" fmla="*/ 1 h 722"/>
                <a:gd name="T74" fmla="*/ 3 w 721"/>
                <a:gd name="T75" fmla="*/ 1 h 722"/>
                <a:gd name="T76" fmla="*/ 3 w 721"/>
                <a:gd name="T77" fmla="*/ 1 h 722"/>
                <a:gd name="T78" fmla="*/ 3 w 721"/>
                <a:gd name="T79" fmla="*/ 1 h 722"/>
                <a:gd name="T80" fmla="*/ 3 w 721"/>
                <a:gd name="T81" fmla="*/ 1 h 722"/>
                <a:gd name="T82" fmla="*/ 2 w 721"/>
                <a:gd name="T83" fmla="*/ 1 h 722"/>
                <a:gd name="T84" fmla="*/ 2 w 721"/>
                <a:gd name="T85" fmla="*/ 1 h 722"/>
                <a:gd name="T86" fmla="*/ 2 w 721"/>
                <a:gd name="T87" fmla="*/ 0 h 7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1" h="722">
                  <a:moveTo>
                    <a:pt x="360" y="0"/>
                  </a:moveTo>
                  <a:lnTo>
                    <a:pt x="342" y="0"/>
                  </a:lnTo>
                  <a:lnTo>
                    <a:pt x="323" y="2"/>
                  </a:lnTo>
                  <a:lnTo>
                    <a:pt x="305" y="4"/>
                  </a:lnTo>
                  <a:lnTo>
                    <a:pt x="288" y="7"/>
                  </a:lnTo>
                  <a:lnTo>
                    <a:pt x="270" y="11"/>
                  </a:lnTo>
                  <a:lnTo>
                    <a:pt x="253" y="16"/>
                  </a:lnTo>
                  <a:lnTo>
                    <a:pt x="237" y="22"/>
                  </a:lnTo>
                  <a:lnTo>
                    <a:pt x="220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8" y="61"/>
                  </a:lnTo>
                  <a:lnTo>
                    <a:pt x="144" y="72"/>
                  </a:lnTo>
                  <a:lnTo>
                    <a:pt x="131" y="83"/>
                  </a:lnTo>
                  <a:lnTo>
                    <a:pt x="118" y="94"/>
                  </a:lnTo>
                  <a:lnTo>
                    <a:pt x="105" y="106"/>
                  </a:lnTo>
                  <a:lnTo>
                    <a:pt x="93" y="119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1" y="159"/>
                  </a:lnTo>
                  <a:lnTo>
                    <a:pt x="52" y="174"/>
                  </a:lnTo>
                  <a:lnTo>
                    <a:pt x="43" y="189"/>
                  </a:lnTo>
                  <a:lnTo>
                    <a:pt x="35" y="204"/>
                  </a:lnTo>
                  <a:lnTo>
                    <a:pt x="28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1"/>
                  </a:lnTo>
                  <a:lnTo>
                    <a:pt x="7" y="289"/>
                  </a:lnTo>
                  <a:lnTo>
                    <a:pt x="4" y="306"/>
                  </a:lnTo>
                  <a:lnTo>
                    <a:pt x="2" y="324"/>
                  </a:lnTo>
                  <a:lnTo>
                    <a:pt x="0" y="343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9"/>
                  </a:lnTo>
                  <a:lnTo>
                    <a:pt x="22" y="486"/>
                  </a:lnTo>
                  <a:lnTo>
                    <a:pt x="28" y="502"/>
                  </a:lnTo>
                  <a:lnTo>
                    <a:pt x="35" y="518"/>
                  </a:lnTo>
                  <a:lnTo>
                    <a:pt x="43" y="533"/>
                  </a:lnTo>
                  <a:lnTo>
                    <a:pt x="52" y="548"/>
                  </a:lnTo>
                  <a:lnTo>
                    <a:pt x="61" y="563"/>
                  </a:lnTo>
                  <a:lnTo>
                    <a:pt x="71" y="577"/>
                  </a:lnTo>
                  <a:lnTo>
                    <a:pt x="82" y="591"/>
                  </a:lnTo>
                  <a:lnTo>
                    <a:pt x="93" y="604"/>
                  </a:lnTo>
                  <a:lnTo>
                    <a:pt x="105" y="616"/>
                  </a:lnTo>
                  <a:lnTo>
                    <a:pt x="118" y="628"/>
                  </a:lnTo>
                  <a:lnTo>
                    <a:pt x="131" y="639"/>
                  </a:lnTo>
                  <a:lnTo>
                    <a:pt x="144" y="650"/>
                  </a:lnTo>
                  <a:lnTo>
                    <a:pt x="158" y="660"/>
                  </a:lnTo>
                  <a:lnTo>
                    <a:pt x="174" y="670"/>
                  </a:lnTo>
                  <a:lnTo>
                    <a:pt x="189" y="679"/>
                  </a:lnTo>
                  <a:lnTo>
                    <a:pt x="204" y="687"/>
                  </a:lnTo>
                  <a:lnTo>
                    <a:pt x="220" y="694"/>
                  </a:lnTo>
                  <a:lnTo>
                    <a:pt x="237" y="700"/>
                  </a:lnTo>
                  <a:lnTo>
                    <a:pt x="253" y="706"/>
                  </a:lnTo>
                  <a:lnTo>
                    <a:pt x="270" y="711"/>
                  </a:lnTo>
                  <a:lnTo>
                    <a:pt x="288" y="715"/>
                  </a:lnTo>
                  <a:lnTo>
                    <a:pt x="305" y="718"/>
                  </a:lnTo>
                  <a:lnTo>
                    <a:pt x="323" y="720"/>
                  </a:lnTo>
                  <a:lnTo>
                    <a:pt x="342" y="722"/>
                  </a:lnTo>
                  <a:lnTo>
                    <a:pt x="360" y="722"/>
                  </a:lnTo>
                  <a:lnTo>
                    <a:pt x="380" y="722"/>
                  </a:lnTo>
                  <a:lnTo>
                    <a:pt x="398" y="720"/>
                  </a:lnTo>
                  <a:lnTo>
                    <a:pt x="416" y="718"/>
                  </a:lnTo>
                  <a:lnTo>
                    <a:pt x="433" y="715"/>
                  </a:lnTo>
                  <a:lnTo>
                    <a:pt x="451" y="711"/>
                  </a:lnTo>
                  <a:lnTo>
                    <a:pt x="468" y="706"/>
                  </a:lnTo>
                  <a:lnTo>
                    <a:pt x="485" y="700"/>
                  </a:lnTo>
                  <a:lnTo>
                    <a:pt x="501" y="694"/>
                  </a:lnTo>
                  <a:lnTo>
                    <a:pt x="517" y="687"/>
                  </a:lnTo>
                  <a:lnTo>
                    <a:pt x="532" y="679"/>
                  </a:lnTo>
                  <a:lnTo>
                    <a:pt x="547" y="670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6" y="616"/>
                  </a:lnTo>
                  <a:lnTo>
                    <a:pt x="628" y="604"/>
                  </a:lnTo>
                  <a:lnTo>
                    <a:pt x="639" y="591"/>
                  </a:lnTo>
                  <a:lnTo>
                    <a:pt x="650" y="577"/>
                  </a:lnTo>
                  <a:lnTo>
                    <a:pt x="660" y="563"/>
                  </a:lnTo>
                  <a:lnTo>
                    <a:pt x="669" y="548"/>
                  </a:lnTo>
                  <a:lnTo>
                    <a:pt x="678" y="533"/>
                  </a:lnTo>
                  <a:lnTo>
                    <a:pt x="686" y="518"/>
                  </a:lnTo>
                  <a:lnTo>
                    <a:pt x="693" y="502"/>
                  </a:lnTo>
                  <a:lnTo>
                    <a:pt x="700" y="486"/>
                  </a:lnTo>
                  <a:lnTo>
                    <a:pt x="705" y="469"/>
                  </a:lnTo>
                  <a:lnTo>
                    <a:pt x="710" y="451"/>
                  </a:lnTo>
                  <a:lnTo>
                    <a:pt x="714" y="433"/>
                  </a:lnTo>
                  <a:lnTo>
                    <a:pt x="717" y="416"/>
                  </a:lnTo>
                  <a:lnTo>
                    <a:pt x="719" y="398"/>
                  </a:lnTo>
                  <a:lnTo>
                    <a:pt x="721" y="380"/>
                  </a:lnTo>
                  <a:lnTo>
                    <a:pt x="721" y="361"/>
                  </a:lnTo>
                  <a:lnTo>
                    <a:pt x="721" y="343"/>
                  </a:lnTo>
                  <a:lnTo>
                    <a:pt x="719" y="324"/>
                  </a:lnTo>
                  <a:lnTo>
                    <a:pt x="717" y="306"/>
                  </a:lnTo>
                  <a:lnTo>
                    <a:pt x="714" y="289"/>
                  </a:lnTo>
                  <a:lnTo>
                    <a:pt x="710" y="271"/>
                  </a:lnTo>
                  <a:lnTo>
                    <a:pt x="705" y="253"/>
                  </a:lnTo>
                  <a:lnTo>
                    <a:pt x="700" y="237"/>
                  </a:lnTo>
                  <a:lnTo>
                    <a:pt x="693" y="220"/>
                  </a:lnTo>
                  <a:lnTo>
                    <a:pt x="686" y="204"/>
                  </a:lnTo>
                  <a:lnTo>
                    <a:pt x="678" y="189"/>
                  </a:lnTo>
                  <a:lnTo>
                    <a:pt x="669" y="174"/>
                  </a:lnTo>
                  <a:lnTo>
                    <a:pt x="660" y="159"/>
                  </a:lnTo>
                  <a:lnTo>
                    <a:pt x="650" y="145"/>
                  </a:lnTo>
                  <a:lnTo>
                    <a:pt x="639" y="132"/>
                  </a:lnTo>
                  <a:lnTo>
                    <a:pt x="628" y="119"/>
                  </a:lnTo>
                  <a:lnTo>
                    <a:pt x="616" y="106"/>
                  </a:lnTo>
                  <a:lnTo>
                    <a:pt x="604" y="94"/>
                  </a:lnTo>
                  <a:lnTo>
                    <a:pt x="591" y="83"/>
                  </a:lnTo>
                  <a:lnTo>
                    <a:pt x="577" y="72"/>
                  </a:lnTo>
                  <a:lnTo>
                    <a:pt x="563" y="61"/>
                  </a:lnTo>
                  <a:lnTo>
                    <a:pt x="547" y="52"/>
                  </a:lnTo>
                  <a:lnTo>
                    <a:pt x="532" y="43"/>
                  </a:lnTo>
                  <a:lnTo>
                    <a:pt x="517" y="35"/>
                  </a:lnTo>
                  <a:lnTo>
                    <a:pt x="501" y="28"/>
                  </a:lnTo>
                  <a:lnTo>
                    <a:pt x="485" y="22"/>
                  </a:lnTo>
                  <a:lnTo>
                    <a:pt x="468" y="16"/>
                  </a:lnTo>
                  <a:lnTo>
                    <a:pt x="451" y="11"/>
                  </a:lnTo>
                  <a:lnTo>
                    <a:pt x="433" y="7"/>
                  </a:lnTo>
                  <a:lnTo>
                    <a:pt x="416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156" name="Rectangle 87">
              <a:extLst>
                <a:ext uri="{FF2B5EF4-FFF2-40B4-BE49-F238E27FC236}">
                  <a16:creationId xmlns:a16="http://schemas.microsoft.com/office/drawing/2014/main" id="{D616DD42-7676-4139-A4F0-92C8528804F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57" y="1342"/>
              <a:ext cx="1127" cy="941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90122" name="Group 54">
            <a:extLst>
              <a:ext uri="{FF2B5EF4-FFF2-40B4-BE49-F238E27FC236}">
                <a16:creationId xmlns:a16="http://schemas.microsoft.com/office/drawing/2014/main" id="{59147F3D-EF03-413C-8A3C-37D9D3CDEA57}"/>
              </a:ext>
            </a:extLst>
          </p:cNvPr>
          <p:cNvGrpSpPr>
            <a:grpSpLocks/>
          </p:cNvGrpSpPr>
          <p:nvPr/>
        </p:nvGrpSpPr>
        <p:grpSpPr bwMode="auto">
          <a:xfrm>
            <a:off x="6975475" y="4648200"/>
            <a:ext cx="1787525" cy="1828800"/>
            <a:chOff x="2133600" y="5705475"/>
            <a:chExt cx="1787525" cy="1828800"/>
          </a:xfrm>
        </p:grpSpPr>
        <p:grpSp>
          <p:nvGrpSpPr>
            <p:cNvPr id="90123" name="Group 26">
              <a:extLst>
                <a:ext uri="{FF2B5EF4-FFF2-40B4-BE49-F238E27FC236}">
                  <a16:creationId xmlns:a16="http://schemas.microsoft.com/office/drawing/2014/main" id="{A4130B1C-D3C9-4F78-B9B3-119C333B41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4138" y="7305675"/>
              <a:ext cx="873125" cy="228600"/>
              <a:chOff x="2955" y="3712"/>
              <a:chExt cx="550" cy="144"/>
            </a:xfrm>
          </p:grpSpPr>
          <p:sp>
            <p:nvSpPr>
              <p:cNvPr id="90140" name="Rectangle 27">
                <a:extLst>
                  <a:ext uri="{FF2B5EF4-FFF2-40B4-BE49-F238E27FC236}">
                    <a16:creationId xmlns:a16="http://schemas.microsoft.com/office/drawing/2014/main" id="{81650504-8DC8-4D43-AAE6-901229970A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55" y="3712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41" name="Rectangle 28">
                <a:extLst>
                  <a:ext uri="{FF2B5EF4-FFF2-40B4-BE49-F238E27FC236}">
                    <a16:creationId xmlns:a16="http://schemas.microsoft.com/office/drawing/2014/main" id="{6F8F5DFF-ABDC-408E-A47F-4A64543957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00" y="3712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y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42" name="Rectangle 30">
                <a:extLst>
                  <a:ext uri="{FF2B5EF4-FFF2-40B4-BE49-F238E27FC236}">
                    <a16:creationId xmlns:a16="http://schemas.microsoft.com/office/drawing/2014/main" id="{3A175ED0-9CC2-43CB-BAFA-A1A1D90F4B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286" y="3712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43" name="Rectangle 31">
                <a:extLst>
                  <a:ext uri="{FF2B5EF4-FFF2-40B4-BE49-F238E27FC236}">
                    <a16:creationId xmlns:a16="http://schemas.microsoft.com/office/drawing/2014/main" id="{3F8DB161-2C87-4CA9-981C-C426EB376A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83" y="3712"/>
                <a:ext cx="98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+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44" name="Rectangle 32">
                <a:extLst>
                  <a:ext uri="{FF2B5EF4-FFF2-40B4-BE49-F238E27FC236}">
                    <a16:creationId xmlns:a16="http://schemas.microsoft.com/office/drawing/2014/main" id="{EEED4EF2-E60F-43DD-BC15-40D8B3BD71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28" y="3712"/>
                <a:ext cx="7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z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90124" name="Group 108">
              <a:extLst>
                <a:ext uri="{FF2B5EF4-FFF2-40B4-BE49-F238E27FC236}">
                  <a16:creationId xmlns:a16="http://schemas.microsoft.com/office/drawing/2014/main" id="{7F649E89-4D04-440B-8F5D-C901107F56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3600" y="5705475"/>
              <a:ext cx="1787525" cy="1622425"/>
              <a:chOff x="2646" y="2704"/>
              <a:chExt cx="1126" cy="1022"/>
            </a:xfrm>
          </p:grpSpPr>
          <p:sp>
            <p:nvSpPr>
              <p:cNvPr id="90125" name="Freeform 109">
                <a:extLst>
                  <a:ext uri="{FF2B5EF4-FFF2-40B4-BE49-F238E27FC236}">
                    <a16:creationId xmlns:a16="http://schemas.microsoft.com/office/drawing/2014/main" id="{365901E2-16E6-4DE3-BD29-8DDA113915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76" y="3075"/>
                <a:ext cx="478" cy="477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3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3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1" y="0"/>
                    </a:moveTo>
                    <a:lnTo>
                      <a:pt x="343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9" y="43"/>
                    </a:lnTo>
                    <a:lnTo>
                      <a:pt x="174" y="52"/>
                    </a:lnTo>
                    <a:lnTo>
                      <a:pt x="159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6"/>
                    </a:lnTo>
                    <a:lnTo>
                      <a:pt x="93" y="119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6"/>
                    </a:lnTo>
                    <a:lnTo>
                      <a:pt x="2" y="324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2"/>
                    </a:lnTo>
                    <a:lnTo>
                      <a:pt x="35" y="518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9" y="660"/>
                    </a:lnTo>
                    <a:lnTo>
                      <a:pt x="174" y="669"/>
                    </a:lnTo>
                    <a:lnTo>
                      <a:pt x="189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700"/>
                    </a:lnTo>
                    <a:lnTo>
                      <a:pt x="253" y="706"/>
                    </a:lnTo>
                    <a:lnTo>
                      <a:pt x="270" y="711"/>
                    </a:lnTo>
                    <a:lnTo>
                      <a:pt x="288" y="715"/>
                    </a:lnTo>
                    <a:lnTo>
                      <a:pt x="305" y="718"/>
                    </a:lnTo>
                    <a:lnTo>
                      <a:pt x="323" y="720"/>
                    </a:lnTo>
                    <a:lnTo>
                      <a:pt x="343" y="722"/>
                    </a:lnTo>
                    <a:lnTo>
                      <a:pt x="361" y="722"/>
                    </a:lnTo>
                    <a:lnTo>
                      <a:pt x="380" y="722"/>
                    </a:lnTo>
                    <a:lnTo>
                      <a:pt x="398" y="720"/>
                    </a:lnTo>
                    <a:lnTo>
                      <a:pt x="416" y="718"/>
                    </a:lnTo>
                    <a:lnTo>
                      <a:pt x="433" y="715"/>
                    </a:lnTo>
                    <a:lnTo>
                      <a:pt x="451" y="711"/>
                    </a:lnTo>
                    <a:lnTo>
                      <a:pt x="468" y="706"/>
                    </a:lnTo>
                    <a:lnTo>
                      <a:pt x="485" y="700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8" y="669"/>
                    </a:lnTo>
                    <a:lnTo>
                      <a:pt x="563" y="660"/>
                    </a:lnTo>
                    <a:lnTo>
                      <a:pt x="577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8"/>
                    </a:lnTo>
                    <a:lnTo>
                      <a:pt x="693" y="502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4"/>
                    </a:lnTo>
                    <a:lnTo>
                      <a:pt x="717" y="306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9"/>
                    </a:lnTo>
                    <a:lnTo>
                      <a:pt x="616" y="106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7" y="71"/>
                    </a:lnTo>
                    <a:lnTo>
                      <a:pt x="563" y="61"/>
                    </a:lnTo>
                    <a:lnTo>
                      <a:pt x="548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80" y="0"/>
                    </a:lnTo>
                    <a:lnTo>
                      <a:pt x="361" y="0"/>
                    </a:lnTo>
                  </a:path>
                </a:pathLst>
              </a:custGeom>
              <a:solidFill>
                <a:srgbClr val="66FFFF"/>
              </a:solidFill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26" name="Line 110">
                <a:extLst>
                  <a:ext uri="{FF2B5EF4-FFF2-40B4-BE49-F238E27FC236}">
                    <a16:creationId xmlns:a16="http://schemas.microsoft.com/office/drawing/2014/main" id="{5445B464-BD88-4621-9D13-35C9DF55426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3291" y="3725"/>
                <a:ext cx="34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27" name="Freeform 111">
                <a:extLst>
                  <a:ext uri="{FF2B5EF4-FFF2-40B4-BE49-F238E27FC236}">
                    <a16:creationId xmlns:a16="http://schemas.microsoft.com/office/drawing/2014/main" id="{23BF2FB2-7577-4631-8E73-8B9899E84E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18" y="2797"/>
                <a:ext cx="476" cy="476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2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2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0" y="0"/>
                    </a:moveTo>
                    <a:lnTo>
                      <a:pt x="342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8" y="43"/>
                    </a:lnTo>
                    <a:lnTo>
                      <a:pt x="173" y="52"/>
                    </a:lnTo>
                    <a:lnTo>
                      <a:pt x="158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5"/>
                    </a:lnTo>
                    <a:lnTo>
                      <a:pt x="93" y="118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5"/>
                    </a:lnTo>
                    <a:lnTo>
                      <a:pt x="2" y="323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1"/>
                    </a:lnTo>
                    <a:lnTo>
                      <a:pt x="35" y="517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8" y="660"/>
                    </a:lnTo>
                    <a:lnTo>
                      <a:pt x="173" y="669"/>
                    </a:lnTo>
                    <a:lnTo>
                      <a:pt x="188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699"/>
                    </a:lnTo>
                    <a:lnTo>
                      <a:pt x="253" y="705"/>
                    </a:lnTo>
                    <a:lnTo>
                      <a:pt x="270" y="710"/>
                    </a:lnTo>
                    <a:lnTo>
                      <a:pt x="288" y="714"/>
                    </a:lnTo>
                    <a:lnTo>
                      <a:pt x="305" y="717"/>
                    </a:lnTo>
                    <a:lnTo>
                      <a:pt x="323" y="719"/>
                    </a:lnTo>
                    <a:lnTo>
                      <a:pt x="342" y="722"/>
                    </a:lnTo>
                    <a:lnTo>
                      <a:pt x="360" y="722"/>
                    </a:lnTo>
                    <a:lnTo>
                      <a:pt x="379" y="722"/>
                    </a:lnTo>
                    <a:lnTo>
                      <a:pt x="398" y="719"/>
                    </a:lnTo>
                    <a:lnTo>
                      <a:pt x="416" y="717"/>
                    </a:lnTo>
                    <a:lnTo>
                      <a:pt x="433" y="714"/>
                    </a:lnTo>
                    <a:lnTo>
                      <a:pt x="451" y="710"/>
                    </a:lnTo>
                    <a:lnTo>
                      <a:pt x="468" y="705"/>
                    </a:lnTo>
                    <a:lnTo>
                      <a:pt x="485" y="699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7" y="669"/>
                    </a:lnTo>
                    <a:lnTo>
                      <a:pt x="562" y="660"/>
                    </a:lnTo>
                    <a:lnTo>
                      <a:pt x="576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7"/>
                    </a:lnTo>
                    <a:lnTo>
                      <a:pt x="693" y="501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3"/>
                    </a:lnTo>
                    <a:lnTo>
                      <a:pt x="717" y="305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8"/>
                    </a:lnTo>
                    <a:lnTo>
                      <a:pt x="616" y="105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6" y="71"/>
                    </a:lnTo>
                    <a:lnTo>
                      <a:pt x="562" y="61"/>
                    </a:lnTo>
                    <a:lnTo>
                      <a:pt x="547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79" y="0"/>
                    </a:lnTo>
                    <a:lnTo>
                      <a:pt x="36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28" name="Rectangle 112">
                <a:extLst>
                  <a:ext uri="{FF2B5EF4-FFF2-40B4-BE49-F238E27FC236}">
                    <a16:creationId xmlns:a16="http://schemas.microsoft.com/office/drawing/2014/main" id="{C58B9171-84A1-4BC5-B139-ACAD7AC955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08" y="2941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y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29" name="Freeform 113">
                <a:extLst>
                  <a:ext uri="{FF2B5EF4-FFF2-40B4-BE49-F238E27FC236}">
                    <a16:creationId xmlns:a16="http://schemas.microsoft.com/office/drawing/2014/main" id="{7211AA92-C6AE-4FC1-83CA-EDDB0DB6EE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18" y="2797"/>
                <a:ext cx="476" cy="476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2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2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0" y="0"/>
                    </a:moveTo>
                    <a:lnTo>
                      <a:pt x="342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8" y="43"/>
                    </a:lnTo>
                    <a:lnTo>
                      <a:pt x="173" y="52"/>
                    </a:lnTo>
                    <a:lnTo>
                      <a:pt x="158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5"/>
                    </a:lnTo>
                    <a:lnTo>
                      <a:pt x="93" y="118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5"/>
                    </a:lnTo>
                    <a:lnTo>
                      <a:pt x="2" y="323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1"/>
                    </a:lnTo>
                    <a:lnTo>
                      <a:pt x="35" y="517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8" y="660"/>
                    </a:lnTo>
                    <a:lnTo>
                      <a:pt x="173" y="669"/>
                    </a:lnTo>
                    <a:lnTo>
                      <a:pt x="188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699"/>
                    </a:lnTo>
                    <a:lnTo>
                      <a:pt x="253" y="705"/>
                    </a:lnTo>
                    <a:lnTo>
                      <a:pt x="270" y="710"/>
                    </a:lnTo>
                    <a:lnTo>
                      <a:pt x="288" y="714"/>
                    </a:lnTo>
                    <a:lnTo>
                      <a:pt x="305" y="717"/>
                    </a:lnTo>
                    <a:lnTo>
                      <a:pt x="323" y="719"/>
                    </a:lnTo>
                    <a:lnTo>
                      <a:pt x="342" y="722"/>
                    </a:lnTo>
                    <a:lnTo>
                      <a:pt x="360" y="722"/>
                    </a:lnTo>
                    <a:lnTo>
                      <a:pt x="379" y="722"/>
                    </a:lnTo>
                    <a:lnTo>
                      <a:pt x="398" y="719"/>
                    </a:lnTo>
                    <a:lnTo>
                      <a:pt x="416" y="717"/>
                    </a:lnTo>
                    <a:lnTo>
                      <a:pt x="433" y="714"/>
                    </a:lnTo>
                    <a:lnTo>
                      <a:pt x="451" y="710"/>
                    </a:lnTo>
                    <a:lnTo>
                      <a:pt x="468" y="705"/>
                    </a:lnTo>
                    <a:lnTo>
                      <a:pt x="485" y="699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7" y="669"/>
                    </a:lnTo>
                    <a:lnTo>
                      <a:pt x="562" y="660"/>
                    </a:lnTo>
                    <a:lnTo>
                      <a:pt x="576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7"/>
                    </a:lnTo>
                    <a:lnTo>
                      <a:pt x="693" y="501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3"/>
                    </a:lnTo>
                    <a:lnTo>
                      <a:pt x="717" y="305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8"/>
                    </a:lnTo>
                    <a:lnTo>
                      <a:pt x="616" y="105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6" y="71"/>
                    </a:lnTo>
                    <a:lnTo>
                      <a:pt x="562" y="61"/>
                    </a:lnTo>
                    <a:lnTo>
                      <a:pt x="547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79" y="0"/>
                    </a:lnTo>
                    <a:lnTo>
                      <a:pt x="36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30" name="Freeform 114">
                <a:extLst>
                  <a:ext uri="{FF2B5EF4-FFF2-40B4-BE49-F238E27FC236}">
                    <a16:creationId xmlns:a16="http://schemas.microsoft.com/office/drawing/2014/main" id="{87820000-0241-4C68-8C03-9E482734BD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76" y="3075"/>
                <a:ext cx="478" cy="477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3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3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1" y="0"/>
                    </a:moveTo>
                    <a:lnTo>
                      <a:pt x="343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9" y="43"/>
                    </a:lnTo>
                    <a:lnTo>
                      <a:pt x="174" y="52"/>
                    </a:lnTo>
                    <a:lnTo>
                      <a:pt x="159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6"/>
                    </a:lnTo>
                    <a:lnTo>
                      <a:pt x="93" y="119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6"/>
                    </a:lnTo>
                    <a:lnTo>
                      <a:pt x="2" y="324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2"/>
                    </a:lnTo>
                    <a:lnTo>
                      <a:pt x="35" y="518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9" y="660"/>
                    </a:lnTo>
                    <a:lnTo>
                      <a:pt x="174" y="669"/>
                    </a:lnTo>
                    <a:lnTo>
                      <a:pt x="189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700"/>
                    </a:lnTo>
                    <a:lnTo>
                      <a:pt x="253" y="706"/>
                    </a:lnTo>
                    <a:lnTo>
                      <a:pt x="270" y="711"/>
                    </a:lnTo>
                    <a:lnTo>
                      <a:pt x="288" y="715"/>
                    </a:lnTo>
                    <a:lnTo>
                      <a:pt x="305" y="718"/>
                    </a:lnTo>
                    <a:lnTo>
                      <a:pt x="323" y="720"/>
                    </a:lnTo>
                    <a:lnTo>
                      <a:pt x="343" y="722"/>
                    </a:lnTo>
                    <a:lnTo>
                      <a:pt x="361" y="722"/>
                    </a:lnTo>
                    <a:lnTo>
                      <a:pt x="380" y="722"/>
                    </a:lnTo>
                    <a:lnTo>
                      <a:pt x="398" y="720"/>
                    </a:lnTo>
                    <a:lnTo>
                      <a:pt x="416" y="718"/>
                    </a:lnTo>
                    <a:lnTo>
                      <a:pt x="433" y="715"/>
                    </a:lnTo>
                    <a:lnTo>
                      <a:pt x="451" y="711"/>
                    </a:lnTo>
                    <a:lnTo>
                      <a:pt x="468" y="706"/>
                    </a:lnTo>
                    <a:lnTo>
                      <a:pt x="485" y="700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8" y="669"/>
                    </a:lnTo>
                    <a:lnTo>
                      <a:pt x="563" y="660"/>
                    </a:lnTo>
                    <a:lnTo>
                      <a:pt x="577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8"/>
                    </a:lnTo>
                    <a:lnTo>
                      <a:pt x="693" y="502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4"/>
                    </a:lnTo>
                    <a:lnTo>
                      <a:pt x="717" y="306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9"/>
                    </a:lnTo>
                    <a:lnTo>
                      <a:pt x="616" y="106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7" y="71"/>
                    </a:lnTo>
                    <a:lnTo>
                      <a:pt x="563" y="61"/>
                    </a:lnTo>
                    <a:lnTo>
                      <a:pt x="548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80" y="0"/>
                    </a:lnTo>
                    <a:lnTo>
                      <a:pt x="361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31" name="Rectangle 115">
                <a:extLst>
                  <a:ext uri="{FF2B5EF4-FFF2-40B4-BE49-F238E27FC236}">
                    <a16:creationId xmlns:a16="http://schemas.microsoft.com/office/drawing/2014/main" id="{8BF8D8CC-861B-4CF3-91CF-7374492665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46" y="2704"/>
                <a:ext cx="1126" cy="94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32" name="Freeform 116">
                <a:extLst>
                  <a:ext uri="{FF2B5EF4-FFF2-40B4-BE49-F238E27FC236}">
                    <a16:creationId xmlns:a16="http://schemas.microsoft.com/office/drawing/2014/main" id="{104DE769-16A1-4DD9-BE38-B8833D8A71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36" y="2864"/>
                <a:ext cx="79" cy="354"/>
              </a:xfrm>
              <a:custGeom>
                <a:avLst/>
                <a:gdLst>
                  <a:gd name="T0" fmla="*/ 1 w 120"/>
                  <a:gd name="T1" fmla="*/ 0 h 537"/>
                  <a:gd name="T2" fmla="*/ 1 w 120"/>
                  <a:gd name="T3" fmla="*/ 1 h 537"/>
                  <a:gd name="T4" fmla="*/ 1 w 120"/>
                  <a:gd name="T5" fmla="*/ 1 h 537"/>
                  <a:gd name="T6" fmla="*/ 1 w 120"/>
                  <a:gd name="T7" fmla="*/ 1 h 537"/>
                  <a:gd name="T8" fmla="*/ 1 w 120"/>
                  <a:gd name="T9" fmla="*/ 1 h 537"/>
                  <a:gd name="T10" fmla="*/ 1 w 120"/>
                  <a:gd name="T11" fmla="*/ 1 h 537"/>
                  <a:gd name="T12" fmla="*/ 1 w 120"/>
                  <a:gd name="T13" fmla="*/ 1 h 537"/>
                  <a:gd name="T14" fmla="*/ 1 w 120"/>
                  <a:gd name="T15" fmla="*/ 1 h 537"/>
                  <a:gd name="T16" fmla="*/ 1 w 120"/>
                  <a:gd name="T17" fmla="*/ 1 h 537"/>
                  <a:gd name="T18" fmla="*/ 1 w 120"/>
                  <a:gd name="T19" fmla="*/ 1 h 537"/>
                  <a:gd name="T20" fmla="*/ 1 w 120"/>
                  <a:gd name="T21" fmla="*/ 1 h 537"/>
                  <a:gd name="T22" fmla="*/ 1 w 120"/>
                  <a:gd name="T23" fmla="*/ 1 h 537"/>
                  <a:gd name="T24" fmla="*/ 1 w 120"/>
                  <a:gd name="T25" fmla="*/ 1 h 537"/>
                  <a:gd name="T26" fmla="*/ 1 w 120"/>
                  <a:gd name="T27" fmla="*/ 1 h 537"/>
                  <a:gd name="T28" fmla="*/ 0 w 120"/>
                  <a:gd name="T29" fmla="*/ 1 h 537"/>
                  <a:gd name="T30" fmla="*/ 0 w 120"/>
                  <a:gd name="T31" fmla="*/ 1 h 537"/>
                  <a:gd name="T32" fmla="*/ 1 w 120"/>
                  <a:gd name="T33" fmla="*/ 1 h 537"/>
                  <a:gd name="T34" fmla="*/ 1 w 120"/>
                  <a:gd name="T35" fmla="*/ 1 h 537"/>
                  <a:gd name="T36" fmla="*/ 1 w 120"/>
                  <a:gd name="T37" fmla="*/ 1 h 537"/>
                  <a:gd name="T38" fmla="*/ 1 w 120"/>
                  <a:gd name="T39" fmla="*/ 1 h 537"/>
                  <a:gd name="T40" fmla="*/ 1 w 120"/>
                  <a:gd name="T41" fmla="*/ 2 h 537"/>
                  <a:gd name="T42" fmla="*/ 1 w 120"/>
                  <a:gd name="T43" fmla="*/ 2 h 537"/>
                  <a:gd name="T44" fmla="*/ 1 w 120"/>
                  <a:gd name="T45" fmla="*/ 2 h 537"/>
                  <a:gd name="T46" fmla="*/ 1 w 120"/>
                  <a:gd name="T47" fmla="*/ 2 h 537"/>
                  <a:gd name="T48" fmla="*/ 1 w 120"/>
                  <a:gd name="T49" fmla="*/ 2 h 537"/>
                  <a:gd name="T50" fmla="*/ 1 w 120"/>
                  <a:gd name="T51" fmla="*/ 2 h 537"/>
                  <a:gd name="T52" fmla="*/ 1 w 120"/>
                  <a:gd name="T53" fmla="*/ 2 h 537"/>
                  <a:gd name="T54" fmla="*/ 1 w 120"/>
                  <a:gd name="T55" fmla="*/ 2 h 537"/>
                  <a:gd name="T56" fmla="*/ 1 w 120"/>
                  <a:gd name="T57" fmla="*/ 2 h 537"/>
                  <a:gd name="T58" fmla="*/ 1 w 120"/>
                  <a:gd name="T59" fmla="*/ 2 h 537"/>
                  <a:gd name="T60" fmla="*/ 1 w 120"/>
                  <a:gd name="T61" fmla="*/ 2 h 537"/>
                  <a:gd name="T62" fmla="*/ 1 w 120"/>
                  <a:gd name="T63" fmla="*/ 3 h 537"/>
                  <a:gd name="T64" fmla="*/ 1 w 120"/>
                  <a:gd name="T65" fmla="*/ 3 h 537"/>
                  <a:gd name="T66" fmla="*/ 1 w 120"/>
                  <a:gd name="T67" fmla="*/ 0 h 53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120" h="537">
                    <a:moveTo>
                      <a:pt x="120" y="0"/>
                    </a:moveTo>
                    <a:lnTo>
                      <a:pt x="103" y="13"/>
                    </a:lnTo>
                    <a:lnTo>
                      <a:pt x="87" y="28"/>
                    </a:lnTo>
                    <a:lnTo>
                      <a:pt x="73" y="43"/>
                    </a:lnTo>
                    <a:lnTo>
                      <a:pt x="61" y="59"/>
                    </a:lnTo>
                    <a:lnTo>
                      <a:pt x="49" y="75"/>
                    </a:lnTo>
                    <a:lnTo>
                      <a:pt x="39" y="92"/>
                    </a:lnTo>
                    <a:lnTo>
                      <a:pt x="31" y="110"/>
                    </a:lnTo>
                    <a:lnTo>
                      <a:pt x="23" y="128"/>
                    </a:lnTo>
                    <a:lnTo>
                      <a:pt x="16" y="147"/>
                    </a:lnTo>
                    <a:lnTo>
                      <a:pt x="11" y="166"/>
                    </a:lnTo>
                    <a:lnTo>
                      <a:pt x="7" y="185"/>
                    </a:lnTo>
                    <a:lnTo>
                      <a:pt x="4" y="205"/>
                    </a:lnTo>
                    <a:lnTo>
                      <a:pt x="1" y="224"/>
                    </a:lnTo>
                    <a:lnTo>
                      <a:pt x="0" y="245"/>
                    </a:lnTo>
                    <a:lnTo>
                      <a:pt x="0" y="265"/>
                    </a:lnTo>
                    <a:lnTo>
                      <a:pt x="1" y="285"/>
                    </a:lnTo>
                    <a:lnTo>
                      <a:pt x="3" y="304"/>
                    </a:lnTo>
                    <a:lnTo>
                      <a:pt x="5" y="324"/>
                    </a:lnTo>
                    <a:lnTo>
                      <a:pt x="9" y="343"/>
                    </a:lnTo>
                    <a:lnTo>
                      <a:pt x="13" y="362"/>
                    </a:lnTo>
                    <a:lnTo>
                      <a:pt x="18" y="380"/>
                    </a:lnTo>
                    <a:lnTo>
                      <a:pt x="24" y="398"/>
                    </a:lnTo>
                    <a:lnTo>
                      <a:pt x="30" y="416"/>
                    </a:lnTo>
                    <a:lnTo>
                      <a:pt x="38" y="433"/>
                    </a:lnTo>
                    <a:lnTo>
                      <a:pt x="46" y="449"/>
                    </a:lnTo>
                    <a:lnTo>
                      <a:pt x="54" y="465"/>
                    </a:lnTo>
                    <a:lnTo>
                      <a:pt x="64" y="479"/>
                    </a:lnTo>
                    <a:lnTo>
                      <a:pt x="74" y="493"/>
                    </a:lnTo>
                    <a:lnTo>
                      <a:pt x="84" y="506"/>
                    </a:lnTo>
                    <a:lnTo>
                      <a:pt x="95" y="517"/>
                    </a:lnTo>
                    <a:lnTo>
                      <a:pt x="108" y="528"/>
                    </a:lnTo>
                    <a:lnTo>
                      <a:pt x="120" y="537"/>
                    </a:lnTo>
                    <a:lnTo>
                      <a:pt x="120" y="0"/>
                    </a:lnTo>
                    <a:close/>
                  </a:path>
                </a:pathLst>
              </a:custGeom>
              <a:solidFill>
                <a:srgbClr val="66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33" name="Freeform 117">
                <a:extLst>
                  <a:ext uri="{FF2B5EF4-FFF2-40B4-BE49-F238E27FC236}">
                    <a16:creationId xmlns:a16="http://schemas.microsoft.com/office/drawing/2014/main" id="{632E894F-8DBF-42E7-BAED-B239D38661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214" y="2864"/>
                <a:ext cx="80" cy="354"/>
              </a:xfrm>
              <a:custGeom>
                <a:avLst/>
                <a:gdLst>
                  <a:gd name="T0" fmla="*/ 0 w 119"/>
                  <a:gd name="T1" fmla="*/ 0 h 537"/>
                  <a:gd name="T2" fmla="*/ 1 w 119"/>
                  <a:gd name="T3" fmla="*/ 1 h 537"/>
                  <a:gd name="T4" fmla="*/ 1 w 119"/>
                  <a:gd name="T5" fmla="*/ 1 h 537"/>
                  <a:gd name="T6" fmla="*/ 1 w 119"/>
                  <a:gd name="T7" fmla="*/ 1 h 537"/>
                  <a:gd name="T8" fmla="*/ 1 w 119"/>
                  <a:gd name="T9" fmla="*/ 1 h 537"/>
                  <a:gd name="T10" fmla="*/ 1 w 119"/>
                  <a:gd name="T11" fmla="*/ 1 h 537"/>
                  <a:gd name="T12" fmla="*/ 1 w 119"/>
                  <a:gd name="T13" fmla="*/ 1 h 537"/>
                  <a:gd name="T14" fmla="*/ 1 w 119"/>
                  <a:gd name="T15" fmla="*/ 1 h 537"/>
                  <a:gd name="T16" fmla="*/ 1 w 119"/>
                  <a:gd name="T17" fmla="*/ 1 h 537"/>
                  <a:gd name="T18" fmla="*/ 1 w 119"/>
                  <a:gd name="T19" fmla="*/ 1 h 537"/>
                  <a:gd name="T20" fmla="*/ 1 w 119"/>
                  <a:gd name="T21" fmla="*/ 1 h 537"/>
                  <a:gd name="T22" fmla="*/ 1 w 119"/>
                  <a:gd name="T23" fmla="*/ 1 h 537"/>
                  <a:gd name="T24" fmla="*/ 1 w 119"/>
                  <a:gd name="T25" fmla="*/ 1 h 537"/>
                  <a:gd name="T26" fmla="*/ 1 w 119"/>
                  <a:gd name="T27" fmla="*/ 1 h 537"/>
                  <a:gd name="T28" fmla="*/ 1 w 119"/>
                  <a:gd name="T29" fmla="*/ 1 h 537"/>
                  <a:gd name="T30" fmla="*/ 1 w 119"/>
                  <a:gd name="T31" fmla="*/ 1 h 537"/>
                  <a:gd name="T32" fmla="*/ 1 w 119"/>
                  <a:gd name="T33" fmla="*/ 1 h 537"/>
                  <a:gd name="T34" fmla="*/ 1 w 119"/>
                  <a:gd name="T35" fmla="*/ 1 h 537"/>
                  <a:gd name="T36" fmla="*/ 1 w 119"/>
                  <a:gd name="T37" fmla="*/ 1 h 537"/>
                  <a:gd name="T38" fmla="*/ 1 w 119"/>
                  <a:gd name="T39" fmla="*/ 1 h 537"/>
                  <a:gd name="T40" fmla="*/ 1 w 119"/>
                  <a:gd name="T41" fmla="*/ 2 h 537"/>
                  <a:gd name="T42" fmla="*/ 1 w 119"/>
                  <a:gd name="T43" fmla="*/ 2 h 537"/>
                  <a:gd name="T44" fmla="*/ 1 w 119"/>
                  <a:gd name="T45" fmla="*/ 2 h 537"/>
                  <a:gd name="T46" fmla="*/ 1 w 119"/>
                  <a:gd name="T47" fmla="*/ 2 h 537"/>
                  <a:gd name="T48" fmla="*/ 1 w 119"/>
                  <a:gd name="T49" fmla="*/ 2 h 537"/>
                  <a:gd name="T50" fmla="*/ 1 w 119"/>
                  <a:gd name="T51" fmla="*/ 2 h 537"/>
                  <a:gd name="T52" fmla="*/ 1 w 119"/>
                  <a:gd name="T53" fmla="*/ 2 h 537"/>
                  <a:gd name="T54" fmla="*/ 1 w 119"/>
                  <a:gd name="T55" fmla="*/ 2 h 537"/>
                  <a:gd name="T56" fmla="*/ 1 w 119"/>
                  <a:gd name="T57" fmla="*/ 2 h 537"/>
                  <a:gd name="T58" fmla="*/ 1 w 119"/>
                  <a:gd name="T59" fmla="*/ 2 h 537"/>
                  <a:gd name="T60" fmla="*/ 1 w 119"/>
                  <a:gd name="T61" fmla="*/ 2 h 537"/>
                  <a:gd name="T62" fmla="*/ 1 w 119"/>
                  <a:gd name="T63" fmla="*/ 3 h 537"/>
                  <a:gd name="T64" fmla="*/ 0 w 119"/>
                  <a:gd name="T65" fmla="*/ 3 h 537"/>
                  <a:gd name="T66" fmla="*/ 0 w 119"/>
                  <a:gd name="T67" fmla="*/ 0 h 53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119" h="537">
                    <a:moveTo>
                      <a:pt x="0" y="0"/>
                    </a:moveTo>
                    <a:lnTo>
                      <a:pt x="17" y="13"/>
                    </a:lnTo>
                    <a:lnTo>
                      <a:pt x="32" y="28"/>
                    </a:lnTo>
                    <a:lnTo>
                      <a:pt x="46" y="43"/>
                    </a:lnTo>
                    <a:lnTo>
                      <a:pt x="58" y="59"/>
                    </a:lnTo>
                    <a:lnTo>
                      <a:pt x="70" y="75"/>
                    </a:lnTo>
                    <a:lnTo>
                      <a:pt x="80" y="92"/>
                    </a:lnTo>
                    <a:lnTo>
                      <a:pt x="89" y="110"/>
                    </a:lnTo>
                    <a:lnTo>
                      <a:pt x="96" y="128"/>
                    </a:lnTo>
                    <a:lnTo>
                      <a:pt x="103" y="147"/>
                    </a:lnTo>
                    <a:lnTo>
                      <a:pt x="108" y="166"/>
                    </a:lnTo>
                    <a:lnTo>
                      <a:pt x="112" y="185"/>
                    </a:lnTo>
                    <a:lnTo>
                      <a:pt x="115" y="205"/>
                    </a:lnTo>
                    <a:lnTo>
                      <a:pt x="118" y="224"/>
                    </a:lnTo>
                    <a:lnTo>
                      <a:pt x="119" y="245"/>
                    </a:lnTo>
                    <a:lnTo>
                      <a:pt x="119" y="265"/>
                    </a:lnTo>
                    <a:lnTo>
                      <a:pt x="118" y="285"/>
                    </a:lnTo>
                    <a:lnTo>
                      <a:pt x="117" y="304"/>
                    </a:lnTo>
                    <a:lnTo>
                      <a:pt x="114" y="324"/>
                    </a:lnTo>
                    <a:lnTo>
                      <a:pt x="110" y="343"/>
                    </a:lnTo>
                    <a:lnTo>
                      <a:pt x="106" y="362"/>
                    </a:lnTo>
                    <a:lnTo>
                      <a:pt x="101" y="380"/>
                    </a:lnTo>
                    <a:lnTo>
                      <a:pt x="95" y="398"/>
                    </a:lnTo>
                    <a:lnTo>
                      <a:pt x="89" y="416"/>
                    </a:lnTo>
                    <a:lnTo>
                      <a:pt x="81" y="433"/>
                    </a:lnTo>
                    <a:lnTo>
                      <a:pt x="73" y="449"/>
                    </a:lnTo>
                    <a:lnTo>
                      <a:pt x="65" y="465"/>
                    </a:lnTo>
                    <a:lnTo>
                      <a:pt x="55" y="479"/>
                    </a:lnTo>
                    <a:lnTo>
                      <a:pt x="45" y="493"/>
                    </a:lnTo>
                    <a:lnTo>
                      <a:pt x="35" y="506"/>
                    </a:lnTo>
                    <a:lnTo>
                      <a:pt x="24" y="517"/>
                    </a:lnTo>
                    <a:lnTo>
                      <a:pt x="12" y="528"/>
                    </a:lnTo>
                    <a:lnTo>
                      <a:pt x="0" y="5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34" name="Freeform 118">
                <a:extLst>
                  <a:ext uri="{FF2B5EF4-FFF2-40B4-BE49-F238E27FC236}">
                    <a16:creationId xmlns:a16="http://schemas.microsoft.com/office/drawing/2014/main" id="{6350E214-A5EB-479A-8EB1-87F26AF9E2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18" y="2797"/>
                <a:ext cx="476" cy="476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2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2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0" y="0"/>
                    </a:moveTo>
                    <a:lnTo>
                      <a:pt x="342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8" y="43"/>
                    </a:lnTo>
                    <a:lnTo>
                      <a:pt x="173" y="52"/>
                    </a:lnTo>
                    <a:lnTo>
                      <a:pt x="158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5"/>
                    </a:lnTo>
                    <a:lnTo>
                      <a:pt x="93" y="118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5"/>
                    </a:lnTo>
                    <a:lnTo>
                      <a:pt x="2" y="323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1"/>
                    </a:lnTo>
                    <a:lnTo>
                      <a:pt x="35" y="517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8" y="660"/>
                    </a:lnTo>
                    <a:lnTo>
                      <a:pt x="173" y="669"/>
                    </a:lnTo>
                    <a:lnTo>
                      <a:pt x="188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699"/>
                    </a:lnTo>
                    <a:lnTo>
                      <a:pt x="253" y="705"/>
                    </a:lnTo>
                    <a:lnTo>
                      <a:pt x="270" y="710"/>
                    </a:lnTo>
                    <a:lnTo>
                      <a:pt x="288" y="714"/>
                    </a:lnTo>
                    <a:lnTo>
                      <a:pt x="305" y="717"/>
                    </a:lnTo>
                    <a:lnTo>
                      <a:pt x="323" y="719"/>
                    </a:lnTo>
                    <a:lnTo>
                      <a:pt x="342" y="722"/>
                    </a:lnTo>
                    <a:lnTo>
                      <a:pt x="360" y="722"/>
                    </a:lnTo>
                    <a:lnTo>
                      <a:pt x="379" y="722"/>
                    </a:lnTo>
                    <a:lnTo>
                      <a:pt x="398" y="719"/>
                    </a:lnTo>
                    <a:lnTo>
                      <a:pt x="416" y="717"/>
                    </a:lnTo>
                    <a:lnTo>
                      <a:pt x="433" y="714"/>
                    </a:lnTo>
                    <a:lnTo>
                      <a:pt x="451" y="710"/>
                    </a:lnTo>
                    <a:lnTo>
                      <a:pt x="468" y="705"/>
                    </a:lnTo>
                    <a:lnTo>
                      <a:pt x="485" y="699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7" y="669"/>
                    </a:lnTo>
                    <a:lnTo>
                      <a:pt x="562" y="660"/>
                    </a:lnTo>
                    <a:lnTo>
                      <a:pt x="576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7"/>
                    </a:lnTo>
                    <a:lnTo>
                      <a:pt x="693" y="501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3"/>
                    </a:lnTo>
                    <a:lnTo>
                      <a:pt x="717" y="305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8"/>
                    </a:lnTo>
                    <a:lnTo>
                      <a:pt x="616" y="105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6" y="71"/>
                    </a:lnTo>
                    <a:lnTo>
                      <a:pt x="562" y="61"/>
                    </a:lnTo>
                    <a:lnTo>
                      <a:pt x="547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79" y="0"/>
                    </a:lnTo>
                    <a:lnTo>
                      <a:pt x="360" y="0"/>
                    </a:lnTo>
                  </a:path>
                </a:pathLst>
              </a:custGeom>
              <a:solidFill>
                <a:schemeClr val="bg1"/>
              </a:solidFill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35" name="Rectangle 119">
                <a:extLst>
                  <a:ext uri="{FF2B5EF4-FFF2-40B4-BE49-F238E27FC236}">
                    <a16:creationId xmlns:a16="http://schemas.microsoft.com/office/drawing/2014/main" id="{7F737A3D-44EF-4020-B411-21F82479DD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90" y="3326"/>
                <a:ext cx="7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z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36" name="Freeform 120">
                <a:extLst>
                  <a:ext uri="{FF2B5EF4-FFF2-40B4-BE49-F238E27FC236}">
                    <a16:creationId xmlns:a16="http://schemas.microsoft.com/office/drawing/2014/main" id="{99CE0C99-4F85-4FF4-B5BC-44EBD1E3F3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36" y="2797"/>
                <a:ext cx="476" cy="476"/>
              </a:xfrm>
              <a:custGeom>
                <a:avLst/>
                <a:gdLst>
                  <a:gd name="T0" fmla="*/ 1 w 722"/>
                  <a:gd name="T1" fmla="*/ 1 h 722"/>
                  <a:gd name="T2" fmla="*/ 1 w 722"/>
                  <a:gd name="T3" fmla="*/ 1 h 722"/>
                  <a:gd name="T4" fmla="*/ 1 w 722"/>
                  <a:gd name="T5" fmla="*/ 1 h 722"/>
                  <a:gd name="T6" fmla="*/ 1 w 722"/>
                  <a:gd name="T7" fmla="*/ 1 h 722"/>
                  <a:gd name="T8" fmla="*/ 1 w 722"/>
                  <a:gd name="T9" fmla="*/ 1 h 722"/>
                  <a:gd name="T10" fmla="*/ 1 w 722"/>
                  <a:gd name="T11" fmla="*/ 1 h 722"/>
                  <a:gd name="T12" fmla="*/ 1 w 722"/>
                  <a:gd name="T13" fmla="*/ 1 h 722"/>
                  <a:gd name="T14" fmla="*/ 1 w 722"/>
                  <a:gd name="T15" fmla="*/ 1 h 722"/>
                  <a:gd name="T16" fmla="*/ 1 w 722"/>
                  <a:gd name="T17" fmla="*/ 1 h 722"/>
                  <a:gd name="T18" fmla="*/ 1 w 722"/>
                  <a:gd name="T19" fmla="*/ 1 h 722"/>
                  <a:gd name="T20" fmla="*/ 0 w 722"/>
                  <a:gd name="T21" fmla="*/ 2 h 722"/>
                  <a:gd name="T22" fmla="*/ 1 w 722"/>
                  <a:gd name="T23" fmla="*/ 2 h 722"/>
                  <a:gd name="T24" fmla="*/ 1 w 722"/>
                  <a:gd name="T25" fmla="*/ 2 h 722"/>
                  <a:gd name="T26" fmla="*/ 1 w 722"/>
                  <a:gd name="T27" fmla="*/ 2 h 722"/>
                  <a:gd name="T28" fmla="*/ 1 w 722"/>
                  <a:gd name="T29" fmla="*/ 3 h 722"/>
                  <a:gd name="T30" fmla="*/ 1 w 722"/>
                  <a:gd name="T31" fmla="*/ 3 h 722"/>
                  <a:gd name="T32" fmla="*/ 1 w 722"/>
                  <a:gd name="T33" fmla="*/ 3 h 722"/>
                  <a:gd name="T34" fmla="*/ 1 w 722"/>
                  <a:gd name="T35" fmla="*/ 3 h 722"/>
                  <a:gd name="T36" fmla="*/ 1 w 722"/>
                  <a:gd name="T37" fmla="*/ 3 h 722"/>
                  <a:gd name="T38" fmla="*/ 1 w 722"/>
                  <a:gd name="T39" fmla="*/ 3 h 722"/>
                  <a:gd name="T40" fmla="*/ 1 w 722"/>
                  <a:gd name="T41" fmla="*/ 3 h 722"/>
                  <a:gd name="T42" fmla="*/ 2 w 722"/>
                  <a:gd name="T43" fmla="*/ 3 h 722"/>
                  <a:gd name="T44" fmla="*/ 2 w 722"/>
                  <a:gd name="T45" fmla="*/ 3 h 722"/>
                  <a:gd name="T46" fmla="*/ 2 w 722"/>
                  <a:gd name="T47" fmla="*/ 3 h 722"/>
                  <a:gd name="T48" fmla="*/ 2 w 722"/>
                  <a:gd name="T49" fmla="*/ 3 h 722"/>
                  <a:gd name="T50" fmla="*/ 3 w 722"/>
                  <a:gd name="T51" fmla="*/ 3 h 722"/>
                  <a:gd name="T52" fmla="*/ 3 w 722"/>
                  <a:gd name="T53" fmla="*/ 3 h 722"/>
                  <a:gd name="T54" fmla="*/ 3 w 722"/>
                  <a:gd name="T55" fmla="*/ 3 h 722"/>
                  <a:gd name="T56" fmla="*/ 3 w 722"/>
                  <a:gd name="T57" fmla="*/ 3 h 722"/>
                  <a:gd name="T58" fmla="*/ 3 w 722"/>
                  <a:gd name="T59" fmla="*/ 2 h 722"/>
                  <a:gd name="T60" fmla="*/ 3 w 722"/>
                  <a:gd name="T61" fmla="*/ 2 h 722"/>
                  <a:gd name="T62" fmla="*/ 3 w 722"/>
                  <a:gd name="T63" fmla="*/ 2 h 722"/>
                  <a:gd name="T64" fmla="*/ 3 w 722"/>
                  <a:gd name="T65" fmla="*/ 2 h 722"/>
                  <a:gd name="T66" fmla="*/ 3 w 722"/>
                  <a:gd name="T67" fmla="*/ 1 h 722"/>
                  <a:gd name="T68" fmla="*/ 3 w 722"/>
                  <a:gd name="T69" fmla="*/ 1 h 722"/>
                  <a:gd name="T70" fmla="*/ 3 w 722"/>
                  <a:gd name="T71" fmla="*/ 1 h 722"/>
                  <a:gd name="T72" fmla="*/ 3 w 722"/>
                  <a:gd name="T73" fmla="*/ 1 h 722"/>
                  <a:gd name="T74" fmla="*/ 3 w 722"/>
                  <a:gd name="T75" fmla="*/ 1 h 722"/>
                  <a:gd name="T76" fmla="*/ 3 w 722"/>
                  <a:gd name="T77" fmla="*/ 1 h 722"/>
                  <a:gd name="T78" fmla="*/ 3 w 722"/>
                  <a:gd name="T79" fmla="*/ 1 h 722"/>
                  <a:gd name="T80" fmla="*/ 2 w 722"/>
                  <a:gd name="T81" fmla="*/ 1 h 722"/>
                  <a:gd name="T82" fmla="*/ 2 w 722"/>
                  <a:gd name="T83" fmla="*/ 1 h 722"/>
                  <a:gd name="T84" fmla="*/ 2 w 722"/>
                  <a:gd name="T85" fmla="*/ 1 h 722"/>
                  <a:gd name="T86" fmla="*/ 2 w 722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2" h="722">
                    <a:moveTo>
                      <a:pt x="361" y="0"/>
                    </a:moveTo>
                    <a:lnTo>
                      <a:pt x="343" y="0"/>
                    </a:lnTo>
                    <a:lnTo>
                      <a:pt x="324" y="2"/>
                    </a:lnTo>
                    <a:lnTo>
                      <a:pt x="306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9" y="43"/>
                    </a:lnTo>
                    <a:lnTo>
                      <a:pt x="174" y="52"/>
                    </a:lnTo>
                    <a:lnTo>
                      <a:pt x="159" y="61"/>
                    </a:lnTo>
                    <a:lnTo>
                      <a:pt x="145" y="71"/>
                    </a:lnTo>
                    <a:lnTo>
                      <a:pt x="132" y="82"/>
                    </a:lnTo>
                    <a:lnTo>
                      <a:pt x="119" y="93"/>
                    </a:lnTo>
                    <a:lnTo>
                      <a:pt x="106" y="105"/>
                    </a:lnTo>
                    <a:lnTo>
                      <a:pt x="93" y="118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5"/>
                    </a:lnTo>
                    <a:lnTo>
                      <a:pt x="2" y="323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1"/>
                    </a:lnTo>
                    <a:lnTo>
                      <a:pt x="35" y="517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6" y="616"/>
                    </a:lnTo>
                    <a:lnTo>
                      <a:pt x="119" y="628"/>
                    </a:lnTo>
                    <a:lnTo>
                      <a:pt x="132" y="639"/>
                    </a:lnTo>
                    <a:lnTo>
                      <a:pt x="145" y="650"/>
                    </a:lnTo>
                    <a:lnTo>
                      <a:pt x="159" y="660"/>
                    </a:lnTo>
                    <a:lnTo>
                      <a:pt x="174" y="669"/>
                    </a:lnTo>
                    <a:lnTo>
                      <a:pt x="189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699"/>
                    </a:lnTo>
                    <a:lnTo>
                      <a:pt x="253" y="705"/>
                    </a:lnTo>
                    <a:lnTo>
                      <a:pt x="270" y="710"/>
                    </a:lnTo>
                    <a:lnTo>
                      <a:pt x="288" y="714"/>
                    </a:lnTo>
                    <a:lnTo>
                      <a:pt x="306" y="717"/>
                    </a:lnTo>
                    <a:lnTo>
                      <a:pt x="324" y="719"/>
                    </a:lnTo>
                    <a:lnTo>
                      <a:pt x="343" y="722"/>
                    </a:lnTo>
                    <a:lnTo>
                      <a:pt x="361" y="722"/>
                    </a:lnTo>
                    <a:lnTo>
                      <a:pt x="380" y="722"/>
                    </a:lnTo>
                    <a:lnTo>
                      <a:pt x="398" y="719"/>
                    </a:lnTo>
                    <a:lnTo>
                      <a:pt x="416" y="717"/>
                    </a:lnTo>
                    <a:lnTo>
                      <a:pt x="433" y="714"/>
                    </a:lnTo>
                    <a:lnTo>
                      <a:pt x="451" y="710"/>
                    </a:lnTo>
                    <a:lnTo>
                      <a:pt x="468" y="705"/>
                    </a:lnTo>
                    <a:lnTo>
                      <a:pt x="485" y="699"/>
                    </a:lnTo>
                    <a:lnTo>
                      <a:pt x="502" y="693"/>
                    </a:lnTo>
                    <a:lnTo>
                      <a:pt x="518" y="686"/>
                    </a:lnTo>
                    <a:lnTo>
                      <a:pt x="533" y="678"/>
                    </a:lnTo>
                    <a:lnTo>
                      <a:pt x="548" y="669"/>
                    </a:lnTo>
                    <a:lnTo>
                      <a:pt x="563" y="660"/>
                    </a:lnTo>
                    <a:lnTo>
                      <a:pt x="577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7" y="517"/>
                    </a:lnTo>
                    <a:lnTo>
                      <a:pt x="694" y="501"/>
                    </a:lnTo>
                    <a:lnTo>
                      <a:pt x="700" y="485"/>
                    </a:lnTo>
                    <a:lnTo>
                      <a:pt x="706" y="468"/>
                    </a:lnTo>
                    <a:lnTo>
                      <a:pt x="711" y="451"/>
                    </a:lnTo>
                    <a:lnTo>
                      <a:pt x="715" y="433"/>
                    </a:lnTo>
                    <a:lnTo>
                      <a:pt x="718" y="416"/>
                    </a:lnTo>
                    <a:lnTo>
                      <a:pt x="720" y="398"/>
                    </a:lnTo>
                    <a:lnTo>
                      <a:pt x="722" y="380"/>
                    </a:lnTo>
                    <a:lnTo>
                      <a:pt x="722" y="361"/>
                    </a:lnTo>
                    <a:lnTo>
                      <a:pt x="722" y="343"/>
                    </a:lnTo>
                    <a:lnTo>
                      <a:pt x="720" y="323"/>
                    </a:lnTo>
                    <a:lnTo>
                      <a:pt x="718" y="305"/>
                    </a:lnTo>
                    <a:lnTo>
                      <a:pt x="715" y="288"/>
                    </a:lnTo>
                    <a:lnTo>
                      <a:pt x="711" y="270"/>
                    </a:lnTo>
                    <a:lnTo>
                      <a:pt x="706" y="253"/>
                    </a:lnTo>
                    <a:lnTo>
                      <a:pt x="700" y="237"/>
                    </a:lnTo>
                    <a:lnTo>
                      <a:pt x="694" y="220"/>
                    </a:lnTo>
                    <a:lnTo>
                      <a:pt x="687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8"/>
                    </a:lnTo>
                    <a:lnTo>
                      <a:pt x="616" y="105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7" y="71"/>
                    </a:lnTo>
                    <a:lnTo>
                      <a:pt x="563" y="61"/>
                    </a:lnTo>
                    <a:lnTo>
                      <a:pt x="548" y="52"/>
                    </a:lnTo>
                    <a:lnTo>
                      <a:pt x="533" y="43"/>
                    </a:lnTo>
                    <a:lnTo>
                      <a:pt x="518" y="35"/>
                    </a:lnTo>
                    <a:lnTo>
                      <a:pt x="502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80" y="0"/>
                    </a:lnTo>
                    <a:lnTo>
                      <a:pt x="361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37" name="Rectangle 121">
                <a:extLst>
                  <a:ext uri="{FF2B5EF4-FFF2-40B4-BE49-F238E27FC236}">
                    <a16:creationId xmlns:a16="http://schemas.microsoft.com/office/drawing/2014/main" id="{312D193E-7673-4640-AC1E-7A49373E21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42" y="2941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38" name="Freeform 122">
                <a:extLst>
                  <a:ext uri="{FF2B5EF4-FFF2-40B4-BE49-F238E27FC236}">
                    <a16:creationId xmlns:a16="http://schemas.microsoft.com/office/drawing/2014/main" id="{FCF224A8-396B-4A70-8874-16E0B0BCF9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9" y="2868"/>
                <a:ext cx="151" cy="337"/>
              </a:xfrm>
              <a:custGeom>
                <a:avLst/>
                <a:gdLst>
                  <a:gd name="T0" fmla="*/ 30 w 163"/>
                  <a:gd name="T1" fmla="*/ 0 h 355"/>
                  <a:gd name="T2" fmla="*/ 35 w 163"/>
                  <a:gd name="T3" fmla="*/ 9 h 355"/>
                  <a:gd name="T4" fmla="*/ 39 w 163"/>
                  <a:gd name="T5" fmla="*/ 10 h 355"/>
                  <a:gd name="T6" fmla="*/ 44 w 163"/>
                  <a:gd name="T7" fmla="*/ 20 h 355"/>
                  <a:gd name="T8" fmla="*/ 50 w 163"/>
                  <a:gd name="T9" fmla="*/ 34 h 355"/>
                  <a:gd name="T10" fmla="*/ 59 w 163"/>
                  <a:gd name="T11" fmla="*/ 68 h 355"/>
                  <a:gd name="T12" fmla="*/ 60 w 163"/>
                  <a:gd name="T13" fmla="*/ 90 h 355"/>
                  <a:gd name="T14" fmla="*/ 60 w 163"/>
                  <a:gd name="T15" fmla="*/ 107 h 355"/>
                  <a:gd name="T16" fmla="*/ 54 w 163"/>
                  <a:gd name="T17" fmla="*/ 132 h 355"/>
                  <a:gd name="T18" fmla="*/ 51 w 163"/>
                  <a:gd name="T19" fmla="*/ 140 h 355"/>
                  <a:gd name="T20" fmla="*/ 45 w 163"/>
                  <a:gd name="T21" fmla="*/ 155 h 355"/>
                  <a:gd name="T22" fmla="*/ 42 w 163"/>
                  <a:gd name="T23" fmla="*/ 163 h 355"/>
                  <a:gd name="T24" fmla="*/ 38 w 163"/>
                  <a:gd name="T25" fmla="*/ 170 h 355"/>
                  <a:gd name="T26" fmla="*/ 32 w 163"/>
                  <a:gd name="T27" fmla="*/ 177 h 355"/>
                  <a:gd name="T28" fmla="*/ 30 w 163"/>
                  <a:gd name="T29" fmla="*/ 180 h 355"/>
                  <a:gd name="T30" fmla="*/ 27 w 163"/>
                  <a:gd name="T31" fmla="*/ 176 h 355"/>
                  <a:gd name="T32" fmla="*/ 27 w 163"/>
                  <a:gd name="T33" fmla="*/ 175 h 355"/>
                  <a:gd name="T34" fmla="*/ 25 w 163"/>
                  <a:gd name="T35" fmla="*/ 174 h 355"/>
                  <a:gd name="T36" fmla="*/ 20 w 163"/>
                  <a:gd name="T37" fmla="*/ 167 h 355"/>
                  <a:gd name="T38" fmla="*/ 16 w 163"/>
                  <a:gd name="T39" fmla="*/ 158 h 355"/>
                  <a:gd name="T40" fmla="*/ 12 w 163"/>
                  <a:gd name="T41" fmla="*/ 149 h 355"/>
                  <a:gd name="T42" fmla="*/ 9 w 163"/>
                  <a:gd name="T43" fmla="*/ 143 h 355"/>
                  <a:gd name="T44" fmla="*/ 6 w 163"/>
                  <a:gd name="T45" fmla="*/ 133 h 355"/>
                  <a:gd name="T46" fmla="*/ 6 w 163"/>
                  <a:gd name="T47" fmla="*/ 113 h 355"/>
                  <a:gd name="T48" fmla="*/ 4 w 163"/>
                  <a:gd name="T49" fmla="*/ 101 h 355"/>
                  <a:gd name="T50" fmla="*/ 6 w 163"/>
                  <a:gd name="T51" fmla="*/ 66 h 355"/>
                  <a:gd name="T52" fmla="*/ 6 w 163"/>
                  <a:gd name="T53" fmla="*/ 46 h 355"/>
                  <a:gd name="T54" fmla="*/ 10 w 163"/>
                  <a:gd name="T55" fmla="*/ 37 h 355"/>
                  <a:gd name="T56" fmla="*/ 17 w 163"/>
                  <a:gd name="T57" fmla="*/ 24 h 355"/>
                  <a:gd name="T58" fmla="*/ 21 w 163"/>
                  <a:gd name="T59" fmla="*/ 15 h 355"/>
                  <a:gd name="T60" fmla="*/ 24 w 163"/>
                  <a:gd name="T61" fmla="*/ 9 h 355"/>
                  <a:gd name="T62" fmla="*/ 26 w 163"/>
                  <a:gd name="T63" fmla="*/ 9 h 355"/>
                  <a:gd name="T64" fmla="*/ 30 w 163"/>
                  <a:gd name="T65" fmla="*/ 0 h 35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63" h="355">
                    <a:moveTo>
                      <a:pt x="82" y="0"/>
                    </a:moveTo>
                    <a:cubicBezTo>
                      <a:pt x="88" y="2"/>
                      <a:pt x="89" y="8"/>
                      <a:pt x="94" y="10"/>
                    </a:cubicBezTo>
                    <a:cubicBezTo>
                      <a:pt x="95" y="14"/>
                      <a:pt x="101" y="21"/>
                      <a:pt x="105" y="23"/>
                    </a:cubicBezTo>
                    <a:cubicBezTo>
                      <a:pt x="107" y="27"/>
                      <a:pt x="113" y="35"/>
                      <a:pt x="118" y="37"/>
                    </a:cubicBezTo>
                    <a:cubicBezTo>
                      <a:pt x="120" y="44"/>
                      <a:pt x="129" y="62"/>
                      <a:pt x="135" y="66"/>
                    </a:cubicBezTo>
                    <a:cubicBezTo>
                      <a:pt x="143" y="89"/>
                      <a:pt x="155" y="110"/>
                      <a:pt x="160" y="135"/>
                    </a:cubicBezTo>
                    <a:cubicBezTo>
                      <a:pt x="161" y="149"/>
                      <a:pt x="162" y="164"/>
                      <a:pt x="163" y="178"/>
                    </a:cubicBezTo>
                    <a:cubicBezTo>
                      <a:pt x="163" y="189"/>
                      <a:pt x="163" y="200"/>
                      <a:pt x="162" y="211"/>
                    </a:cubicBezTo>
                    <a:cubicBezTo>
                      <a:pt x="161" y="218"/>
                      <a:pt x="149" y="253"/>
                      <a:pt x="145" y="259"/>
                    </a:cubicBezTo>
                    <a:cubicBezTo>
                      <a:pt x="143" y="265"/>
                      <a:pt x="143" y="271"/>
                      <a:pt x="138" y="275"/>
                    </a:cubicBezTo>
                    <a:cubicBezTo>
                      <a:pt x="135" y="285"/>
                      <a:pt x="129" y="297"/>
                      <a:pt x="123" y="306"/>
                    </a:cubicBezTo>
                    <a:cubicBezTo>
                      <a:pt x="119" y="312"/>
                      <a:pt x="120" y="317"/>
                      <a:pt x="114" y="321"/>
                    </a:cubicBezTo>
                    <a:cubicBezTo>
                      <a:pt x="112" y="326"/>
                      <a:pt x="107" y="332"/>
                      <a:pt x="102" y="335"/>
                    </a:cubicBezTo>
                    <a:cubicBezTo>
                      <a:pt x="99" y="341"/>
                      <a:pt x="94" y="344"/>
                      <a:pt x="88" y="348"/>
                    </a:cubicBezTo>
                    <a:cubicBezTo>
                      <a:pt x="87" y="352"/>
                      <a:pt x="84" y="351"/>
                      <a:pt x="82" y="355"/>
                    </a:cubicBezTo>
                    <a:cubicBezTo>
                      <a:pt x="77" y="353"/>
                      <a:pt x="77" y="349"/>
                      <a:pt x="73" y="346"/>
                    </a:cubicBezTo>
                    <a:cubicBezTo>
                      <a:pt x="72" y="345"/>
                      <a:pt x="72" y="344"/>
                      <a:pt x="71" y="343"/>
                    </a:cubicBezTo>
                    <a:cubicBezTo>
                      <a:pt x="70" y="342"/>
                      <a:pt x="68" y="342"/>
                      <a:pt x="67" y="341"/>
                    </a:cubicBezTo>
                    <a:cubicBezTo>
                      <a:pt x="63" y="336"/>
                      <a:pt x="63" y="331"/>
                      <a:pt x="55" y="328"/>
                    </a:cubicBezTo>
                    <a:cubicBezTo>
                      <a:pt x="52" y="324"/>
                      <a:pt x="47" y="311"/>
                      <a:pt x="42" y="309"/>
                    </a:cubicBezTo>
                    <a:cubicBezTo>
                      <a:pt x="40" y="304"/>
                      <a:pt x="35" y="295"/>
                      <a:pt x="31" y="292"/>
                    </a:cubicBezTo>
                    <a:cubicBezTo>
                      <a:pt x="29" y="286"/>
                      <a:pt x="29" y="284"/>
                      <a:pt x="25" y="280"/>
                    </a:cubicBezTo>
                    <a:cubicBezTo>
                      <a:pt x="23" y="275"/>
                      <a:pt x="22" y="267"/>
                      <a:pt x="19" y="262"/>
                    </a:cubicBezTo>
                    <a:cubicBezTo>
                      <a:pt x="16" y="248"/>
                      <a:pt x="10" y="236"/>
                      <a:pt x="7" y="222"/>
                    </a:cubicBezTo>
                    <a:cubicBezTo>
                      <a:pt x="6" y="214"/>
                      <a:pt x="5" y="207"/>
                      <a:pt x="4" y="199"/>
                    </a:cubicBezTo>
                    <a:cubicBezTo>
                      <a:pt x="4" y="188"/>
                      <a:pt x="0" y="139"/>
                      <a:pt x="7" y="131"/>
                    </a:cubicBezTo>
                    <a:cubicBezTo>
                      <a:pt x="12" y="115"/>
                      <a:pt x="10" y="104"/>
                      <a:pt x="19" y="90"/>
                    </a:cubicBezTo>
                    <a:cubicBezTo>
                      <a:pt x="20" y="84"/>
                      <a:pt x="22" y="75"/>
                      <a:pt x="27" y="72"/>
                    </a:cubicBezTo>
                    <a:cubicBezTo>
                      <a:pt x="30" y="64"/>
                      <a:pt x="37" y="48"/>
                      <a:pt x="45" y="45"/>
                    </a:cubicBezTo>
                    <a:cubicBezTo>
                      <a:pt x="48" y="40"/>
                      <a:pt x="53" y="31"/>
                      <a:pt x="58" y="28"/>
                    </a:cubicBezTo>
                    <a:cubicBezTo>
                      <a:pt x="60" y="23"/>
                      <a:pt x="59" y="20"/>
                      <a:pt x="64" y="18"/>
                    </a:cubicBezTo>
                    <a:cubicBezTo>
                      <a:pt x="65" y="14"/>
                      <a:pt x="67" y="12"/>
                      <a:pt x="70" y="10"/>
                    </a:cubicBezTo>
                    <a:cubicBezTo>
                      <a:pt x="72" y="3"/>
                      <a:pt x="82" y="2"/>
                      <a:pt x="82" y="0"/>
                    </a:cubicBezTo>
                    <a:close/>
                  </a:path>
                </a:pathLst>
              </a:cu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mpd="sng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0139" name="Freeform 123">
                <a:extLst>
                  <a:ext uri="{FF2B5EF4-FFF2-40B4-BE49-F238E27FC236}">
                    <a16:creationId xmlns:a16="http://schemas.microsoft.com/office/drawing/2014/main" id="{B8FA715F-5EA3-41A0-916C-3073FC32B5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76" y="3075"/>
                <a:ext cx="478" cy="477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3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3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1" y="0"/>
                    </a:moveTo>
                    <a:lnTo>
                      <a:pt x="343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9" y="43"/>
                    </a:lnTo>
                    <a:lnTo>
                      <a:pt x="174" y="52"/>
                    </a:lnTo>
                    <a:lnTo>
                      <a:pt x="159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6"/>
                    </a:lnTo>
                    <a:lnTo>
                      <a:pt x="93" y="119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6"/>
                    </a:lnTo>
                    <a:lnTo>
                      <a:pt x="2" y="324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2"/>
                    </a:lnTo>
                    <a:lnTo>
                      <a:pt x="35" y="518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9" y="660"/>
                    </a:lnTo>
                    <a:lnTo>
                      <a:pt x="174" y="669"/>
                    </a:lnTo>
                    <a:lnTo>
                      <a:pt x="189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700"/>
                    </a:lnTo>
                    <a:lnTo>
                      <a:pt x="253" y="706"/>
                    </a:lnTo>
                    <a:lnTo>
                      <a:pt x="270" y="711"/>
                    </a:lnTo>
                    <a:lnTo>
                      <a:pt x="288" y="715"/>
                    </a:lnTo>
                    <a:lnTo>
                      <a:pt x="305" y="718"/>
                    </a:lnTo>
                    <a:lnTo>
                      <a:pt x="323" y="720"/>
                    </a:lnTo>
                    <a:lnTo>
                      <a:pt x="343" y="722"/>
                    </a:lnTo>
                    <a:lnTo>
                      <a:pt x="361" y="722"/>
                    </a:lnTo>
                    <a:lnTo>
                      <a:pt x="380" y="722"/>
                    </a:lnTo>
                    <a:lnTo>
                      <a:pt x="398" y="720"/>
                    </a:lnTo>
                    <a:lnTo>
                      <a:pt x="416" y="718"/>
                    </a:lnTo>
                    <a:lnTo>
                      <a:pt x="433" y="715"/>
                    </a:lnTo>
                    <a:lnTo>
                      <a:pt x="451" y="711"/>
                    </a:lnTo>
                    <a:lnTo>
                      <a:pt x="468" y="706"/>
                    </a:lnTo>
                    <a:lnTo>
                      <a:pt x="485" y="700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8" y="669"/>
                    </a:lnTo>
                    <a:lnTo>
                      <a:pt x="563" y="660"/>
                    </a:lnTo>
                    <a:lnTo>
                      <a:pt x="577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8"/>
                    </a:lnTo>
                    <a:lnTo>
                      <a:pt x="693" y="502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4"/>
                    </a:lnTo>
                    <a:lnTo>
                      <a:pt x="717" y="306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9"/>
                    </a:lnTo>
                    <a:lnTo>
                      <a:pt x="616" y="106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7" y="71"/>
                    </a:lnTo>
                    <a:lnTo>
                      <a:pt x="563" y="61"/>
                    </a:lnTo>
                    <a:lnTo>
                      <a:pt x="548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80" y="0"/>
                    </a:lnTo>
                    <a:lnTo>
                      <a:pt x="361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pic>
        <p:nvPicPr>
          <p:cNvPr id="115" name="Picture 2" descr="Screen shot 2013-09-04 at 3.52.38 PM.png">
            <a:extLst>
              <a:ext uri="{FF2B5EF4-FFF2-40B4-BE49-F238E27FC236}">
                <a16:creationId xmlns:a16="http://schemas.microsoft.com/office/drawing/2014/main" id="{9B465C48-629A-4EC6-901D-F4DDA7140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952" y="36213"/>
            <a:ext cx="7697648" cy="638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82574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0729C38A-408E-486A-BD22-B34ABFDC1A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8915400" cy="685800"/>
          </a:xfrm>
        </p:spPr>
        <p:txBody>
          <a:bodyPr/>
          <a:lstStyle/>
          <a:p>
            <a:pPr algn="l"/>
            <a:r>
              <a:rPr lang="en-US" altLang="en-US"/>
              <a:t>  Left-Hand Side</a:t>
            </a:r>
          </a:p>
        </p:txBody>
      </p:sp>
      <p:grpSp>
        <p:nvGrpSpPr>
          <p:cNvPr id="91138" name="Group 72">
            <a:extLst>
              <a:ext uri="{FF2B5EF4-FFF2-40B4-BE49-F238E27FC236}">
                <a16:creationId xmlns:a16="http://schemas.microsoft.com/office/drawing/2014/main" id="{88E31677-AB5A-4600-9C69-CE8BAF53B371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524000"/>
            <a:ext cx="1790700" cy="1827213"/>
            <a:chOff x="688975" y="1517650"/>
            <a:chExt cx="1790700" cy="1827213"/>
          </a:xfrm>
        </p:grpSpPr>
        <p:sp>
          <p:nvSpPr>
            <p:cNvPr id="91241" name="Rectangle 14">
              <a:extLst>
                <a:ext uri="{FF2B5EF4-FFF2-40B4-BE49-F238E27FC236}">
                  <a16:creationId xmlns:a16="http://schemas.microsoft.com/office/drawing/2014/main" id="{ED4D65B5-651F-4848-AB52-81CE35777C4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60462" y="1884363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42" name="Rectangle 15">
              <a:extLst>
                <a:ext uri="{FF2B5EF4-FFF2-40B4-BE49-F238E27FC236}">
                  <a16:creationId xmlns:a16="http://schemas.microsoft.com/office/drawing/2014/main" id="{52F86CED-9015-4BDA-9A63-155879B0259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01825" y="1884363"/>
              <a:ext cx="131762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43" name="Freeform 16">
              <a:extLst>
                <a:ext uri="{FF2B5EF4-FFF2-40B4-BE49-F238E27FC236}">
                  <a16:creationId xmlns:a16="http://schemas.microsoft.com/office/drawing/2014/main" id="{EAEE0A39-4F5F-4F85-9B66-26D4D2A1443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70025" y="1763713"/>
              <a:ext cx="127000" cy="561975"/>
            </a:xfrm>
            <a:custGeom>
              <a:avLst/>
              <a:gdLst>
                <a:gd name="T0" fmla="*/ 2147483646 w 119"/>
                <a:gd name="T1" fmla="*/ 0 h 537"/>
                <a:gd name="T2" fmla="*/ 2147483646 w 119"/>
                <a:gd name="T3" fmla="*/ 2147483646 h 537"/>
                <a:gd name="T4" fmla="*/ 2147483646 w 119"/>
                <a:gd name="T5" fmla="*/ 2147483646 h 537"/>
                <a:gd name="T6" fmla="*/ 2147483646 w 119"/>
                <a:gd name="T7" fmla="*/ 2147483646 h 537"/>
                <a:gd name="T8" fmla="*/ 2147483646 w 119"/>
                <a:gd name="T9" fmla="*/ 2147483646 h 537"/>
                <a:gd name="T10" fmla="*/ 2147483646 w 119"/>
                <a:gd name="T11" fmla="*/ 2147483646 h 537"/>
                <a:gd name="T12" fmla="*/ 2147483646 w 119"/>
                <a:gd name="T13" fmla="*/ 2147483646 h 537"/>
                <a:gd name="T14" fmla="*/ 2147483646 w 119"/>
                <a:gd name="T15" fmla="*/ 2147483646 h 537"/>
                <a:gd name="T16" fmla="*/ 2147483646 w 119"/>
                <a:gd name="T17" fmla="*/ 2147483646 h 537"/>
                <a:gd name="T18" fmla="*/ 2147483646 w 119"/>
                <a:gd name="T19" fmla="*/ 2147483646 h 537"/>
                <a:gd name="T20" fmla="*/ 2147483646 w 119"/>
                <a:gd name="T21" fmla="*/ 2147483646 h 537"/>
                <a:gd name="T22" fmla="*/ 2147483646 w 119"/>
                <a:gd name="T23" fmla="*/ 2147483646 h 537"/>
                <a:gd name="T24" fmla="*/ 2147483646 w 119"/>
                <a:gd name="T25" fmla="*/ 2147483646 h 537"/>
                <a:gd name="T26" fmla="*/ 2147483646 w 119"/>
                <a:gd name="T27" fmla="*/ 2147483646 h 537"/>
                <a:gd name="T28" fmla="*/ 0 w 119"/>
                <a:gd name="T29" fmla="*/ 2147483646 h 537"/>
                <a:gd name="T30" fmla="*/ 0 w 119"/>
                <a:gd name="T31" fmla="*/ 2147483646 h 537"/>
                <a:gd name="T32" fmla="*/ 2147483646 w 119"/>
                <a:gd name="T33" fmla="*/ 2147483646 h 537"/>
                <a:gd name="T34" fmla="*/ 2147483646 w 119"/>
                <a:gd name="T35" fmla="*/ 2147483646 h 537"/>
                <a:gd name="T36" fmla="*/ 2147483646 w 119"/>
                <a:gd name="T37" fmla="*/ 2147483646 h 537"/>
                <a:gd name="T38" fmla="*/ 2147483646 w 119"/>
                <a:gd name="T39" fmla="*/ 2147483646 h 537"/>
                <a:gd name="T40" fmla="*/ 2147483646 w 119"/>
                <a:gd name="T41" fmla="*/ 2147483646 h 537"/>
                <a:gd name="T42" fmla="*/ 2147483646 w 119"/>
                <a:gd name="T43" fmla="*/ 2147483646 h 537"/>
                <a:gd name="T44" fmla="*/ 2147483646 w 119"/>
                <a:gd name="T45" fmla="*/ 2147483646 h 537"/>
                <a:gd name="T46" fmla="*/ 2147483646 w 119"/>
                <a:gd name="T47" fmla="*/ 2147483646 h 537"/>
                <a:gd name="T48" fmla="*/ 2147483646 w 119"/>
                <a:gd name="T49" fmla="*/ 2147483646 h 537"/>
                <a:gd name="T50" fmla="*/ 2147483646 w 119"/>
                <a:gd name="T51" fmla="*/ 2147483646 h 537"/>
                <a:gd name="T52" fmla="*/ 2147483646 w 119"/>
                <a:gd name="T53" fmla="*/ 2147483646 h 537"/>
                <a:gd name="T54" fmla="*/ 2147483646 w 119"/>
                <a:gd name="T55" fmla="*/ 2147483646 h 537"/>
                <a:gd name="T56" fmla="*/ 2147483646 w 119"/>
                <a:gd name="T57" fmla="*/ 2147483646 h 537"/>
                <a:gd name="T58" fmla="*/ 2147483646 w 119"/>
                <a:gd name="T59" fmla="*/ 2147483646 h 537"/>
                <a:gd name="T60" fmla="*/ 2147483646 w 119"/>
                <a:gd name="T61" fmla="*/ 2147483646 h 537"/>
                <a:gd name="T62" fmla="*/ 2147483646 w 119"/>
                <a:gd name="T63" fmla="*/ 2147483646 h 537"/>
                <a:gd name="T64" fmla="*/ 2147483646 w 119"/>
                <a:gd name="T65" fmla="*/ 2147483646 h 537"/>
                <a:gd name="T66" fmla="*/ 2147483646 w 119"/>
                <a:gd name="T67" fmla="*/ 0 h 53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19" h="537">
                  <a:moveTo>
                    <a:pt x="119" y="0"/>
                  </a:moveTo>
                  <a:lnTo>
                    <a:pt x="102" y="13"/>
                  </a:lnTo>
                  <a:lnTo>
                    <a:pt x="87" y="27"/>
                  </a:lnTo>
                  <a:lnTo>
                    <a:pt x="73" y="42"/>
                  </a:lnTo>
                  <a:lnTo>
                    <a:pt x="61" y="59"/>
                  </a:lnTo>
                  <a:lnTo>
                    <a:pt x="49" y="75"/>
                  </a:lnTo>
                  <a:lnTo>
                    <a:pt x="39" y="92"/>
                  </a:lnTo>
                  <a:lnTo>
                    <a:pt x="30" y="110"/>
                  </a:lnTo>
                  <a:lnTo>
                    <a:pt x="23" y="128"/>
                  </a:lnTo>
                  <a:lnTo>
                    <a:pt x="16" y="147"/>
                  </a:lnTo>
                  <a:lnTo>
                    <a:pt x="11" y="166"/>
                  </a:lnTo>
                  <a:lnTo>
                    <a:pt x="7" y="185"/>
                  </a:lnTo>
                  <a:lnTo>
                    <a:pt x="3" y="205"/>
                  </a:lnTo>
                  <a:lnTo>
                    <a:pt x="1" y="224"/>
                  </a:lnTo>
                  <a:lnTo>
                    <a:pt x="0" y="244"/>
                  </a:lnTo>
                  <a:lnTo>
                    <a:pt x="0" y="265"/>
                  </a:lnTo>
                  <a:lnTo>
                    <a:pt x="1" y="285"/>
                  </a:lnTo>
                  <a:lnTo>
                    <a:pt x="2" y="304"/>
                  </a:lnTo>
                  <a:lnTo>
                    <a:pt x="5" y="324"/>
                  </a:lnTo>
                  <a:lnTo>
                    <a:pt x="8" y="343"/>
                  </a:lnTo>
                  <a:lnTo>
                    <a:pt x="13" y="362"/>
                  </a:lnTo>
                  <a:lnTo>
                    <a:pt x="18" y="380"/>
                  </a:lnTo>
                  <a:lnTo>
                    <a:pt x="24" y="398"/>
                  </a:lnTo>
                  <a:lnTo>
                    <a:pt x="30" y="416"/>
                  </a:lnTo>
                  <a:lnTo>
                    <a:pt x="38" y="432"/>
                  </a:lnTo>
                  <a:lnTo>
                    <a:pt x="46" y="448"/>
                  </a:lnTo>
                  <a:lnTo>
                    <a:pt x="54" y="465"/>
                  </a:lnTo>
                  <a:lnTo>
                    <a:pt x="64" y="479"/>
                  </a:lnTo>
                  <a:lnTo>
                    <a:pt x="74" y="493"/>
                  </a:lnTo>
                  <a:lnTo>
                    <a:pt x="84" y="506"/>
                  </a:lnTo>
                  <a:lnTo>
                    <a:pt x="95" y="517"/>
                  </a:lnTo>
                  <a:lnTo>
                    <a:pt x="107" y="528"/>
                  </a:lnTo>
                  <a:lnTo>
                    <a:pt x="119" y="53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44" name="Freeform 17">
              <a:extLst>
                <a:ext uri="{FF2B5EF4-FFF2-40B4-BE49-F238E27FC236}">
                  <a16:creationId xmlns:a16="http://schemas.microsoft.com/office/drawing/2014/main" id="{A9E2DB28-5517-4034-B150-6FCD62E7DE3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97025" y="1763713"/>
              <a:ext cx="127000" cy="561975"/>
            </a:xfrm>
            <a:custGeom>
              <a:avLst/>
              <a:gdLst>
                <a:gd name="T0" fmla="*/ 0 w 120"/>
                <a:gd name="T1" fmla="*/ 0 h 537"/>
                <a:gd name="T2" fmla="*/ 2147483646 w 120"/>
                <a:gd name="T3" fmla="*/ 2147483646 h 537"/>
                <a:gd name="T4" fmla="*/ 2147483646 w 120"/>
                <a:gd name="T5" fmla="*/ 2147483646 h 537"/>
                <a:gd name="T6" fmla="*/ 2147483646 w 120"/>
                <a:gd name="T7" fmla="*/ 2147483646 h 537"/>
                <a:gd name="T8" fmla="*/ 2147483646 w 120"/>
                <a:gd name="T9" fmla="*/ 2147483646 h 537"/>
                <a:gd name="T10" fmla="*/ 2147483646 w 120"/>
                <a:gd name="T11" fmla="*/ 2147483646 h 537"/>
                <a:gd name="T12" fmla="*/ 2147483646 w 120"/>
                <a:gd name="T13" fmla="*/ 2147483646 h 537"/>
                <a:gd name="T14" fmla="*/ 2147483646 w 120"/>
                <a:gd name="T15" fmla="*/ 2147483646 h 537"/>
                <a:gd name="T16" fmla="*/ 2147483646 w 120"/>
                <a:gd name="T17" fmla="*/ 2147483646 h 537"/>
                <a:gd name="T18" fmla="*/ 2147483646 w 120"/>
                <a:gd name="T19" fmla="*/ 2147483646 h 537"/>
                <a:gd name="T20" fmla="*/ 2147483646 w 120"/>
                <a:gd name="T21" fmla="*/ 2147483646 h 537"/>
                <a:gd name="T22" fmla="*/ 2147483646 w 120"/>
                <a:gd name="T23" fmla="*/ 2147483646 h 537"/>
                <a:gd name="T24" fmla="*/ 2147483646 w 120"/>
                <a:gd name="T25" fmla="*/ 2147483646 h 537"/>
                <a:gd name="T26" fmla="*/ 2147483646 w 120"/>
                <a:gd name="T27" fmla="*/ 2147483646 h 537"/>
                <a:gd name="T28" fmla="*/ 2147483646 w 120"/>
                <a:gd name="T29" fmla="*/ 2147483646 h 537"/>
                <a:gd name="T30" fmla="*/ 2147483646 w 120"/>
                <a:gd name="T31" fmla="*/ 2147483646 h 537"/>
                <a:gd name="T32" fmla="*/ 2147483646 w 120"/>
                <a:gd name="T33" fmla="*/ 2147483646 h 537"/>
                <a:gd name="T34" fmla="*/ 2147483646 w 120"/>
                <a:gd name="T35" fmla="*/ 2147483646 h 537"/>
                <a:gd name="T36" fmla="*/ 2147483646 w 120"/>
                <a:gd name="T37" fmla="*/ 2147483646 h 537"/>
                <a:gd name="T38" fmla="*/ 2147483646 w 120"/>
                <a:gd name="T39" fmla="*/ 2147483646 h 537"/>
                <a:gd name="T40" fmla="*/ 2147483646 w 120"/>
                <a:gd name="T41" fmla="*/ 2147483646 h 537"/>
                <a:gd name="T42" fmla="*/ 2147483646 w 120"/>
                <a:gd name="T43" fmla="*/ 2147483646 h 537"/>
                <a:gd name="T44" fmla="*/ 2147483646 w 120"/>
                <a:gd name="T45" fmla="*/ 2147483646 h 537"/>
                <a:gd name="T46" fmla="*/ 2147483646 w 120"/>
                <a:gd name="T47" fmla="*/ 2147483646 h 537"/>
                <a:gd name="T48" fmla="*/ 2147483646 w 120"/>
                <a:gd name="T49" fmla="*/ 2147483646 h 537"/>
                <a:gd name="T50" fmla="*/ 2147483646 w 120"/>
                <a:gd name="T51" fmla="*/ 2147483646 h 537"/>
                <a:gd name="T52" fmla="*/ 2147483646 w 120"/>
                <a:gd name="T53" fmla="*/ 2147483646 h 537"/>
                <a:gd name="T54" fmla="*/ 2147483646 w 120"/>
                <a:gd name="T55" fmla="*/ 2147483646 h 537"/>
                <a:gd name="T56" fmla="*/ 2147483646 w 120"/>
                <a:gd name="T57" fmla="*/ 2147483646 h 537"/>
                <a:gd name="T58" fmla="*/ 2147483646 w 120"/>
                <a:gd name="T59" fmla="*/ 2147483646 h 537"/>
                <a:gd name="T60" fmla="*/ 2147483646 w 120"/>
                <a:gd name="T61" fmla="*/ 2147483646 h 537"/>
                <a:gd name="T62" fmla="*/ 2147483646 w 120"/>
                <a:gd name="T63" fmla="*/ 2147483646 h 537"/>
                <a:gd name="T64" fmla="*/ 0 w 120"/>
                <a:gd name="T65" fmla="*/ 2147483646 h 537"/>
                <a:gd name="T66" fmla="*/ 0 w 120"/>
                <a:gd name="T67" fmla="*/ 0 h 53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20" h="537">
                  <a:moveTo>
                    <a:pt x="0" y="0"/>
                  </a:moveTo>
                  <a:lnTo>
                    <a:pt x="18" y="13"/>
                  </a:lnTo>
                  <a:lnTo>
                    <a:pt x="33" y="27"/>
                  </a:lnTo>
                  <a:lnTo>
                    <a:pt x="47" y="42"/>
                  </a:lnTo>
                  <a:lnTo>
                    <a:pt x="59" y="59"/>
                  </a:lnTo>
                  <a:lnTo>
                    <a:pt x="71" y="75"/>
                  </a:lnTo>
                  <a:lnTo>
                    <a:pt x="81" y="92"/>
                  </a:lnTo>
                  <a:lnTo>
                    <a:pt x="90" y="110"/>
                  </a:lnTo>
                  <a:lnTo>
                    <a:pt x="97" y="128"/>
                  </a:lnTo>
                  <a:lnTo>
                    <a:pt x="104" y="147"/>
                  </a:lnTo>
                  <a:lnTo>
                    <a:pt x="109" y="166"/>
                  </a:lnTo>
                  <a:lnTo>
                    <a:pt x="113" y="185"/>
                  </a:lnTo>
                  <a:lnTo>
                    <a:pt x="117" y="205"/>
                  </a:lnTo>
                  <a:lnTo>
                    <a:pt x="119" y="224"/>
                  </a:lnTo>
                  <a:lnTo>
                    <a:pt x="120" y="244"/>
                  </a:lnTo>
                  <a:lnTo>
                    <a:pt x="120" y="265"/>
                  </a:lnTo>
                  <a:lnTo>
                    <a:pt x="119" y="285"/>
                  </a:lnTo>
                  <a:lnTo>
                    <a:pt x="118" y="304"/>
                  </a:lnTo>
                  <a:lnTo>
                    <a:pt x="115" y="324"/>
                  </a:lnTo>
                  <a:lnTo>
                    <a:pt x="112" y="343"/>
                  </a:lnTo>
                  <a:lnTo>
                    <a:pt x="107" y="362"/>
                  </a:lnTo>
                  <a:lnTo>
                    <a:pt x="102" y="380"/>
                  </a:lnTo>
                  <a:lnTo>
                    <a:pt x="96" y="398"/>
                  </a:lnTo>
                  <a:lnTo>
                    <a:pt x="90" y="416"/>
                  </a:lnTo>
                  <a:lnTo>
                    <a:pt x="82" y="432"/>
                  </a:lnTo>
                  <a:lnTo>
                    <a:pt x="74" y="448"/>
                  </a:lnTo>
                  <a:lnTo>
                    <a:pt x="66" y="465"/>
                  </a:lnTo>
                  <a:lnTo>
                    <a:pt x="56" y="479"/>
                  </a:lnTo>
                  <a:lnTo>
                    <a:pt x="46" y="493"/>
                  </a:lnTo>
                  <a:lnTo>
                    <a:pt x="36" y="506"/>
                  </a:lnTo>
                  <a:lnTo>
                    <a:pt x="25" y="517"/>
                  </a:lnTo>
                  <a:lnTo>
                    <a:pt x="13" y="528"/>
                  </a:lnTo>
                  <a:lnTo>
                    <a:pt x="0" y="5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45" name="Freeform 18">
              <a:extLst>
                <a:ext uri="{FF2B5EF4-FFF2-40B4-BE49-F238E27FC236}">
                  <a16:creationId xmlns:a16="http://schemas.microsoft.com/office/drawing/2014/main" id="{9075239F-673E-4F79-99C8-63B7321B9C9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16025" y="2106613"/>
              <a:ext cx="755650" cy="757237"/>
            </a:xfrm>
            <a:custGeom>
              <a:avLst/>
              <a:gdLst>
                <a:gd name="T0" fmla="*/ 2147483646 w 721"/>
                <a:gd name="T1" fmla="*/ 2147483646 h 722"/>
                <a:gd name="T2" fmla="*/ 2147483646 w 721"/>
                <a:gd name="T3" fmla="*/ 2147483646 h 722"/>
                <a:gd name="T4" fmla="*/ 2147483646 w 721"/>
                <a:gd name="T5" fmla="*/ 2147483646 h 722"/>
                <a:gd name="T6" fmla="*/ 2147483646 w 721"/>
                <a:gd name="T7" fmla="*/ 2147483646 h 722"/>
                <a:gd name="T8" fmla="*/ 2147483646 w 721"/>
                <a:gd name="T9" fmla="*/ 2147483646 h 722"/>
                <a:gd name="T10" fmla="*/ 2147483646 w 721"/>
                <a:gd name="T11" fmla="*/ 2147483646 h 722"/>
                <a:gd name="T12" fmla="*/ 2147483646 w 721"/>
                <a:gd name="T13" fmla="*/ 2147483646 h 722"/>
                <a:gd name="T14" fmla="*/ 2147483646 w 721"/>
                <a:gd name="T15" fmla="*/ 2147483646 h 722"/>
                <a:gd name="T16" fmla="*/ 2147483646 w 721"/>
                <a:gd name="T17" fmla="*/ 2147483646 h 722"/>
                <a:gd name="T18" fmla="*/ 2147483646 w 721"/>
                <a:gd name="T19" fmla="*/ 2147483646 h 722"/>
                <a:gd name="T20" fmla="*/ 2147483646 w 721"/>
                <a:gd name="T21" fmla="*/ 2147483646 h 722"/>
                <a:gd name="T22" fmla="*/ 2147483646 w 721"/>
                <a:gd name="T23" fmla="*/ 2147483646 h 722"/>
                <a:gd name="T24" fmla="*/ 2147483646 w 721"/>
                <a:gd name="T25" fmla="*/ 2147483646 h 722"/>
                <a:gd name="T26" fmla="*/ 2147483646 w 721"/>
                <a:gd name="T27" fmla="*/ 2147483646 h 722"/>
                <a:gd name="T28" fmla="*/ 2147483646 w 721"/>
                <a:gd name="T29" fmla="*/ 2147483646 h 722"/>
                <a:gd name="T30" fmla="*/ 2147483646 w 721"/>
                <a:gd name="T31" fmla="*/ 2147483646 h 722"/>
                <a:gd name="T32" fmla="*/ 2147483646 w 721"/>
                <a:gd name="T33" fmla="*/ 2147483646 h 722"/>
                <a:gd name="T34" fmla="*/ 2147483646 w 721"/>
                <a:gd name="T35" fmla="*/ 2147483646 h 722"/>
                <a:gd name="T36" fmla="*/ 2147483646 w 721"/>
                <a:gd name="T37" fmla="*/ 2147483646 h 722"/>
                <a:gd name="T38" fmla="*/ 2147483646 w 721"/>
                <a:gd name="T39" fmla="*/ 2147483646 h 722"/>
                <a:gd name="T40" fmla="*/ 2147483646 w 721"/>
                <a:gd name="T41" fmla="*/ 2147483646 h 722"/>
                <a:gd name="T42" fmla="*/ 2147483646 w 721"/>
                <a:gd name="T43" fmla="*/ 2147483646 h 722"/>
                <a:gd name="T44" fmla="*/ 2147483646 w 721"/>
                <a:gd name="T45" fmla="*/ 2147483646 h 722"/>
                <a:gd name="T46" fmla="*/ 2147483646 w 721"/>
                <a:gd name="T47" fmla="*/ 2147483646 h 722"/>
                <a:gd name="T48" fmla="*/ 2147483646 w 721"/>
                <a:gd name="T49" fmla="*/ 2147483646 h 722"/>
                <a:gd name="T50" fmla="*/ 2147483646 w 721"/>
                <a:gd name="T51" fmla="*/ 2147483646 h 722"/>
                <a:gd name="T52" fmla="*/ 2147483646 w 721"/>
                <a:gd name="T53" fmla="*/ 2147483646 h 722"/>
                <a:gd name="T54" fmla="*/ 2147483646 w 721"/>
                <a:gd name="T55" fmla="*/ 2147483646 h 722"/>
                <a:gd name="T56" fmla="*/ 2147483646 w 721"/>
                <a:gd name="T57" fmla="*/ 2147483646 h 722"/>
                <a:gd name="T58" fmla="*/ 2147483646 w 721"/>
                <a:gd name="T59" fmla="*/ 2147483646 h 722"/>
                <a:gd name="T60" fmla="*/ 2147483646 w 721"/>
                <a:gd name="T61" fmla="*/ 2147483646 h 722"/>
                <a:gd name="T62" fmla="*/ 2147483646 w 721"/>
                <a:gd name="T63" fmla="*/ 2147483646 h 722"/>
                <a:gd name="T64" fmla="*/ 2147483646 w 721"/>
                <a:gd name="T65" fmla="*/ 2147483646 h 722"/>
                <a:gd name="T66" fmla="*/ 2147483646 w 721"/>
                <a:gd name="T67" fmla="*/ 2147483646 h 722"/>
                <a:gd name="T68" fmla="*/ 2147483646 w 721"/>
                <a:gd name="T69" fmla="*/ 2147483646 h 722"/>
                <a:gd name="T70" fmla="*/ 2147483646 w 721"/>
                <a:gd name="T71" fmla="*/ 2147483646 h 722"/>
                <a:gd name="T72" fmla="*/ 2147483646 w 721"/>
                <a:gd name="T73" fmla="*/ 2147483646 h 722"/>
                <a:gd name="T74" fmla="*/ 2147483646 w 721"/>
                <a:gd name="T75" fmla="*/ 2147483646 h 722"/>
                <a:gd name="T76" fmla="*/ 2147483646 w 721"/>
                <a:gd name="T77" fmla="*/ 2147483646 h 722"/>
                <a:gd name="T78" fmla="*/ 2147483646 w 721"/>
                <a:gd name="T79" fmla="*/ 2147483646 h 722"/>
                <a:gd name="T80" fmla="*/ 2147483646 w 721"/>
                <a:gd name="T81" fmla="*/ 2147483646 h 722"/>
                <a:gd name="T82" fmla="*/ 2147483646 w 721"/>
                <a:gd name="T83" fmla="*/ 2147483646 h 722"/>
                <a:gd name="T84" fmla="*/ 2147483646 w 721"/>
                <a:gd name="T85" fmla="*/ 2147483646 h 722"/>
                <a:gd name="T86" fmla="*/ 2147483646 w 721"/>
                <a:gd name="T87" fmla="*/ 2147483646 h 7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1" h="722">
                  <a:moveTo>
                    <a:pt x="674" y="182"/>
                  </a:moveTo>
                  <a:lnTo>
                    <a:pt x="664" y="166"/>
                  </a:lnTo>
                  <a:lnTo>
                    <a:pt x="654" y="151"/>
                  </a:lnTo>
                  <a:lnTo>
                    <a:pt x="643" y="136"/>
                  </a:lnTo>
                  <a:lnTo>
                    <a:pt x="631" y="122"/>
                  </a:lnTo>
                  <a:lnTo>
                    <a:pt x="619" y="108"/>
                  </a:lnTo>
                  <a:lnTo>
                    <a:pt x="607" y="96"/>
                  </a:lnTo>
                  <a:lnTo>
                    <a:pt x="594" y="84"/>
                  </a:lnTo>
                  <a:lnTo>
                    <a:pt x="580" y="73"/>
                  </a:lnTo>
                  <a:lnTo>
                    <a:pt x="566" y="63"/>
                  </a:lnTo>
                  <a:lnTo>
                    <a:pt x="550" y="54"/>
                  </a:lnTo>
                  <a:lnTo>
                    <a:pt x="535" y="45"/>
                  </a:lnTo>
                  <a:lnTo>
                    <a:pt x="520" y="37"/>
                  </a:lnTo>
                  <a:lnTo>
                    <a:pt x="504" y="30"/>
                  </a:lnTo>
                  <a:lnTo>
                    <a:pt x="488" y="23"/>
                  </a:lnTo>
                  <a:lnTo>
                    <a:pt x="472" y="17"/>
                  </a:lnTo>
                  <a:lnTo>
                    <a:pt x="455" y="12"/>
                  </a:lnTo>
                  <a:lnTo>
                    <a:pt x="439" y="8"/>
                  </a:lnTo>
                  <a:lnTo>
                    <a:pt x="422" y="5"/>
                  </a:lnTo>
                  <a:lnTo>
                    <a:pt x="405" y="3"/>
                  </a:lnTo>
                  <a:lnTo>
                    <a:pt x="387" y="1"/>
                  </a:lnTo>
                  <a:lnTo>
                    <a:pt x="370" y="0"/>
                  </a:lnTo>
                  <a:lnTo>
                    <a:pt x="352" y="0"/>
                  </a:lnTo>
                  <a:lnTo>
                    <a:pt x="334" y="1"/>
                  </a:lnTo>
                  <a:lnTo>
                    <a:pt x="317" y="2"/>
                  </a:lnTo>
                  <a:lnTo>
                    <a:pt x="300" y="5"/>
                  </a:lnTo>
                  <a:lnTo>
                    <a:pt x="282" y="8"/>
                  </a:lnTo>
                  <a:lnTo>
                    <a:pt x="265" y="13"/>
                  </a:lnTo>
                  <a:lnTo>
                    <a:pt x="248" y="18"/>
                  </a:lnTo>
                  <a:lnTo>
                    <a:pt x="231" y="24"/>
                  </a:lnTo>
                  <a:lnTo>
                    <a:pt x="214" y="31"/>
                  </a:lnTo>
                  <a:lnTo>
                    <a:pt x="198" y="39"/>
                  </a:lnTo>
                  <a:lnTo>
                    <a:pt x="182" y="47"/>
                  </a:lnTo>
                  <a:lnTo>
                    <a:pt x="165" y="57"/>
                  </a:lnTo>
                  <a:lnTo>
                    <a:pt x="150" y="67"/>
                  </a:lnTo>
                  <a:lnTo>
                    <a:pt x="135" y="78"/>
                  </a:lnTo>
                  <a:lnTo>
                    <a:pt x="121" y="90"/>
                  </a:lnTo>
                  <a:lnTo>
                    <a:pt x="108" y="102"/>
                  </a:lnTo>
                  <a:lnTo>
                    <a:pt x="96" y="114"/>
                  </a:lnTo>
                  <a:lnTo>
                    <a:pt x="84" y="129"/>
                  </a:lnTo>
                  <a:lnTo>
                    <a:pt x="73" y="142"/>
                  </a:lnTo>
                  <a:lnTo>
                    <a:pt x="63" y="157"/>
                  </a:lnTo>
                  <a:lnTo>
                    <a:pt x="54" y="171"/>
                  </a:lnTo>
                  <a:lnTo>
                    <a:pt x="45" y="186"/>
                  </a:lnTo>
                  <a:lnTo>
                    <a:pt x="37" y="201"/>
                  </a:lnTo>
                  <a:lnTo>
                    <a:pt x="30" y="217"/>
                  </a:lnTo>
                  <a:lnTo>
                    <a:pt x="23" y="233"/>
                  </a:lnTo>
                  <a:lnTo>
                    <a:pt x="17" y="249"/>
                  </a:lnTo>
                  <a:lnTo>
                    <a:pt x="12" y="266"/>
                  </a:lnTo>
                  <a:lnTo>
                    <a:pt x="8" y="283"/>
                  </a:lnTo>
                  <a:lnTo>
                    <a:pt x="5" y="300"/>
                  </a:lnTo>
                  <a:lnTo>
                    <a:pt x="3" y="317"/>
                  </a:lnTo>
                  <a:lnTo>
                    <a:pt x="1" y="335"/>
                  </a:lnTo>
                  <a:lnTo>
                    <a:pt x="0" y="352"/>
                  </a:lnTo>
                  <a:lnTo>
                    <a:pt x="0" y="369"/>
                  </a:lnTo>
                  <a:lnTo>
                    <a:pt x="1" y="387"/>
                  </a:lnTo>
                  <a:lnTo>
                    <a:pt x="2" y="404"/>
                  </a:lnTo>
                  <a:lnTo>
                    <a:pt x="5" y="422"/>
                  </a:lnTo>
                  <a:lnTo>
                    <a:pt x="8" y="439"/>
                  </a:lnTo>
                  <a:lnTo>
                    <a:pt x="13" y="456"/>
                  </a:lnTo>
                  <a:lnTo>
                    <a:pt x="18" y="473"/>
                  </a:lnTo>
                  <a:lnTo>
                    <a:pt x="24" y="490"/>
                  </a:lnTo>
                  <a:lnTo>
                    <a:pt x="31" y="507"/>
                  </a:lnTo>
                  <a:lnTo>
                    <a:pt x="39" y="524"/>
                  </a:lnTo>
                  <a:lnTo>
                    <a:pt x="47" y="541"/>
                  </a:lnTo>
                  <a:lnTo>
                    <a:pt x="57" y="556"/>
                  </a:lnTo>
                  <a:lnTo>
                    <a:pt x="67" y="572"/>
                  </a:lnTo>
                  <a:lnTo>
                    <a:pt x="78" y="586"/>
                  </a:lnTo>
                  <a:lnTo>
                    <a:pt x="90" y="600"/>
                  </a:lnTo>
                  <a:lnTo>
                    <a:pt x="102" y="613"/>
                  </a:lnTo>
                  <a:lnTo>
                    <a:pt x="114" y="625"/>
                  </a:lnTo>
                  <a:lnTo>
                    <a:pt x="128" y="637"/>
                  </a:lnTo>
                  <a:lnTo>
                    <a:pt x="141" y="648"/>
                  </a:lnTo>
                  <a:lnTo>
                    <a:pt x="156" y="658"/>
                  </a:lnTo>
                  <a:lnTo>
                    <a:pt x="171" y="668"/>
                  </a:lnTo>
                  <a:lnTo>
                    <a:pt x="186" y="676"/>
                  </a:lnTo>
                  <a:lnTo>
                    <a:pt x="201" y="684"/>
                  </a:lnTo>
                  <a:lnTo>
                    <a:pt x="217" y="692"/>
                  </a:lnTo>
                  <a:lnTo>
                    <a:pt x="233" y="698"/>
                  </a:lnTo>
                  <a:lnTo>
                    <a:pt x="249" y="704"/>
                  </a:lnTo>
                  <a:lnTo>
                    <a:pt x="266" y="709"/>
                  </a:lnTo>
                  <a:lnTo>
                    <a:pt x="283" y="713"/>
                  </a:lnTo>
                  <a:lnTo>
                    <a:pt x="300" y="717"/>
                  </a:lnTo>
                  <a:lnTo>
                    <a:pt x="317" y="720"/>
                  </a:lnTo>
                  <a:lnTo>
                    <a:pt x="334" y="721"/>
                  </a:lnTo>
                  <a:lnTo>
                    <a:pt x="351" y="722"/>
                  </a:lnTo>
                  <a:lnTo>
                    <a:pt x="369" y="722"/>
                  </a:lnTo>
                  <a:lnTo>
                    <a:pt x="387" y="721"/>
                  </a:lnTo>
                  <a:lnTo>
                    <a:pt x="404" y="720"/>
                  </a:lnTo>
                  <a:lnTo>
                    <a:pt x="422" y="717"/>
                  </a:lnTo>
                  <a:lnTo>
                    <a:pt x="439" y="713"/>
                  </a:lnTo>
                  <a:lnTo>
                    <a:pt x="456" y="709"/>
                  </a:lnTo>
                  <a:lnTo>
                    <a:pt x="473" y="703"/>
                  </a:lnTo>
                  <a:lnTo>
                    <a:pt x="490" y="697"/>
                  </a:lnTo>
                  <a:lnTo>
                    <a:pt x="507" y="690"/>
                  </a:lnTo>
                  <a:lnTo>
                    <a:pt x="523" y="683"/>
                  </a:lnTo>
                  <a:lnTo>
                    <a:pt x="540" y="674"/>
                  </a:lnTo>
                  <a:lnTo>
                    <a:pt x="555" y="664"/>
                  </a:lnTo>
                  <a:lnTo>
                    <a:pt x="572" y="654"/>
                  </a:lnTo>
                  <a:lnTo>
                    <a:pt x="586" y="643"/>
                  </a:lnTo>
                  <a:lnTo>
                    <a:pt x="600" y="631"/>
                  </a:lnTo>
                  <a:lnTo>
                    <a:pt x="613" y="619"/>
                  </a:lnTo>
                  <a:lnTo>
                    <a:pt x="625" y="607"/>
                  </a:lnTo>
                  <a:lnTo>
                    <a:pt x="637" y="594"/>
                  </a:lnTo>
                  <a:lnTo>
                    <a:pt x="648" y="580"/>
                  </a:lnTo>
                  <a:lnTo>
                    <a:pt x="658" y="566"/>
                  </a:lnTo>
                  <a:lnTo>
                    <a:pt x="668" y="551"/>
                  </a:lnTo>
                  <a:lnTo>
                    <a:pt x="676" y="536"/>
                  </a:lnTo>
                  <a:lnTo>
                    <a:pt x="684" y="521"/>
                  </a:lnTo>
                  <a:lnTo>
                    <a:pt x="692" y="504"/>
                  </a:lnTo>
                  <a:lnTo>
                    <a:pt x="698" y="488"/>
                  </a:lnTo>
                  <a:lnTo>
                    <a:pt x="704" y="472"/>
                  </a:lnTo>
                  <a:lnTo>
                    <a:pt x="709" y="455"/>
                  </a:lnTo>
                  <a:lnTo>
                    <a:pt x="713" y="439"/>
                  </a:lnTo>
                  <a:lnTo>
                    <a:pt x="716" y="422"/>
                  </a:lnTo>
                  <a:lnTo>
                    <a:pt x="719" y="405"/>
                  </a:lnTo>
                  <a:lnTo>
                    <a:pt x="720" y="387"/>
                  </a:lnTo>
                  <a:lnTo>
                    <a:pt x="721" y="370"/>
                  </a:lnTo>
                  <a:lnTo>
                    <a:pt x="721" y="353"/>
                  </a:lnTo>
                  <a:lnTo>
                    <a:pt x="720" y="335"/>
                  </a:lnTo>
                  <a:lnTo>
                    <a:pt x="719" y="317"/>
                  </a:lnTo>
                  <a:lnTo>
                    <a:pt x="716" y="300"/>
                  </a:lnTo>
                  <a:lnTo>
                    <a:pt x="713" y="282"/>
                  </a:lnTo>
                  <a:lnTo>
                    <a:pt x="709" y="265"/>
                  </a:lnTo>
                  <a:lnTo>
                    <a:pt x="703" y="248"/>
                  </a:lnTo>
                  <a:lnTo>
                    <a:pt x="697" y="231"/>
                  </a:lnTo>
                  <a:lnTo>
                    <a:pt x="690" y="214"/>
                  </a:lnTo>
                  <a:lnTo>
                    <a:pt x="683" y="198"/>
                  </a:lnTo>
                  <a:lnTo>
                    <a:pt x="674" y="182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46" name="Rectangle 19">
              <a:extLst>
                <a:ext uri="{FF2B5EF4-FFF2-40B4-BE49-F238E27FC236}">
                  <a16:creationId xmlns:a16="http://schemas.microsoft.com/office/drawing/2014/main" id="{FA37F74A-54AF-4CFF-A573-83B877E0278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55750" y="2497138"/>
              <a:ext cx="122237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47" name="Rectangle 20">
              <a:extLst>
                <a:ext uri="{FF2B5EF4-FFF2-40B4-BE49-F238E27FC236}">
                  <a16:creationId xmlns:a16="http://schemas.microsoft.com/office/drawing/2014/main" id="{79C8E4D3-B94C-4F46-B670-556F27FD612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50975" y="3116263"/>
              <a:ext cx="131762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48" name="Rectangle 21">
              <a:extLst>
                <a:ext uri="{FF2B5EF4-FFF2-40B4-BE49-F238E27FC236}">
                  <a16:creationId xmlns:a16="http://schemas.microsoft.com/office/drawing/2014/main" id="{2927FAD2-E4B3-41FA-92FB-47AA64435E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03375" y="3116263"/>
              <a:ext cx="131762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49" name="Freeform 61">
              <a:extLst>
                <a:ext uri="{FF2B5EF4-FFF2-40B4-BE49-F238E27FC236}">
                  <a16:creationId xmlns:a16="http://schemas.microsoft.com/office/drawing/2014/main" id="{0CA88474-41D6-473B-BD7F-55F752E9C92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63612" y="1665288"/>
              <a:ext cx="755650" cy="755650"/>
            </a:xfrm>
            <a:custGeom>
              <a:avLst/>
              <a:gdLst>
                <a:gd name="T0" fmla="*/ 2147483646 w 722"/>
                <a:gd name="T1" fmla="*/ 2147483646 h 721"/>
                <a:gd name="T2" fmla="*/ 2147483646 w 722"/>
                <a:gd name="T3" fmla="*/ 2147483646 h 721"/>
                <a:gd name="T4" fmla="*/ 2147483646 w 722"/>
                <a:gd name="T5" fmla="*/ 2147483646 h 721"/>
                <a:gd name="T6" fmla="*/ 2147483646 w 722"/>
                <a:gd name="T7" fmla="*/ 2147483646 h 721"/>
                <a:gd name="T8" fmla="*/ 2147483646 w 722"/>
                <a:gd name="T9" fmla="*/ 2147483646 h 721"/>
                <a:gd name="T10" fmla="*/ 2147483646 w 722"/>
                <a:gd name="T11" fmla="*/ 2147483646 h 721"/>
                <a:gd name="T12" fmla="*/ 2147483646 w 722"/>
                <a:gd name="T13" fmla="*/ 2147483646 h 721"/>
                <a:gd name="T14" fmla="*/ 2147483646 w 722"/>
                <a:gd name="T15" fmla="*/ 2147483646 h 721"/>
                <a:gd name="T16" fmla="*/ 2147483646 w 722"/>
                <a:gd name="T17" fmla="*/ 2147483646 h 721"/>
                <a:gd name="T18" fmla="*/ 2147483646 w 722"/>
                <a:gd name="T19" fmla="*/ 2147483646 h 721"/>
                <a:gd name="T20" fmla="*/ 0 w 722"/>
                <a:gd name="T21" fmla="*/ 2147483646 h 721"/>
                <a:gd name="T22" fmla="*/ 2147483646 w 722"/>
                <a:gd name="T23" fmla="*/ 2147483646 h 721"/>
                <a:gd name="T24" fmla="*/ 2147483646 w 722"/>
                <a:gd name="T25" fmla="*/ 2147483646 h 721"/>
                <a:gd name="T26" fmla="*/ 2147483646 w 722"/>
                <a:gd name="T27" fmla="*/ 2147483646 h 721"/>
                <a:gd name="T28" fmla="*/ 2147483646 w 722"/>
                <a:gd name="T29" fmla="*/ 2147483646 h 721"/>
                <a:gd name="T30" fmla="*/ 2147483646 w 722"/>
                <a:gd name="T31" fmla="*/ 2147483646 h 721"/>
                <a:gd name="T32" fmla="*/ 2147483646 w 722"/>
                <a:gd name="T33" fmla="*/ 2147483646 h 721"/>
                <a:gd name="T34" fmla="*/ 2147483646 w 722"/>
                <a:gd name="T35" fmla="*/ 2147483646 h 721"/>
                <a:gd name="T36" fmla="*/ 2147483646 w 722"/>
                <a:gd name="T37" fmla="*/ 2147483646 h 721"/>
                <a:gd name="T38" fmla="*/ 2147483646 w 722"/>
                <a:gd name="T39" fmla="*/ 2147483646 h 721"/>
                <a:gd name="T40" fmla="*/ 2147483646 w 722"/>
                <a:gd name="T41" fmla="*/ 2147483646 h 721"/>
                <a:gd name="T42" fmla="*/ 2147483646 w 722"/>
                <a:gd name="T43" fmla="*/ 2147483646 h 721"/>
                <a:gd name="T44" fmla="*/ 2147483646 w 722"/>
                <a:gd name="T45" fmla="*/ 2147483646 h 721"/>
                <a:gd name="T46" fmla="*/ 2147483646 w 722"/>
                <a:gd name="T47" fmla="*/ 2147483646 h 721"/>
                <a:gd name="T48" fmla="*/ 2147483646 w 722"/>
                <a:gd name="T49" fmla="*/ 2147483646 h 721"/>
                <a:gd name="T50" fmla="*/ 2147483646 w 722"/>
                <a:gd name="T51" fmla="*/ 2147483646 h 721"/>
                <a:gd name="T52" fmla="*/ 2147483646 w 722"/>
                <a:gd name="T53" fmla="*/ 2147483646 h 721"/>
                <a:gd name="T54" fmla="*/ 2147483646 w 722"/>
                <a:gd name="T55" fmla="*/ 2147483646 h 721"/>
                <a:gd name="T56" fmla="*/ 2147483646 w 722"/>
                <a:gd name="T57" fmla="*/ 2147483646 h 721"/>
                <a:gd name="T58" fmla="*/ 2147483646 w 722"/>
                <a:gd name="T59" fmla="*/ 2147483646 h 721"/>
                <a:gd name="T60" fmla="*/ 2147483646 w 722"/>
                <a:gd name="T61" fmla="*/ 2147483646 h 721"/>
                <a:gd name="T62" fmla="*/ 2147483646 w 722"/>
                <a:gd name="T63" fmla="*/ 2147483646 h 721"/>
                <a:gd name="T64" fmla="*/ 2147483646 w 722"/>
                <a:gd name="T65" fmla="*/ 2147483646 h 721"/>
                <a:gd name="T66" fmla="*/ 2147483646 w 722"/>
                <a:gd name="T67" fmla="*/ 2147483646 h 721"/>
                <a:gd name="T68" fmla="*/ 2147483646 w 722"/>
                <a:gd name="T69" fmla="*/ 2147483646 h 721"/>
                <a:gd name="T70" fmla="*/ 2147483646 w 722"/>
                <a:gd name="T71" fmla="*/ 2147483646 h 721"/>
                <a:gd name="T72" fmla="*/ 2147483646 w 722"/>
                <a:gd name="T73" fmla="*/ 2147483646 h 721"/>
                <a:gd name="T74" fmla="*/ 2147483646 w 722"/>
                <a:gd name="T75" fmla="*/ 2147483646 h 721"/>
                <a:gd name="T76" fmla="*/ 2147483646 w 722"/>
                <a:gd name="T77" fmla="*/ 2147483646 h 721"/>
                <a:gd name="T78" fmla="*/ 2147483646 w 722"/>
                <a:gd name="T79" fmla="*/ 2147483646 h 721"/>
                <a:gd name="T80" fmla="*/ 2147483646 w 722"/>
                <a:gd name="T81" fmla="*/ 2147483646 h 721"/>
                <a:gd name="T82" fmla="*/ 2147483646 w 722"/>
                <a:gd name="T83" fmla="*/ 2147483646 h 721"/>
                <a:gd name="T84" fmla="*/ 2147483646 w 722"/>
                <a:gd name="T85" fmla="*/ 2147483646 h 721"/>
                <a:gd name="T86" fmla="*/ 2147483646 w 722"/>
                <a:gd name="T87" fmla="*/ 0 h 7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1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6" y="4"/>
                  </a:lnTo>
                  <a:lnTo>
                    <a:pt x="289" y="7"/>
                  </a:lnTo>
                  <a:lnTo>
                    <a:pt x="271" y="11"/>
                  </a:lnTo>
                  <a:lnTo>
                    <a:pt x="254" y="16"/>
                  </a:lnTo>
                  <a:lnTo>
                    <a:pt x="238" y="22"/>
                  </a:lnTo>
                  <a:lnTo>
                    <a:pt x="221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9" y="93"/>
                  </a:lnTo>
                  <a:lnTo>
                    <a:pt x="106" y="105"/>
                  </a:lnTo>
                  <a:lnTo>
                    <a:pt x="94" y="118"/>
                  </a:lnTo>
                  <a:lnTo>
                    <a:pt x="83" y="131"/>
                  </a:lnTo>
                  <a:lnTo>
                    <a:pt x="72" y="144"/>
                  </a:lnTo>
                  <a:lnTo>
                    <a:pt x="62" y="159"/>
                  </a:lnTo>
                  <a:lnTo>
                    <a:pt x="53" y="174"/>
                  </a:lnTo>
                  <a:lnTo>
                    <a:pt x="44" y="189"/>
                  </a:lnTo>
                  <a:lnTo>
                    <a:pt x="36" y="204"/>
                  </a:lnTo>
                  <a:lnTo>
                    <a:pt x="29" y="220"/>
                  </a:lnTo>
                  <a:lnTo>
                    <a:pt x="23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2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3" y="485"/>
                  </a:lnTo>
                  <a:lnTo>
                    <a:pt x="29" y="501"/>
                  </a:lnTo>
                  <a:lnTo>
                    <a:pt x="36" y="517"/>
                  </a:lnTo>
                  <a:lnTo>
                    <a:pt x="44" y="532"/>
                  </a:lnTo>
                  <a:lnTo>
                    <a:pt x="53" y="548"/>
                  </a:lnTo>
                  <a:lnTo>
                    <a:pt x="62" y="563"/>
                  </a:lnTo>
                  <a:lnTo>
                    <a:pt x="72" y="577"/>
                  </a:lnTo>
                  <a:lnTo>
                    <a:pt x="83" y="591"/>
                  </a:lnTo>
                  <a:lnTo>
                    <a:pt x="94" y="604"/>
                  </a:lnTo>
                  <a:lnTo>
                    <a:pt x="106" y="616"/>
                  </a:lnTo>
                  <a:lnTo>
                    <a:pt x="119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1" y="693"/>
                  </a:lnTo>
                  <a:lnTo>
                    <a:pt x="238" y="700"/>
                  </a:lnTo>
                  <a:lnTo>
                    <a:pt x="254" y="705"/>
                  </a:lnTo>
                  <a:lnTo>
                    <a:pt x="271" y="710"/>
                  </a:lnTo>
                  <a:lnTo>
                    <a:pt x="289" y="714"/>
                  </a:lnTo>
                  <a:lnTo>
                    <a:pt x="306" y="717"/>
                  </a:lnTo>
                  <a:lnTo>
                    <a:pt x="324" y="719"/>
                  </a:lnTo>
                  <a:lnTo>
                    <a:pt x="343" y="721"/>
                  </a:lnTo>
                  <a:lnTo>
                    <a:pt x="361" y="721"/>
                  </a:lnTo>
                  <a:lnTo>
                    <a:pt x="380" y="721"/>
                  </a:lnTo>
                  <a:lnTo>
                    <a:pt x="398" y="719"/>
                  </a:lnTo>
                  <a:lnTo>
                    <a:pt x="417" y="717"/>
                  </a:lnTo>
                  <a:lnTo>
                    <a:pt x="434" y="714"/>
                  </a:lnTo>
                  <a:lnTo>
                    <a:pt x="452" y="710"/>
                  </a:lnTo>
                  <a:lnTo>
                    <a:pt x="469" y="705"/>
                  </a:lnTo>
                  <a:lnTo>
                    <a:pt x="486" y="700"/>
                  </a:lnTo>
                  <a:lnTo>
                    <a:pt x="502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7" y="616"/>
                  </a:lnTo>
                  <a:lnTo>
                    <a:pt x="629" y="604"/>
                  </a:lnTo>
                  <a:lnTo>
                    <a:pt x="640" y="591"/>
                  </a:lnTo>
                  <a:lnTo>
                    <a:pt x="651" y="577"/>
                  </a:lnTo>
                  <a:lnTo>
                    <a:pt x="661" y="563"/>
                  </a:lnTo>
                  <a:lnTo>
                    <a:pt x="670" y="548"/>
                  </a:lnTo>
                  <a:lnTo>
                    <a:pt x="679" y="532"/>
                  </a:lnTo>
                  <a:lnTo>
                    <a:pt x="687" y="517"/>
                  </a:lnTo>
                  <a:lnTo>
                    <a:pt x="694" y="501"/>
                  </a:lnTo>
                  <a:lnTo>
                    <a:pt x="701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2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1" y="237"/>
                  </a:lnTo>
                  <a:lnTo>
                    <a:pt x="694" y="220"/>
                  </a:lnTo>
                  <a:lnTo>
                    <a:pt x="687" y="204"/>
                  </a:lnTo>
                  <a:lnTo>
                    <a:pt x="679" y="189"/>
                  </a:lnTo>
                  <a:lnTo>
                    <a:pt x="670" y="174"/>
                  </a:lnTo>
                  <a:lnTo>
                    <a:pt x="661" y="159"/>
                  </a:lnTo>
                  <a:lnTo>
                    <a:pt x="651" y="144"/>
                  </a:lnTo>
                  <a:lnTo>
                    <a:pt x="640" y="131"/>
                  </a:lnTo>
                  <a:lnTo>
                    <a:pt x="629" y="118"/>
                  </a:lnTo>
                  <a:lnTo>
                    <a:pt x="617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2" y="28"/>
                  </a:lnTo>
                  <a:lnTo>
                    <a:pt x="486" y="22"/>
                  </a:lnTo>
                  <a:lnTo>
                    <a:pt x="469" y="16"/>
                  </a:lnTo>
                  <a:lnTo>
                    <a:pt x="452" y="11"/>
                  </a:lnTo>
                  <a:lnTo>
                    <a:pt x="434" y="7"/>
                  </a:lnTo>
                  <a:lnTo>
                    <a:pt x="417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50" name="Freeform 62">
              <a:extLst>
                <a:ext uri="{FF2B5EF4-FFF2-40B4-BE49-F238E27FC236}">
                  <a16:creationId xmlns:a16="http://schemas.microsoft.com/office/drawing/2014/main" id="{15E6C452-71FA-4B9E-83A9-30001641E98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70025" y="1665288"/>
              <a:ext cx="755650" cy="755650"/>
            </a:xfrm>
            <a:custGeom>
              <a:avLst/>
              <a:gdLst>
                <a:gd name="T0" fmla="*/ 2147483646 w 722"/>
                <a:gd name="T1" fmla="*/ 2147483646 h 721"/>
                <a:gd name="T2" fmla="*/ 2147483646 w 722"/>
                <a:gd name="T3" fmla="*/ 2147483646 h 721"/>
                <a:gd name="T4" fmla="*/ 2147483646 w 722"/>
                <a:gd name="T5" fmla="*/ 2147483646 h 721"/>
                <a:gd name="T6" fmla="*/ 2147483646 w 722"/>
                <a:gd name="T7" fmla="*/ 2147483646 h 721"/>
                <a:gd name="T8" fmla="*/ 2147483646 w 722"/>
                <a:gd name="T9" fmla="*/ 2147483646 h 721"/>
                <a:gd name="T10" fmla="*/ 2147483646 w 722"/>
                <a:gd name="T11" fmla="*/ 2147483646 h 721"/>
                <a:gd name="T12" fmla="*/ 2147483646 w 722"/>
                <a:gd name="T13" fmla="*/ 2147483646 h 721"/>
                <a:gd name="T14" fmla="*/ 2147483646 w 722"/>
                <a:gd name="T15" fmla="*/ 2147483646 h 721"/>
                <a:gd name="T16" fmla="*/ 2147483646 w 722"/>
                <a:gd name="T17" fmla="*/ 2147483646 h 721"/>
                <a:gd name="T18" fmla="*/ 2147483646 w 722"/>
                <a:gd name="T19" fmla="*/ 2147483646 h 721"/>
                <a:gd name="T20" fmla="*/ 0 w 722"/>
                <a:gd name="T21" fmla="*/ 2147483646 h 721"/>
                <a:gd name="T22" fmla="*/ 2147483646 w 722"/>
                <a:gd name="T23" fmla="*/ 2147483646 h 721"/>
                <a:gd name="T24" fmla="*/ 2147483646 w 722"/>
                <a:gd name="T25" fmla="*/ 2147483646 h 721"/>
                <a:gd name="T26" fmla="*/ 2147483646 w 722"/>
                <a:gd name="T27" fmla="*/ 2147483646 h 721"/>
                <a:gd name="T28" fmla="*/ 2147483646 w 722"/>
                <a:gd name="T29" fmla="*/ 2147483646 h 721"/>
                <a:gd name="T30" fmla="*/ 2147483646 w 722"/>
                <a:gd name="T31" fmla="*/ 2147483646 h 721"/>
                <a:gd name="T32" fmla="*/ 2147483646 w 722"/>
                <a:gd name="T33" fmla="*/ 2147483646 h 721"/>
                <a:gd name="T34" fmla="*/ 2147483646 w 722"/>
                <a:gd name="T35" fmla="*/ 2147483646 h 721"/>
                <a:gd name="T36" fmla="*/ 2147483646 w 722"/>
                <a:gd name="T37" fmla="*/ 2147483646 h 721"/>
                <a:gd name="T38" fmla="*/ 2147483646 w 722"/>
                <a:gd name="T39" fmla="*/ 2147483646 h 721"/>
                <a:gd name="T40" fmla="*/ 2147483646 w 722"/>
                <a:gd name="T41" fmla="*/ 2147483646 h 721"/>
                <a:gd name="T42" fmla="*/ 2147483646 w 722"/>
                <a:gd name="T43" fmla="*/ 2147483646 h 721"/>
                <a:gd name="T44" fmla="*/ 2147483646 w 722"/>
                <a:gd name="T45" fmla="*/ 2147483646 h 721"/>
                <a:gd name="T46" fmla="*/ 2147483646 w 722"/>
                <a:gd name="T47" fmla="*/ 2147483646 h 721"/>
                <a:gd name="T48" fmla="*/ 2147483646 w 722"/>
                <a:gd name="T49" fmla="*/ 2147483646 h 721"/>
                <a:gd name="T50" fmla="*/ 2147483646 w 722"/>
                <a:gd name="T51" fmla="*/ 2147483646 h 721"/>
                <a:gd name="T52" fmla="*/ 2147483646 w 722"/>
                <a:gd name="T53" fmla="*/ 2147483646 h 721"/>
                <a:gd name="T54" fmla="*/ 2147483646 w 722"/>
                <a:gd name="T55" fmla="*/ 2147483646 h 721"/>
                <a:gd name="T56" fmla="*/ 2147483646 w 722"/>
                <a:gd name="T57" fmla="*/ 2147483646 h 721"/>
                <a:gd name="T58" fmla="*/ 2147483646 w 722"/>
                <a:gd name="T59" fmla="*/ 2147483646 h 721"/>
                <a:gd name="T60" fmla="*/ 2147483646 w 722"/>
                <a:gd name="T61" fmla="*/ 2147483646 h 721"/>
                <a:gd name="T62" fmla="*/ 2147483646 w 722"/>
                <a:gd name="T63" fmla="*/ 2147483646 h 721"/>
                <a:gd name="T64" fmla="*/ 2147483646 w 722"/>
                <a:gd name="T65" fmla="*/ 2147483646 h 721"/>
                <a:gd name="T66" fmla="*/ 2147483646 w 722"/>
                <a:gd name="T67" fmla="*/ 2147483646 h 721"/>
                <a:gd name="T68" fmla="*/ 2147483646 w 722"/>
                <a:gd name="T69" fmla="*/ 2147483646 h 721"/>
                <a:gd name="T70" fmla="*/ 2147483646 w 722"/>
                <a:gd name="T71" fmla="*/ 2147483646 h 721"/>
                <a:gd name="T72" fmla="*/ 2147483646 w 722"/>
                <a:gd name="T73" fmla="*/ 2147483646 h 721"/>
                <a:gd name="T74" fmla="*/ 2147483646 w 722"/>
                <a:gd name="T75" fmla="*/ 2147483646 h 721"/>
                <a:gd name="T76" fmla="*/ 2147483646 w 722"/>
                <a:gd name="T77" fmla="*/ 2147483646 h 721"/>
                <a:gd name="T78" fmla="*/ 2147483646 w 722"/>
                <a:gd name="T79" fmla="*/ 2147483646 h 721"/>
                <a:gd name="T80" fmla="*/ 2147483646 w 722"/>
                <a:gd name="T81" fmla="*/ 2147483646 h 721"/>
                <a:gd name="T82" fmla="*/ 2147483646 w 722"/>
                <a:gd name="T83" fmla="*/ 2147483646 h 721"/>
                <a:gd name="T84" fmla="*/ 2147483646 w 722"/>
                <a:gd name="T85" fmla="*/ 2147483646 h 721"/>
                <a:gd name="T86" fmla="*/ 2147483646 w 722"/>
                <a:gd name="T87" fmla="*/ 0 h 7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1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5" y="4"/>
                  </a:lnTo>
                  <a:lnTo>
                    <a:pt x="288" y="7"/>
                  </a:lnTo>
                  <a:lnTo>
                    <a:pt x="270" y="11"/>
                  </a:lnTo>
                  <a:lnTo>
                    <a:pt x="253" y="16"/>
                  </a:lnTo>
                  <a:lnTo>
                    <a:pt x="237" y="22"/>
                  </a:lnTo>
                  <a:lnTo>
                    <a:pt x="220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8" y="93"/>
                  </a:lnTo>
                  <a:lnTo>
                    <a:pt x="105" y="105"/>
                  </a:lnTo>
                  <a:lnTo>
                    <a:pt x="93" y="118"/>
                  </a:lnTo>
                  <a:lnTo>
                    <a:pt x="82" y="131"/>
                  </a:lnTo>
                  <a:lnTo>
                    <a:pt x="71" y="144"/>
                  </a:lnTo>
                  <a:lnTo>
                    <a:pt x="61" y="159"/>
                  </a:lnTo>
                  <a:lnTo>
                    <a:pt x="52" y="174"/>
                  </a:lnTo>
                  <a:lnTo>
                    <a:pt x="43" y="189"/>
                  </a:lnTo>
                  <a:lnTo>
                    <a:pt x="35" y="204"/>
                  </a:lnTo>
                  <a:lnTo>
                    <a:pt x="28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2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2" y="485"/>
                  </a:lnTo>
                  <a:lnTo>
                    <a:pt x="28" y="501"/>
                  </a:lnTo>
                  <a:lnTo>
                    <a:pt x="35" y="517"/>
                  </a:lnTo>
                  <a:lnTo>
                    <a:pt x="43" y="532"/>
                  </a:lnTo>
                  <a:lnTo>
                    <a:pt x="52" y="548"/>
                  </a:lnTo>
                  <a:lnTo>
                    <a:pt x="61" y="563"/>
                  </a:lnTo>
                  <a:lnTo>
                    <a:pt x="71" y="577"/>
                  </a:lnTo>
                  <a:lnTo>
                    <a:pt x="82" y="591"/>
                  </a:lnTo>
                  <a:lnTo>
                    <a:pt x="93" y="604"/>
                  </a:lnTo>
                  <a:lnTo>
                    <a:pt x="105" y="616"/>
                  </a:lnTo>
                  <a:lnTo>
                    <a:pt x="118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0" y="693"/>
                  </a:lnTo>
                  <a:lnTo>
                    <a:pt x="237" y="700"/>
                  </a:lnTo>
                  <a:lnTo>
                    <a:pt x="253" y="705"/>
                  </a:lnTo>
                  <a:lnTo>
                    <a:pt x="270" y="710"/>
                  </a:lnTo>
                  <a:lnTo>
                    <a:pt x="288" y="714"/>
                  </a:lnTo>
                  <a:lnTo>
                    <a:pt x="305" y="717"/>
                  </a:lnTo>
                  <a:lnTo>
                    <a:pt x="324" y="719"/>
                  </a:lnTo>
                  <a:lnTo>
                    <a:pt x="343" y="721"/>
                  </a:lnTo>
                  <a:lnTo>
                    <a:pt x="361" y="721"/>
                  </a:lnTo>
                  <a:lnTo>
                    <a:pt x="380" y="721"/>
                  </a:lnTo>
                  <a:lnTo>
                    <a:pt x="398" y="719"/>
                  </a:lnTo>
                  <a:lnTo>
                    <a:pt x="416" y="717"/>
                  </a:lnTo>
                  <a:lnTo>
                    <a:pt x="433" y="714"/>
                  </a:lnTo>
                  <a:lnTo>
                    <a:pt x="451" y="710"/>
                  </a:lnTo>
                  <a:lnTo>
                    <a:pt x="468" y="705"/>
                  </a:lnTo>
                  <a:lnTo>
                    <a:pt x="485" y="700"/>
                  </a:lnTo>
                  <a:lnTo>
                    <a:pt x="501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6" y="616"/>
                  </a:lnTo>
                  <a:lnTo>
                    <a:pt x="628" y="604"/>
                  </a:lnTo>
                  <a:lnTo>
                    <a:pt x="639" y="591"/>
                  </a:lnTo>
                  <a:lnTo>
                    <a:pt x="650" y="577"/>
                  </a:lnTo>
                  <a:lnTo>
                    <a:pt x="660" y="563"/>
                  </a:lnTo>
                  <a:lnTo>
                    <a:pt x="669" y="548"/>
                  </a:lnTo>
                  <a:lnTo>
                    <a:pt x="678" y="532"/>
                  </a:lnTo>
                  <a:lnTo>
                    <a:pt x="686" y="517"/>
                  </a:lnTo>
                  <a:lnTo>
                    <a:pt x="693" y="501"/>
                  </a:lnTo>
                  <a:lnTo>
                    <a:pt x="700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2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0" y="237"/>
                  </a:lnTo>
                  <a:lnTo>
                    <a:pt x="693" y="220"/>
                  </a:lnTo>
                  <a:lnTo>
                    <a:pt x="686" y="204"/>
                  </a:lnTo>
                  <a:lnTo>
                    <a:pt x="678" y="189"/>
                  </a:lnTo>
                  <a:lnTo>
                    <a:pt x="669" y="174"/>
                  </a:lnTo>
                  <a:lnTo>
                    <a:pt x="660" y="159"/>
                  </a:lnTo>
                  <a:lnTo>
                    <a:pt x="650" y="144"/>
                  </a:lnTo>
                  <a:lnTo>
                    <a:pt x="639" y="131"/>
                  </a:lnTo>
                  <a:lnTo>
                    <a:pt x="628" y="118"/>
                  </a:lnTo>
                  <a:lnTo>
                    <a:pt x="616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1" y="28"/>
                  </a:lnTo>
                  <a:lnTo>
                    <a:pt x="485" y="22"/>
                  </a:lnTo>
                  <a:lnTo>
                    <a:pt x="468" y="16"/>
                  </a:lnTo>
                  <a:lnTo>
                    <a:pt x="451" y="11"/>
                  </a:lnTo>
                  <a:lnTo>
                    <a:pt x="433" y="7"/>
                  </a:lnTo>
                  <a:lnTo>
                    <a:pt x="416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51" name="Rectangle 69">
              <a:extLst>
                <a:ext uri="{FF2B5EF4-FFF2-40B4-BE49-F238E27FC236}">
                  <a16:creationId xmlns:a16="http://schemas.microsoft.com/office/drawing/2014/main" id="{A60F7616-F0F5-4FBA-99DB-F3ED53926D6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8975" y="1517650"/>
              <a:ext cx="1790700" cy="1493838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91139" name="Group 71">
            <a:extLst>
              <a:ext uri="{FF2B5EF4-FFF2-40B4-BE49-F238E27FC236}">
                <a16:creationId xmlns:a16="http://schemas.microsoft.com/office/drawing/2014/main" id="{0C2F2BC3-2766-4BB4-9D84-548FB10B69DD}"/>
              </a:ext>
            </a:extLst>
          </p:cNvPr>
          <p:cNvGrpSpPr>
            <a:grpSpLocks/>
          </p:cNvGrpSpPr>
          <p:nvPr/>
        </p:nvGrpSpPr>
        <p:grpSpPr bwMode="auto">
          <a:xfrm>
            <a:off x="4725736" y="1520278"/>
            <a:ext cx="1789113" cy="1833563"/>
            <a:chOff x="685800" y="3525838"/>
            <a:chExt cx="1789112" cy="1833562"/>
          </a:xfrm>
        </p:grpSpPr>
        <p:sp>
          <p:nvSpPr>
            <p:cNvPr id="91229" name="Freeform 2">
              <a:extLst>
                <a:ext uri="{FF2B5EF4-FFF2-40B4-BE49-F238E27FC236}">
                  <a16:creationId xmlns:a16="http://schemas.microsoft.com/office/drawing/2014/main" id="{1591C147-4F50-4E85-89B1-EC72052EB39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11262" y="4157663"/>
              <a:ext cx="758825" cy="757237"/>
            </a:xfrm>
            <a:custGeom>
              <a:avLst/>
              <a:gdLst>
                <a:gd name="T0" fmla="*/ 2147483646 w 723"/>
                <a:gd name="T1" fmla="*/ 2147483646 h 724"/>
                <a:gd name="T2" fmla="*/ 2147483646 w 723"/>
                <a:gd name="T3" fmla="*/ 2147483646 h 724"/>
                <a:gd name="T4" fmla="*/ 2147483646 w 723"/>
                <a:gd name="T5" fmla="*/ 2147483646 h 724"/>
                <a:gd name="T6" fmla="*/ 2147483646 w 723"/>
                <a:gd name="T7" fmla="*/ 2147483646 h 724"/>
                <a:gd name="T8" fmla="*/ 2147483646 w 723"/>
                <a:gd name="T9" fmla="*/ 2147483646 h 724"/>
                <a:gd name="T10" fmla="*/ 2147483646 w 723"/>
                <a:gd name="T11" fmla="*/ 2147483646 h 724"/>
                <a:gd name="T12" fmla="*/ 2147483646 w 723"/>
                <a:gd name="T13" fmla="*/ 2147483646 h 724"/>
                <a:gd name="T14" fmla="*/ 2147483646 w 723"/>
                <a:gd name="T15" fmla="*/ 2147483646 h 724"/>
                <a:gd name="T16" fmla="*/ 2147483646 w 723"/>
                <a:gd name="T17" fmla="*/ 2147483646 h 724"/>
                <a:gd name="T18" fmla="*/ 2147483646 w 723"/>
                <a:gd name="T19" fmla="*/ 2147483646 h 724"/>
                <a:gd name="T20" fmla="*/ 2147483646 w 723"/>
                <a:gd name="T21" fmla="*/ 2147483646 h 724"/>
                <a:gd name="T22" fmla="*/ 2147483646 w 723"/>
                <a:gd name="T23" fmla="*/ 2147483646 h 724"/>
                <a:gd name="T24" fmla="*/ 2147483646 w 723"/>
                <a:gd name="T25" fmla="*/ 2147483646 h 724"/>
                <a:gd name="T26" fmla="*/ 2147483646 w 723"/>
                <a:gd name="T27" fmla="*/ 2147483646 h 724"/>
                <a:gd name="T28" fmla="*/ 2147483646 w 723"/>
                <a:gd name="T29" fmla="*/ 2147483646 h 724"/>
                <a:gd name="T30" fmla="*/ 2147483646 w 723"/>
                <a:gd name="T31" fmla="*/ 2147483646 h 724"/>
                <a:gd name="T32" fmla="*/ 2147483646 w 723"/>
                <a:gd name="T33" fmla="*/ 2147483646 h 724"/>
                <a:gd name="T34" fmla="*/ 2147483646 w 723"/>
                <a:gd name="T35" fmla="*/ 2147483646 h 724"/>
                <a:gd name="T36" fmla="*/ 2147483646 w 723"/>
                <a:gd name="T37" fmla="*/ 2147483646 h 724"/>
                <a:gd name="T38" fmla="*/ 2147483646 w 723"/>
                <a:gd name="T39" fmla="*/ 2147483646 h 724"/>
                <a:gd name="T40" fmla="*/ 2147483646 w 723"/>
                <a:gd name="T41" fmla="*/ 2147483646 h 724"/>
                <a:gd name="T42" fmla="*/ 2147483646 w 723"/>
                <a:gd name="T43" fmla="*/ 2147483646 h 724"/>
                <a:gd name="T44" fmla="*/ 2147483646 w 723"/>
                <a:gd name="T45" fmla="*/ 2147483646 h 724"/>
                <a:gd name="T46" fmla="*/ 2147483646 w 723"/>
                <a:gd name="T47" fmla="*/ 2147483646 h 724"/>
                <a:gd name="T48" fmla="*/ 2147483646 w 723"/>
                <a:gd name="T49" fmla="*/ 2147483646 h 724"/>
                <a:gd name="T50" fmla="*/ 2147483646 w 723"/>
                <a:gd name="T51" fmla="*/ 2147483646 h 724"/>
                <a:gd name="T52" fmla="*/ 2147483646 w 723"/>
                <a:gd name="T53" fmla="*/ 2147483646 h 724"/>
                <a:gd name="T54" fmla="*/ 2147483646 w 723"/>
                <a:gd name="T55" fmla="*/ 2147483646 h 724"/>
                <a:gd name="T56" fmla="*/ 2147483646 w 723"/>
                <a:gd name="T57" fmla="*/ 2147483646 h 724"/>
                <a:gd name="T58" fmla="*/ 2147483646 w 723"/>
                <a:gd name="T59" fmla="*/ 2147483646 h 724"/>
                <a:gd name="T60" fmla="*/ 2147483646 w 723"/>
                <a:gd name="T61" fmla="*/ 2147483646 h 724"/>
                <a:gd name="T62" fmla="*/ 2147483646 w 723"/>
                <a:gd name="T63" fmla="*/ 2147483646 h 724"/>
                <a:gd name="T64" fmla="*/ 2147483646 w 723"/>
                <a:gd name="T65" fmla="*/ 2147483646 h 724"/>
                <a:gd name="T66" fmla="*/ 2147483646 w 723"/>
                <a:gd name="T67" fmla="*/ 2147483646 h 724"/>
                <a:gd name="T68" fmla="*/ 2147483646 w 723"/>
                <a:gd name="T69" fmla="*/ 2147483646 h 724"/>
                <a:gd name="T70" fmla="*/ 2147483646 w 723"/>
                <a:gd name="T71" fmla="*/ 2147483646 h 724"/>
                <a:gd name="T72" fmla="*/ 2147483646 w 723"/>
                <a:gd name="T73" fmla="*/ 2147483646 h 724"/>
                <a:gd name="T74" fmla="*/ 2147483646 w 723"/>
                <a:gd name="T75" fmla="*/ 2147483646 h 724"/>
                <a:gd name="T76" fmla="*/ 2147483646 w 723"/>
                <a:gd name="T77" fmla="*/ 2147483646 h 724"/>
                <a:gd name="T78" fmla="*/ 2147483646 w 723"/>
                <a:gd name="T79" fmla="*/ 2147483646 h 724"/>
                <a:gd name="T80" fmla="*/ 2147483646 w 723"/>
                <a:gd name="T81" fmla="*/ 2147483646 h 724"/>
                <a:gd name="T82" fmla="*/ 2147483646 w 723"/>
                <a:gd name="T83" fmla="*/ 2147483646 h 724"/>
                <a:gd name="T84" fmla="*/ 2147483646 w 723"/>
                <a:gd name="T85" fmla="*/ 2147483646 h 724"/>
                <a:gd name="T86" fmla="*/ 2147483646 w 723"/>
                <a:gd name="T87" fmla="*/ 2147483646 h 724"/>
                <a:gd name="T88" fmla="*/ 2147483646 w 723"/>
                <a:gd name="T89" fmla="*/ 2147483646 h 72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723" h="724">
                  <a:moveTo>
                    <a:pt x="361" y="362"/>
                  </a:moveTo>
                  <a:lnTo>
                    <a:pt x="361" y="0"/>
                  </a:lnTo>
                  <a:lnTo>
                    <a:pt x="343" y="1"/>
                  </a:lnTo>
                  <a:lnTo>
                    <a:pt x="325" y="2"/>
                  </a:lnTo>
                  <a:lnTo>
                    <a:pt x="307" y="5"/>
                  </a:lnTo>
                  <a:lnTo>
                    <a:pt x="289" y="8"/>
                  </a:lnTo>
                  <a:lnTo>
                    <a:pt x="272" y="12"/>
                  </a:lnTo>
                  <a:lnTo>
                    <a:pt x="254" y="17"/>
                  </a:lnTo>
                  <a:lnTo>
                    <a:pt x="238" y="22"/>
                  </a:lnTo>
                  <a:lnTo>
                    <a:pt x="221" y="29"/>
                  </a:lnTo>
                  <a:lnTo>
                    <a:pt x="205" y="36"/>
                  </a:lnTo>
                  <a:lnTo>
                    <a:pt x="190" y="44"/>
                  </a:lnTo>
                  <a:lnTo>
                    <a:pt x="175" y="53"/>
                  </a:lnTo>
                  <a:lnTo>
                    <a:pt x="159" y="62"/>
                  </a:lnTo>
                  <a:lnTo>
                    <a:pt x="145" y="73"/>
                  </a:lnTo>
                  <a:lnTo>
                    <a:pt x="132" y="84"/>
                  </a:lnTo>
                  <a:lnTo>
                    <a:pt x="118" y="95"/>
                  </a:lnTo>
                  <a:lnTo>
                    <a:pt x="106" y="107"/>
                  </a:lnTo>
                  <a:lnTo>
                    <a:pt x="94" y="119"/>
                  </a:lnTo>
                  <a:lnTo>
                    <a:pt x="83" y="133"/>
                  </a:lnTo>
                  <a:lnTo>
                    <a:pt x="72" y="146"/>
                  </a:lnTo>
                  <a:lnTo>
                    <a:pt x="62" y="160"/>
                  </a:lnTo>
                  <a:lnTo>
                    <a:pt x="53" y="175"/>
                  </a:lnTo>
                  <a:lnTo>
                    <a:pt x="44" y="190"/>
                  </a:lnTo>
                  <a:lnTo>
                    <a:pt x="36" y="205"/>
                  </a:lnTo>
                  <a:lnTo>
                    <a:pt x="29" y="221"/>
                  </a:lnTo>
                  <a:lnTo>
                    <a:pt x="22" y="238"/>
                  </a:lnTo>
                  <a:lnTo>
                    <a:pt x="17" y="254"/>
                  </a:lnTo>
                  <a:lnTo>
                    <a:pt x="12" y="273"/>
                  </a:lnTo>
                  <a:lnTo>
                    <a:pt x="8" y="290"/>
                  </a:lnTo>
                  <a:lnTo>
                    <a:pt x="5" y="308"/>
                  </a:lnTo>
                  <a:lnTo>
                    <a:pt x="2" y="326"/>
                  </a:lnTo>
                  <a:lnTo>
                    <a:pt x="1" y="344"/>
                  </a:lnTo>
                  <a:lnTo>
                    <a:pt x="0" y="362"/>
                  </a:lnTo>
                  <a:lnTo>
                    <a:pt x="1" y="381"/>
                  </a:lnTo>
                  <a:lnTo>
                    <a:pt x="2" y="399"/>
                  </a:lnTo>
                  <a:lnTo>
                    <a:pt x="5" y="417"/>
                  </a:lnTo>
                  <a:lnTo>
                    <a:pt x="8" y="435"/>
                  </a:lnTo>
                  <a:lnTo>
                    <a:pt x="12" y="452"/>
                  </a:lnTo>
                  <a:lnTo>
                    <a:pt x="17" y="471"/>
                  </a:lnTo>
                  <a:lnTo>
                    <a:pt x="22" y="487"/>
                  </a:lnTo>
                  <a:lnTo>
                    <a:pt x="29" y="504"/>
                  </a:lnTo>
                  <a:lnTo>
                    <a:pt x="36" y="520"/>
                  </a:lnTo>
                  <a:lnTo>
                    <a:pt x="44" y="535"/>
                  </a:lnTo>
                  <a:lnTo>
                    <a:pt x="53" y="550"/>
                  </a:lnTo>
                  <a:lnTo>
                    <a:pt x="62" y="565"/>
                  </a:lnTo>
                  <a:lnTo>
                    <a:pt x="72" y="579"/>
                  </a:lnTo>
                  <a:lnTo>
                    <a:pt x="83" y="592"/>
                  </a:lnTo>
                  <a:lnTo>
                    <a:pt x="94" y="606"/>
                  </a:lnTo>
                  <a:lnTo>
                    <a:pt x="106" y="618"/>
                  </a:lnTo>
                  <a:lnTo>
                    <a:pt x="118" y="630"/>
                  </a:lnTo>
                  <a:lnTo>
                    <a:pt x="132" y="641"/>
                  </a:lnTo>
                  <a:lnTo>
                    <a:pt x="145" y="652"/>
                  </a:lnTo>
                  <a:lnTo>
                    <a:pt x="159" y="662"/>
                  </a:lnTo>
                  <a:lnTo>
                    <a:pt x="175" y="672"/>
                  </a:lnTo>
                  <a:lnTo>
                    <a:pt x="190" y="681"/>
                  </a:lnTo>
                  <a:lnTo>
                    <a:pt x="205" y="689"/>
                  </a:lnTo>
                  <a:lnTo>
                    <a:pt x="221" y="696"/>
                  </a:lnTo>
                  <a:lnTo>
                    <a:pt x="238" y="703"/>
                  </a:lnTo>
                  <a:lnTo>
                    <a:pt x="254" y="708"/>
                  </a:lnTo>
                  <a:lnTo>
                    <a:pt x="272" y="713"/>
                  </a:lnTo>
                  <a:lnTo>
                    <a:pt x="289" y="717"/>
                  </a:lnTo>
                  <a:lnTo>
                    <a:pt x="307" y="720"/>
                  </a:lnTo>
                  <a:lnTo>
                    <a:pt x="325" y="723"/>
                  </a:lnTo>
                  <a:lnTo>
                    <a:pt x="343" y="724"/>
                  </a:lnTo>
                  <a:lnTo>
                    <a:pt x="361" y="724"/>
                  </a:lnTo>
                  <a:lnTo>
                    <a:pt x="381" y="724"/>
                  </a:lnTo>
                  <a:lnTo>
                    <a:pt x="399" y="723"/>
                  </a:lnTo>
                  <a:lnTo>
                    <a:pt x="417" y="720"/>
                  </a:lnTo>
                  <a:lnTo>
                    <a:pt x="435" y="717"/>
                  </a:lnTo>
                  <a:lnTo>
                    <a:pt x="452" y="713"/>
                  </a:lnTo>
                  <a:lnTo>
                    <a:pt x="470" y="708"/>
                  </a:lnTo>
                  <a:lnTo>
                    <a:pt x="486" y="703"/>
                  </a:lnTo>
                  <a:lnTo>
                    <a:pt x="503" y="696"/>
                  </a:lnTo>
                  <a:lnTo>
                    <a:pt x="519" y="689"/>
                  </a:lnTo>
                  <a:lnTo>
                    <a:pt x="534" y="681"/>
                  </a:lnTo>
                  <a:lnTo>
                    <a:pt x="549" y="672"/>
                  </a:lnTo>
                  <a:lnTo>
                    <a:pt x="565" y="662"/>
                  </a:lnTo>
                  <a:lnTo>
                    <a:pt x="579" y="652"/>
                  </a:lnTo>
                  <a:lnTo>
                    <a:pt x="592" y="641"/>
                  </a:lnTo>
                  <a:lnTo>
                    <a:pt x="606" y="630"/>
                  </a:lnTo>
                  <a:lnTo>
                    <a:pt x="618" y="618"/>
                  </a:lnTo>
                  <a:lnTo>
                    <a:pt x="630" y="606"/>
                  </a:lnTo>
                  <a:lnTo>
                    <a:pt x="641" y="592"/>
                  </a:lnTo>
                  <a:lnTo>
                    <a:pt x="652" y="579"/>
                  </a:lnTo>
                  <a:lnTo>
                    <a:pt x="662" y="565"/>
                  </a:lnTo>
                  <a:lnTo>
                    <a:pt x="671" y="550"/>
                  </a:lnTo>
                  <a:lnTo>
                    <a:pt x="680" y="535"/>
                  </a:lnTo>
                  <a:lnTo>
                    <a:pt x="688" y="520"/>
                  </a:lnTo>
                  <a:lnTo>
                    <a:pt x="695" y="504"/>
                  </a:lnTo>
                  <a:lnTo>
                    <a:pt x="702" y="487"/>
                  </a:lnTo>
                  <a:lnTo>
                    <a:pt x="707" y="471"/>
                  </a:lnTo>
                  <a:lnTo>
                    <a:pt x="712" y="452"/>
                  </a:lnTo>
                  <a:lnTo>
                    <a:pt x="716" y="435"/>
                  </a:lnTo>
                  <a:lnTo>
                    <a:pt x="719" y="417"/>
                  </a:lnTo>
                  <a:lnTo>
                    <a:pt x="722" y="399"/>
                  </a:lnTo>
                  <a:lnTo>
                    <a:pt x="723" y="381"/>
                  </a:lnTo>
                  <a:lnTo>
                    <a:pt x="723" y="362"/>
                  </a:lnTo>
                  <a:lnTo>
                    <a:pt x="723" y="344"/>
                  </a:lnTo>
                  <a:lnTo>
                    <a:pt x="722" y="326"/>
                  </a:lnTo>
                  <a:lnTo>
                    <a:pt x="719" y="308"/>
                  </a:lnTo>
                  <a:lnTo>
                    <a:pt x="716" y="290"/>
                  </a:lnTo>
                  <a:lnTo>
                    <a:pt x="712" y="273"/>
                  </a:lnTo>
                  <a:lnTo>
                    <a:pt x="707" y="254"/>
                  </a:lnTo>
                  <a:lnTo>
                    <a:pt x="702" y="238"/>
                  </a:lnTo>
                  <a:lnTo>
                    <a:pt x="695" y="221"/>
                  </a:lnTo>
                  <a:lnTo>
                    <a:pt x="688" y="205"/>
                  </a:lnTo>
                  <a:lnTo>
                    <a:pt x="680" y="190"/>
                  </a:lnTo>
                  <a:lnTo>
                    <a:pt x="671" y="175"/>
                  </a:lnTo>
                  <a:lnTo>
                    <a:pt x="662" y="160"/>
                  </a:lnTo>
                  <a:lnTo>
                    <a:pt x="652" y="146"/>
                  </a:lnTo>
                  <a:lnTo>
                    <a:pt x="641" y="133"/>
                  </a:lnTo>
                  <a:lnTo>
                    <a:pt x="630" y="119"/>
                  </a:lnTo>
                  <a:lnTo>
                    <a:pt x="618" y="107"/>
                  </a:lnTo>
                  <a:lnTo>
                    <a:pt x="606" y="95"/>
                  </a:lnTo>
                  <a:lnTo>
                    <a:pt x="592" y="84"/>
                  </a:lnTo>
                  <a:lnTo>
                    <a:pt x="579" y="73"/>
                  </a:lnTo>
                  <a:lnTo>
                    <a:pt x="565" y="62"/>
                  </a:lnTo>
                  <a:lnTo>
                    <a:pt x="549" y="53"/>
                  </a:lnTo>
                  <a:lnTo>
                    <a:pt x="534" y="44"/>
                  </a:lnTo>
                  <a:lnTo>
                    <a:pt x="519" y="36"/>
                  </a:lnTo>
                  <a:lnTo>
                    <a:pt x="503" y="29"/>
                  </a:lnTo>
                  <a:lnTo>
                    <a:pt x="486" y="22"/>
                  </a:lnTo>
                  <a:lnTo>
                    <a:pt x="470" y="17"/>
                  </a:lnTo>
                  <a:lnTo>
                    <a:pt x="452" y="12"/>
                  </a:lnTo>
                  <a:lnTo>
                    <a:pt x="435" y="8"/>
                  </a:lnTo>
                  <a:lnTo>
                    <a:pt x="417" y="5"/>
                  </a:lnTo>
                  <a:lnTo>
                    <a:pt x="399" y="2"/>
                  </a:lnTo>
                  <a:lnTo>
                    <a:pt x="381" y="1"/>
                  </a:lnTo>
                  <a:lnTo>
                    <a:pt x="361" y="0"/>
                  </a:lnTo>
                  <a:lnTo>
                    <a:pt x="361" y="362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30" name="Freeform 3">
              <a:extLst>
                <a:ext uri="{FF2B5EF4-FFF2-40B4-BE49-F238E27FC236}">
                  <a16:creationId xmlns:a16="http://schemas.microsoft.com/office/drawing/2014/main" id="{A31759E4-E82C-47B0-A504-31E4E8A3E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7775" y="4162425"/>
              <a:ext cx="441325" cy="242888"/>
            </a:xfrm>
            <a:custGeom>
              <a:avLst/>
              <a:gdLst>
                <a:gd name="T0" fmla="*/ 0 w 289"/>
                <a:gd name="T1" fmla="*/ 2147483646 h 187"/>
                <a:gd name="T2" fmla="*/ 2147483646 w 289"/>
                <a:gd name="T3" fmla="*/ 2147483646 h 187"/>
                <a:gd name="T4" fmla="*/ 2147483646 w 289"/>
                <a:gd name="T5" fmla="*/ 2147483646 h 187"/>
                <a:gd name="T6" fmla="*/ 2147483646 w 289"/>
                <a:gd name="T7" fmla="*/ 2147483646 h 187"/>
                <a:gd name="T8" fmla="*/ 2147483646 w 289"/>
                <a:gd name="T9" fmla="*/ 2147483646 h 187"/>
                <a:gd name="T10" fmla="*/ 2147483646 w 289"/>
                <a:gd name="T11" fmla="*/ 2147483646 h 187"/>
                <a:gd name="T12" fmla="*/ 2147483646 w 289"/>
                <a:gd name="T13" fmla="*/ 2147483646 h 187"/>
                <a:gd name="T14" fmla="*/ 2147483646 w 289"/>
                <a:gd name="T15" fmla="*/ 2147483646 h 187"/>
                <a:gd name="T16" fmla="*/ 2147483646 w 289"/>
                <a:gd name="T17" fmla="*/ 2147483646 h 187"/>
                <a:gd name="T18" fmla="*/ 2147483646 w 289"/>
                <a:gd name="T19" fmla="*/ 2147483646 h 187"/>
                <a:gd name="T20" fmla="*/ 2147483646 w 289"/>
                <a:gd name="T21" fmla="*/ 2147483646 h 187"/>
                <a:gd name="T22" fmla="*/ 2147483646 w 289"/>
                <a:gd name="T23" fmla="*/ 2147483646 h 187"/>
                <a:gd name="T24" fmla="*/ 2147483646 w 289"/>
                <a:gd name="T25" fmla="*/ 2147483646 h 187"/>
                <a:gd name="T26" fmla="*/ 2147483646 w 289"/>
                <a:gd name="T27" fmla="*/ 2147483646 h 187"/>
                <a:gd name="T28" fmla="*/ 2147483646 w 289"/>
                <a:gd name="T29" fmla="*/ 2147483646 h 187"/>
                <a:gd name="T30" fmla="*/ 2147483646 w 289"/>
                <a:gd name="T31" fmla="*/ 2147483646 h 187"/>
                <a:gd name="T32" fmla="*/ 2147483646 w 289"/>
                <a:gd name="T33" fmla="*/ 2147483646 h 187"/>
                <a:gd name="T34" fmla="*/ 2147483646 w 289"/>
                <a:gd name="T35" fmla="*/ 2147483646 h 187"/>
                <a:gd name="T36" fmla="*/ 2147483646 w 289"/>
                <a:gd name="T37" fmla="*/ 0 h 187"/>
                <a:gd name="T38" fmla="*/ 2147483646 w 289"/>
                <a:gd name="T39" fmla="*/ 0 h 187"/>
                <a:gd name="T40" fmla="*/ 2147483646 w 289"/>
                <a:gd name="T41" fmla="*/ 0 h 187"/>
                <a:gd name="T42" fmla="*/ 2147483646 w 289"/>
                <a:gd name="T43" fmla="*/ 2147483646 h 187"/>
                <a:gd name="T44" fmla="*/ 2147483646 w 289"/>
                <a:gd name="T45" fmla="*/ 2147483646 h 187"/>
                <a:gd name="T46" fmla="*/ 2147483646 w 289"/>
                <a:gd name="T47" fmla="*/ 2147483646 h 187"/>
                <a:gd name="T48" fmla="*/ 2147483646 w 289"/>
                <a:gd name="T49" fmla="*/ 2147483646 h 187"/>
                <a:gd name="T50" fmla="*/ 2147483646 w 289"/>
                <a:gd name="T51" fmla="*/ 2147483646 h 187"/>
                <a:gd name="T52" fmla="*/ 2147483646 w 289"/>
                <a:gd name="T53" fmla="*/ 2147483646 h 187"/>
                <a:gd name="T54" fmla="*/ 2147483646 w 289"/>
                <a:gd name="T55" fmla="*/ 2147483646 h 187"/>
                <a:gd name="T56" fmla="*/ 2147483646 w 289"/>
                <a:gd name="T57" fmla="*/ 2147483646 h 187"/>
                <a:gd name="T58" fmla="*/ 2147483646 w 289"/>
                <a:gd name="T59" fmla="*/ 2147483646 h 187"/>
                <a:gd name="T60" fmla="*/ 2147483646 w 289"/>
                <a:gd name="T61" fmla="*/ 2147483646 h 187"/>
                <a:gd name="T62" fmla="*/ 2147483646 w 289"/>
                <a:gd name="T63" fmla="*/ 2147483646 h 187"/>
                <a:gd name="T64" fmla="*/ 0 w 289"/>
                <a:gd name="T65" fmla="*/ 2147483646 h 18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89" h="187">
                  <a:moveTo>
                    <a:pt x="0" y="175"/>
                  </a:moveTo>
                  <a:lnTo>
                    <a:pt x="14" y="180"/>
                  </a:lnTo>
                  <a:lnTo>
                    <a:pt x="38" y="185"/>
                  </a:lnTo>
                  <a:lnTo>
                    <a:pt x="60" y="187"/>
                  </a:lnTo>
                  <a:lnTo>
                    <a:pt x="83" y="187"/>
                  </a:lnTo>
                  <a:lnTo>
                    <a:pt x="109" y="185"/>
                  </a:lnTo>
                  <a:lnTo>
                    <a:pt x="131" y="178"/>
                  </a:lnTo>
                  <a:lnTo>
                    <a:pt x="163" y="166"/>
                  </a:lnTo>
                  <a:lnTo>
                    <a:pt x="194" y="149"/>
                  </a:lnTo>
                  <a:lnTo>
                    <a:pt x="216" y="133"/>
                  </a:lnTo>
                  <a:lnTo>
                    <a:pt x="233" y="115"/>
                  </a:lnTo>
                  <a:lnTo>
                    <a:pt x="252" y="91"/>
                  </a:lnTo>
                  <a:lnTo>
                    <a:pt x="266" y="70"/>
                  </a:lnTo>
                  <a:lnTo>
                    <a:pt x="276" y="52"/>
                  </a:lnTo>
                  <a:lnTo>
                    <a:pt x="283" y="30"/>
                  </a:lnTo>
                  <a:lnTo>
                    <a:pt x="287" y="18"/>
                  </a:lnTo>
                  <a:lnTo>
                    <a:pt x="289" y="9"/>
                  </a:lnTo>
                  <a:lnTo>
                    <a:pt x="262" y="3"/>
                  </a:lnTo>
                  <a:lnTo>
                    <a:pt x="234" y="0"/>
                  </a:lnTo>
                  <a:lnTo>
                    <a:pt x="214" y="0"/>
                  </a:lnTo>
                  <a:lnTo>
                    <a:pt x="193" y="0"/>
                  </a:lnTo>
                  <a:lnTo>
                    <a:pt x="173" y="5"/>
                  </a:lnTo>
                  <a:lnTo>
                    <a:pt x="150" y="10"/>
                  </a:lnTo>
                  <a:lnTo>
                    <a:pt x="132" y="16"/>
                  </a:lnTo>
                  <a:lnTo>
                    <a:pt x="109" y="28"/>
                  </a:lnTo>
                  <a:lnTo>
                    <a:pt x="90" y="40"/>
                  </a:lnTo>
                  <a:lnTo>
                    <a:pt x="66" y="59"/>
                  </a:lnTo>
                  <a:lnTo>
                    <a:pt x="50" y="76"/>
                  </a:lnTo>
                  <a:lnTo>
                    <a:pt x="35" y="95"/>
                  </a:lnTo>
                  <a:lnTo>
                    <a:pt x="23" y="115"/>
                  </a:lnTo>
                  <a:lnTo>
                    <a:pt x="12" y="135"/>
                  </a:lnTo>
                  <a:lnTo>
                    <a:pt x="5" y="156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mpd="sng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31" name="Freeform 5">
              <a:extLst>
                <a:ext uri="{FF2B5EF4-FFF2-40B4-BE49-F238E27FC236}">
                  <a16:creationId xmlns:a16="http://schemas.microsoft.com/office/drawing/2014/main" id="{9E2A31E4-A615-4287-B118-E36E3553517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60437" y="3652838"/>
              <a:ext cx="755650" cy="755650"/>
            </a:xfrm>
            <a:custGeom>
              <a:avLst/>
              <a:gdLst>
                <a:gd name="T0" fmla="*/ 2147483646 w 722"/>
                <a:gd name="T1" fmla="*/ 2147483646 h 721"/>
                <a:gd name="T2" fmla="*/ 2147483646 w 722"/>
                <a:gd name="T3" fmla="*/ 2147483646 h 721"/>
                <a:gd name="T4" fmla="*/ 2147483646 w 722"/>
                <a:gd name="T5" fmla="*/ 2147483646 h 721"/>
                <a:gd name="T6" fmla="*/ 2147483646 w 722"/>
                <a:gd name="T7" fmla="*/ 2147483646 h 721"/>
                <a:gd name="T8" fmla="*/ 2147483646 w 722"/>
                <a:gd name="T9" fmla="*/ 2147483646 h 721"/>
                <a:gd name="T10" fmla="*/ 2147483646 w 722"/>
                <a:gd name="T11" fmla="*/ 2147483646 h 721"/>
                <a:gd name="T12" fmla="*/ 2147483646 w 722"/>
                <a:gd name="T13" fmla="*/ 2147483646 h 721"/>
                <a:gd name="T14" fmla="*/ 2147483646 w 722"/>
                <a:gd name="T15" fmla="*/ 2147483646 h 721"/>
                <a:gd name="T16" fmla="*/ 2147483646 w 722"/>
                <a:gd name="T17" fmla="*/ 2147483646 h 721"/>
                <a:gd name="T18" fmla="*/ 2147483646 w 722"/>
                <a:gd name="T19" fmla="*/ 2147483646 h 721"/>
                <a:gd name="T20" fmla="*/ 0 w 722"/>
                <a:gd name="T21" fmla="*/ 2147483646 h 721"/>
                <a:gd name="T22" fmla="*/ 2147483646 w 722"/>
                <a:gd name="T23" fmla="*/ 2147483646 h 721"/>
                <a:gd name="T24" fmla="*/ 2147483646 w 722"/>
                <a:gd name="T25" fmla="*/ 2147483646 h 721"/>
                <a:gd name="T26" fmla="*/ 2147483646 w 722"/>
                <a:gd name="T27" fmla="*/ 2147483646 h 721"/>
                <a:gd name="T28" fmla="*/ 2147483646 w 722"/>
                <a:gd name="T29" fmla="*/ 2147483646 h 721"/>
                <a:gd name="T30" fmla="*/ 2147483646 w 722"/>
                <a:gd name="T31" fmla="*/ 2147483646 h 721"/>
                <a:gd name="T32" fmla="*/ 2147483646 w 722"/>
                <a:gd name="T33" fmla="*/ 2147483646 h 721"/>
                <a:gd name="T34" fmla="*/ 2147483646 w 722"/>
                <a:gd name="T35" fmla="*/ 2147483646 h 721"/>
                <a:gd name="T36" fmla="*/ 2147483646 w 722"/>
                <a:gd name="T37" fmla="*/ 2147483646 h 721"/>
                <a:gd name="T38" fmla="*/ 2147483646 w 722"/>
                <a:gd name="T39" fmla="*/ 2147483646 h 721"/>
                <a:gd name="T40" fmla="*/ 2147483646 w 722"/>
                <a:gd name="T41" fmla="*/ 2147483646 h 721"/>
                <a:gd name="T42" fmla="*/ 2147483646 w 722"/>
                <a:gd name="T43" fmla="*/ 2147483646 h 721"/>
                <a:gd name="T44" fmla="*/ 2147483646 w 722"/>
                <a:gd name="T45" fmla="*/ 2147483646 h 721"/>
                <a:gd name="T46" fmla="*/ 2147483646 w 722"/>
                <a:gd name="T47" fmla="*/ 2147483646 h 721"/>
                <a:gd name="T48" fmla="*/ 2147483646 w 722"/>
                <a:gd name="T49" fmla="*/ 2147483646 h 721"/>
                <a:gd name="T50" fmla="*/ 2147483646 w 722"/>
                <a:gd name="T51" fmla="*/ 2147483646 h 721"/>
                <a:gd name="T52" fmla="*/ 2147483646 w 722"/>
                <a:gd name="T53" fmla="*/ 2147483646 h 721"/>
                <a:gd name="T54" fmla="*/ 2147483646 w 722"/>
                <a:gd name="T55" fmla="*/ 2147483646 h 721"/>
                <a:gd name="T56" fmla="*/ 2147483646 w 722"/>
                <a:gd name="T57" fmla="*/ 2147483646 h 721"/>
                <a:gd name="T58" fmla="*/ 2147483646 w 722"/>
                <a:gd name="T59" fmla="*/ 2147483646 h 721"/>
                <a:gd name="T60" fmla="*/ 2147483646 w 722"/>
                <a:gd name="T61" fmla="*/ 2147483646 h 721"/>
                <a:gd name="T62" fmla="*/ 2147483646 w 722"/>
                <a:gd name="T63" fmla="*/ 2147483646 h 721"/>
                <a:gd name="T64" fmla="*/ 2147483646 w 722"/>
                <a:gd name="T65" fmla="*/ 2147483646 h 721"/>
                <a:gd name="T66" fmla="*/ 2147483646 w 722"/>
                <a:gd name="T67" fmla="*/ 2147483646 h 721"/>
                <a:gd name="T68" fmla="*/ 2147483646 w 722"/>
                <a:gd name="T69" fmla="*/ 2147483646 h 721"/>
                <a:gd name="T70" fmla="*/ 2147483646 w 722"/>
                <a:gd name="T71" fmla="*/ 2147483646 h 721"/>
                <a:gd name="T72" fmla="*/ 2147483646 w 722"/>
                <a:gd name="T73" fmla="*/ 2147483646 h 721"/>
                <a:gd name="T74" fmla="*/ 2147483646 w 722"/>
                <a:gd name="T75" fmla="*/ 2147483646 h 721"/>
                <a:gd name="T76" fmla="*/ 2147483646 w 722"/>
                <a:gd name="T77" fmla="*/ 2147483646 h 721"/>
                <a:gd name="T78" fmla="*/ 2147483646 w 722"/>
                <a:gd name="T79" fmla="*/ 2147483646 h 721"/>
                <a:gd name="T80" fmla="*/ 2147483646 w 722"/>
                <a:gd name="T81" fmla="*/ 2147483646 h 721"/>
                <a:gd name="T82" fmla="*/ 2147483646 w 722"/>
                <a:gd name="T83" fmla="*/ 2147483646 h 721"/>
                <a:gd name="T84" fmla="*/ 2147483646 w 722"/>
                <a:gd name="T85" fmla="*/ 2147483646 h 721"/>
                <a:gd name="T86" fmla="*/ 2147483646 w 722"/>
                <a:gd name="T87" fmla="*/ 0 h 7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1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6" y="4"/>
                  </a:lnTo>
                  <a:lnTo>
                    <a:pt x="289" y="7"/>
                  </a:lnTo>
                  <a:lnTo>
                    <a:pt x="271" y="11"/>
                  </a:lnTo>
                  <a:lnTo>
                    <a:pt x="254" y="16"/>
                  </a:lnTo>
                  <a:lnTo>
                    <a:pt x="238" y="22"/>
                  </a:lnTo>
                  <a:lnTo>
                    <a:pt x="221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9" y="93"/>
                  </a:lnTo>
                  <a:lnTo>
                    <a:pt x="106" y="105"/>
                  </a:lnTo>
                  <a:lnTo>
                    <a:pt x="94" y="118"/>
                  </a:lnTo>
                  <a:lnTo>
                    <a:pt x="83" y="131"/>
                  </a:lnTo>
                  <a:lnTo>
                    <a:pt x="72" y="144"/>
                  </a:lnTo>
                  <a:lnTo>
                    <a:pt x="62" y="159"/>
                  </a:lnTo>
                  <a:lnTo>
                    <a:pt x="53" y="174"/>
                  </a:lnTo>
                  <a:lnTo>
                    <a:pt x="44" y="189"/>
                  </a:lnTo>
                  <a:lnTo>
                    <a:pt x="36" y="204"/>
                  </a:lnTo>
                  <a:lnTo>
                    <a:pt x="29" y="220"/>
                  </a:lnTo>
                  <a:lnTo>
                    <a:pt x="23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2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3" y="485"/>
                  </a:lnTo>
                  <a:lnTo>
                    <a:pt x="29" y="501"/>
                  </a:lnTo>
                  <a:lnTo>
                    <a:pt x="36" y="517"/>
                  </a:lnTo>
                  <a:lnTo>
                    <a:pt x="44" y="532"/>
                  </a:lnTo>
                  <a:lnTo>
                    <a:pt x="53" y="547"/>
                  </a:lnTo>
                  <a:lnTo>
                    <a:pt x="62" y="563"/>
                  </a:lnTo>
                  <a:lnTo>
                    <a:pt x="72" y="577"/>
                  </a:lnTo>
                  <a:lnTo>
                    <a:pt x="83" y="591"/>
                  </a:lnTo>
                  <a:lnTo>
                    <a:pt x="94" y="604"/>
                  </a:lnTo>
                  <a:lnTo>
                    <a:pt x="106" y="616"/>
                  </a:lnTo>
                  <a:lnTo>
                    <a:pt x="119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1" y="693"/>
                  </a:lnTo>
                  <a:lnTo>
                    <a:pt x="238" y="699"/>
                  </a:lnTo>
                  <a:lnTo>
                    <a:pt x="254" y="705"/>
                  </a:lnTo>
                  <a:lnTo>
                    <a:pt x="271" y="710"/>
                  </a:lnTo>
                  <a:lnTo>
                    <a:pt x="289" y="714"/>
                  </a:lnTo>
                  <a:lnTo>
                    <a:pt x="306" y="717"/>
                  </a:lnTo>
                  <a:lnTo>
                    <a:pt x="324" y="719"/>
                  </a:lnTo>
                  <a:lnTo>
                    <a:pt x="343" y="721"/>
                  </a:lnTo>
                  <a:lnTo>
                    <a:pt x="361" y="721"/>
                  </a:lnTo>
                  <a:lnTo>
                    <a:pt x="380" y="721"/>
                  </a:lnTo>
                  <a:lnTo>
                    <a:pt x="398" y="719"/>
                  </a:lnTo>
                  <a:lnTo>
                    <a:pt x="417" y="717"/>
                  </a:lnTo>
                  <a:lnTo>
                    <a:pt x="434" y="714"/>
                  </a:lnTo>
                  <a:lnTo>
                    <a:pt x="452" y="710"/>
                  </a:lnTo>
                  <a:lnTo>
                    <a:pt x="469" y="705"/>
                  </a:lnTo>
                  <a:lnTo>
                    <a:pt x="486" y="699"/>
                  </a:lnTo>
                  <a:lnTo>
                    <a:pt x="502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7" y="616"/>
                  </a:lnTo>
                  <a:lnTo>
                    <a:pt x="629" y="604"/>
                  </a:lnTo>
                  <a:lnTo>
                    <a:pt x="640" y="591"/>
                  </a:lnTo>
                  <a:lnTo>
                    <a:pt x="651" y="577"/>
                  </a:lnTo>
                  <a:lnTo>
                    <a:pt x="661" y="563"/>
                  </a:lnTo>
                  <a:lnTo>
                    <a:pt x="670" y="547"/>
                  </a:lnTo>
                  <a:lnTo>
                    <a:pt x="679" y="532"/>
                  </a:lnTo>
                  <a:lnTo>
                    <a:pt x="687" y="517"/>
                  </a:lnTo>
                  <a:lnTo>
                    <a:pt x="694" y="501"/>
                  </a:lnTo>
                  <a:lnTo>
                    <a:pt x="701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2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1" y="237"/>
                  </a:lnTo>
                  <a:lnTo>
                    <a:pt x="694" y="220"/>
                  </a:lnTo>
                  <a:lnTo>
                    <a:pt x="687" y="204"/>
                  </a:lnTo>
                  <a:lnTo>
                    <a:pt x="679" y="189"/>
                  </a:lnTo>
                  <a:lnTo>
                    <a:pt x="670" y="174"/>
                  </a:lnTo>
                  <a:lnTo>
                    <a:pt x="661" y="159"/>
                  </a:lnTo>
                  <a:lnTo>
                    <a:pt x="651" y="144"/>
                  </a:lnTo>
                  <a:lnTo>
                    <a:pt x="640" y="131"/>
                  </a:lnTo>
                  <a:lnTo>
                    <a:pt x="629" y="118"/>
                  </a:lnTo>
                  <a:lnTo>
                    <a:pt x="617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2" y="28"/>
                  </a:lnTo>
                  <a:lnTo>
                    <a:pt x="486" y="22"/>
                  </a:lnTo>
                  <a:lnTo>
                    <a:pt x="469" y="16"/>
                  </a:lnTo>
                  <a:lnTo>
                    <a:pt x="452" y="11"/>
                  </a:lnTo>
                  <a:lnTo>
                    <a:pt x="434" y="7"/>
                  </a:lnTo>
                  <a:lnTo>
                    <a:pt x="417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32" name="Rectangle 6">
              <a:extLst>
                <a:ext uri="{FF2B5EF4-FFF2-40B4-BE49-F238E27FC236}">
                  <a16:creationId xmlns:a16="http://schemas.microsoft.com/office/drawing/2014/main" id="{7A5C0556-332C-4C75-9BA2-C7A44455626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57287" y="3863975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33" name="Rectangle 7">
              <a:extLst>
                <a:ext uri="{FF2B5EF4-FFF2-40B4-BE49-F238E27FC236}">
                  <a16:creationId xmlns:a16="http://schemas.microsoft.com/office/drawing/2014/main" id="{496EC247-1D91-4181-8820-16B8A87FFC0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79600" y="3863975"/>
              <a:ext cx="131762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34" name="Rectangle 8">
              <a:extLst>
                <a:ext uri="{FF2B5EF4-FFF2-40B4-BE49-F238E27FC236}">
                  <a16:creationId xmlns:a16="http://schemas.microsoft.com/office/drawing/2014/main" id="{64A1090E-4A7B-4850-BE75-4704ED5EAC1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70037" y="4502150"/>
              <a:ext cx="1222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35" name="Rectangle 34">
              <a:extLst>
                <a:ext uri="{FF2B5EF4-FFF2-40B4-BE49-F238E27FC236}">
                  <a16:creationId xmlns:a16="http://schemas.microsoft.com/office/drawing/2014/main" id="{6FAD0B28-C31C-491D-9A25-89897359DC7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36687" y="5130800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36" name="Rectangle 35">
              <a:extLst>
                <a:ext uri="{FF2B5EF4-FFF2-40B4-BE49-F238E27FC236}">
                  <a16:creationId xmlns:a16="http://schemas.microsoft.com/office/drawing/2014/main" id="{63F2F3A1-8E1E-4531-AAFD-A83FD3050B8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00199" y="5130800"/>
              <a:ext cx="1222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37" name="Line 36">
              <a:extLst>
                <a:ext uri="{FF2B5EF4-FFF2-40B4-BE49-F238E27FC236}">
                  <a16:creationId xmlns:a16="http://schemas.microsoft.com/office/drawing/2014/main" id="{DBF7D83D-C3EA-4B21-8EE8-56D36B7C28F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443037" y="5168900"/>
              <a:ext cx="63500" cy="3175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38" name="Freeform 46">
              <a:extLst>
                <a:ext uri="{FF2B5EF4-FFF2-40B4-BE49-F238E27FC236}">
                  <a16:creationId xmlns:a16="http://schemas.microsoft.com/office/drawing/2014/main" id="{EF3F2D40-3325-44B6-B33C-F0D61B792DD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65262" y="3652838"/>
              <a:ext cx="755650" cy="755650"/>
            </a:xfrm>
            <a:custGeom>
              <a:avLst/>
              <a:gdLst>
                <a:gd name="T0" fmla="*/ 2147483646 w 722"/>
                <a:gd name="T1" fmla="*/ 2147483646 h 721"/>
                <a:gd name="T2" fmla="*/ 2147483646 w 722"/>
                <a:gd name="T3" fmla="*/ 2147483646 h 721"/>
                <a:gd name="T4" fmla="*/ 2147483646 w 722"/>
                <a:gd name="T5" fmla="*/ 2147483646 h 721"/>
                <a:gd name="T6" fmla="*/ 2147483646 w 722"/>
                <a:gd name="T7" fmla="*/ 2147483646 h 721"/>
                <a:gd name="T8" fmla="*/ 2147483646 w 722"/>
                <a:gd name="T9" fmla="*/ 2147483646 h 721"/>
                <a:gd name="T10" fmla="*/ 2147483646 w 722"/>
                <a:gd name="T11" fmla="*/ 2147483646 h 721"/>
                <a:gd name="T12" fmla="*/ 2147483646 w 722"/>
                <a:gd name="T13" fmla="*/ 2147483646 h 721"/>
                <a:gd name="T14" fmla="*/ 2147483646 w 722"/>
                <a:gd name="T15" fmla="*/ 2147483646 h 721"/>
                <a:gd name="T16" fmla="*/ 2147483646 w 722"/>
                <a:gd name="T17" fmla="*/ 2147483646 h 721"/>
                <a:gd name="T18" fmla="*/ 2147483646 w 722"/>
                <a:gd name="T19" fmla="*/ 2147483646 h 721"/>
                <a:gd name="T20" fmla="*/ 0 w 722"/>
                <a:gd name="T21" fmla="*/ 2147483646 h 721"/>
                <a:gd name="T22" fmla="*/ 2147483646 w 722"/>
                <a:gd name="T23" fmla="*/ 2147483646 h 721"/>
                <a:gd name="T24" fmla="*/ 2147483646 w 722"/>
                <a:gd name="T25" fmla="*/ 2147483646 h 721"/>
                <a:gd name="T26" fmla="*/ 2147483646 w 722"/>
                <a:gd name="T27" fmla="*/ 2147483646 h 721"/>
                <a:gd name="T28" fmla="*/ 2147483646 w 722"/>
                <a:gd name="T29" fmla="*/ 2147483646 h 721"/>
                <a:gd name="T30" fmla="*/ 2147483646 w 722"/>
                <a:gd name="T31" fmla="*/ 2147483646 h 721"/>
                <a:gd name="T32" fmla="*/ 2147483646 w 722"/>
                <a:gd name="T33" fmla="*/ 2147483646 h 721"/>
                <a:gd name="T34" fmla="*/ 2147483646 w 722"/>
                <a:gd name="T35" fmla="*/ 2147483646 h 721"/>
                <a:gd name="T36" fmla="*/ 2147483646 w 722"/>
                <a:gd name="T37" fmla="*/ 2147483646 h 721"/>
                <a:gd name="T38" fmla="*/ 2147483646 w 722"/>
                <a:gd name="T39" fmla="*/ 2147483646 h 721"/>
                <a:gd name="T40" fmla="*/ 2147483646 w 722"/>
                <a:gd name="T41" fmla="*/ 2147483646 h 721"/>
                <a:gd name="T42" fmla="*/ 2147483646 w 722"/>
                <a:gd name="T43" fmla="*/ 2147483646 h 721"/>
                <a:gd name="T44" fmla="*/ 2147483646 w 722"/>
                <a:gd name="T45" fmla="*/ 2147483646 h 721"/>
                <a:gd name="T46" fmla="*/ 2147483646 w 722"/>
                <a:gd name="T47" fmla="*/ 2147483646 h 721"/>
                <a:gd name="T48" fmla="*/ 2147483646 w 722"/>
                <a:gd name="T49" fmla="*/ 2147483646 h 721"/>
                <a:gd name="T50" fmla="*/ 2147483646 w 722"/>
                <a:gd name="T51" fmla="*/ 2147483646 h 721"/>
                <a:gd name="T52" fmla="*/ 2147483646 w 722"/>
                <a:gd name="T53" fmla="*/ 2147483646 h 721"/>
                <a:gd name="T54" fmla="*/ 2147483646 w 722"/>
                <a:gd name="T55" fmla="*/ 2147483646 h 721"/>
                <a:gd name="T56" fmla="*/ 2147483646 w 722"/>
                <a:gd name="T57" fmla="*/ 2147483646 h 721"/>
                <a:gd name="T58" fmla="*/ 2147483646 w 722"/>
                <a:gd name="T59" fmla="*/ 2147483646 h 721"/>
                <a:gd name="T60" fmla="*/ 2147483646 w 722"/>
                <a:gd name="T61" fmla="*/ 2147483646 h 721"/>
                <a:gd name="T62" fmla="*/ 2147483646 w 722"/>
                <a:gd name="T63" fmla="*/ 2147483646 h 721"/>
                <a:gd name="T64" fmla="*/ 2147483646 w 722"/>
                <a:gd name="T65" fmla="*/ 2147483646 h 721"/>
                <a:gd name="T66" fmla="*/ 2147483646 w 722"/>
                <a:gd name="T67" fmla="*/ 2147483646 h 721"/>
                <a:gd name="T68" fmla="*/ 2147483646 w 722"/>
                <a:gd name="T69" fmla="*/ 2147483646 h 721"/>
                <a:gd name="T70" fmla="*/ 2147483646 w 722"/>
                <a:gd name="T71" fmla="*/ 2147483646 h 721"/>
                <a:gd name="T72" fmla="*/ 2147483646 w 722"/>
                <a:gd name="T73" fmla="*/ 2147483646 h 721"/>
                <a:gd name="T74" fmla="*/ 2147483646 w 722"/>
                <a:gd name="T75" fmla="*/ 2147483646 h 721"/>
                <a:gd name="T76" fmla="*/ 2147483646 w 722"/>
                <a:gd name="T77" fmla="*/ 2147483646 h 721"/>
                <a:gd name="T78" fmla="*/ 2147483646 w 722"/>
                <a:gd name="T79" fmla="*/ 2147483646 h 721"/>
                <a:gd name="T80" fmla="*/ 2147483646 w 722"/>
                <a:gd name="T81" fmla="*/ 2147483646 h 721"/>
                <a:gd name="T82" fmla="*/ 2147483646 w 722"/>
                <a:gd name="T83" fmla="*/ 2147483646 h 721"/>
                <a:gd name="T84" fmla="*/ 2147483646 w 722"/>
                <a:gd name="T85" fmla="*/ 2147483646 h 721"/>
                <a:gd name="T86" fmla="*/ 2147483646 w 722"/>
                <a:gd name="T87" fmla="*/ 0 h 7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1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5" y="4"/>
                  </a:lnTo>
                  <a:lnTo>
                    <a:pt x="288" y="7"/>
                  </a:lnTo>
                  <a:lnTo>
                    <a:pt x="270" y="11"/>
                  </a:lnTo>
                  <a:lnTo>
                    <a:pt x="253" y="16"/>
                  </a:lnTo>
                  <a:lnTo>
                    <a:pt x="237" y="22"/>
                  </a:lnTo>
                  <a:lnTo>
                    <a:pt x="220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8" y="93"/>
                  </a:lnTo>
                  <a:lnTo>
                    <a:pt x="105" y="105"/>
                  </a:lnTo>
                  <a:lnTo>
                    <a:pt x="93" y="118"/>
                  </a:lnTo>
                  <a:lnTo>
                    <a:pt x="82" y="131"/>
                  </a:lnTo>
                  <a:lnTo>
                    <a:pt x="71" y="144"/>
                  </a:lnTo>
                  <a:lnTo>
                    <a:pt x="61" y="159"/>
                  </a:lnTo>
                  <a:lnTo>
                    <a:pt x="52" y="174"/>
                  </a:lnTo>
                  <a:lnTo>
                    <a:pt x="43" y="189"/>
                  </a:lnTo>
                  <a:lnTo>
                    <a:pt x="35" y="204"/>
                  </a:lnTo>
                  <a:lnTo>
                    <a:pt x="28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2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2" y="485"/>
                  </a:lnTo>
                  <a:lnTo>
                    <a:pt x="28" y="501"/>
                  </a:lnTo>
                  <a:lnTo>
                    <a:pt x="35" y="517"/>
                  </a:lnTo>
                  <a:lnTo>
                    <a:pt x="43" y="532"/>
                  </a:lnTo>
                  <a:lnTo>
                    <a:pt x="52" y="547"/>
                  </a:lnTo>
                  <a:lnTo>
                    <a:pt x="61" y="563"/>
                  </a:lnTo>
                  <a:lnTo>
                    <a:pt x="71" y="577"/>
                  </a:lnTo>
                  <a:lnTo>
                    <a:pt x="82" y="591"/>
                  </a:lnTo>
                  <a:lnTo>
                    <a:pt x="93" y="604"/>
                  </a:lnTo>
                  <a:lnTo>
                    <a:pt x="105" y="616"/>
                  </a:lnTo>
                  <a:lnTo>
                    <a:pt x="118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0" y="693"/>
                  </a:lnTo>
                  <a:lnTo>
                    <a:pt x="237" y="699"/>
                  </a:lnTo>
                  <a:lnTo>
                    <a:pt x="253" y="705"/>
                  </a:lnTo>
                  <a:lnTo>
                    <a:pt x="270" y="710"/>
                  </a:lnTo>
                  <a:lnTo>
                    <a:pt x="288" y="714"/>
                  </a:lnTo>
                  <a:lnTo>
                    <a:pt x="305" y="717"/>
                  </a:lnTo>
                  <a:lnTo>
                    <a:pt x="324" y="719"/>
                  </a:lnTo>
                  <a:lnTo>
                    <a:pt x="343" y="721"/>
                  </a:lnTo>
                  <a:lnTo>
                    <a:pt x="361" y="721"/>
                  </a:lnTo>
                  <a:lnTo>
                    <a:pt x="380" y="721"/>
                  </a:lnTo>
                  <a:lnTo>
                    <a:pt x="398" y="719"/>
                  </a:lnTo>
                  <a:lnTo>
                    <a:pt x="416" y="717"/>
                  </a:lnTo>
                  <a:lnTo>
                    <a:pt x="433" y="714"/>
                  </a:lnTo>
                  <a:lnTo>
                    <a:pt x="451" y="710"/>
                  </a:lnTo>
                  <a:lnTo>
                    <a:pt x="468" y="705"/>
                  </a:lnTo>
                  <a:lnTo>
                    <a:pt x="485" y="699"/>
                  </a:lnTo>
                  <a:lnTo>
                    <a:pt x="501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6" y="616"/>
                  </a:lnTo>
                  <a:lnTo>
                    <a:pt x="628" y="604"/>
                  </a:lnTo>
                  <a:lnTo>
                    <a:pt x="639" y="591"/>
                  </a:lnTo>
                  <a:lnTo>
                    <a:pt x="650" y="577"/>
                  </a:lnTo>
                  <a:lnTo>
                    <a:pt x="660" y="563"/>
                  </a:lnTo>
                  <a:lnTo>
                    <a:pt x="669" y="547"/>
                  </a:lnTo>
                  <a:lnTo>
                    <a:pt x="678" y="532"/>
                  </a:lnTo>
                  <a:lnTo>
                    <a:pt x="686" y="517"/>
                  </a:lnTo>
                  <a:lnTo>
                    <a:pt x="693" y="501"/>
                  </a:lnTo>
                  <a:lnTo>
                    <a:pt x="700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2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0" y="237"/>
                  </a:lnTo>
                  <a:lnTo>
                    <a:pt x="693" y="220"/>
                  </a:lnTo>
                  <a:lnTo>
                    <a:pt x="686" y="204"/>
                  </a:lnTo>
                  <a:lnTo>
                    <a:pt x="678" y="189"/>
                  </a:lnTo>
                  <a:lnTo>
                    <a:pt x="669" y="174"/>
                  </a:lnTo>
                  <a:lnTo>
                    <a:pt x="660" y="159"/>
                  </a:lnTo>
                  <a:lnTo>
                    <a:pt x="650" y="144"/>
                  </a:lnTo>
                  <a:lnTo>
                    <a:pt x="639" y="131"/>
                  </a:lnTo>
                  <a:lnTo>
                    <a:pt x="628" y="118"/>
                  </a:lnTo>
                  <a:lnTo>
                    <a:pt x="616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1" y="28"/>
                  </a:lnTo>
                  <a:lnTo>
                    <a:pt x="485" y="22"/>
                  </a:lnTo>
                  <a:lnTo>
                    <a:pt x="468" y="16"/>
                  </a:lnTo>
                  <a:lnTo>
                    <a:pt x="451" y="11"/>
                  </a:lnTo>
                  <a:lnTo>
                    <a:pt x="433" y="7"/>
                  </a:lnTo>
                  <a:lnTo>
                    <a:pt x="416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39" name="Freeform 63">
              <a:extLst>
                <a:ext uri="{FF2B5EF4-FFF2-40B4-BE49-F238E27FC236}">
                  <a16:creationId xmlns:a16="http://schemas.microsoft.com/office/drawing/2014/main" id="{F9BF4BBB-7BDF-4B69-9ECD-1C1F919B5DA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11262" y="4159250"/>
              <a:ext cx="757238" cy="754063"/>
            </a:xfrm>
            <a:custGeom>
              <a:avLst/>
              <a:gdLst>
                <a:gd name="T0" fmla="*/ 2147483646 w 721"/>
                <a:gd name="T1" fmla="*/ 2147483646 h 722"/>
                <a:gd name="T2" fmla="*/ 2147483646 w 721"/>
                <a:gd name="T3" fmla="*/ 2147483646 h 722"/>
                <a:gd name="T4" fmla="*/ 2147483646 w 721"/>
                <a:gd name="T5" fmla="*/ 2147483646 h 722"/>
                <a:gd name="T6" fmla="*/ 2147483646 w 721"/>
                <a:gd name="T7" fmla="*/ 2147483646 h 722"/>
                <a:gd name="T8" fmla="*/ 2147483646 w 721"/>
                <a:gd name="T9" fmla="*/ 2147483646 h 722"/>
                <a:gd name="T10" fmla="*/ 2147483646 w 721"/>
                <a:gd name="T11" fmla="*/ 2147483646 h 722"/>
                <a:gd name="T12" fmla="*/ 2147483646 w 721"/>
                <a:gd name="T13" fmla="*/ 2147483646 h 722"/>
                <a:gd name="T14" fmla="*/ 2147483646 w 721"/>
                <a:gd name="T15" fmla="*/ 2147483646 h 722"/>
                <a:gd name="T16" fmla="*/ 2147483646 w 721"/>
                <a:gd name="T17" fmla="*/ 2147483646 h 722"/>
                <a:gd name="T18" fmla="*/ 2147483646 w 721"/>
                <a:gd name="T19" fmla="*/ 2147483646 h 722"/>
                <a:gd name="T20" fmla="*/ 0 w 721"/>
                <a:gd name="T21" fmla="*/ 2147483646 h 722"/>
                <a:gd name="T22" fmla="*/ 2147483646 w 721"/>
                <a:gd name="T23" fmla="*/ 2147483646 h 722"/>
                <a:gd name="T24" fmla="*/ 2147483646 w 721"/>
                <a:gd name="T25" fmla="*/ 2147483646 h 722"/>
                <a:gd name="T26" fmla="*/ 2147483646 w 721"/>
                <a:gd name="T27" fmla="*/ 2147483646 h 722"/>
                <a:gd name="T28" fmla="*/ 2147483646 w 721"/>
                <a:gd name="T29" fmla="*/ 2147483646 h 722"/>
                <a:gd name="T30" fmla="*/ 2147483646 w 721"/>
                <a:gd name="T31" fmla="*/ 2147483646 h 722"/>
                <a:gd name="T32" fmla="*/ 2147483646 w 721"/>
                <a:gd name="T33" fmla="*/ 2147483646 h 722"/>
                <a:gd name="T34" fmla="*/ 2147483646 w 721"/>
                <a:gd name="T35" fmla="*/ 2147483646 h 722"/>
                <a:gd name="T36" fmla="*/ 2147483646 w 721"/>
                <a:gd name="T37" fmla="*/ 2147483646 h 722"/>
                <a:gd name="T38" fmla="*/ 2147483646 w 721"/>
                <a:gd name="T39" fmla="*/ 2147483646 h 722"/>
                <a:gd name="T40" fmla="*/ 2147483646 w 721"/>
                <a:gd name="T41" fmla="*/ 2147483646 h 722"/>
                <a:gd name="T42" fmla="*/ 2147483646 w 721"/>
                <a:gd name="T43" fmla="*/ 2147483646 h 722"/>
                <a:gd name="T44" fmla="*/ 2147483646 w 721"/>
                <a:gd name="T45" fmla="*/ 2147483646 h 722"/>
                <a:gd name="T46" fmla="*/ 2147483646 w 721"/>
                <a:gd name="T47" fmla="*/ 2147483646 h 722"/>
                <a:gd name="T48" fmla="*/ 2147483646 w 721"/>
                <a:gd name="T49" fmla="*/ 2147483646 h 722"/>
                <a:gd name="T50" fmla="*/ 2147483646 w 721"/>
                <a:gd name="T51" fmla="*/ 2147483646 h 722"/>
                <a:gd name="T52" fmla="*/ 2147483646 w 721"/>
                <a:gd name="T53" fmla="*/ 2147483646 h 722"/>
                <a:gd name="T54" fmla="*/ 2147483646 w 721"/>
                <a:gd name="T55" fmla="*/ 2147483646 h 722"/>
                <a:gd name="T56" fmla="*/ 2147483646 w 721"/>
                <a:gd name="T57" fmla="*/ 2147483646 h 722"/>
                <a:gd name="T58" fmla="*/ 2147483646 w 721"/>
                <a:gd name="T59" fmla="*/ 2147483646 h 722"/>
                <a:gd name="T60" fmla="*/ 2147483646 w 721"/>
                <a:gd name="T61" fmla="*/ 2147483646 h 722"/>
                <a:gd name="T62" fmla="*/ 2147483646 w 721"/>
                <a:gd name="T63" fmla="*/ 2147483646 h 722"/>
                <a:gd name="T64" fmla="*/ 2147483646 w 721"/>
                <a:gd name="T65" fmla="*/ 2147483646 h 722"/>
                <a:gd name="T66" fmla="*/ 2147483646 w 721"/>
                <a:gd name="T67" fmla="*/ 2147483646 h 722"/>
                <a:gd name="T68" fmla="*/ 2147483646 w 721"/>
                <a:gd name="T69" fmla="*/ 2147483646 h 722"/>
                <a:gd name="T70" fmla="*/ 2147483646 w 721"/>
                <a:gd name="T71" fmla="*/ 2147483646 h 722"/>
                <a:gd name="T72" fmla="*/ 2147483646 w 721"/>
                <a:gd name="T73" fmla="*/ 2147483646 h 722"/>
                <a:gd name="T74" fmla="*/ 2147483646 w 721"/>
                <a:gd name="T75" fmla="*/ 2147483646 h 722"/>
                <a:gd name="T76" fmla="*/ 2147483646 w 721"/>
                <a:gd name="T77" fmla="*/ 2147483646 h 722"/>
                <a:gd name="T78" fmla="*/ 2147483646 w 721"/>
                <a:gd name="T79" fmla="*/ 2147483646 h 722"/>
                <a:gd name="T80" fmla="*/ 2147483646 w 721"/>
                <a:gd name="T81" fmla="*/ 2147483646 h 722"/>
                <a:gd name="T82" fmla="*/ 2147483646 w 721"/>
                <a:gd name="T83" fmla="*/ 2147483646 h 722"/>
                <a:gd name="T84" fmla="*/ 2147483646 w 721"/>
                <a:gd name="T85" fmla="*/ 2147483646 h 722"/>
                <a:gd name="T86" fmla="*/ 2147483646 w 721"/>
                <a:gd name="T87" fmla="*/ 0 h 7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1" h="722">
                  <a:moveTo>
                    <a:pt x="360" y="0"/>
                  </a:moveTo>
                  <a:lnTo>
                    <a:pt x="342" y="0"/>
                  </a:lnTo>
                  <a:lnTo>
                    <a:pt x="323" y="2"/>
                  </a:lnTo>
                  <a:lnTo>
                    <a:pt x="305" y="4"/>
                  </a:lnTo>
                  <a:lnTo>
                    <a:pt x="288" y="7"/>
                  </a:lnTo>
                  <a:lnTo>
                    <a:pt x="270" y="11"/>
                  </a:lnTo>
                  <a:lnTo>
                    <a:pt x="253" y="16"/>
                  </a:lnTo>
                  <a:lnTo>
                    <a:pt x="237" y="22"/>
                  </a:lnTo>
                  <a:lnTo>
                    <a:pt x="220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8" y="61"/>
                  </a:lnTo>
                  <a:lnTo>
                    <a:pt x="144" y="72"/>
                  </a:lnTo>
                  <a:lnTo>
                    <a:pt x="131" y="83"/>
                  </a:lnTo>
                  <a:lnTo>
                    <a:pt x="118" y="94"/>
                  </a:lnTo>
                  <a:lnTo>
                    <a:pt x="105" y="106"/>
                  </a:lnTo>
                  <a:lnTo>
                    <a:pt x="93" y="119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1" y="159"/>
                  </a:lnTo>
                  <a:lnTo>
                    <a:pt x="52" y="174"/>
                  </a:lnTo>
                  <a:lnTo>
                    <a:pt x="43" y="189"/>
                  </a:lnTo>
                  <a:lnTo>
                    <a:pt x="35" y="204"/>
                  </a:lnTo>
                  <a:lnTo>
                    <a:pt x="28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1"/>
                  </a:lnTo>
                  <a:lnTo>
                    <a:pt x="7" y="289"/>
                  </a:lnTo>
                  <a:lnTo>
                    <a:pt x="4" y="306"/>
                  </a:lnTo>
                  <a:lnTo>
                    <a:pt x="2" y="324"/>
                  </a:lnTo>
                  <a:lnTo>
                    <a:pt x="0" y="343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9"/>
                  </a:lnTo>
                  <a:lnTo>
                    <a:pt x="22" y="486"/>
                  </a:lnTo>
                  <a:lnTo>
                    <a:pt x="28" y="502"/>
                  </a:lnTo>
                  <a:lnTo>
                    <a:pt x="35" y="518"/>
                  </a:lnTo>
                  <a:lnTo>
                    <a:pt x="43" y="533"/>
                  </a:lnTo>
                  <a:lnTo>
                    <a:pt x="52" y="548"/>
                  </a:lnTo>
                  <a:lnTo>
                    <a:pt x="61" y="563"/>
                  </a:lnTo>
                  <a:lnTo>
                    <a:pt x="71" y="577"/>
                  </a:lnTo>
                  <a:lnTo>
                    <a:pt x="82" y="591"/>
                  </a:lnTo>
                  <a:lnTo>
                    <a:pt x="93" y="604"/>
                  </a:lnTo>
                  <a:lnTo>
                    <a:pt x="105" y="616"/>
                  </a:lnTo>
                  <a:lnTo>
                    <a:pt x="118" y="628"/>
                  </a:lnTo>
                  <a:lnTo>
                    <a:pt x="131" y="639"/>
                  </a:lnTo>
                  <a:lnTo>
                    <a:pt x="144" y="650"/>
                  </a:lnTo>
                  <a:lnTo>
                    <a:pt x="158" y="660"/>
                  </a:lnTo>
                  <a:lnTo>
                    <a:pt x="174" y="670"/>
                  </a:lnTo>
                  <a:lnTo>
                    <a:pt x="189" y="679"/>
                  </a:lnTo>
                  <a:lnTo>
                    <a:pt x="204" y="687"/>
                  </a:lnTo>
                  <a:lnTo>
                    <a:pt x="220" y="694"/>
                  </a:lnTo>
                  <a:lnTo>
                    <a:pt x="237" y="700"/>
                  </a:lnTo>
                  <a:lnTo>
                    <a:pt x="253" y="706"/>
                  </a:lnTo>
                  <a:lnTo>
                    <a:pt x="270" y="711"/>
                  </a:lnTo>
                  <a:lnTo>
                    <a:pt x="288" y="715"/>
                  </a:lnTo>
                  <a:lnTo>
                    <a:pt x="305" y="718"/>
                  </a:lnTo>
                  <a:lnTo>
                    <a:pt x="323" y="720"/>
                  </a:lnTo>
                  <a:lnTo>
                    <a:pt x="342" y="722"/>
                  </a:lnTo>
                  <a:lnTo>
                    <a:pt x="360" y="722"/>
                  </a:lnTo>
                  <a:lnTo>
                    <a:pt x="380" y="722"/>
                  </a:lnTo>
                  <a:lnTo>
                    <a:pt x="398" y="720"/>
                  </a:lnTo>
                  <a:lnTo>
                    <a:pt x="416" y="718"/>
                  </a:lnTo>
                  <a:lnTo>
                    <a:pt x="433" y="715"/>
                  </a:lnTo>
                  <a:lnTo>
                    <a:pt x="451" y="711"/>
                  </a:lnTo>
                  <a:lnTo>
                    <a:pt x="468" y="706"/>
                  </a:lnTo>
                  <a:lnTo>
                    <a:pt x="485" y="700"/>
                  </a:lnTo>
                  <a:lnTo>
                    <a:pt x="501" y="694"/>
                  </a:lnTo>
                  <a:lnTo>
                    <a:pt x="517" y="687"/>
                  </a:lnTo>
                  <a:lnTo>
                    <a:pt x="532" y="679"/>
                  </a:lnTo>
                  <a:lnTo>
                    <a:pt x="547" y="670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6" y="616"/>
                  </a:lnTo>
                  <a:lnTo>
                    <a:pt x="628" y="604"/>
                  </a:lnTo>
                  <a:lnTo>
                    <a:pt x="639" y="591"/>
                  </a:lnTo>
                  <a:lnTo>
                    <a:pt x="650" y="577"/>
                  </a:lnTo>
                  <a:lnTo>
                    <a:pt x="660" y="563"/>
                  </a:lnTo>
                  <a:lnTo>
                    <a:pt x="669" y="548"/>
                  </a:lnTo>
                  <a:lnTo>
                    <a:pt x="678" y="533"/>
                  </a:lnTo>
                  <a:lnTo>
                    <a:pt x="686" y="518"/>
                  </a:lnTo>
                  <a:lnTo>
                    <a:pt x="693" y="502"/>
                  </a:lnTo>
                  <a:lnTo>
                    <a:pt x="700" y="486"/>
                  </a:lnTo>
                  <a:lnTo>
                    <a:pt x="705" y="469"/>
                  </a:lnTo>
                  <a:lnTo>
                    <a:pt x="710" y="451"/>
                  </a:lnTo>
                  <a:lnTo>
                    <a:pt x="714" y="433"/>
                  </a:lnTo>
                  <a:lnTo>
                    <a:pt x="717" y="416"/>
                  </a:lnTo>
                  <a:lnTo>
                    <a:pt x="719" y="398"/>
                  </a:lnTo>
                  <a:lnTo>
                    <a:pt x="721" y="380"/>
                  </a:lnTo>
                  <a:lnTo>
                    <a:pt x="721" y="361"/>
                  </a:lnTo>
                  <a:lnTo>
                    <a:pt x="721" y="343"/>
                  </a:lnTo>
                  <a:lnTo>
                    <a:pt x="719" y="324"/>
                  </a:lnTo>
                  <a:lnTo>
                    <a:pt x="717" y="306"/>
                  </a:lnTo>
                  <a:lnTo>
                    <a:pt x="714" y="289"/>
                  </a:lnTo>
                  <a:lnTo>
                    <a:pt x="710" y="271"/>
                  </a:lnTo>
                  <a:lnTo>
                    <a:pt x="705" y="253"/>
                  </a:lnTo>
                  <a:lnTo>
                    <a:pt x="700" y="237"/>
                  </a:lnTo>
                  <a:lnTo>
                    <a:pt x="693" y="220"/>
                  </a:lnTo>
                  <a:lnTo>
                    <a:pt x="686" y="204"/>
                  </a:lnTo>
                  <a:lnTo>
                    <a:pt x="678" y="189"/>
                  </a:lnTo>
                  <a:lnTo>
                    <a:pt x="669" y="174"/>
                  </a:lnTo>
                  <a:lnTo>
                    <a:pt x="660" y="159"/>
                  </a:lnTo>
                  <a:lnTo>
                    <a:pt x="650" y="145"/>
                  </a:lnTo>
                  <a:lnTo>
                    <a:pt x="639" y="132"/>
                  </a:lnTo>
                  <a:lnTo>
                    <a:pt x="628" y="119"/>
                  </a:lnTo>
                  <a:lnTo>
                    <a:pt x="616" y="106"/>
                  </a:lnTo>
                  <a:lnTo>
                    <a:pt x="604" y="94"/>
                  </a:lnTo>
                  <a:lnTo>
                    <a:pt x="591" y="83"/>
                  </a:lnTo>
                  <a:lnTo>
                    <a:pt x="577" y="72"/>
                  </a:lnTo>
                  <a:lnTo>
                    <a:pt x="563" y="61"/>
                  </a:lnTo>
                  <a:lnTo>
                    <a:pt x="547" y="52"/>
                  </a:lnTo>
                  <a:lnTo>
                    <a:pt x="532" y="43"/>
                  </a:lnTo>
                  <a:lnTo>
                    <a:pt x="517" y="35"/>
                  </a:lnTo>
                  <a:lnTo>
                    <a:pt x="501" y="28"/>
                  </a:lnTo>
                  <a:lnTo>
                    <a:pt x="485" y="22"/>
                  </a:lnTo>
                  <a:lnTo>
                    <a:pt x="468" y="16"/>
                  </a:lnTo>
                  <a:lnTo>
                    <a:pt x="451" y="11"/>
                  </a:lnTo>
                  <a:lnTo>
                    <a:pt x="433" y="7"/>
                  </a:lnTo>
                  <a:lnTo>
                    <a:pt x="416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40" name="Rectangle 70">
              <a:extLst>
                <a:ext uri="{FF2B5EF4-FFF2-40B4-BE49-F238E27FC236}">
                  <a16:creationId xmlns:a16="http://schemas.microsoft.com/office/drawing/2014/main" id="{BD84F1CD-028B-4C04-88E0-CED8C11450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5800" y="3525838"/>
              <a:ext cx="1789112" cy="1493837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91140" name="Group 70">
            <a:extLst>
              <a:ext uri="{FF2B5EF4-FFF2-40B4-BE49-F238E27FC236}">
                <a16:creationId xmlns:a16="http://schemas.microsoft.com/office/drawing/2014/main" id="{44BD81CC-5178-458A-9012-2428C0F1DD09}"/>
              </a:ext>
            </a:extLst>
          </p:cNvPr>
          <p:cNvGrpSpPr>
            <a:grpSpLocks/>
          </p:cNvGrpSpPr>
          <p:nvPr/>
        </p:nvGrpSpPr>
        <p:grpSpPr bwMode="auto">
          <a:xfrm>
            <a:off x="2592602" y="1520278"/>
            <a:ext cx="1789113" cy="1830388"/>
            <a:chOff x="685800" y="5524500"/>
            <a:chExt cx="1789112" cy="1830388"/>
          </a:xfrm>
        </p:grpSpPr>
        <p:sp>
          <p:nvSpPr>
            <p:cNvPr id="91218" name="Rectangle 9">
              <a:extLst>
                <a:ext uri="{FF2B5EF4-FFF2-40B4-BE49-F238E27FC236}">
                  <a16:creationId xmlns:a16="http://schemas.microsoft.com/office/drawing/2014/main" id="{99CE3754-039B-46B1-8960-365C1F708A1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38337" y="5899150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19" name="Rectangle 10">
              <a:extLst>
                <a:ext uri="{FF2B5EF4-FFF2-40B4-BE49-F238E27FC236}">
                  <a16:creationId xmlns:a16="http://schemas.microsoft.com/office/drawing/2014/main" id="{F038CBBC-5978-4894-A42A-FC4376AF790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98562" y="5899150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20" name="Freeform 11">
              <a:extLst>
                <a:ext uri="{FF2B5EF4-FFF2-40B4-BE49-F238E27FC236}">
                  <a16:creationId xmlns:a16="http://schemas.microsoft.com/office/drawing/2014/main" id="{8B181A81-A4D7-42FE-8E35-6E000033931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71612" y="6115050"/>
              <a:ext cx="485775" cy="303213"/>
            </a:xfrm>
            <a:custGeom>
              <a:avLst/>
              <a:gdLst>
                <a:gd name="T0" fmla="*/ 0 w 466"/>
                <a:gd name="T1" fmla="*/ 2147483646 h 290"/>
                <a:gd name="T2" fmla="*/ 2147483646 w 466"/>
                <a:gd name="T3" fmla="*/ 2147483646 h 290"/>
                <a:gd name="T4" fmla="*/ 2147483646 w 466"/>
                <a:gd name="T5" fmla="*/ 2147483646 h 290"/>
                <a:gd name="T6" fmla="*/ 2147483646 w 466"/>
                <a:gd name="T7" fmla="*/ 2147483646 h 290"/>
                <a:gd name="T8" fmla="*/ 2147483646 w 466"/>
                <a:gd name="T9" fmla="*/ 2147483646 h 290"/>
                <a:gd name="T10" fmla="*/ 2147483646 w 466"/>
                <a:gd name="T11" fmla="*/ 0 h 290"/>
                <a:gd name="T12" fmla="*/ 2147483646 w 466"/>
                <a:gd name="T13" fmla="*/ 0 h 290"/>
                <a:gd name="T14" fmla="*/ 2147483646 w 466"/>
                <a:gd name="T15" fmla="*/ 2147483646 h 290"/>
                <a:gd name="T16" fmla="*/ 2147483646 w 466"/>
                <a:gd name="T17" fmla="*/ 2147483646 h 290"/>
                <a:gd name="T18" fmla="*/ 2147483646 w 466"/>
                <a:gd name="T19" fmla="*/ 2147483646 h 290"/>
                <a:gd name="T20" fmla="*/ 2147483646 w 466"/>
                <a:gd name="T21" fmla="*/ 2147483646 h 290"/>
                <a:gd name="T22" fmla="*/ 2147483646 w 466"/>
                <a:gd name="T23" fmla="*/ 2147483646 h 290"/>
                <a:gd name="T24" fmla="*/ 2147483646 w 466"/>
                <a:gd name="T25" fmla="*/ 2147483646 h 290"/>
                <a:gd name="T26" fmla="*/ 2147483646 w 466"/>
                <a:gd name="T27" fmla="*/ 2147483646 h 290"/>
                <a:gd name="T28" fmla="*/ 2147483646 w 466"/>
                <a:gd name="T29" fmla="*/ 2147483646 h 290"/>
                <a:gd name="T30" fmla="*/ 2147483646 w 466"/>
                <a:gd name="T31" fmla="*/ 2147483646 h 290"/>
                <a:gd name="T32" fmla="*/ 2147483646 w 466"/>
                <a:gd name="T33" fmla="*/ 2147483646 h 290"/>
                <a:gd name="T34" fmla="*/ 2147483646 w 466"/>
                <a:gd name="T35" fmla="*/ 2147483646 h 290"/>
                <a:gd name="T36" fmla="*/ 2147483646 w 466"/>
                <a:gd name="T37" fmla="*/ 2147483646 h 290"/>
                <a:gd name="T38" fmla="*/ 2147483646 w 466"/>
                <a:gd name="T39" fmla="*/ 2147483646 h 290"/>
                <a:gd name="T40" fmla="*/ 2147483646 w 466"/>
                <a:gd name="T41" fmla="*/ 2147483646 h 290"/>
                <a:gd name="T42" fmla="*/ 2147483646 w 466"/>
                <a:gd name="T43" fmla="*/ 2147483646 h 290"/>
                <a:gd name="T44" fmla="*/ 2147483646 w 466"/>
                <a:gd name="T45" fmla="*/ 2147483646 h 290"/>
                <a:gd name="T46" fmla="*/ 2147483646 w 466"/>
                <a:gd name="T47" fmla="*/ 2147483646 h 290"/>
                <a:gd name="T48" fmla="*/ 2147483646 w 466"/>
                <a:gd name="T49" fmla="*/ 2147483646 h 290"/>
                <a:gd name="T50" fmla="*/ 2147483646 w 466"/>
                <a:gd name="T51" fmla="*/ 2147483646 h 290"/>
                <a:gd name="T52" fmla="*/ 2147483646 w 466"/>
                <a:gd name="T53" fmla="*/ 2147483646 h 290"/>
                <a:gd name="T54" fmla="*/ 2147483646 w 466"/>
                <a:gd name="T55" fmla="*/ 2147483646 h 290"/>
                <a:gd name="T56" fmla="*/ 2147483646 w 466"/>
                <a:gd name="T57" fmla="*/ 2147483646 h 290"/>
                <a:gd name="T58" fmla="*/ 2147483646 w 466"/>
                <a:gd name="T59" fmla="*/ 2147483646 h 290"/>
                <a:gd name="T60" fmla="*/ 2147483646 w 466"/>
                <a:gd name="T61" fmla="*/ 2147483646 h 290"/>
                <a:gd name="T62" fmla="*/ 2147483646 w 466"/>
                <a:gd name="T63" fmla="*/ 2147483646 h 290"/>
                <a:gd name="T64" fmla="*/ 2147483646 w 466"/>
                <a:gd name="T65" fmla="*/ 2147483646 h 290"/>
                <a:gd name="T66" fmla="*/ 0 w 466"/>
                <a:gd name="T67" fmla="*/ 2147483646 h 29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66" h="290">
                  <a:moveTo>
                    <a:pt x="0" y="23"/>
                  </a:moveTo>
                  <a:lnTo>
                    <a:pt x="20" y="16"/>
                  </a:lnTo>
                  <a:lnTo>
                    <a:pt x="40" y="10"/>
                  </a:lnTo>
                  <a:lnTo>
                    <a:pt x="60" y="5"/>
                  </a:lnTo>
                  <a:lnTo>
                    <a:pt x="79" y="2"/>
                  </a:lnTo>
                  <a:lnTo>
                    <a:pt x="99" y="0"/>
                  </a:lnTo>
                  <a:lnTo>
                    <a:pt x="120" y="0"/>
                  </a:lnTo>
                  <a:lnTo>
                    <a:pt x="140" y="1"/>
                  </a:lnTo>
                  <a:lnTo>
                    <a:pt x="160" y="4"/>
                  </a:lnTo>
                  <a:lnTo>
                    <a:pt x="179" y="7"/>
                  </a:lnTo>
                  <a:lnTo>
                    <a:pt x="198" y="12"/>
                  </a:lnTo>
                  <a:lnTo>
                    <a:pt x="217" y="18"/>
                  </a:lnTo>
                  <a:lnTo>
                    <a:pt x="236" y="25"/>
                  </a:lnTo>
                  <a:lnTo>
                    <a:pt x="254" y="33"/>
                  </a:lnTo>
                  <a:lnTo>
                    <a:pt x="271" y="42"/>
                  </a:lnTo>
                  <a:lnTo>
                    <a:pt x="289" y="51"/>
                  </a:lnTo>
                  <a:lnTo>
                    <a:pt x="305" y="62"/>
                  </a:lnTo>
                  <a:lnTo>
                    <a:pt x="323" y="73"/>
                  </a:lnTo>
                  <a:lnTo>
                    <a:pt x="338" y="85"/>
                  </a:lnTo>
                  <a:lnTo>
                    <a:pt x="353" y="97"/>
                  </a:lnTo>
                  <a:lnTo>
                    <a:pt x="367" y="112"/>
                  </a:lnTo>
                  <a:lnTo>
                    <a:pt x="381" y="125"/>
                  </a:lnTo>
                  <a:lnTo>
                    <a:pt x="393" y="139"/>
                  </a:lnTo>
                  <a:lnTo>
                    <a:pt x="405" y="154"/>
                  </a:lnTo>
                  <a:lnTo>
                    <a:pt x="416" y="168"/>
                  </a:lnTo>
                  <a:lnTo>
                    <a:pt x="426" y="183"/>
                  </a:lnTo>
                  <a:lnTo>
                    <a:pt x="435" y="198"/>
                  </a:lnTo>
                  <a:lnTo>
                    <a:pt x="443" y="214"/>
                  </a:lnTo>
                  <a:lnTo>
                    <a:pt x="450" y="229"/>
                  </a:lnTo>
                  <a:lnTo>
                    <a:pt x="456" y="244"/>
                  </a:lnTo>
                  <a:lnTo>
                    <a:pt x="460" y="260"/>
                  </a:lnTo>
                  <a:lnTo>
                    <a:pt x="464" y="275"/>
                  </a:lnTo>
                  <a:lnTo>
                    <a:pt x="466" y="290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21" name="Freeform 12">
              <a:extLst>
                <a:ext uri="{FF2B5EF4-FFF2-40B4-BE49-F238E27FC236}">
                  <a16:creationId xmlns:a16="http://schemas.microsoft.com/office/drawing/2014/main" id="{17117D74-968A-4F69-9329-CCCAF1E0425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77962" y="6137275"/>
              <a:ext cx="485775" cy="298450"/>
            </a:xfrm>
            <a:custGeom>
              <a:avLst/>
              <a:gdLst>
                <a:gd name="T0" fmla="*/ 0 w 465"/>
                <a:gd name="T1" fmla="*/ 0 h 287"/>
                <a:gd name="T2" fmla="*/ 2147483646 w 465"/>
                <a:gd name="T3" fmla="*/ 2147483646 h 287"/>
                <a:gd name="T4" fmla="*/ 2147483646 w 465"/>
                <a:gd name="T5" fmla="*/ 2147483646 h 287"/>
                <a:gd name="T6" fmla="*/ 2147483646 w 465"/>
                <a:gd name="T7" fmla="*/ 2147483646 h 287"/>
                <a:gd name="T8" fmla="*/ 2147483646 w 465"/>
                <a:gd name="T9" fmla="*/ 2147483646 h 287"/>
                <a:gd name="T10" fmla="*/ 2147483646 w 465"/>
                <a:gd name="T11" fmla="*/ 2147483646 h 287"/>
                <a:gd name="T12" fmla="*/ 2147483646 w 465"/>
                <a:gd name="T13" fmla="*/ 2147483646 h 287"/>
                <a:gd name="T14" fmla="*/ 2147483646 w 465"/>
                <a:gd name="T15" fmla="*/ 2147483646 h 287"/>
                <a:gd name="T16" fmla="*/ 2147483646 w 465"/>
                <a:gd name="T17" fmla="*/ 2147483646 h 287"/>
                <a:gd name="T18" fmla="*/ 2147483646 w 465"/>
                <a:gd name="T19" fmla="*/ 2147483646 h 287"/>
                <a:gd name="T20" fmla="*/ 2147483646 w 465"/>
                <a:gd name="T21" fmla="*/ 2147483646 h 287"/>
                <a:gd name="T22" fmla="*/ 2147483646 w 465"/>
                <a:gd name="T23" fmla="*/ 2147483646 h 287"/>
                <a:gd name="T24" fmla="*/ 2147483646 w 465"/>
                <a:gd name="T25" fmla="*/ 2147483646 h 287"/>
                <a:gd name="T26" fmla="*/ 2147483646 w 465"/>
                <a:gd name="T27" fmla="*/ 2147483646 h 287"/>
                <a:gd name="T28" fmla="*/ 2147483646 w 465"/>
                <a:gd name="T29" fmla="*/ 2147483646 h 287"/>
                <a:gd name="T30" fmla="*/ 2147483646 w 465"/>
                <a:gd name="T31" fmla="*/ 2147483646 h 287"/>
                <a:gd name="T32" fmla="*/ 2147483646 w 465"/>
                <a:gd name="T33" fmla="*/ 2147483646 h 287"/>
                <a:gd name="T34" fmla="*/ 2147483646 w 465"/>
                <a:gd name="T35" fmla="*/ 2147483646 h 287"/>
                <a:gd name="T36" fmla="*/ 2147483646 w 465"/>
                <a:gd name="T37" fmla="*/ 2147483646 h 287"/>
                <a:gd name="T38" fmla="*/ 2147483646 w 465"/>
                <a:gd name="T39" fmla="*/ 2147483646 h 287"/>
                <a:gd name="T40" fmla="*/ 2147483646 w 465"/>
                <a:gd name="T41" fmla="*/ 2147483646 h 287"/>
                <a:gd name="T42" fmla="*/ 2147483646 w 465"/>
                <a:gd name="T43" fmla="*/ 2147483646 h 287"/>
                <a:gd name="T44" fmla="*/ 2147483646 w 465"/>
                <a:gd name="T45" fmla="*/ 2147483646 h 287"/>
                <a:gd name="T46" fmla="*/ 2147483646 w 465"/>
                <a:gd name="T47" fmla="*/ 2147483646 h 287"/>
                <a:gd name="T48" fmla="*/ 2147483646 w 465"/>
                <a:gd name="T49" fmla="*/ 2147483646 h 287"/>
                <a:gd name="T50" fmla="*/ 2147483646 w 465"/>
                <a:gd name="T51" fmla="*/ 2147483646 h 287"/>
                <a:gd name="T52" fmla="*/ 2147483646 w 465"/>
                <a:gd name="T53" fmla="*/ 2147483646 h 287"/>
                <a:gd name="T54" fmla="*/ 2147483646 w 465"/>
                <a:gd name="T55" fmla="*/ 2147483646 h 287"/>
                <a:gd name="T56" fmla="*/ 2147483646 w 465"/>
                <a:gd name="T57" fmla="*/ 2147483646 h 287"/>
                <a:gd name="T58" fmla="*/ 2147483646 w 465"/>
                <a:gd name="T59" fmla="*/ 2147483646 h 287"/>
                <a:gd name="T60" fmla="*/ 2147483646 w 465"/>
                <a:gd name="T61" fmla="*/ 2147483646 h 287"/>
                <a:gd name="T62" fmla="*/ 2147483646 w 465"/>
                <a:gd name="T63" fmla="*/ 2147483646 h 287"/>
                <a:gd name="T64" fmla="*/ 2147483646 w 465"/>
                <a:gd name="T65" fmla="*/ 2147483646 h 287"/>
                <a:gd name="T66" fmla="*/ 0 w 465"/>
                <a:gd name="T67" fmla="*/ 0 h 28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65" h="287">
                  <a:moveTo>
                    <a:pt x="0" y="0"/>
                  </a:moveTo>
                  <a:lnTo>
                    <a:pt x="3" y="21"/>
                  </a:lnTo>
                  <a:lnTo>
                    <a:pt x="8" y="41"/>
                  </a:lnTo>
                  <a:lnTo>
                    <a:pt x="14" y="61"/>
                  </a:lnTo>
                  <a:lnTo>
                    <a:pt x="21" y="80"/>
                  </a:lnTo>
                  <a:lnTo>
                    <a:pt x="30" y="98"/>
                  </a:lnTo>
                  <a:lnTo>
                    <a:pt x="40" y="115"/>
                  </a:lnTo>
                  <a:lnTo>
                    <a:pt x="51" y="132"/>
                  </a:lnTo>
                  <a:lnTo>
                    <a:pt x="63" y="148"/>
                  </a:lnTo>
                  <a:lnTo>
                    <a:pt x="76" y="162"/>
                  </a:lnTo>
                  <a:lnTo>
                    <a:pt x="89" y="177"/>
                  </a:lnTo>
                  <a:lnTo>
                    <a:pt x="104" y="190"/>
                  </a:lnTo>
                  <a:lnTo>
                    <a:pt x="120" y="202"/>
                  </a:lnTo>
                  <a:lnTo>
                    <a:pt x="136" y="214"/>
                  </a:lnTo>
                  <a:lnTo>
                    <a:pt x="153" y="225"/>
                  </a:lnTo>
                  <a:lnTo>
                    <a:pt x="170" y="235"/>
                  </a:lnTo>
                  <a:lnTo>
                    <a:pt x="188" y="244"/>
                  </a:lnTo>
                  <a:lnTo>
                    <a:pt x="206" y="252"/>
                  </a:lnTo>
                  <a:lnTo>
                    <a:pt x="224" y="260"/>
                  </a:lnTo>
                  <a:lnTo>
                    <a:pt x="242" y="266"/>
                  </a:lnTo>
                  <a:lnTo>
                    <a:pt x="260" y="272"/>
                  </a:lnTo>
                  <a:lnTo>
                    <a:pt x="279" y="278"/>
                  </a:lnTo>
                  <a:lnTo>
                    <a:pt x="297" y="281"/>
                  </a:lnTo>
                  <a:lnTo>
                    <a:pt x="317" y="284"/>
                  </a:lnTo>
                  <a:lnTo>
                    <a:pt x="335" y="286"/>
                  </a:lnTo>
                  <a:lnTo>
                    <a:pt x="353" y="287"/>
                  </a:lnTo>
                  <a:lnTo>
                    <a:pt x="371" y="287"/>
                  </a:lnTo>
                  <a:lnTo>
                    <a:pt x="388" y="287"/>
                  </a:lnTo>
                  <a:lnTo>
                    <a:pt x="405" y="285"/>
                  </a:lnTo>
                  <a:lnTo>
                    <a:pt x="421" y="282"/>
                  </a:lnTo>
                  <a:lnTo>
                    <a:pt x="436" y="278"/>
                  </a:lnTo>
                  <a:lnTo>
                    <a:pt x="451" y="272"/>
                  </a:lnTo>
                  <a:lnTo>
                    <a:pt x="465" y="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22" name="Rectangle 13">
              <a:extLst>
                <a:ext uri="{FF2B5EF4-FFF2-40B4-BE49-F238E27FC236}">
                  <a16:creationId xmlns:a16="http://schemas.microsoft.com/office/drawing/2014/main" id="{3DC2EFF4-82AD-447D-BD26-66A0A2505D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54162" y="6513513"/>
              <a:ext cx="1222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23" name="Rectangle 23">
              <a:extLst>
                <a:ext uri="{FF2B5EF4-FFF2-40B4-BE49-F238E27FC236}">
                  <a16:creationId xmlns:a16="http://schemas.microsoft.com/office/drawing/2014/main" id="{7451C4A7-1789-4672-9ACD-A38716CE68B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39862" y="7126288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24" name="Rectangle 24">
              <a:extLst>
                <a:ext uri="{FF2B5EF4-FFF2-40B4-BE49-F238E27FC236}">
                  <a16:creationId xmlns:a16="http://schemas.microsoft.com/office/drawing/2014/main" id="{A226D244-AE15-4E89-B3CE-E98085717B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600199" y="7126288"/>
              <a:ext cx="1222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25" name="Freeform 66">
              <a:extLst>
                <a:ext uri="{FF2B5EF4-FFF2-40B4-BE49-F238E27FC236}">
                  <a16:creationId xmlns:a16="http://schemas.microsoft.com/office/drawing/2014/main" id="{F2E79B1A-4BCF-4B9A-BA71-9011D5B82D2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211262" y="6113463"/>
              <a:ext cx="757238" cy="755650"/>
            </a:xfrm>
            <a:custGeom>
              <a:avLst/>
              <a:gdLst>
                <a:gd name="T0" fmla="*/ 2147483646 w 721"/>
                <a:gd name="T1" fmla="*/ 2147483646 h 722"/>
                <a:gd name="T2" fmla="*/ 2147483646 w 721"/>
                <a:gd name="T3" fmla="*/ 2147483646 h 722"/>
                <a:gd name="T4" fmla="*/ 2147483646 w 721"/>
                <a:gd name="T5" fmla="*/ 2147483646 h 722"/>
                <a:gd name="T6" fmla="*/ 0 w 721"/>
                <a:gd name="T7" fmla="*/ 2147483646 h 722"/>
                <a:gd name="T8" fmla="*/ 2147483646 w 721"/>
                <a:gd name="T9" fmla="*/ 2147483646 h 722"/>
                <a:gd name="T10" fmla="*/ 2147483646 w 721"/>
                <a:gd name="T11" fmla="*/ 2147483646 h 722"/>
                <a:gd name="T12" fmla="*/ 2147483646 w 721"/>
                <a:gd name="T13" fmla="*/ 2147483646 h 722"/>
                <a:gd name="T14" fmla="*/ 2147483646 w 721"/>
                <a:gd name="T15" fmla="*/ 2147483646 h 722"/>
                <a:gd name="T16" fmla="*/ 2147483646 w 721"/>
                <a:gd name="T17" fmla="*/ 2147483646 h 722"/>
                <a:gd name="T18" fmla="*/ 2147483646 w 721"/>
                <a:gd name="T19" fmla="*/ 2147483646 h 722"/>
                <a:gd name="T20" fmla="*/ 2147483646 w 721"/>
                <a:gd name="T21" fmla="*/ 2147483646 h 722"/>
                <a:gd name="T22" fmla="*/ 2147483646 w 721"/>
                <a:gd name="T23" fmla="*/ 2147483646 h 722"/>
                <a:gd name="T24" fmla="*/ 2147483646 w 721"/>
                <a:gd name="T25" fmla="*/ 2147483646 h 722"/>
                <a:gd name="T26" fmla="*/ 2147483646 w 721"/>
                <a:gd name="T27" fmla="*/ 2147483646 h 722"/>
                <a:gd name="T28" fmla="*/ 2147483646 w 721"/>
                <a:gd name="T29" fmla="*/ 2147483646 h 722"/>
                <a:gd name="T30" fmla="*/ 2147483646 w 721"/>
                <a:gd name="T31" fmla="*/ 2147483646 h 722"/>
                <a:gd name="T32" fmla="*/ 2147483646 w 721"/>
                <a:gd name="T33" fmla="*/ 2147483646 h 722"/>
                <a:gd name="T34" fmla="*/ 2147483646 w 721"/>
                <a:gd name="T35" fmla="*/ 2147483646 h 722"/>
                <a:gd name="T36" fmla="*/ 2147483646 w 721"/>
                <a:gd name="T37" fmla="*/ 2147483646 h 722"/>
                <a:gd name="T38" fmla="*/ 2147483646 w 721"/>
                <a:gd name="T39" fmla="*/ 2147483646 h 722"/>
                <a:gd name="T40" fmla="*/ 2147483646 w 721"/>
                <a:gd name="T41" fmla="*/ 2147483646 h 722"/>
                <a:gd name="T42" fmla="*/ 2147483646 w 721"/>
                <a:gd name="T43" fmla="*/ 2147483646 h 722"/>
                <a:gd name="T44" fmla="*/ 2147483646 w 721"/>
                <a:gd name="T45" fmla="*/ 2147483646 h 722"/>
                <a:gd name="T46" fmla="*/ 2147483646 w 721"/>
                <a:gd name="T47" fmla="*/ 2147483646 h 722"/>
                <a:gd name="T48" fmla="*/ 2147483646 w 721"/>
                <a:gd name="T49" fmla="*/ 2147483646 h 722"/>
                <a:gd name="T50" fmla="*/ 2147483646 w 721"/>
                <a:gd name="T51" fmla="*/ 2147483646 h 722"/>
                <a:gd name="T52" fmla="*/ 2147483646 w 721"/>
                <a:gd name="T53" fmla="*/ 2147483646 h 722"/>
                <a:gd name="T54" fmla="*/ 2147483646 w 721"/>
                <a:gd name="T55" fmla="*/ 2147483646 h 722"/>
                <a:gd name="T56" fmla="*/ 2147483646 w 721"/>
                <a:gd name="T57" fmla="*/ 2147483646 h 722"/>
                <a:gd name="T58" fmla="*/ 2147483646 w 721"/>
                <a:gd name="T59" fmla="*/ 2147483646 h 722"/>
                <a:gd name="T60" fmla="*/ 2147483646 w 721"/>
                <a:gd name="T61" fmla="*/ 2147483646 h 722"/>
                <a:gd name="T62" fmla="*/ 2147483646 w 721"/>
                <a:gd name="T63" fmla="*/ 2147483646 h 722"/>
                <a:gd name="T64" fmla="*/ 2147483646 w 721"/>
                <a:gd name="T65" fmla="*/ 2147483646 h 722"/>
                <a:gd name="T66" fmla="*/ 2147483646 w 721"/>
                <a:gd name="T67" fmla="*/ 2147483646 h 722"/>
                <a:gd name="T68" fmla="*/ 2147483646 w 721"/>
                <a:gd name="T69" fmla="*/ 2147483646 h 722"/>
                <a:gd name="T70" fmla="*/ 2147483646 w 721"/>
                <a:gd name="T71" fmla="*/ 2147483646 h 722"/>
                <a:gd name="T72" fmla="*/ 2147483646 w 721"/>
                <a:gd name="T73" fmla="*/ 0 h 722"/>
                <a:gd name="T74" fmla="*/ 2147483646 w 721"/>
                <a:gd name="T75" fmla="*/ 2147483646 h 722"/>
                <a:gd name="T76" fmla="*/ 2147483646 w 721"/>
                <a:gd name="T77" fmla="*/ 2147483646 h 722"/>
                <a:gd name="T78" fmla="*/ 2147483646 w 721"/>
                <a:gd name="T79" fmla="*/ 2147483646 h 722"/>
                <a:gd name="T80" fmla="*/ 2147483646 w 721"/>
                <a:gd name="T81" fmla="*/ 2147483646 h 722"/>
                <a:gd name="T82" fmla="*/ 2147483646 w 721"/>
                <a:gd name="T83" fmla="*/ 2147483646 h 722"/>
                <a:gd name="T84" fmla="*/ 2147483646 w 721"/>
                <a:gd name="T85" fmla="*/ 2147483646 h 722"/>
                <a:gd name="T86" fmla="*/ 2147483646 w 721"/>
                <a:gd name="T87" fmla="*/ 2147483646 h 7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1" h="722">
                  <a:moveTo>
                    <a:pt x="47" y="182"/>
                  </a:moveTo>
                  <a:lnTo>
                    <a:pt x="39" y="198"/>
                  </a:lnTo>
                  <a:lnTo>
                    <a:pt x="31" y="214"/>
                  </a:lnTo>
                  <a:lnTo>
                    <a:pt x="24" y="231"/>
                  </a:lnTo>
                  <a:lnTo>
                    <a:pt x="18" y="248"/>
                  </a:lnTo>
                  <a:lnTo>
                    <a:pt x="13" y="265"/>
                  </a:lnTo>
                  <a:lnTo>
                    <a:pt x="8" y="282"/>
                  </a:lnTo>
                  <a:lnTo>
                    <a:pt x="5" y="301"/>
                  </a:lnTo>
                  <a:lnTo>
                    <a:pt x="2" y="318"/>
                  </a:lnTo>
                  <a:lnTo>
                    <a:pt x="1" y="335"/>
                  </a:lnTo>
                  <a:lnTo>
                    <a:pt x="0" y="353"/>
                  </a:lnTo>
                  <a:lnTo>
                    <a:pt x="0" y="370"/>
                  </a:lnTo>
                  <a:lnTo>
                    <a:pt x="1" y="387"/>
                  </a:lnTo>
                  <a:lnTo>
                    <a:pt x="3" y="405"/>
                  </a:lnTo>
                  <a:lnTo>
                    <a:pt x="5" y="422"/>
                  </a:lnTo>
                  <a:lnTo>
                    <a:pt x="8" y="439"/>
                  </a:lnTo>
                  <a:lnTo>
                    <a:pt x="12" y="455"/>
                  </a:lnTo>
                  <a:lnTo>
                    <a:pt x="17" y="472"/>
                  </a:lnTo>
                  <a:lnTo>
                    <a:pt x="23" y="488"/>
                  </a:lnTo>
                  <a:lnTo>
                    <a:pt x="30" y="505"/>
                  </a:lnTo>
                  <a:lnTo>
                    <a:pt x="37" y="521"/>
                  </a:lnTo>
                  <a:lnTo>
                    <a:pt x="45" y="536"/>
                  </a:lnTo>
                  <a:lnTo>
                    <a:pt x="54" y="551"/>
                  </a:lnTo>
                  <a:lnTo>
                    <a:pt x="63" y="566"/>
                  </a:lnTo>
                  <a:lnTo>
                    <a:pt x="73" y="580"/>
                  </a:lnTo>
                  <a:lnTo>
                    <a:pt x="84" y="594"/>
                  </a:lnTo>
                  <a:lnTo>
                    <a:pt x="96" y="607"/>
                  </a:lnTo>
                  <a:lnTo>
                    <a:pt x="108" y="619"/>
                  </a:lnTo>
                  <a:lnTo>
                    <a:pt x="121" y="632"/>
                  </a:lnTo>
                  <a:lnTo>
                    <a:pt x="135" y="643"/>
                  </a:lnTo>
                  <a:lnTo>
                    <a:pt x="150" y="654"/>
                  </a:lnTo>
                  <a:lnTo>
                    <a:pt x="165" y="664"/>
                  </a:lnTo>
                  <a:lnTo>
                    <a:pt x="182" y="674"/>
                  </a:lnTo>
                  <a:lnTo>
                    <a:pt x="198" y="683"/>
                  </a:lnTo>
                  <a:lnTo>
                    <a:pt x="214" y="690"/>
                  </a:lnTo>
                  <a:lnTo>
                    <a:pt x="231" y="698"/>
                  </a:lnTo>
                  <a:lnTo>
                    <a:pt x="248" y="704"/>
                  </a:lnTo>
                  <a:lnTo>
                    <a:pt x="265" y="710"/>
                  </a:lnTo>
                  <a:lnTo>
                    <a:pt x="282" y="714"/>
                  </a:lnTo>
                  <a:lnTo>
                    <a:pt x="300" y="717"/>
                  </a:lnTo>
                  <a:lnTo>
                    <a:pt x="317" y="720"/>
                  </a:lnTo>
                  <a:lnTo>
                    <a:pt x="334" y="721"/>
                  </a:lnTo>
                  <a:lnTo>
                    <a:pt x="352" y="722"/>
                  </a:lnTo>
                  <a:lnTo>
                    <a:pt x="370" y="722"/>
                  </a:lnTo>
                  <a:lnTo>
                    <a:pt x="387" y="721"/>
                  </a:lnTo>
                  <a:lnTo>
                    <a:pt x="405" y="720"/>
                  </a:lnTo>
                  <a:lnTo>
                    <a:pt x="422" y="717"/>
                  </a:lnTo>
                  <a:lnTo>
                    <a:pt x="439" y="714"/>
                  </a:lnTo>
                  <a:lnTo>
                    <a:pt x="455" y="710"/>
                  </a:lnTo>
                  <a:lnTo>
                    <a:pt x="472" y="705"/>
                  </a:lnTo>
                  <a:lnTo>
                    <a:pt x="488" y="699"/>
                  </a:lnTo>
                  <a:lnTo>
                    <a:pt x="504" y="692"/>
                  </a:lnTo>
                  <a:lnTo>
                    <a:pt x="520" y="684"/>
                  </a:lnTo>
                  <a:lnTo>
                    <a:pt x="535" y="676"/>
                  </a:lnTo>
                  <a:lnTo>
                    <a:pt x="550" y="668"/>
                  </a:lnTo>
                  <a:lnTo>
                    <a:pt x="566" y="658"/>
                  </a:lnTo>
                  <a:lnTo>
                    <a:pt x="580" y="648"/>
                  </a:lnTo>
                  <a:lnTo>
                    <a:pt x="594" y="637"/>
                  </a:lnTo>
                  <a:lnTo>
                    <a:pt x="607" y="625"/>
                  </a:lnTo>
                  <a:lnTo>
                    <a:pt x="619" y="613"/>
                  </a:lnTo>
                  <a:lnTo>
                    <a:pt x="632" y="600"/>
                  </a:lnTo>
                  <a:lnTo>
                    <a:pt x="643" y="586"/>
                  </a:lnTo>
                  <a:lnTo>
                    <a:pt x="654" y="572"/>
                  </a:lnTo>
                  <a:lnTo>
                    <a:pt x="664" y="556"/>
                  </a:lnTo>
                  <a:lnTo>
                    <a:pt x="674" y="541"/>
                  </a:lnTo>
                  <a:lnTo>
                    <a:pt x="683" y="524"/>
                  </a:lnTo>
                  <a:lnTo>
                    <a:pt x="690" y="508"/>
                  </a:lnTo>
                  <a:lnTo>
                    <a:pt x="697" y="490"/>
                  </a:lnTo>
                  <a:lnTo>
                    <a:pt x="703" y="473"/>
                  </a:lnTo>
                  <a:lnTo>
                    <a:pt x="709" y="456"/>
                  </a:lnTo>
                  <a:lnTo>
                    <a:pt x="713" y="439"/>
                  </a:lnTo>
                  <a:lnTo>
                    <a:pt x="716" y="422"/>
                  </a:lnTo>
                  <a:lnTo>
                    <a:pt x="719" y="404"/>
                  </a:lnTo>
                  <a:lnTo>
                    <a:pt x="720" y="387"/>
                  </a:lnTo>
                  <a:lnTo>
                    <a:pt x="721" y="369"/>
                  </a:lnTo>
                  <a:lnTo>
                    <a:pt x="721" y="352"/>
                  </a:lnTo>
                  <a:lnTo>
                    <a:pt x="720" y="335"/>
                  </a:lnTo>
                  <a:lnTo>
                    <a:pt x="719" y="318"/>
                  </a:lnTo>
                  <a:lnTo>
                    <a:pt x="716" y="301"/>
                  </a:lnTo>
                  <a:lnTo>
                    <a:pt x="713" y="283"/>
                  </a:lnTo>
                  <a:lnTo>
                    <a:pt x="709" y="266"/>
                  </a:lnTo>
                  <a:lnTo>
                    <a:pt x="704" y="249"/>
                  </a:lnTo>
                  <a:lnTo>
                    <a:pt x="698" y="233"/>
                  </a:lnTo>
                  <a:lnTo>
                    <a:pt x="692" y="217"/>
                  </a:lnTo>
                  <a:lnTo>
                    <a:pt x="684" y="201"/>
                  </a:lnTo>
                  <a:lnTo>
                    <a:pt x="676" y="186"/>
                  </a:lnTo>
                  <a:lnTo>
                    <a:pt x="668" y="171"/>
                  </a:lnTo>
                  <a:lnTo>
                    <a:pt x="658" y="156"/>
                  </a:lnTo>
                  <a:lnTo>
                    <a:pt x="648" y="142"/>
                  </a:lnTo>
                  <a:lnTo>
                    <a:pt x="637" y="129"/>
                  </a:lnTo>
                  <a:lnTo>
                    <a:pt x="625" y="115"/>
                  </a:lnTo>
                  <a:lnTo>
                    <a:pt x="613" y="103"/>
                  </a:lnTo>
                  <a:lnTo>
                    <a:pt x="600" y="90"/>
                  </a:lnTo>
                  <a:lnTo>
                    <a:pt x="586" y="78"/>
                  </a:lnTo>
                  <a:lnTo>
                    <a:pt x="572" y="67"/>
                  </a:lnTo>
                  <a:lnTo>
                    <a:pt x="555" y="57"/>
                  </a:lnTo>
                  <a:lnTo>
                    <a:pt x="540" y="47"/>
                  </a:lnTo>
                  <a:lnTo>
                    <a:pt x="523" y="39"/>
                  </a:lnTo>
                  <a:lnTo>
                    <a:pt x="507" y="31"/>
                  </a:lnTo>
                  <a:lnTo>
                    <a:pt x="490" y="24"/>
                  </a:lnTo>
                  <a:lnTo>
                    <a:pt x="473" y="18"/>
                  </a:lnTo>
                  <a:lnTo>
                    <a:pt x="456" y="13"/>
                  </a:lnTo>
                  <a:lnTo>
                    <a:pt x="439" y="8"/>
                  </a:lnTo>
                  <a:lnTo>
                    <a:pt x="422" y="5"/>
                  </a:lnTo>
                  <a:lnTo>
                    <a:pt x="404" y="2"/>
                  </a:lnTo>
                  <a:lnTo>
                    <a:pt x="387" y="1"/>
                  </a:lnTo>
                  <a:lnTo>
                    <a:pt x="369" y="0"/>
                  </a:lnTo>
                  <a:lnTo>
                    <a:pt x="351" y="0"/>
                  </a:lnTo>
                  <a:lnTo>
                    <a:pt x="334" y="1"/>
                  </a:lnTo>
                  <a:lnTo>
                    <a:pt x="317" y="3"/>
                  </a:lnTo>
                  <a:lnTo>
                    <a:pt x="300" y="5"/>
                  </a:lnTo>
                  <a:lnTo>
                    <a:pt x="283" y="8"/>
                  </a:lnTo>
                  <a:lnTo>
                    <a:pt x="266" y="12"/>
                  </a:lnTo>
                  <a:lnTo>
                    <a:pt x="249" y="17"/>
                  </a:lnTo>
                  <a:lnTo>
                    <a:pt x="233" y="23"/>
                  </a:lnTo>
                  <a:lnTo>
                    <a:pt x="217" y="30"/>
                  </a:lnTo>
                  <a:lnTo>
                    <a:pt x="201" y="37"/>
                  </a:lnTo>
                  <a:lnTo>
                    <a:pt x="186" y="45"/>
                  </a:lnTo>
                  <a:lnTo>
                    <a:pt x="171" y="54"/>
                  </a:lnTo>
                  <a:lnTo>
                    <a:pt x="155" y="63"/>
                  </a:lnTo>
                  <a:lnTo>
                    <a:pt x="141" y="73"/>
                  </a:lnTo>
                  <a:lnTo>
                    <a:pt x="128" y="84"/>
                  </a:lnTo>
                  <a:lnTo>
                    <a:pt x="114" y="96"/>
                  </a:lnTo>
                  <a:lnTo>
                    <a:pt x="102" y="109"/>
                  </a:lnTo>
                  <a:lnTo>
                    <a:pt x="90" y="122"/>
                  </a:lnTo>
                  <a:lnTo>
                    <a:pt x="78" y="136"/>
                  </a:lnTo>
                  <a:lnTo>
                    <a:pt x="67" y="151"/>
                  </a:lnTo>
                  <a:lnTo>
                    <a:pt x="57" y="166"/>
                  </a:lnTo>
                  <a:lnTo>
                    <a:pt x="47" y="182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26" name="Freeform 67">
              <a:extLst>
                <a:ext uri="{FF2B5EF4-FFF2-40B4-BE49-F238E27FC236}">
                  <a16:creationId xmlns:a16="http://schemas.microsoft.com/office/drawing/2014/main" id="{3AF0F6C1-DE7F-42B9-9234-8CE7005997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65262" y="5670550"/>
              <a:ext cx="755650" cy="757238"/>
            </a:xfrm>
            <a:custGeom>
              <a:avLst/>
              <a:gdLst>
                <a:gd name="T0" fmla="*/ 2147483646 w 722"/>
                <a:gd name="T1" fmla="*/ 2147483646 h 722"/>
                <a:gd name="T2" fmla="*/ 2147483646 w 722"/>
                <a:gd name="T3" fmla="*/ 2147483646 h 722"/>
                <a:gd name="T4" fmla="*/ 2147483646 w 722"/>
                <a:gd name="T5" fmla="*/ 2147483646 h 722"/>
                <a:gd name="T6" fmla="*/ 2147483646 w 722"/>
                <a:gd name="T7" fmla="*/ 2147483646 h 722"/>
                <a:gd name="T8" fmla="*/ 2147483646 w 722"/>
                <a:gd name="T9" fmla="*/ 2147483646 h 722"/>
                <a:gd name="T10" fmla="*/ 2147483646 w 722"/>
                <a:gd name="T11" fmla="*/ 2147483646 h 722"/>
                <a:gd name="T12" fmla="*/ 2147483646 w 722"/>
                <a:gd name="T13" fmla="*/ 2147483646 h 722"/>
                <a:gd name="T14" fmla="*/ 2147483646 w 722"/>
                <a:gd name="T15" fmla="*/ 2147483646 h 722"/>
                <a:gd name="T16" fmla="*/ 2147483646 w 722"/>
                <a:gd name="T17" fmla="*/ 2147483646 h 722"/>
                <a:gd name="T18" fmla="*/ 2147483646 w 722"/>
                <a:gd name="T19" fmla="*/ 2147483646 h 722"/>
                <a:gd name="T20" fmla="*/ 0 w 722"/>
                <a:gd name="T21" fmla="*/ 2147483646 h 722"/>
                <a:gd name="T22" fmla="*/ 2147483646 w 722"/>
                <a:gd name="T23" fmla="*/ 2147483646 h 722"/>
                <a:gd name="T24" fmla="*/ 2147483646 w 722"/>
                <a:gd name="T25" fmla="*/ 2147483646 h 722"/>
                <a:gd name="T26" fmla="*/ 2147483646 w 722"/>
                <a:gd name="T27" fmla="*/ 2147483646 h 722"/>
                <a:gd name="T28" fmla="*/ 2147483646 w 722"/>
                <a:gd name="T29" fmla="*/ 2147483646 h 722"/>
                <a:gd name="T30" fmla="*/ 2147483646 w 722"/>
                <a:gd name="T31" fmla="*/ 2147483646 h 722"/>
                <a:gd name="T32" fmla="*/ 2147483646 w 722"/>
                <a:gd name="T33" fmla="*/ 2147483646 h 722"/>
                <a:gd name="T34" fmla="*/ 2147483646 w 722"/>
                <a:gd name="T35" fmla="*/ 2147483646 h 722"/>
                <a:gd name="T36" fmla="*/ 2147483646 w 722"/>
                <a:gd name="T37" fmla="*/ 2147483646 h 722"/>
                <a:gd name="T38" fmla="*/ 2147483646 w 722"/>
                <a:gd name="T39" fmla="*/ 2147483646 h 722"/>
                <a:gd name="T40" fmla="*/ 2147483646 w 722"/>
                <a:gd name="T41" fmla="*/ 2147483646 h 722"/>
                <a:gd name="T42" fmla="*/ 2147483646 w 722"/>
                <a:gd name="T43" fmla="*/ 2147483646 h 722"/>
                <a:gd name="T44" fmla="*/ 2147483646 w 722"/>
                <a:gd name="T45" fmla="*/ 2147483646 h 722"/>
                <a:gd name="T46" fmla="*/ 2147483646 w 722"/>
                <a:gd name="T47" fmla="*/ 2147483646 h 722"/>
                <a:gd name="T48" fmla="*/ 2147483646 w 722"/>
                <a:gd name="T49" fmla="*/ 2147483646 h 722"/>
                <a:gd name="T50" fmla="*/ 2147483646 w 722"/>
                <a:gd name="T51" fmla="*/ 2147483646 h 722"/>
                <a:gd name="T52" fmla="*/ 2147483646 w 722"/>
                <a:gd name="T53" fmla="*/ 2147483646 h 722"/>
                <a:gd name="T54" fmla="*/ 2147483646 w 722"/>
                <a:gd name="T55" fmla="*/ 2147483646 h 722"/>
                <a:gd name="T56" fmla="*/ 2147483646 w 722"/>
                <a:gd name="T57" fmla="*/ 2147483646 h 722"/>
                <a:gd name="T58" fmla="*/ 2147483646 w 722"/>
                <a:gd name="T59" fmla="*/ 2147483646 h 722"/>
                <a:gd name="T60" fmla="*/ 2147483646 w 722"/>
                <a:gd name="T61" fmla="*/ 2147483646 h 722"/>
                <a:gd name="T62" fmla="*/ 2147483646 w 722"/>
                <a:gd name="T63" fmla="*/ 2147483646 h 722"/>
                <a:gd name="T64" fmla="*/ 2147483646 w 722"/>
                <a:gd name="T65" fmla="*/ 2147483646 h 722"/>
                <a:gd name="T66" fmla="*/ 2147483646 w 722"/>
                <a:gd name="T67" fmla="*/ 2147483646 h 722"/>
                <a:gd name="T68" fmla="*/ 2147483646 w 722"/>
                <a:gd name="T69" fmla="*/ 2147483646 h 722"/>
                <a:gd name="T70" fmla="*/ 2147483646 w 722"/>
                <a:gd name="T71" fmla="*/ 2147483646 h 722"/>
                <a:gd name="T72" fmla="*/ 2147483646 w 722"/>
                <a:gd name="T73" fmla="*/ 2147483646 h 722"/>
                <a:gd name="T74" fmla="*/ 2147483646 w 722"/>
                <a:gd name="T75" fmla="*/ 2147483646 h 722"/>
                <a:gd name="T76" fmla="*/ 2147483646 w 722"/>
                <a:gd name="T77" fmla="*/ 2147483646 h 722"/>
                <a:gd name="T78" fmla="*/ 2147483646 w 722"/>
                <a:gd name="T79" fmla="*/ 2147483646 h 722"/>
                <a:gd name="T80" fmla="*/ 2147483646 w 722"/>
                <a:gd name="T81" fmla="*/ 2147483646 h 722"/>
                <a:gd name="T82" fmla="*/ 2147483646 w 722"/>
                <a:gd name="T83" fmla="*/ 2147483646 h 722"/>
                <a:gd name="T84" fmla="*/ 2147483646 w 722"/>
                <a:gd name="T85" fmla="*/ 2147483646 h 722"/>
                <a:gd name="T86" fmla="*/ 2147483646 w 722"/>
                <a:gd name="T87" fmla="*/ 0 h 7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2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5" y="4"/>
                  </a:lnTo>
                  <a:lnTo>
                    <a:pt x="288" y="7"/>
                  </a:lnTo>
                  <a:lnTo>
                    <a:pt x="270" y="11"/>
                  </a:lnTo>
                  <a:lnTo>
                    <a:pt x="253" y="16"/>
                  </a:lnTo>
                  <a:lnTo>
                    <a:pt x="237" y="22"/>
                  </a:lnTo>
                  <a:lnTo>
                    <a:pt x="220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8" y="93"/>
                  </a:lnTo>
                  <a:lnTo>
                    <a:pt x="105" y="105"/>
                  </a:lnTo>
                  <a:lnTo>
                    <a:pt x="93" y="118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1" y="159"/>
                  </a:lnTo>
                  <a:lnTo>
                    <a:pt x="52" y="174"/>
                  </a:lnTo>
                  <a:lnTo>
                    <a:pt x="43" y="189"/>
                  </a:lnTo>
                  <a:lnTo>
                    <a:pt x="35" y="204"/>
                  </a:lnTo>
                  <a:lnTo>
                    <a:pt x="28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3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2" y="485"/>
                  </a:lnTo>
                  <a:lnTo>
                    <a:pt x="28" y="501"/>
                  </a:lnTo>
                  <a:lnTo>
                    <a:pt x="35" y="517"/>
                  </a:lnTo>
                  <a:lnTo>
                    <a:pt x="43" y="533"/>
                  </a:lnTo>
                  <a:lnTo>
                    <a:pt x="52" y="548"/>
                  </a:lnTo>
                  <a:lnTo>
                    <a:pt x="61" y="563"/>
                  </a:lnTo>
                  <a:lnTo>
                    <a:pt x="71" y="577"/>
                  </a:lnTo>
                  <a:lnTo>
                    <a:pt x="82" y="591"/>
                  </a:lnTo>
                  <a:lnTo>
                    <a:pt x="93" y="604"/>
                  </a:lnTo>
                  <a:lnTo>
                    <a:pt x="105" y="616"/>
                  </a:lnTo>
                  <a:lnTo>
                    <a:pt x="118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0" y="693"/>
                  </a:lnTo>
                  <a:lnTo>
                    <a:pt x="237" y="699"/>
                  </a:lnTo>
                  <a:lnTo>
                    <a:pt x="253" y="705"/>
                  </a:lnTo>
                  <a:lnTo>
                    <a:pt x="270" y="710"/>
                  </a:lnTo>
                  <a:lnTo>
                    <a:pt x="288" y="714"/>
                  </a:lnTo>
                  <a:lnTo>
                    <a:pt x="305" y="717"/>
                  </a:lnTo>
                  <a:lnTo>
                    <a:pt x="324" y="719"/>
                  </a:lnTo>
                  <a:lnTo>
                    <a:pt x="343" y="722"/>
                  </a:lnTo>
                  <a:lnTo>
                    <a:pt x="361" y="722"/>
                  </a:lnTo>
                  <a:lnTo>
                    <a:pt x="380" y="722"/>
                  </a:lnTo>
                  <a:lnTo>
                    <a:pt x="398" y="719"/>
                  </a:lnTo>
                  <a:lnTo>
                    <a:pt x="416" y="717"/>
                  </a:lnTo>
                  <a:lnTo>
                    <a:pt x="433" y="714"/>
                  </a:lnTo>
                  <a:lnTo>
                    <a:pt x="451" y="710"/>
                  </a:lnTo>
                  <a:lnTo>
                    <a:pt x="468" y="705"/>
                  </a:lnTo>
                  <a:lnTo>
                    <a:pt x="485" y="699"/>
                  </a:lnTo>
                  <a:lnTo>
                    <a:pt x="501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6" y="616"/>
                  </a:lnTo>
                  <a:lnTo>
                    <a:pt x="628" y="604"/>
                  </a:lnTo>
                  <a:lnTo>
                    <a:pt x="639" y="591"/>
                  </a:lnTo>
                  <a:lnTo>
                    <a:pt x="650" y="577"/>
                  </a:lnTo>
                  <a:lnTo>
                    <a:pt x="660" y="563"/>
                  </a:lnTo>
                  <a:lnTo>
                    <a:pt x="669" y="548"/>
                  </a:lnTo>
                  <a:lnTo>
                    <a:pt x="678" y="533"/>
                  </a:lnTo>
                  <a:lnTo>
                    <a:pt x="686" y="517"/>
                  </a:lnTo>
                  <a:lnTo>
                    <a:pt x="693" y="501"/>
                  </a:lnTo>
                  <a:lnTo>
                    <a:pt x="700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3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0" y="237"/>
                  </a:lnTo>
                  <a:lnTo>
                    <a:pt x="693" y="220"/>
                  </a:lnTo>
                  <a:lnTo>
                    <a:pt x="686" y="204"/>
                  </a:lnTo>
                  <a:lnTo>
                    <a:pt x="678" y="189"/>
                  </a:lnTo>
                  <a:lnTo>
                    <a:pt x="669" y="174"/>
                  </a:lnTo>
                  <a:lnTo>
                    <a:pt x="660" y="159"/>
                  </a:lnTo>
                  <a:lnTo>
                    <a:pt x="650" y="145"/>
                  </a:lnTo>
                  <a:lnTo>
                    <a:pt x="639" y="132"/>
                  </a:lnTo>
                  <a:lnTo>
                    <a:pt x="628" y="118"/>
                  </a:lnTo>
                  <a:lnTo>
                    <a:pt x="616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1" y="28"/>
                  </a:lnTo>
                  <a:lnTo>
                    <a:pt x="485" y="22"/>
                  </a:lnTo>
                  <a:lnTo>
                    <a:pt x="468" y="16"/>
                  </a:lnTo>
                  <a:lnTo>
                    <a:pt x="451" y="11"/>
                  </a:lnTo>
                  <a:lnTo>
                    <a:pt x="433" y="7"/>
                  </a:lnTo>
                  <a:lnTo>
                    <a:pt x="416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27" name="Freeform 68">
              <a:extLst>
                <a:ext uri="{FF2B5EF4-FFF2-40B4-BE49-F238E27FC236}">
                  <a16:creationId xmlns:a16="http://schemas.microsoft.com/office/drawing/2014/main" id="{B817C85E-31D8-4984-9B0A-C1A4F41191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60437" y="5670550"/>
              <a:ext cx="755650" cy="757238"/>
            </a:xfrm>
            <a:custGeom>
              <a:avLst/>
              <a:gdLst>
                <a:gd name="T0" fmla="*/ 2147483646 w 722"/>
                <a:gd name="T1" fmla="*/ 2147483646 h 722"/>
                <a:gd name="T2" fmla="*/ 2147483646 w 722"/>
                <a:gd name="T3" fmla="*/ 2147483646 h 722"/>
                <a:gd name="T4" fmla="*/ 2147483646 w 722"/>
                <a:gd name="T5" fmla="*/ 2147483646 h 722"/>
                <a:gd name="T6" fmla="*/ 2147483646 w 722"/>
                <a:gd name="T7" fmla="*/ 2147483646 h 722"/>
                <a:gd name="T8" fmla="*/ 2147483646 w 722"/>
                <a:gd name="T9" fmla="*/ 2147483646 h 722"/>
                <a:gd name="T10" fmla="*/ 2147483646 w 722"/>
                <a:gd name="T11" fmla="*/ 2147483646 h 722"/>
                <a:gd name="T12" fmla="*/ 2147483646 w 722"/>
                <a:gd name="T13" fmla="*/ 2147483646 h 722"/>
                <a:gd name="T14" fmla="*/ 2147483646 w 722"/>
                <a:gd name="T15" fmla="*/ 2147483646 h 722"/>
                <a:gd name="T16" fmla="*/ 2147483646 w 722"/>
                <a:gd name="T17" fmla="*/ 2147483646 h 722"/>
                <a:gd name="T18" fmla="*/ 2147483646 w 722"/>
                <a:gd name="T19" fmla="*/ 2147483646 h 722"/>
                <a:gd name="T20" fmla="*/ 0 w 722"/>
                <a:gd name="T21" fmla="*/ 2147483646 h 722"/>
                <a:gd name="T22" fmla="*/ 2147483646 w 722"/>
                <a:gd name="T23" fmla="*/ 2147483646 h 722"/>
                <a:gd name="T24" fmla="*/ 2147483646 w 722"/>
                <a:gd name="T25" fmla="*/ 2147483646 h 722"/>
                <a:gd name="T26" fmla="*/ 2147483646 w 722"/>
                <a:gd name="T27" fmla="*/ 2147483646 h 722"/>
                <a:gd name="T28" fmla="*/ 2147483646 w 722"/>
                <a:gd name="T29" fmla="*/ 2147483646 h 722"/>
                <a:gd name="T30" fmla="*/ 2147483646 w 722"/>
                <a:gd name="T31" fmla="*/ 2147483646 h 722"/>
                <a:gd name="T32" fmla="*/ 2147483646 w 722"/>
                <a:gd name="T33" fmla="*/ 2147483646 h 722"/>
                <a:gd name="T34" fmla="*/ 2147483646 w 722"/>
                <a:gd name="T35" fmla="*/ 2147483646 h 722"/>
                <a:gd name="T36" fmla="*/ 2147483646 w 722"/>
                <a:gd name="T37" fmla="*/ 2147483646 h 722"/>
                <a:gd name="T38" fmla="*/ 2147483646 w 722"/>
                <a:gd name="T39" fmla="*/ 2147483646 h 722"/>
                <a:gd name="T40" fmla="*/ 2147483646 w 722"/>
                <a:gd name="T41" fmla="*/ 2147483646 h 722"/>
                <a:gd name="T42" fmla="*/ 2147483646 w 722"/>
                <a:gd name="T43" fmla="*/ 2147483646 h 722"/>
                <a:gd name="T44" fmla="*/ 2147483646 w 722"/>
                <a:gd name="T45" fmla="*/ 2147483646 h 722"/>
                <a:gd name="T46" fmla="*/ 2147483646 w 722"/>
                <a:gd name="T47" fmla="*/ 2147483646 h 722"/>
                <a:gd name="T48" fmla="*/ 2147483646 w 722"/>
                <a:gd name="T49" fmla="*/ 2147483646 h 722"/>
                <a:gd name="T50" fmla="*/ 2147483646 w 722"/>
                <a:gd name="T51" fmla="*/ 2147483646 h 722"/>
                <a:gd name="T52" fmla="*/ 2147483646 w 722"/>
                <a:gd name="T53" fmla="*/ 2147483646 h 722"/>
                <a:gd name="T54" fmla="*/ 2147483646 w 722"/>
                <a:gd name="T55" fmla="*/ 2147483646 h 722"/>
                <a:gd name="T56" fmla="*/ 2147483646 w 722"/>
                <a:gd name="T57" fmla="*/ 2147483646 h 722"/>
                <a:gd name="T58" fmla="*/ 2147483646 w 722"/>
                <a:gd name="T59" fmla="*/ 2147483646 h 722"/>
                <a:gd name="T60" fmla="*/ 2147483646 w 722"/>
                <a:gd name="T61" fmla="*/ 2147483646 h 722"/>
                <a:gd name="T62" fmla="*/ 2147483646 w 722"/>
                <a:gd name="T63" fmla="*/ 2147483646 h 722"/>
                <a:gd name="T64" fmla="*/ 2147483646 w 722"/>
                <a:gd name="T65" fmla="*/ 2147483646 h 722"/>
                <a:gd name="T66" fmla="*/ 2147483646 w 722"/>
                <a:gd name="T67" fmla="*/ 2147483646 h 722"/>
                <a:gd name="T68" fmla="*/ 2147483646 w 722"/>
                <a:gd name="T69" fmla="*/ 2147483646 h 722"/>
                <a:gd name="T70" fmla="*/ 2147483646 w 722"/>
                <a:gd name="T71" fmla="*/ 2147483646 h 722"/>
                <a:gd name="T72" fmla="*/ 2147483646 w 722"/>
                <a:gd name="T73" fmla="*/ 2147483646 h 722"/>
                <a:gd name="T74" fmla="*/ 2147483646 w 722"/>
                <a:gd name="T75" fmla="*/ 2147483646 h 722"/>
                <a:gd name="T76" fmla="*/ 2147483646 w 722"/>
                <a:gd name="T77" fmla="*/ 2147483646 h 722"/>
                <a:gd name="T78" fmla="*/ 2147483646 w 722"/>
                <a:gd name="T79" fmla="*/ 2147483646 h 722"/>
                <a:gd name="T80" fmla="*/ 2147483646 w 722"/>
                <a:gd name="T81" fmla="*/ 2147483646 h 722"/>
                <a:gd name="T82" fmla="*/ 2147483646 w 722"/>
                <a:gd name="T83" fmla="*/ 2147483646 h 722"/>
                <a:gd name="T84" fmla="*/ 2147483646 w 722"/>
                <a:gd name="T85" fmla="*/ 2147483646 h 722"/>
                <a:gd name="T86" fmla="*/ 2147483646 w 722"/>
                <a:gd name="T87" fmla="*/ 0 h 7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2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6" y="4"/>
                  </a:lnTo>
                  <a:lnTo>
                    <a:pt x="289" y="7"/>
                  </a:lnTo>
                  <a:lnTo>
                    <a:pt x="271" y="11"/>
                  </a:lnTo>
                  <a:lnTo>
                    <a:pt x="254" y="16"/>
                  </a:lnTo>
                  <a:lnTo>
                    <a:pt x="238" y="22"/>
                  </a:lnTo>
                  <a:lnTo>
                    <a:pt x="221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9" y="93"/>
                  </a:lnTo>
                  <a:lnTo>
                    <a:pt x="106" y="105"/>
                  </a:lnTo>
                  <a:lnTo>
                    <a:pt x="94" y="118"/>
                  </a:lnTo>
                  <a:lnTo>
                    <a:pt x="83" y="132"/>
                  </a:lnTo>
                  <a:lnTo>
                    <a:pt x="72" y="145"/>
                  </a:lnTo>
                  <a:lnTo>
                    <a:pt x="62" y="159"/>
                  </a:lnTo>
                  <a:lnTo>
                    <a:pt x="53" y="174"/>
                  </a:lnTo>
                  <a:lnTo>
                    <a:pt x="44" y="189"/>
                  </a:lnTo>
                  <a:lnTo>
                    <a:pt x="36" y="204"/>
                  </a:lnTo>
                  <a:lnTo>
                    <a:pt x="29" y="220"/>
                  </a:lnTo>
                  <a:lnTo>
                    <a:pt x="23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3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3" y="485"/>
                  </a:lnTo>
                  <a:lnTo>
                    <a:pt x="29" y="501"/>
                  </a:lnTo>
                  <a:lnTo>
                    <a:pt x="36" y="517"/>
                  </a:lnTo>
                  <a:lnTo>
                    <a:pt x="44" y="533"/>
                  </a:lnTo>
                  <a:lnTo>
                    <a:pt x="53" y="548"/>
                  </a:lnTo>
                  <a:lnTo>
                    <a:pt x="62" y="563"/>
                  </a:lnTo>
                  <a:lnTo>
                    <a:pt x="72" y="577"/>
                  </a:lnTo>
                  <a:lnTo>
                    <a:pt x="83" y="591"/>
                  </a:lnTo>
                  <a:lnTo>
                    <a:pt x="94" y="604"/>
                  </a:lnTo>
                  <a:lnTo>
                    <a:pt x="106" y="616"/>
                  </a:lnTo>
                  <a:lnTo>
                    <a:pt x="119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1" y="693"/>
                  </a:lnTo>
                  <a:lnTo>
                    <a:pt x="238" y="699"/>
                  </a:lnTo>
                  <a:lnTo>
                    <a:pt x="254" y="705"/>
                  </a:lnTo>
                  <a:lnTo>
                    <a:pt x="271" y="710"/>
                  </a:lnTo>
                  <a:lnTo>
                    <a:pt x="289" y="714"/>
                  </a:lnTo>
                  <a:lnTo>
                    <a:pt x="306" y="717"/>
                  </a:lnTo>
                  <a:lnTo>
                    <a:pt x="324" y="719"/>
                  </a:lnTo>
                  <a:lnTo>
                    <a:pt x="343" y="722"/>
                  </a:lnTo>
                  <a:lnTo>
                    <a:pt x="361" y="722"/>
                  </a:lnTo>
                  <a:lnTo>
                    <a:pt x="380" y="722"/>
                  </a:lnTo>
                  <a:lnTo>
                    <a:pt x="398" y="719"/>
                  </a:lnTo>
                  <a:lnTo>
                    <a:pt x="417" y="717"/>
                  </a:lnTo>
                  <a:lnTo>
                    <a:pt x="434" y="714"/>
                  </a:lnTo>
                  <a:lnTo>
                    <a:pt x="452" y="710"/>
                  </a:lnTo>
                  <a:lnTo>
                    <a:pt x="469" y="705"/>
                  </a:lnTo>
                  <a:lnTo>
                    <a:pt x="486" y="699"/>
                  </a:lnTo>
                  <a:lnTo>
                    <a:pt x="502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7" y="616"/>
                  </a:lnTo>
                  <a:lnTo>
                    <a:pt x="629" y="604"/>
                  </a:lnTo>
                  <a:lnTo>
                    <a:pt x="640" y="591"/>
                  </a:lnTo>
                  <a:lnTo>
                    <a:pt x="651" y="577"/>
                  </a:lnTo>
                  <a:lnTo>
                    <a:pt x="661" y="563"/>
                  </a:lnTo>
                  <a:lnTo>
                    <a:pt x="670" y="548"/>
                  </a:lnTo>
                  <a:lnTo>
                    <a:pt x="679" y="533"/>
                  </a:lnTo>
                  <a:lnTo>
                    <a:pt x="687" y="517"/>
                  </a:lnTo>
                  <a:lnTo>
                    <a:pt x="694" y="501"/>
                  </a:lnTo>
                  <a:lnTo>
                    <a:pt x="701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3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1" y="237"/>
                  </a:lnTo>
                  <a:lnTo>
                    <a:pt x="694" y="220"/>
                  </a:lnTo>
                  <a:lnTo>
                    <a:pt x="687" y="204"/>
                  </a:lnTo>
                  <a:lnTo>
                    <a:pt x="679" y="189"/>
                  </a:lnTo>
                  <a:lnTo>
                    <a:pt x="670" y="174"/>
                  </a:lnTo>
                  <a:lnTo>
                    <a:pt x="661" y="159"/>
                  </a:lnTo>
                  <a:lnTo>
                    <a:pt x="651" y="145"/>
                  </a:lnTo>
                  <a:lnTo>
                    <a:pt x="640" y="132"/>
                  </a:lnTo>
                  <a:lnTo>
                    <a:pt x="629" y="118"/>
                  </a:lnTo>
                  <a:lnTo>
                    <a:pt x="617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2" y="28"/>
                  </a:lnTo>
                  <a:lnTo>
                    <a:pt x="486" y="22"/>
                  </a:lnTo>
                  <a:lnTo>
                    <a:pt x="469" y="16"/>
                  </a:lnTo>
                  <a:lnTo>
                    <a:pt x="452" y="11"/>
                  </a:lnTo>
                  <a:lnTo>
                    <a:pt x="434" y="7"/>
                  </a:lnTo>
                  <a:lnTo>
                    <a:pt x="417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228" name="Rectangle 71">
              <a:extLst>
                <a:ext uri="{FF2B5EF4-FFF2-40B4-BE49-F238E27FC236}">
                  <a16:creationId xmlns:a16="http://schemas.microsoft.com/office/drawing/2014/main" id="{778E0846-84F0-45B6-BA08-AE6521488FE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85800" y="5524500"/>
              <a:ext cx="1789112" cy="1493838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91141" name="Group 69">
            <a:extLst>
              <a:ext uri="{FF2B5EF4-FFF2-40B4-BE49-F238E27FC236}">
                <a16:creationId xmlns:a16="http://schemas.microsoft.com/office/drawing/2014/main" id="{3749744B-31F2-40D5-A711-5334DCDE548A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1530350"/>
            <a:ext cx="1787525" cy="1812925"/>
            <a:chOff x="695325" y="7551738"/>
            <a:chExt cx="1787525" cy="1812942"/>
          </a:xfrm>
        </p:grpSpPr>
        <p:grpSp>
          <p:nvGrpSpPr>
            <p:cNvPr id="91194" name="Group 48">
              <a:extLst>
                <a:ext uri="{FF2B5EF4-FFF2-40B4-BE49-F238E27FC236}">
                  <a16:creationId xmlns:a16="http://schemas.microsoft.com/office/drawing/2014/main" id="{1CB7B6FB-1AC4-4575-A080-E604645D86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6612" y="9134492"/>
              <a:ext cx="1276350" cy="230188"/>
              <a:chOff x="780" y="4998"/>
              <a:chExt cx="804" cy="145"/>
            </a:xfrm>
          </p:grpSpPr>
          <p:sp>
            <p:nvSpPr>
              <p:cNvPr id="91210" name="Rectangle 49">
                <a:extLst>
                  <a:ext uri="{FF2B5EF4-FFF2-40B4-BE49-F238E27FC236}">
                    <a16:creationId xmlns:a16="http://schemas.microsoft.com/office/drawing/2014/main" id="{F4BA15C5-F8DA-4905-A83F-8D1E356976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80" y="4998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211" name="Rectangle 50">
                <a:extLst>
                  <a:ext uri="{FF2B5EF4-FFF2-40B4-BE49-F238E27FC236}">
                    <a16:creationId xmlns:a16="http://schemas.microsoft.com/office/drawing/2014/main" id="{73840504-49A7-40ED-9C65-257AB3D162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848" y="4998"/>
                <a:ext cx="121" cy="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 y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212" name="Rectangle 52">
                <a:extLst>
                  <a:ext uri="{FF2B5EF4-FFF2-40B4-BE49-F238E27FC236}">
                    <a16:creationId xmlns:a16="http://schemas.microsoft.com/office/drawing/2014/main" id="{856FD80D-62B2-4074-810A-17EC0BB663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10" y="4998"/>
                <a:ext cx="175" cy="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z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213" name="Rectangle 53">
                <a:extLst>
                  <a:ext uri="{FF2B5EF4-FFF2-40B4-BE49-F238E27FC236}">
                    <a16:creationId xmlns:a16="http://schemas.microsoft.com/office/drawing/2014/main" id="{656B0E2C-0F31-4FA9-B43A-2E48C38EB3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10" y="4998"/>
                <a:ext cx="98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+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214" name="Rectangle 55">
                <a:extLst>
                  <a:ext uri="{FF2B5EF4-FFF2-40B4-BE49-F238E27FC236}">
                    <a16:creationId xmlns:a16="http://schemas.microsoft.com/office/drawing/2014/main" id="{52174D22-E208-400C-B06D-6A1D7593C3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428" y="4998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y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215" name="Rectangle 56">
                <a:extLst>
                  <a:ext uri="{FF2B5EF4-FFF2-40B4-BE49-F238E27FC236}">
                    <a16:creationId xmlns:a16="http://schemas.microsoft.com/office/drawing/2014/main" id="{5145E97B-51CC-4E3D-9FA3-C6885B77C4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07" y="4998"/>
                <a:ext cx="7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z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216" name="Rectangle 58">
                <a:extLst>
                  <a:ext uri="{FF2B5EF4-FFF2-40B4-BE49-F238E27FC236}">
                    <a16:creationId xmlns:a16="http://schemas.microsoft.com/office/drawing/2014/main" id="{70AD1B03-927E-4EBC-A5FB-8793724F38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328" y="4998"/>
                <a:ext cx="98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+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217" name="Line 59">
                <a:extLst>
                  <a:ext uri="{FF2B5EF4-FFF2-40B4-BE49-F238E27FC236}">
                    <a16:creationId xmlns:a16="http://schemas.microsoft.com/office/drawing/2014/main" id="{0C408CDD-3027-496F-B301-C92F762E41E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1122" y="5017"/>
                <a:ext cx="2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91195" name="Group 124">
              <a:extLst>
                <a:ext uri="{FF2B5EF4-FFF2-40B4-BE49-F238E27FC236}">
                  <a16:creationId xmlns:a16="http://schemas.microsoft.com/office/drawing/2014/main" id="{CEBD4600-9B4E-4CFA-8AD9-2026C2D3DE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5325" y="7551738"/>
              <a:ext cx="1787525" cy="1495425"/>
              <a:chOff x="2646" y="2704"/>
              <a:chExt cx="1126" cy="942"/>
            </a:xfrm>
          </p:grpSpPr>
          <p:sp>
            <p:nvSpPr>
              <p:cNvPr id="91196" name="Freeform 125">
                <a:extLst>
                  <a:ext uri="{FF2B5EF4-FFF2-40B4-BE49-F238E27FC236}">
                    <a16:creationId xmlns:a16="http://schemas.microsoft.com/office/drawing/2014/main" id="{E921FE1B-E37E-4374-A157-F34CD849A5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76" y="3075"/>
                <a:ext cx="478" cy="477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3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3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1" y="0"/>
                    </a:moveTo>
                    <a:lnTo>
                      <a:pt x="343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9" y="43"/>
                    </a:lnTo>
                    <a:lnTo>
                      <a:pt x="174" y="52"/>
                    </a:lnTo>
                    <a:lnTo>
                      <a:pt x="159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6"/>
                    </a:lnTo>
                    <a:lnTo>
                      <a:pt x="93" y="119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6"/>
                    </a:lnTo>
                    <a:lnTo>
                      <a:pt x="2" y="324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2"/>
                    </a:lnTo>
                    <a:lnTo>
                      <a:pt x="35" y="518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9" y="660"/>
                    </a:lnTo>
                    <a:lnTo>
                      <a:pt x="174" y="669"/>
                    </a:lnTo>
                    <a:lnTo>
                      <a:pt x="189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700"/>
                    </a:lnTo>
                    <a:lnTo>
                      <a:pt x="253" y="706"/>
                    </a:lnTo>
                    <a:lnTo>
                      <a:pt x="270" y="711"/>
                    </a:lnTo>
                    <a:lnTo>
                      <a:pt x="288" y="715"/>
                    </a:lnTo>
                    <a:lnTo>
                      <a:pt x="305" y="718"/>
                    </a:lnTo>
                    <a:lnTo>
                      <a:pt x="323" y="720"/>
                    </a:lnTo>
                    <a:lnTo>
                      <a:pt x="343" y="722"/>
                    </a:lnTo>
                    <a:lnTo>
                      <a:pt x="361" y="722"/>
                    </a:lnTo>
                    <a:lnTo>
                      <a:pt x="380" y="722"/>
                    </a:lnTo>
                    <a:lnTo>
                      <a:pt x="398" y="720"/>
                    </a:lnTo>
                    <a:lnTo>
                      <a:pt x="416" y="718"/>
                    </a:lnTo>
                    <a:lnTo>
                      <a:pt x="433" y="715"/>
                    </a:lnTo>
                    <a:lnTo>
                      <a:pt x="451" y="711"/>
                    </a:lnTo>
                    <a:lnTo>
                      <a:pt x="468" y="706"/>
                    </a:lnTo>
                    <a:lnTo>
                      <a:pt x="485" y="700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8" y="669"/>
                    </a:lnTo>
                    <a:lnTo>
                      <a:pt x="563" y="660"/>
                    </a:lnTo>
                    <a:lnTo>
                      <a:pt x="577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8"/>
                    </a:lnTo>
                    <a:lnTo>
                      <a:pt x="693" y="502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4"/>
                    </a:lnTo>
                    <a:lnTo>
                      <a:pt x="717" y="306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9"/>
                    </a:lnTo>
                    <a:lnTo>
                      <a:pt x="616" y="106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7" y="71"/>
                    </a:lnTo>
                    <a:lnTo>
                      <a:pt x="563" y="61"/>
                    </a:lnTo>
                    <a:lnTo>
                      <a:pt x="548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80" y="0"/>
                    </a:lnTo>
                    <a:lnTo>
                      <a:pt x="361" y="0"/>
                    </a:lnTo>
                  </a:path>
                </a:pathLst>
              </a:custGeom>
              <a:solidFill>
                <a:srgbClr val="66FFFF"/>
              </a:solidFill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97" name="Freeform 127">
                <a:extLst>
                  <a:ext uri="{FF2B5EF4-FFF2-40B4-BE49-F238E27FC236}">
                    <a16:creationId xmlns:a16="http://schemas.microsoft.com/office/drawing/2014/main" id="{8501BEB5-63A5-4DD6-93A6-8DA117E216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18" y="2797"/>
                <a:ext cx="476" cy="476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2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2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0" y="0"/>
                    </a:moveTo>
                    <a:lnTo>
                      <a:pt x="342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8" y="43"/>
                    </a:lnTo>
                    <a:lnTo>
                      <a:pt x="173" y="52"/>
                    </a:lnTo>
                    <a:lnTo>
                      <a:pt x="158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5"/>
                    </a:lnTo>
                    <a:lnTo>
                      <a:pt x="93" y="118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5"/>
                    </a:lnTo>
                    <a:lnTo>
                      <a:pt x="2" y="323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1"/>
                    </a:lnTo>
                    <a:lnTo>
                      <a:pt x="35" y="517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8" y="660"/>
                    </a:lnTo>
                    <a:lnTo>
                      <a:pt x="173" y="669"/>
                    </a:lnTo>
                    <a:lnTo>
                      <a:pt x="188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699"/>
                    </a:lnTo>
                    <a:lnTo>
                      <a:pt x="253" y="705"/>
                    </a:lnTo>
                    <a:lnTo>
                      <a:pt x="270" y="710"/>
                    </a:lnTo>
                    <a:lnTo>
                      <a:pt x="288" y="714"/>
                    </a:lnTo>
                    <a:lnTo>
                      <a:pt x="305" y="717"/>
                    </a:lnTo>
                    <a:lnTo>
                      <a:pt x="323" y="719"/>
                    </a:lnTo>
                    <a:lnTo>
                      <a:pt x="342" y="722"/>
                    </a:lnTo>
                    <a:lnTo>
                      <a:pt x="360" y="722"/>
                    </a:lnTo>
                    <a:lnTo>
                      <a:pt x="379" y="722"/>
                    </a:lnTo>
                    <a:lnTo>
                      <a:pt x="398" y="719"/>
                    </a:lnTo>
                    <a:lnTo>
                      <a:pt x="416" y="717"/>
                    </a:lnTo>
                    <a:lnTo>
                      <a:pt x="433" y="714"/>
                    </a:lnTo>
                    <a:lnTo>
                      <a:pt x="451" y="710"/>
                    </a:lnTo>
                    <a:lnTo>
                      <a:pt x="468" y="705"/>
                    </a:lnTo>
                    <a:lnTo>
                      <a:pt x="485" y="699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7" y="669"/>
                    </a:lnTo>
                    <a:lnTo>
                      <a:pt x="562" y="660"/>
                    </a:lnTo>
                    <a:lnTo>
                      <a:pt x="576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7"/>
                    </a:lnTo>
                    <a:lnTo>
                      <a:pt x="693" y="501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3"/>
                    </a:lnTo>
                    <a:lnTo>
                      <a:pt x="717" y="305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8"/>
                    </a:lnTo>
                    <a:lnTo>
                      <a:pt x="616" y="105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6" y="71"/>
                    </a:lnTo>
                    <a:lnTo>
                      <a:pt x="562" y="61"/>
                    </a:lnTo>
                    <a:lnTo>
                      <a:pt x="547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79" y="0"/>
                    </a:lnTo>
                    <a:lnTo>
                      <a:pt x="36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98" name="Rectangle 128">
                <a:extLst>
                  <a:ext uri="{FF2B5EF4-FFF2-40B4-BE49-F238E27FC236}">
                    <a16:creationId xmlns:a16="http://schemas.microsoft.com/office/drawing/2014/main" id="{45CB3807-1591-4513-A34F-F7B1B14AC3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08" y="2941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y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99" name="Freeform 129">
                <a:extLst>
                  <a:ext uri="{FF2B5EF4-FFF2-40B4-BE49-F238E27FC236}">
                    <a16:creationId xmlns:a16="http://schemas.microsoft.com/office/drawing/2014/main" id="{0010184F-1306-404E-9CBE-0F5A70527F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18" y="2797"/>
                <a:ext cx="476" cy="476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2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2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0" y="0"/>
                    </a:moveTo>
                    <a:lnTo>
                      <a:pt x="342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8" y="43"/>
                    </a:lnTo>
                    <a:lnTo>
                      <a:pt x="173" y="52"/>
                    </a:lnTo>
                    <a:lnTo>
                      <a:pt x="158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5"/>
                    </a:lnTo>
                    <a:lnTo>
                      <a:pt x="93" y="118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5"/>
                    </a:lnTo>
                    <a:lnTo>
                      <a:pt x="2" y="323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1"/>
                    </a:lnTo>
                    <a:lnTo>
                      <a:pt x="35" y="517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8" y="660"/>
                    </a:lnTo>
                    <a:lnTo>
                      <a:pt x="173" y="669"/>
                    </a:lnTo>
                    <a:lnTo>
                      <a:pt x="188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699"/>
                    </a:lnTo>
                    <a:lnTo>
                      <a:pt x="253" y="705"/>
                    </a:lnTo>
                    <a:lnTo>
                      <a:pt x="270" y="710"/>
                    </a:lnTo>
                    <a:lnTo>
                      <a:pt x="288" y="714"/>
                    </a:lnTo>
                    <a:lnTo>
                      <a:pt x="305" y="717"/>
                    </a:lnTo>
                    <a:lnTo>
                      <a:pt x="323" y="719"/>
                    </a:lnTo>
                    <a:lnTo>
                      <a:pt x="342" y="722"/>
                    </a:lnTo>
                    <a:lnTo>
                      <a:pt x="360" y="722"/>
                    </a:lnTo>
                    <a:lnTo>
                      <a:pt x="379" y="722"/>
                    </a:lnTo>
                    <a:lnTo>
                      <a:pt x="398" y="719"/>
                    </a:lnTo>
                    <a:lnTo>
                      <a:pt x="416" y="717"/>
                    </a:lnTo>
                    <a:lnTo>
                      <a:pt x="433" y="714"/>
                    </a:lnTo>
                    <a:lnTo>
                      <a:pt x="451" y="710"/>
                    </a:lnTo>
                    <a:lnTo>
                      <a:pt x="468" y="705"/>
                    </a:lnTo>
                    <a:lnTo>
                      <a:pt x="485" y="699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7" y="669"/>
                    </a:lnTo>
                    <a:lnTo>
                      <a:pt x="562" y="660"/>
                    </a:lnTo>
                    <a:lnTo>
                      <a:pt x="576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7"/>
                    </a:lnTo>
                    <a:lnTo>
                      <a:pt x="693" y="501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3"/>
                    </a:lnTo>
                    <a:lnTo>
                      <a:pt x="717" y="305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8"/>
                    </a:lnTo>
                    <a:lnTo>
                      <a:pt x="616" y="105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6" y="71"/>
                    </a:lnTo>
                    <a:lnTo>
                      <a:pt x="562" y="61"/>
                    </a:lnTo>
                    <a:lnTo>
                      <a:pt x="547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79" y="0"/>
                    </a:lnTo>
                    <a:lnTo>
                      <a:pt x="36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200" name="Freeform 130">
                <a:extLst>
                  <a:ext uri="{FF2B5EF4-FFF2-40B4-BE49-F238E27FC236}">
                    <a16:creationId xmlns:a16="http://schemas.microsoft.com/office/drawing/2014/main" id="{7A9C9DA6-48ED-4E90-8802-99F8661373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76" y="3075"/>
                <a:ext cx="478" cy="477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3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3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1" y="0"/>
                    </a:moveTo>
                    <a:lnTo>
                      <a:pt x="343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9" y="43"/>
                    </a:lnTo>
                    <a:lnTo>
                      <a:pt x="174" y="52"/>
                    </a:lnTo>
                    <a:lnTo>
                      <a:pt x="159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6"/>
                    </a:lnTo>
                    <a:lnTo>
                      <a:pt x="93" y="119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6"/>
                    </a:lnTo>
                    <a:lnTo>
                      <a:pt x="2" y="324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2"/>
                    </a:lnTo>
                    <a:lnTo>
                      <a:pt x="35" y="518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9" y="660"/>
                    </a:lnTo>
                    <a:lnTo>
                      <a:pt x="174" y="669"/>
                    </a:lnTo>
                    <a:lnTo>
                      <a:pt x="189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700"/>
                    </a:lnTo>
                    <a:lnTo>
                      <a:pt x="253" y="706"/>
                    </a:lnTo>
                    <a:lnTo>
                      <a:pt x="270" y="711"/>
                    </a:lnTo>
                    <a:lnTo>
                      <a:pt x="288" y="715"/>
                    </a:lnTo>
                    <a:lnTo>
                      <a:pt x="305" y="718"/>
                    </a:lnTo>
                    <a:lnTo>
                      <a:pt x="323" y="720"/>
                    </a:lnTo>
                    <a:lnTo>
                      <a:pt x="343" y="722"/>
                    </a:lnTo>
                    <a:lnTo>
                      <a:pt x="361" y="722"/>
                    </a:lnTo>
                    <a:lnTo>
                      <a:pt x="380" y="722"/>
                    </a:lnTo>
                    <a:lnTo>
                      <a:pt x="398" y="720"/>
                    </a:lnTo>
                    <a:lnTo>
                      <a:pt x="416" y="718"/>
                    </a:lnTo>
                    <a:lnTo>
                      <a:pt x="433" y="715"/>
                    </a:lnTo>
                    <a:lnTo>
                      <a:pt x="451" y="711"/>
                    </a:lnTo>
                    <a:lnTo>
                      <a:pt x="468" y="706"/>
                    </a:lnTo>
                    <a:lnTo>
                      <a:pt x="485" y="700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8" y="669"/>
                    </a:lnTo>
                    <a:lnTo>
                      <a:pt x="563" y="660"/>
                    </a:lnTo>
                    <a:lnTo>
                      <a:pt x="577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8"/>
                    </a:lnTo>
                    <a:lnTo>
                      <a:pt x="693" y="502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4"/>
                    </a:lnTo>
                    <a:lnTo>
                      <a:pt x="717" y="306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9"/>
                    </a:lnTo>
                    <a:lnTo>
                      <a:pt x="616" y="106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7" y="71"/>
                    </a:lnTo>
                    <a:lnTo>
                      <a:pt x="563" y="61"/>
                    </a:lnTo>
                    <a:lnTo>
                      <a:pt x="548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80" y="0"/>
                    </a:lnTo>
                    <a:lnTo>
                      <a:pt x="361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201" name="Rectangle 131">
                <a:extLst>
                  <a:ext uri="{FF2B5EF4-FFF2-40B4-BE49-F238E27FC236}">
                    <a16:creationId xmlns:a16="http://schemas.microsoft.com/office/drawing/2014/main" id="{567FA4EC-DFC2-4189-AFC7-B773F6E359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46" y="2704"/>
                <a:ext cx="1126" cy="94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202" name="Freeform 132">
                <a:extLst>
                  <a:ext uri="{FF2B5EF4-FFF2-40B4-BE49-F238E27FC236}">
                    <a16:creationId xmlns:a16="http://schemas.microsoft.com/office/drawing/2014/main" id="{4661FF90-C3DE-498A-93E1-F9653CAB5E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36" y="2864"/>
                <a:ext cx="79" cy="354"/>
              </a:xfrm>
              <a:custGeom>
                <a:avLst/>
                <a:gdLst>
                  <a:gd name="T0" fmla="*/ 1 w 120"/>
                  <a:gd name="T1" fmla="*/ 0 h 537"/>
                  <a:gd name="T2" fmla="*/ 1 w 120"/>
                  <a:gd name="T3" fmla="*/ 1 h 537"/>
                  <a:gd name="T4" fmla="*/ 1 w 120"/>
                  <a:gd name="T5" fmla="*/ 1 h 537"/>
                  <a:gd name="T6" fmla="*/ 1 w 120"/>
                  <a:gd name="T7" fmla="*/ 1 h 537"/>
                  <a:gd name="T8" fmla="*/ 1 w 120"/>
                  <a:gd name="T9" fmla="*/ 1 h 537"/>
                  <a:gd name="T10" fmla="*/ 1 w 120"/>
                  <a:gd name="T11" fmla="*/ 1 h 537"/>
                  <a:gd name="T12" fmla="*/ 1 w 120"/>
                  <a:gd name="T13" fmla="*/ 1 h 537"/>
                  <a:gd name="T14" fmla="*/ 1 w 120"/>
                  <a:gd name="T15" fmla="*/ 1 h 537"/>
                  <a:gd name="T16" fmla="*/ 1 w 120"/>
                  <a:gd name="T17" fmla="*/ 1 h 537"/>
                  <a:gd name="T18" fmla="*/ 1 w 120"/>
                  <a:gd name="T19" fmla="*/ 1 h 537"/>
                  <a:gd name="T20" fmla="*/ 1 w 120"/>
                  <a:gd name="T21" fmla="*/ 1 h 537"/>
                  <a:gd name="T22" fmla="*/ 1 w 120"/>
                  <a:gd name="T23" fmla="*/ 1 h 537"/>
                  <a:gd name="T24" fmla="*/ 1 w 120"/>
                  <a:gd name="T25" fmla="*/ 1 h 537"/>
                  <a:gd name="T26" fmla="*/ 1 w 120"/>
                  <a:gd name="T27" fmla="*/ 1 h 537"/>
                  <a:gd name="T28" fmla="*/ 0 w 120"/>
                  <a:gd name="T29" fmla="*/ 1 h 537"/>
                  <a:gd name="T30" fmla="*/ 0 w 120"/>
                  <a:gd name="T31" fmla="*/ 1 h 537"/>
                  <a:gd name="T32" fmla="*/ 1 w 120"/>
                  <a:gd name="T33" fmla="*/ 1 h 537"/>
                  <a:gd name="T34" fmla="*/ 1 w 120"/>
                  <a:gd name="T35" fmla="*/ 1 h 537"/>
                  <a:gd name="T36" fmla="*/ 1 w 120"/>
                  <a:gd name="T37" fmla="*/ 1 h 537"/>
                  <a:gd name="T38" fmla="*/ 1 w 120"/>
                  <a:gd name="T39" fmla="*/ 1 h 537"/>
                  <a:gd name="T40" fmla="*/ 1 w 120"/>
                  <a:gd name="T41" fmla="*/ 2 h 537"/>
                  <a:gd name="T42" fmla="*/ 1 w 120"/>
                  <a:gd name="T43" fmla="*/ 2 h 537"/>
                  <a:gd name="T44" fmla="*/ 1 w 120"/>
                  <a:gd name="T45" fmla="*/ 2 h 537"/>
                  <a:gd name="T46" fmla="*/ 1 w 120"/>
                  <a:gd name="T47" fmla="*/ 2 h 537"/>
                  <a:gd name="T48" fmla="*/ 1 w 120"/>
                  <a:gd name="T49" fmla="*/ 2 h 537"/>
                  <a:gd name="T50" fmla="*/ 1 w 120"/>
                  <a:gd name="T51" fmla="*/ 2 h 537"/>
                  <a:gd name="T52" fmla="*/ 1 w 120"/>
                  <a:gd name="T53" fmla="*/ 2 h 537"/>
                  <a:gd name="T54" fmla="*/ 1 w 120"/>
                  <a:gd name="T55" fmla="*/ 2 h 537"/>
                  <a:gd name="T56" fmla="*/ 1 w 120"/>
                  <a:gd name="T57" fmla="*/ 2 h 537"/>
                  <a:gd name="T58" fmla="*/ 1 w 120"/>
                  <a:gd name="T59" fmla="*/ 2 h 537"/>
                  <a:gd name="T60" fmla="*/ 1 w 120"/>
                  <a:gd name="T61" fmla="*/ 2 h 537"/>
                  <a:gd name="T62" fmla="*/ 1 w 120"/>
                  <a:gd name="T63" fmla="*/ 3 h 537"/>
                  <a:gd name="T64" fmla="*/ 1 w 120"/>
                  <a:gd name="T65" fmla="*/ 3 h 537"/>
                  <a:gd name="T66" fmla="*/ 1 w 120"/>
                  <a:gd name="T67" fmla="*/ 0 h 53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120" h="537">
                    <a:moveTo>
                      <a:pt x="120" y="0"/>
                    </a:moveTo>
                    <a:lnTo>
                      <a:pt x="103" y="13"/>
                    </a:lnTo>
                    <a:lnTo>
                      <a:pt x="87" y="28"/>
                    </a:lnTo>
                    <a:lnTo>
                      <a:pt x="73" y="43"/>
                    </a:lnTo>
                    <a:lnTo>
                      <a:pt x="61" y="59"/>
                    </a:lnTo>
                    <a:lnTo>
                      <a:pt x="49" y="75"/>
                    </a:lnTo>
                    <a:lnTo>
                      <a:pt x="39" y="92"/>
                    </a:lnTo>
                    <a:lnTo>
                      <a:pt x="31" y="110"/>
                    </a:lnTo>
                    <a:lnTo>
                      <a:pt x="23" y="128"/>
                    </a:lnTo>
                    <a:lnTo>
                      <a:pt x="16" y="147"/>
                    </a:lnTo>
                    <a:lnTo>
                      <a:pt x="11" y="166"/>
                    </a:lnTo>
                    <a:lnTo>
                      <a:pt x="7" y="185"/>
                    </a:lnTo>
                    <a:lnTo>
                      <a:pt x="4" y="205"/>
                    </a:lnTo>
                    <a:lnTo>
                      <a:pt x="1" y="224"/>
                    </a:lnTo>
                    <a:lnTo>
                      <a:pt x="0" y="245"/>
                    </a:lnTo>
                    <a:lnTo>
                      <a:pt x="0" y="265"/>
                    </a:lnTo>
                    <a:lnTo>
                      <a:pt x="1" y="285"/>
                    </a:lnTo>
                    <a:lnTo>
                      <a:pt x="3" y="304"/>
                    </a:lnTo>
                    <a:lnTo>
                      <a:pt x="5" y="324"/>
                    </a:lnTo>
                    <a:lnTo>
                      <a:pt x="9" y="343"/>
                    </a:lnTo>
                    <a:lnTo>
                      <a:pt x="13" y="362"/>
                    </a:lnTo>
                    <a:lnTo>
                      <a:pt x="18" y="380"/>
                    </a:lnTo>
                    <a:lnTo>
                      <a:pt x="24" y="398"/>
                    </a:lnTo>
                    <a:lnTo>
                      <a:pt x="30" y="416"/>
                    </a:lnTo>
                    <a:lnTo>
                      <a:pt x="38" y="433"/>
                    </a:lnTo>
                    <a:lnTo>
                      <a:pt x="46" y="449"/>
                    </a:lnTo>
                    <a:lnTo>
                      <a:pt x="54" y="465"/>
                    </a:lnTo>
                    <a:lnTo>
                      <a:pt x="64" y="479"/>
                    </a:lnTo>
                    <a:lnTo>
                      <a:pt x="74" y="493"/>
                    </a:lnTo>
                    <a:lnTo>
                      <a:pt x="84" y="506"/>
                    </a:lnTo>
                    <a:lnTo>
                      <a:pt x="95" y="517"/>
                    </a:lnTo>
                    <a:lnTo>
                      <a:pt x="108" y="528"/>
                    </a:lnTo>
                    <a:lnTo>
                      <a:pt x="120" y="537"/>
                    </a:lnTo>
                    <a:lnTo>
                      <a:pt x="120" y="0"/>
                    </a:lnTo>
                    <a:close/>
                  </a:path>
                </a:pathLst>
              </a:custGeom>
              <a:solidFill>
                <a:srgbClr val="66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203" name="Freeform 133">
                <a:extLst>
                  <a:ext uri="{FF2B5EF4-FFF2-40B4-BE49-F238E27FC236}">
                    <a16:creationId xmlns:a16="http://schemas.microsoft.com/office/drawing/2014/main" id="{D1DA5B83-28F4-4E46-87B6-B239A7187F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214" y="2864"/>
                <a:ext cx="80" cy="354"/>
              </a:xfrm>
              <a:custGeom>
                <a:avLst/>
                <a:gdLst>
                  <a:gd name="T0" fmla="*/ 0 w 119"/>
                  <a:gd name="T1" fmla="*/ 0 h 537"/>
                  <a:gd name="T2" fmla="*/ 1 w 119"/>
                  <a:gd name="T3" fmla="*/ 1 h 537"/>
                  <a:gd name="T4" fmla="*/ 1 w 119"/>
                  <a:gd name="T5" fmla="*/ 1 h 537"/>
                  <a:gd name="T6" fmla="*/ 1 w 119"/>
                  <a:gd name="T7" fmla="*/ 1 h 537"/>
                  <a:gd name="T8" fmla="*/ 1 w 119"/>
                  <a:gd name="T9" fmla="*/ 1 h 537"/>
                  <a:gd name="T10" fmla="*/ 1 w 119"/>
                  <a:gd name="T11" fmla="*/ 1 h 537"/>
                  <a:gd name="T12" fmla="*/ 1 w 119"/>
                  <a:gd name="T13" fmla="*/ 1 h 537"/>
                  <a:gd name="T14" fmla="*/ 1 w 119"/>
                  <a:gd name="T15" fmla="*/ 1 h 537"/>
                  <a:gd name="T16" fmla="*/ 1 w 119"/>
                  <a:gd name="T17" fmla="*/ 1 h 537"/>
                  <a:gd name="T18" fmla="*/ 1 w 119"/>
                  <a:gd name="T19" fmla="*/ 1 h 537"/>
                  <a:gd name="T20" fmla="*/ 1 w 119"/>
                  <a:gd name="T21" fmla="*/ 1 h 537"/>
                  <a:gd name="T22" fmla="*/ 1 w 119"/>
                  <a:gd name="T23" fmla="*/ 1 h 537"/>
                  <a:gd name="T24" fmla="*/ 1 w 119"/>
                  <a:gd name="T25" fmla="*/ 1 h 537"/>
                  <a:gd name="T26" fmla="*/ 1 w 119"/>
                  <a:gd name="T27" fmla="*/ 1 h 537"/>
                  <a:gd name="T28" fmla="*/ 1 w 119"/>
                  <a:gd name="T29" fmla="*/ 1 h 537"/>
                  <a:gd name="T30" fmla="*/ 1 w 119"/>
                  <a:gd name="T31" fmla="*/ 1 h 537"/>
                  <a:gd name="T32" fmla="*/ 1 w 119"/>
                  <a:gd name="T33" fmla="*/ 1 h 537"/>
                  <a:gd name="T34" fmla="*/ 1 w 119"/>
                  <a:gd name="T35" fmla="*/ 1 h 537"/>
                  <a:gd name="T36" fmla="*/ 1 w 119"/>
                  <a:gd name="T37" fmla="*/ 1 h 537"/>
                  <a:gd name="T38" fmla="*/ 1 w 119"/>
                  <a:gd name="T39" fmla="*/ 1 h 537"/>
                  <a:gd name="T40" fmla="*/ 1 w 119"/>
                  <a:gd name="T41" fmla="*/ 2 h 537"/>
                  <a:gd name="T42" fmla="*/ 1 w 119"/>
                  <a:gd name="T43" fmla="*/ 2 h 537"/>
                  <a:gd name="T44" fmla="*/ 1 w 119"/>
                  <a:gd name="T45" fmla="*/ 2 h 537"/>
                  <a:gd name="T46" fmla="*/ 1 w 119"/>
                  <a:gd name="T47" fmla="*/ 2 h 537"/>
                  <a:gd name="T48" fmla="*/ 1 w 119"/>
                  <a:gd name="T49" fmla="*/ 2 h 537"/>
                  <a:gd name="T50" fmla="*/ 1 w 119"/>
                  <a:gd name="T51" fmla="*/ 2 h 537"/>
                  <a:gd name="T52" fmla="*/ 1 w 119"/>
                  <a:gd name="T53" fmla="*/ 2 h 537"/>
                  <a:gd name="T54" fmla="*/ 1 w 119"/>
                  <a:gd name="T55" fmla="*/ 2 h 537"/>
                  <a:gd name="T56" fmla="*/ 1 w 119"/>
                  <a:gd name="T57" fmla="*/ 2 h 537"/>
                  <a:gd name="T58" fmla="*/ 1 w 119"/>
                  <a:gd name="T59" fmla="*/ 2 h 537"/>
                  <a:gd name="T60" fmla="*/ 1 w 119"/>
                  <a:gd name="T61" fmla="*/ 2 h 537"/>
                  <a:gd name="T62" fmla="*/ 1 w 119"/>
                  <a:gd name="T63" fmla="*/ 3 h 537"/>
                  <a:gd name="T64" fmla="*/ 0 w 119"/>
                  <a:gd name="T65" fmla="*/ 3 h 537"/>
                  <a:gd name="T66" fmla="*/ 0 w 119"/>
                  <a:gd name="T67" fmla="*/ 0 h 53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119" h="537">
                    <a:moveTo>
                      <a:pt x="0" y="0"/>
                    </a:moveTo>
                    <a:lnTo>
                      <a:pt x="17" y="13"/>
                    </a:lnTo>
                    <a:lnTo>
                      <a:pt x="32" y="28"/>
                    </a:lnTo>
                    <a:lnTo>
                      <a:pt x="46" y="43"/>
                    </a:lnTo>
                    <a:lnTo>
                      <a:pt x="58" y="59"/>
                    </a:lnTo>
                    <a:lnTo>
                      <a:pt x="70" y="75"/>
                    </a:lnTo>
                    <a:lnTo>
                      <a:pt x="80" y="92"/>
                    </a:lnTo>
                    <a:lnTo>
                      <a:pt x="89" y="110"/>
                    </a:lnTo>
                    <a:lnTo>
                      <a:pt x="96" y="128"/>
                    </a:lnTo>
                    <a:lnTo>
                      <a:pt x="103" y="147"/>
                    </a:lnTo>
                    <a:lnTo>
                      <a:pt x="108" y="166"/>
                    </a:lnTo>
                    <a:lnTo>
                      <a:pt x="112" y="185"/>
                    </a:lnTo>
                    <a:lnTo>
                      <a:pt x="115" y="205"/>
                    </a:lnTo>
                    <a:lnTo>
                      <a:pt x="118" y="224"/>
                    </a:lnTo>
                    <a:lnTo>
                      <a:pt x="119" y="245"/>
                    </a:lnTo>
                    <a:lnTo>
                      <a:pt x="119" y="265"/>
                    </a:lnTo>
                    <a:lnTo>
                      <a:pt x="118" y="285"/>
                    </a:lnTo>
                    <a:lnTo>
                      <a:pt x="117" y="304"/>
                    </a:lnTo>
                    <a:lnTo>
                      <a:pt x="114" y="324"/>
                    </a:lnTo>
                    <a:lnTo>
                      <a:pt x="110" y="343"/>
                    </a:lnTo>
                    <a:lnTo>
                      <a:pt x="106" y="362"/>
                    </a:lnTo>
                    <a:lnTo>
                      <a:pt x="101" y="380"/>
                    </a:lnTo>
                    <a:lnTo>
                      <a:pt x="95" y="398"/>
                    </a:lnTo>
                    <a:lnTo>
                      <a:pt x="89" y="416"/>
                    </a:lnTo>
                    <a:lnTo>
                      <a:pt x="81" y="433"/>
                    </a:lnTo>
                    <a:lnTo>
                      <a:pt x="73" y="449"/>
                    </a:lnTo>
                    <a:lnTo>
                      <a:pt x="65" y="465"/>
                    </a:lnTo>
                    <a:lnTo>
                      <a:pt x="55" y="479"/>
                    </a:lnTo>
                    <a:lnTo>
                      <a:pt x="45" y="493"/>
                    </a:lnTo>
                    <a:lnTo>
                      <a:pt x="35" y="506"/>
                    </a:lnTo>
                    <a:lnTo>
                      <a:pt x="24" y="517"/>
                    </a:lnTo>
                    <a:lnTo>
                      <a:pt x="12" y="528"/>
                    </a:lnTo>
                    <a:lnTo>
                      <a:pt x="0" y="5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204" name="Freeform 134">
                <a:extLst>
                  <a:ext uri="{FF2B5EF4-FFF2-40B4-BE49-F238E27FC236}">
                    <a16:creationId xmlns:a16="http://schemas.microsoft.com/office/drawing/2014/main" id="{8C6B1F31-3ABB-4352-A987-4A68F59F94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18" y="2797"/>
                <a:ext cx="476" cy="476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2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2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0" y="0"/>
                    </a:moveTo>
                    <a:lnTo>
                      <a:pt x="342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8" y="43"/>
                    </a:lnTo>
                    <a:lnTo>
                      <a:pt x="173" y="52"/>
                    </a:lnTo>
                    <a:lnTo>
                      <a:pt x="158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5"/>
                    </a:lnTo>
                    <a:lnTo>
                      <a:pt x="93" y="118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5"/>
                    </a:lnTo>
                    <a:lnTo>
                      <a:pt x="2" y="323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1"/>
                    </a:lnTo>
                    <a:lnTo>
                      <a:pt x="35" y="517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8" y="660"/>
                    </a:lnTo>
                    <a:lnTo>
                      <a:pt x="173" y="669"/>
                    </a:lnTo>
                    <a:lnTo>
                      <a:pt x="188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699"/>
                    </a:lnTo>
                    <a:lnTo>
                      <a:pt x="253" y="705"/>
                    </a:lnTo>
                    <a:lnTo>
                      <a:pt x="270" y="710"/>
                    </a:lnTo>
                    <a:lnTo>
                      <a:pt x="288" y="714"/>
                    </a:lnTo>
                    <a:lnTo>
                      <a:pt x="305" y="717"/>
                    </a:lnTo>
                    <a:lnTo>
                      <a:pt x="323" y="719"/>
                    </a:lnTo>
                    <a:lnTo>
                      <a:pt x="342" y="722"/>
                    </a:lnTo>
                    <a:lnTo>
                      <a:pt x="360" y="722"/>
                    </a:lnTo>
                    <a:lnTo>
                      <a:pt x="379" y="722"/>
                    </a:lnTo>
                    <a:lnTo>
                      <a:pt x="398" y="719"/>
                    </a:lnTo>
                    <a:lnTo>
                      <a:pt x="416" y="717"/>
                    </a:lnTo>
                    <a:lnTo>
                      <a:pt x="433" y="714"/>
                    </a:lnTo>
                    <a:lnTo>
                      <a:pt x="451" y="710"/>
                    </a:lnTo>
                    <a:lnTo>
                      <a:pt x="468" y="705"/>
                    </a:lnTo>
                    <a:lnTo>
                      <a:pt x="485" y="699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7" y="669"/>
                    </a:lnTo>
                    <a:lnTo>
                      <a:pt x="562" y="660"/>
                    </a:lnTo>
                    <a:lnTo>
                      <a:pt x="576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7"/>
                    </a:lnTo>
                    <a:lnTo>
                      <a:pt x="693" y="501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3"/>
                    </a:lnTo>
                    <a:lnTo>
                      <a:pt x="717" y="305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8"/>
                    </a:lnTo>
                    <a:lnTo>
                      <a:pt x="616" y="105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6" y="71"/>
                    </a:lnTo>
                    <a:lnTo>
                      <a:pt x="562" y="61"/>
                    </a:lnTo>
                    <a:lnTo>
                      <a:pt x="547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79" y="0"/>
                    </a:lnTo>
                    <a:lnTo>
                      <a:pt x="360" y="0"/>
                    </a:lnTo>
                  </a:path>
                </a:pathLst>
              </a:custGeom>
              <a:solidFill>
                <a:schemeClr val="bg1"/>
              </a:solidFill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205" name="Rectangle 135">
                <a:extLst>
                  <a:ext uri="{FF2B5EF4-FFF2-40B4-BE49-F238E27FC236}">
                    <a16:creationId xmlns:a16="http://schemas.microsoft.com/office/drawing/2014/main" id="{4D9B2869-01F3-4843-97F1-89E754225F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90" y="3326"/>
                <a:ext cx="7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z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206" name="Freeform 136">
                <a:extLst>
                  <a:ext uri="{FF2B5EF4-FFF2-40B4-BE49-F238E27FC236}">
                    <a16:creationId xmlns:a16="http://schemas.microsoft.com/office/drawing/2014/main" id="{9C37E1CA-378E-406B-9F83-C3630134CB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36" y="2797"/>
                <a:ext cx="476" cy="476"/>
              </a:xfrm>
              <a:custGeom>
                <a:avLst/>
                <a:gdLst>
                  <a:gd name="T0" fmla="*/ 1 w 722"/>
                  <a:gd name="T1" fmla="*/ 1 h 722"/>
                  <a:gd name="T2" fmla="*/ 1 w 722"/>
                  <a:gd name="T3" fmla="*/ 1 h 722"/>
                  <a:gd name="T4" fmla="*/ 1 w 722"/>
                  <a:gd name="T5" fmla="*/ 1 h 722"/>
                  <a:gd name="T6" fmla="*/ 1 w 722"/>
                  <a:gd name="T7" fmla="*/ 1 h 722"/>
                  <a:gd name="T8" fmla="*/ 1 w 722"/>
                  <a:gd name="T9" fmla="*/ 1 h 722"/>
                  <a:gd name="T10" fmla="*/ 1 w 722"/>
                  <a:gd name="T11" fmla="*/ 1 h 722"/>
                  <a:gd name="T12" fmla="*/ 1 w 722"/>
                  <a:gd name="T13" fmla="*/ 1 h 722"/>
                  <a:gd name="T14" fmla="*/ 1 w 722"/>
                  <a:gd name="T15" fmla="*/ 1 h 722"/>
                  <a:gd name="T16" fmla="*/ 1 w 722"/>
                  <a:gd name="T17" fmla="*/ 1 h 722"/>
                  <a:gd name="T18" fmla="*/ 1 w 722"/>
                  <a:gd name="T19" fmla="*/ 1 h 722"/>
                  <a:gd name="T20" fmla="*/ 0 w 722"/>
                  <a:gd name="T21" fmla="*/ 2 h 722"/>
                  <a:gd name="T22" fmla="*/ 1 w 722"/>
                  <a:gd name="T23" fmla="*/ 2 h 722"/>
                  <a:gd name="T24" fmla="*/ 1 w 722"/>
                  <a:gd name="T25" fmla="*/ 2 h 722"/>
                  <a:gd name="T26" fmla="*/ 1 w 722"/>
                  <a:gd name="T27" fmla="*/ 2 h 722"/>
                  <a:gd name="T28" fmla="*/ 1 w 722"/>
                  <a:gd name="T29" fmla="*/ 3 h 722"/>
                  <a:gd name="T30" fmla="*/ 1 w 722"/>
                  <a:gd name="T31" fmla="*/ 3 h 722"/>
                  <a:gd name="T32" fmla="*/ 1 w 722"/>
                  <a:gd name="T33" fmla="*/ 3 h 722"/>
                  <a:gd name="T34" fmla="*/ 1 w 722"/>
                  <a:gd name="T35" fmla="*/ 3 h 722"/>
                  <a:gd name="T36" fmla="*/ 1 w 722"/>
                  <a:gd name="T37" fmla="*/ 3 h 722"/>
                  <a:gd name="T38" fmla="*/ 1 w 722"/>
                  <a:gd name="T39" fmla="*/ 3 h 722"/>
                  <a:gd name="T40" fmla="*/ 1 w 722"/>
                  <a:gd name="T41" fmla="*/ 3 h 722"/>
                  <a:gd name="T42" fmla="*/ 2 w 722"/>
                  <a:gd name="T43" fmla="*/ 3 h 722"/>
                  <a:gd name="T44" fmla="*/ 2 w 722"/>
                  <a:gd name="T45" fmla="*/ 3 h 722"/>
                  <a:gd name="T46" fmla="*/ 2 w 722"/>
                  <a:gd name="T47" fmla="*/ 3 h 722"/>
                  <a:gd name="T48" fmla="*/ 2 w 722"/>
                  <a:gd name="T49" fmla="*/ 3 h 722"/>
                  <a:gd name="T50" fmla="*/ 3 w 722"/>
                  <a:gd name="T51" fmla="*/ 3 h 722"/>
                  <a:gd name="T52" fmla="*/ 3 w 722"/>
                  <a:gd name="T53" fmla="*/ 3 h 722"/>
                  <a:gd name="T54" fmla="*/ 3 w 722"/>
                  <a:gd name="T55" fmla="*/ 3 h 722"/>
                  <a:gd name="T56" fmla="*/ 3 w 722"/>
                  <a:gd name="T57" fmla="*/ 3 h 722"/>
                  <a:gd name="T58" fmla="*/ 3 w 722"/>
                  <a:gd name="T59" fmla="*/ 2 h 722"/>
                  <a:gd name="T60" fmla="*/ 3 w 722"/>
                  <a:gd name="T61" fmla="*/ 2 h 722"/>
                  <a:gd name="T62" fmla="*/ 3 w 722"/>
                  <a:gd name="T63" fmla="*/ 2 h 722"/>
                  <a:gd name="T64" fmla="*/ 3 w 722"/>
                  <a:gd name="T65" fmla="*/ 2 h 722"/>
                  <a:gd name="T66" fmla="*/ 3 w 722"/>
                  <a:gd name="T67" fmla="*/ 1 h 722"/>
                  <a:gd name="T68" fmla="*/ 3 w 722"/>
                  <a:gd name="T69" fmla="*/ 1 h 722"/>
                  <a:gd name="T70" fmla="*/ 3 w 722"/>
                  <a:gd name="T71" fmla="*/ 1 h 722"/>
                  <a:gd name="T72" fmla="*/ 3 w 722"/>
                  <a:gd name="T73" fmla="*/ 1 h 722"/>
                  <a:gd name="T74" fmla="*/ 3 w 722"/>
                  <a:gd name="T75" fmla="*/ 1 h 722"/>
                  <a:gd name="T76" fmla="*/ 3 w 722"/>
                  <a:gd name="T77" fmla="*/ 1 h 722"/>
                  <a:gd name="T78" fmla="*/ 3 w 722"/>
                  <a:gd name="T79" fmla="*/ 1 h 722"/>
                  <a:gd name="T80" fmla="*/ 2 w 722"/>
                  <a:gd name="T81" fmla="*/ 1 h 722"/>
                  <a:gd name="T82" fmla="*/ 2 w 722"/>
                  <a:gd name="T83" fmla="*/ 1 h 722"/>
                  <a:gd name="T84" fmla="*/ 2 w 722"/>
                  <a:gd name="T85" fmla="*/ 1 h 722"/>
                  <a:gd name="T86" fmla="*/ 2 w 722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2" h="722">
                    <a:moveTo>
                      <a:pt x="361" y="0"/>
                    </a:moveTo>
                    <a:lnTo>
                      <a:pt x="343" y="0"/>
                    </a:lnTo>
                    <a:lnTo>
                      <a:pt x="324" y="2"/>
                    </a:lnTo>
                    <a:lnTo>
                      <a:pt x="306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9" y="43"/>
                    </a:lnTo>
                    <a:lnTo>
                      <a:pt x="174" y="52"/>
                    </a:lnTo>
                    <a:lnTo>
                      <a:pt x="159" y="61"/>
                    </a:lnTo>
                    <a:lnTo>
                      <a:pt x="145" y="71"/>
                    </a:lnTo>
                    <a:lnTo>
                      <a:pt x="132" y="82"/>
                    </a:lnTo>
                    <a:lnTo>
                      <a:pt x="119" y="93"/>
                    </a:lnTo>
                    <a:lnTo>
                      <a:pt x="106" y="105"/>
                    </a:lnTo>
                    <a:lnTo>
                      <a:pt x="93" y="118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5"/>
                    </a:lnTo>
                    <a:lnTo>
                      <a:pt x="2" y="323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1"/>
                    </a:lnTo>
                    <a:lnTo>
                      <a:pt x="35" y="517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6" y="616"/>
                    </a:lnTo>
                    <a:lnTo>
                      <a:pt x="119" y="628"/>
                    </a:lnTo>
                    <a:lnTo>
                      <a:pt x="132" y="639"/>
                    </a:lnTo>
                    <a:lnTo>
                      <a:pt x="145" y="650"/>
                    </a:lnTo>
                    <a:lnTo>
                      <a:pt x="159" y="660"/>
                    </a:lnTo>
                    <a:lnTo>
                      <a:pt x="174" y="669"/>
                    </a:lnTo>
                    <a:lnTo>
                      <a:pt x="189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699"/>
                    </a:lnTo>
                    <a:lnTo>
                      <a:pt x="253" y="705"/>
                    </a:lnTo>
                    <a:lnTo>
                      <a:pt x="270" y="710"/>
                    </a:lnTo>
                    <a:lnTo>
                      <a:pt x="288" y="714"/>
                    </a:lnTo>
                    <a:lnTo>
                      <a:pt x="306" y="717"/>
                    </a:lnTo>
                    <a:lnTo>
                      <a:pt x="324" y="719"/>
                    </a:lnTo>
                    <a:lnTo>
                      <a:pt x="343" y="722"/>
                    </a:lnTo>
                    <a:lnTo>
                      <a:pt x="361" y="722"/>
                    </a:lnTo>
                    <a:lnTo>
                      <a:pt x="380" y="722"/>
                    </a:lnTo>
                    <a:lnTo>
                      <a:pt x="398" y="719"/>
                    </a:lnTo>
                    <a:lnTo>
                      <a:pt x="416" y="717"/>
                    </a:lnTo>
                    <a:lnTo>
                      <a:pt x="433" y="714"/>
                    </a:lnTo>
                    <a:lnTo>
                      <a:pt x="451" y="710"/>
                    </a:lnTo>
                    <a:lnTo>
                      <a:pt x="468" y="705"/>
                    </a:lnTo>
                    <a:lnTo>
                      <a:pt x="485" y="699"/>
                    </a:lnTo>
                    <a:lnTo>
                      <a:pt x="502" y="693"/>
                    </a:lnTo>
                    <a:lnTo>
                      <a:pt x="518" y="686"/>
                    </a:lnTo>
                    <a:lnTo>
                      <a:pt x="533" y="678"/>
                    </a:lnTo>
                    <a:lnTo>
                      <a:pt x="548" y="669"/>
                    </a:lnTo>
                    <a:lnTo>
                      <a:pt x="563" y="660"/>
                    </a:lnTo>
                    <a:lnTo>
                      <a:pt x="577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7" y="517"/>
                    </a:lnTo>
                    <a:lnTo>
                      <a:pt x="694" y="501"/>
                    </a:lnTo>
                    <a:lnTo>
                      <a:pt x="700" y="485"/>
                    </a:lnTo>
                    <a:lnTo>
                      <a:pt x="706" y="468"/>
                    </a:lnTo>
                    <a:lnTo>
                      <a:pt x="711" y="451"/>
                    </a:lnTo>
                    <a:lnTo>
                      <a:pt x="715" y="433"/>
                    </a:lnTo>
                    <a:lnTo>
                      <a:pt x="718" y="416"/>
                    </a:lnTo>
                    <a:lnTo>
                      <a:pt x="720" y="398"/>
                    </a:lnTo>
                    <a:lnTo>
                      <a:pt x="722" y="380"/>
                    </a:lnTo>
                    <a:lnTo>
                      <a:pt x="722" y="361"/>
                    </a:lnTo>
                    <a:lnTo>
                      <a:pt x="722" y="343"/>
                    </a:lnTo>
                    <a:lnTo>
                      <a:pt x="720" y="323"/>
                    </a:lnTo>
                    <a:lnTo>
                      <a:pt x="718" y="305"/>
                    </a:lnTo>
                    <a:lnTo>
                      <a:pt x="715" y="288"/>
                    </a:lnTo>
                    <a:lnTo>
                      <a:pt x="711" y="270"/>
                    </a:lnTo>
                    <a:lnTo>
                      <a:pt x="706" y="253"/>
                    </a:lnTo>
                    <a:lnTo>
                      <a:pt x="700" y="237"/>
                    </a:lnTo>
                    <a:lnTo>
                      <a:pt x="694" y="220"/>
                    </a:lnTo>
                    <a:lnTo>
                      <a:pt x="687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8"/>
                    </a:lnTo>
                    <a:lnTo>
                      <a:pt x="616" y="105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7" y="71"/>
                    </a:lnTo>
                    <a:lnTo>
                      <a:pt x="563" y="61"/>
                    </a:lnTo>
                    <a:lnTo>
                      <a:pt x="548" y="52"/>
                    </a:lnTo>
                    <a:lnTo>
                      <a:pt x="533" y="43"/>
                    </a:lnTo>
                    <a:lnTo>
                      <a:pt x="518" y="35"/>
                    </a:lnTo>
                    <a:lnTo>
                      <a:pt x="502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80" y="0"/>
                    </a:lnTo>
                    <a:lnTo>
                      <a:pt x="361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207" name="Rectangle 137">
                <a:extLst>
                  <a:ext uri="{FF2B5EF4-FFF2-40B4-BE49-F238E27FC236}">
                    <a16:creationId xmlns:a16="http://schemas.microsoft.com/office/drawing/2014/main" id="{0A0562E1-AC0B-49E9-8F42-7A472801FE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42" y="2941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208" name="Freeform 138">
                <a:extLst>
                  <a:ext uri="{FF2B5EF4-FFF2-40B4-BE49-F238E27FC236}">
                    <a16:creationId xmlns:a16="http://schemas.microsoft.com/office/drawing/2014/main" id="{FE12BB44-27EB-42CD-9530-D58D78121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9" y="2868"/>
                <a:ext cx="151" cy="337"/>
              </a:xfrm>
              <a:custGeom>
                <a:avLst/>
                <a:gdLst>
                  <a:gd name="T0" fmla="*/ 30 w 163"/>
                  <a:gd name="T1" fmla="*/ 0 h 355"/>
                  <a:gd name="T2" fmla="*/ 35 w 163"/>
                  <a:gd name="T3" fmla="*/ 9 h 355"/>
                  <a:gd name="T4" fmla="*/ 39 w 163"/>
                  <a:gd name="T5" fmla="*/ 10 h 355"/>
                  <a:gd name="T6" fmla="*/ 44 w 163"/>
                  <a:gd name="T7" fmla="*/ 20 h 355"/>
                  <a:gd name="T8" fmla="*/ 50 w 163"/>
                  <a:gd name="T9" fmla="*/ 34 h 355"/>
                  <a:gd name="T10" fmla="*/ 59 w 163"/>
                  <a:gd name="T11" fmla="*/ 68 h 355"/>
                  <a:gd name="T12" fmla="*/ 60 w 163"/>
                  <a:gd name="T13" fmla="*/ 90 h 355"/>
                  <a:gd name="T14" fmla="*/ 60 w 163"/>
                  <a:gd name="T15" fmla="*/ 107 h 355"/>
                  <a:gd name="T16" fmla="*/ 54 w 163"/>
                  <a:gd name="T17" fmla="*/ 132 h 355"/>
                  <a:gd name="T18" fmla="*/ 51 w 163"/>
                  <a:gd name="T19" fmla="*/ 140 h 355"/>
                  <a:gd name="T20" fmla="*/ 45 w 163"/>
                  <a:gd name="T21" fmla="*/ 155 h 355"/>
                  <a:gd name="T22" fmla="*/ 42 w 163"/>
                  <a:gd name="T23" fmla="*/ 163 h 355"/>
                  <a:gd name="T24" fmla="*/ 38 w 163"/>
                  <a:gd name="T25" fmla="*/ 170 h 355"/>
                  <a:gd name="T26" fmla="*/ 32 w 163"/>
                  <a:gd name="T27" fmla="*/ 177 h 355"/>
                  <a:gd name="T28" fmla="*/ 30 w 163"/>
                  <a:gd name="T29" fmla="*/ 180 h 355"/>
                  <a:gd name="T30" fmla="*/ 27 w 163"/>
                  <a:gd name="T31" fmla="*/ 176 h 355"/>
                  <a:gd name="T32" fmla="*/ 27 w 163"/>
                  <a:gd name="T33" fmla="*/ 175 h 355"/>
                  <a:gd name="T34" fmla="*/ 25 w 163"/>
                  <a:gd name="T35" fmla="*/ 174 h 355"/>
                  <a:gd name="T36" fmla="*/ 20 w 163"/>
                  <a:gd name="T37" fmla="*/ 167 h 355"/>
                  <a:gd name="T38" fmla="*/ 16 w 163"/>
                  <a:gd name="T39" fmla="*/ 158 h 355"/>
                  <a:gd name="T40" fmla="*/ 12 w 163"/>
                  <a:gd name="T41" fmla="*/ 149 h 355"/>
                  <a:gd name="T42" fmla="*/ 9 w 163"/>
                  <a:gd name="T43" fmla="*/ 143 h 355"/>
                  <a:gd name="T44" fmla="*/ 6 w 163"/>
                  <a:gd name="T45" fmla="*/ 133 h 355"/>
                  <a:gd name="T46" fmla="*/ 6 w 163"/>
                  <a:gd name="T47" fmla="*/ 113 h 355"/>
                  <a:gd name="T48" fmla="*/ 4 w 163"/>
                  <a:gd name="T49" fmla="*/ 101 h 355"/>
                  <a:gd name="T50" fmla="*/ 6 w 163"/>
                  <a:gd name="T51" fmla="*/ 66 h 355"/>
                  <a:gd name="T52" fmla="*/ 6 w 163"/>
                  <a:gd name="T53" fmla="*/ 46 h 355"/>
                  <a:gd name="T54" fmla="*/ 10 w 163"/>
                  <a:gd name="T55" fmla="*/ 37 h 355"/>
                  <a:gd name="T56" fmla="*/ 17 w 163"/>
                  <a:gd name="T57" fmla="*/ 24 h 355"/>
                  <a:gd name="T58" fmla="*/ 21 w 163"/>
                  <a:gd name="T59" fmla="*/ 15 h 355"/>
                  <a:gd name="T60" fmla="*/ 24 w 163"/>
                  <a:gd name="T61" fmla="*/ 9 h 355"/>
                  <a:gd name="T62" fmla="*/ 26 w 163"/>
                  <a:gd name="T63" fmla="*/ 9 h 355"/>
                  <a:gd name="T64" fmla="*/ 30 w 163"/>
                  <a:gd name="T65" fmla="*/ 0 h 35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63" h="355">
                    <a:moveTo>
                      <a:pt x="82" y="0"/>
                    </a:moveTo>
                    <a:cubicBezTo>
                      <a:pt x="88" y="2"/>
                      <a:pt x="89" y="8"/>
                      <a:pt x="94" y="10"/>
                    </a:cubicBezTo>
                    <a:cubicBezTo>
                      <a:pt x="95" y="14"/>
                      <a:pt x="101" y="21"/>
                      <a:pt x="105" y="23"/>
                    </a:cubicBezTo>
                    <a:cubicBezTo>
                      <a:pt x="107" y="27"/>
                      <a:pt x="113" y="35"/>
                      <a:pt x="118" y="37"/>
                    </a:cubicBezTo>
                    <a:cubicBezTo>
                      <a:pt x="120" y="44"/>
                      <a:pt x="129" y="62"/>
                      <a:pt x="135" y="66"/>
                    </a:cubicBezTo>
                    <a:cubicBezTo>
                      <a:pt x="143" y="89"/>
                      <a:pt x="155" y="110"/>
                      <a:pt x="160" y="135"/>
                    </a:cubicBezTo>
                    <a:cubicBezTo>
                      <a:pt x="161" y="149"/>
                      <a:pt x="162" y="164"/>
                      <a:pt x="163" y="178"/>
                    </a:cubicBezTo>
                    <a:cubicBezTo>
                      <a:pt x="163" y="189"/>
                      <a:pt x="163" y="200"/>
                      <a:pt x="162" y="211"/>
                    </a:cubicBezTo>
                    <a:cubicBezTo>
                      <a:pt x="161" y="218"/>
                      <a:pt x="149" y="253"/>
                      <a:pt x="145" y="259"/>
                    </a:cubicBezTo>
                    <a:cubicBezTo>
                      <a:pt x="143" y="265"/>
                      <a:pt x="143" y="271"/>
                      <a:pt x="138" y="275"/>
                    </a:cubicBezTo>
                    <a:cubicBezTo>
                      <a:pt x="135" y="285"/>
                      <a:pt x="129" y="297"/>
                      <a:pt x="123" y="306"/>
                    </a:cubicBezTo>
                    <a:cubicBezTo>
                      <a:pt x="119" y="312"/>
                      <a:pt x="120" y="317"/>
                      <a:pt x="114" y="321"/>
                    </a:cubicBezTo>
                    <a:cubicBezTo>
                      <a:pt x="112" y="326"/>
                      <a:pt x="107" y="332"/>
                      <a:pt x="102" y="335"/>
                    </a:cubicBezTo>
                    <a:cubicBezTo>
                      <a:pt x="99" y="341"/>
                      <a:pt x="94" y="344"/>
                      <a:pt x="88" y="348"/>
                    </a:cubicBezTo>
                    <a:cubicBezTo>
                      <a:pt x="87" y="352"/>
                      <a:pt x="84" y="351"/>
                      <a:pt x="82" y="355"/>
                    </a:cubicBezTo>
                    <a:cubicBezTo>
                      <a:pt x="77" y="353"/>
                      <a:pt x="77" y="349"/>
                      <a:pt x="73" y="346"/>
                    </a:cubicBezTo>
                    <a:cubicBezTo>
                      <a:pt x="72" y="345"/>
                      <a:pt x="72" y="344"/>
                      <a:pt x="71" y="343"/>
                    </a:cubicBezTo>
                    <a:cubicBezTo>
                      <a:pt x="70" y="342"/>
                      <a:pt x="68" y="342"/>
                      <a:pt x="67" y="341"/>
                    </a:cubicBezTo>
                    <a:cubicBezTo>
                      <a:pt x="63" y="336"/>
                      <a:pt x="63" y="331"/>
                      <a:pt x="55" y="328"/>
                    </a:cubicBezTo>
                    <a:cubicBezTo>
                      <a:pt x="52" y="324"/>
                      <a:pt x="47" y="311"/>
                      <a:pt x="42" y="309"/>
                    </a:cubicBezTo>
                    <a:cubicBezTo>
                      <a:pt x="40" y="304"/>
                      <a:pt x="35" y="295"/>
                      <a:pt x="31" y="292"/>
                    </a:cubicBezTo>
                    <a:cubicBezTo>
                      <a:pt x="29" y="286"/>
                      <a:pt x="29" y="284"/>
                      <a:pt x="25" y="280"/>
                    </a:cubicBezTo>
                    <a:cubicBezTo>
                      <a:pt x="23" y="275"/>
                      <a:pt x="22" y="267"/>
                      <a:pt x="19" y="262"/>
                    </a:cubicBezTo>
                    <a:cubicBezTo>
                      <a:pt x="16" y="248"/>
                      <a:pt x="10" y="236"/>
                      <a:pt x="7" y="222"/>
                    </a:cubicBezTo>
                    <a:cubicBezTo>
                      <a:pt x="6" y="214"/>
                      <a:pt x="5" y="207"/>
                      <a:pt x="4" y="199"/>
                    </a:cubicBezTo>
                    <a:cubicBezTo>
                      <a:pt x="4" y="188"/>
                      <a:pt x="0" y="139"/>
                      <a:pt x="7" y="131"/>
                    </a:cubicBezTo>
                    <a:cubicBezTo>
                      <a:pt x="12" y="115"/>
                      <a:pt x="10" y="104"/>
                      <a:pt x="19" y="90"/>
                    </a:cubicBezTo>
                    <a:cubicBezTo>
                      <a:pt x="20" y="84"/>
                      <a:pt x="22" y="75"/>
                      <a:pt x="27" y="72"/>
                    </a:cubicBezTo>
                    <a:cubicBezTo>
                      <a:pt x="30" y="64"/>
                      <a:pt x="37" y="48"/>
                      <a:pt x="45" y="45"/>
                    </a:cubicBezTo>
                    <a:cubicBezTo>
                      <a:pt x="48" y="40"/>
                      <a:pt x="53" y="31"/>
                      <a:pt x="58" y="28"/>
                    </a:cubicBezTo>
                    <a:cubicBezTo>
                      <a:pt x="60" y="23"/>
                      <a:pt x="59" y="20"/>
                      <a:pt x="64" y="18"/>
                    </a:cubicBezTo>
                    <a:cubicBezTo>
                      <a:pt x="65" y="14"/>
                      <a:pt x="67" y="12"/>
                      <a:pt x="70" y="10"/>
                    </a:cubicBezTo>
                    <a:cubicBezTo>
                      <a:pt x="72" y="3"/>
                      <a:pt x="82" y="2"/>
                      <a:pt x="82" y="0"/>
                    </a:cubicBezTo>
                    <a:close/>
                  </a:path>
                </a:pathLst>
              </a:cu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mpd="sng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209" name="Freeform 139">
                <a:extLst>
                  <a:ext uri="{FF2B5EF4-FFF2-40B4-BE49-F238E27FC236}">
                    <a16:creationId xmlns:a16="http://schemas.microsoft.com/office/drawing/2014/main" id="{EB984F63-CB44-4D8C-922C-9051B0ACDE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76" y="3075"/>
                <a:ext cx="478" cy="477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3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3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1" y="0"/>
                    </a:moveTo>
                    <a:lnTo>
                      <a:pt x="343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9" y="43"/>
                    </a:lnTo>
                    <a:lnTo>
                      <a:pt x="174" y="52"/>
                    </a:lnTo>
                    <a:lnTo>
                      <a:pt x="159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6"/>
                    </a:lnTo>
                    <a:lnTo>
                      <a:pt x="93" y="119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6"/>
                    </a:lnTo>
                    <a:lnTo>
                      <a:pt x="2" y="324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2"/>
                    </a:lnTo>
                    <a:lnTo>
                      <a:pt x="35" y="518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9" y="660"/>
                    </a:lnTo>
                    <a:lnTo>
                      <a:pt x="174" y="669"/>
                    </a:lnTo>
                    <a:lnTo>
                      <a:pt x="189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700"/>
                    </a:lnTo>
                    <a:lnTo>
                      <a:pt x="253" y="706"/>
                    </a:lnTo>
                    <a:lnTo>
                      <a:pt x="270" y="711"/>
                    </a:lnTo>
                    <a:lnTo>
                      <a:pt x="288" y="715"/>
                    </a:lnTo>
                    <a:lnTo>
                      <a:pt x="305" y="718"/>
                    </a:lnTo>
                    <a:lnTo>
                      <a:pt x="323" y="720"/>
                    </a:lnTo>
                    <a:lnTo>
                      <a:pt x="343" y="722"/>
                    </a:lnTo>
                    <a:lnTo>
                      <a:pt x="361" y="722"/>
                    </a:lnTo>
                    <a:lnTo>
                      <a:pt x="380" y="722"/>
                    </a:lnTo>
                    <a:lnTo>
                      <a:pt x="398" y="720"/>
                    </a:lnTo>
                    <a:lnTo>
                      <a:pt x="416" y="718"/>
                    </a:lnTo>
                    <a:lnTo>
                      <a:pt x="433" y="715"/>
                    </a:lnTo>
                    <a:lnTo>
                      <a:pt x="451" y="711"/>
                    </a:lnTo>
                    <a:lnTo>
                      <a:pt x="468" y="706"/>
                    </a:lnTo>
                    <a:lnTo>
                      <a:pt x="485" y="700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8" y="669"/>
                    </a:lnTo>
                    <a:lnTo>
                      <a:pt x="563" y="660"/>
                    </a:lnTo>
                    <a:lnTo>
                      <a:pt x="577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8"/>
                    </a:lnTo>
                    <a:lnTo>
                      <a:pt x="693" y="502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4"/>
                    </a:lnTo>
                    <a:lnTo>
                      <a:pt x="717" y="306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9"/>
                    </a:lnTo>
                    <a:lnTo>
                      <a:pt x="616" y="106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7" y="71"/>
                    </a:lnTo>
                    <a:lnTo>
                      <a:pt x="563" y="61"/>
                    </a:lnTo>
                    <a:lnTo>
                      <a:pt x="548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80" y="0"/>
                    </a:lnTo>
                    <a:lnTo>
                      <a:pt x="361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91142" name="TextBox 125">
            <a:extLst>
              <a:ext uri="{FF2B5EF4-FFF2-40B4-BE49-F238E27FC236}">
                <a16:creationId xmlns:a16="http://schemas.microsoft.com/office/drawing/2014/main" id="{5B00D125-0091-493B-8324-056998A55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5588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2.16 from the textbook ]</a:t>
            </a:r>
          </a:p>
        </p:txBody>
      </p:sp>
      <p:sp>
        <p:nvSpPr>
          <p:cNvPr id="91143" name="Title 1">
            <a:extLst>
              <a:ext uri="{FF2B5EF4-FFF2-40B4-BE49-F238E27FC236}">
                <a16:creationId xmlns:a16="http://schemas.microsoft.com/office/drawing/2014/main" id="{281FD26B-0E6C-4ABE-AE59-78F3BF479152}"/>
              </a:ext>
            </a:extLst>
          </p:cNvPr>
          <p:cNvSpPr txBox="1">
            <a:spLocks/>
          </p:cNvSpPr>
          <p:nvPr/>
        </p:nvSpPr>
        <p:spPr bwMode="auto">
          <a:xfrm>
            <a:off x="0" y="3657600"/>
            <a:ext cx="9144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 Right-Hand Side</a:t>
            </a:r>
          </a:p>
        </p:txBody>
      </p:sp>
      <p:grpSp>
        <p:nvGrpSpPr>
          <p:cNvPr id="91144" name="Group 53">
            <a:extLst>
              <a:ext uri="{FF2B5EF4-FFF2-40B4-BE49-F238E27FC236}">
                <a16:creationId xmlns:a16="http://schemas.microsoft.com/office/drawing/2014/main" id="{DC5BCA0B-EF54-4FBA-AB47-9A3673CC12E2}"/>
              </a:ext>
            </a:extLst>
          </p:cNvPr>
          <p:cNvGrpSpPr>
            <a:grpSpLocks/>
          </p:cNvGrpSpPr>
          <p:nvPr/>
        </p:nvGrpSpPr>
        <p:grpSpPr bwMode="auto">
          <a:xfrm>
            <a:off x="1489075" y="4562475"/>
            <a:ext cx="1787525" cy="1833563"/>
            <a:chOff x="2133600" y="1711325"/>
            <a:chExt cx="1787525" cy="1833563"/>
          </a:xfrm>
        </p:grpSpPr>
        <p:sp>
          <p:nvSpPr>
            <p:cNvPr id="91183" name="Rectangle 38">
              <a:extLst>
                <a:ext uri="{FF2B5EF4-FFF2-40B4-BE49-F238E27FC236}">
                  <a16:creationId xmlns:a16="http://schemas.microsoft.com/office/drawing/2014/main" id="{0DB12330-4F0B-454A-83B6-DBFA52F680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03500" y="2078038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84" name="Rectangle 39">
              <a:extLst>
                <a:ext uri="{FF2B5EF4-FFF2-40B4-BE49-F238E27FC236}">
                  <a16:creationId xmlns:a16="http://schemas.microsoft.com/office/drawing/2014/main" id="{25CB9FE0-BD3B-40FC-999D-DB3102DB684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43275" y="2078038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85" name="Freeform 40">
              <a:extLst>
                <a:ext uri="{FF2B5EF4-FFF2-40B4-BE49-F238E27FC236}">
                  <a16:creationId xmlns:a16="http://schemas.microsoft.com/office/drawing/2014/main" id="{CE26A5A1-764D-4B41-8495-3675E209847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911475" y="1955800"/>
              <a:ext cx="125413" cy="561975"/>
            </a:xfrm>
            <a:custGeom>
              <a:avLst/>
              <a:gdLst>
                <a:gd name="T0" fmla="*/ 2147483646 w 120"/>
                <a:gd name="T1" fmla="*/ 0 h 537"/>
                <a:gd name="T2" fmla="*/ 2147483646 w 120"/>
                <a:gd name="T3" fmla="*/ 2147483646 h 537"/>
                <a:gd name="T4" fmla="*/ 2147483646 w 120"/>
                <a:gd name="T5" fmla="*/ 2147483646 h 537"/>
                <a:gd name="T6" fmla="*/ 2147483646 w 120"/>
                <a:gd name="T7" fmla="*/ 2147483646 h 537"/>
                <a:gd name="T8" fmla="*/ 2147483646 w 120"/>
                <a:gd name="T9" fmla="*/ 2147483646 h 537"/>
                <a:gd name="T10" fmla="*/ 2147483646 w 120"/>
                <a:gd name="T11" fmla="*/ 2147483646 h 537"/>
                <a:gd name="T12" fmla="*/ 2147483646 w 120"/>
                <a:gd name="T13" fmla="*/ 2147483646 h 537"/>
                <a:gd name="T14" fmla="*/ 2147483646 w 120"/>
                <a:gd name="T15" fmla="*/ 2147483646 h 537"/>
                <a:gd name="T16" fmla="*/ 2147483646 w 120"/>
                <a:gd name="T17" fmla="*/ 2147483646 h 537"/>
                <a:gd name="T18" fmla="*/ 2147483646 w 120"/>
                <a:gd name="T19" fmla="*/ 2147483646 h 537"/>
                <a:gd name="T20" fmla="*/ 2147483646 w 120"/>
                <a:gd name="T21" fmla="*/ 2147483646 h 537"/>
                <a:gd name="T22" fmla="*/ 2147483646 w 120"/>
                <a:gd name="T23" fmla="*/ 2147483646 h 537"/>
                <a:gd name="T24" fmla="*/ 2147483646 w 120"/>
                <a:gd name="T25" fmla="*/ 2147483646 h 537"/>
                <a:gd name="T26" fmla="*/ 2147483646 w 120"/>
                <a:gd name="T27" fmla="*/ 2147483646 h 537"/>
                <a:gd name="T28" fmla="*/ 0 w 120"/>
                <a:gd name="T29" fmla="*/ 2147483646 h 537"/>
                <a:gd name="T30" fmla="*/ 0 w 120"/>
                <a:gd name="T31" fmla="*/ 2147483646 h 537"/>
                <a:gd name="T32" fmla="*/ 2147483646 w 120"/>
                <a:gd name="T33" fmla="*/ 2147483646 h 537"/>
                <a:gd name="T34" fmla="*/ 2147483646 w 120"/>
                <a:gd name="T35" fmla="*/ 2147483646 h 537"/>
                <a:gd name="T36" fmla="*/ 2147483646 w 120"/>
                <a:gd name="T37" fmla="*/ 2147483646 h 537"/>
                <a:gd name="T38" fmla="*/ 2147483646 w 120"/>
                <a:gd name="T39" fmla="*/ 2147483646 h 537"/>
                <a:gd name="T40" fmla="*/ 2147483646 w 120"/>
                <a:gd name="T41" fmla="*/ 2147483646 h 537"/>
                <a:gd name="T42" fmla="*/ 2147483646 w 120"/>
                <a:gd name="T43" fmla="*/ 2147483646 h 537"/>
                <a:gd name="T44" fmla="*/ 2147483646 w 120"/>
                <a:gd name="T45" fmla="*/ 2147483646 h 537"/>
                <a:gd name="T46" fmla="*/ 2147483646 w 120"/>
                <a:gd name="T47" fmla="*/ 2147483646 h 537"/>
                <a:gd name="T48" fmla="*/ 2147483646 w 120"/>
                <a:gd name="T49" fmla="*/ 2147483646 h 537"/>
                <a:gd name="T50" fmla="*/ 2147483646 w 120"/>
                <a:gd name="T51" fmla="*/ 2147483646 h 537"/>
                <a:gd name="T52" fmla="*/ 2147483646 w 120"/>
                <a:gd name="T53" fmla="*/ 2147483646 h 537"/>
                <a:gd name="T54" fmla="*/ 2147483646 w 120"/>
                <a:gd name="T55" fmla="*/ 2147483646 h 537"/>
                <a:gd name="T56" fmla="*/ 2147483646 w 120"/>
                <a:gd name="T57" fmla="*/ 2147483646 h 537"/>
                <a:gd name="T58" fmla="*/ 2147483646 w 120"/>
                <a:gd name="T59" fmla="*/ 2147483646 h 537"/>
                <a:gd name="T60" fmla="*/ 2147483646 w 120"/>
                <a:gd name="T61" fmla="*/ 2147483646 h 537"/>
                <a:gd name="T62" fmla="*/ 2147483646 w 120"/>
                <a:gd name="T63" fmla="*/ 2147483646 h 537"/>
                <a:gd name="T64" fmla="*/ 2147483646 w 120"/>
                <a:gd name="T65" fmla="*/ 2147483646 h 537"/>
                <a:gd name="T66" fmla="*/ 2147483646 w 120"/>
                <a:gd name="T67" fmla="*/ 0 h 53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20" h="537">
                  <a:moveTo>
                    <a:pt x="120" y="0"/>
                  </a:moveTo>
                  <a:lnTo>
                    <a:pt x="103" y="13"/>
                  </a:lnTo>
                  <a:lnTo>
                    <a:pt x="87" y="27"/>
                  </a:lnTo>
                  <a:lnTo>
                    <a:pt x="73" y="42"/>
                  </a:lnTo>
                  <a:lnTo>
                    <a:pt x="61" y="59"/>
                  </a:lnTo>
                  <a:lnTo>
                    <a:pt x="49" y="75"/>
                  </a:lnTo>
                  <a:lnTo>
                    <a:pt x="39" y="92"/>
                  </a:lnTo>
                  <a:lnTo>
                    <a:pt x="31" y="110"/>
                  </a:lnTo>
                  <a:lnTo>
                    <a:pt x="23" y="128"/>
                  </a:lnTo>
                  <a:lnTo>
                    <a:pt x="16" y="147"/>
                  </a:lnTo>
                  <a:lnTo>
                    <a:pt x="11" y="166"/>
                  </a:lnTo>
                  <a:lnTo>
                    <a:pt x="7" y="185"/>
                  </a:lnTo>
                  <a:lnTo>
                    <a:pt x="4" y="205"/>
                  </a:lnTo>
                  <a:lnTo>
                    <a:pt x="1" y="224"/>
                  </a:lnTo>
                  <a:lnTo>
                    <a:pt x="0" y="244"/>
                  </a:lnTo>
                  <a:lnTo>
                    <a:pt x="0" y="265"/>
                  </a:lnTo>
                  <a:lnTo>
                    <a:pt x="1" y="285"/>
                  </a:lnTo>
                  <a:lnTo>
                    <a:pt x="3" y="304"/>
                  </a:lnTo>
                  <a:lnTo>
                    <a:pt x="5" y="324"/>
                  </a:lnTo>
                  <a:lnTo>
                    <a:pt x="9" y="343"/>
                  </a:lnTo>
                  <a:lnTo>
                    <a:pt x="13" y="362"/>
                  </a:lnTo>
                  <a:lnTo>
                    <a:pt x="18" y="380"/>
                  </a:lnTo>
                  <a:lnTo>
                    <a:pt x="24" y="398"/>
                  </a:lnTo>
                  <a:lnTo>
                    <a:pt x="30" y="416"/>
                  </a:lnTo>
                  <a:lnTo>
                    <a:pt x="38" y="432"/>
                  </a:lnTo>
                  <a:lnTo>
                    <a:pt x="46" y="448"/>
                  </a:lnTo>
                  <a:lnTo>
                    <a:pt x="54" y="465"/>
                  </a:lnTo>
                  <a:lnTo>
                    <a:pt x="64" y="479"/>
                  </a:lnTo>
                  <a:lnTo>
                    <a:pt x="74" y="493"/>
                  </a:lnTo>
                  <a:lnTo>
                    <a:pt x="84" y="506"/>
                  </a:lnTo>
                  <a:lnTo>
                    <a:pt x="95" y="517"/>
                  </a:lnTo>
                  <a:lnTo>
                    <a:pt x="108" y="528"/>
                  </a:lnTo>
                  <a:lnTo>
                    <a:pt x="120" y="537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86" name="Freeform 41">
              <a:extLst>
                <a:ext uri="{FF2B5EF4-FFF2-40B4-BE49-F238E27FC236}">
                  <a16:creationId xmlns:a16="http://schemas.microsoft.com/office/drawing/2014/main" id="{F9AF20AF-52BD-4C02-928C-E074980BF90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035300" y="1955800"/>
              <a:ext cx="127000" cy="561975"/>
            </a:xfrm>
            <a:custGeom>
              <a:avLst/>
              <a:gdLst>
                <a:gd name="T0" fmla="*/ 0 w 119"/>
                <a:gd name="T1" fmla="*/ 0 h 537"/>
                <a:gd name="T2" fmla="*/ 2147483646 w 119"/>
                <a:gd name="T3" fmla="*/ 2147483646 h 537"/>
                <a:gd name="T4" fmla="*/ 2147483646 w 119"/>
                <a:gd name="T5" fmla="*/ 2147483646 h 537"/>
                <a:gd name="T6" fmla="*/ 2147483646 w 119"/>
                <a:gd name="T7" fmla="*/ 2147483646 h 537"/>
                <a:gd name="T8" fmla="*/ 2147483646 w 119"/>
                <a:gd name="T9" fmla="*/ 2147483646 h 537"/>
                <a:gd name="T10" fmla="*/ 2147483646 w 119"/>
                <a:gd name="T11" fmla="*/ 2147483646 h 537"/>
                <a:gd name="T12" fmla="*/ 2147483646 w 119"/>
                <a:gd name="T13" fmla="*/ 2147483646 h 537"/>
                <a:gd name="T14" fmla="*/ 2147483646 w 119"/>
                <a:gd name="T15" fmla="*/ 2147483646 h 537"/>
                <a:gd name="T16" fmla="*/ 2147483646 w 119"/>
                <a:gd name="T17" fmla="*/ 2147483646 h 537"/>
                <a:gd name="T18" fmla="*/ 2147483646 w 119"/>
                <a:gd name="T19" fmla="*/ 2147483646 h 537"/>
                <a:gd name="T20" fmla="*/ 2147483646 w 119"/>
                <a:gd name="T21" fmla="*/ 2147483646 h 537"/>
                <a:gd name="T22" fmla="*/ 2147483646 w 119"/>
                <a:gd name="T23" fmla="*/ 2147483646 h 537"/>
                <a:gd name="T24" fmla="*/ 2147483646 w 119"/>
                <a:gd name="T25" fmla="*/ 2147483646 h 537"/>
                <a:gd name="T26" fmla="*/ 2147483646 w 119"/>
                <a:gd name="T27" fmla="*/ 2147483646 h 537"/>
                <a:gd name="T28" fmla="*/ 2147483646 w 119"/>
                <a:gd name="T29" fmla="*/ 2147483646 h 537"/>
                <a:gd name="T30" fmla="*/ 2147483646 w 119"/>
                <a:gd name="T31" fmla="*/ 2147483646 h 537"/>
                <a:gd name="T32" fmla="*/ 2147483646 w 119"/>
                <a:gd name="T33" fmla="*/ 2147483646 h 537"/>
                <a:gd name="T34" fmla="*/ 2147483646 w 119"/>
                <a:gd name="T35" fmla="*/ 2147483646 h 537"/>
                <a:gd name="T36" fmla="*/ 2147483646 w 119"/>
                <a:gd name="T37" fmla="*/ 2147483646 h 537"/>
                <a:gd name="T38" fmla="*/ 2147483646 w 119"/>
                <a:gd name="T39" fmla="*/ 2147483646 h 537"/>
                <a:gd name="T40" fmla="*/ 2147483646 w 119"/>
                <a:gd name="T41" fmla="*/ 2147483646 h 537"/>
                <a:gd name="T42" fmla="*/ 2147483646 w 119"/>
                <a:gd name="T43" fmla="*/ 2147483646 h 537"/>
                <a:gd name="T44" fmla="*/ 2147483646 w 119"/>
                <a:gd name="T45" fmla="*/ 2147483646 h 537"/>
                <a:gd name="T46" fmla="*/ 2147483646 w 119"/>
                <a:gd name="T47" fmla="*/ 2147483646 h 537"/>
                <a:gd name="T48" fmla="*/ 2147483646 w 119"/>
                <a:gd name="T49" fmla="*/ 2147483646 h 537"/>
                <a:gd name="T50" fmla="*/ 2147483646 w 119"/>
                <a:gd name="T51" fmla="*/ 2147483646 h 537"/>
                <a:gd name="T52" fmla="*/ 2147483646 w 119"/>
                <a:gd name="T53" fmla="*/ 2147483646 h 537"/>
                <a:gd name="T54" fmla="*/ 2147483646 w 119"/>
                <a:gd name="T55" fmla="*/ 2147483646 h 537"/>
                <a:gd name="T56" fmla="*/ 2147483646 w 119"/>
                <a:gd name="T57" fmla="*/ 2147483646 h 537"/>
                <a:gd name="T58" fmla="*/ 2147483646 w 119"/>
                <a:gd name="T59" fmla="*/ 2147483646 h 537"/>
                <a:gd name="T60" fmla="*/ 2147483646 w 119"/>
                <a:gd name="T61" fmla="*/ 2147483646 h 537"/>
                <a:gd name="T62" fmla="*/ 2147483646 w 119"/>
                <a:gd name="T63" fmla="*/ 2147483646 h 537"/>
                <a:gd name="T64" fmla="*/ 0 w 119"/>
                <a:gd name="T65" fmla="*/ 2147483646 h 537"/>
                <a:gd name="T66" fmla="*/ 0 w 119"/>
                <a:gd name="T67" fmla="*/ 0 h 53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19" h="537">
                  <a:moveTo>
                    <a:pt x="0" y="0"/>
                  </a:moveTo>
                  <a:lnTo>
                    <a:pt x="17" y="13"/>
                  </a:lnTo>
                  <a:lnTo>
                    <a:pt x="32" y="27"/>
                  </a:lnTo>
                  <a:lnTo>
                    <a:pt x="46" y="42"/>
                  </a:lnTo>
                  <a:lnTo>
                    <a:pt x="58" y="59"/>
                  </a:lnTo>
                  <a:lnTo>
                    <a:pt x="70" y="75"/>
                  </a:lnTo>
                  <a:lnTo>
                    <a:pt x="80" y="92"/>
                  </a:lnTo>
                  <a:lnTo>
                    <a:pt x="89" y="110"/>
                  </a:lnTo>
                  <a:lnTo>
                    <a:pt x="96" y="128"/>
                  </a:lnTo>
                  <a:lnTo>
                    <a:pt x="103" y="147"/>
                  </a:lnTo>
                  <a:lnTo>
                    <a:pt x="108" y="166"/>
                  </a:lnTo>
                  <a:lnTo>
                    <a:pt x="112" y="185"/>
                  </a:lnTo>
                  <a:lnTo>
                    <a:pt x="115" y="205"/>
                  </a:lnTo>
                  <a:lnTo>
                    <a:pt x="118" y="224"/>
                  </a:lnTo>
                  <a:lnTo>
                    <a:pt x="119" y="244"/>
                  </a:lnTo>
                  <a:lnTo>
                    <a:pt x="119" y="265"/>
                  </a:lnTo>
                  <a:lnTo>
                    <a:pt x="118" y="285"/>
                  </a:lnTo>
                  <a:lnTo>
                    <a:pt x="117" y="304"/>
                  </a:lnTo>
                  <a:lnTo>
                    <a:pt x="114" y="324"/>
                  </a:lnTo>
                  <a:lnTo>
                    <a:pt x="110" y="343"/>
                  </a:lnTo>
                  <a:lnTo>
                    <a:pt x="106" y="362"/>
                  </a:lnTo>
                  <a:lnTo>
                    <a:pt x="101" y="380"/>
                  </a:lnTo>
                  <a:lnTo>
                    <a:pt x="95" y="398"/>
                  </a:lnTo>
                  <a:lnTo>
                    <a:pt x="89" y="416"/>
                  </a:lnTo>
                  <a:lnTo>
                    <a:pt x="81" y="432"/>
                  </a:lnTo>
                  <a:lnTo>
                    <a:pt x="73" y="448"/>
                  </a:lnTo>
                  <a:lnTo>
                    <a:pt x="65" y="465"/>
                  </a:lnTo>
                  <a:lnTo>
                    <a:pt x="55" y="479"/>
                  </a:lnTo>
                  <a:lnTo>
                    <a:pt x="45" y="493"/>
                  </a:lnTo>
                  <a:lnTo>
                    <a:pt x="35" y="506"/>
                  </a:lnTo>
                  <a:lnTo>
                    <a:pt x="24" y="517"/>
                  </a:lnTo>
                  <a:lnTo>
                    <a:pt x="12" y="528"/>
                  </a:lnTo>
                  <a:lnTo>
                    <a:pt x="0" y="5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87" name="Freeform 42">
              <a:extLst>
                <a:ext uri="{FF2B5EF4-FFF2-40B4-BE49-F238E27FC236}">
                  <a16:creationId xmlns:a16="http://schemas.microsoft.com/office/drawing/2014/main" id="{67548E78-9291-40AB-9939-CF71919FE52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657475" y="2300288"/>
              <a:ext cx="758825" cy="755650"/>
            </a:xfrm>
            <a:custGeom>
              <a:avLst/>
              <a:gdLst>
                <a:gd name="T0" fmla="*/ 2147483646 w 721"/>
                <a:gd name="T1" fmla="*/ 2147483646 h 722"/>
                <a:gd name="T2" fmla="*/ 2147483646 w 721"/>
                <a:gd name="T3" fmla="*/ 2147483646 h 722"/>
                <a:gd name="T4" fmla="*/ 2147483646 w 721"/>
                <a:gd name="T5" fmla="*/ 2147483646 h 722"/>
                <a:gd name="T6" fmla="*/ 2147483646 w 721"/>
                <a:gd name="T7" fmla="*/ 2147483646 h 722"/>
                <a:gd name="T8" fmla="*/ 2147483646 w 721"/>
                <a:gd name="T9" fmla="*/ 2147483646 h 722"/>
                <a:gd name="T10" fmla="*/ 2147483646 w 721"/>
                <a:gd name="T11" fmla="*/ 2147483646 h 722"/>
                <a:gd name="T12" fmla="*/ 2147483646 w 721"/>
                <a:gd name="T13" fmla="*/ 2147483646 h 722"/>
                <a:gd name="T14" fmla="*/ 2147483646 w 721"/>
                <a:gd name="T15" fmla="*/ 2147483646 h 722"/>
                <a:gd name="T16" fmla="*/ 2147483646 w 721"/>
                <a:gd name="T17" fmla="*/ 2147483646 h 722"/>
                <a:gd name="T18" fmla="*/ 2147483646 w 721"/>
                <a:gd name="T19" fmla="*/ 2147483646 h 722"/>
                <a:gd name="T20" fmla="*/ 2147483646 w 721"/>
                <a:gd name="T21" fmla="*/ 2147483646 h 722"/>
                <a:gd name="T22" fmla="*/ 2147483646 w 721"/>
                <a:gd name="T23" fmla="*/ 2147483646 h 722"/>
                <a:gd name="T24" fmla="*/ 2147483646 w 721"/>
                <a:gd name="T25" fmla="*/ 2147483646 h 722"/>
                <a:gd name="T26" fmla="*/ 2147483646 w 721"/>
                <a:gd name="T27" fmla="*/ 2147483646 h 722"/>
                <a:gd name="T28" fmla="*/ 2147483646 w 721"/>
                <a:gd name="T29" fmla="*/ 2147483646 h 722"/>
                <a:gd name="T30" fmla="*/ 2147483646 w 721"/>
                <a:gd name="T31" fmla="*/ 2147483646 h 722"/>
                <a:gd name="T32" fmla="*/ 2147483646 w 721"/>
                <a:gd name="T33" fmla="*/ 2147483646 h 722"/>
                <a:gd name="T34" fmla="*/ 2147483646 w 721"/>
                <a:gd name="T35" fmla="*/ 2147483646 h 722"/>
                <a:gd name="T36" fmla="*/ 2147483646 w 721"/>
                <a:gd name="T37" fmla="*/ 2147483646 h 722"/>
                <a:gd name="T38" fmla="*/ 2147483646 w 721"/>
                <a:gd name="T39" fmla="*/ 2147483646 h 722"/>
                <a:gd name="T40" fmla="*/ 2147483646 w 721"/>
                <a:gd name="T41" fmla="*/ 2147483646 h 722"/>
                <a:gd name="T42" fmla="*/ 2147483646 w 721"/>
                <a:gd name="T43" fmla="*/ 2147483646 h 722"/>
                <a:gd name="T44" fmla="*/ 2147483646 w 721"/>
                <a:gd name="T45" fmla="*/ 2147483646 h 722"/>
                <a:gd name="T46" fmla="*/ 2147483646 w 721"/>
                <a:gd name="T47" fmla="*/ 2147483646 h 722"/>
                <a:gd name="T48" fmla="*/ 2147483646 w 721"/>
                <a:gd name="T49" fmla="*/ 2147483646 h 722"/>
                <a:gd name="T50" fmla="*/ 2147483646 w 721"/>
                <a:gd name="T51" fmla="*/ 2147483646 h 722"/>
                <a:gd name="T52" fmla="*/ 2147483646 w 721"/>
                <a:gd name="T53" fmla="*/ 2147483646 h 722"/>
                <a:gd name="T54" fmla="*/ 2147483646 w 721"/>
                <a:gd name="T55" fmla="*/ 2147483646 h 722"/>
                <a:gd name="T56" fmla="*/ 2147483646 w 721"/>
                <a:gd name="T57" fmla="*/ 2147483646 h 722"/>
                <a:gd name="T58" fmla="*/ 2147483646 w 721"/>
                <a:gd name="T59" fmla="*/ 2147483646 h 722"/>
                <a:gd name="T60" fmla="*/ 2147483646 w 721"/>
                <a:gd name="T61" fmla="*/ 2147483646 h 722"/>
                <a:gd name="T62" fmla="*/ 2147483646 w 721"/>
                <a:gd name="T63" fmla="*/ 2147483646 h 722"/>
                <a:gd name="T64" fmla="*/ 2147483646 w 721"/>
                <a:gd name="T65" fmla="*/ 2147483646 h 722"/>
                <a:gd name="T66" fmla="*/ 2147483646 w 721"/>
                <a:gd name="T67" fmla="*/ 2147483646 h 722"/>
                <a:gd name="T68" fmla="*/ 2147483646 w 721"/>
                <a:gd name="T69" fmla="*/ 2147483646 h 722"/>
                <a:gd name="T70" fmla="*/ 2147483646 w 721"/>
                <a:gd name="T71" fmla="*/ 2147483646 h 722"/>
                <a:gd name="T72" fmla="*/ 2147483646 w 721"/>
                <a:gd name="T73" fmla="*/ 2147483646 h 722"/>
                <a:gd name="T74" fmla="*/ 2147483646 w 721"/>
                <a:gd name="T75" fmla="*/ 2147483646 h 722"/>
                <a:gd name="T76" fmla="*/ 2147483646 w 721"/>
                <a:gd name="T77" fmla="*/ 2147483646 h 722"/>
                <a:gd name="T78" fmla="*/ 2147483646 w 721"/>
                <a:gd name="T79" fmla="*/ 2147483646 h 722"/>
                <a:gd name="T80" fmla="*/ 2147483646 w 721"/>
                <a:gd name="T81" fmla="*/ 2147483646 h 722"/>
                <a:gd name="T82" fmla="*/ 2147483646 w 721"/>
                <a:gd name="T83" fmla="*/ 2147483646 h 722"/>
                <a:gd name="T84" fmla="*/ 2147483646 w 721"/>
                <a:gd name="T85" fmla="*/ 2147483646 h 722"/>
                <a:gd name="T86" fmla="*/ 2147483646 w 721"/>
                <a:gd name="T87" fmla="*/ 2147483646 h 7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1" h="722">
                  <a:moveTo>
                    <a:pt x="674" y="182"/>
                  </a:moveTo>
                  <a:lnTo>
                    <a:pt x="664" y="166"/>
                  </a:lnTo>
                  <a:lnTo>
                    <a:pt x="654" y="151"/>
                  </a:lnTo>
                  <a:lnTo>
                    <a:pt x="643" y="136"/>
                  </a:lnTo>
                  <a:lnTo>
                    <a:pt x="631" y="122"/>
                  </a:lnTo>
                  <a:lnTo>
                    <a:pt x="619" y="108"/>
                  </a:lnTo>
                  <a:lnTo>
                    <a:pt x="607" y="96"/>
                  </a:lnTo>
                  <a:lnTo>
                    <a:pt x="594" y="84"/>
                  </a:lnTo>
                  <a:lnTo>
                    <a:pt x="580" y="73"/>
                  </a:lnTo>
                  <a:lnTo>
                    <a:pt x="566" y="63"/>
                  </a:lnTo>
                  <a:lnTo>
                    <a:pt x="551" y="54"/>
                  </a:lnTo>
                  <a:lnTo>
                    <a:pt x="536" y="45"/>
                  </a:lnTo>
                  <a:lnTo>
                    <a:pt x="520" y="37"/>
                  </a:lnTo>
                  <a:lnTo>
                    <a:pt x="504" y="30"/>
                  </a:lnTo>
                  <a:lnTo>
                    <a:pt x="488" y="23"/>
                  </a:lnTo>
                  <a:lnTo>
                    <a:pt x="472" y="17"/>
                  </a:lnTo>
                  <a:lnTo>
                    <a:pt x="455" y="12"/>
                  </a:lnTo>
                  <a:lnTo>
                    <a:pt x="439" y="8"/>
                  </a:lnTo>
                  <a:lnTo>
                    <a:pt x="422" y="5"/>
                  </a:lnTo>
                  <a:lnTo>
                    <a:pt x="405" y="3"/>
                  </a:lnTo>
                  <a:lnTo>
                    <a:pt x="387" y="1"/>
                  </a:lnTo>
                  <a:lnTo>
                    <a:pt x="370" y="0"/>
                  </a:lnTo>
                  <a:lnTo>
                    <a:pt x="353" y="0"/>
                  </a:lnTo>
                  <a:lnTo>
                    <a:pt x="334" y="1"/>
                  </a:lnTo>
                  <a:lnTo>
                    <a:pt x="317" y="2"/>
                  </a:lnTo>
                  <a:lnTo>
                    <a:pt x="300" y="5"/>
                  </a:lnTo>
                  <a:lnTo>
                    <a:pt x="282" y="8"/>
                  </a:lnTo>
                  <a:lnTo>
                    <a:pt x="265" y="13"/>
                  </a:lnTo>
                  <a:lnTo>
                    <a:pt x="248" y="18"/>
                  </a:lnTo>
                  <a:lnTo>
                    <a:pt x="231" y="24"/>
                  </a:lnTo>
                  <a:lnTo>
                    <a:pt x="214" y="31"/>
                  </a:lnTo>
                  <a:lnTo>
                    <a:pt x="198" y="39"/>
                  </a:lnTo>
                  <a:lnTo>
                    <a:pt x="182" y="47"/>
                  </a:lnTo>
                  <a:lnTo>
                    <a:pt x="166" y="57"/>
                  </a:lnTo>
                  <a:lnTo>
                    <a:pt x="151" y="67"/>
                  </a:lnTo>
                  <a:lnTo>
                    <a:pt x="135" y="78"/>
                  </a:lnTo>
                  <a:lnTo>
                    <a:pt x="121" y="90"/>
                  </a:lnTo>
                  <a:lnTo>
                    <a:pt x="108" y="102"/>
                  </a:lnTo>
                  <a:lnTo>
                    <a:pt x="96" y="114"/>
                  </a:lnTo>
                  <a:lnTo>
                    <a:pt x="84" y="129"/>
                  </a:lnTo>
                  <a:lnTo>
                    <a:pt x="73" y="142"/>
                  </a:lnTo>
                  <a:lnTo>
                    <a:pt x="63" y="157"/>
                  </a:lnTo>
                  <a:lnTo>
                    <a:pt x="54" y="171"/>
                  </a:lnTo>
                  <a:lnTo>
                    <a:pt x="45" y="186"/>
                  </a:lnTo>
                  <a:lnTo>
                    <a:pt x="37" y="201"/>
                  </a:lnTo>
                  <a:lnTo>
                    <a:pt x="30" y="217"/>
                  </a:lnTo>
                  <a:lnTo>
                    <a:pt x="23" y="233"/>
                  </a:lnTo>
                  <a:lnTo>
                    <a:pt x="17" y="249"/>
                  </a:lnTo>
                  <a:lnTo>
                    <a:pt x="12" y="266"/>
                  </a:lnTo>
                  <a:lnTo>
                    <a:pt x="8" y="283"/>
                  </a:lnTo>
                  <a:lnTo>
                    <a:pt x="5" y="300"/>
                  </a:lnTo>
                  <a:lnTo>
                    <a:pt x="3" y="317"/>
                  </a:lnTo>
                  <a:lnTo>
                    <a:pt x="1" y="335"/>
                  </a:lnTo>
                  <a:lnTo>
                    <a:pt x="0" y="352"/>
                  </a:lnTo>
                  <a:lnTo>
                    <a:pt x="0" y="369"/>
                  </a:lnTo>
                  <a:lnTo>
                    <a:pt x="1" y="387"/>
                  </a:lnTo>
                  <a:lnTo>
                    <a:pt x="2" y="404"/>
                  </a:lnTo>
                  <a:lnTo>
                    <a:pt x="5" y="422"/>
                  </a:lnTo>
                  <a:lnTo>
                    <a:pt x="8" y="439"/>
                  </a:lnTo>
                  <a:lnTo>
                    <a:pt x="13" y="456"/>
                  </a:lnTo>
                  <a:lnTo>
                    <a:pt x="18" y="473"/>
                  </a:lnTo>
                  <a:lnTo>
                    <a:pt x="24" y="490"/>
                  </a:lnTo>
                  <a:lnTo>
                    <a:pt x="31" y="507"/>
                  </a:lnTo>
                  <a:lnTo>
                    <a:pt x="39" y="524"/>
                  </a:lnTo>
                  <a:lnTo>
                    <a:pt x="47" y="541"/>
                  </a:lnTo>
                  <a:lnTo>
                    <a:pt x="57" y="556"/>
                  </a:lnTo>
                  <a:lnTo>
                    <a:pt x="67" y="572"/>
                  </a:lnTo>
                  <a:lnTo>
                    <a:pt x="78" y="586"/>
                  </a:lnTo>
                  <a:lnTo>
                    <a:pt x="90" y="600"/>
                  </a:lnTo>
                  <a:lnTo>
                    <a:pt x="102" y="613"/>
                  </a:lnTo>
                  <a:lnTo>
                    <a:pt x="114" y="625"/>
                  </a:lnTo>
                  <a:lnTo>
                    <a:pt x="128" y="637"/>
                  </a:lnTo>
                  <a:lnTo>
                    <a:pt x="141" y="648"/>
                  </a:lnTo>
                  <a:lnTo>
                    <a:pt x="157" y="658"/>
                  </a:lnTo>
                  <a:lnTo>
                    <a:pt x="171" y="668"/>
                  </a:lnTo>
                  <a:lnTo>
                    <a:pt x="186" y="676"/>
                  </a:lnTo>
                  <a:lnTo>
                    <a:pt x="201" y="684"/>
                  </a:lnTo>
                  <a:lnTo>
                    <a:pt x="217" y="692"/>
                  </a:lnTo>
                  <a:lnTo>
                    <a:pt x="233" y="698"/>
                  </a:lnTo>
                  <a:lnTo>
                    <a:pt x="249" y="704"/>
                  </a:lnTo>
                  <a:lnTo>
                    <a:pt x="266" y="709"/>
                  </a:lnTo>
                  <a:lnTo>
                    <a:pt x="283" y="713"/>
                  </a:lnTo>
                  <a:lnTo>
                    <a:pt x="300" y="717"/>
                  </a:lnTo>
                  <a:lnTo>
                    <a:pt x="317" y="720"/>
                  </a:lnTo>
                  <a:lnTo>
                    <a:pt x="334" y="721"/>
                  </a:lnTo>
                  <a:lnTo>
                    <a:pt x="352" y="722"/>
                  </a:lnTo>
                  <a:lnTo>
                    <a:pt x="369" y="722"/>
                  </a:lnTo>
                  <a:lnTo>
                    <a:pt x="387" y="721"/>
                  </a:lnTo>
                  <a:lnTo>
                    <a:pt x="404" y="720"/>
                  </a:lnTo>
                  <a:lnTo>
                    <a:pt x="422" y="717"/>
                  </a:lnTo>
                  <a:lnTo>
                    <a:pt x="439" y="713"/>
                  </a:lnTo>
                  <a:lnTo>
                    <a:pt x="456" y="709"/>
                  </a:lnTo>
                  <a:lnTo>
                    <a:pt x="473" y="703"/>
                  </a:lnTo>
                  <a:lnTo>
                    <a:pt x="490" y="697"/>
                  </a:lnTo>
                  <a:lnTo>
                    <a:pt x="507" y="690"/>
                  </a:lnTo>
                  <a:lnTo>
                    <a:pt x="523" y="683"/>
                  </a:lnTo>
                  <a:lnTo>
                    <a:pt x="541" y="674"/>
                  </a:lnTo>
                  <a:lnTo>
                    <a:pt x="556" y="664"/>
                  </a:lnTo>
                  <a:lnTo>
                    <a:pt x="572" y="654"/>
                  </a:lnTo>
                  <a:lnTo>
                    <a:pt x="586" y="643"/>
                  </a:lnTo>
                  <a:lnTo>
                    <a:pt x="600" y="631"/>
                  </a:lnTo>
                  <a:lnTo>
                    <a:pt x="613" y="619"/>
                  </a:lnTo>
                  <a:lnTo>
                    <a:pt x="625" y="607"/>
                  </a:lnTo>
                  <a:lnTo>
                    <a:pt x="637" y="594"/>
                  </a:lnTo>
                  <a:lnTo>
                    <a:pt x="648" y="580"/>
                  </a:lnTo>
                  <a:lnTo>
                    <a:pt x="658" y="566"/>
                  </a:lnTo>
                  <a:lnTo>
                    <a:pt x="668" y="551"/>
                  </a:lnTo>
                  <a:lnTo>
                    <a:pt x="676" y="536"/>
                  </a:lnTo>
                  <a:lnTo>
                    <a:pt x="684" y="521"/>
                  </a:lnTo>
                  <a:lnTo>
                    <a:pt x="692" y="504"/>
                  </a:lnTo>
                  <a:lnTo>
                    <a:pt x="698" y="488"/>
                  </a:lnTo>
                  <a:lnTo>
                    <a:pt x="704" y="472"/>
                  </a:lnTo>
                  <a:lnTo>
                    <a:pt x="709" y="455"/>
                  </a:lnTo>
                  <a:lnTo>
                    <a:pt x="713" y="439"/>
                  </a:lnTo>
                  <a:lnTo>
                    <a:pt x="716" y="422"/>
                  </a:lnTo>
                  <a:lnTo>
                    <a:pt x="719" y="405"/>
                  </a:lnTo>
                  <a:lnTo>
                    <a:pt x="720" y="387"/>
                  </a:lnTo>
                  <a:lnTo>
                    <a:pt x="721" y="370"/>
                  </a:lnTo>
                  <a:lnTo>
                    <a:pt x="721" y="353"/>
                  </a:lnTo>
                  <a:lnTo>
                    <a:pt x="720" y="335"/>
                  </a:lnTo>
                  <a:lnTo>
                    <a:pt x="719" y="317"/>
                  </a:lnTo>
                  <a:lnTo>
                    <a:pt x="716" y="300"/>
                  </a:lnTo>
                  <a:lnTo>
                    <a:pt x="713" y="282"/>
                  </a:lnTo>
                  <a:lnTo>
                    <a:pt x="709" y="265"/>
                  </a:lnTo>
                  <a:lnTo>
                    <a:pt x="703" y="248"/>
                  </a:lnTo>
                  <a:lnTo>
                    <a:pt x="697" y="231"/>
                  </a:lnTo>
                  <a:lnTo>
                    <a:pt x="690" y="214"/>
                  </a:lnTo>
                  <a:lnTo>
                    <a:pt x="683" y="198"/>
                  </a:lnTo>
                  <a:lnTo>
                    <a:pt x="674" y="182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88" name="Rectangle 43">
              <a:extLst>
                <a:ext uri="{FF2B5EF4-FFF2-40B4-BE49-F238E27FC236}">
                  <a16:creationId xmlns:a16="http://schemas.microsoft.com/office/drawing/2014/main" id="{832D79E6-8D6F-40A9-B357-C6EBA0753CC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97200" y="2689225"/>
              <a:ext cx="122238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89" name="Rectangle 44">
              <a:extLst>
                <a:ext uri="{FF2B5EF4-FFF2-40B4-BE49-F238E27FC236}">
                  <a16:creationId xmlns:a16="http://schemas.microsoft.com/office/drawing/2014/main" id="{EA4F48DD-4443-47DD-86DD-7352F82C9B7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89250" y="3316288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90" name="Rectangle 45">
              <a:extLst>
                <a:ext uri="{FF2B5EF4-FFF2-40B4-BE49-F238E27FC236}">
                  <a16:creationId xmlns:a16="http://schemas.microsoft.com/office/drawing/2014/main" id="{6F02EFFF-1D71-4D45-BB28-2ECB854A636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21025" y="3316288"/>
              <a:ext cx="131763" cy="228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91" name="Freeform 64">
              <a:extLst>
                <a:ext uri="{FF2B5EF4-FFF2-40B4-BE49-F238E27FC236}">
                  <a16:creationId xmlns:a16="http://schemas.microsoft.com/office/drawing/2014/main" id="{008D2383-690D-43AA-8EFA-28F6C413F9A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406650" y="1857375"/>
              <a:ext cx="755650" cy="757238"/>
            </a:xfrm>
            <a:custGeom>
              <a:avLst/>
              <a:gdLst>
                <a:gd name="T0" fmla="*/ 2147483646 w 721"/>
                <a:gd name="T1" fmla="*/ 2147483646 h 721"/>
                <a:gd name="T2" fmla="*/ 2147483646 w 721"/>
                <a:gd name="T3" fmla="*/ 2147483646 h 721"/>
                <a:gd name="T4" fmla="*/ 2147483646 w 721"/>
                <a:gd name="T5" fmla="*/ 2147483646 h 721"/>
                <a:gd name="T6" fmla="*/ 2147483646 w 721"/>
                <a:gd name="T7" fmla="*/ 2147483646 h 721"/>
                <a:gd name="T8" fmla="*/ 2147483646 w 721"/>
                <a:gd name="T9" fmla="*/ 2147483646 h 721"/>
                <a:gd name="T10" fmla="*/ 2147483646 w 721"/>
                <a:gd name="T11" fmla="*/ 2147483646 h 721"/>
                <a:gd name="T12" fmla="*/ 2147483646 w 721"/>
                <a:gd name="T13" fmla="*/ 2147483646 h 721"/>
                <a:gd name="T14" fmla="*/ 2147483646 w 721"/>
                <a:gd name="T15" fmla="*/ 2147483646 h 721"/>
                <a:gd name="T16" fmla="*/ 2147483646 w 721"/>
                <a:gd name="T17" fmla="*/ 2147483646 h 721"/>
                <a:gd name="T18" fmla="*/ 2147483646 w 721"/>
                <a:gd name="T19" fmla="*/ 2147483646 h 721"/>
                <a:gd name="T20" fmla="*/ 0 w 721"/>
                <a:gd name="T21" fmla="*/ 2147483646 h 721"/>
                <a:gd name="T22" fmla="*/ 2147483646 w 721"/>
                <a:gd name="T23" fmla="*/ 2147483646 h 721"/>
                <a:gd name="T24" fmla="*/ 2147483646 w 721"/>
                <a:gd name="T25" fmla="*/ 2147483646 h 721"/>
                <a:gd name="T26" fmla="*/ 2147483646 w 721"/>
                <a:gd name="T27" fmla="*/ 2147483646 h 721"/>
                <a:gd name="T28" fmla="*/ 2147483646 w 721"/>
                <a:gd name="T29" fmla="*/ 2147483646 h 721"/>
                <a:gd name="T30" fmla="*/ 2147483646 w 721"/>
                <a:gd name="T31" fmla="*/ 2147483646 h 721"/>
                <a:gd name="T32" fmla="*/ 2147483646 w 721"/>
                <a:gd name="T33" fmla="*/ 2147483646 h 721"/>
                <a:gd name="T34" fmla="*/ 2147483646 w 721"/>
                <a:gd name="T35" fmla="*/ 2147483646 h 721"/>
                <a:gd name="T36" fmla="*/ 2147483646 w 721"/>
                <a:gd name="T37" fmla="*/ 2147483646 h 721"/>
                <a:gd name="T38" fmla="*/ 2147483646 w 721"/>
                <a:gd name="T39" fmla="*/ 2147483646 h 721"/>
                <a:gd name="T40" fmla="*/ 2147483646 w 721"/>
                <a:gd name="T41" fmla="*/ 2147483646 h 721"/>
                <a:gd name="T42" fmla="*/ 2147483646 w 721"/>
                <a:gd name="T43" fmla="*/ 2147483646 h 721"/>
                <a:gd name="T44" fmla="*/ 2147483646 w 721"/>
                <a:gd name="T45" fmla="*/ 2147483646 h 721"/>
                <a:gd name="T46" fmla="*/ 2147483646 w 721"/>
                <a:gd name="T47" fmla="*/ 2147483646 h 721"/>
                <a:gd name="T48" fmla="*/ 2147483646 w 721"/>
                <a:gd name="T49" fmla="*/ 2147483646 h 721"/>
                <a:gd name="T50" fmla="*/ 2147483646 w 721"/>
                <a:gd name="T51" fmla="*/ 2147483646 h 721"/>
                <a:gd name="T52" fmla="*/ 2147483646 w 721"/>
                <a:gd name="T53" fmla="*/ 2147483646 h 721"/>
                <a:gd name="T54" fmla="*/ 2147483646 w 721"/>
                <a:gd name="T55" fmla="*/ 2147483646 h 721"/>
                <a:gd name="T56" fmla="*/ 2147483646 w 721"/>
                <a:gd name="T57" fmla="*/ 2147483646 h 721"/>
                <a:gd name="T58" fmla="*/ 2147483646 w 721"/>
                <a:gd name="T59" fmla="*/ 2147483646 h 721"/>
                <a:gd name="T60" fmla="*/ 2147483646 w 721"/>
                <a:gd name="T61" fmla="*/ 2147483646 h 721"/>
                <a:gd name="T62" fmla="*/ 2147483646 w 721"/>
                <a:gd name="T63" fmla="*/ 2147483646 h 721"/>
                <a:gd name="T64" fmla="*/ 2147483646 w 721"/>
                <a:gd name="T65" fmla="*/ 2147483646 h 721"/>
                <a:gd name="T66" fmla="*/ 2147483646 w 721"/>
                <a:gd name="T67" fmla="*/ 2147483646 h 721"/>
                <a:gd name="T68" fmla="*/ 2147483646 w 721"/>
                <a:gd name="T69" fmla="*/ 2147483646 h 721"/>
                <a:gd name="T70" fmla="*/ 2147483646 w 721"/>
                <a:gd name="T71" fmla="*/ 2147483646 h 721"/>
                <a:gd name="T72" fmla="*/ 2147483646 w 721"/>
                <a:gd name="T73" fmla="*/ 2147483646 h 721"/>
                <a:gd name="T74" fmla="*/ 2147483646 w 721"/>
                <a:gd name="T75" fmla="*/ 2147483646 h 721"/>
                <a:gd name="T76" fmla="*/ 2147483646 w 721"/>
                <a:gd name="T77" fmla="*/ 2147483646 h 721"/>
                <a:gd name="T78" fmla="*/ 2147483646 w 721"/>
                <a:gd name="T79" fmla="*/ 2147483646 h 721"/>
                <a:gd name="T80" fmla="*/ 2147483646 w 721"/>
                <a:gd name="T81" fmla="*/ 2147483646 h 721"/>
                <a:gd name="T82" fmla="*/ 2147483646 w 721"/>
                <a:gd name="T83" fmla="*/ 2147483646 h 721"/>
                <a:gd name="T84" fmla="*/ 2147483646 w 721"/>
                <a:gd name="T85" fmla="*/ 2147483646 h 721"/>
                <a:gd name="T86" fmla="*/ 2147483646 w 721"/>
                <a:gd name="T87" fmla="*/ 0 h 7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1" h="721">
                  <a:moveTo>
                    <a:pt x="360" y="0"/>
                  </a:moveTo>
                  <a:lnTo>
                    <a:pt x="342" y="0"/>
                  </a:lnTo>
                  <a:lnTo>
                    <a:pt x="323" y="2"/>
                  </a:lnTo>
                  <a:lnTo>
                    <a:pt x="305" y="4"/>
                  </a:lnTo>
                  <a:lnTo>
                    <a:pt x="288" y="7"/>
                  </a:lnTo>
                  <a:lnTo>
                    <a:pt x="270" y="11"/>
                  </a:lnTo>
                  <a:lnTo>
                    <a:pt x="253" y="16"/>
                  </a:lnTo>
                  <a:lnTo>
                    <a:pt x="237" y="22"/>
                  </a:lnTo>
                  <a:lnTo>
                    <a:pt x="220" y="28"/>
                  </a:lnTo>
                  <a:lnTo>
                    <a:pt x="204" y="35"/>
                  </a:lnTo>
                  <a:lnTo>
                    <a:pt x="188" y="43"/>
                  </a:lnTo>
                  <a:lnTo>
                    <a:pt x="173" y="52"/>
                  </a:lnTo>
                  <a:lnTo>
                    <a:pt x="158" y="61"/>
                  </a:lnTo>
                  <a:lnTo>
                    <a:pt x="144" y="71"/>
                  </a:lnTo>
                  <a:lnTo>
                    <a:pt x="131" y="82"/>
                  </a:lnTo>
                  <a:lnTo>
                    <a:pt x="118" y="93"/>
                  </a:lnTo>
                  <a:lnTo>
                    <a:pt x="105" y="105"/>
                  </a:lnTo>
                  <a:lnTo>
                    <a:pt x="93" y="118"/>
                  </a:lnTo>
                  <a:lnTo>
                    <a:pt x="82" y="131"/>
                  </a:lnTo>
                  <a:lnTo>
                    <a:pt x="71" y="144"/>
                  </a:lnTo>
                  <a:lnTo>
                    <a:pt x="61" y="159"/>
                  </a:lnTo>
                  <a:lnTo>
                    <a:pt x="52" y="174"/>
                  </a:lnTo>
                  <a:lnTo>
                    <a:pt x="43" y="189"/>
                  </a:lnTo>
                  <a:lnTo>
                    <a:pt x="35" y="204"/>
                  </a:lnTo>
                  <a:lnTo>
                    <a:pt x="28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2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2" y="485"/>
                  </a:lnTo>
                  <a:lnTo>
                    <a:pt x="28" y="501"/>
                  </a:lnTo>
                  <a:lnTo>
                    <a:pt x="35" y="517"/>
                  </a:lnTo>
                  <a:lnTo>
                    <a:pt x="43" y="532"/>
                  </a:lnTo>
                  <a:lnTo>
                    <a:pt x="52" y="548"/>
                  </a:lnTo>
                  <a:lnTo>
                    <a:pt x="61" y="563"/>
                  </a:lnTo>
                  <a:lnTo>
                    <a:pt x="71" y="577"/>
                  </a:lnTo>
                  <a:lnTo>
                    <a:pt x="82" y="591"/>
                  </a:lnTo>
                  <a:lnTo>
                    <a:pt x="93" y="604"/>
                  </a:lnTo>
                  <a:lnTo>
                    <a:pt x="105" y="616"/>
                  </a:lnTo>
                  <a:lnTo>
                    <a:pt x="118" y="628"/>
                  </a:lnTo>
                  <a:lnTo>
                    <a:pt x="131" y="639"/>
                  </a:lnTo>
                  <a:lnTo>
                    <a:pt x="144" y="650"/>
                  </a:lnTo>
                  <a:lnTo>
                    <a:pt x="158" y="660"/>
                  </a:lnTo>
                  <a:lnTo>
                    <a:pt x="173" y="669"/>
                  </a:lnTo>
                  <a:lnTo>
                    <a:pt x="188" y="678"/>
                  </a:lnTo>
                  <a:lnTo>
                    <a:pt x="204" y="686"/>
                  </a:lnTo>
                  <a:lnTo>
                    <a:pt x="220" y="693"/>
                  </a:lnTo>
                  <a:lnTo>
                    <a:pt x="237" y="700"/>
                  </a:lnTo>
                  <a:lnTo>
                    <a:pt x="253" y="705"/>
                  </a:lnTo>
                  <a:lnTo>
                    <a:pt x="270" y="710"/>
                  </a:lnTo>
                  <a:lnTo>
                    <a:pt x="288" y="714"/>
                  </a:lnTo>
                  <a:lnTo>
                    <a:pt x="305" y="717"/>
                  </a:lnTo>
                  <a:lnTo>
                    <a:pt x="323" y="719"/>
                  </a:lnTo>
                  <a:lnTo>
                    <a:pt x="342" y="721"/>
                  </a:lnTo>
                  <a:lnTo>
                    <a:pt x="360" y="721"/>
                  </a:lnTo>
                  <a:lnTo>
                    <a:pt x="379" y="721"/>
                  </a:lnTo>
                  <a:lnTo>
                    <a:pt x="398" y="719"/>
                  </a:lnTo>
                  <a:lnTo>
                    <a:pt x="416" y="717"/>
                  </a:lnTo>
                  <a:lnTo>
                    <a:pt x="433" y="714"/>
                  </a:lnTo>
                  <a:lnTo>
                    <a:pt x="451" y="710"/>
                  </a:lnTo>
                  <a:lnTo>
                    <a:pt x="468" y="705"/>
                  </a:lnTo>
                  <a:lnTo>
                    <a:pt x="485" y="700"/>
                  </a:lnTo>
                  <a:lnTo>
                    <a:pt x="501" y="693"/>
                  </a:lnTo>
                  <a:lnTo>
                    <a:pt x="517" y="686"/>
                  </a:lnTo>
                  <a:lnTo>
                    <a:pt x="532" y="678"/>
                  </a:lnTo>
                  <a:lnTo>
                    <a:pt x="547" y="669"/>
                  </a:lnTo>
                  <a:lnTo>
                    <a:pt x="562" y="660"/>
                  </a:lnTo>
                  <a:lnTo>
                    <a:pt x="576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6" y="616"/>
                  </a:lnTo>
                  <a:lnTo>
                    <a:pt x="628" y="604"/>
                  </a:lnTo>
                  <a:lnTo>
                    <a:pt x="639" y="591"/>
                  </a:lnTo>
                  <a:lnTo>
                    <a:pt x="650" y="577"/>
                  </a:lnTo>
                  <a:lnTo>
                    <a:pt x="660" y="563"/>
                  </a:lnTo>
                  <a:lnTo>
                    <a:pt x="669" y="548"/>
                  </a:lnTo>
                  <a:lnTo>
                    <a:pt x="678" y="532"/>
                  </a:lnTo>
                  <a:lnTo>
                    <a:pt x="686" y="517"/>
                  </a:lnTo>
                  <a:lnTo>
                    <a:pt x="693" y="501"/>
                  </a:lnTo>
                  <a:lnTo>
                    <a:pt x="699" y="485"/>
                  </a:lnTo>
                  <a:lnTo>
                    <a:pt x="705" y="468"/>
                  </a:lnTo>
                  <a:lnTo>
                    <a:pt x="710" y="451"/>
                  </a:lnTo>
                  <a:lnTo>
                    <a:pt x="714" y="433"/>
                  </a:lnTo>
                  <a:lnTo>
                    <a:pt x="717" y="416"/>
                  </a:lnTo>
                  <a:lnTo>
                    <a:pt x="719" y="398"/>
                  </a:lnTo>
                  <a:lnTo>
                    <a:pt x="721" y="380"/>
                  </a:lnTo>
                  <a:lnTo>
                    <a:pt x="721" y="361"/>
                  </a:lnTo>
                  <a:lnTo>
                    <a:pt x="721" y="342"/>
                  </a:lnTo>
                  <a:lnTo>
                    <a:pt x="719" y="323"/>
                  </a:lnTo>
                  <a:lnTo>
                    <a:pt x="717" y="305"/>
                  </a:lnTo>
                  <a:lnTo>
                    <a:pt x="714" y="288"/>
                  </a:lnTo>
                  <a:lnTo>
                    <a:pt x="710" y="270"/>
                  </a:lnTo>
                  <a:lnTo>
                    <a:pt x="705" y="253"/>
                  </a:lnTo>
                  <a:lnTo>
                    <a:pt x="699" y="237"/>
                  </a:lnTo>
                  <a:lnTo>
                    <a:pt x="693" y="220"/>
                  </a:lnTo>
                  <a:lnTo>
                    <a:pt x="686" y="204"/>
                  </a:lnTo>
                  <a:lnTo>
                    <a:pt x="678" y="189"/>
                  </a:lnTo>
                  <a:lnTo>
                    <a:pt x="669" y="174"/>
                  </a:lnTo>
                  <a:lnTo>
                    <a:pt x="660" y="159"/>
                  </a:lnTo>
                  <a:lnTo>
                    <a:pt x="650" y="144"/>
                  </a:lnTo>
                  <a:lnTo>
                    <a:pt x="639" y="131"/>
                  </a:lnTo>
                  <a:lnTo>
                    <a:pt x="628" y="118"/>
                  </a:lnTo>
                  <a:lnTo>
                    <a:pt x="616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6" y="71"/>
                  </a:lnTo>
                  <a:lnTo>
                    <a:pt x="562" y="61"/>
                  </a:lnTo>
                  <a:lnTo>
                    <a:pt x="547" y="52"/>
                  </a:lnTo>
                  <a:lnTo>
                    <a:pt x="532" y="43"/>
                  </a:lnTo>
                  <a:lnTo>
                    <a:pt x="517" y="35"/>
                  </a:lnTo>
                  <a:lnTo>
                    <a:pt x="501" y="28"/>
                  </a:lnTo>
                  <a:lnTo>
                    <a:pt x="485" y="22"/>
                  </a:lnTo>
                  <a:lnTo>
                    <a:pt x="468" y="16"/>
                  </a:lnTo>
                  <a:lnTo>
                    <a:pt x="451" y="11"/>
                  </a:lnTo>
                  <a:lnTo>
                    <a:pt x="433" y="7"/>
                  </a:lnTo>
                  <a:lnTo>
                    <a:pt x="416" y="4"/>
                  </a:lnTo>
                  <a:lnTo>
                    <a:pt x="398" y="2"/>
                  </a:lnTo>
                  <a:lnTo>
                    <a:pt x="379" y="0"/>
                  </a:lnTo>
                  <a:lnTo>
                    <a:pt x="36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92" name="Freeform 65">
              <a:extLst>
                <a:ext uri="{FF2B5EF4-FFF2-40B4-BE49-F238E27FC236}">
                  <a16:creationId xmlns:a16="http://schemas.microsoft.com/office/drawing/2014/main" id="{18781A7D-71EA-4515-881D-62C0EB9B60F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911475" y="1857375"/>
              <a:ext cx="755650" cy="757238"/>
            </a:xfrm>
            <a:custGeom>
              <a:avLst/>
              <a:gdLst>
                <a:gd name="T0" fmla="*/ 2147483646 w 722"/>
                <a:gd name="T1" fmla="*/ 2147483646 h 721"/>
                <a:gd name="T2" fmla="*/ 2147483646 w 722"/>
                <a:gd name="T3" fmla="*/ 2147483646 h 721"/>
                <a:gd name="T4" fmla="*/ 2147483646 w 722"/>
                <a:gd name="T5" fmla="*/ 2147483646 h 721"/>
                <a:gd name="T6" fmla="*/ 2147483646 w 722"/>
                <a:gd name="T7" fmla="*/ 2147483646 h 721"/>
                <a:gd name="T8" fmla="*/ 2147483646 w 722"/>
                <a:gd name="T9" fmla="*/ 2147483646 h 721"/>
                <a:gd name="T10" fmla="*/ 2147483646 w 722"/>
                <a:gd name="T11" fmla="*/ 2147483646 h 721"/>
                <a:gd name="T12" fmla="*/ 2147483646 w 722"/>
                <a:gd name="T13" fmla="*/ 2147483646 h 721"/>
                <a:gd name="T14" fmla="*/ 2147483646 w 722"/>
                <a:gd name="T15" fmla="*/ 2147483646 h 721"/>
                <a:gd name="T16" fmla="*/ 2147483646 w 722"/>
                <a:gd name="T17" fmla="*/ 2147483646 h 721"/>
                <a:gd name="T18" fmla="*/ 2147483646 w 722"/>
                <a:gd name="T19" fmla="*/ 2147483646 h 721"/>
                <a:gd name="T20" fmla="*/ 0 w 722"/>
                <a:gd name="T21" fmla="*/ 2147483646 h 721"/>
                <a:gd name="T22" fmla="*/ 2147483646 w 722"/>
                <a:gd name="T23" fmla="*/ 2147483646 h 721"/>
                <a:gd name="T24" fmla="*/ 2147483646 w 722"/>
                <a:gd name="T25" fmla="*/ 2147483646 h 721"/>
                <a:gd name="T26" fmla="*/ 2147483646 w 722"/>
                <a:gd name="T27" fmla="*/ 2147483646 h 721"/>
                <a:gd name="T28" fmla="*/ 2147483646 w 722"/>
                <a:gd name="T29" fmla="*/ 2147483646 h 721"/>
                <a:gd name="T30" fmla="*/ 2147483646 w 722"/>
                <a:gd name="T31" fmla="*/ 2147483646 h 721"/>
                <a:gd name="T32" fmla="*/ 2147483646 w 722"/>
                <a:gd name="T33" fmla="*/ 2147483646 h 721"/>
                <a:gd name="T34" fmla="*/ 2147483646 w 722"/>
                <a:gd name="T35" fmla="*/ 2147483646 h 721"/>
                <a:gd name="T36" fmla="*/ 2147483646 w 722"/>
                <a:gd name="T37" fmla="*/ 2147483646 h 721"/>
                <a:gd name="T38" fmla="*/ 2147483646 w 722"/>
                <a:gd name="T39" fmla="*/ 2147483646 h 721"/>
                <a:gd name="T40" fmla="*/ 2147483646 w 722"/>
                <a:gd name="T41" fmla="*/ 2147483646 h 721"/>
                <a:gd name="T42" fmla="*/ 2147483646 w 722"/>
                <a:gd name="T43" fmla="*/ 2147483646 h 721"/>
                <a:gd name="T44" fmla="*/ 2147483646 w 722"/>
                <a:gd name="T45" fmla="*/ 2147483646 h 721"/>
                <a:gd name="T46" fmla="*/ 2147483646 w 722"/>
                <a:gd name="T47" fmla="*/ 2147483646 h 721"/>
                <a:gd name="T48" fmla="*/ 2147483646 w 722"/>
                <a:gd name="T49" fmla="*/ 2147483646 h 721"/>
                <a:gd name="T50" fmla="*/ 2147483646 w 722"/>
                <a:gd name="T51" fmla="*/ 2147483646 h 721"/>
                <a:gd name="T52" fmla="*/ 2147483646 w 722"/>
                <a:gd name="T53" fmla="*/ 2147483646 h 721"/>
                <a:gd name="T54" fmla="*/ 2147483646 w 722"/>
                <a:gd name="T55" fmla="*/ 2147483646 h 721"/>
                <a:gd name="T56" fmla="*/ 2147483646 w 722"/>
                <a:gd name="T57" fmla="*/ 2147483646 h 721"/>
                <a:gd name="T58" fmla="*/ 2147483646 w 722"/>
                <a:gd name="T59" fmla="*/ 2147483646 h 721"/>
                <a:gd name="T60" fmla="*/ 2147483646 w 722"/>
                <a:gd name="T61" fmla="*/ 2147483646 h 721"/>
                <a:gd name="T62" fmla="*/ 2147483646 w 722"/>
                <a:gd name="T63" fmla="*/ 2147483646 h 721"/>
                <a:gd name="T64" fmla="*/ 2147483646 w 722"/>
                <a:gd name="T65" fmla="*/ 2147483646 h 721"/>
                <a:gd name="T66" fmla="*/ 2147483646 w 722"/>
                <a:gd name="T67" fmla="*/ 2147483646 h 721"/>
                <a:gd name="T68" fmla="*/ 2147483646 w 722"/>
                <a:gd name="T69" fmla="*/ 2147483646 h 721"/>
                <a:gd name="T70" fmla="*/ 2147483646 w 722"/>
                <a:gd name="T71" fmla="*/ 2147483646 h 721"/>
                <a:gd name="T72" fmla="*/ 2147483646 w 722"/>
                <a:gd name="T73" fmla="*/ 2147483646 h 721"/>
                <a:gd name="T74" fmla="*/ 2147483646 w 722"/>
                <a:gd name="T75" fmla="*/ 2147483646 h 721"/>
                <a:gd name="T76" fmla="*/ 2147483646 w 722"/>
                <a:gd name="T77" fmla="*/ 2147483646 h 721"/>
                <a:gd name="T78" fmla="*/ 2147483646 w 722"/>
                <a:gd name="T79" fmla="*/ 2147483646 h 721"/>
                <a:gd name="T80" fmla="*/ 2147483646 w 722"/>
                <a:gd name="T81" fmla="*/ 2147483646 h 721"/>
                <a:gd name="T82" fmla="*/ 2147483646 w 722"/>
                <a:gd name="T83" fmla="*/ 2147483646 h 721"/>
                <a:gd name="T84" fmla="*/ 2147483646 w 722"/>
                <a:gd name="T85" fmla="*/ 2147483646 h 721"/>
                <a:gd name="T86" fmla="*/ 2147483646 w 722"/>
                <a:gd name="T87" fmla="*/ 0 h 7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1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6" y="4"/>
                  </a:lnTo>
                  <a:lnTo>
                    <a:pt x="288" y="7"/>
                  </a:lnTo>
                  <a:lnTo>
                    <a:pt x="270" y="11"/>
                  </a:lnTo>
                  <a:lnTo>
                    <a:pt x="253" y="16"/>
                  </a:lnTo>
                  <a:lnTo>
                    <a:pt x="237" y="22"/>
                  </a:lnTo>
                  <a:lnTo>
                    <a:pt x="220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9" y="93"/>
                  </a:lnTo>
                  <a:lnTo>
                    <a:pt x="106" y="105"/>
                  </a:lnTo>
                  <a:lnTo>
                    <a:pt x="93" y="118"/>
                  </a:lnTo>
                  <a:lnTo>
                    <a:pt x="82" y="131"/>
                  </a:lnTo>
                  <a:lnTo>
                    <a:pt x="71" y="144"/>
                  </a:lnTo>
                  <a:lnTo>
                    <a:pt x="61" y="159"/>
                  </a:lnTo>
                  <a:lnTo>
                    <a:pt x="52" y="174"/>
                  </a:lnTo>
                  <a:lnTo>
                    <a:pt x="43" y="189"/>
                  </a:lnTo>
                  <a:lnTo>
                    <a:pt x="35" y="204"/>
                  </a:lnTo>
                  <a:lnTo>
                    <a:pt x="28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2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2" y="485"/>
                  </a:lnTo>
                  <a:lnTo>
                    <a:pt x="28" y="501"/>
                  </a:lnTo>
                  <a:lnTo>
                    <a:pt x="35" y="517"/>
                  </a:lnTo>
                  <a:lnTo>
                    <a:pt x="43" y="532"/>
                  </a:lnTo>
                  <a:lnTo>
                    <a:pt x="52" y="548"/>
                  </a:lnTo>
                  <a:lnTo>
                    <a:pt x="61" y="563"/>
                  </a:lnTo>
                  <a:lnTo>
                    <a:pt x="71" y="577"/>
                  </a:lnTo>
                  <a:lnTo>
                    <a:pt x="82" y="591"/>
                  </a:lnTo>
                  <a:lnTo>
                    <a:pt x="93" y="604"/>
                  </a:lnTo>
                  <a:lnTo>
                    <a:pt x="106" y="616"/>
                  </a:lnTo>
                  <a:lnTo>
                    <a:pt x="119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0" y="693"/>
                  </a:lnTo>
                  <a:lnTo>
                    <a:pt x="237" y="700"/>
                  </a:lnTo>
                  <a:lnTo>
                    <a:pt x="253" y="705"/>
                  </a:lnTo>
                  <a:lnTo>
                    <a:pt x="270" y="710"/>
                  </a:lnTo>
                  <a:lnTo>
                    <a:pt x="288" y="714"/>
                  </a:lnTo>
                  <a:lnTo>
                    <a:pt x="306" y="717"/>
                  </a:lnTo>
                  <a:lnTo>
                    <a:pt x="324" y="719"/>
                  </a:lnTo>
                  <a:lnTo>
                    <a:pt x="343" y="721"/>
                  </a:lnTo>
                  <a:lnTo>
                    <a:pt x="361" y="721"/>
                  </a:lnTo>
                  <a:lnTo>
                    <a:pt x="380" y="721"/>
                  </a:lnTo>
                  <a:lnTo>
                    <a:pt x="398" y="719"/>
                  </a:lnTo>
                  <a:lnTo>
                    <a:pt x="416" y="717"/>
                  </a:lnTo>
                  <a:lnTo>
                    <a:pt x="433" y="714"/>
                  </a:lnTo>
                  <a:lnTo>
                    <a:pt x="451" y="710"/>
                  </a:lnTo>
                  <a:lnTo>
                    <a:pt x="468" y="705"/>
                  </a:lnTo>
                  <a:lnTo>
                    <a:pt x="485" y="700"/>
                  </a:lnTo>
                  <a:lnTo>
                    <a:pt x="502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6" y="616"/>
                  </a:lnTo>
                  <a:lnTo>
                    <a:pt x="628" y="604"/>
                  </a:lnTo>
                  <a:lnTo>
                    <a:pt x="639" y="591"/>
                  </a:lnTo>
                  <a:lnTo>
                    <a:pt x="650" y="577"/>
                  </a:lnTo>
                  <a:lnTo>
                    <a:pt x="660" y="563"/>
                  </a:lnTo>
                  <a:lnTo>
                    <a:pt x="669" y="548"/>
                  </a:lnTo>
                  <a:lnTo>
                    <a:pt x="678" y="532"/>
                  </a:lnTo>
                  <a:lnTo>
                    <a:pt x="687" y="517"/>
                  </a:lnTo>
                  <a:lnTo>
                    <a:pt x="694" y="501"/>
                  </a:lnTo>
                  <a:lnTo>
                    <a:pt x="700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2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0" y="237"/>
                  </a:lnTo>
                  <a:lnTo>
                    <a:pt x="694" y="220"/>
                  </a:lnTo>
                  <a:lnTo>
                    <a:pt x="687" y="204"/>
                  </a:lnTo>
                  <a:lnTo>
                    <a:pt x="678" y="189"/>
                  </a:lnTo>
                  <a:lnTo>
                    <a:pt x="669" y="174"/>
                  </a:lnTo>
                  <a:lnTo>
                    <a:pt x="660" y="159"/>
                  </a:lnTo>
                  <a:lnTo>
                    <a:pt x="650" y="144"/>
                  </a:lnTo>
                  <a:lnTo>
                    <a:pt x="639" y="131"/>
                  </a:lnTo>
                  <a:lnTo>
                    <a:pt x="628" y="118"/>
                  </a:lnTo>
                  <a:lnTo>
                    <a:pt x="616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2" y="28"/>
                  </a:lnTo>
                  <a:lnTo>
                    <a:pt x="485" y="22"/>
                  </a:lnTo>
                  <a:lnTo>
                    <a:pt x="468" y="16"/>
                  </a:lnTo>
                  <a:lnTo>
                    <a:pt x="451" y="11"/>
                  </a:lnTo>
                  <a:lnTo>
                    <a:pt x="433" y="7"/>
                  </a:lnTo>
                  <a:lnTo>
                    <a:pt x="416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93" name="Rectangle 72">
              <a:extLst>
                <a:ext uri="{FF2B5EF4-FFF2-40B4-BE49-F238E27FC236}">
                  <a16:creationId xmlns:a16="http://schemas.microsoft.com/office/drawing/2014/main" id="{FD617367-6CD1-4CE3-ACEF-3403C206826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33600" y="1711325"/>
              <a:ext cx="1787525" cy="1493838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91145" name="Group 74">
            <a:extLst>
              <a:ext uri="{FF2B5EF4-FFF2-40B4-BE49-F238E27FC236}">
                <a16:creationId xmlns:a16="http://schemas.microsoft.com/office/drawing/2014/main" id="{90385DF4-B170-41A6-A6F7-DCB6F04E7260}"/>
              </a:ext>
            </a:extLst>
          </p:cNvPr>
          <p:cNvGrpSpPr>
            <a:grpSpLocks/>
          </p:cNvGrpSpPr>
          <p:nvPr/>
        </p:nvGrpSpPr>
        <p:grpSpPr bwMode="auto">
          <a:xfrm>
            <a:off x="4078288" y="4562475"/>
            <a:ext cx="1789112" cy="1833563"/>
            <a:chOff x="2657" y="1342"/>
            <a:chExt cx="1127" cy="1155"/>
          </a:xfrm>
        </p:grpSpPr>
        <p:sp>
          <p:nvSpPr>
            <p:cNvPr id="91171" name="Freeform 75">
              <a:extLst>
                <a:ext uri="{FF2B5EF4-FFF2-40B4-BE49-F238E27FC236}">
                  <a16:creationId xmlns:a16="http://schemas.microsoft.com/office/drawing/2014/main" id="{B42FE3E8-35CC-4E09-9D33-51D9ED2D352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988" y="1740"/>
              <a:ext cx="478" cy="477"/>
            </a:xfrm>
            <a:custGeom>
              <a:avLst/>
              <a:gdLst>
                <a:gd name="T0" fmla="*/ 2 w 723"/>
                <a:gd name="T1" fmla="*/ 1 h 724"/>
                <a:gd name="T2" fmla="*/ 1 w 723"/>
                <a:gd name="T3" fmla="*/ 1 h 724"/>
                <a:gd name="T4" fmla="*/ 1 w 723"/>
                <a:gd name="T5" fmla="*/ 1 h 724"/>
                <a:gd name="T6" fmla="*/ 1 w 723"/>
                <a:gd name="T7" fmla="*/ 1 h 724"/>
                <a:gd name="T8" fmla="*/ 1 w 723"/>
                <a:gd name="T9" fmla="*/ 1 h 724"/>
                <a:gd name="T10" fmla="*/ 1 w 723"/>
                <a:gd name="T11" fmla="*/ 1 h 724"/>
                <a:gd name="T12" fmla="*/ 1 w 723"/>
                <a:gd name="T13" fmla="*/ 1 h 724"/>
                <a:gd name="T14" fmla="*/ 1 w 723"/>
                <a:gd name="T15" fmla="*/ 1 h 724"/>
                <a:gd name="T16" fmla="*/ 1 w 723"/>
                <a:gd name="T17" fmla="*/ 1 h 724"/>
                <a:gd name="T18" fmla="*/ 1 w 723"/>
                <a:gd name="T19" fmla="*/ 1 h 724"/>
                <a:gd name="T20" fmla="*/ 1 w 723"/>
                <a:gd name="T21" fmla="*/ 1 h 724"/>
                <a:gd name="T22" fmla="*/ 1 w 723"/>
                <a:gd name="T23" fmla="*/ 2 h 724"/>
                <a:gd name="T24" fmla="*/ 1 w 723"/>
                <a:gd name="T25" fmla="*/ 2 h 724"/>
                <a:gd name="T26" fmla="*/ 1 w 723"/>
                <a:gd name="T27" fmla="*/ 2 h 724"/>
                <a:gd name="T28" fmla="*/ 1 w 723"/>
                <a:gd name="T29" fmla="*/ 3 h 724"/>
                <a:gd name="T30" fmla="*/ 1 w 723"/>
                <a:gd name="T31" fmla="*/ 3 h 724"/>
                <a:gd name="T32" fmla="*/ 1 w 723"/>
                <a:gd name="T33" fmla="*/ 3 h 724"/>
                <a:gd name="T34" fmla="*/ 1 w 723"/>
                <a:gd name="T35" fmla="*/ 3 h 724"/>
                <a:gd name="T36" fmla="*/ 1 w 723"/>
                <a:gd name="T37" fmla="*/ 3 h 724"/>
                <a:gd name="T38" fmla="*/ 1 w 723"/>
                <a:gd name="T39" fmla="*/ 3 h 724"/>
                <a:gd name="T40" fmla="*/ 1 w 723"/>
                <a:gd name="T41" fmla="*/ 3 h 724"/>
                <a:gd name="T42" fmla="*/ 2 w 723"/>
                <a:gd name="T43" fmla="*/ 3 h 724"/>
                <a:gd name="T44" fmla="*/ 2 w 723"/>
                <a:gd name="T45" fmla="*/ 3 h 724"/>
                <a:gd name="T46" fmla="*/ 2 w 723"/>
                <a:gd name="T47" fmla="*/ 3 h 724"/>
                <a:gd name="T48" fmla="*/ 2 w 723"/>
                <a:gd name="T49" fmla="*/ 3 h 724"/>
                <a:gd name="T50" fmla="*/ 3 w 723"/>
                <a:gd name="T51" fmla="*/ 3 h 724"/>
                <a:gd name="T52" fmla="*/ 3 w 723"/>
                <a:gd name="T53" fmla="*/ 3 h 724"/>
                <a:gd name="T54" fmla="*/ 3 w 723"/>
                <a:gd name="T55" fmla="*/ 3 h 724"/>
                <a:gd name="T56" fmla="*/ 3 w 723"/>
                <a:gd name="T57" fmla="*/ 3 h 724"/>
                <a:gd name="T58" fmla="*/ 3 w 723"/>
                <a:gd name="T59" fmla="*/ 3 h 724"/>
                <a:gd name="T60" fmla="*/ 3 w 723"/>
                <a:gd name="T61" fmla="*/ 2 h 724"/>
                <a:gd name="T62" fmla="*/ 3 w 723"/>
                <a:gd name="T63" fmla="*/ 2 h 724"/>
                <a:gd name="T64" fmla="*/ 3 w 723"/>
                <a:gd name="T65" fmla="*/ 2 h 724"/>
                <a:gd name="T66" fmla="*/ 3 w 723"/>
                <a:gd name="T67" fmla="*/ 1 h 724"/>
                <a:gd name="T68" fmla="*/ 3 w 723"/>
                <a:gd name="T69" fmla="*/ 1 h 724"/>
                <a:gd name="T70" fmla="*/ 3 w 723"/>
                <a:gd name="T71" fmla="*/ 1 h 724"/>
                <a:gd name="T72" fmla="*/ 3 w 723"/>
                <a:gd name="T73" fmla="*/ 1 h 724"/>
                <a:gd name="T74" fmla="*/ 3 w 723"/>
                <a:gd name="T75" fmla="*/ 1 h 724"/>
                <a:gd name="T76" fmla="*/ 3 w 723"/>
                <a:gd name="T77" fmla="*/ 1 h 724"/>
                <a:gd name="T78" fmla="*/ 3 w 723"/>
                <a:gd name="T79" fmla="*/ 1 h 724"/>
                <a:gd name="T80" fmla="*/ 3 w 723"/>
                <a:gd name="T81" fmla="*/ 1 h 724"/>
                <a:gd name="T82" fmla="*/ 2 w 723"/>
                <a:gd name="T83" fmla="*/ 1 h 724"/>
                <a:gd name="T84" fmla="*/ 2 w 723"/>
                <a:gd name="T85" fmla="*/ 1 h 724"/>
                <a:gd name="T86" fmla="*/ 2 w 723"/>
                <a:gd name="T87" fmla="*/ 1 h 724"/>
                <a:gd name="T88" fmla="*/ 2 w 723"/>
                <a:gd name="T89" fmla="*/ 2 h 72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723" h="724">
                  <a:moveTo>
                    <a:pt x="361" y="362"/>
                  </a:moveTo>
                  <a:lnTo>
                    <a:pt x="361" y="0"/>
                  </a:lnTo>
                  <a:lnTo>
                    <a:pt x="343" y="1"/>
                  </a:lnTo>
                  <a:lnTo>
                    <a:pt x="325" y="2"/>
                  </a:lnTo>
                  <a:lnTo>
                    <a:pt x="307" y="5"/>
                  </a:lnTo>
                  <a:lnTo>
                    <a:pt x="289" y="8"/>
                  </a:lnTo>
                  <a:lnTo>
                    <a:pt x="272" y="12"/>
                  </a:lnTo>
                  <a:lnTo>
                    <a:pt x="254" y="17"/>
                  </a:lnTo>
                  <a:lnTo>
                    <a:pt x="238" y="22"/>
                  </a:lnTo>
                  <a:lnTo>
                    <a:pt x="221" y="29"/>
                  </a:lnTo>
                  <a:lnTo>
                    <a:pt x="205" y="36"/>
                  </a:lnTo>
                  <a:lnTo>
                    <a:pt x="190" y="44"/>
                  </a:lnTo>
                  <a:lnTo>
                    <a:pt x="175" y="53"/>
                  </a:lnTo>
                  <a:lnTo>
                    <a:pt x="159" y="62"/>
                  </a:lnTo>
                  <a:lnTo>
                    <a:pt x="145" y="73"/>
                  </a:lnTo>
                  <a:lnTo>
                    <a:pt x="132" y="84"/>
                  </a:lnTo>
                  <a:lnTo>
                    <a:pt x="118" y="95"/>
                  </a:lnTo>
                  <a:lnTo>
                    <a:pt x="106" y="107"/>
                  </a:lnTo>
                  <a:lnTo>
                    <a:pt x="94" y="119"/>
                  </a:lnTo>
                  <a:lnTo>
                    <a:pt x="83" y="133"/>
                  </a:lnTo>
                  <a:lnTo>
                    <a:pt x="72" y="146"/>
                  </a:lnTo>
                  <a:lnTo>
                    <a:pt x="62" y="160"/>
                  </a:lnTo>
                  <a:lnTo>
                    <a:pt x="53" y="175"/>
                  </a:lnTo>
                  <a:lnTo>
                    <a:pt x="44" y="190"/>
                  </a:lnTo>
                  <a:lnTo>
                    <a:pt x="36" y="205"/>
                  </a:lnTo>
                  <a:lnTo>
                    <a:pt x="29" y="221"/>
                  </a:lnTo>
                  <a:lnTo>
                    <a:pt x="22" y="238"/>
                  </a:lnTo>
                  <a:lnTo>
                    <a:pt x="17" y="254"/>
                  </a:lnTo>
                  <a:lnTo>
                    <a:pt x="12" y="273"/>
                  </a:lnTo>
                  <a:lnTo>
                    <a:pt x="8" y="290"/>
                  </a:lnTo>
                  <a:lnTo>
                    <a:pt x="5" y="308"/>
                  </a:lnTo>
                  <a:lnTo>
                    <a:pt x="2" y="326"/>
                  </a:lnTo>
                  <a:lnTo>
                    <a:pt x="1" y="344"/>
                  </a:lnTo>
                  <a:lnTo>
                    <a:pt x="0" y="362"/>
                  </a:lnTo>
                  <a:lnTo>
                    <a:pt x="1" y="381"/>
                  </a:lnTo>
                  <a:lnTo>
                    <a:pt x="2" y="399"/>
                  </a:lnTo>
                  <a:lnTo>
                    <a:pt x="5" y="417"/>
                  </a:lnTo>
                  <a:lnTo>
                    <a:pt x="8" y="435"/>
                  </a:lnTo>
                  <a:lnTo>
                    <a:pt x="12" y="452"/>
                  </a:lnTo>
                  <a:lnTo>
                    <a:pt x="17" y="471"/>
                  </a:lnTo>
                  <a:lnTo>
                    <a:pt x="22" y="487"/>
                  </a:lnTo>
                  <a:lnTo>
                    <a:pt x="29" y="504"/>
                  </a:lnTo>
                  <a:lnTo>
                    <a:pt x="36" y="520"/>
                  </a:lnTo>
                  <a:lnTo>
                    <a:pt x="44" y="535"/>
                  </a:lnTo>
                  <a:lnTo>
                    <a:pt x="53" y="550"/>
                  </a:lnTo>
                  <a:lnTo>
                    <a:pt x="62" y="565"/>
                  </a:lnTo>
                  <a:lnTo>
                    <a:pt x="72" y="579"/>
                  </a:lnTo>
                  <a:lnTo>
                    <a:pt x="83" y="592"/>
                  </a:lnTo>
                  <a:lnTo>
                    <a:pt x="94" y="606"/>
                  </a:lnTo>
                  <a:lnTo>
                    <a:pt x="106" y="618"/>
                  </a:lnTo>
                  <a:lnTo>
                    <a:pt x="118" y="630"/>
                  </a:lnTo>
                  <a:lnTo>
                    <a:pt x="132" y="641"/>
                  </a:lnTo>
                  <a:lnTo>
                    <a:pt x="145" y="652"/>
                  </a:lnTo>
                  <a:lnTo>
                    <a:pt x="159" y="662"/>
                  </a:lnTo>
                  <a:lnTo>
                    <a:pt x="175" y="672"/>
                  </a:lnTo>
                  <a:lnTo>
                    <a:pt x="190" y="681"/>
                  </a:lnTo>
                  <a:lnTo>
                    <a:pt x="205" y="689"/>
                  </a:lnTo>
                  <a:lnTo>
                    <a:pt x="221" y="696"/>
                  </a:lnTo>
                  <a:lnTo>
                    <a:pt x="238" y="703"/>
                  </a:lnTo>
                  <a:lnTo>
                    <a:pt x="254" y="708"/>
                  </a:lnTo>
                  <a:lnTo>
                    <a:pt x="272" y="713"/>
                  </a:lnTo>
                  <a:lnTo>
                    <a:pt x="289" y="717"/>
                  </a:lnTo>
                  <a:lnTo>
                    <a:pt x="307" y="720"/>
                  </a:lnTo>
                  <a:lnTo>
                    <a:pt x="325" y="723"/>
                  </a:lnTo>
                  <a:lnTo>
                    <a:pt x="343" y="724"/>
                  </a:lnTo>
                  <a:lnTo>
                    <a:pt x="361" y="724"/>
                  </a:lnTo>
                  <a:lnTo>
                    <a:pt x="381" y="724"/>
                  </a:lnTo>
                  <a:lnTo>
                    <a:pt x="399" y="723"/>
                  </a:lnTo>
                  <a:lnTo>
                    <a:pt x="417" y="720"/>
                  </a:lnTo>
                  <a:lnTo>
                    <a:pt x="435" y="717"/>
                  </a:lnTo>
                  <a:lnTo>
                    <a:pt x="452" y="713"/>
                  </a:lnTo>
                  <a:lnTo>
                    <a:pt x="470" y="708"/>
                  </a:lnTo>
                  <a:lnTo>
                    <a:pt x="486" y="703"/>
                  </a:lnTo>
                  <a:lnTo>
                    <a:pt x="503" y="696"/>
                  </a:lnTo>
                  <a:lnTo>
                    <a:pt x="519" y="689"/>
                  </a:lnTo>
                  <a:lnTo>
                    <a:pt x="534" y="681"/>
                  </a:lnTo>
                  <a:lnTo>
                    <a:pt x="549" y="672"/>
                  </a:lnTo>
                  <a:lnTo>
                    <a:pt x="565" y="662"/>
                  </a:lnTo>
                  <a:lnTo>
                    <a:pt x="579" y="652"/>
                  </a:lnTo>
                  <a:lnTo>
                    <a:pt x="592" y="641"/>
                  </a:lnTo>
                  <a:lnTo>
                    <a:pt x="606" y="630"/>
                  </a:lnTo>
                  <a:lnTo>
                    <a:pt x="618" y="618"/>
                  </a:lnTo>
                  <a:lnTo>
                    <a:pt x="630" y="606"/>
                  </a:lnTo>
                  <a:lnTo>
                    <a:pt x="641" y="592"/>
                  </a:lnTo>
                  <a:lnTo>
                    <a:pt x="652" y="579"/>
                  </a:lnTo>
                  <a:lnTo>
                    <a:pt x="662" y="565"/>
                  </a:lnTo>
                  <a:lnTo>
                    <a:pt x="671" y="550"/>
                  </a:lnTo>
                  <a:lnTo>
                    <a:pt x="680" y="535"/>
                  </a:lnTo>
                  <a:lnTo>
                    <a:pt x="688" y="520"/>
                  </a:lnTo>
                  <a:lnTo>
                    <a:pt x="695" y="504"/>
                  </a:lnTo>
                  <a:lnTo>
                    <a:pt x="702" y="487"/>
                  </a:lnTo>
                  <a:lnTo>
                    <a:pt x="707" y="471"/>
                  </a:lnTo>
                  <a:lnTo>
                    <a:pt x="712" y="452"/>
                  </a:lnTo>
                  <a:lnTo>
                    <a:pt x="716" y="435"/>
                  </a:lnTo>
                  <a:lnTo>
                    <a:pt x="719" y="417"/>
                  </a:lnTo>
                  <a:lnTo>
                    <a:pt x="722" y="399"/>
                  </a:lnTo>
                  <a:lnTo>
                    <a:pt x="723" y="381"/>
                  </a:lnTo>
                  <a:lnTo>
                    <a:pt x="723" y="362"/>
                  </a:lnTo>
                  <a:lnTo>
                    <a:pt x="723" y="344"/>
                  </a:lnTo>
                  <a:lnTo>
                    <a:pt x="722" y="326"/>
                  </a:lnTo>
                  <a:lnTo>
                    <a:pt x="719" y="308"/>
                  </a:lnTo>
                  <a:lnTo>
                    <a:pt x="716" y="290"/>
                  </a:lnTo>
                  <a:lnTo>
                    <a:pt x="712" y="273"/>
                  </a:lnTo>
                  <a:lnTo>
                    <a:pt x="707" y="254"/>
                  </a:lnTo>
                  <a:lnTo>
                    <a:pt x="702" y="238"/>
                  </a:lnTo>
                  <a:lnTo>
                    <a:pt x="695" y="221"/>
                  </a:lnTo>
                  <a:lnTo>
                    <a:pt x="688" y="205"/>
                  </a:lnTo>
                  <a:lnTo>
                    <a:pt x="680" y="190"/>
                  </a:lnTo>
                  <a:lnTo>
                    <a:pt x="671" y="175"/>
                  </a:lnTo>
                  <a:lnTo>
                    <a:pt x="662" y="160"/>
                  </a:lnTo>
                  <a:lnTo>
                    <a:pt x="652" y="146"/>
                  </a:lnTo>
                  <a:lnTo>
                    <a:pt x="641" y="133"/>
                  </a:lnTo>
                  <a:lnTo>
                    <a:pt x="630" y="119"/>
                  </a:lnTo>
                  <a:lnTo>
                    <a:pt x="618" y="107"/>
                  </a:lnTo>
                  <a:lnTo>
                    <a:pt x="606" y="95"/>
                  </a:lnTo>
                  <a:lnTo>
                    <a:pt x="592" y="84"/>
                  </a:lnTo>
                  <a:lnTo>
                    <a:pt x="579" y="73"/>
                  </a:lnTo>
                  <a:lnTo>
                    <a:pt x="565" y="62"/>
                  </a:lnTo>
                  <a:lnTo>
                    <a:pt x="549" y="53"/>
                  </a:lnTo>
                  <a:lnTo>
                    <a:pt x="534" y="44"/>
                  </a:lnTo>
                  <a:lnTo>
                    <a:pt x="519" y="36"/>
                  </a:lnTo>
                  <a:lnTo>
                    <a:pt x="503" y="29"/>
                  </a:lnTo>
                  <a:lnTo>
                    <a:pt x="486" y="22"/>
                  </a:lnTo>
                  <a:lnTo>
                    <a:pt x="470" y="17"/>
                  </a:lnTo>
                  <a:lnTo>
                    <a:pt x="452" y="12"/>
                  </a:lnTo>
                  <a:lnTo>
                    <a:pt x="435" y="8"/>
                  </a:lnTo>
                  <a:lnTo>
                    <a:pt x="417" y="5"/>
                  </a:lnTo>
                  <a:lnTo>
                    <a:pt x="399" y="2"/>
                  </a:lnTo>
                  <a:lnTo>
                    <a:pt x="381" y="1"/>
                  </a:lnTo>
                  <a:lnTo>
                    <a:pt x="361" y="0"/>
                  </a:lnTo>
                  <a:lnTo>
                    <a:pt x="361" y="362"/>
                  </a:ln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72" name="Freeform 76">
              <a:extLst>
                <a:ext uri="{FF2B5EF4-FFF2-40B4-BE49-F238E27FC236}">
                  <a16:creationId xmlns:a16="http://schemas.microsoft.com/office/drawing/2014/main" id="{C0DCA228-D30E-49B2-A03E-16BBB72B8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1" y="1743"/>
              <a:ext cx="278" cy="153"/>
            </a:xfrm>
            <a:custGeom>
              <a:avLst/>
              <a:gdLst>
                <a:gd name="T0" fmla="*/ 0 w 289"/>
                <a:gd name="T1" fmla="*/ 13 h 187"/>
                <a:gd name="T2" fmla="*/ 13 w 289"/>
                <a:gd name="T3" fmla="*/ 13 h 187"/>
                <a:gd name="T4" fmla="*/ 25 w 289"/>
                <a:gd name="T5" fmla="*/ 13 h 187"/>
                <a:gd name="T6" fmla="*/ 36 w 289"/>
                <a:gd name="T7" fmla="*/ 13 h 187"/>
                <a:gd name="T8" fmla="*/ 51 w 289"/>
                <a:gd name="T9" fmla="*/ 13 h 187"/>
                <a:gd name="T10" fmla="*/ 65 w 289"/>
                <a:gd name="T11" fmla="*/ 13 h 187"/>
                <a:gd name="T12" fmla="*/ 79 w 289"/>
                <a:gd name="T13" fmla="*/ 13 h 187"/>
                <a:gd name="T14" fmla="*/ 98 w 289"/>
                <a:gd name="T15" fmla="*/ 13 h 187"/>
                <a:gd name="T16" fmla="*/ 117 w 289"/>
                <a:gd name="T17" fmla="*/ 11 h 187"/>
                <a:gd name="T18" fmla="*/ 130 w 289"/>
                <a:gd name="T19" fmla="*/ 10 h 187"/>
                <a:gd name="T20" fmla="*/ 140 w 289"/>
                <a:gd name="T21" fmla="*/ 9 h 187"/>
                <a:gd name="T22" fmla="*/ 152 w 289"/>
                <a:gd name="T23" fmla="*/ 7 h 187"/>
                <a:gd name="T24" fmla="*/ 161 w 289"/>
                <a:gd name="T25" fmla="*/ 5 h 187"/>
                <a:gd name="T26" fmla="*/ 166 w 289"/>
                <a:gd name="T27" fmla="*/ 4 h 187"/>
                <a:gd name="T28" fmla="*/ 170 w 289"/>
                <a:gd name="T29" fmla="*/ 2 h 187"/>
                <a:gd name="T30" fmla="*/ 173 w 289"/>
                <a:gd name="T31" fmla="*/ 2 h 187"/>
                <a:gd name="T32" fmla="*/ 175 w 289"/>
                <a:gd name="T33" fmla="*/ 2 h 187"/>
                <a:gd name="T34" fmla="*/ 158 w 289"/>
                <a:gd name="T35" fmla="*/ 2 h 187"/>
                <a:gd name="T36" fmla="*/ 140 w 289"/>
                <a:gd name="T37" fmla="*/ 0 h 187"/>
                <a:gd name="T38" fmla="*/ 129 w 289"/>
                <a:gd name="T39" fmla="*/ 0 h 187"/>
                <a:gd name="T40" fmla="*/ 116 w 289"/>
                <a:gd name="T41" fmla="*/ 0 h 187"/>
                <a:gd name="T42" fmla="*/ 105 w 289"/>
                <a:gd name="T43" fmla="*/ 2 h 187"/>
                <a:gd name="T44" fmla="*/ 90 w 289"/>
                <a:gd name="T45" fmla="*/ 2 h 187"/>
                <a:gd name="T46" fmla="*/ 80 w 289"/>
                <a:gd name="T47" fmla="*/ 2 h 187"/>
                <a:gd name="T48" fmla="*/ 65 w 289"/>
                <a:gd name="T49" fmla="*/ 2 h 187"/>
                <a:gd name="T50" fmla="*/ 55 w 289"/>
                <a:gd name="T51" fmla="*/ 3 h 187"/>
                <a:gd name="T52" fmla="*/ 39 w 289"/>
                <a:gd name="T53" fmla="*/ 4 h 187"/>
                <a:gd name="T54" fmla="*/ 31 w 289"/>
                <a:gd name="T55" fmla="*/ 6 h 187"/>
                <a:gd name="T56" fmla="*/ 22 w 289"/>
                <a:gd name="T57" fmla="*/ 7 h 187"/>
                <a:gd name="T58" fmla="*/ 13 w 289"/>
                <a:gd name="T59" fmla="*/ 9 h 187"/>
                <a:gd name="T60" fmla="*/ 12 w 289"/>
                <a:gd name="T61" fmla="*/ 11 h 187"/>
                <a:gd name="T62" fmla="*/ 5 w 289"/>
                <a:gd name="T63" fmla="*/ 11 h 187"/>
                <a:gd name="T64" fmla="*/ 0 w 289"/>
                <a:gd name="T65" fmla="*/ 13 h 18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89" h="187">
                  <a:moveTo>
                    <a:pt x="0" y="175"/>
                  </a:moveTo>
                  <a:lnTo>
                    <a:pt x="14" y="180"/>
                  </a:lnTo>
                  <a:lnTo>
                    <a:pt x="38" y="185"/>
                  </a:lnTo>
                  <a:lnTo>
                    <a:pt x="60" y="187"/>
                  </a:lnTo>
                  <a:lnTo>
                    <a:pt x="83" y="187"/>
                  </a:lnTo>
                  <a:lnTo>
                    <a:pt x="109" y="185"/>
                  </a:lnTo>
                  <a:lnTo>
                    <a:pt x="131" y="178"/>
                  </a:lnTo>
                  <a:lnTo>
                    <a:pt x="163" y="166"/>
                  </a:lnTo>
                  <a:lnTo>
                    <a:pt x="194" y="149"/>
                  </a:lnTo>
                  <a:lnTo>
                    <a:pt x="216" y="133"/>
                  </a:lnTo>
                  <a:lnTo>
                    <a:pt x="233" y="115"/>
                  </a:lnTo>
                  <a:lnTo>
                    <a:pt x="252" y="91"/>
                  </a:lnTo>
                  <a:lnTo>
                    <a:pt x="266" y="70"/>
                  </a:lnTo>
                  <a:lnTo>
                    <a:pt x="276" y="52"/>
                  </a:lnTo>
                  <a:lnTo>
                    <a:pt x="283" y="30"/>
                  </a:lnTo>
                  <a:lnTo>
                    <a:pt x="287" y="18"/>
                  </a:lnTo>
                  <a:lnTo>
                    <a:pt x="289" y="9"/>
                  </a:lnTo>
                  <a:lnTo>
                    <a:pt x="262" y="3"/>
                  </a:lnTo>
                  <a:lnTo>
                    <a:pt x="234" y="0"/>
                  </a:lnTo>
                  <a:lnTo>
                    <a:pt x="214" y="0"/>
                  </a:lnTo>
                  <a:lnTo>
                    <a:pt x="193" y="0"/>
                  </a:lnTo>
                  <a:lnTo>
                    <a:pt x="173" y="5"/>
                  </a:lnTo>
                  <a:lnTo>
                    <a:pt x="150" y="10"/>
                  </a:lnTo>
                  <a:lnTo>
                    <a:pt x="132" y="16"/>
                  </a:lnTo>
                  <a:lnTo>
                    <a:pt x="109" y="28"/>
                  </a:lnTo>
                  <a:lnTo>
                    <a:pt x="90" y="40"/>
                  </a:lnTo>
                  <a:lnTo>
                    <a:pt x="66" y="59"/>
                  </a:lnTo>
                  <a:lnTo>
                    <a:pt x="50" y="76"/>
                  </a:lnTo>
                  <a:lnTo>
                    <a:pt x="35" y="95"/>
                  </a:lnTo>
                  <a:lnTo>
                    <a:pt x="23" y="115"/>
                  </a:lnTo>
                  <a:lnTo>
                    <a:pt x="12" y="135"/>
                  </a:lnTo>
                  <a:lnTo>
                    <a:pt x="5" y="156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mpd="sng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73" name="Freeform 77">
              <a:extLst>
                <a:ext uri="{FF2B5EF4-FFF2-40B4-BE49-F238E27FC236}">
                  <a16:creationId xmlns:a16="http://schemas.microsoft.com/office/drawing/2014/main" id="{C1BC266F-FA1F-406C-B290-7C94EEDAEC5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30" y="1422"/>
              <a:ext cx="476" cy="476"/>
            </a:xfrm>
            <a:custGeom>
              <a:avLst/>
              <a:gdLst>
                <a:gd name="T0" fmla="*/ 1 w 722"/>
                <a:gd name="T1" fmla="*/ 1 h 721"/>
                <a:gd name="T2" fmla="*/ 1 w 722"/>
                <a:gd name="T3" fmla="*/ 1 h 721"/>
                <a:gd name="T4" fmla="*/ 1 w 722"/>
                <a:gd name="T5" fmla="*/ 1 h 721"/>
                <a:gd name="T6" fmla="*/ 1 w 722"/>
                <a:gd name="T7" fmla="*/ 1 h 721"/>
                <a:gd name="T8" fmla="*/ 1 w 722"/>
                <a:gd name="T9" fmla="*/ 1 h 721"/>
                <a:gd name="T10" fmla="*/ 1 w 722"/>
                <a:gd name="T11" fmla="*/ 1 h 721"/>
                <a:gd name="T12" fmla="*/ 1 w 722"/>
                <a:gd name="T13" fmla="*/ 1 h 721"/>
                <a:gd name="T14" fmla="*/ 1 w 722"/>
                <a:gd name="T15" fmla="*/ 1 h 721"/>
                <a:gd name="T16" fmla="*/ 1 w 722"/>
                <a:gd name="T17" fmla="*/ 1 h 721"/>
                <a:gd name="T18" fmla="*/ 1 w 722"/>
                <a:gd name="T19" fmla="*/ 1 h 721"/>
                <a:gd name="T20" fmla="*/ 0 w 722"/>
                <a:gd name="T21" fmla="*/ 2 h 721"/>
                <a:gd name="T22" fmla="*/ 1 w 722"/>
                <a:gd name="T23" fmla="*/ 2 h 721"/>
                <a:gd name="T24" fmla="*/ 1 w 722"/>
                <a:gd name="T25" fmla="*/ 2 h 721"/>
                <a:gd name="T26" fmla="*/ 1 w 722"/>
                <a:gd name="T27" fmla="*/ 2 h 721"/>
                <a:gd name="T28" fmla="*/ 1 w 722"/>
                <a:gd name="T29" fmla="*/ 3 h 721"/>
                <a:gd name="T30" fmla="*/ 1 w 722"/>
                <a:gd name="T31" fmla="*/ 3 h 721"/>
                <a:gd name="T32" fmla="*/ 1 w 722"/>
                <a:gd name="T33" fmla="*/ 3 h 721"/>
                <a:gd name="T34" fmla="*/ 1 w 722"/>
                <a:gd name="T35" fmla="*/ 3 h 721"/>
                <a:gd name="T36" fmla="*/ 1 w 722"/>
                <a:gd name="T37" fmla="*/ 3 h 721"/>
                <a:gd name="T38" fmla="*/ 1 w 722"/>
                <a:gd name="T39" fmla="*/ 3 h 721"/>
                <a:gd name="T40" fmla="*/ 1 w 722"/>
                <a:gd name="T41" fmla="*/ 3 h 721"/>
                <a:gd name="T42" fmla="*/ 2 w 722"/>
                <a:gd name="T43" fmla="*/ 3 h 721"/>
                <a:gd name="T44" fmla="*/ 2 w 722"/>
                <a:gd name="T45" fmla="*/ 3 h 721"/>
                <a:gd name="T46" fmla="*/ 2 w 722"/>
                <a:gd name="T47" fmla="*/ 3 h 721"/>
                <a:gd name="T48" fmla="*/ 2 w 722"/>
                <a:gd name="T49" fmla="*/ 3 h 721"/>
                <a:gd name="T50" fmla="*/ 3 w 722"/>
                <a:gd name="T51" fmla="*/ 3 h 721"/>
                <a:gd name="T52" fmla="*/ 3 w 722"/>
                <a:gd name="T53" fmla="*/ 3 h 721"/>
                <a:gd name="T54" fmla="*/ 3 w 722"/>
                <a:gd name="T55" fmla="*/ 3 h 721"/>
                <a:gd name="T56" fmla="*/ 3 w 722"/>
                <a:gd name="T57" fmla="*/ 3 h 721"/>
                <a:gd name="T58" fmla="*/ 3 w 722"/>
                <a:gd name="T59" fmla="*/ 2 h 721"/>
                <a:gd name="T60" fmla="*/ 3 w 722"/>
                <a:gd name="T61" fmla="*/ 2 h 721"/>
                <a:gd name="T62" fmla="*/ 3 w 722"/>
                <a:gd name="T63" fmla="*/ 2 h 721"/>
                <a:gd name="T64" fmla="*/ 3 w 722"/>
                <a:gd name="T65" fmla="*/ 2 h 721"/>
                <a:gd name="T66" fmla="*/ 3 w 722"/>
                <a:gd name="T67" fmla="*/ 1 h 721"/>
                <a:gd name="T68" fmla="*/ 3 w 722"/>
                <a:gd name="T69" fmla="*/ 1 h 721"/>
                <a:gd name="T70" fmla="*/ 3 w 722"/>
                <a:gd name="T71" fmla="*/ 1 h 721"/>
                <a:gd name="T72" fmla="*/ 3 w 722"/>
                <a:gd name="T73" fmla="*/ 1 h 721"/>
                <a:gd name="T74" fmla="*/ 3 w 722"/>
                <a:gd name="T75" fmla="*/ 1 h 721"/>
                <a:gd name="T76" fmla="*/ 3 w 722"/>
                <a:gd name="T77" fmla="*/ 1 h 721"/>
                <a:gd name="T78" fmla="*/ 3 w 722"/>
                <a:gd name="T79" fmla="*/ 1 h 721"/>
                <a:gd name="T80" fmla="*/ 2 w 722"/>
                <a:gd name="T81" fmla="*/ 1 h 721"/>
                <a:gd name="T82" fmla="*/ 2 w 722"/>
                <a:gd name="T83" fmla="*/ 1 h 721"/>
                <a:gd name="T84" fmla="*/ 2 w 722"/>
                <a:gd name="T85" fmla="*/ 1 h 721"/>
                <a:gd name="T86" fmla="*/ 2 w 722"/>
                <a:gd name="T87" fmla="*/ 0 h 7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1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6" y="4"/>
                  </a:lnTo>
                  <a:lnTo>
                    <a:pt x="289" y="7"/>
                  </a:lnTo>
                  <a:lnTo>
                    <a:pt x="271" y="11"/>
                  </a:lnTo>
                  <a:lnTo>
                    <a:pt x="254" y="16"/>
                  </a:lnTo>
                  <a:lnTo>
                    <a:pt x="238" y="22"/>
                  </a:lnTo>
                  <a:lnTo>
                    <a:pt x="221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9" y="93"/>
                  </a:lnTo>
                  <a:lnTo>
                    <a:pt x="106" y="105"/>
                  </a:lnTo>
                  <a:lnTo>
                    <a:pt x="94" y="118"/>
                  </a:lnTo>
                  <a:lnTo>
                    <a:pt x="83" y="131"/>
                  </a:lnTo>
                  <a:lnTo>
                    <a:pt x="72" y="144"/>
                  </a:lnTo>
                  <a:lnTo>
                    <a:pt x="62" y="159"/>
                  </a:lnTo>
                  <a:lnTo>
                    <a:pt x="53" y="174"/>
                  </a:lnTo>
                  <a:lnTo>
                    <a:pt x="44" y="189"/>
                  </a:lnTo>
                  <a:lnTo>
                    <a:pt x="36" y="204"/>
                  </a:lnTo>
                  <a:lnTo>
                    <a:pt x="29" y="220"/>
                  </a:lnTo>
                  <a:lnTo>
                    <a:pt x="23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2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3" y="485"/>
                  </a:lnTo>
                  <a:lnTo>
                    <a:pt x="29" y="501"/>
                  </a:lnTo>
                  <a:lnTo>
                    <a:pt x="36" y="517"/>
                  </a:lnTo>
                  <a:lnTo>
                    <a:pt x="44" y="532"/>
                  </a:lnTo>
                  <a:lnTo>
                    <a:pt x="53" y="547"/>
                  </a:lnTo>
                  <a:lnTo>
                    <a:pt x="62" y="563"/>
                  </a:lnTo>
                  <a:lnTo>
                    <a:pt x="72" y="577"/>
                  </a:lnTo>
                  <a:lnTo>
                    <a:pt x="83" y="591"/>
                  </a:lnTo>
                  <a:lnTo>
                    <a:pt x="94" y="604"/>
                  </a:lnTo>
                  <a:lnTo>
                    <a:pt x="106" y="616"/>
                  </a:lnTo>
                  <a:lnTo>
                    <a:pt x="119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1" y="693"/>
                  </a:lnTo>
                  <a:lnTo>
                    <a:pt x="238" y="699"/>
                  </a:lnTo>
                  <a:lnTo>
                    <a:pt x="254" y="705"/>
                  </a:lnTo>
                  <a:lnTo>
                    <a:pt x="271" y="710"/>
                  </a:lnTo>
                  <a:lnTo>
                    <a:pt x="289" y="714"/>
                  </a:lnTo>
                  <a:lnTo>
                    <a:pt x="306" y="717"/>
                  </a:lnTo>
                  <a:lnTo>
                    <a:pt x="324" y="719"/>
                  </a:lnTo>
                  <a:lnTo>
                    <a:pt x="343" y="721"/>
                  </a:lnTo>
                  <a:lnTo>
                    <a:pt x="361" y="721"/>
                  </a:lnTo>
                  <a:lnTo>
                    <a:pt x="380" y="721"/>
                  </a:lnTo>
                  <a:lnTo>
                    <a:pt x="398" y="719"/>
                  </a:lnTo>
                  <a:lnTo>
                    <a:pt x="417" y="717"/>
                  </a:lnTo>
                  <a:lnTo>
                    <a:pt x="434" y="714"/>
                  </a:lnTo>
                  <a:lnTo>
                    <a:pt x="452" y="710"/>
                  </a:lnTo>
                  <a:lnTo>
                    <a:pt x="469" y="705"/>
                  </a:lnTo>
                  <a:lnTo>
                    <a:pt x="486" y="699"/>
                  </a:lnTo>
                  <a:lnTo>
                    <a:pt x="502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7" y="616"/>
                  </a:lnTo>
                  <a:lnTo>
                    <a:pt x="629" y="604"/>
                  </a:lnTo>
                  <a:lnTo>
                    <a:pt x="640" y="591"/>
                  </a:lnTo>
                  <a:lnTo>
                    <a:pt x="651" y="577"/>
                  </a:lnTo>
                  <a:lnTo>
                    <a:pt x="661" y="563"/>
                  </a:lnTo>
                  <a:lnTo>
                    <a:pt x="670" y="547"/>
                  </a:lnTo>
                  <a:lnTo>
                    <a:pt x="679" y="532"/>
                  </a:lnTo>
                  <a:lnTo>
                    <a:pt x="687" y="517"/>
                  </a:lnTo>
                  <a:lnTo>
                    <a:pt x="694" y="501"/>
                  </a:lnTo>
                  <a:lnTo>
                    <a:pt x="701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2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1" y="237"/>
                  </a:lnTo>
                  <a:lnTo>
                    <a:pt x="694" y="220"/>
                  </a:lnTo>
                  <a:lnTo>
                    <a:pt x="687" y="204"/>
                  </a:lnTo>
                  <a:lnTo>
                    <a:pt x="679" y="189"/>
                  </a:lnTo>
                  <a:lnTo>
                    <a:pt x="670" y="174"/>
                  </a:lnTo>
                  <a:lnTo>
                    <a:pt x="661" y="159"/>
                  </a:lnTo>
                  <a:lnTo>
                    <a:pt x="651" y="144"/>
                  </a:lnTo>
                  <a:lnTo>
                    <a:pt x="640" y="131"/>
                  </a:lnTo>
                  <a:lnTo>
                    <a:pt x="629" y="118"/>
                  </a:lnTo>
                  <a:lnTo>
                    <a:pt x="617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2" y="28"/>
                  </a:lnTo>
                  <a:lnTo>
                    <a:pt x="486" y="22"/>
                  </a:lnTo>
                  <a:lnTo>
                    <a:pt x="469" y="16"/>
                  </a:lnTo>
                  <a:lnTo>
                    <a:pt x="452" y="11"/>
                  </a:lnTo>
                  <a:lnTo>
                    <a:pt x="434" y="7"/>
                  </a:lnTo>
                  <a:lnTo>
                    <a:pt x="417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74" name="Rectangle 78">
              <a:extLst>
                <a:ext uri="{FF2B5EF4-FFF2-40B4-BE49-F238E27FC236}">
                  <a16:creationId xmlns:a16="http://schemas.microsoft.com/office/drawing/2014/main" id="{C0C15330-194E-4388-89F1-98F7C4542D5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54" y="1555"/>
              <a:ext cx="8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75" name="Rectangle 79">
              <a:extLst>
                <a:ext uri="{FF2B5EF4-FFF2-40B4-BE49-F238E27FC236}">
                  <a16:creationId xmlns:a16="http://schemas.microsoft.com/office/drawing/2014/main" id="{6DFD338F-E43D-4788-8E29-4CF9E302031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09" y="1555"/>
              <a:ext cx="8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y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76" name="Rectangle 80">
              <a:extLst>
                <a:ext uri="{FF2B5EF4-FFF2-40B4-BE49-F238E27FC236}">
                  <a16:creationId xmlns:a16="http://schemas.microsoft.com/office/drawing/2014/main" id="{D92A90CB-0B7A-4B4E-9A04-D26052BAE5E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14" y="1957"/>
              <a:ext cx="7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77" name="Rectangle 81">
              <a:extLst>
                <a:ext uri="{FF2B5EF4-FFF2-40B4-BE49-F238E27FC236}">
                  <a16:creationId xmlns:a16="http://schemas.microsoft.com/office/drawing/2014/main" id="{FB21F53C-5ED5-4163-90C2-15342B906E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130" y="2353"/>
              <a:ext cx="83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78" name="Rectangle 82">
              <a:extLst>
                <a:ext uri="{FF2B5EF4-FFF2-40B4-BE49-F238E27FC236}">
                  <a16:creationId xmlns:a16="http://schemas.microsoft.com/office/drawing/2014/main" id="{5BE568BC-DE4E-4980-BD55-17C4BC8E1B5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72" y="2353"/>
              <a:ext cx="7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z 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79" name="Line 83">
              <a:extLst>
                <a:ext uri="{FF2B5EF4-FFF2-40B4-BE49-F238E27FC236}">
                  <a16:creationId xmlns:a16="http://schemas.microsoft.com/office/drawing/2014/main" id="{DF0FA7D9-8CCF-4E34-BDD3-C798580665E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134" y="2377"/>
              <a:ext cx="40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80" name="Freeform 85">
              <a:extLst>
                <a:ext uri="{FF2B5EF4-FFF2-40B4-BE49-F238E27FC236}">
                  <a16:creationId xmlns:a16="http://schemas.microsoft.com/office/drawing/2014/main" id="{50606B07-788E-4257-9308-A5FC310CBA8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148" y="1422"/>
              <a:ext cx="476" cy="476"/>
            </a:xfrm>
            <a:custGeom>
              <a:avLst/>
              <a:gdLst>
                <a:gd name="T0" fmla="*/ 1 w 722"/>
                <a:gd name="T1" fmla="*/ 1 h 721"/>
                <a:gd name="T2" fmla="*/ 1 w 722"/>
                <a:gd name="T3" fmla="*/ 1 h 721"/>
                <a:gd name="T4" fmla="*/ 1 w 722"/>
                <a:gd name="T5" fmla="*/ 1 h 721"/>
                <a:gd name="T6" fmla="*/ 1 w 722"/>
                <a:gd name="T7" fmla="*/ 1 h 721"/>
                <a:gd name="T8" fmla="*/ 1 w 722"/>
                <a:gd name="T9" fmla="*/ 1 h 721"/>
                <a:gd name="T10" fmla="*/ 1 w 722"/>
                <a:gd name="T11" fmla="*/ 1 h 721"/>
                <a:gd name="T12" fmla="*/ 1 w 722"/>
                <a:gd name="T13" fmla="*/ 1 h 721"/>
                <a:gd name="T14" fmla="*/ 1 w 722"/>
                <a:gd name="T15" fmla="*/ 1 h 721"/>
                <a:gd name="T16" fmla="*/ 1 w 722"/>
                <a:gd name="T17" fmla="*/ 1 h 721"/>
                <a:gd name="T18" fmla="*/ 1 w 722"/>
                <a:gd name="T19" fmla="*/ 1 h 721"/>
                <a:gd name="T20" fmla="*/ 0 w 722"/>
                <a:gd name="T21" fmla="*/ 2 h 721"/>
                <a:gd name="T22" fmla="*/ 1 w 722"/>
                <a:gd name="T23" fmla="*/ 2 h 721"/>
                <a:gd name="T24" fmla="*/ 1 w 722"/>
                <a:gd name="T25" fmla="*/ 2 h 721"/>
                <a:gd name="T26" fmla="*/ 1 w 722"/>
                <a:gd name="T27" fmla="*/ 2 h 721"/>
                <a:gd name="T28" fmla="*/ 1 w 722"/>
                <a:gd name="T29" fmla="*/ 3 h 721"/>
                <a:gd name="T30" fmla="*/ 1 w 722"/>
                <a:gd name="T31" fmla="*/ 3 h 721"/>
                <a:gd name="T32" fmla="*/ 1 w 722"/>
                <a:gd name="T33" fmla="*/ 3 h 721"/>
                <a:gd name="T34" fmla="*/ 1 w 722"/>
                <a:gd name="T35" fmla="*/ 3 h 721"/>
                <a:gd name="T36" fmla="*/ 1 w 722"/>
                <a:gd name="T37" fmla="*/ 3 h 721"/>
                <a:gd name="T38" fmla="*/ 1 w 722"/>
                <a:gd name="T39" fmla="*/ 3 h 721"/>
                <a:gd name="T40" fmla="*/ 1 w 722"/>
                <a:gd name="T41" fmla="*/ 3 h 721"/>
                <a:gd name="T42" fmla="*/ 2 w 722"/>
                <a:gd name="T43" fmla="*/ 3 h 721"/>
                <a:gd name="T44" fmla="*/ 2 w 722"/>
                <a:gd name="T45" fmla="*/ 3 h 721"/>
                <a:gd name="T46" fmla="*/ 2 w 722"/>
                <a:gd name="T47" fmla="*/ 3 h 721"/>
                <a:gd name="T48" fmla="*/ 2 w 722"/>
                <a:gd name="T49" fmla="*/ 3 h 721"/>
                <a:gd name="T50" fmla="*/ 3 w 722"/>
                <a:gd name="T51" fmla="*/ 3 h 721"/>
                <a:gd name="T52" fmla="*/ 3 w 722"/>
                <a:gd name="T53" fmla="*/ 3 h 721"/>
                <a:gd name="T54" fmla="*/ 3 w 722"/>
                <a:gd name="T55" fmla="*/ 3 h 721"/>
                <a:gd name="T56" fmla="*/ 3 w 722"/>
                <a:gd name="T57" fmla="*/ 3 h 721"/>
                <a:gd name="T58" fmla="*/ 3 w 722"/>
                <a:gd name="T59" fmla="*/ 2 h 721"/>
                <a:gd name="T60" fmla="*/ 3 w 722"/>
                <a:gd name="T61" fmla="*/ 2 h 721"/>
                <a:gd name="T62" fmla="*/ 3 w 722"/>
                <a:gd name="T63" fmla="*/ 2 h 721"/>
                <a:gd name="T64" fmla="*/ 3 w 722"/>
                <a:gd name="T65" fmla="*/ 2 h 721"/>
                <a:gd name="T66" fmla="*/ 3 w 722"/>
                <a:gd name="T67" fmla="*/ 1 h 721"/>
                <a:gd name="T68" fmla="*/ 3 w 722"/>
                <a:gd name="T69" fmla="*/ 1 h 721"/>
                <a:gd name="T70" fmla="*/ 3 w 722"/>
                <a:gd name="T71" fmla="*/ 1 h 721"/>
                <a:gd name="T72" fmla="*/ 3 w 722"/>
                <a:gd name="T73" fmla="*/ 1 h 721"/>
                <a:gd name="T74" fmla="*/ 3 w 722"/>
                <a:gd name="T75" fmla="*/ 1 h 721"/>
                <a:gd name="T76" fmla="*/ 3 w 722"/>
                <a:gd name="T77" fmla="*/ 1 h 721"/>
                <a:gd name="T78" fmla="*/ 3 w 722"/>
                <a:gd name="T79" fmla="*/ 1 h 721"/>
                <a:gd name="T80" fmla="*/ 2 w 722"/>
                <a:gd name="T81" fmla="*/ 1 h 721"/>
                <a:gd name="T82" fmla="*/ 2 w 722"/>
                <a:gd name="T83" fmla="*/ 1 h 721"/>
                <a:gd name="T84" fmla="*/ 2 w 722"/>
                <a:gd name="T85" fmla="*/ 1 h 721"/>
                <a:gd name="T86" fmla="*/ 2 w 722"/>
                <a:gd name="T87" fmla="*/ 0 h 72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2" h="721">
                  <a:moveTo>
                    <a:pt x="361" y="0"/>
                  </a:moveTo>
                  <a:lnTo>
                    <a:pt x="343" y="0"/>
                  </a:lnTo>
                  <a:lnTo>
                    <a:pt x="324" y="2"/>
                  </a:lnTo>
                  <a:lnTo>
                    <a:pt x="305" y="4"/>
                  </a:lnTo>
                  <a:lnTo>
                    <a:pt x="288" y="7"/>
                  </a:lnTo>
                  <a:lnTo>
                    <a:pt x="270" y="11"/>
                  </a:lnTo>
                  <a:lnTo>
                    <a:pt x="253" y="16"/>
                  </a:lnTo>
                  <a:lnTo>
                    <a:pt x="237" y="22"/>
                  </a:lnTo>
                  <a:lnTo>
                    <a:pt x="220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9" y="61"/>
                  </a:lnTo>
                  <a:lnTo>
                    <a:pt x="145" y="71"/>
                  </a:lnTo>
                  <a:lnTo>
                    <a:pt x="132" y="82"/>
                  </a:lnTo>
                  <a:lnTo>
                    <a:pt x="118" y="93"/>
                  </a:lnTo>
                  <a:lnTo>
                    <a:pt x="105" y="105"/>
                  </a:lnTo>
                  <a:lnTo>
                    <a:pt x="93" y="118"/>
                  </a:lnTo>
                  <a:lnTo>
                    <a:pt x="82" y="131"/>
                  </a:lnTo>
                  <a:lnTo>
                    <a:pt x="71" y="144"/>
                  </a:lnTo>
                  <a:lnTo>
                    <a:pt x="61" y="159"/>
                  </a:lnTo>
                  <a:lnTo>
                    <a:pt x="52" y="174"/>
                  </a:lnTo>
                  <a:lnTo>
                    <a:pt x="43" y="189"/>
                  </a:lnTo>
                  <a:lnTo>
                    <a:pt x="35" y="204"/>
                  </a:lnTo>
                  <a:lnTo>
                    <a:pt x="28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0"/>
                  </a:lnTo>
                  <a:lnTo>
                    <a:pt x="7" y="288"/>
                  </a:lnTo>
                  <a:lnTo>
                    <a:pt x="4" y="305"/>
                  </a:lnTo>
                  <a:lnTo>
                    <a:pt x="2" y="323"/>
                  </a:lnTo>
                  <a:lnTo>
                    <a:pt x="0" y="342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8"/>
                  </a:lnTo>
                  <a:lnTo>
                    <a:pt x="22" y="485"/>
                  </a:lnTo>
                  <a:lnTo>
                    <a:pt x="28" y="501"/>
                  </a:lnTo>
                  <a:lnTo>
                    <a:pt x="35" y="517"/>
                  </a:lnTo>
                  <a:lnTo>
                    <a:pt x="43" y="532"/>
                  </a:lnTo>
                  <a:lnTo>
                    <a:pt x="52" y="547"/>
                  </a:lnTo>
                  <a:lnTo>
                    <a:pt x="61" y="563"/>
                  </a:lnTo>
                  <a:lnTo>
                    <a:pt x="71" y="577"/>
                  </a:lnTo>
                  <a:lnTo>
                    <a:pt x="82" y="591"/>
                  </a:lnTo>
                  <a:lnTo>
                    <a:pt x="93" y="604"/>
                  </a:lnTo>
                  <a:lnTo>
                    <a:pt x="105" y="616"/>
                  </a:lnTo>
                  <a:lnTo>
                    <a:pt x="118" y="628"/>
                  </a:lnTo>
                  <a:lnTo>
                    <a:pt x="132" y="639"/>
                  </a:lnTo>
                  <a:lnTo>
                    <a:pt x="145" y="650"/>
                  </a:lnTo>
                  <a:lnTo>
                    <a:pt x="159" y="660"/>
                  </a:lnTo>
                  <a:lnTo>
                    <a:pt x="174" y="669"/>
                  </a:lnTo>
                  <a:lnTo>
                    <a:pt x="189" y="678"/>
                  </a:lnTo>
                  <a:lnTo>
                    <a:pt x="204" y="686"/>
                  </a:lnTo>
                  <a:lnTo>
                    <a:pt x="220" y="693"/>
                  </a:lnTo>
                  <a:lnTo>
                    <a:pt x="237" y="699"/>
                  </a:lnTo>
                  <a:lnTo>
                    <a:pt x="253" y="705"/>
                  </a:lnTo>
                  <a:lnTo>
                    <a:pt x="270" y="710"/>
                  </a:lnTo>
                  <a:lnTo>
                    <a:pt x="288" y="714"/>
                  </a:lnTo>
                  <a:lnTo>
                    <a:pt x="305" y="717"/>
                  </a:lnTo>
                  <a:lnTo>
                    <a:pt x="324" y="719"/>
                  </a:lnTo>
                  <a:lnTo>
                    <a:pt x="343" y="721"/>
                  </a:lnTo>
                  <a:lnTo>
                    <a:pt x="361" y="721"/>
                  </a:lnTo>
                  <a:lnTo>
                    <a:pt x="380" y="721"/>
                  </a:lnTo>
                  <a:lnTo>
                    <a:pt x="398" y="719"/>
                  </a:lnTo>
                  <a:lnTo>
                    <a:pt x="416" y="717"/>
                  </a:lnTo>
                  <a:lnTo>
                    <a:pt x="433" y="714"/>
                  </a:lnTo>
                  <a:lnTo>
                    <a:pt x="451" y="710"/>
                  </a:lnTo>
                  <a:lnTo>
                    <a:pt x="468" y="705"/>
                  </a:lnTo>
                  <a:lnTo>
                    <a:pt x="485" y="699"/>
                  </a:lnTo>
                  <a:lnTo>
                    <a:pt x="501" y="693"/>
                  </a:lnTo>
                  <a:lnTo>
                    <a:pt x="518" y="686"/>
                  </a:lnTo>
                  <a:lnTo>
                    <a:pt x="533" y="678"/>
                  </a:lnTo>
                  <a:lnTo>
                    <a:pt x="548" y="669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6" y="616"/>
                  </a:lnTo>
                  <a:lnTo>
                    <a:pt x="628" y="604"/>
                  </a:lnTo>
                  <a:lnTo>
                    <a:pt x="639" y="591"/>
                  </a:lnTo>
                  <a:lnTo>
                    <a:pt x="650" y="577"/>
                  </a:lnTo>
                  <a:lnTo>
                    <a:pt x="660" y="563"/>
                  </a:lnTo>
                  <a:lnTo>
                    <a:pt x="669" y="547"/>
                  </a:lnTo>
                  <a:lnTo>
                    <a:pt x="678" y="532"/>
                  </a:lnTo>
                  <a:lnTo>
                    <a:pt x="686" y="517"/>
                  </a:lnTo>
                  <a:lnTo>
                    <a:pt x="693" y="501"/>
                  </a:lnTo>
                  <a:lnTo>
                    <a:pt x="700" y="485"/>
                  </a:lnTo>
                  <a:lnTo>
                    <a:pt x="706" y="468"/>
                  </a:lnTo>
                  <a:lnTo>
                    <a:pt x="711" y="451"/>
                  </a:lnTo>
                  <a:lnTo>
                    <a:pt x="715" y="433"/>
                  </a:lnTo>
                  <a:lnTo>
                    <a:pt x="718" y="416"/>
                  </a:lnTo>
                  <a:lnTo>
                    <a:pt x="720" y="398"/>
                  </a:lnTo>
                  <a:lnTo>
                    <a:pt x="722" y="380"/>
                  </a:lnTo>
                  <a:lnTo>
                    <a:pt x="722" y="361"/>
                  </a:lnTo>
                  <a:lnTo>
                    <a:pt x="722" y="342"/>
                  </a:lnTo>
                  <a:lnTo>
                    <a:pt x="720" y="323"/>
                  </a:lnTo>
                  <a:lnTo>
                    <a:pt x="718" y="305"/>
                  </a:lnTo>
                  <a:lnTo>
                    <a:pt x="715" y="288"/>
                  </a:lnTo>
                  <a:lnTo>
                    <a:pt x="711" y="270"/>
                  </a:lnTo>
                  <a:lnTo>
                    <a:pt x="706" y="253"/>
                  </a:lnTo>
                  <a:lnTo>
                    <a:pt x="700" y="237"/>
                  </a:lnTo>
                  <a:lnTo>
                    <a:pt x="693" y="220"/>
                  </a:lnTo>
                  <a:lnTo>
                    <a:pt x="686" y="204"/>
                  </a:lnTo>
                  <a:lnTo>
                    <a:pt x="678" y="189"/>
                  </a:lnTo>
                  <a:lnTo>
                    <a:pt x="669" y="174"/>
                  </a:lnTo>
                  <a:lnTo>
                    <a:pt x="660" y="159"/>
                  </a:lnTo>
                  <a:lnTo>
                    <a:pt x="650" y="144"/>
                  </a:lnTo>
                  <a:lnTo>
                    <a:pt x="639" y="131"/>
                  </a:lnTo>
                  <a:lnTo>
                    <a:pt x="628" y="118"/>
                  </a:lnTo>
                  <a:lnTo>
                    <a:pt x="616" y="105"/>
                  </a:lnTo>
                  <a:lnTo>
                    <a:pt x="604" y="93"/>
                  </a:lnTo>
                  <a:lnTo>
                    <a:pt x="591" y="82"/>
                  </a:lnTo>
                  <a:lnTo>
                    <a:pt x="577" y="71"/>
                  </a:lnTo>
                  <a:lnTo>
                    <a:pt x="563" y="61"/>
                  </a:lnTo>
                  <a:lnTo>
                    <a:pt x="548" y="52"/>
                  </a:lnTo>
                  <a:lnTo>
                    <a:pt x="533" y="43"/>
                  </a:lnTo>
                  <a:lnTo>
                    <a:pt x="518" y="35"/>
                  </a:lnTo>
                  <a:lnTo>
                    <a:pt x="501" y="28"/>
                  </a:lnTo>
                  <a:lnTo>
                    <a:pt x="485" y="22"/>
                  </a:lnTo>
                  <a:lnTo>
                    <a:pt x="468" y="16"/>
                  </a:lnTo>
                  <a:lnTo>
                    <a:pt x="451" y="11"/>
                  </a:lnTo>
                  <a:lnTo>
                    <a:pt x="433" y="7"/>
                  </a:lnTo>
                  <a:lnTo>
                    <a:pt x="416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81" name="Freeform 86">
              <a:extLst>
                <a:ext uri="{FF2B5EF4-FFF2-40B4-BE49-F238E27FC236}">
                  <a16:creationId xmlns:a16="http://schemas.microsoft.com/office/drawing/2014/main" id="{B3CA77AA-3395-449A-BE99-3A90982EF47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988" y="1741"/>
              <a:ext cx="477" cy="475"/>
            </a:xfrm>
            <a:custGeom>
              <a:avLst/>
              <a:gdLst>
                <a:gd name="T0" fmla="*/ 1 w 721"/>
                <a:gd name="T1" fmla="*/ 1 h 722"/>
                <a:gd name="T2" fmla="*/ 1 w 721"/>
                <a:gd name="T3" fmla="*/ 1 h 722"/>
                <a:gd name="T4" fmla="*/ 1 w 721"/>
                <a:gd name="T5" fmla="*/ 1 h 722"/>
                <a:gd name="T6" fmla="*/ 1 w 721"/>
                <a:gd name="T7" fmla="*/ 1 h 722"/>
                <a:gd name="T8" fmla="*/ 1 w 721"/>
                <a:gd name="T9" fmla="*/ 1 h 722"/>
                <a:gd name="T10" fmla="*/ 1 w 721"/>
                <a:gd name="T11" fmla="*/ 1 h 722"/>
                <a:gd name="T12" fmla="*/ 1 w 721"/>
                <a:gd name="T13" fmla="*/ 1 h 722"/>
                <a:gd name="T14" fmla="*/ 1 w 721"/>
                <a:gd name="T15" fmla="*/ 1 h 722"/>
                <a:gd name="T16" fmla="*/ 1 w 721"/>
                <a:gd name="T17" fmla="*/ 1 h 722"/>
                <a:gd name="T18" fmla="*/ 1 w 721"/>
                <a:gd name="T19" fmla="*/ 1 h 722"/>
                <a:gd name="T20" fmla="*/ 0 w 721"/>
                <a:gd name="T21" fmla="*/ 2 h 722"/>
                <a:gd name="T22" fmla="*/ 1 w 721"/>
                <a:gd name="T23" fmla="*/ 2 h 722"/>
                <a:gd name="T24" fmla="*/ 1 w 721"/>
                <a:gd name="T25" fmla="*/ 2 h 722"/>
                <a:gd name="T26" fmla="*/ 1 w 721"/>
                <a:gd name="T27" fmla="*/ 2 h 722"/>
                <a:gd name="T28" fmla="*/ 1 w 721"/>
                <a:gd name="T29" fmla="*/ 3 h 722"/>
                <a:gd name="T30" fmla="*/ 1 w 721"/>
                <a:gd name="T31" fmla="*/ 3 h 722"/>
                <a:gd name="T32" fmla="*/ 1 w 721"/>
                <a:gd name="T33" fmla="*/ 3 h 722"/>
                <a:gd name="T34" fmla="*/ 1 w 721"/>
                <a:gd name="T35" fmla="*/ 3 h 722"/>
                <a:gd name="T36" fmla="*/ 1 w 721"/>
                <a:gd name="T37" fmla="*/ 3 h 722"/>
                <a:gd name="T38" fmla="*/ 1 w 721"/>
                <a:gd name="T39" fmla="*/ 3 h 722"/>
                <a:gd name="T40" fmla="*/ 1 w 721"/>
                <a:gd name="T41" fmla="*/ 3 h 722"/>
                <a:gd name="T42" fmla="*/ 2 w 721"/>
                <a:gd name="T43" fmla="*/ 3 h 722"/>
                <a:gd name="T44" fmla="*/ 2 w 721"/>
                <a:gd name="T45" fmla="*/ 3 h 722"/>
                <a:gd name="T46" fmla="*/ 2 w 721"/>
                <a:gd name="T47" fmla="*/ 3 h 722"/>
                <a:gd name="T48" fmla="*/ 3 w 721"/>
                <a:gd name="T49" fmla="*/ 3 h 722"/>
                <a:gd name="T50" fmla="*/ 3 w 721"/>
                <a:gd name="T51" fmla="*/ 3 h 722"/>
                <a:gd name="T52" fmla="*/ 3 w 721"/>
                <a:gd name="T53" fmla="*/ 3 h 722"/>
                <a:gd name="T54" fmla="*/ 3 w 721"/>
                <a:gd name="T55" fmla="*/ 3 h 722"/>
                <a:gd name="T56" fmla="*/ 3 w 721"/>
                <a:gd name="T57" fmla="*/ 3 h 722"/>
                <a:gd name="T58" fmla="*/ 3 w 721"/>
                <a:gd name="T59" fmla="*/ 2 h 722"/>
                <a:gd name="T60" fmla="*/ 3 w 721"/>
                <a:gd name="T61" fmla="*/ 2 h 722"/>
                <a:gd name="T62" fmla="*/ 3 w 721"/>
                <a:gd name="T63" fmla="*/ 2 h 722"/>
                <a:gd name="T64" fmla="*/ 3 w 721"/>
                <a:gd name="T65" fmla="*/ 2 h 722"/>
                <a:gd name="T66" fmla="*/ 3 w 721"/>
                <a:gd name="T67" fmla="*/ 1 h 722"/>
                <a:gd name="T68" fmla="*/ 3 w 721"/>
                <a:gd name="T69" fmla="*/ 1 h 722"/>
                <a:gd name="T70" fmla="*/ 3 w 721"/>
                <a:gd name="T71" fmla="*/ 1 h 722"/>
                <a:gd name="T72" fmla="*/ 3 w 721"/>
                <a:gd name="T73" fmla="*/ 1 h 722"/>
                <a:gd name="T74" fmla="*/ 3 w 721"/>
                <a:gd name="T75" fmla="*/ 1 h 722"/>
                <a:gd name="T76" fmla="*/ 3 w 721"/>
                <a:gd name="T77" fmla="*/ 1 h 722"/>
                <a:gd name="T78" fmla="*/ 3 w 721"/>
                <a:gd name="T79" fmla="*/ 1 h 722"/>
                <a:gd name="T80" fmla="*/ 3 w 721"/>
                <a:gd name="T81" fmla="*/ 1 h 722"/>
                <a:gd name="T82" fmla="*/ 2 w 721"/>
                <a:gd name="T83" fmla="*/ 1 h 722"/>
                <a:gd name="T84" fmla="*/ 2 w 721"/>
                <a:gd name="T85" fmla="*/ 1 h 722"/>
                <a:gd name="T86" fmla="*/ 2 w 721"/>
                <a:gd name="T87" fmla="*/ 0 h 72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1" h="722">
                  <a:moveTo>
                    <a:pt x="360" y="0"/>
                  </a:moveTo>
                  <a:lnTo>
                    <a:pt x="342" y="0"/>
                  </a:lnTo>
                  <a:lnTo>
                    <a:pt x="323" y="2"/>
                  </a:lnTo>
                  <a:lnTo>
                    <a:pt x="305" y="4"/>
                  </a:lnTo>
                  <a:lnTo>
                    <a:pt x="288" y="7"/>
                  </a:lnTo>
                  <a:lnTo>
                    <a:pt x="270" y="11"/>
                  </a:lnTo>
                  <a:lnTo>
                    <a:pt x="253" y="16"/>
                  </a:lnTo>
                  <a:lnTo>
                    <a:pt x="237" y="22"/>
                  </a:lnTo>
                  <a:lnTo>
                    <a:pt x="220" y="28"/>
                  </a:lnTo>
                  <a:lnTo>
                    <a:pt x="204" y="35"/>
                  </a:lnTo>
                  <a:lnTo>
                    <a:pt x="189" y="43"/>
                  </a:lnTo>
                  <a:lnTo>
                    <a:pt x="174" y="52"/>
                  </a:lnTo>
                  <a:lnTo>
                    <a:pt x="158" y="61"/>
                  </a:lnTo>
                  <a:lnTo>
                    <a:pt x="144" y="72"/>
                  </a:lnTo>
                  <a:lnTo>
                    <a:pt x="131" y="83"/>
                  </a:lnTo>
                  <a:lnTo>
                    <a:pt x="118" y="94"/>
                  </a:lnTo>
                  <a:lnTo>
                    <a:pt x="105" y="106"/>
                  </a:lnTo>
                  <a:lnTo>
                    <a:pt x="93" y="119"/>
                  </a:lnTo>
                  <a:lnTo>
                    <a:pt x="82" y="132"/>
                  </a:lnTo>
                  <a:lnTo>
                    <a:pt x="71" y="145"/>
                  </a:lnTo>
                  <a:lnTo>
                    <a:pt x="61" y="159"/>
                  </a:lnTo>
                  <a:lnTo>
                    <a:pt x="52" y="174"/>
                  </a:lnTo>
                  <a:lnTo>
                    <a:pt x="43" y="189"/>
                  </a:lnTo>
                  <a:lnTo>
                    <a:pt x="35" y="204"/>
                  </a:lnTo>
                  <a:lnTo>
                    <a:pt x="28" y="220"/>
                  </a:lnTo>
                  <a:lnTo>
                    <a:pt x="22" y="237"/>
                  </a:lnTo>
                  <a:lnTo>
                    <a:pt x="16" y="253"/>
                  </a:lnTo>
                  <a:lnTo>
                    <a:pt x="11" y="271"/>
                  </a:lnTo>
                  <a:lnTo>
                    <a:pt x="7" y="289"/>
                  </a:lnTo>
                  <a:lnTo>
                    <a:pt x="4" y="306"/>
                  </a:lnTo>
                  <a:lnTo>
                    <a:pt x="2" y="324"/>
                  </a:lnTo>
                  <a:lnTo>
                    <a:pt x="0" y="343"/>
                  </a:lnTo>
                  <a:lnTo>
                    <a:pt x="0" y="361"/>
                  </a:lnTo>
                  <a:lnTo>
                    <a:pt x="0" y="380"/>
                  </a:lnTo>
                  <a:lnTo>
                    <a:pt x="2" y="398"/>
                  </a:lnTo>
                  <a:lnTo>
                    <a:pt x="4" y="416"/>
                  </a:lnTo>
                  <a:lnTo>
                    <a:pt x="7" y="433"/>
                  </a:lnTo>
                  <a:lnTo>
                    <a:pt x="11" y="451"/>
                  </a:lnTo>
                  <a:lnTo>
                    <a:pt x="16" y="469"/>
                  </a:lnTo>
                  <a:lnTo>
                    <a:pt x="22" y="486"/>
                  </a:lnTo>
                  <a:lnTo>
                    <a:pt x="28" y="502"/>
                  </a:lnTo>
                  <a:lnTo>
                    <a:pt x="35" y="518"/>
                  </a:lnTo>
                  <a:lnTo>
                    <a:pt x="43" y="533"/>
                  </a:lnTo>
                  <a:lnTo>
                    <a:pt x="52" y="548"/>
                  </a:lnTo>
                  <a:lnTo>
                    <a:pt x="61" y="563"/>
                  </a:lnTo>
                  <a:lnTo>
                    <a:pt x="71" y="577"/>
                  </a:lnTo>
                  <a:lnTo>
                    <a:pt x="82" y="591"/>
                  </a:lnTo>
                  <a:lnTo>
                    <a:pt x="93" y="604"/>
                  </a:lnTo>
                  <a:lnTo>
                    <a:pt x="105" y="616"/>
                  </a:lnTo>
                  <a:lnTo>
                    <a:pt x="118" y="628"/>
                  </a:lnTo>
                  <a:lnTo>
                    <a:pt x="131" y="639"/>
                  </a:lnTo>
                  <a:lnTo>
                    <a:pt x="144" y="650"/>
                  </a:lnTo>
                  <a:lnTo>
                    <a:pt x="158" y="660"/>
                  </a:lnTo>
                  <a:lnTo>
                    <a:pt x="174" y="670"/>
                  </a:lnTo>
                  <a:lnTo>
                    <a:pt x="189" y="679"/>
                  </a:lnTo>
                  <a:lnTo>
                    <a:pt x="204" y="687"/>
                  </a:lnTo>
                  <a:lnTo>
                    <a:pt x="220" y="694"/>
                  </a:lnTo>
                  <a:lnTo>
                    <a:pt x="237" y="700"/>
                  </a:lnTo>
                  <a:lnTo>
                    <a:pt x="253" y="706"/>
                  </a:lnTo>
                  <a:lnTo>
                    <a:pt x="270" y="711"/>
                  </a:lnTo>
                  <a:lnTo>
                    <a:pt x="288" y="715"/>
                  </a:lnTo>
                  <a:lnTo>
                    <a:pt x="305" y="718"/>
                  </a:lnTo>
                  <a:lnTo>
                    <a:pt x="323" y="720"/>
                  </a:lnTo>
                  <a:lnTo>
                    <a:pt x="342" y="722"/>
                  </a:lnTo>
                  <a:lnTo>
                    <a:pt x="360" y="722"/>
                  </a:lnTo>
                  <a:lnTo>
                    <a:pt x="380" y="722"/>
                  </a:lnTo>
                  <a:lnTo>
                    <a:pt x="398" y="720"/>
                  </a:lnTo>
                  <a:lnTo>
                    <a:pt x="416" y="718"/>
                  </a:lnTo>
                  <a:lnTo>
                    <a:pt x="433" y="715"/>
                  </a:lnTo>
                  <a:lnTo>
                    <a:pt x="451" y="711"/>
                  </a:lnTo>
                  <a:lnTo>
                    <a:pt x="468" y="706"/>
                  </a:lnTo>
                  <a:lnTo>
                    <a:pt x="485" y="700"/>
                  </a:lnTo>
                  <a:lnTo>
                    <a:pt x="501" y="694"/>
                  </a:lnTo>
                  <a:lnTo>
                    <a:pt x="517" y="687"/>
                  </a:lnTo>
                  <a:lnTo>
                    <a:pt x="532" y="679"/>
                  </a:lnTo>
                  <a:lnTo>
                    <a:pt x="547" y="670"/>
                  </a:lnTo>
                  <a:lnTo>
                    <a:pt x="563" y="660"/>
                  </a:lnTo>
                  <a:lnTo>
                    <a:pt x="577" y="650"/>
                  </a:lnTo>
                  <a:lnTo>
                    <a:pt x="591" y="639"/>
                  </a:lnTo>
                  <a:lnTo>
                    <a:pt x="604" y="628"/>
                  </a:lnTo>
                  <a:lnTo>
                    <a:pt x="616" y="616"/>
                  </a:lnTo>
                  <a:lnTo>
                    <a:pt x="628" y="604"/>
                  </a:lnTo>
                  <a:lnTo>
                    <a:pt x="639" y="591"/>
                  </a:lnTo>
                  <a:lnTo>
                    <a:pt x="650" y="577"/>
                  </a:lnTo>
                  <a:lnTo>
                    <a:pt x="660" y="563"/>
                  </a:lnTo>
                  <a:lnTo>
                    <a:pt x="669" y="548"/>
                  </a:lnTo>
                  <a:lnTo>
                    <a:pt x="678" y="533"/>
                  </a:lnTo>
                  <a:lnTo>
                    <a:pt x="686" y="518"/>
                  </a:lnTo>
                  <a:lnTo>
                    <a:pt x="693" y="502"/>
                  </a:lnTo>
                  <a:lnTo>
                    <a:pt x="700" y="486"/>
                  </a:lnTo>
                  <a:lnTo>
                    <a:pt x="705" y="469"/>
                  </a:lnTo>
                  <a:lnTo>
                    <a:pt x="710" y="451"/>
                  </a:lnTo>
                  <a:lnTo>
                    <a:pt x="714" y="433"/>
                  </a:lnTo>
                  <a:lnTo>
                    <a:pt x="717" y="416"/>
                  </a:lnTo>
                  <a:lnTo>
                    <a:pt x="719" y="398"/>
                  </a:lnTo>
                  <a:lnTo>
                    <a:pt x="721" y="380"/>
                  </a:lnTo>
                  <a:lnTo>
                    <a:pt x="721" y="361"/>
                  </a:lnTo>
                  <a:lnTo>
                    <a:pt x="721" y="343"/>
                  </a:lnTo>
                  <a:lnTo>
                    <a:pt x="719" y="324"/>
                  </a:lnTo>
                  <a:lnTo>
                    <a:pt x="717" y="306"/>
                  </a:lnTo>
                  <a:lnTo>
                    <a:pt x="714" y="289"/>
                  </a:lnTo>
                  <a:lnTo>
                    <a:pt x="710" y="271"/>
                  </a:lnTo>
                  <a:lnTo>
                    <a:pt x="705" y="253"/>
                  </a:lnTo>
                  <a:lnTo>
                    <a:pt x="700" y="237"/>
                  </a:lnTo>
                  <a:lnTo>
                    <a:pt x="693" y="220"/>
                  </a:lnTo>
                  <a:lnTo>
                    <a:pt x="686" y="204"/>
                  </a:lnTo>
                  <a:lnTo>
                    <a:pt x="678" y="189"/>
                  </a:lnTo>
                  <a:lnTo>
                    <a:pt x="669" y="174"/>
                  </a:lnTo>
                  <a:lnTo>
                    <a:pt x="660" y="159"/>
                  </a:lnTo>
                  <a:lnTo>
                    <a:pt x="650" y="145"/>
                  </a:lnTo>
                  <a:lnTo>
                    <a:pt x="639" y="132"/>
                  </a:lnTo>
                  <a:lnTo>
                    <a:pt x="628" y="119"/>
                  </a:lnTo>
                  <a:lnTo>
                    <a:pt x="616" y="106"/>
                  </a:lnTo>
                  <a:lnTo>
                    <a:pt x="604" y="94"/>
                  </a:lnTo>
                  <a:lnTo>
                    <a:pt x="591" y="83"/>
                  </a:lnTo>
                  <a:lnTo>
                    <a:pt x="577" y="72"/>
                  </a:lnTo>
                  <a:lnTo>
                    <a:pt x="563" y="61"/>
                  </a:lnTo>
                  <a:lnTo>
                    <a:pt x="547" y="52"/>
                  </a:lnTo>
                  <a:lnTo>
                    <a:pt x="532" y="43"/>
                  </a:lnTo>
                  <a:lnTo>
                    <a:pt x="517" y="35"/>
                  </a:lnTo>
                  <a:lnTo>
                    <a:pt x="501" y="28"/>
                  </a:lnTo>
                  <a:lnTo>
                    <a:pt x="485" y="22"/>
                  </a:lnTo>
                  <a:lnTo>
                    <a:pt x="468" y="16"/>
                  </a:lnTo>
                  <a:lnTo>
                    <a:pt x="451" y="11"/>
                  </a:lnTo>
                  <a:lnTo>
                    <a:pt x="433" y="7"/>
                  </a:lnTo>
                  <a:lnTo>
                    <a:pt x="416" y="4"/>
                  </a:lnTo>
                  <a:lnTo>
                    <a:pt x="398" y="2"/>
                  </a:lnTo>
                  <a:lnTo>
                    <a:pt x="380" y="0"/>
                  </a:lnTo>
                  <a:lnTo>
                    <a:pt x="36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182" name="Rectangle 87">
              <a:extLst>
                <a:ext uri="{FF2B5EF4-FFF2-40B4-BE49-F238E27FC236}">
                  <a16:creationId xmlns:a16="http://schemas.microsoft.com/office/drawing/2014/main" id="{19BA2F1E-6DCC-471A-8E70-27A2A67C58C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57" y="1342"/>
              <a:ext cx="1127" cy="941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91146" name="Group 54">
            <a:extLst>
              <a:ext uri="{FF2B5EF4-FFF2-40B4-BE49-F238E27FC236}">
                <a16:creationId xmlns:a16="http://schemas.microsoft.com/office/drawing/2014/main" id="{0B9F74FD-579A-4C1B-A5C5-5DE9CF769A0A}"/>
              </a:ext>
            </a:extLst>
          </p:cNvPr>
          <p:cNvGrpSpPr>
            <a:grpSpLocks/>
          </p:cNvGrpSpPr>
          <p:nvPr/>
        </p:nvGrpSpPr>
        <p:grpSpPr bwMode="auto">
          <a:xfrm>
            <a:off x="6975475" y="4572000"/>
            <a:ext cx="1787525" cy="1828800"/>
            <a:chOff x="2133600" y="5705475"/>
            <a:chExt cx="1787525" cy="1828800"/>
          </a:xfrm>
        </p:grpSpPr>
        <p:grpSp>
          <p:nvGrpSpPr>
            <p:cNvPr id="91149" name="Group 26">
              <a:extLst>
                <a:ext uri="{FF2B5EF4-FFF2-40B4-BE49-F238E27FC236}">
                  <a16:creationId xmlns:a16="http://schemas.microsoft.com/office/drawing/2014/main" id="{93F79E19-E641-4796-9E9B-B48EF7207A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4138" y="7305675"/>
              <a:ext cx="873125" cy="228600"/>
              <a:chOff x="2955" y="3712"/>
              <a:chExt cx="550" cy="144"/>
            </a:xfrm>
          </p:grpSpPr>
          <p:sp>
            <p:nvSpPr>
              <p:cNvPr id="91166" name="Rectangle 27">
                <a:extLst>
                  <a:ext uri="{FF2B5EF4-FFF2-40B4-BE49-F238E27FC236}">
                    <a16:creationId xmlns:a16="http://schemas.microsoft.com/office/drawing/2014/main" id="{6FAEA09A-F5A2-489F-A3C5-C0CA810EAA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55" y="3712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67" name="Rectangle 28">
                <a:extLst>
                  <a:ext uri="{FF2B5EF4-FFF2-40B4-BE49-F238E27FC236}">
                    <a16:creationId xmlns:a16="http://schemas.microsoft.com/office/drawing/2014/main" id="{9FAEF7DC-E2B5-437D-8DBF-71AC18383A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00" y="3712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y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68" name="Rectangle 30">
                <a:extLst>
                  <a:ext uri="{FF2B5EF4-FFF2-40B4-BE49-F238E27FC236}">
                    <a16:creationId xmlns:a16="http://schemas.microsoft.com/office/drawing/2014/main" id="{8B0B0CA4-EAB3-4E6D-B0EF-5785547281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286" y="3712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69" name="Rectangle 31">
                <a:extLst>
                  <a:ext uri="{FF2B5EF4-FFF2-40B4-BE49-F238E27FC236}">
                    <a16:creationId xmlns:a16="http://schemas.microsoft.com/office/drawing/2014/main" id="{65936AE5-FAD1-4126-B317-89348E73AB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83" y="3712"/>
                <a:ext cx="98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+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70" name="Rectangle 32">
                <a:extLst>
                  <a:ext uri="{FF2B5EF4-FFF2-40B4-BE49-F238E27FC236}">
                    <a16:creationId xmlns:a16="http://schemas.microsoft.com/office/drawing/2014/main" id="{A0D7D971-D672-4522-8958-5043883518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28" y="3712"/>
                <a:ext cx="7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z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91150" name="Group 108">
              <a:extLst>
                <a:ext uri="{FF2B5EF4-FFF2-40B4-BE49-F238E27FC236}">
                  <a16:creationId xmlns:a16="http://schemas.microsoft.com/office/drawing/2014/main" id="{054DB2A6-4937-4753-9B2F-D561FC83E8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3600" y="5705475"/>
              <a:ext cx="1787525" cy="1622425"/>
              <a:chOff x="2646" y="2704"/>
              <a:chExt cx="1126" cy="1022"/>
            </a:xfrm>
          </p:grpSpPr>
          <p:sp>
            <p:nvSpPr>
              <p:cNvPr id="91151" name="Freeform 109">
                <a:extLst>
                  <a:ext uri="{FF2B5EF4-FFF2-40B4-BE49-F238E27FC236}">
                    <a16:creationId xmlns:a16="http://schemas.microsoft.com/office/drawing/2014/main" id="{96D9BAB2-647C-4276-8E4A-4D904352F2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76" y="3075"/>
                <a:ext cx="478" cy="477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3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3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1" y="0"/>
                    </a:moveTo>
                    <a:lnTo>
                      <a:pt x="343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9" y="43"/>
                    </a:lnTo>
                    <a:lnTo>
                      <a:pt x="174" y="52"/>
                    </a:lnTo>
                    <a:lnTo>
                      <a:pt x="159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6"/>
                    </a:lnTo>
                    <a:lnTo>
                      <a:pt x="93" y="119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6"/>
                    </a:lnTo>
                    <a:lnTo>
                      <a:pt x="2" y="324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2"/>
                    </a:lnTo>
                    <a:lnTo>
                      <a:pt x="35" y="518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9" y="660"/>
                    </a:lnTo>
                    <a:lnTo>
                      <a:pt x="174" y="669"/>
                    </a:lnTo>
                    <a:lnTo>
                      <a:pt x="189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700"/>
                    </a:lnTo>
                    <a:lnTo>
                      <a:pt x="253" y="706"/>
                    </a:lnTo>
                    <a:lnTo>
                      <a:pt x="270" y="711"/>
                    </a:lnTo>
                    <a:lnTo>
                      <a:pt x="288" y="715"/>
                    </a:lnTo>
                    <a:lnTo>
                      <a:pt x="305" y="718"/>
                    </a:lnTo>
                    <a:lnTo>
                      <a:pt x="323" y="720"/>
                    </a:lnTo>
                    <a:lnTo>
                      <a:pt x="343" y="722"/>
                    </a:lnTo>
                    <a:lnTo>
                      <a:pt x="361" y="722"/>
                    </a:lnTo>
                    <a:lnTo>
                      <a:pt x="380" y="722"/>
                    </a:lnTo>
                    <a:lnTo>
                      <a:pt x="398" y="720"/>
                    </a:lnTo>
                    <a:lnTo>
                      <a:pt x="416" y="718"/>
                    </a:lnTo>
                    <a:lnTo>
                      <a:pt x="433" y="715"/>
                    </a:lnTo>
                    <a:lnTo>
                      <a:pt x="451" y="711"/>
                    </a:lnTo>
                    <a:lnTo>
                      <a:pt x="468" y="706"/>
                    </a:lnTo>
                    <a:lnTo>
                      <a:pt x="485" y="700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8" y="669"/>
                    </a:lnTo>
                    <a:lnTo>
                      <a:pt x="563" y="660"/>
                    </a:lnTo>
                    <a:lnTo>
                      <a:pt x="577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8"/>
                    </a:lnTo>
                    <a:lnTo>
                      <a:pt x="693" y="502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4"/>
                    </a:lnTo>
                    <a:lnTo>
                      <a:pt x="717" y="306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9"/>
                    </a:lnTo>
                    <a:lnTo>
                      <a:pt x="616" y="106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7" y="71"/>
                    </a:lnTo>
                    <a:lnTo>
                      <a:pt x="563" y="61"/>
                    </a:lnTo>
                    <a:lnTo>
                      <a:pt x="548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80" y="0"/>
                    </a:lnTo>
                    <a:lnTo>
                      <a:pt x="361" y="0"/>
                    </a:lnTo>
                  </a:path>
                </a:pathLst>
              </a:custGeom>
              <a:solidFill>
                <a:srgbClr val="66FFFF"/>
              </a:solidFill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52" name="Line 110">
                <a:extLst>
                  <a:ext uri="{FF2B5EF4-FFF2-40B4-BE49-F238E27FC236}">
                    <a16:creationId xmlns:a16="http://schemas.microsoft.com/office/drawing/2014/main" id="{F527E81C-BE56-43ED-868E-15943B20F19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3291" y="3725"/>
                <a:ext cx="34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53" name="Freeform 111">
                <a:extLst>
                  <a:ext uri="{FF2B5EF4-FFF2-40B4-BE49-F238E27FC236}">
                    <a16:creationId xmlns:a16="http://schemas.microsoft.com/office/drawing/2014/main" id="{2DB5887B-B13D-4429-992E-546A662B01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18" y="2797"/>
                <a:ext cx="476" cy="476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2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2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0" y="0"/>
                    </a:moveTo>
                    <a:lnTo>
                      <a:pt x="342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8" y="43"/>
                    </a:lnTo>
                    <a:lnTo>
                      <a:pt x="173" y="52"/>
                    </a:lnTo>
                    <a:lnTo>
                      <a:pt x="158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5"/>
                    </a:lnTo>
                    <a:lnTo>
                      <a:pt x="93" y="118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5"/>
                    </a:lnTo>
                    <a:lnTo>
                      <a:pt x="2" y="323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1"/>
                    </a:lnTo>
                    <a:lnTo>
                      <a:pt x="35" y="517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8" y="660"/>
                    </a:lnTo>
                    <a:lnTo>
                      <a:pt x="173" y="669"/>
                    </a:lnTo>
                    <a:lnTo>
                      <a:pt x="188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699"/>
                    </a:lnTo>
                    <a:lnTo>
                      <a:pt x="253" y="705"/>
                    </a:lnTo>
                    <a:lnTo>
                      <a:pt x="270" y="710"/>
                    </a:lnTo>
                    <a:lnTo>
                      <a:pt x="288" y="714"/>
                    </a:lnTo>
                    <a:lnTo>
                      <a:pt x="305" y="717"/>
                    </a:lnTo>
                    <a:lnTo>
                      <a:pt x="323" y="719"/>
                    </a:lnTo>
                    <a:lnTo>
                      <a:pt x="342" y="722"/>
                    </a:lnTo>
                    <a:lnTo>
                      <a:pt x="360" y="722"/>
                    </a:lnTo>
                    <a:lnTo>
                      <a:pt x="379" y="722"/>
                    </a:lnTo>
                    <a:lnTo>
                      <a:pt x="398" y="719"/>
                    </a:lnTo>
                    <a:lnTo>
                      <a:pt x="416" y="717"/>
                    </a:lnTo>
                    <a:lnTo>
                      <a:pt x="433" y="714"/>
                    </a:lnTo>
                    <a:lnTo>
                      <a:pt x="451" y="710"/>
                    </a:lnTo>
                    <a:lnTo>
                      <a:pt x="468" y="705"/>
                    </a:lnTo>
                    <a:lnTo>
                      <a:pt x="485" y="699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7" y="669"/>
                    </a:lnTo>
                    <a:lnTo>
                      <a:pt x="562" y="660"/>
                    </a:lnTo>
                    <a:lnTo>
                      <a:pt x="576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7"/>
                    </a:lnTo>
                    <a:lnTo>
                      <a:pt x="693" y="501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3"/>
                    </a:lnTo>
                    <a:lnTo>
                      <a:pt x="717" y="305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8"/>
                    </a:lnTo>
                    <a:lnTo>
                      <a:pt x="616" y="105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6" y="71"/>
                    </a:lnTo>
                    <a:lnTo>
                      <a:pt x="562" y="61"/>
                    </a:lnTo>
                    <a:lnTo>
                      <a:pt x="547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79" y="0"/>
                    </a:lnTo>
                    <a:lnTo>
                      <a:pt x="36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54" name="Rectangle 112">
                <a:extLst>
                  <a:ext uri="{FF2B5EF4-FFF2-40B4-BE49-F238E27FC236}">
                    <a16:creationId xmlns:a16="http://schemas.microsoft.com/office/drawing/2014/main" id="{CBAA2C09-51EF-4D79-83DF-161F0554BB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08" y="2941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y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55" name="Freeform 113">
                <a:extLst>
                  <a:ext uri="{FF2B5EF4-FFF2-40B4-BE49-F238E27FC236}">
                    <a16:creationId xmlns:a16="http://schemas.microsoft.com/office/drawing/2014/main" id="{7CDF9C2D-ECAF-4705-8BEF-77FE543799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18" y="2797"/>
                <a:ext cx="476" cy="476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2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2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0" y="0"/>
                    </a:moveTo>
                    <a:lnTo>
                      <a:pt x="342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8" y="43"/>
                    </a:lnTo>
                    <a:lnTo>
                      <a:pt x="173" y="52"/>
                    </a:lnTo>
                    <a:lnTo>
                      <a:pt x="158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5"/>
                    </a:lnTo>
                    <a:lnTo>
                      <a:pt x="93" y="118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5"/>
                    </a:lnTo>
                    <a:lnTo>
                      <a:pt x="2" y="323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1"/>
                    </a:lnTo>
                    <a:lnTo>
                      <a:pt x="35" y="517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8" y="660"/>
                    </a:lnTo>
                    <a:lnTo>
                      <a:pt x="173" y="669"/>
                    </a:lnTo>
                    <a:lnTo>
                      <a:pt x="188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699"/>
                    </a:lnTo>
                    <a:lnTo>
                      <a:pt x="253" y="705"/>
                    </a:lnTo>
                    <a:lnTo>
                      <a:pt x="270" y="710"/>
                    </a:lnTo>
                    <a:lnTo>
                      <a:pt x="288" y="714"/>
                    </a:lnTo>
                    <a:lnTo>
                      <a:pt x="305" y="717"/>
                    </a:lnTo>
                    <a:lnTo>
                      <a:pt x="323" y="719"/>
                    </a:lnTo>
                    <a:lnTo>
                      <a:pt x="342" y="722"/>
                    </a:lnTo>
                    <a:lnTo>
                      <a:pt x="360" y="722"/>
                    </a:lnTo>
                    <a:lnTo>
                      <a:pt x="379" y="722"/>
                    </a:lnTo>
                    <a:lnTo>
                      <a:pt x="398" y="719"/>
                    </a:lnTo>
                    <a:lnTo>
                      <a:pt x="416" y="717"/>
                    </a:lnTo>
                    <a:lnTo>
                      <a:pt x="433" y="714"/>
                    </a:lnTo>
                    <a:lnTo>
                      <a:pt x="451" y="710"/>
                    </a:lnTo>
                    <a:lnTo>
                      <a:pt x="468" y="705"/>
                    </a:lnTo>
                    <a:lnTo>
                      <a:pt x="485" y="699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7" y="669"/>
                    </a:lnTo>
                    <a:lnTo>
                      <a:pt x="562" y="660"/>
                    </a:lnTo>
                    <a:lnTo>
                      <a:pt x="576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7"/>
                    </a:lnTo>
                    <a:lnTo>
                      <a:pt x="693" y="501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3"/>
                    </a:lnTo>
                    <a:lnTo>
                      <a:pt x="717" y="305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8"/>
                    </a:lnTo>
                    <a:lnTo>
                      <a:pt x="616" y="105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6" y="71"/>
                    </a:lnTo>
                    <a:lnTo>
                      <a:pt x="562" y="61"/>
                    </a:lnTo>
                    <a:lnTo>
                      <a:pt x="547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79" y="0"/>
                    </a:lnTo>
                    <a:lnTo>
                      <a:pt x="36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56" name="Freeform 114">
                <a:extLst>
                  <a:ext uri="{FF2B5EF4-FFF2-40B4-BE49-F238E27FC236}">
                    <a16:creationId xmlns:a16="http://schemas.microsoft.com/office/drawing/2014/main" id="{41A4D423-831E-424C-9E6F-3F5FD64B8C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76" y="3075"/>
                <a:ext cx="478" cy="477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3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3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1" y="0"/>
                    </a:moveTo>
                    <a:lnTo>
                      <a:pt x="343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9" y="43"/>
                    </a:lnTo>
                    <a:lnTo>
                      <a:pt x="174" y="52"/>
                    </a:lnTo>
                    <a:lnTo>
                      <a:pt x="159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6"/>
                    </a:lnTo>
                    <a:lnTo>
                      <a:pt x="93" y="119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6"/>
                    </a:lnTo>
                    <a:lnTo>
                      <a:pt x="2" y="324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2"/>
                    </a:lnTo>
                    <a:lnTo>
                      <a:pt x="35" y="518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9" y="660"/>
                    </a:lnTo>
                    <a:lnTo>
                      <a:pt x="174" y="669"/>
                    </a:lnTo>
                    <a:lnTo>
                      <a:pt x="189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700"/>
                    </a:lnTo>
                    <a:lnTo>
                      <a:pt x="253" y="706"/>
                    </a:lnTo>
                    <a:lnTo>
                      <a:pt x="270" y="711"/>
                    </a:lnTo>
                    <a:lnTo>
                      <a:pt x="288" y="715"/>
                    </a:lnTo>
                    <a:lnTo>
                      <a:pt x="305" y="718"/>
                    </a:lnTo>
                    <a:lnTo>
                      <a:pt x="323" y="720"/>
                    </a:lnTo>
                    <a:lnTo>
                      <a:pt x="343" y="722"/>
                    </a:lnTo>
                    <a:lnTo>
                      <a:pt x="361" y="722"/>
                    </a:lnTo>
                    <a:lnTo>
                      <a:pt x="380" y="722"/>
                    </a:lnTo>
                    <a:lnTo>
                      <a:pt x="398" y="720"/>
                    </a:lnTo>
                    <a:lnTo>
                      <a:pt x="416" y="718"/>
                    </a:lnTo>
                    <a:lnTo>
                      <a:pt x="433" y="715"/>
                    </a:lnTo>
                    <a:lnTo>
                      <a:pt x="451" y="711"/>
                    </a:lnTo>
                    <a:lnTo>
                      <a:pt x="468" y="706"/>
                    </a:lnTo>
                    <a:lnTo>
                      <a:pt x="485" y="700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8" y="669"/>
                    </a:lnTo>
                    <a:lnTo>
                      <a:pt x="563" y="660"/>
                    </a:lnTo>
                    <a:lnTo>
                      <a:pt x="577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8"/>
                    </a:lnTo>
                    <a:lnTo>
                      <a:pt x="693" y="502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4"/>
                    </a:lnTo>
                    <a:lnTo>
                      <a:pt x="717" y="306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9"/>
                    </a:lnTo>
                    <a:lnTo>
                      <a:pt x="616" y="106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7" y="71"/>
                    </a:lnTo>
                    <a:lnTo>
                      <a:pt x="563" y="61"/>
                    </a:lnTo>
                    <a:lnTo>
                      <a:pt x="548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80" y="0"/>
                    </a:lnTo>
                    <a:lnTo>
                      <a:pt x="361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57" name="Rectangle 115">
                <a:extLst>
                  <a:ext uri="{FF2B5EF4-FFF2-40B4-BE49-F238E27FC236}">
                    <a16:creationId xmlns:a16="http://schemas.microsoft.com/office/drawing/2014/main" id="{B226305D-337D-4BA9-8C34-DDA7FCF1C5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646" y="2704"/>
                <a:ext cx="1126" cy="94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58" name="Freeform 116">
                <a:extLst>
                  <a:ext uri="{FF2B5EF4-FFF2-40B4-BE49-F238E27FC236}">
                    <a16:creationId xmlns:a16="http://schemas.microsoft.com/office/drawing/2014/main" id="{F2A70439-4597-4D93-A609-BE64970D33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36" y="2864"/>
                <a:ext cx="79" cy="354"/>
              </a:xfrm>
              <a:custGeom>
                <a:avLst/>
                <a:gdLst>
                  <a:gd name="T0" fmla="*/ 1 w 120"/>
                  <a:gd name="T1" fmla="*/ 0 h 537"/>
                  <a:gd name="T2" fmla="*/ 1 w 120"/>
                  <a:gd name="T3" fmla="*/ 1 h 537"/>
                  <a:gd name="T4" fmla="*/ 1 w 120"/>
                  <a:gd name="T5" fmla="*/ 1 h 537"/>
                  <a:gd name="T6" fmla="*/ 1 w 120"/>
                  <a:gd name="T7" fmla="*/ 1 h 537"/>
                  <a:gd name="T8" fmla="*/ 1 w 120"/>
                  <a:gd name="T9" fmla="*/ 1 h 537"/>
                  <a:gd name="T10" fmla="*/ 1 w 120"/>
                  <a:gd name="T11" fmla="*/ 1 h 537"/>
                  <a:gd name="T12" fmla="*/ 1 w 120"/>
                  <a:gd name="T13" fmla="*/ 1 h 537"/>
                  <a:gd name="T14" fmla="*/ 1 w 120"/>
                  <a:gd name="T15" fmla="*/ 1 h 537"/>
                  <a:gd name="T16" fmla="*/ 1 w 120"/>
                  <a:gd name="T17" fmla="*/ 1 h 537"/>
                  <a:gd name="T18" fmla="*/ 1 w 120"/>
                  <a:gd name="T19" fmla="*/ 1 h 537"/>
                  <a:gd name="T20" fmla="*/ 1 w 120"/>
                  <a:gd name="T21" fmla="*/ 1 h 537"/>
                  <a:gd name="T22" fmla="*/ 1 w 120"/>
                  <a:gd name="T23" fmla="*/ 1 h 537"/>
                  <a:gd name="T24" fmla="*/ 1 w 120"/>
                  <a:gd name="T25" fmla="*/ 1 h 537"/>
                  <a:gd name="T26" fmla="*/ 1 w 120"/>
                  <a:gd name="T27" fmla="*/ 1 h 537"/>
                  <a:gd name="T28" fmla="*/ 0 w 120"/>
                  <a:gd name="T29" fmla="*/ 1 h 537"/>
                  <a:gd name="T30" fmla="*/ 0 w 120"/>
                  <a:gd name="T31" fmla="*/ 1 h 537"/>
                  <a:gd name="T32" fmla="*/ 1 w 120"/>
                  <a:gd name="T33" fmla="*/ 1 h 537"/>
                  <a:gd name="T34" fmla="*/ 1 w 120"/>
                  <a:gd name="T35" fmla="*/ 1 h 537"/>
                  <a:gd name="T36" fmla="*/ 1 w 120"/>
                  <a:gd name="T37" fmla="*/ 1 h 537"/>
                  <a:gd name="T38" fmla="*/ 1 w 120"/>
                  <a:gd name="T39" fmla="*/ 1 h 537"/>
                  <a:gd name="T40" fmla="*/ 1 w 120"/>
                  <a:gd name="T41" fmla="*/ 2 h 537"/>
                  <a:gd name="T42" fmla="*/ 1 w 120"/>
                  <a:gd name="T43" fmla="*/ 2 h 537"/>
                  <a:gd name="T44" fmla="*/ 1 w 120"/>
                  <a:gd name="T45" fmla="*/ 2 h 537"/>
                  <a:gd name="T46" fmla="*/ 1 w 120"/>
                  <a:gd name="T47" fmla="*/ 2 h 537"/>
                  <a:gd name="T48" fmla="*/ 1 w 120"/>
                  <a:gd name="T49" fmla="*/ 2 h 537"/>
                  <a:gd name="T50" fmla="*/ 1 w 120"/>
                  <a:gd name="T51" fmla="*/ 2 h 537"/>
                  <a:gd name="T52" fmla="*/ 1 w 120"/>
                  <a:gd name="T53" fmla="*/ 2 h 537"/>
                  <a:gd name="T54" fmla="*/ 1 w 120"/>
                  <a:gd name="T55" fmla="*/ 2 h 537"/>
                  <a:gd name="T56" fmla="*/ 1 w 120"/>
                  <a:gd name="T57" fmla="*/ 2 h 537"/>
                  <a:gd name="T58" fmla="*/ 1 w 120"/>
                  <a:gd name="T59" fmla="*/ 2 h 537"/>
                  <a:gd name="T60" fmla="*/ 1 w 120"/>
                  <a:gd name="T61" fmla="*/ 2 h 537"/>
                  <a:gd name="T62" fmla="*/ 1 w 120"/>
                  <a:gd name="T63" fmla="*/ 3 h 537"/>
                  <a:gd name="T64" fmla="*/ 1 w 120"/>
                  <a:gd name="T65" fmla="*/ 3 h 537"/>
                  <a:gd name="T66" fmla="*/ 1 w 120"/>
                  <a:gd name="T67" fmla="*/ 0 h 53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120" h="537">
                    <a:moveTo>
                      <a:pt x="120" y="0"/>
                    </a:moveTo>
                    <a:lnTo>
                      <a:pt x="103" y="13"/>
                    </a:lnTo>
                    <a:lnTo>
                      <a:pt x="87" y="28"/>
                    </a:lnTo>
                    <a:lnTo>
                      <a:pt x="73" y="43"/>
                    </a:lnTo>
                    <a:lnTo>
                      <a:pt x="61" y="59"/>
                    </a:lnTo>
                    <a:lnTo>
                      <a:pt x="49" y="75"/>
                    </a:lnTo>
                    <a:lnTo>
                      <a:pt x="39" y="92"/>
                    </a:lnTo>
                    <a:lnTo>
                      <a:pt x="31" y="110"/>
                    </a:lnTo>
                    <a:lnTo>
                      <a:pt x="23" y="128"/>
                    </a:lnTo>
                    <a:lnTo>
                      <a:pt x="16" y="147"/>
                    </a:lnTo>
                    <a:lnTo>
                      <a:pt x="11" y="166"/>
                    </a:lnTo>
                    <a:lnTo>
                      <a:pt x="7" y="185"/>
                    </a:lnTo>
                    <a:lnTo>
                      <a:pt x="4" y="205"/>
                    </a:lnTo>
                    <a:lnTo>
                      <a:pt x="1" y="224"/>
                    </a:lnTo>
                    <a:lnTo>
                      <a:pt x="0" y="245"/>
                    </a:lnTo>
                    <a:lnTo>
                      <a:pt x="0" y="265"/>
                    </a:lnTo>
                    <a:lnTo>
                      <a:pt x="1" y="285"/>
                    </a:lnTo>
                    <a:lnTo>
                      <a:pt x="3" y="304"/>
                    </a:lnTo>
                    <a:lnTo>
                      <a:pt x="5" y="324"/>
                    </a:lnTo>
                    <a:lnTo>
                      <a:pt x="9" y="343"/>
                    </a:lnTo>
                    <a:lnTo>
                      <a:pt x="13" y="362"/>
                    </a:lnTo>
                    <a:lnTo>
                      <a:pt x="18" y="380"/>
                    </a:lnTo>
                    <a:lnTo>
                      <a:pt x="24" y="398"/>
                    </a:lnTo>
                    <a:lnTo>
                      <a:pt x="30" y="416"/>
                    </a:lnTo>
                    <a:lnTo>
                      <a:pt x="38" y="433"/>
                    </a:lnTo>
                    <a:lnTo>
                      <a:pt x="46" y="449"/>
                    </a:lnTo>
                    <a:lnTo>
                      <a:pt x="54" y="465"/>
                    </a:lnTo>
                    <a:lnTo>
                      <a:pt x="64" y="479"/>
                    </a:lnTo>
                    <a:lnTo>
                      <a:pt x="74" y="493"/>
                    </a:lnTo>
                    <a:lnTo>
                      <a:pt x="84" y="506"/>
                    </a:lnTo>
                    <a:lnTo>
                      <a:pt x="95" y="517"/>
                    </a:lnTo>
                    <a:lnTo>
                      <a:pt x="108" y="528"/>
                    </a:lnTo>
                    <a:lnTo>
                      <a:pt x="120" y="537"/>
                    </a:lnTo>
                    <a:lnTo>
                      <a:pt x="120" y="0"/>
                    </a:lnTo>
                    <a:close/>
                  </a:path>
                </a:pathLst>
              </a:custGeom>
              <a:solidFill>
                <a:srgbClr val="66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59" name="Freeform 117">
                <a:extLst>
                  <a:ext uri="{FF2B5EF4-FFF2-40B4-BE49-F238E27FC236}">
                    <a16:creationId xmlns:a16="http://schemas.microsoft.com/office/drawing/2014/main" id="{233A6CF5-E962-4031-9395-3366F758D6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214" y="2864"/>
                <a:ext cx="80" cy="354"/>
              </a:xfrm>
              <a:custGeom>
                <a:avLst/>
                <a:gdLst>
                  <a:gd name="T0" fmla="*/ 0 w 119"/>
                  <a:gd name="T1" fmla="*/ 0 h 537"/>
                  <a:gd name="T2" fmla="*/ 1 w 119"/>
                  <a:gd name="T3" fmla="*/ 1 h 537"/>
                  <a:gd name="T4" fmla="*/ 1 w 119"/>
                  <a:gd name="T5" fmla="*/ 1 h 537"/>
                  <a:gd name="T6" fmla="*/ 1 w 119"/>
                  <a:gd name="T7" fmla="*/ 1 h 537"/>
                  <a:gd name="T8" fmla="*/ 1 w 119"/>
                  <a:gd name="T9" fmla="*/ 1 h 537"/>
                  <a:gd name="T10" fmla="*/ 1 w 119"/>
                  <a:gd name="T11" fmla="*/ 1 h 537"/>
                  <a:gd name="T12" fmla="*/ 1 w 119"/>
                  <a:gd name="T13" fmla="*/ 1 h 537"/>
                  <a:gd name="T14" fmla="*/ 1 w 119"/>
                  <a:gd name="T15" fmla="*/ 1 h 537"/>
                  <a:gd name="T16" fmla="*/ 1 w 119"/>
                  <a:gd name="T17" fmla="*/ 1 h 537"/>
                  <a:gd name="T18" fmla="*/ 1 w 119"/>
                  <a:gd name="T19" fmla="*/ 1 h 537"/>
                  <a:gd name="T20" fmla="*/ 1 w 119"/>
                  <a:gd name="T21" fmla="*/ 1 h 537"/>
                  <a:gd name="T22" fmla="*/ 1 w 119"/>
                  <a:gd name="T23" fmla="*/ 1 h 537"/>
                  <a:gd name="T24" fmla="*/ 1 w 119"/>
                  <a:gd name="T25" fmla="*/ 1 h 537"/>
                  <a:gd name="T26" fmla="*/ 1 w 119"/>
                  <a:gd name="T27" fmla="*/ 1 h 537"/>
                  <a:gd name="T28" fmla="*/ 1 w 119"/>
                  <a:gd name="T29" fmla="*/ 1 h 537"/>
                  <a:gd name="T30" fmla="*/ 1 w 119"/>
                  <a:gd name="T31" fmla="*/ 1 h 537"/>
                  <a:gd name="T32" fmla="*/ 1 w 119"/>
                  <a:gd name="T33" fmla="*/ 1 h 537"/>
                  <a:gd name="T34" fmla="*/ 1 w 119"/>
                  <a:gd name="T35" fmla="*/ 1 h 537"/>
                  <a:gd name="T36" fmla="*/ 1 w 119"/>
                  <a:gd name="T37" fmla="*/ 1 h 537"/>
                  <a:gd name="T38" fmla="*/ 1 w 119"/>
                  <a:gd name="T39" fmla="*/ 1 h 537"/>
                  <a:gd name="T40" fmla="*/ 1 w 119"/>
                  <a:gd name="T41" fmla="*/ 2 h 537"/>
                  <a:gd name="T42" fmla="*/ 1 w 119"/>
                  <a:gd name="T43" fmla="*/ 2 h 537"/>
                  <a:gd name="T44" fmla="*/ 1 w 119"/>
                  <a:gd name="T45" fmla="*/ 2 h 537"/>
                  <a:gd name="T46" fmla="*/ 1 w 119"/>
                  <a:gd name="T47" fmla="*/ 2 h 537"/>
                  <a:gd name="T48" fmla="*/ 1 w 119"/>
                  <a:gd name="T49" fmla="*/ 2 h 537"/>
                  <a:gd name="T50" fmla="*/ 1 w 119"/>
                  <a:gd name="T51" fmla="*/ 2 h 537"/>
                  <a:gd name="T52" fmla="*/ 1 w 119"/>
                  <a:gd name="T53" fmla="*/ 2 h 537"/>
                  <a:gd name="T54" fmla="*/ 1 w 119"/>
                  <a:gd name="T55" fmla="*/ 2 h 537"/>
                  <a:gd name="T56" fmla="*/ 1 w 119"/>
                  <a:gd name="T57" fmla="*/ 2 h 537"/>
                  <a:gd name="T58" fmla="*/ 1 w 119"/>
                  <a:gd name="T59" fmla="*/ 2 h 537"/>
                  <a:gd name="T60" fmla="*/ 1 w 119"/>
                  <a:gd name="T61" fmla="*/ 2 h 537"/>
                  <a:gd name="T62" fmla="*/ 1 w 119"/>
                  <a:gd name="T63" fmla="*/ 3 h 537"/>
                  <a:gd name="T64" fmla="*/ 0 w 119"/>
                  <a:gd name="T65" fmla="*/ 3 h 537"/>
                  <a:gd name="T66" fmla="*/ 0 w 119"/>
                  <a:gd name="T67" fmla="*/ 0 h 53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119" h="537">
                    <a:moveTo>
                      <a:pt x="0" y="0"/>
                    </a:moveTo>
                    <a:lnTo>
                      <a:pt x="17" y="13"/>
                    </a:lnTo>
                    <a:lnTo>
                      <a:pt x="32" y="28"/>
                    </a:lnTo>
                    <a:lnTo>
                      <a:pt x="46" y="43"/>
                    </a:lnTo>
                    <a:lnTo>
                      <a:pt x="58" y="59"/>
                    </a:lnTo>
                    <a:lnTo>
                      <a:pt x="70" y="75"/>
                    </a:lnTo>
                    <a:lnTo>
                      <a:pt x="80" y="92"/>
                    </a:lnTo>
                    <a:lnTo>
                      <a:pt x="89" y="110"/>
                    </a:lnTo>
                    <a:lnTo>
                      <a:pt x="96" y="128"/>
                    </a:lnTo>
                    <a:lnTo>
                      <a:pt x="103" y="147"/>
                    </a:lnTo>
                    <a:lnTo>
                      <a:pt x="108" y="166"/>
                    </a:lnTo>
                    <a:lnTo>
                      <a:pt x="112" y="185"/>
                    </a:lnTo>
                    <a:lnTo>
                      <a:pt x="115" y="205"/>
                    </a:lnTo>
                    <a:lnTo>
                      <a:pt x="118" y="224"/>
                    </a:lnTo>
                    <a:lnTo>
                      <a:pt x="119" y="245"/>
                    </a:lnTo>
                    <a:lnTo>
                      <a:pt x="119" y="265"/>
                    </a:lnTo>
                    <a:lnTo>
                      <a:pt x="118" y="285"/>
                    </a:lnTo>
                    <a:lnTo>
                      <a:pt x="117" y="304"/>
                    </a:lnTo>
                    <a:lnTo>
                      <a:pt x="114" y="324"/>
                    </a:lnTo>
                    <a:lnTo>
                      <a:pt x="110" y="343"/>
                    </a:lnTo>
                    <a:lnTo>
                      <a:pt x="106" y="362"/>
                    </a:lnTo>
                    <a:lnTo>
                      <a:pt x="101" y="380"/>
                    </a:lnTo>
                    <a:lnTo>
                      <a:pt x="95" y="398"/>
                    </a:lnTo>
                    <a:lnTo>
                      <a:pt x="89" y="416"/>
                    </a:lnTo>
                    <a:lnTo>
                      <a:pt x="81" y="433"/>
                    </a:lnTo>
                    <a:lnTo>
                      <a:pt x="73" y="449"/>
                    </a:lnTo>
                    <a:lnTo>
                      <a:pt x="65" y="465"/>
                    </a:lnTo>
                    <a:lnTo>
                      <a:pt x="55" y="479"/>
                    </a:lnTo>
                    <a:lnTo>
                      <a:pt x="45" y="493"/>
                    </a:lnTo>
                    <a:lnTo>
                      <a:pt x="35" y="506"/>
                    </a:lnTo>
                    <a:lnTo>
                      <a:pt x="24" y="517"/>
                    </a:lnTo>
                    <a:lnTo>
                      <a:pt x="12" y="528"/>
                    </a:lnTo>
                    <a:lnTo>
                      <a:pt x="0" y="5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60" name="Freeform 118">
                <a:extLst>
                  <a:ext uri="{FF2B5EF4-FFF2-40B4-BE49-F238E27FC236}">
                    <a16:creationId xmlns:a16="http://schemas.microsoft.com/office/drawing/2014/main" id="{9A729E72-0696-4AB8-848B-B85FD4CF0E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818" y="2797"/>
                <a:ext cx="476" cy="476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2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2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0" y="0"/>
                    </a:moveTo>
                    <a:lnTo>
                      <a:pt x="342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8" y="43"/>
                    </a:lnTo>
                    <a:lnTo>
                      <a:pt x="173" y="52"/>
                    </a:lnTo>
                    <a:lnTo>
                      <a:pt x="158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5"/>
                    </a:lnTo>
                    <a:lnTo>
                      <a:pt x="93" y="118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5"/>
                    </a:lnTo>
                    <a:lnTo>
                      <a:pt x="2" y="323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1"/>
                    </a:lnTo>
                    <a:lnTo>
                      <a:pt x="35" y="517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8" y="660"/>
                    </a:lnTo>
                    <a:lnTo>
                      <a:pt x="173" y="669"/>
                    </a:lnTo>
                    <a:lnTo>
                      <a:pt x="188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699"/>
                    </a:lnTo>
                    <a:lnTo>
                      <a:pt x="253" y="705"/>
                    </a:lnTo>
                    <a:lnTo>
                      <a:pt x="270" y="710"/>
                    </a:lnTo>
                    <a:lnTo>
                      <a:pt x="288" y="714"/>
                    </a:lnTo>
                    <a:lnTo>
                      <a:pt x="305" y="717"/>
                    </a:lnTo>
                    <a:lnTo>
                      <a:pt x="323" y="719"/>
                    </a:lnTo>
                    <a:lnTo>
                      <a:pt x="342" y="722"/>
                    </a:lnTo>
                    <a:lnTo>
                      <a:pt x="360" y="722"/>
                    </a:lnTo>
                    <a:lnTo>
                      <a:pt x="379" y="722"/>
                    </a:lnTo>
                    <a:lnTo>
                      <a:pt x="398" y="719"/>
                    </a:lnTo>
                    <a:lnTo>
                      <a:pt x="416" y="717"/>
                    </a:lnTo>
                    <a:lnTo>
                      <a:pt x="433" y="714"/>
                    </a:lnTo>
                    <a:lnTo>
                      <a:pt x="451" y="710"/>
                    </a:lnTo>
                    <a:lnTo>
                      <a:pt x="468" y="705"/>
                    </a:lnTo>
                    <a:lnTo>
                      <a:pt x="485" y="699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7" y="669"/>
                    </a:lnTo>
                    <a:lnTo>
                      <a:pt x="562" y="660"/>
                    </a:lnTo>
                    <a:lnTo>
                      <a:pt x="576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7"/>
                    </a:lnTo>
                    <a:lnTo>
                      <a:pt x="693" y="501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3"/>
                    </a:lnTo>
                    <a:lnTo>
                      <a:pt x="717" y="305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8"/>
                    </a:lnTo>
                    <a:lnTo>
                      <a:pt x="616" y="105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6" y="71"/>
                    </a:lnTo>
                    <a:lnTo>
                      <a:pt x="562" y="61"/>
                    </a:lnTo>
                    <a:lnTo>
                      <a:pt x="547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79" y="0"/>
                    </a:lnTo>
                    <a:lnTo>
                      <a:pt x="360" y="0"/>
                    </a:lnTo>
                  </a:path>
                </a:pathLst>
              </a:custGeom>
              <a:solidFill>
                <a:schemeClr val="bg1"/>
              </a:solidFill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61" name="Rectangle 119">
                <a:extLst>
                  <a:ext uri="{FF2B5EF4-FFF2-40B4-BE49-F238E27FC236}">
                    <a16:creationId xmlns:a16="http://schemas.microsoft.com/office/drawing/2014/main" id="{A7B4052A-3AAB-4769-9393-BAEB24D76D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190" y="3326"/>
                <a:ext cx="7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z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62" name="Freeform 120">
                <a:extLst>
                  <a:ext uri="{FF2B5EF4-FFF2-40B4-BE49-F238E27FC236}">
                    <a16:creationId xmlns:a16="http://schemas.microsoft.com/office/drawing/2014/main" id="{57727EE8-559B-4EDF-988F-2F6567DBE7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136" y="2797"/>
                <a:ext cx="476" cy="476"/>
              </a:xfrm>
              <a:custGeom>
                <a:avLst/>
                <a:gdLst>
                  <a:gd name="T0" fmla="*/ 1 w 722"/>
                  <a:gd name="T1" fmla="*/ 1 h 722"/>
                  <a:gd name="T2" fmla="*/ 1 w 722"/>
                  <a:gd name="T3" fmla="*/ 1 h 722"/>
                  <a:gd name="T4" fmla="*/ 1 w 722"/>
                  <a:gd name="T5" fmla="*/ 1 h 722"/>
                  <a:gd name="T6" fmla="*/ 1 w 722"/>
                  <a:gd name="T7" fmla="*/ 1 h 722"/>
                  <a:gd name="T8" fmla="*/ 1 w 722"/>
                  <a:gd name="T9" fmla="*/ 1 h 722"/>
                  <a:gd name="T10" fmla="*/ 1 w 722"/>
                  <a:gd name="T11" fmla="*/ 1 h 722"/>
                  <a:gd name="T12" fmla="*/ 1 w 722"/>
                  <a:gd name="T13" fmla="*/ 1 h 722"/>
                  <a:gd name="T14" fmla="*/ 1 w 722"/>
                  <a:gd name="T15" fmla="*/ 1 h 722"/>
                  <a:gd name="T16" fmla="*/ 1 w 722"/>
                  <a:gd name="T17" fmla="*/ 1 h 722"/>
                  <a:gd name="T18" fmla="*/ 1 w 722"/>
                  <a:gd name="T19" fmla="*/ 1 h 722"/>
                  <a:gd name="T20" fmla="*/ 0 w 722"/>
                  <a:gd name="T21" fmla="*/ 2 h 722"/>
                  <a:gd name="T22" fmla="*/ 1 w 722"/>
                  <a:gd name="T23" fmla="*/ 2 h 722"/>
                  <a:gd name="T24" fmla="*/ 1 w 722"/>
                  <a:gd name="T25" fmla="*/ 2 h 722"/>
                  <a:gd name="T26" fmla="*/ 1 w 722"/>
                  <a:gd name="T27" fmla="*/ 2 h 722"/>
                  <a:gd name="T28" fmla="*/ 1 w 722"/>
                  <a:gd name="T29" fmla="*/ 3 h 722"/>
                  <a:gd name="T30" fmla="*/ 1 w 722"/>
                  <a:gd name="T31" fmla="*/ 3 h 722"/>
                  <a:gd name="T32" fmla="*/ 1 w 722"/>
                  <a:gd name="T33" fmla="*/ 3 h 722"/>
                  <a:gd name="T34" fmla="*/ 1 w 722"/>
                  <a:gd name="T35" fmla="*/ 3 h 722"/>
                  <a:gd name="T36" fmla="*/ 1 w 722"/>
                  <a:gd name="T37" fmla="*/ 3 h 722"/>
                  <a:gd name="T38" fmla="*/ 1 w 722"/>
                  <a:gd name="T39" fmla="*/ 3 h 722"/>
                  <a:gd name="T40" fmla="*/ 1 w 722"/>
                  <a:gd name="T41" fmla="*/ 3 h 722"/>
                  <a:gd name="T42" fmla="*/ 2 w 722"/>
                  <a:gd name="T43" fmla="*/ 3 h 722"/>
                  <a:gd name="T44" fmla="*/ 2 w 722"/>
                  <a:gd name="T45" fmla="*/ 3 h 722"/>
                  <a:gd name="T46" fmla="*/ 2 w 722"/>
                  <a:gd name="T47" fmla="*/ 3 h 722"/>
                  <a:gd name="T48" fmla="*/ 2 w 722"/>
                  <a:gd name="T49" fmla="*/ 3 h 722"/>
                  <a:gd name="T50" fmla="*/ 3 w 722"/>
                  <a:gd name="T51" fmla="*/ 3 h 722"/>
                  <a:gd name="T52" fmla="*/ 3 w 722"/>
                  <a:gd name="T53" fmla="*/ 3 h 722"/>
                  <a:gd name="T54" fmla="*/ 3 w 722"/>
                  <a:gd name="T55" fmla="*/ 3 h 722"/>
                  <a:gd name="T56" fmla="*/ 3 w 722"/>
                  <a:gd name="T57" fmla="*/ 3 h 722"/>
                  <a:gd name="T58" fmla="*/ 3 w 722"/>
                  <a:gd name="T59" fmla="*/ 2 h 722"/>
                  <a:gd name="T60" fmla="*/ 3 w 722"/>
                  <a:gd name="T61" fmla="*/ 2 h 722"/>
                  <a:gd name="T62" fmla="*/ 3 w 722"/>
                  <a:gd name="T63" fmla="*/ 2 h 722"/>
                  <a:gd name="T64" fmla="*/ 3 w 722"/>
                  <a:gd name="T65" fmla="*/ 2 h 722"/>
                  <a:gd name="T66" fmla="*/ 3 w 722"/>
                  <a:gd name="T67" fmla="*/ 1 h 722"/>
                  <a:gd name="T68" fmla="*/ 3 w 722"/>
                  <a:gd name="T69" fmla="*/ 1 h 722"/>
                  <a:gd name="T70" fmla="*/ 3 w 722"/>
                  <a:gd name="T71" fmla="*/ 1 h 722"/>
                  <a:gd name="T72" fmla="*/ 3 w 722"/>
                  <a:gd name="T73" fmla="*/ 1 h 722"/>
                  <a:gd name="T74" fmla="*/ 3 w 722"/>
                  <a:gd name="T75" fmla="*/ 1 h 722"/>
                  <a:gd name="T76" fmla="*/ 3 w 722"/>
                  <a:gd name="T77" fmla="*/ 1 h 722"/>
                  <a:gd name="T78" fmla="*/ 3 w 722"/>
                  <a:gd name="T79" fmla="*/ 1 h 722"/>
                  <a:gd name="T80" fmla="*/ 2 w 722"/>
                  <a:gd name="T81" fmla="*/ 1 h 722"/>
                  <a:gd name="T82" fmla="*/ 2 w 722"/>
                  <a:gd name="T83" fmla="*/ 1 h 722"/>
                  <a:gd name="T84" fmla="*/ 2 w 722"/>
                  <a:gd name="T85" fmla="*/ 1 h 722"/>
                  <a:gd name="T86" fmla="*/ 2 w 722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2" h="722">
                    <a:moveTo>
                      <a:pt x="361" y="0"/>
                    </a:moveTo>
                    <a:lnTo>
                      <a:pt x="343" y="0"/>
                    </a:lnTo>
                    <a:lnTo>
                      <a:pt x="324" y="2"/>
                    </a:lnTo>
                    <a:lnTo>
                      <a:pt x="306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9" y="43"/>
                    </a:lnTo>
                    <a:lnTo>
                      <a:pt x="174" y="52"/>
                    </a:lnTo>
                    <a:lnTo>
                      <a:pt x="159" y="61"/>
                    </a:lnTo>
                    <a:lnTo>
                      <a:pt x="145" y="71"/>
                    </a:lnTo>
                    <a:lnTo>
                      <a:pt x="132" y="82"/>
                    </a:lnTo>
                    <a:lnTo>
                      <a:pt x="119" y="93"/>
                    </a:lnTo>
                    <a:lnTo>
                      <a:pt x="106" y="105"/>
                    </a:lnTo>
                    <a:lnTo>
                      <a:pt x="93" y="118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5"/>
                    </a:lnTo>
                    <a:lnTo>
                      <a:pt x="2" y="323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1"/>
                    </a:lnTo>
                    <a:lnTo>
                      <a:pt x="35" y="517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6" y="616"/>
                    </a:lnTo>
                    <a:lnTo>
                      <a:pt x="119" y="628"/>
                    </a:lnTo>
                    <a:lnTo>
                      <a:pt x="132" y="639"/>
                    </a:lnTo>
                    <a:lnTo>
                      <a:pt x="145" y="650"/>
                    </a:lnTo>
                    <a:lnTo>
                      <a:pt x="159" y="660"/>
                    </a:lnTo>
                    <a:lnTo>
                      <a:pt x="174" y="669"/>
                    </a:lnTo>
                    <a:lnTo>
                      <a:pt x="189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699"/>
                    </a:lnTo>
                    <a:lnTo>
                      <a:pt x="253" y="705"/>
                    </a:lnTo>
                    <a:lnTo>
                      <a:pt x="270" y="710"/>
                    </a:lnTo>
                    <a:lnTo>
                      <a:pt x="288" y="714"/>
                    </a:lnTo>
                    <a:lnTo>
                      <a:pt x="306" y="717"/>
                    </a:lnTo>
                    <a:lnTo>
                      <a:pt x="324" y="719"/>
                    </a:lnTo>
                    <a:lnTo>
                      <a:pt x="343" y="722"/>
                    </a:lnTo>
                    <a:lnTo>
                      <a:pt x="361" y="722"/>
                    </a:lnTo>
                    <a:lnTo>
                      <a:pt x="380" y="722"/>
                    </a:lnTo>
                    <a:lnTo>
                      <a:pt x="398" y="719"/>
                    </a:lnTo>
                    <a:lnTo>
                      <a:pt x="416" y="717"/>
                    </a:lnTo>
                    <a:lnTo>
                      <a:pt x="433" y="714"/>
                    </a:lnTo>
                    <a:lnTo>
                      <a:pt x="451" y="710"/>
                    </a:lnTo>
                    <a:lnTo>
                      <a:pt x="468" y="705"/>
                    </a:lnTo>
                    <a:lnTo>
                      <a:pt x="485" y="699"/>
                    </a:lnTo>
                    <a:lnTo>
                      <a:pt x="502" y="693"/>
                    </a:lnTo>
                    <a:lnTo>
                      <a:pt x="518" y="686"/>
                    </a:lnTo>
                    <a:lnTo>
                      <a:pt x="533" y="678"/>
                    </a:lnTo>
                    <a:lnTo>
                      <a:pt x="548" y="669"/>
                    </a:lnTo>
                    <a:lnTo>
                      <a:pt x="563" y="660"/>
                    </a:lnTo>
                    <a:lnTo>
                      <a:pt x="577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7" y="517"/>
                    </a:lnTo>
                    <a:lnTo>
                      <a:pt x="694" y="501"/>
                    </a:lnTo>
                    <a:lnTo>
                      <a:pt x="700" y="485"/>
                    </a:lnTo>
                    <a:lnTo>
                      <a:pt x="706" y="468"/>
                    </a:lnTo>
                    <a:lnTo>
                      <a:pt x="711" y="451"/>
                    </a:lnTo>
                    <a:lnTo>
                      <a:pt x="715" y="433"/>
                    </a:lnTo>
                    <a:lnTo>
                      <a:pt x="718" y="416"/>
                    </a:lnTo>
                    <a:lnTo>
                      <a:pt x="720" y="398"/>
                    </a:lnTo>
                    <a:lnTo>
                      <a:pt x="722" y="380"/>
                    </a:lnTo>
                    <a:lnTo>
                      <a:pt x="722" y="361"/>
                    </a:lnTo>
                    <a:lnTo>
                      <a:pt x="722" y="343"/>
                    </a:lnTo>
                    <a:lnTo>
                      <a:pt x="720" y="323"/>
                    </a:lnTo>
                    <a:lnTo>
                      <a:pt x="718" y="305"/>
                    </a:lnTo>
                    <a:lnTo>
                      <a:pt x="715" y="288"/>
                    </a:lnTo>
                    <a:lnTo>
                      <a:pt x="711" y="270"/>
                    </a:lnTo>
                    <a:lnTo>
                      <a:pt x="706" y="253"/>
                    </a:lnTo>
                    <a:lnTo>
                      <a:pt x="700" y="237"/>
                    </a:lnTo>
                    <a:lnTo>
                      <a:pt x="694" y="220"/>
                    </a:lnTo>
                    <a:lnTo>
                      <a:pt x="687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8"/>
                    </a:lnTo>
                    <a:lnTo>
                      <a:pt x="616" y="105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7" y="71"/>
                    </a:lnTo>
                    <a:lnTo>
                      <a:pt x="563" y="61"/>
                    </a:lnTo>
                    <a:lnTo>
                      <a:pt x="548" y="52"/>
                    </a:lnTo>
                    <a:lnTo>
                      <a:pt x="533" y="43"/>
                    </a:lnTo>
                    <a:lnTo>
                      <a:pt x="518" y="35"/>
                    </a:lnTo>
                    <a:lnTo>
                      <a:pt x="502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80" y="0"/>
                    </a:lnTo>
                    <a:lnTo>
                      <a:pt x="361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63" name="Rectangle 121">
                <a:extLst>
                  <a:ext uri="{FF2B5EF4-FFF2-40B4-BE49-F238E27FC236}">
                    <a16:creationId xmlns:a16="http://schemas.microsoft.com/office/drawing/2014/main" id="{DBFEAEFD-A63E-4FE5-B968-12B487D47D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942" y="2941"/>
                <a:ext cx="83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5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x </a:t>
                </a:r>
                <a:endParaRPr kumimoji="0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64" name="Freeform 122">
                <a:extLst>
                  <a:ext uri="{FF2B5EF4-FFF2-40B4-BE49-F238E27FC236}">
                    <a16:creationId xmlns:a16="http://schemas.microsoft.com/office/drawing/2014/main" id="{F9D2FCB1-6906-4D66-8644-5D6810E891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9" y="2868"/>
                <a:ext cx="151" cy="337"/>
              </a:xfrm>
              <a:custGeom>
                <a:avLst/>
                <a:gdLst>
                  <a:gd name="T0" fmla="*/ 30 w 163"/>
                  <a:gd name="T1" fmla="*/ 0 h 355"/>
                  <a:gd name="T2" fmla="*/ 35 w 163"/>
                  <a:gd name="T3" fmla="*/ 9 h 355"/>
                  <a:gd name="T4" fmla="*/ 39 w 163"/>
                  <a:gd name="T5" fmla="*/ 10 h 355"/>
                  <a:gd name="T6" fmla="*/ 44 w 163"/>
                  <a:gd name="T7" fmla="*/ 20 h 355"/>
                  <a:gd name="T8" fmla="*/ 50 w 163"/>
                  <a:gd name="T9" fmla="*/ 34 h 355"/>
                  <a:gd name="T10" fmla="*/ 59 w 163"/>
                  <a:gd name="T11" fmla="*/ 68 h 355"/>
                  <a:gd name="T12" fmla="*/ 60 w 163"/>
                  <a:gd name="T13" fmla="*/ 90 h 355"/>
                  <a:gd name="T14" fmla="*/ 60 w 163"/>
                  <a:gd name="T15" fmla="*/ 107 h 355"/>
                  <a:gd name="T16" fmla="*/ 54 w 163"/>
                  <a:gd name="T17" fmla="*/ 132 h 355"/>
                  <a:gd name="T18" fmla="*/ 51 w 163"/>
                  <a:gd name="T19" fmla="*/ 140 h 355"/>
                  <a:gd name="T20" fmla="*/ 45 w 163"/>
                  <a:gd name="T21" fmla="*/ 155 h 355"/>
                  <a:gd name="T22" fmla="*/ 42 w 163"/>
                  <a:gd name="T23" fmla="*/ 163 h 355"/>
                  <a:gd name="T24" fmla="*/ 38 w 163"/>
                  <a:gd name="T25" fmla="*/ 170 h 355"/>
                  <a:gd name="T26" fmla="*/ 32 w 163"/>
                  <a:gd name="T27" fmla="*/ 177 h 355"/>
                  <a:gd name="T28" fmla="*/ 30 w 163"/>
                  <a:gd name="T29" fmla="*/ 180 h 355"/>
                  <a:gd name="T30" fmla="*/ 27 w 163"/>
                  <a:gd name="T31" fmla="*/ 176 h 355"/>
                  <a:gd name="T32" fmla="*/ 27 w 163"/>
                  <a:gd name="T33" fmla="*/ 175 h 355"/>
                  <a:gd name="T34" fmla="*/ 25 w 163"/>
                  <a:gd name="T35" fmla="*/ 174 h 355"/>
                  <a:gd name="T36" fmla="*/ 20 w 163"/>
                  <a:gd name="T37" fmla="*/ 167 h 355"/>
                  <a:gd name="T38" fmla="*/ 16 w 163"/>
                  <a:gd name="T39" fmla="*/ 158 h 355"/>
                  <a:gd name="T40" fmla="*/ 12 w 163"/>
                  <a:gd name="T41" fmla="*/ 149 h 355"/>
                  <a:gd name="T42" fmla="*/ 9 w 163"/>
                  <a:gd name="T43" fmla="*/ 143 h 355"/>
                  <a:gd name="T44" fmla="*/ 6 w 163"/>
                  <a:gd name="T45" fmla="*/ 133 h 355"/>
                  <a:gd name="T46" fmla="*/ 6 w 163"/>
                  <a:gd name="T47" fmla="*/ 113 h 355"/>
                  <a:gd name="T48" fmla="*/ 4 w 163"/>
                  <a:gd name="T49" fmla="*/ 101 h 355"/>
                  <a:gd name="T50" fmla="*/ 6 w 163"/>
                  <a:gd name="T51" fmla="*/ 66 h 355"/>
                  <a:gd name="T52" fmla="*/ 6 w 163"/>
                  <a:gd name="T53" fmla="*/ 46 h 355"/>
                  <a:gd name="T54" fmla="*/ 10 w 163"/>
                  <a:gd name="T55" fmla="*/ 37 h 355"/>
                  <a:gd name="T56" fmla="*/ 17 w 163"/>
                  <a:gd name="T57" fmla="*/ 24 h 355"/>
                  <a:gd name="T58" fmla="*/ 21 w 163"/>
                  <a:gd name="T59" fmla="*/ 15 h 355"/>
                  <a:gd name="T60" fmla="*/ 24 w 163"/>
                  <a:gd name="T61" fmla="*/ 9 h 355"/>
                  <a:gd name="T62" fmla="*/ 26 w 163"/>
                  <a:gd name="T63" fmla="*/ 9 h 355"/>
                  <a:gd name="T64" fmla="*/ 30 w 163"/>
                  <a:gd name="T65" fmla="*/ 0 h 35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63" h="355">
                    <a:moveTo>
                      <a:pt x="82" y="0"/>
                    </a:moveTo>
                    <a:cubicBezTo>
                      <a:pt x="88" y="2"/>
                      <a:pt x="89" y="8"/>
                      <a:pt x="94" y="10"/>
                    </a:cubicBezTo>
                    <a:cubicBezTo>
                      <a:pt x="95" y="14"/>
                      <a:pt x="101" y="21"/>
                      <a:pt x="105" y="23"/>
                    </a:cubicBezTo>
                    <a:cubicBezTo>
                      <a:pt x="107" y="27"/>
                      <a:pt x="113" y="35"/>
                      <a:pt x="118" y="37"/>
                    </a:cubicBezTo>
                    <a:cubicBezTo>
                      <a:pt x="120" y="44"/>
                      <a:pt x="129" y="62"/>
                      <a:pt x="135" y="66"/>
                    </a:cubicBezTo>
                    <a:cubicBezTo>
                      <a:pt x="143" y="89"/>
                      <a:pt x="155" y="110"/>
                      <a:pt x="160" y="135"/>
                    </a:cubicBezTo>
                    <a:cubicBezTo>
                      <a:pt x="161" y="149"/>
                      <a:pt x="162" y="164"/>
                      <a:pt x="163" y="178"/>
                    </a:cubicBezTo>
                    <a:cubicBezTo>
                      <a:pt x="163" y="189"/>
                      <a:pt x="163" y="200"/>
                      <a:pt x="162" y="211"/>
                    </a:cubicBezTo>
                    <a:cubicBezTo>
                      <a:pt x="161" y="218"/>
                      <a:pt x="149" y="253"/>
                      <a:pt x="145" y="259"/>
                    </a:cubicBezTo>
                    <a:cubicBezTo>
                      <a:pt x="143" y="265"/>
                      <a:pt x="143" y="271"/>
                      <a:pt x="138" y="275"/>
                    </a:cubicBezTo>
                    <a:cubicBezTo>
                      <a:pt x="135" y="285"/>
                      <a:pt x="129" y="297"/>
                      <a:pt x="123" y="306"/>
                    </a:cubicBezTo>
                    <a:cubicBezTo>
                      <a:pt x="119" y="312"/>
                      <a:pt x="120" y="317"/>
                      <a:pt x="114" y="321"/>
                    </a:cubicBezTo>
                    <a:cubicBezTo>
                      <a:pt x="112" y="326"/>
                      <a:pt x="107" y="332"/>
                      <a:pt x="102" y="335"/>
                    </a:cubicBezTo>
                    <a:cubicBezTo>
                      <a:pt x="99" y="341"/>
                      <a:pt x="94" y="344"/>
                      <a:pt x="88" y="348"/>
                    </a:cubicBezTo>
                    <a:cubicBezTo>
                      <a:pt x="87" y="352"/>
                      <a:pt x="84" y="351"/>
                      <a:pt x="82" y="355"/>
                    </a:cubicBezTo>
                    <a:cubicBezTo>
                      <a:pt x="77" y="353"/>
                      <a:pt x="77" y="349"/>
                      <a:pt x="73" y="346"/>
                    </a:cubicBezTo>
                    <a:cubicBezTo>
                      <a:pt x="72" y="345"/>
                      <a:pt x="72" y="344"/>
                      <a:pt x="71" y="343"/>
                    </a:cubicBezTo>
                    <a:cubicBezTo>
                      <a:pt x="70" y="342"/>
                      <a:pt x="68" y="342"/>
                      <a:pt x="67" y="341"/>
                    </a:cubicBezTo>
                    <a:cubicBezTo>
                      <a:pt x="63" y="336"/>
                      <a:pt x="63" y="331"/>
                      <a:pt x="55" y="328"/>
                    </a:cubicBezTo>
                    <a:cubicBezTo>
                      <a:pt x="52" y="324"/>
                      <a:pt x="47" y="311"/>
                      <a:pt x="42" y="309"/>
                    </a:cubicBezTo>
                    <a:cubicBezTo>
                      <a:pt x="40" y="304"/>
                      <a:pt x="35" y="295"/>
                      <a:pt x="31" y="292"/>
                    </a:cubicBezTo>
                    <a:cubicBezTo>
                      <a:pt x="29" y="286"/>
                      <a:pt x="29" y="284"/>
                      <a:pt x="25" y="280"/>
                    </a:cubicBezTo>
                    <a:cubicBezTo>
                      <a:pt x="23" y="275"/>
                      <a:pt x="22" y="267"/>
                      <a:pt x="19" y="262"/>
                    </a:cubicBezTo>
                    <a:cubicBezTo>
                      <a:pt x="16" y="248"/>
                      <a:pt x="10" y="236"/>
                      <a:pt x="7" y="222"/>
                    </a:cubicBezTo>
                    <a:cubicBezTo>
                      <a:pt x="6" y="214"/>
                      <a:pt x="5" y="207"/>
                      <a:pt x="4" y="199"/>
                    </a:cubicBezTo>
                    <a:cubicBezTo>
                      <a:pt x="4" y="188"/>
                      <a:pt x="0" y="139"/>
                      <a:pt x="7" y="131"/>
                    </a:cubicBezTo>
                    <a:cubicBezTo>
                      <a:pt x="12" y="115"/>
                      <a:pt x="10" y="104"/>
                      <a:pt x="19" y="90"/>
                    </a:cubicBezTo>
                    <a:cubicBezTo>
                      <a:pt x="20" y="84"/>
                      <a:pt x="22" y="75"/>
                      <a:pt x="27" y="72"/>
                    </a:cubicBezTo>
                    <a:cubicBezTo>
                      <a:pt x="30" y="64"/>
                      <a:pt x="37" y="48"/>
                      <a:pt x="45" y="45"/>
                    </a:cubicBezTo>
                    <a:cubicBezTo>
                      <a:pt x="48" y="40"/>
                      <a:pt x="53" y="31"/>
                      <a:pt x="58" y="28"/>
                    </a:cubicBezTo>
                    <a:cubicBezTo>
                      <a:pt x="60" y="23"/>
                      <a:pt x="59" y="20"/>
                      <a:pt x="64" y="18"/>
                    </a:cubicBezTo>
                    <a:cubicBezTo>
                      <a:pt x="65" y="14"/>
                      <a:pt x="67" y="12"/>
                      <a:pt x="70" y="10"/>
                    </a:cubicBezTo>
                    <a:cubicBezTo>
                      <a:pt x="72" y="3"/>
                      <a:pt x="82" y="2"/>
                      <a:pt x="82" y="0"/>
                    </a:cubicBezTo>
                    <a:close/>
                  </a:path>
                </a:pathLst>
              </a:custGeom>
              <a:solidFill>
                <a:srgbClr val="66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mpd="sng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1165" name="Freeform 123">
                <a:extLst>
                  <a:ext uri="{FF2B5EF4-FFF2-40B4-BE49-F238E27FC236}">
                    <a16:creationId xmlns:a16="http://schemas.microsoft.com/office/drawing/2014/main" id="{6B6A1DE7-289C-478F-9C53-AA26A26E3A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976" y="3075"/>
                <a:ext cx="478" cy="477"/>
              </a:xfrm>
              <a:custGeom>
                <a:avLst/>
                <a:gdLst>
                  <a:gd name="T0" fmla="*/ 1 w 721"/>
                  <a:gd name="T1" fmla="*/ 1 h 722"/>
                  <a:gd name="T2" fmla="*/ 1 w 721"/>
                  <a:gd name="T3" fmla="*/ 1 h 722"/>
                  <a:gd name="T4" fmla="*/ 1 w 721"/>
                  <a:gd name="T5" fmla="*/ 1 h 722"/>
                  <a:gd name="T6" fmla="*/ 1 w 721"/>
                  <a:gd name="T7" fmla="*/ 1 h 722"/>
                  <a:gd name="T8" fmla="*/ 1 w 721"/>
                  <a:gd name="T9" fmla="*/ 1 h 722"/>
                  <a:gd name="T10" fmla="*/ 1 w 721"/>
                  <a:gd name="T11" fmla="*/ 1 h 722"/>
                  <a:gd name="T12" fmla="*/ 1 w 721"/>
                  <a:gd name="T13" fmla="*/ 1 h 722"/>
                  <a:gd name="T14" fmla="*/ 1 w 721"/>
                  <a:gd name="T15" fmla="*/ 1 h 722"/>
                  <a:gd name="T16" fmla="*/ 1 w 721"/>
                  <a:gd name="T17" fmla="*/ 1 h 722"/>
                  <a:gd name="T18" fmla="*/ 1 w 721"/>
                  <a:gd name="T19" fmla="*/ 1 h 722"/>
                  <a:gd name="T20" fmla="*/ 0 w 721"/>
                  <a:gd name="T21" fmla="*/ 2 h 722"/>
                  <a:gd name="T22" fmla="*/ 1 w 721"/>
                  <a:gd name="T23" fmla="*/ 2 h 722"/>
                  <a:gd name="T24" fmla="*/ 1 w 721"/>
                  <a:gd name="T25" fmla="*/ 2 h 722"/>
                  <a:gd name="T26" fmla="*/ 1 w 721"/>
                  <a:gd name="T27" fmla="*/ 2 h 722"/>
                  <a:gd name="T28" fmla="*/ 1 w 721"/>
                  <a:gd name="T29" fmla="*/ 3 h 722"/>
                  <a:gd name="T30" fmla="*/ 1 w 721"/>
                  <a:gd name="T31" fmla="*/ 3 h 722"/>
                  <a:gd name="T32" fmla="*/ 1 w 721"/>
                  <a:gd name="T33" fmla="*/ 3 h 722"/>
                  <a:gd name="T34" fmla="*/ 1 w 721"/>
                  <a:gd name="T35" fmla="*/ 3 h 722"/>
                  <a:gd name="T36" fmla="*/ 1 w 721"/>
                  <a:gd name="T37" fmla="*/ 3 h 722"/>
                  <a:gd name="T38" fmla="*/ 1 w 721"/>
                  <a:gd name="T39" fmla="*/ 3 h 722"/>
                  <a:gd name="T40" fmla="*/ 1 w 721"/>
                  <a:gd name="T41" fmla="*/ 3 h 722"/>
                  <a:gd name="T42" fmla="*/ 2 w 721"/>
                  <a:gd name="T43" fmla="*/ 3 h 722"/>
                  <a:gd name="T44" fmla="*/ 2 w 721"/>
                  <a:gd name="T45" fmla="*/ 3 h 722"/>
                  <a:gd name="T46" fmla="*/ 2 w 721"/>
                  <a:gd name="T47" fmla="*/ 3 h 722"/>
                  <a:gd name="T48" fmla="*/ 3 w 721"/>
                  <a:gd name="T49" fmla="*/ 3 h 722"/>
                  <a:gd name="T50" fmla="*/ 3 w 721"/>
                  <a:gd name="T51" fmla="*/ 3 h 722"/>
                  <a:gd name="T52" fmla="*/ 3 w 721"/>
                  <a:gd name="T53" fmla="*/ 3 h 722"/>
                  <a:gd name="T54" fmla="*/ 3 w 721"/>
                  <a:gd name="T55" fmla="*/ 3 h 722"/>
                  <a:gd name="T56" fmla="*/ 3 w 721"/>
                  <a:gd name="T57" fmla="*/ 3 h 722"/>
                  <a:gd name="T58" fmla="*/ 3 w 721"/>
                  <a:gd name="T59" fmla="*/ 2 h 722"/>
                  <a:gd name="T60" fmla="*/ 3 w 721"/>
                  <a:gd name="T61" fmla="*/ 2 h 722"/>
                  <a:gd name="T62" fmla="*/ 3 w 721"/>
                  <a:gd name="T63" fmla="*/ 2 h 722"/>
                  <a:gd name="T64" fmla="*/ 3 w 721"/>
                  <a:gd name="T65" fmla="*/ 2 h 722"/>
                  <a:gd name="T66" fmla="*/ 3 w 721"/>
                  <a:gd name="T67" fmla="*/ 1 h 722"/>
                  <a:gd name="T68" fmla="*/ 3 w 721"/>
                  <a:gd name="T69" fmla="*/ 1 h 722"/>
                  <a:gd name="T70" fmla="*/ 3 w 721"/>
                  <a:gd name="T71" fmla="*/ 1 h 722"/>
                  <a:gd name="T72" fmla="*/ 3 w 721"/>
                  <a:gd name="T73" fmla="*/ 1 h 722"/>
                  <a:gd name="T74" fmla="*/ 3 w 721"/>
                  <a:gd name="T75" fmla="*/ 1 h 722"/>
                  <a:gd name="T76" fmla="*/ 3 w 721"/>
                  <a:gd name="T77" fmla="*/ 1 h 722"/>
                  <a:gd name="T78" fmla="*/ 3 w 721"/>
                  <a:gd name="T79" fmla="*/ 1 h 722"/>
                  <a:gd name="T80" fmla="*/ 3 w 721"/>
                  <a:gd name="T81" fmla="*/ 1 h 722"/>
                  <a:gd name="T82" fmla="*/ 2 w 721"/>
                  <a:gd name="T83" fmla="*/ 1 h 722"/>
                  <a:gd name="T84" fmla="*/ 2 w 721"/>
                  <a:gd name="T85" fmla="*/ 1 h 722"/>
                  <a:gd name="T86" fmla="*/ 2 w 721"/>
                  <a:gd name="T87" fmla="*/ 0 h 72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721" h="722">
                    <a:moveTo>
                      <a:pt x="361" y="0"/>
                    </a:moveTo>
                    <a:lnTo>
                      <a:pt x="343" y="0"/>
                    </a:lnTo>
                    <a:lnTo>
                      <a:pt x="323" y="2"/>
                    </a:lnTo>
                    <a:lnTo>
                      <a:pt x="305" y="4"/>
                    </a:lnTo>
                    <a:lnTo>
                      <a:pt x="288" y="7"/>
                    </a:lnTo>
                    <a:lnTo>
                      <a:pt x="270" y="11"/>
                    </a:lnTo>
                    <a:lnTo>
                      <a:pt x="253" y="16"/>
                    </a:lnTo>
                    <a:lnTo>
                      <a:pt x="237" y="22"/>
                    </a:lnTo>
                    <a:lnTo>
                      <a:pt x="220" y="28"/>
                    </a:lnTo>
                    <a:lnTo>
                      <a:pt x="204" y="35"/>
                    </a:lnTo>
                    <a:lnTo>
                      <a:pt x="189" y="43"/>
                    </a:lnTo>
                    <a:lnTo>
                      <a:pt x="174" y="52"/>
                    </a:lnTo>
                    <a:lnTo>
                      <a:pt x="159" y="61"/>
                    </a:lnTo>
                    <a:lnTo>
                      <a:pt x="144" y="71"/>
                    </a:lnTo>
                    <a:lnTo>
                      <a:pt x="131" y="82"/>
                    </a:lnTo>
                    <a:lnTo>
                      <a:pt x="118" y="93"/>
                    </a:lnTo>
                    <a:lnTo>
                      <a:pt x="105" y="106"/>
                    </a:lnTo>
                    <a:lnTo>
                      <a:pt x="93" y="119"/>
                    </a:lnTo>
                    <a:lnTo>
                      <a:pt x="82" y="132"/>
                    </a:lnTo>
                    <a:lnTo>
                      <a:pt x="71" y="145"/>
                    </a:lnTo>
                    <a:lnTo>
                      <a:pt x="61" y="159"/>
                    </a:lnTo>
                    <a:lnTo>
                      <a:pt x="52" y="174"/>
                    </a:lnTo>
                    <a:lnTo>
                      <a:pt x="43" y="189"/>
                    </a:lnTo>
                    <a:lnTo>
                      <a:pt x="35" y="204"/>
                    </a:lnTo>
                    <a:lnTo>
                      <a:pt x="28" y="220"/>
                    </a:lnTo>
                    <a:lnTo>
                      <a:pt x="22" y="237"/>
                    </a:lnTo>
                    <a:lnTo>
                      <a:pt x="16" y="253"/>
                    </a:lnTo>
                    <a:lnTo>
                      <a:pt x="11" y="270"/>
                    </a:lnTo>
                    <a:lnTo>
                      <a:pt x="7" y="288"/>
                    </a:lnTo>
                    <a:lnTo>
                      <a:pt x="4" y="306"/>
                    </a:lnTo>
                    <a:lnTo>
                      <a:pt x="2" y="324"/>
                    </a:lnTo>
                    <a:lnTo>
                      <a:pt x="0" y="343"/>
                    </a:lnTo>
                    <a:lnTo>
                      <a:pt x="0" y="361"/>
                    </a:lnTo>
                    <a:lnTo>
                      <a:pt x="0" y="380"/>
                    </a:lnTo>
                    <a:lnTo>
                      <a:pt x="2" y="398"/>
                    </a:lnTo>
                    <a:lnTo>
                      <a:pt x="4" y="416"/>
                    </a:lnTo>
                    <a:lnTo>
                      <a:pt x="7" y="433"/>
                    </a:lnTo>
                    <a:lnTo>
                      <a:pt x="11" y="451"/>
                    </a:lnTo>
                    <a:lnTo>
                      <a:pt x="16" y="468"/>
                    </a:lnTo>
                    <a:lnTo>
                      <a:pt x="22" y="485"/>
                    </a:lnTo>
                    <a:lnTo>
                      <a:pt x="28" y="502"/>
                    </a:lnTo>
                    <a:lnTo>
                      <a:pt x="35" y="518"/>
                    </a:lnTo>
                    <a:lnTo>
                      <a:pt x="43" y="533"/>
                    </a:lnTo>
                    <a:lnTo>
                      <a:pt x="52" y="548"/>
                    </a:lnTo>
                    <a:lnTo>
                      <a:pt x="61" y="563"/>
                    </a:lnTo>
                    <a:lnTo>
                      <a:pt x="71" y="577"/>
                    </a:lnTo>
                    <a:lnTo>
                      <a:pt x="82" y="591"/>
                    </a:lnTo>
                    <a:lnTo>
                      <a:pt x="93" y="604"/>
                    </a:lnTo>
                    <a:lnTo>
                      <a:pt x="105" y="616"/>
                    </a:lnTo>
                    <a:lnTo>
                      <a:pt x="118" y="628"/>
                    </a:lnTo>
                    <a:lnTo>
                      <a:pt x="131" y="639"/>
                    </a:lnTo>
                    <a:lnTo>
                      <a:pt x="144" y="650"/>
                    </a:lnTo>
                    <a:lnTo>
                      <a:pt x="159" y="660"/>
                    </a:lnTo>
                    <a:lnTo>
                      <a:pt x="174" y="669"/>
                    </a:lnTo>
                    <a:lnTo>
                      <a:pt x="189" y="678"/>
                    </a:lnTo>
                    <a:lnTo>
                      <a:pt x="204" y="686"/>
                    </a:lnTo>
                    <a:lnTo>
                      <a:pt x="220" y="693"/>
                    </a:lnTo>
                    <a:lnTo>
                      <a:pt x="237" y="700"/>
                    </a:lnTo>
                    <a:lnTo>
                      <a:pt x="253" y="706"/>
                    </a:lnTo>
                    <a:lnTo>
                      <a:pt x="270" y="711"/>
                    </a:lnTo>
                    <a:lnTo>
                      <a:pt x="288" y="715"/>
                    </a:lnTo>
                    <a:lnTo>
                      <a:pt x="305" y="718"/>
                    </a:lnTo>
                    <a:lnTo>
                      <a:pt x="323" y="720"/>
                    </a:lnTo>
                    <a:lnTo>
                      <a:pt x="343" y="722"/>
                    </a:lnTo>
                    <a:lnTo>
                      <a:pt x="361" y="722"/>
                    </a:lnTo>
                    <a:lnTo>
                      <a:pt x="380" y="722"/>
                    </a:lnTo>
                    <a:lnTo>
                      <a:pt x="398" y="720"/>
                    </a:lnTo>
                    <a:lnTo>
                      <a:pt x="416" y="718"/>
                    </a:lnTo>
                    <a:lnTo>
                      <a:pt x="433" y="715"/>
                    </a:lnTo>
                    <a:lnTo>
                      <a:pt x="451" y="711"/>
                    </a:lnTo>
                    <a:lnTo>
                      <a:pt x="468" y="706"/>
                    </a:lnTo>
                    <a:lnTo>
                      <a:pt x="485" y="700"/>
                    </a:lnTo>
                    <a:lnTo>
                      <a:pt x="501" y="693"/>
                    </a:lnTo>
                    <a:lnTo>
                      <a:pt x="517" y="686"/>
                    </a:lnTo>
                    <a:lnTo>
                      <a:pt x="532" y="678"/>
                    </a:lnTo>
                    <a:lnTo>
                      <a:pt x="548" y="669"/>
                    </a:lnTo>
                    <a:lnTo>
                      <a:pt x="563" y="660"/>
                    </a:lnTo>
                    <a:lnTo>
                      <a:pt x="577" y="650"/>
                    </a:lnTo>
                    <a:lnTo>
                      <a:pt x="591" y="639"/>
                    </a:lnTo>
                    <a:lnTo>
                      <a:pt x="604" y="628"/>
                    </a:lnTo>
                    <a:lnTo>
                      <a:pt x="616" y="616"/>
                    </a:lnTo>
                    <a:lnTo>
                      <a:pt x="628" y="604"/>
                    </a:lnTo>
                    <a:lnTo>
                      <a:pt x="639" y="591"/>
                    </a:lnTo>
                    <a:lnTo>
                      <a:pt x="650" y="577"/>
                    </a:lnTo>
                    <a:lnTo>
                      <a:pt x="660" y="563"/>
                    </a:lnTo>
                    <a:lnTo>
                      <a:pt x="669" y="548"/>
                    </a:lnTo>
                    <a:lnTo>
                      <a:pt x="678" y="533"/>
                    </a:lnTo>
                    <a:lnTo>
                      <a:pt x="686" y="518"/>
                    </a:lnTo>
                    <a:lnTo>
                      <a:pt x="693" y="502"/>
                    </a:lnTo>
                    <a:lnTo>
                      <a:pt x="699" y="485"/>
                    </a:lnTo>
                    <a:lnTo>
                      <a:pt x="705" y="468"/>
                    </a:lnTo>
                    <a:lnTo>
                      <a:pt x="710" y="451"/>
                    </a:lnTo>
                    <a:lnTo>
                      <a:pt x="714" y="433"/>
                    </a:lnTo>
                    <a:lnTo>
                      <a:pt x="717" y="416"/>
                    </a:lnTo>
                    <a:lnTo>
                      <a:pt x="719" y="398"/>
                    </a:lnTo>
                    <a:lnTo>
                      <a:pt x="721" y="380"/>
                    </a:lnTo>
                    <a:lnTo>
                      <a:pt x="721" y="361"/>
                    </a:lnTo>
                    <a:lnTo>
                      <a:pt x="721" y="343"/>
                    </a:lnTo>
                    <a:lnTo>
                      <a:pt x="719" y="324"/>
                    </a:lnTo>
                    <a:lnTo>
                      <a:pt x="717" y="306"/>
                    </a:lnTo>
                    <a:lnTo>
                      <a:pt x="714" y="288"/>
                    </a:lnTo>
                    <a:lnTo>
                      <a:pt x="710" y="270"/>
                    </a:lnTo>
                    <a:lnTo>
                      <a:pt x="705" y="253"/>
                    </a:lnTo>
                    <a:lnTo>
                      <a:pt x="699" y="237"/>
                    </a:lnTo>
                    <a:lnTo>
                      <a:pt x="693" y="220"/>
                    </a:lnTo>
                    <a:lnTo>
                      <a:pt x="686" y="204"/>
                    </a:lnTo>
                    <a:lnTo>
                      <a:pt x="678" y="189"/>
                    </a:lnTo>
                    <a:lnTo>
                      <a:pt x="669" y="174"/>
                    </a:lnTo>
                    <a:lnTo>
                      <a:pt x="660" y="159"/>
                    </a:lnTo>
                    <a:lnTo>
                      <a:pt x="650" y="145"/>
                    </a:lnTo>
                    <a:lnTo>
                      <a:pt x="639" y="132"/>
                    </a:lnTo>
                    <a:lnTo>
                      <a:pt x="628" y="119"/>
                    </a:lnTo>
                    <a:lnTo>
                      <a:pt x="616" y="106"/>
                    </a:lnTo>
                    <a:lnTo>
                      <a:pt x="604" y="93"/>
                    </a:lnTo>
                    <a:lnTo>
                      <a:pt x="591" y="82"/>
                    </a:lnTo>
                    <a:lnTo>
                      <a:pt x="577" y="71"/>
                    </a:lnTo>
                    <a:lnTo>
                      <a:pt x="563" y="61"/>
                    </a:lnTo>
                    <a:lnTo>
                      <a:pt x="548" y="52"/>
                    </a:lnTo>
                    <a:lnTo>
                      <a:pt x="532" y="43"/>
                    </a:lnTo>
                    <a:lnTo>
                      <a:pt x="517" y="35"/>
                    </a:lnTo>
                    <a:lnTo>
                      <a:pt x="501" y="28"/>
                    </a:lnTo>
                    <a:lnTo>
                      <a:pt x="485" y="22"/>
                    </a:lnTo>
                    <a:lnTo>
                      <a:pt x="468" y="16"/>
                    </a:lnTo>
                    <a:lnTo>
                      <a:pt x="451" y="11"/>
                    </a:lnTo>
                    <a:lnTo>
                      <a:pt x="433" y="7"/>
                    </a:lnTo>
                    <a:lnTo>
                      <a:pt x="416" y="4"/>
                    </a:lnTo>
                    <a:lnTo>
                      <a:pt x="398" y="2"/>
                    </a:lnTo>
                    <a:lnTo>
                      <a:pt x="380" y="0"/>
                    </a:lnTo>
                    <a:lnTo>
                      <a:pt x="361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91147" name="Rectangle 2">
            <a:extLst>
              <a:ext uri="{FF2B5EF4-FFF2-40B4-BE49-F238E27FC236}">
                <a16:creationId xmlns:a16="http://schemas.microsoft.com/office/drawing/2014/main" id="{7D973D10-D31C-4E80-B1AB-EECD293A0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1219200"/>
            <a:ext cx="2209800" cy="5334000"/>
          </a:xfrm>
          <a:prstGeom prst="rect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1148" name="TextBox 3">
            <a:extLst>
              <a:ext uri="{FF2B5EF4-FFF2-40B4-BE49-F238E27FC236}">
                <a16:creationId xmlns:a16="http://schemas.microsoft.com/office/drawing/2014/main" id="{0F658116-CDD6-43D6-BA24-7D518F353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762000"/>
            <a:ext cx="2654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These two are equal</a:t>
            </a:r>
          </a:p>
        </p:txBody>
      </p:sp>
      <p:pic>
        <p:nvPicPr>
          <p:cNvPr id="117" name="Picture 2" descr="Screen shot 2013-09-04 at 3.52.38 PM.png">
            <a:extLst>
              <a:ext uri="{FF2B5EF4-FFF2-40B4-BE49-F238E27FC236}">
                <a16:creationId xmlns:a16="http://schemas.microsoft.com/office/drawing/2014/main" id="{BEA9E36B-FF09-46B8-B19C-976C808869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952" y="36213"/>
            <a:ext cx="7697648" cy="638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3">
            <a:extLst>
              <a:ext uri="{FF2B5EF4-FFF2-40B4-BE49-F238E27FC236}">
                <a16:creationId xmlns:a16="http://schemas.microsoft.com/office/drawing/2014/main" id="{8D84EEC1-BFE5-4883-BCE6-33AC83752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5800"/>
            <a:ext cx="91440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Synthesis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Using AND, OR, and NOT Gates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Reading – 2.6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3D5A7A68-7967-4BDD-BC45-8130777BC4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" y="152400"/>
            <a:ext cx="8915400" cy="685800"/>
          </a:xfrm>
        </p:spPr>
        <p:txBody>
          <a:bodyPr/>
          <a:lstStyle/>
          <a:p>
            <a:r>
              <a:rPr lang="en-US" altLang="en-US" dirty="0"/>
              <a:t>Operator Precedence</a:t>
            </a:r>
          </a:p>
        </p:txBody>
      </p:sp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8DD7550E-02B3-4D52-8DBD-7CD8821E6D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 dirty="0"/>
              <a:t>In regular arithmetic and algebra, </a:t>
            </a:r>
            <a:r>
              <a:rPr lang="en-US" altLang="en-US" sz="2600" dirty="0">
                <a:solidFill>
                  <a:srgbClr val="FF0000"/>
                </a:solidFill>
              </a:rPr>
              <a:t>multiplication takes precedence over addition</a:t>
            </a:r>
          </a:p>
          <a:p>
            <a:endParaRPr lang="en-US" altLang="en-US" sz="2600" dirty="0"/>
          </a:p>
          <a:p>
            <a:r>
              <a:rPr lang="en-US" altLang="en-US" sz="2600" dirty="0"/>
              <a:t>This is also true in Boolean algebra</a:t>
            </a:r>
          </a:p>
          <a:p>
            <a:endParaRPr lang="en-US" altLang="en-US" sz="2600" dirty="0"/>
          </a:p>
          <a:p>
            <a:r>
              <a:rPr lang="en-US" altLang="en-US" sz="2600" dirty="0"/>
              <a:t>NOT &gt; AND &gt; OR</a:t>
            </a:r>
          </a:p>
          <a:p>
            <a:pPr marL="0" indent="0">
              <a:buNone/>
            </a:pPr>
            <a:endParaRPr lang="en-US" altLang="en-US" sz="2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CCA669-BAD3-493D-A6BD-31D8BC401B05}"/>
                  </a:ext>
                </a:extLst>
              </p14:cNvPr>
              <p14:cNvContentPartPr/>
              <p14:nvPr/>
            </p14:nvContentPartPr>
            <p14:xfrm>
              <a:off x="5308560" y="2579400"/>
              <a:ext cx="2822760" cy="3369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CCA669-BAD3-493D-A6BD-31D8BC401B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99200" y="2570040"/>
                <a:ext cx="2841480" cy="338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0BDA77F9-D80B-481F-9EE2-1B533C6953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295400"/>
          </a:xfrm>
        </p:spPr>
        <p:txBody>
          <a:bodyPr/>
          <a:lstStyle/>
          <a:p>
            <a:r>
              <a:rPr lang="en-US" altLang="en-US" dirty="0"/>
              <a:t>Operator Precedence</a:t>
            </a:r>
            <a:br>
              <a:rPr lang="en-US" altLang="en-US" dirty="0"/>
            </a:br>
            <a:r>
              <a:rPr lang="en-US" altLang="en-US" dirty="0"/>
              <a:t>(three different ways to write the same)</a:t>
            </a:r>
          </a:p>
        </p:txBody>
      </p:sp>
      <p:pic>
        <p:nvPicPr>
          <p:cNvPr id="17410" name="Picture 3" descr="Screen shot 2013-09-06 at 12.43.54 PM.png">
            <a:extLst>
              <a:ext uri="{FF2B5EF4-FFF2-40B4-BE49-F238E27FC236}">
                <a16:creationId xmlns:a16="http://schemas.microsoft.com/office/drawing/2014/main" id="{669BD9EB-DF97-4850-9AE6-DE6959ECE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505200"/>
            <a:ext cx="6540500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4" descr="Screen shot 2013-09-06 at 12.43.36 PM.png">
            <a:extLst>
              <a:ext uri="{FF2B5EF4-FFF2-40B4-BE49-F238E27FC236}">
                <a16:creationId xmlns:a16="http://schemas.microsoft.com/office/drawing/2014/main" id="{D64E46E7-0369-4B04-8E31-F97623CD1B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133600"/>
            <a:ext cx="4406900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5" descr="Screen shot 2013-09-06 at 12.44.06 PM.png">
            <a:extLst>
              <a:ext uri="{FF2B5EF4-FFF2-40B4-BE49-F238E27FC236}">
                <a16:creationId xmlns:a16="http://schemas.microsoft.com/office/drawing/2014/main" id="{9A9F0B97-BE11-4A0F-AB49-5E56D80580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5105400"/>
            <a:ext cx="35814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94A720A-696C-4A18-8790-6A532F23D918}"/>
                  </a:ext>
                </a:extLst>
              </p14:cNvPr>
              <p14:cNvContentPartPr/>
              <p14:nvPr/>
            </p14:nvContentPartPr>
            <p14:xfrm>
              <a:off x="7628400" y="4128480"/>
              <a:ext cx="934920" cy="440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94A720A-696C-4A18-8790-6A532F23D9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19040" y="4119120"/>
                <a:ext cx="953640" cy="45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3F41B333-6ACC-4CA1-A982-52F10880A7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67000"/>
            <a:ext cx="9144000" cy="685800"/>
          </a:xfrm>
        </p:spPr>
        <p:txBody>
          <a:bodyPr/>
          <a:lstStyle/>
          <a:p>
            <a:r>
              <a:rPr lang="en-US" altLang="en-US"/>
              <a:t>Function Synthesis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87FDD8DA-2659-4AC6-8A4E-39F2EE48A9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/>
              <a:t>Synthesize the Following Function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1D2815-93E0-5746-9CF5-F50FEEE38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189354"/>
              </p:ext>
            </p:extLst>
          </p:nvPr>
        </p:nvGraphicFramePr>
        <p:xfrm>
          <a:off x="2743200" y="2810631"/>
          <a:ext cx="4800600" cy="36115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414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2400" b="1"/>
                        <a:t>x</a:t>
                      </a:r>
                      <a:r>
                        <a:rPr lang="en-US" sz="2400" b="1" baseline="-25000"/>
                        <a:t>1</a:t>
                      </a:r>
                      <a:endParaRPr lang="en-US" sz="2400" b="1" baseline="-25000" dirty="0"/>
                    </a:p>
                  </a:txBody>
                  <a:tcPr marT="45716" marB="457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2400" b="1" dirty="0"/>
                        <a:t>x</a:t>
                      </a:r>
                      <a:r>
                        <a:rPr lang="en-US" sz="2400" b="1" baseline="-25000" dirty="0"/>
                        <a:t>2</a:t>
                      </a:r>
                    </a:p>
                  </a:txBody>
                  <a:tcPr marT="45716" marB="457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endParaRPr lang="en-US" sz="2400" b="1" dirty="0"/>
                    </a:p>
                  </a:txBody>
                  <a:tcPr marT="45716" marB="457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6854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en-US" sz="2400" dirty="0"/>
                        <a:t>0</a:t>
                      </a:r>
                    </a:p>
                  </a:txBody>
                  <a:tcPr marT="45716" marB="457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en-US" sz="2400" dirty="0"/>
                        <a:t>0</a:t>
                      </a:r>
                    </a:p>
                  </a:txBody>
                  <a:tcPr marT="45716" marB="457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endParaRPr lang="en-US" sz="2400" dirty="0"/>
                    </a:p>
                  </a:txBody>
                  <a:tcPr marT="45716" marB="457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854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en-US" sz="2400" dirty="0"/>
                        <a:t>0</a:t>
                      </a:r>
                    </a:p>
                  </a:txBody>
                  <a:tcPr marT="45716" marB="457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en-US" sz="2400" dirty="0"/>
                        <a:t>1</a:t>
                      </a:r>
                    </a:p>
                  </a:txBody>
                  <a:tcPr marT="45716" marB="457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endParaRPr lang="en-US" sz="2400" dirty="0"/>
                    </a:p>
                  </a:txBody>
                  <a:tcPr marT="45716" marB="457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6854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en-US" sz="2400" dirty="0"/>
                        <a:t>1</a:t>
                      </a:r>
                    </a:p>
                  </a:txBody>
                  <a:tcPr marT="45716" marB="457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en-US" sz="2400" dirty="0"/>
                        <a:t>0</a:t>
                      </a:r>
                    </a:p>
                  </a:txBody>
                  <a:tcPr marT="45716" marB="457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endParaRPr lang="en-US" sz="2400" dirty="0"/>
                    </a:p>
                  </a:txBody>
                  <a:tcPr marT="45716" marB="457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6854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en-US" sz="2400" dirty="0"/>
                        <a:t>1</a:t>
                      </a:r>
                    </a:p>
                  </a:txBody>
                  <a:tcPr marT="45716" marB="457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en-US" sz="2400" dirty="0"/>
                        <a:t>1</a:t>
                      </a:r>
                    </a:p>
                  </a:txBody>
                  <a:tcPr marT="45716" marB="457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endParaRPr lang="en-US" sz="2400" dirty="0"/>
                    </a:p>
                  </a:txBody>
                  <a:tcPr marT="45716" marB="457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D4E1684-A9F2-4593-BDD5-93B5658DEFF0}"/>
              </a:ext>
            </a:extLst>
          </p:cNvPr>
          <p:cNvSpPr/>
          <p:nvPr/>
        </p:nvSpPr>
        <p:spPr>
          <a:xfrm>
            <a:off x="114300" y="865414"/>
            <a:ext cx="90297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The function of the circuit is to continuously monitor the state of the</a:t>
            </a:r>
          </a:p>
          <a:p>
            <a:pPr algn="just"/>
            <a:r>
              <a:rPr lang="en-US" dirty="0"/>
              <a:t>switches and to produce an output logic value 1 whenever the switches x1, and x2  are in states ((0, 0), (0, 1), or (1, 1). If the state of the switches is (1, 0), the output should be 0.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5664D32-1687-427B-916E-8C8F776B940B}"/>
                  </a:ext>
                </a:extLst>
              </p14:cNvPr>
              <p14:cNvContentPartPr/>
              <p14:nvPr/>
            </p14:nvContentPartPr>
            <p14:xfrm>
              <a:off x="6022080" y="2001240"/>
              <a:ext cx="2965320" cy="4258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5664D32-1687-427B-916E-8C8F776B94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12720" y="1991880"/>
                <a:ext cx="2984040" cy="4277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5DCEF67D-5F40-4092-8217-A752D8EE1B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33400"/>
          </a:xfrm>
        </p:spPr>
        <p:txBody>
          <a:bodyPr/>
          <a:lstStyle/>
          <a:p>
            <a:r>
              <a:rPr lang="en-US" altLang="en-US" sz="3400" dirty="0"/>
              <a:t>Summary of This Procedure</a:t>
            </a:r>
          </a:p>
        </p:txBody>
      </p:sp>
      <p:sp>
        <p:nvSpPr>
          <p:cNvPr id="44034" name="Content Placeholder 2">
            <a:extLst>
              <a:ext uri="{FF2B5EF4-FFF2-40B4-BE49-F238E27FC236}">
                <a16:creationId xmlns:a16="http://schemas.microsoft.com/office/drawing/2014/main" id="{1FF1AAA9-0741-45A4-B470-A9365A6628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27432" y="560833"/>
            <a:ext cx="9144000" cy="2639567"/>
          </a:xfrm>
        </p:spPr>
        <p:txBody>
          <a:bodyPr/>
          <a:lstStyle/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altLang="en-US" b="0" dirty="0"/>
              <a:t>Get the truth table of the function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altLang="en-US" b="0" dirty="0"/>
              <a:t>Form a product term (AND gate) for each row of the table for which the function is 1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altLang="en-US" b="0" dirty="0"/>
              <a:t>Each product term contains all input variables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altLang="en-US" b="0" dirty="0"/>
              <a:t>In each row, if </a:t>
            </a:r>
            <a:r>
              <a:rPr lang="en-US" altLang="en-US" b="0" i="1" dirty="0"/>
              <a:t>x</a:t>
            </a:r>
            <a:r>
              <a:rPr lang="en-US" altLang="en-US" b="0" i="1" baseline="-25000" dirty="0"/>
              <a:t>i </a:t>
            </a:r>
            <a:r>
              <a:rPr lang="en-US" altLang="en-US" b="0" dirty="0"/>
              <a:t>=1 enter it as </a:t>
            </a:r>
            <a:r>
              <a:rPr lang="en-US" altLang="en-US" b="0" i="1" dirty="0"/>
              <a:t>x</a:t>
            </a:r>
            <a:r>
              <a:rPr lang="en-US" altLang="en-US" b="0" i="1" baseline="-25000" dirty="0"/>
              <a:t>i </a:t>
            </a:r>
            <a:r>
              <a:rPr lang="en-US" altLang="en-US" b="0" dirty="0"/>
              <a:t>, otherwise use </a:t>
            </a:r>
            <a:r>
              <a:rPr lang="en-US" altLang="en-US" b="0" i="1" dirty="0"/>
              <a:t>x</a:t>
            </a:r>
            <a:r>
              <a:rPr lang="en-US" altLang="en-US" b="0" i="1" baseline="-25000" dirty="0"/>
              <a:t>i</a:t>
            </a:r>
          </a:p>
          <a:p>
            <a:pPr marL="457200" indent="-457200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</a:pPr>
            <a:r>
              <a:rPr lang="en-US" altLang="en-US" b="0" dirty="0"/>
              <a:t>Sum all of these products (OR gate) to get the function </a:t>
            </a:r>
          </a:p>
        </p:txBody>
      </p:sp>
      <p:cxnSp>
        <p:nvCxnSpPr>
          <p:cNvPr id="44035" name="Straight Connector 4">
            <a:extLst>
              <a:ext uri="{FF2B5EF4-FFF2-40B4-BE49-F238E27FC236}">
                <a16:creationId xmlns:a16="http://schemas.microsoft.com/office/drawing/2014/main" id="{80A7674C-BDB8-4CCA-BE43-1297CBF0F60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10400" y="2438400"/>
            <a:ext cx="2286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3E1B097-C654-4BE9-A279-409745D9F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670" y="3276600"/>
            <a:ext cx="4132330" cy="31149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F3E3A42-238C-48D3-99FF-38BFA4C4EB7A}"/>
                  </a:ext>
                </a:extLst>
              </p14:cNvPr>
              <p14:cNvContentPartPr/>
              <p14:nvPr/>
            </p14:nvContentPartPr>
            <p14:xfrm>
              <a:off x="5425200" y="1475640"/>
              <a:ext cx="3498120" cy="4816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F3E3A42-238C-48D3-99FF-38BFA4C4EB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15840" y="1466280"/>
                <a:ext cx="3516840" cy="483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535480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Picture 5" descr="Screen shot 2013-09-06 at 12.51.40 PM.png">
            <a:extLst>
              <a:ext uri="{FF2B5EF4-FFF2-40B4-BE49-F238E27FC236}">
                <a16:creationId xmlns:a16="http://schemas.microsoft.com/office/drawing/2014/main" id="{5AE646A7-81ED-443C-A10A-F458BB02E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14425"/>
            <a:ext cx="636905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8" name="Rectangle 79">
            <a:extLst>
              <a:ext uri="{FF2B5EF4-FFF2-40B4-BE49-F238E27FC236}">
                <a16:creationId xmlns:a16="http://schemas.microsoft.com/office/drawing/2014/main" id="{447BF3AF-81CE-446A-A13A-BBC8B417DB1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19088" y="6397625"/>
            <a:ext cx="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9699" name="Rectangle 80">
            <a:extLst>
              <a:ext uri="{FF2B5EF4-FFF2-40B4-BE49-F238E27FC236}">
                <a16:creationId xmlns:a16="http://schemas.microsoft.com/office/drawing/2014/main" id="{5B6D4616-18FF-411F-B9D8-7F82E5FD7C11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28600" y="6313488"/>
            <a:ext cx="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9700" name="Rectangle 5">
            <a:extLst>
              <a:ext uri="{FF2B5EF4-FFF2-40B4-BE49-F238E27FC236}">
                <a16:creationId xmlns:a16="http://schemas.microsoft.com/office/drawing/2014/main" id="{65077E4E-C726-4264-8499-8C9F87864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6688" y="5441950"/>
            <a:ext cx="577850" cy="5334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9701" name="Title 1">
            <a:extLst>
              <a:ext uri="{FF2B5EF4-FFF2-40B4-BE49-F238E27FC236}">
                <a16:creationId xmlns:a16="http://schemas.microsoft.com/office/drawing/2014/main" id="{7A280A81-4543-4DF4-BCEE-0F626F1180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76200"/>
            <a:ext cx="9144000" cy="1295400"/>
          </a:xfrm>
        </p:spPr>
        <p:txBody>
          <a:bodyPr/>
          <a:lstStyle/>
          <a:p>
            <a:r>
              <a:rPr lang="en-US" altLang="en-US"/>
              <a:t>Let’s look at it row by row.</a:t>
            </a:r>
            <a:br>
              <a:rPr lang="en-US" altLang="en-US"/>
            </a:br>
            <a:r>
              <a:rPr lang="en-US" altLang="en-US"/>
              <a:t>How can we express the last row?</a:t>
            </a:r>
          </a:p>
        </p:txBody>
      </p:sp>
      <p:pic>
        <p:nvPicPr>
          <p:cNvPr id="29702" name="Picture 1" descr="Screen shot 2013-09-06 at 12.55.33 PM.png">
            <a:extLst>
              <a:ext uri="{FF2B5EF4-FFF2-40B4-BE49-F238E27FC236}">
                <a16:creationId xmlns:a16="http://schemas.microsoft.com/office/drawing/2014/main" id="{91A3A022-EAA8-40F7-A557-226035ECD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334000"/>
            <a:ext cx="1108075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530439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5" descr="Screen shot 2013-09-06 at 12.51.40 PM.png">
            <a:extLst>
              <a:ext uri="{FF2B5EF4-FFF2-40B4-BE49-F238E27FC236}">
                <a16:creationId xmlns:a16="http://schemas.microsoft.com/office/drawing/2014/main" id="{28E10C18-2B97-40BD-88CC-824D0F3BC1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14425"/>
            <a:ext cx="636905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0" name="Title 1">
            <a:extLst>
              <a:ext uri="{FF2B5EF4-FFF2-40B4-BE49-F238E27FC236}">
                <a16:creationId xmlns:a16="http://schemas.microsoft.com/office/drawing/2014/main" id="{E549F10F-C388-4234-A752-3A21672FB0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/>
              <a:t>What about this row?</a:t>
            </a:r>
          </a:p>
        </p:txBody>
      </p:sp>
      <p:sp>
        <p:nvSpPr>
          <p:cNvPr id="32771" name="Rectangle 79">
            <a:extLst>
              <a:ext uri="{FF2B5EF4-FFF2-40B4-BE49-F238E27FC236}">
                <a16:creationId xmlns:a16="http://schemas.microsoft.com/office/drawing/2014/main" id="{8DCB54D2-A889-460E-862F-0B6E595D80B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19088" y="6397625"/>
            <a:ext cx="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72" name="Rectangle 80">
            <a:extLst>
              <a:ext uri="{FF2B5EF4-FFF2-40B4-BE49-F238E27FC236}">
                <a16:creationId xmlns:a16="http://schemas.microsoft.com/office/drawing/2014/main" id="{324F8B05-32F1-4F34-8374-BD3A4E8073B7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28600" y="6313488"/>
            <a:ext cx="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1AAED4F4-8EA7-4B89-B682-A00D87A21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6688" y="3962400"/>
            <a:ext cx="577850" cy="5334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32774" name="Picture 2" descr="Screen shot 2013-09-06 at 12.55.52 PM.png">
            <a:extLst>
              <a:ext uri="{FF2B5EF4-FFF2-40B4-BE49-F238E27FC236}">
                <a16:creationId xmlns:a16="http://schemas.microsoft.com/office/drawing/2014/main" id="{17AEFB48-51EB-497B-9DD4-CC81555C7C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886200"/>
            <a:ext cx="10937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1" descr="Screen shot 2013-09-06 at 12.55.33 PM.png">
            <a:extLst>
              <a:ext uri="{FF2B5EF4-FFF2-40B4-BE49-F238E27FC236}">
                <a16:creationId xmlns:a16="http://schemas.microsoft.com/office/drawing/2014/main" id="{77C3C487-DAFD-4E5F-92AC-A1FB9CC8BC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5334000"/>
            <a:ext cx="1108075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078994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5" descr="Screen shot 2013-09-06 at 12.51.40 PM.png">
            <a:extLst>
              <a:ext uri="{FF2B5EF4-FFF2-40B4-BE49-F238E27FC236}">
                <a16:creationId xmlns:a16="http://schemas.microsoft.com/office/drawing/2014/main" id="{F0404D98-3EB6-4753-A42C-D55F51F37D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14425"/>
            <a:ext cx="636905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2" name="Title 1">
            <a:extLst>
              <a:ext uri="{FF2B5EF4-FFF2-40B4-BE49-F238E27FC236}">
                <a16:creationId xmlns:a16="http://schemas.microsoft.com/office/drawing/2014/main" id="{19D9D4D5-C6D6-4F43-AB31-90F385A3D8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</p:spPr>
        <p:txBody>
          <a:bodyPr/>
          <a:lstStyle/>
          <a:p>
            <a:r>
              <a:rPr lang="en-US" altLang="en-US"/>
              <a:t>What about the first row?</a:t>
            </a:r>
          </a:p>
        </p:txBody>
      </p:sp>
      <p:sp>
        <p:nvSpPr>
          <p:cNvPr id="35843" name="Rectangle 79">
            <a:extLst>
              <a:ext uri="{FF2B5EF4-FFF2-40B4-BE49-F238E27FC236}">
                <a16:creationId xmlns:a16="http://schemas.microsoft.com/office/drawing/2014/main" id="{3BE815AF-8E3C-489D-BFBD-1C0DC6865622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19088" y="6397625"/>
            <a:ext cx="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5844" name="Rectangle 80">
            <a:extLst>
              <a:ext uri="{FF2B5EF4-FFF2-40B4-BE49-F238E27FC236}">
                <a16:creationId xmlns:a16="http://schemas.microsoft.com/office/drawing/2014/main" id="{497D8D6F-9A1C-420B-A3DE-FD084A33CF81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28600" y="6313488"/>
            <a:ext cx="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35845" name="Picture 86" descr="Screen shot 2013-09-06 at 12.55.41 PM.png">
            <a:extLst>
              <a:ext uri="{FF2B5EF4-FFF2-40B4-BE49-F238E27FC236}">
                <a16:creationId xmlns:a16="http://schemas.microsoft.com/office/drawing/2014/main" id="{2B450712-33E9-41BC-B64B-D315645EB3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25" y="3200400"/>
            <a:ext cx="9429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6" name="Rectangle 5">
            <a:extLst>
              <a:ext uri="{FF2B5EF4-FFF2-40B4-BE49-F238E27FC236}">
                <a16:creationId xmlns:a16="http://schemas.microsoft.com/office/drawing/2014/main" id="{D25C2249-EC50-452E-B27C-588C56391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6688" y="3211513"/>
            <a:ext cx="577850" cy="5334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4" name="Picture 2" descr="Screen shot 2013-09-06 at 12.55.52 PM.png">
            <a:extLst>
              <a:ext uri="{FF2B5EF4-FFF2-40B4-BE49-F238E27FC236}">
                <a16:creationId xmlns:a16="http://schemas.microsoft.com/office/drawing/2014/main" id="{EA615CB4-7BB0-4F00-8385-30745D1BB2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886200"/>
            <a:ext cx="10937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Picture 1" descr="Screen shot 2013-09-06 at 12.55.33 PM.png">
            <a:extLst>
              <a:ext uri="{FF2B5EF4-FFF2-40B4-BE49-F238E27FC236}">
                <a16:creationId xmlns:a16="http://schemas.microsoft.com/office/drawing/2014/main" id="{FB8123E6-268B-4459-A6E8-EBDF33596D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5334000"/>
            <a:ext cx="1108075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241752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Picture 5" descr="Screen shot 2013-09-06 at 12.51.40 PM.png">
            <a:extLst>
              <a:ext uri="{FF2B5EF4-FFF2-40B4-BE49-F238E27FC236}">
                <a16:creationId xmlns:a16="http://schemas.microsoft.com/office/drawing/2014/main" id="{5077243F-A465-4804-B252-3E29C39AE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143000"/>
            <a:ext cx="3933792" cy="3341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0" name="Rectangle 79">
            <a:extLst>
              <a:ext uri="{FF2B5EF4-FFF2-40B4-BE49-F238E27FC236}">
                <a16:creationId xmlns:a16="http://schemas.microsoft.com/office/drawing/2014/main" id="{4D6041A6-1C2B-4F2F-A021-55F61FDDEC5D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19088" y="6397625"/>
            <a:ext cx="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7651" name="Rectangle 80">
            <a:extLst>
              <a:ext uri="{FF2B5EF4-FFF2-40B4-BE49-F238E27FC236}">
                <a16:creationId xmlns:a16="http://schemas.microsoft.com/office/drawing/2014/main" id="{863041C5-8561-42C8-B045-D597C1B57D2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28600" y="6313488"/>
            <a:ext cx="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7652" name="TextBox 125">
            <a:extLst>
              <a:ext uri="{FF2B5EF4-FFF2-40B4-BE49-F238E27FC236}">
                <a16:creationId xmlns:a16="http://schemas.microsoft.com/office/drawing/2014/main" id="{9500FDFE-8CA6-45AB-905D-73EE58BC7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2.19 from the textbook ]</a:t>
            </a:r>
          </a:p>
        </p:txBody>
      </p:sp>
      <p:sp>
        <p:nvSpPr>
          <p:cNvPr id="27653" name="Title 1">
            <a:extLst>
              <a:ext uri="{FF2B5EF4-FFF2-40B4-BE49-F238E27FC236}">
                <a16:creationId xmlns:a16="http://schemas.microsoft.com/office/drawing/2014/main" id="{898E3024-B877-4EB1-BBD9-1AC42227A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/>
              <a:t>A function to be synthesized</a:t>
            </a:r>
          </a:p>
        </p:txBody>
      </p:sp>
      <p:pic>
        <p:nvPicPr>
          <p:cNvPr id="7" name="Picture 86" descr="Screen shot 2013-09-06 at 12.55.41 PM.png">
            <a:extLst>
              <a:ext uri="{FF2B5EF4-FFF2-40B4-BE49-F238E27FC236}">
                <a16:creationId xmlns:a16="http://schemas.microsoft.com/office/drawing/2014/main" id="{99CAE596-5580-452E-8CEE-71FDAAC105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786463"/>
            <a:ext cx="9429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Screen shot 2013-09-06 at 12.55.52 PM.png">
            <a:extLst>
              <a:ext uri="{FF2B5EF4-FFF2-40B4-BE49-F238E27FC236}">
                <a16:creationId xmlns:a16="http://schemas.microsoft.com/office/drawing/2014/main" id="{5482E02B-7D98-4344-8E15-639321D4B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824" y="4785794"/>
            <a:ext cx="10937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Screen shot 2013-09-06 at 12.55.33 PM.png">
            <a:extLst>
              <a:ext uri="{FF2B5EF4-FFF2-40B4-BE49-F238E27FC236}">
                <a16:creationId xmlns:a16="http://schemas.microsoft.com/office/drawing/2014/main" id="{4A366E46-602B-4D0E-A95E-19E51CCCCE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6874" y="4719507"/>
            <a:ext cx="990600" cy="6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5B640A-243C-417D-B705-55A5712CAF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194" y="4775145"/>
            <a:ext cx="1748590" cy="556037"/>
          </a:xfrm>
          <a:prstGeom prst="rect">
            <a:avLst/>
          </a:prstGeom>
        </p:spPr>
      </p:pic>
      <p:sp>
        <p:nvSpPr>
          <p:cNvPr id="3" name="Equals 2">
            <a:extLst>
              <a:ext uri="{FF2B5EF4-FFF2-40B4-BE49-F238E27FC236}">
                <a16:creationId xmlns:a16="http://schemas.microsoft.com/office/drawing/2014/main" id="{1CEBF2A2-66C5-42E6-9E29-5A4B796DA2C4}"/>
              </a:ext>
            </a:extLst>
          </p:cNvPr>
          <p:cNvSpPr/>
          <p:nvPr/>
        </p:nvSpPr>
        <p:spPr bwMode="auto">
          <a:xfrm>
            <a:off x="3209892" y="4901000"/>
            <a:ext cx="609600" cy="331345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4" name="Plus Sign 3">
            <a:extLst>
              <a:ext uri="{FF2B5EF4-FFF2-40B4-BE49-F238E27FC236}">
                <a16:creationId xmlns:a16="http://schemas.microsoft.com/office/drawing/2014/main" id="{0129BE5C-6ED0-4DA5-8D30-33C399DBEB0F}"/>
              </a:ext>
            </a:extLst>
          </p:cNvPr>
          <p:cNvSpPr/>
          <p:nvPr/>
        </p:nvSpPr>
        <p:spPr bwMode="auto">
          <a:xfrm>
            <a:off x="5138543" y="4927028"/>
            <a:ext cx="386313" cy="37005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13" name="Plus Sign 12">
            <a:extLst>
              <a:ext uri="{FF2B5EF4-FFF2-40B4-BE49-F238E27FC236}">
                <a16:creationId xmlns:a16="http://schemas.microsoft.com/office/drawing/2014/main" id="{24B94EA5-F27A-4E88-9AAB-D733DF58190E}"/>
              </a:ext>
            </a:extLst>
          </p:cNvPr>
          <p:cNvSpPr/>
          <p:nvPr/>
        </p:nvSpPr>
        <p:spPr bwMode="auto">
          <a:xfrm>
            <a:off x="6890398" y="4905569"/>
            <a:ext cx="386313" cy="37005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pic>
        <p:nvPicPr>
          <p:cNvPr id="14" name="Picture 86" descr="Screen shot 2013-09-06 at 12.55.41 PM.png">
            <a:extLst>
              <a:ext uri="{FF2B5EF4-FFF2-40B4-BE49-F238E27FC236}">
                <a16:creationId xmlns:a16="http://schemas.microsoft.com/office/drawing/2014/main" id="{65B1E2FA-52DD-482B-9545-D4A5B056C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274" y="2469842"/>
            <a:ext cx="780675" cy="441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 descr="Screen shot 2013-09-06 at 12.55.52 PM.png">
            <a:extLst>
              <a:ext uri="{FF2B5EF4-FFF2-40B4-BE49-F238E27FC236}">
                <a16:creationId xmlns:a16="http://schemas.microsoft.com/office/drawing/2014/main" id="{8AFB9FA0-4F25-44F4-84FC-362823CF64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504" y="2992536"/>
            <a:ext cx="780674" cy="435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" descr="Screen shot 2013-09-06 at 12.55.33 PM.png">
            <a:extLst>
              <a:ext uri="{FF2B5EF4-FFF2-40B4-BE49-F238E27FC236}">
                <a16:creationId xmlns:a16="http://schemas.microsoft.com/office/drawing/2014/main" id="{E3CAB550-4AEC-4BAB-BA5B-ED9E302524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0814" y="3770781"/>
            <a:ext cx="780674" cy="48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9">
            <a:extLst>
              <a:ext uri="{FF2B5EF4-FFF2-40B4-BE49-F238E27FC236}">
                <a16:creationId xmlns:a16="http://schemas.microsoft.com/office/drawing/2014/main" id="{4D6041A6-1C2B-4F2F-A021-55F61FDDEC5D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19088" y="6397625"/>
            <a:ext cx="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7651" name="Rectangle 80">
            <a:extLst>
              <a:ext uri="{FF2B5EF4-FFF2-40B4-BE49-F238E27FC236}">
                <a16:creationId xmlns:a16="http://schemas.microsoft.com/office/drawing/2014/main" id="{863041C5-8561-42C8-B045-D597C1B57D2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28600" y="6313488"/>
            <a:ext cx="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7652" name="TextBox 125">
            <a:extLst>
              <a:ext uri="{FF2B5EF4-FFF2-40B4-BE49-F238E27FC236}">
                <a16:creationId xmlns:a16="http://schemas.microsoft.com/office/drawing/2014/main" id="{9500FDFE-8CA6-45AB-905D-73EE58BC7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2.19 from the textbook ]</a:t>
            </a:r>
          </a:p>
        </p:txBody>
      </p:sp>
      <p:sp>
        <p:nvSpPr>
          <p:cNvPr id="27653" name="Title 1">
            <a:extLst>
              <a:ext uri="{FF2B5EF4-FFF2-40B4-BE49-F238E27FC236}">
                <a16:creationId xmlns:a16="http://schemas.microsoft.com/office/drawing/2014/main" id="{898E3024-B877-4EB1-BBD9-1AC42227A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/>
              <a:t>A function to be synthesized</a:t>
            </a:r>
          </a:p>
        </p:txBody>
      </p:sp>
      <p:pic>
        <p:nvPicPr>
          <p:cNvPr id="7" name="Picture 86" descr="Screen shot 2013-09-06 at 12.55.41 PM.png">
            <a:extLst>
              <a:ext uri="{FF2B5EF4-FFF2-40B4-BE49-F238E27FC236}">
                <a16:creationId xmlns:a16="http://schemas.microsoft.com/office/drawing/2014/main" id="{99CAE596-5580-452E-8CEE-71FDAAC10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162" y="828956"/>
            <a:ext cx="9429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Screen shot 2013-09-06 at 12.55.52 PM.png">
            <a:extLst>
              <a:ext uri="{FF2B5EF4-FFF2-40B4-BE49-F238E27FC236}">
                <a16:creationId xmlns:a16="http://schemas.microsoft.com/office/drawing/2014/main" id="{5482E02B-7D98-4344-8E15-639321D4B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386" y="828287"/>
            <a:ext cx="10937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Screen shot 2013-09-06 at 12.55.33 PM.png">
            <a:extLst>
              <a:ext uri="{FF2B5EF4-FFF2-40B4-BE49-F238E27FC236}">
                <a16:creationId xmlns:a16="http://schemas.microsoft.com/office/drawing/2014/main" id="{4A366E46-602B-4D0E-A95E-19E51CCCCE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8436" y="762000"/>
            <a:ext cx="990600" cy="6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5B640A-243C-417D-B705-55A5712CAF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756" y="817638"/>
            <a:ext cx="1748590" cy="556037"/>
          </a:xfrm>
          <a:prstGeom prst="rect">
            <a:avLst/>
          </a:prstGeom>
        </p:spPr>
      </p:pic>
      <p:sp>
        <p:nvSpPr>
          <p:cNvPr id="3" name="Equals 2">
            <a:extLst>
              <a:ext uri="{FF2B5EF4-FFF2-40B4-BE49-F238E27FC236}">
                <a16:creationId xmlns:a16="http://schemas.microsoft.com/office/drawing/2014/main" id="{1CEBF2A2-66C5-42E6-9E29-5A4B796DA2C4}"/>
              </a:ext>
            </a:extLst>
          </p:cNvPr>
          <p:cNvSpPr/>
          <p:nvPr/>
        </p:nvSpPr>
        <p:spPr bwMode="auto">
          <a:xfrm>
            <a:off x="3101454" y="943493"/>
            <a:ext cx="609600" cy="331345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4" name="Plus Sign 3">
            <a:extLst>
              <a:ext uri="{FF2B5EF4-FFF2-40B4-BE49-F238E27FC236}">
                <a16:creationId xmlns:a16="http://schemas.microsoft.com/office/drawing/2014/main" id="{0129BE5C-6ED0-4DA5-8D30-33C399DBEB0F}"/>
              </a:ext>
            </a:extLst>
          </p:cNvPr>
          <p:cNvSpPr/>
          <p:nvPr/>
        </p:nvSpPr>
        <p:spPr bwMode="auto">
          <a:xfrm>
            <a:off x="5030105" y="969521"/>
            <a:ext cx="386313" cy="37005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13" name="Plus Sign 12">
            <a:extLst>
              <a:ext uri="{FF2B5EF4-FFF2-40B4-BE49-F238E27FC236}">
                <a16:creationId xmlns:a16="http://schemas.microsoft.com/office/drawing/2014/main" id="{24B94EA5-F27A-4E88-9AAB-D733DF58190E}"/>
              </a:ext>
            </a:extLst>
          </p:cNvPr>
          <p:cNvSpPr/>
          <p:nvPr/>
        </p:nvSpPr>
        <p:spPr bwMode="auto">
          <a:xfrm>
            <a:off x="6781960" y="948062"/>
            <a:ext cx="386313" cy="37005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9155373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9">
            <a:extLst>
              <a:ext uri="{FF2B5EF4-FFF2-40B4-BE49-F238E27FC236}">
                <a16:creationId xmlns:a16="http://schemas.microsoft.com/office/drawing/2014/main" id="{4D6041A6-1C2B-4F2F-A021-55F61FDDEC5D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19088" y="6397625"/>
            <a:ext cx="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7651" name="Rectangle 80">
            <a:extLst>
              <a:ext uri="{FF2B5EF4-FFF2-40B4-BE49-F238E27FC236}">
                <a16:creationId xmlns:a16="http://schemas.microsoft.com/office/drawing/2014/main" id="{863041C5-8561-42C8-B045-D597C1B57D2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28600" y="6313488"/>
            <a:ext cx="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7652" name="TextBox 125">
            <a:extLst>
              <a:ext uri="{FF2B5EF4-FFF2-40B4-BE49-F238E27FC236}">
                <a16:creationId xmlns:a16="http://schemas.microsoft.com/office/drawing/2014/main" id="{9500FDFE-8CA6-45AB-905D-73EE58BC7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2.19 from the textbook ]</a:t>
            </a:r>
          </a:p>
        </p:txBody>
      </p:sp>
      <p:sp>
        <p:nvSpPr>
          <p:cNvPr id="27653" name="Title 1">
            <a:extLst>
              <a:ext uri="{FF2B5EF4-FFF2-40B4-BE49-F238E27FC236}">
                <a16:creationId xmlns:a16="http://schemas.microsoft.com/office/drawing/2014/main" id="{898E3024-B877-4EB1-BBD9-1AC42227A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/>
              <a:t>A function to be synthesized</a:t>
            </a:r>
          </a:p>
        </p:txBody>
      </p:sp>
      <p:pic>
        <p:nvPicPr>
          <p:cNvPr id="7" name="Picture 86" descr="Screen shot 2013-09-06 at 12.55.41 PM.png">
            <a:extLst>
              <a:ext uri="{FF2B5EF4-FFF2-40B4-BE49-F238E27FC236}">
                <a16:creationId xmlns:a16="http://schemas.microsoft.com/office/drawing/2014/main" id="{99CAE596-5580-452E-8CEE-71FDAAC10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162" y="1196987"/>
            <a:ext cx="9429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Screen shot 2013-09-06 at 12.55.52 PM.png">
            <a:extLst>
              <a:ext uri="{FF2B5EF4-FFF2-40B4-BE49-F238E27FC236}">
                <a16:creationId xmlns:a16="http://schemas.microsoft.com/office/drawing/2014/main" id="{5482E02B-7D98-4344-8E15-639321D4B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386" y="1196318"/>
            <a:ext cx="10937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Screen shot 2013-09-06 at 12.55.33 PM.png">
            <a:extLst>
              <a:ext uri="{FF2B5EF4-FFF2-40B4-BE49-F238E27FC236}">
                <a16:creationId xmlns:a16="http://schemas.microsoft.com/office/drawing/2014/main" id="{4A366E46-602B-4D0E-A95E-19E51CCCCE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8436" y="1130031"/>
            <a:ext cx="990600" cy="6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5B640A-243C-417D-B705-55A5712CAF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756" y="1185669"/>
            <a:ext cx="1748590" cy="556037"/>
          </a:xfrm>
          <a:prstGeom prst="rect">
            <a:avLst/>
          </a:prstGeom>
        </p:spPr>
      </p:pic>
      <p:sp>
        <p:nvSpPr>
          <p:cNvPr id="3" name="Equals 2">
            <a:extLst>
              <a:ext uri="{FF2B5EF4-FFF2-40B4-BE49-F238E27FC236}">
                <a16:creationId xmlns:a16="http://schemas.microsoft.com/office/drawing/2014/main" id="{1CEBF2A2-66C5-42E6-9E29-5A4B796DA2C4}"/>
              </a:ext>
            </a:extLst>
          </p:cNvPr>
          <p:cNvSpPr/>
          <p:nvPr/>
        </p:nvSpPr>
        <p:spPr bwMode="auto">
          <a:xfrm>
            <a:off x="3101454" y="1311524"/>
            <a:ext cx="609600" cy="331345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4" name="Plus Sign 3">
            <a:extLst>
              <a:ext uri="{FF2B5EF4-FFF2-40B4-BE49-F238E27FC236}">
                <a16:creationId xmlns:a16="http://schemas.microsoft.com/office/drawing/2014/main" id="{0129BE5C-6ED0-4DA5-8D30-33C399DBEB0F}"/>
              </a:ext>
            </a:extLst>
          </p:cNvPr>
          <p:cNvSpPr/>
          <p:nvPr/>
        </p:nvSpPr>
        <p:spPr bwMode="auto">
          <a:xfrm>
            <a:off x="5030105" y="1337552"/>
            <a:ext cx="386313" cy="37005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13" name="Plus Sign 12">
            <a:extLst>
              <a:ext uri="{FF2B5EF4-FFF2-40B4-BE49-F238E27FC236}">
                <a16:creationId xmlns:a16="http://schemas.microsoft.com/office/drawing/2014/main" id="{24B94EA5-F27A-4E88-9AAB-D733DF58190E}"/>
              </a:ext>
            </a:extLst>
          </p:cNvPr>
          <p:cNvSpPr/>
          <p:nvPr/>
        </p:nvSpPr>
        <p:spPr bwMode="auto">
          <a:xfrm>
            <a:off x="6781960" y="1316093"/>
            <a:ext cx="386313" cy="37005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pic>
        <p:nvPicPr>
          <p:cNvPr id="14" name="Picture 86" descr="Screen shot 2013-09-06 at 12.55.41 PM.png">
            <a:extLst>
              <a:ext uri="{FF2B5EF4-FFF2-40B4-BE49-F238E27FC236}">
                <a16:creationId xmlns:a16="http://schemas.microsoft.com/office/drawing/2014/main" id="{65B1E2FA-52DD-482B-9545-D4A5B056C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61" y="2495882"/>
            <a:ext cx="780675" cy="441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3" name="Group 4">
            <a:extLst>
              <a:ext uri="{FF2B5EF4-FFF2-40B4-BE49-F238E27FC236}">
                <a16:creationId xmlns:a16="http://schemas.microsoft.com/office/drawing/2014/main" id="{5246DD1D-F2AE-4516-8449-27A0B318A8A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843110" y="2271595"/>
            <a:ext cx="3008313" cy="838200"/>
            <a:chOff x="838200" y="5486400"/>
            <a:chExt cx="3008313" cy="838200"/>
          </a:xfrm>
        </p:grpSpPr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DE2D26B9-B8BC-4D33-A4BC-353AF692A2D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301750" y="5938712"/>
              <a:ext cx="168275" cy="1589"/>
            </a:xfrm>
            <a:custGeom>
              <a:avLst/>
              <a:gdLst>
                <a:gd name="T0" fmla="*/ 2147483646 w 212"/>
                <a:gd name="T1" fmla="*/ 0 h 1588"/>
                <a:gd name="T2" fmla="*/ 0 w 212"/>
                <a:gd name="T3" fmla="*/ 0 h 1588"/>
                <a:gd name="T4" fmla="*/ 2147483646 w 212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" h="1588">
                  <a:moveTo>
                    <a:pt x="212" y="0"/>
                  </a:moveTo>
                  <a:lnTo>
                    <a:pt x="0" y="0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" name="Line 11">
              <a:extLst>
                <a:ext uri="{FF2B5EF4-FFF2-40B4-BE49-F238E27FC236}">
                  <a16:creationId xmlns:a16="http://schemas.microsoft.com/office/drawing/2014/main" id="{ECAF734F-4AC2-4E10-A153-B601EC5C991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111366" y="5941283"/>
              <a:ext cx="368178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" name="Freeform 12">
              <a:extLst>
                <a:ext uri="{FF2B5EF4-FFF2-40B4-BE49-F238E27FC236}">
                  <a16:creationId xmlns:a16="http://schemas.microsoft.com/office/drawing/2014/main" id="{91DBD8F2-E6DE-489B-B69E-D3DC6234CE4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057401" y="5770309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" name="Line 13">
              <a:extLst>
                <a:ext uri="{FF2B5EF4-FFF2-40B4-BE49-F238E27FC236}">
                  <a16:creationId xmlns:a16="http://schemas.microsoft.com/office/drawing/2014/main" id="{A99C0412-0F42-4151-87F2-CDE0A25F59A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050843" y="5778196"/>
              <a:ext cx="651919" cy="1190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" name="Freeform 14">
              <a:extLst>
                <a:ext uri="{FF2B5EF4-FFF2-40B4-BE49-F238E27FC236}">
                  <a16:creationId xmlns:a16="http://schemas.microsoft.com/office/drawing/2014/main" id="{ECCF59DE-8923-416E-A114-7AB22DFC833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057401" y="6084874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9" name="Rectangle 74">
              <a:extLst>
                <a:ext uri="{FF2B5EF4-FFF2-40B4-BE49-F238E27FC236}">
                  <a16:creationId xmlns:a16="http://schemas.microsoft.com/office/drawing/2014/main" id="{C5C262CF-8507-4EEB-82CD-37B528B5069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49526" y="5866088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" name="Rectangle 76">
              <a:extLst>
                <a:ext uri="{FF2B5EF4-FFF2-40B4-BE49-F238E27FC236}">
                  <a16:creationId xmlns:a16="http://schemas.microsoft.com/office/drawing/2014/main" id="{D54573A5-55A9-4753-B5DB-85AD5993D25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49526" y="5581710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1" name="Rectangle 77">
              <a:extLst>
                <a:ext uri="{FF2B5EF4-FFF2-40B4-BE49-F238E27FC236}">
                  <a16:creationId xmlns:a16="http://schemas.microsoft.com/office/drawing/2014/main" id="{C993C223-44ED-4BEB-ABF3-81F2CB0882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93452" y="5817413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" name="Rectangle 83">
              <a:extLst>
                <a:ext uri="{FF2B5EF4-FFF2-40B4-BE49-F238E27FC236}">
                  <a16:creationId xmlns:a16="http://schemas.microsoft.com/office/drawing/2014/main" id="{AEC21C8B-8429-425A-B83C-86323E166F3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838200" y="5808280"/>
              <a:ext cx="0" cy="246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73" name="Group 110">
              <a:extLst>
                <a:ext uri="{FF2B5EF4-FFF2-40B4-BE49-F238E27FC236}">
                  <a16:creationId xmlns:a16="http://schemas.microsoft.com/office/drawing/2014/main" id="{A3961531-20CE-4D70-8483-2CEE8FE2CCC0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479553" y="5698593"/>
              <a:ext cx="564124" cy="487060"/>
              <a:chOff x="3445" y="817"/>
              <a:chExt cx="411" cy="357"/>
            </a:xfrm>
          </p:grpSpPr>
          <p:sp>
            <p:nvSpPr>
              <p:cNvPr id="84" name="Line 111">
                <a:extLst>
                  <a:ext uri="{FF2B5EF4-FFF2-40B4-BE49-F238E27FC236}">
                    <a16:creationId xmlns:a16="http://schemas.microsoft.com/office/drawing/2014/main" id="{1BD6F178-19BC-4A8B-8C1C-6FB95C4626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45" y="817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85" name="Line 112">
                <a:extLst>
                  <a:ext uri="{FF2B5EF4-FFF2-40B4-BE49-F238E27FC236}">
                    <a16:creationId xmlns:a16="http://schemas.microsoft.com/office/drawing/2014/main" id="{569B6DDA-4E52-4ED3-8AF0-AD91FB768F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0" y="826"/>
                <a:ext cx="0" cy="348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86" name="Arc 113">
                <a:extLst>
                  <a:ext uri="{FF2B5EF4-FFF2-40B4-BE49-F238E27FC236}">
                    <a16:creationId xmlns:a16="http://schemas.microsoft.com/office/drawing/2014/main" id="{FECB40EA-D57C-4746-8853-3650DA1D8F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87" name="Arc 114">
                <a:extLst>
                  <a:ext uri="{FF2B5EF4-FFF2-40B4-BE49-F238E27FC236}">
                    <a16:creationId xmlns:a16="http://schemas.microsoft.com/office/drawing/2014/main" id="{2C848168-7C77-4647-8FBE-4962FB5AC0C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88" name="Line 115">
                <a:extLst>
                  <a:ext uri="{FF2B5EF4-FFF2-40B4-BE49-F238E27FC236}">
                    <a16:creationId xmlns:a16="http://schemas.microsoft.com/office/drawing/2014/main" id="{BCDCA553-A256-4619-9019-F8B2B30FF9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3" y="1172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4" name="TextBox 71">
              <a:extLst>
                <a:ext uri="{FF2B5EF4-FFF2-40B4-BE49-F238E27FC236}">
                  <a16:creationId xmlns:a16="http://schemas.microsoft.com/office/drawing/2014/main" id="{AEBE5A46-B2DA-4E49-A80D-534301E107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9231" y="584829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75" name="Rectangle 98">
              <a:extLst>
                <a:ext uri="{FF2B5EF4-FFF2-40B4-BE49-F238E27FC236}">
                  <a16:creationId xmlns:a16="http://schemas.microsoft.com/office/drawing/2014/main" id="{AEDAF2C0-CC48-4947-B4DB-727B7BA8D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6549" y="5675748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6" name="Line 17">
              <a:extLst>
                <a:ext uri="{FF2B5EF4-FFF2-40B4-BE49-F238E27FC236}">
                  <a16:creationId xmlns:a16="http://schemas.microsoft.com/office/drawing/2014/main" id="{01C8912F-1669-4554-9E84-0F942972BA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3273460" y="5773229"/>
              <a:ext cx="132549" cy="109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7" name="Freeform 18">
              <a:extLst>
                <a:ext uri="{FF2B5EF4-FFF2-40B4-BE49-F238E27FC236}">
                  <a16:creationId xmlns:a16="http://schemas.microsoft.com/office/drawing/2014/main" id="{37D7FF08-BA3D-458B-8DF2-81893443C35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833860" y="5541455"/>
              <a:ext cx="442739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" name="Freeform 19">
              <a:extLst>
                <a:ext uri="{FF2B5EF4-FFF2-40B4-BE49-F238E27FC236}">
                  <a16:creationId xmlns:a16="http://schemas.microsoft.com/office/drawing/2014/main" id="{320976EC-03B8-4DA9-8CF4-172010E6140A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697387" y="5712905"/>
              <a:ext cx="117429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9" name="TextBox 76">
              <a:extLst>
                <a:ext uri="{FF2B5EF4-FFF2-40B4-BE49-F238E27FC236}">
                  <a16:creationId xmlns:a16="http://schemas.microsoft.com/office/drawing/2014/main" id="{80F950F6-EDF0-41A0-89CA-37F7B91CDD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9231" y="548640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80" name="Line 13">
              <a:extLst>
                <a:ext uri="{FF2B5EF4-FFF2-40B4-BE49-F238E27FC236}">
                  <a16:creationId xmlns:a16="http://schemas.microsoft.com/office/drawing/2014/main" id="{DAA7681F-BB31-4405-91FD-CBFEB2675E7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050843" y="6120016"/>
              <a:ext cx="118520" cy="929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" name="Line 17">
              <a:extLst>
                <a:ext uri="{FF2B5EF4-FFF2-40B4-BE49-F238E27FC236}">
                  <a16:creationId xmlns:a16="http://schemas.microsoft.com/office/drawing/2014/main" id="{9547E323-78BF-416E-B545-82866F567A1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737087" y="6105640"/>
              <a:ext cx="682250" cy="940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2" name="Freeform 18">
              <a:extLst>
                <a:ext uri="{FF2B5EF4-FFF2-40B4-BE49-F238E27FC236}">
                  <a16:creationId xmlns:a16="http://schemas.microsoft.com/office/drawing/2014/main" id="{6760586B-F7BD-4F5B-B2A8-F86FB91FB28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300461" y="5883275"/>
              <a:ext cx="442739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3" name="Freeform 19">
              <a:extLst>
                <a:ext uri="{FF2B5EF4-FFF2-40B4-BE49-F238E27FC236}">
                  <a16:creationId xmlns:a16="http://schemas.microsoft.com/office/drawing/2014/main" id="{F43A7AC6-58C8-43AF-95F8-4345D6DCF0B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163988" y="6054725"/>
              <a:ext cx="117429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1561431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9">
            <a:extLst>
              <a:ext uri="{FF2B5EF4-FFF2-40B4-BE49-F238E27FC236}">
                <a16:creationId xmlns:a16="http://schemas.microsoft.com/office/drawing/2014/main" id="{4D6041A6-1C2B-4F2F-A021-55F61FDDEC5D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19088" y="6397625"/>
            <a:ext cx="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7651" name="Rectangle 80">
            <a:extLst>
              <a:ext uri="{FF2B5EF4-FFF2-40B4-BE49-F238E27FC236}">
                <a16:creationId xmlns:a16="http://schemas.microsoft.com/office/drawing/2014/main" id="{863041C5-8561-42C8-B045-D597C1B57D2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28600" y="6313488"/>
            <a:ext cx="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7652" name="TextBox 125">
            <a:extLst>
              <a:ext uri="{FF2B5EF4-FFF2-40B4-BE49-F238E27FC236}">
                <a16:creationId xmlns:a16="http://schemas.microsoft.com/office/drawing/2014/main" id="{9500FDFE-8CA6-45AB-905D-73EE58BC7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2.19 from the textbook ]</a:t>
            </a:r>
          </a:p>
        </p:txBody>
      </p:sp>
      <p:sp>
        <p:nvSpPr>
          <p:cNvPr id="27653" name="Title 1">
            <a:extLst>
              <a:ext uri="{FF2B5EF4-FFF2-40B4-BE49-F238E27FC236}">
                <a16:creationId xmlns:a16="http://schemas.microsoft.com/office/drawing/2014/main" id="{898E3024-B877-4EB1-BBD9-1AC42227A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/>
              <a:t>A function to be synthesized</a:t>
            </a:r>
          </a:p>
        </p:txBody>
      </p:sp>
      <p:pic>
        <p:nvPicPr>
          <p:cNvPr id="7" name="Picture 86" descr="Screen shot 2013-09-06 at 12.55.41 PM.png">
            <a:extLst>
              <a:ext uri="{FF2B5EF4-FFF2-40B4-BE49-F238E27FC236}">
                <a16:creationId xmlns:a16="http://schemas.microsoft.com/office/drawing/2014/main" id="{99CAE596-5580-452E-8CEE-71FDAAC10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162" y="1196987"/>
            <a:ext cx="9429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Screen shot 2013-09-06 at 12.55.52 PM.png">
            <a:extLst>
              <a:ext uri="{FF2B5EF4-FFF2-40B4-BE49-F238E27FC236}">
                <a16:creationId xmlns:a16="http://schemas.microsoft.com/office/drawing/2014/main" id="{5482E02B-7D98-4344-8E15-639321D4B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386" y="1196318"/>
            <a:ext cx="10937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Screen shot 2013-09-06 at 12.55.33 PM.png">
            <a:extLst>
              <a:ext uri="{FF2B5EF4-FFF2-40B4-BE49-F238E27FC236}">
                <a16:creationId xmlns:a16="http://schemas.microsoft.com/office/drawing/2014/main" id="{4A366E46-602B-4D0E-A95E-19E51CCCCE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8436" y="1130031"/>
            <a:ext cx="990600" cy="6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5B640A-243C-417D-B705-55A5712CAF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756" y="1185669"/>
            <a:ext cx="1748590" cy="556037"/>
          </a:xfrm>
          <a:prstGeom prst="rect">
            <a:avLst/>
          </a:prstGeom>
        </p:spPr>
      </p:pic>
      <p:sp>
        <p:nvSpPr>
          <p:cNvPr id="3" name="Equals 2">
            <a:extLst>
              <a:ext uri="{FF2B5EF4-FFF2-40B4-BE49-F238E27FC236}">
                <a16:creationId xmlns:a16="http://schemas.microsoft.com/office/drawing/2014/main" id="{1CEBF2A2-66C5-42E6-9E29-5A4B796DA2C4}"/>
              </a:ext>
            </a:extLst>
          </p:cNvPr>
          <p:cNvSpPr/>
          <p:nvPr/>
        </p:nvSpPr>
        <p:spPr bwMode="auto">
          <a:xfrm>
            <a:off x="3101454" y="1311524"/>
            <a:ext cx="609600" cy="331345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4" name="Plus Sign 3">
            <a:extLst>
              <a:ext uri="{FF2B5EF4-FFF2-40B4-BE49-F238E27FC236}">
                <a16:creationId xmlns:a16="http://schemas.microsoft.com/office/drawing/2014/main" id="{0129BE5C-6ED0-4DA5-8D30-33C399DBEB0F}"/>
              </a:ext>
            </a:extLst>
          </p:cNvPr>
          <p:cNvSpPr/>
          <p:nvPr/>
        </p:nvSpPr>
        <p:spPr bwMode="auto">
          <a:xfrm>
            <a:off x="5030105" y="1337552"/>
            <a:ext cx="386313" cy="37005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13" name="Plus Sign 12">
            <a:extLst>
              <a:ext uri="{FF2B5EF4-FFF2-40B4-BE49-F238E27FC236}">
                <a16:creationId xmlns:a16="http://schemas.microsoft.com/office/drawing/2014/main" id="{24B94EA5-F27A-4E88-9AAB-D733DF58190E}"/>
              </a:ext>
            </a:extLst>
          </p:cNvPr>
          <p:cNvSpPr/>
          <p:nvPr/>
        </p:nvSpPr>
        <p:spPr bwMode="auto">
          <a:xfrm>
            <a:off x="6781960" y="1316093"/>
            <a:ext cx="386313" cy="37005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pic>
        <p:nvPicPr>
          <p:cNvPr id="14" name="Picture 86" descr="Screen shot 2013-09-06 at 12.55.41 PM.png">
            <a:extLst>
              <a:ext uri="{FF2B5EF4-FFF2-40B4-BE49-F238E27FC236}">
                <a16:creationId xmlns:a16="http://schemas.microsoft.com/office/drawing/2014/main" id="{65B1E2FA-52DD-482B-9545-D4A5B056C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535" y="2483788"/>
            <a:ext cx="780675" cy="441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2" descr="Screen shot 2013-09-06 at 12.55.52 PM.png">
            <a:extLst>
              <a:ext uri="{FF2B5EF4-FFF2-40B4-BE49-F238E27FC236}">
                <a16:creationId xmlns:a16="http://schemas.microsoft.com/office/drawing/2014/main" id="{8AFB9FA0-4F25-44F4-84FC-362823CF6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384" y="3955760"/>
            <a:ext cx="780674" cy="435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9" name="Group 7">
            <a:extLst>
              <a:ext uri="{FF2B5EF4-FFF2-40B4-BE49-F238E27FC236}">
                <a16:creationId xmlns:a16="http://schemas.microsoft.com/office/drawing/2014/main" id="{CEC4ECE1-679B-4DBE-9DE1-F5BF7D7D716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687859" y="3704991"/>
            <a:ext cx="3008312" cy="762000"/>
            <a:chOff x="420687" y="5715000"/>
            <a:chExt cx="3008313" cy="762000"/>
          </a:xfrm>
        </p:grpSpPr>
        <p:sp>
          <p:nvSpPr>
            <p:cNvPr id="40" name="Freeform 10">
              <a:extLst>
                <a:ext uri="{FF2B5EF4-FFF2-40B4-BE49-F238E27FC236}">
                  <a16:creationId xmlns:a16="http://schemas.microsoft.com/office/drawing/2014/main" id="{8FCEFCC7-7B70-40A2-A42C-063189B666C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84237" y="6167312"/>
              <a:ext cx="168275" cy="1589"/>
            </a:xfrm>
            <a:custGeom>
              <a:avLst/>
              <a:gdLst>
                <a:gd name="T0" fmla="*/ 2147483646 w 212"/>
                <a:gd name="T1" fmla="*/ 0 h 1588"/>
                <a:gd name="T2" fmla="*/ 0 w 212"/>
                <a:gd name="T3" fmla="*/ 0 h 1588"/>
                <a:gd name="T4" fmla="*/ 2147483646 w 212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" h="1588">
                  <a:moveTo>
                    <a:pt x="212" y="0"/>
                  </a:moveTo>
                  <a:lnTo>
                    <a:pt x="0" y="0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1" name="Line 11">
              <a:extLst>
                <a:ext uri="{FF2B5EF4-FFF2-40B4-BE49-F238E27FC236}">
                  <a16:creationId xmlns:a16="http://schemas.microsoft.com/office/drawing/2014/main" id="{B51D6CA7-6879-46B9-820E-232972A8E6A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884237" y="6167312"/>
              <a:ext cx="168275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2" name="Freeform 12">
              <a:extLst>
                <a:ext uri="{FF2B5EF4-FFF2-40B4-BE49-F238E27FC236}">
                  <a16:creationId xmlns:a16="http://schemas.microsoft.com/office/drawing/2014/main" id="{15768CC4-7DE4-4243-AA9C-4D993FB3B98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639888" y="5998909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" name="Line 13">
              <a:extLst>
                <a:ext uri="{FF2B5EF4-FFF2-40B4-BE49-F238E27FC236}">
                  <a16:creationId xmlns:a16="http://schemas.microsoft.com/office/drawing/2014/main" id="{F9393E61-7D8C-43D6-801A-504157ECD6B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626560" y="6006797"/>
              <a:ext cx="475488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4" name="Freeform 14">
              <a:extLst>
                <a:ext uri="{FF2B5EF4-FFF2-40B4-BE49-F238E27FC236}">
                  <a16:creationId xmlns:a16="http://schemas.microsoft.com/office/drawing/2014/main" id="{32602A66-19F9-4D5E-97A2-0D4D1F92832A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639888" y="6313474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" name="Line 15">
              <a:extLst>
                <a:ext uri="{FF2B5EF4-FFF2-40B4-BE49-F238E27FC236}">
                  <a16:creationId xmlns:a16="http://schemas.microsoft.com/office/drawing/2014/main" id="{38491775-26AA-406E-91A5-33B31BDEE19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1639888" y="6315062"/>
              <a:ext cx="1331912" cy="953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6" name="Rectangle 74">
              <a:extLst>
                <a:ext uri="{FF2B5EF4-FFF2-40B4-BE49-F238E27FC236}">
                  <a16:creationId xmlns:a16="http://schemas.microsoft.com/office/drawing/2014/main" id="{926F527D-FAEE-43BF-8A53-87E3799E864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132013" y="6094688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7" name="Rectangle 76">
              <a:extLst>
                <a:ext uri="{FF2B5EF4-FFF2-40B4-BE49-F238E27FC236}">
                  <a16:creationId xmlns:a16="http://schemas.microsoft.com/office/drawing/2014/main" id="{4EB75E86-E3EE-4185-9F87-B8C490C6420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132013" y="5810310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8" name="Rectangle 77">
              <a:extLst>
                <a:ext uri="{FF2B5EF4-FFF2-40B4-BE49-F238E27FC236}">
                  <a16:creationId xmlns:a16="http://schemas.microsoft.com/office/drawing/2014/main" id="{393CE7D0-6430-4272-9B01-BE792B87F6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575939" y="6046013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" name="Line 81">
              <a:extLst>
                <a:ext uri="{FF2B5EF4-FFF2-40B4-BE49-F238E27FC236}">
                  <a16:creationId xmlns:a16="http://schemas.microsoft.com/office/drawing/2014/main" id="{5DF2B462-6CCB-482E-A5A1-C2736ED5D74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36600" y="6167312"/>
              <a:ext cx="147637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" name="Rectangle 83">
              <a:extLst>
                <a:ext uri="{FF2B5EF4-FFF2-40B4-BE49-F238E27FC236}">
                  <a16:creationId xmlns:a16="http://schemas.microsoft.com/office/drawing/2014/main" id="{A1EB6477-CEC7-49C0-8A83-CEC60742AD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20687" y="6036880"/>
              <a:ext cx="0" cy="246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51" name="Group 110">
              <a:extLst>
                <a:ext uri="{FF2B5EF4-FFF2-40B4-BE49-F238E27FC236}">
                  <a16:creationId xmlns:a16="http://schemas.microsoft.com/office/drawing/2014/main" id="{9BA97DC8-7D98-4CA4-AE77-57E90420724F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062032" y="5921736"/>
              <a:ext cx="557262" cy="487060"/>
              <a:chOff x="3450" y="821"/>
              <a:chExt cx="406" cy="357"/>
            </a:xfrm>
          </p:grpSpPr>
          <p:sp>
            <p:nvSpPr>
              <p:cNvPr id="58" name="Line 111">
                <a:extLst>
                  <a:ext uri="{FF2B5EF4-FFF2-40B4-BE49-F238E27FC236}">
                    <a16:creationId xmlns:a16="http://schemas.microsoft.com/office/drawing/2014/main" id="{2999F2B2-922F-446A-B359-A1341CA556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51" y="82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9" name="Line 112">
                <a:extLst>
                  <a:ext uri="{FF2B5EF4-FFF2-40B4-BE49-F238E27FC236}">
                    <a16:creationId xmlns:a16="http://schemas.microsoft.com/office/drawing/2014/main" id="{34B08353-C75D-46F3-AEFF-4967190F64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0" y="826"/>
                <a:ext cx="0" cy="348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0" name="Arc 113">
                <a:extLst>
                  <a:ext uri="{FF2B5EF4-FFF2-40B4-BE49-F238E27FC236}">
                    <a16:creationId xmlns:a16="http://schemas.microsoft.com/office/drawing/2014/main" id="{1935DDE0-EE95-4935-BE84-98A7ACA95E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1" name="Arc 114">
                <a:extLst>
                  <a:ext uri="{FF2B5EF4-FFF2-40B4-BE49-F238E27FC236}">
                    <a16:creationId xmlns:a16="http://schemas.microsoft.com/office/drawing/2014/main" id="{121684BC-0149-4364-B26A-2651287AB8E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2" name="Line 115">
                <a:extLst>
                  <a:ext uri="{FF2B5EF4-FFF2-40B4-BE49-F238E27FC236}">
                    <a16:creationId xmlns:a16="http://schemas.microsoft.com/office/drawing/2014/main" id="{2DA43507-5719-458F-849C-53C0B837A7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7" y="1178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2" name="TextBox 47">
              <a:extLst>
                <a:ext uri="{FF2B5EF4-FFF2-40B4-BE49-F238E27FC236}">
                  <a16:creationId xmlns:a16="http://schemas.microsoft.com/office/drawing/2014/main" id="{AD0FC327-AAA3-44E4-A2C3-2F59EC43E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1718" y="607689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53" name="Rectangle 98">
              <a:extLst>
                <a:ext uri="{FF2B5EF4-FFF2-40B4-BE49-F238E27FC236}">
                  <a16:creationId xmlns:a16="http://schemas.microsoft.com/office/drawing/2014/main" id="{83A2DA06-FEEA-447A-A41D-29CDEAB21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036" y="5904348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4" name="Line 17">
              <a:extLst>
                <a:ext uri="{FF2B5EF4-FFF2-40B4-BE49-F238E27FC236}">
                  <a16:creationId xmlns:a16="http://schemas.microsoft.com/office/drawing/2014/main" id="{C6B05762-09FE-44CC-9759-21E713C9999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675883" y="6000243"/>
              <a:ext cx="312614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5" name="Freeform 18">
              <a:extLst>
                <a:ext uri="{FF2B5EF4-FFF2-40B4-BE49-F238E27FC236}">
                  <a16:creationId xmlns:a16="http://schemas.microsoft.com/office/drawing/2014/main" id="{1A60DDAE-8BEC-4FE9-BA0A-C8E4C3E2777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233146" y="5770055"/>
              <a:ext cx="442739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0934A2DB-DBC2-46EE-A110-4AC57291C55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096673" y="5941505"/>
              <a:ext cx="117429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48C84B63-914B-4988-B94C-4FBAA4DE9A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1718" y="571500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</p:grpSp>
      <p:grpSp>
        <p:nvGrpSpPr>
          <p:cNvPr id="63" name="Group 4">
            <a:extLst>
              <a:ext uri="{FF2B5EF4-FFF2-40B4-BE49-F238E27FC236}">
                <a16:creationId xmlns:a16="http://schemas.microsoft.com/office/drawing/2014/main" id="{5246DD1D-F2AE-4516-8449-27A0B318A8A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843110" y="2271595"/>
            <a:ext cx="3008313" cy="838200"/>
            <a:chOff x="838200" y="5486400"/>
            <a:chExt cx="3008313" cy="838200"/>
          </a:xfrm>
        </p:grpSpPr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DE2D26B9-B8BC-4D33-A4BC-353AF692A2D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301750" y="5938712"/>
              <a:ext cx="168275" cy="1589"/>
            </a:xfrm>
            <a:custGeom>
              <a:avLst/>
              <a:gdLst>
                <a:gd name="T0" fmla="*/ 2147483646 w 212"/>
                <a:gd name="T1" fmla="*/ 0 h 1588"/>
                <a:gd name="T2" fmla="*/ 0 w 212"/>
                <a:gd name="T3" fmla="*/ 0 h 1588"/>
                <a:gd name="T4" fmla="*/ 2147483646 w 212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" h="1588">
                  <a:moveTo>
                    <a:pt x="212" y="0"/>
                  </a:moveTo>
                  <a:lnTo>
                    <a:pt x="0" y="0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" name="Line 11">
              <a:extLst>
                <a:ext uri="{FF2B5EF4-FFF2-40B4-BE49-F238E27FC236}">
                  <a16:creationId xmlns:a16="http://schemas.microsoft.com/office/drawing/2014/main" id="{ECAF734F-4AC2-4E10-A153-B601EC5C991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111366" y="5941283"/>
              <a:ext cx="368178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" name="Freeform 12">
              <a:extLst>
                <a:ext uri="{FF2B5EF4-FFF2-40B4-BE49-F238E27FC236}">
                  <a16:creationId xmlns:a16="http://schemas.microsoft.com/office/drawing/2014/main" id="{91DBD8F2-E6DE-489B-B69E-D3DC6234CE4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057401" y="5770309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" name="Line 13">
              <a:extLst>
                <a:ext uri="{FF2B5EF4-FFF2-40B4-BE49-F238E27FC236}">
                  <a16:creationId xmlns:a16="http://schemas.microsoft.com/office/drawing/2014/main" id="{A99C0412-0F42-4151-87F2-CDE0A25F59A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050843" y="5778196"/>
              <a:ext cx="651919" cy="1190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" name="Freeform 14">
              <a:extLst>
                <a:ext uri="{FF2B5EF4-FFF2-40B4-BE49-F238E27FC236}">
                  <a16:creationId xmlns:a16="http://schemas.microsoft.com/office/drawing/2014/main" id="{ECCF59DE-8923-416E-A114-7AB22DFC833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057401" y="6084874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9" name="Rectangle 74">
              <a:extLst>
                <a:ext uri="{FF2B5EF4-FFF2-40B4-BE49-F238E27FC236}">
                  <a16:creationId xmlns:a16="http://schemas.microsoft.com/office/drawing/2014/main" id="{C5C262CF-8507-4EEB-82CD-37B528B5069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49526" y="5866088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" name="Rectangle 76">
              <a:extLst>
                <a:ext uri="{FF2B5EF4-FFF2-40B4-BE49-F238E27FC236}">
                  <a16:creationId xmlns:a16="http://schemas.microsoft.com/office/drawing/2014/main" id="{D54573A5-55A9-4753-B5DB-85AD5993D25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49526" y="5581710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1" name="Rectangle 77">
              <a:extLst>
                <a:ext uri="{FF2B5EF4-FFF2-40B4-BE49-F238E27FC236}">
                  <a16:creationId xmlns:a16="http://schemas.microsoft.com/office/drawing/2014/main" id="{C993C223-44ED-4BEB-ABF3-81F2CB0882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93452" y="5817413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" name="Rectangle 83">
              <a:extLst>
                <a:ext uri="{FF2B5EF4-FFF2-40B4-BE49-F238E27FC236}">
                  <a16:creationId xmlns:a16="http://schemas.microsoft.com/office/drawing/2014/main" id="{AEC21C8B-8429-425A-B83C-86323E166F3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838200" y="5808280"/>
              <a:ext cx="0" cy="246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73" name="Group 110">
              <a:extLst>
                <a:ext uri="{FF2B5EF4-FFF2-40B4-BE49-F238E27FC236}">
                  <a16:creationId xmlns:a16="http://schemas.microsoft.com/office/drawing/2014/main" id="{A3961531-20CE-4D70-8483-2CEE8FE2CCC0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479553" y="5698593"/>
              <a:ext cx="564124" cy="487060"/>
              <a:chOff x="3445" y="817"/>
              <a:chExt cx="411" cy="357"/>
            </a:xfrm>
          </p:grpSpPr>
          <p:sp>
            <p:nvSpPr>
              <p:cNvPr id="84" name="Line 111">
                <a:extLst>
                  <a:ext uri="{FF2B5EF4-FFF2-40B4-BE49-F238E27FC236}">
                    <a16:creationId xmlns:a16="http://schemas.microsoft.com/office/drawing/2014/main" id="{1BD6F178-19BC-4A8B-8C1C-6FB95C4626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45" y="817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85" name="Line 112">
                <a:extLst>
                  <a:ext uri="{FF2B5EF4-FFF2-40B4-BE49-F238E27FC236}">
                    <a16:creationId xmlns:a16="http://schemas.microsoft.com/office/drawing/2014/main" id="{569B6DDA-4E52-4ED3-8AF0-AD91FB768F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0" y="826"/>
                <a:ext cx="0" cy="348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86" name="Arc 113">
                <a:extLst>
                  <a:ext uri="{FF2B5EF4-FFF2-40B4-BE49-F238E27FC236}">
                    <a16:creationId xmlns:a16="http://schemas.microsoft.com/office/drawing/2014/main" id="{FECB40EA-D57C-4746-8853-3650DA1D8F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87" name="Arc 114">
                <a:extLst>
                  <a:ext uri="{FF2B5EF4-FFF2-40B4-BE49-F238E27FC236}">
                    <a16:creationId xmlns:a16="http://schemas.microsoft.com/office/drawing/2014/main" id="{2C848168-7C77-4647-8FBE-4962FB5AC0C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88" name="Line 115">
                <a:extLst>
                  <a:ext uri="{FF2B5EF4-FFF2-40B4-BE49-F238E27FC236}">
                    <a16:creationId xmlns:a16="http://schemas.microsoft.com/office/drawing/2014/main" id="{BCDCA553-A256-4619-9019-F8B2B30FF9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3" y="1172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4" name="TextBox 71">
              <a:extLst>
                <a:ext uri="{FF2B5EF4-FFF2-40B4-BE49-F238E27FC236}">
                  <a16:creationId xmlns:a16="http://schemas.microsoft.com/office/drawing/2014/main" id="{AEBE5A46-B2DA-4E49-A80D-534301E107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9231" y="584829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75" name="Rectangle 98">
              <a:extLst>
                <a:ext uri="{FF2B5EF4-FFF2-40B4-BE49-F238E27FC236}">
                  <a16:creationId xmlns:a16="http://schemas.microsoft.com/office/drawing/2014/main" id="{AEDAF2C0-CC48-4947-B4DB-727B7BA8D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6549" y="5675748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6" name="Line 17">
              <a:extLst>
                <a:ext uri="{FF2B5EF4-FFF2-40B4-BE49-F238E27FC236}">
                  <a16:creationId xmlns:a16="http://schemas.microsoft.com/office/drawing/2014/main" id="{01C8912F-1669-4554-9E84-0F942972BA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3273460" y="5773229"/>
              <a:ext cx="132549" cy="109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7" name="Freeform 18">
              <a:extLst>
                <a:ext uri="{FF2B5EF4-FFF2-40B4-BE49-F238E27FC236}">
                  <a16:creationId xmlns:a16="http://schemas.microsoft.com/office/drawing/2014/main" id="{37D7FF08-BA3D-458B-8DF2-81893443C35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833860" y="5541455"/>
              <a:ext cx="442739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" name="Freeform 19">
              <a:extLst>
                <a:ext uri="{FF2B5EF4-FFF2-40B4-BE49-F238E27FC236}">
                  <a16:creationId xmlns:a16="http://schemas.microsoft.com/office/drawing/2014/main" id="{320976EC-03B8-4DA9-8CF4-172010E6140A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697387" y="5712905"/>
              <a:ext cx="117429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9" name="TextBox 76">
              <a:extLst>
                <a:ext uri="{FF2B5EF4-FFF2-40B4-BE49-F238E27FC236}">
                  <a16:creationId xmlns:a16="http://schemas.microsoft.com/office/drawing/2014/main" id="{80F950F6-EDF0-41A0-89CA-37F7B91CDD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9231" y="548640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80" name="Line 13">
              <a:extLst>
                <a:ext uri="{FF2B5EF4-FFF2-40B4-BE49-F238E27FC236}">
                  <a16:creationId xmlns:a16="http://schemas.microsoft.com/office/drawing/2014/main" id="{DAA7681F-BB31-4405-91FD-CBFEB2675E7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050843" y="6120016"/>
              <a:ext cx="118520" cy="929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" name="Line 17">
              <a:extLst>
                <a:ext uri="{FF2B5EF4-FFF2-40B4-BE49-F238E27FC236}">
                  <a16:creationId xmlns:a16="http://schemas.microsoft.com/office/drawing/2014/main" id="{9547E323-78BF-416E-B545-82866F567A1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737087" y="6105640"/>
              <a:ext cx="682250" cy="940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2" name="Freeform 18">
              <a:extLst>
                <a:ext uri="{FF2B5EF4-FFF2-40B4-BE49-F238E27FC236}">
                  <a16:creationId xmlns:a16="http://schemas.microsoft.com/office/drawing/2014/main" id="{6760586B-F7BD-4F5B-B2A8-F86FB91FB28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300461" y="5883275"/>
              <a:ext cx="442739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3" name="Freeform 19">
              <a:extLst>
                <a:ext uri="{FF2B5EF4-FFF2-40B4-BE49-F238E27FC236}">
                  <a16:creationId xmlns:a16="http://schemas.microsoft.com/office/drawing/2014/main" id="{F43A7AC6-58C8-43AF-95F8-4345D6DCF0B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163988" y="6054725"/>
              <a:ext cx="117429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211850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9">
            <a:extLst>
              <a:ext uri="{FF2B5EF4-FFF2-40B4-BE49-F238E27FC236}">
                <a16:creationId xmlns:a16="http://schemas.microsoft.com/office/drawing/2014/main" id="{4D6041A6-1C2B-4F2F-A021-55F61FDDEC5D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19088" y="6397625"/>
            <a:ext cx="0" cy="23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7651" name="Rectangle 80">
            <a:extLst>
              <a:ext uri="{FF2B5EF4-FFF2-40B4-BE49-F238E27FC236}">
                <a16:creationId xmlns:a16="http://schemas.microsoft.com/office/drawing/2014/main" id="{863041C5-8561-42C8-B045-D597C1B57D2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28600" y="6313488"/>
            <a:ext cx="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7652" name="TextBox 125">
            <a:extLst>
              <a:ext uri="{FF2B5EF4-FFF2-40B4-BE49-F238E27FC236}">
                <a16:creationId xmlns:a16="http://schemas.microsoft.com/office/drawing/2014/main" id="{9500FDFE-8CA6-45AB-905D-73EE58BC7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55002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2.19 from the textbook ]</a:t>
            </a:r>
          </a:p>
        </p:txBody>
      </p:sp>
      <p:sp>
        <p:nvSpPr>
          <p:cNvPr id="27653" name="Title 1">
            <a:extLst>
              <a:ext uri="{FF2B5EF4-FFF2-40B4-BE49-F238E27FC236}">
                <a16:creationId xmlns:a16="http://schemas.microsoft.com/office/drawing/2014/main" id="{898E3024-B877-4EB1-BBD9-1AC42227A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function to be synthesized</a:t>
            </a:r>
          </a:p>
        </p:txBody>
      </p:sp>
      <p:pic>
        <p:nvPicPr>
          <p:cNvPr id="7" name="Picture 86" descr="Screen shot 2013-09-06 at 12.55.41 PM.png">
            <a:extLst>
              <a:ext uri="{FF2B5EF4-FFF2-40B4-BE49-F238E27FC236}">
                <a16:creationId xmlns:a16="http://schemas.microsoft.com/office/drawing/2014/main" id="{99CAE596-5580-452E-8CEE-71FDAAC10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0162" y="1196987"/>
            <a:ext cx="9429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Screen shot 2013-09-06 at 12.55.52 PM.png">
            <a:extLst>
              <a:ext uri="{FF2B5EF4-FFF2-40B4-BE49-F238E27FC236}">
                <a16:creationId xmlns:a16="http://schemas.microsoft.com/office/drawing/2014/main" id="{5482E02B-7D98-4344-8E15-639321D4B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386" y="1196318"/>
            <a:ext cx="10937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Screen shot 2013-09-06 at 12.55.33 PM.png">
            <a:extLst>
              <a:ext uri="{FF2B5EF4-FFF2-40B4-BE49-F238E27FC236}">
                <a16:creationId xmlns:a16="http://schemas.microsoft.com/office/drawing/2014/main" id="{4A366E46-602B-4D0E-A95E-19E51CCCCE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8436" y="1130031"/>
            <a:ext cx="990600" cy="6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5B640A-243C-417D-B705-55A5712CAF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756" y="1185669"/>
            <a:ext cx="1748590" cy="556037"/>
          </a:xfrm>
          <a:prstGeom prst="rect">
            <a:avLst/>
          </a:prstGeom>
        </p:spPr>
      </p:pic>
      <p:sp>
        <p:nvSpPr>
          <p:cNvPr id="3" name="Equals 2">
            <a:extLst>
              <a:ext uri="{FF2B5EF4-FFF2-40B4-BE49-F238E27FC236}">
                <a16:creationId xmlns:a16="http://schemas.microsoft.com/office/drawing/2014/main" id="{1CEBF2A2-66C5-42E6-9E29-5A4B796DA2C4}"/>
              </a:ext>
            </a:extLst>
          </p:cNvPr>
          <p:cNvSpPr/>
          <p:nvPr/>
        </p:nvSpPr>
        <p:spPr bwMode="auto">
          <a:xfrm>
            <a:off x="3101454" y="1311524"/>
            <a:ext cx="609600" cy="331345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4" name="Plus Sign 3">
            <a:extLst>
              <a:ext uri="{FF2B5EF4-FFF2-40B4-BE49-F238E27FC236}">
                <a16:creationId xmlns:a16="http://schemas.microsoft.com/office/drawing/2014/main" id="{0129BE5C-6ED0-4DA5-8D30-33C399DBEB0F}"/>
              </a:ext>
            </a:extLst>
          </p:cNvPr>
          <p:cNvSpPr/>
          <p:nvPr/>
        </p:nvSpPr>
        <p:spPr bwMode="auto">
          <a:xfrm>
            <a:off x="5030105" y="1337552"/>
            <a:ext cx="386313" cy="37005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13" name="Plus Sign 12">
            <a:extLst>
              <a:ext uri="{FF2B5EF4-FFF2-40B4-BE49-F238E27FC236}">
                <a16:creationId xmlns:a16="http://schemas.microsoft.com/office/drawing/2014/main" id="{24B94EA5-F27A-4E88-9AAB-D733DF58190E}"/>
              </a:ext>
            </a:extLst>
          </p:cNvPr>
          <p:cNvSpPr/>
          <p:nvPr/>
        </p:nvSpPr>
        <p:spPr bwMode="auto">
          <a:xfrm>
            <a:off x="6781960" y="1316093"/>
            <a:ext cx="386313" cy="37005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pic>
        <p:nvPicPr>
          <p:cNvPr id="16" name="Picture 1" descr="Screen shot 2013-09-06 at 12.55.33 PM.png">
            <a:extLst>
              <a:ext uri="{FF2B5EF4-FFF2-40B4-BE49-F238E27FC236}">
                <a16:creationId xmlns:a16="http://schemas.microsoft.com/office/drawing/2014/main" id="{E3CAB550-4AEC-4BAB-BA5B-ED9E302524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506" y="5254002"/>
            <a:ext cx="780674" cy="48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Group 30">
            <a:extLst>
              <a:ext uri="{FF2B5EF4-FFF2-40B4-BE49-F238E27FC236}">
                <a16:creationId xmlns:a16="http://schemas.microsoft.com/office/drawing/2014/main" id="{758D16EA-A43E-4E02-AF86-45AD6B57D46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604504" y="5008541"/>
            <a:ext cx="2209800" cy="781050"/>
            <a:chOff x="6553200" y="4476690"/>
            <a:chExt cx="2209800" cy="781110"/>
          </a:xfrm>
        </p:grpSpPr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BF292C47-86A7-4151-8F57-AFDD6FCD23B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208837" y="4929002"/>
              <a:ext cx="168275" cy="1589"/>
            </a:xfrm>
            <a:custGeom>
              <a:avLst/>
              <a:gdLst>
                <a:gd name="T0" fmla="*/ 2147483646 w 212"/>
                <a:gd name="T1" fmla="*/ 0 h 1588"/>
                <a:gd name="T2" fmla="*/ 0 w 212"/>
                <a:gd name="T3" fmla="*/ 0 h 1588"/>
                <a:gd name="T4" fmla="*/ 2147483646 w 212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" h="1588">
                  <a:moveTo>
                    <a:pt x="212" y="0"/>
                  </a:moveTo>
                  <a:lnTo>
                    <a:pt x="0" y="0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9" name="Line 11">
              <a:extLst>
                <a:ext uri="{FF2B5EF4-FFF2-40B4-BE49-F238E27FC236}">
                  <a16:creationId xmlns:a16="http://schemas.microsoft.com/office/drawing/2014/main" id="{C6617629-9207-462D-8A9F-9186054A327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208837" y="4929002"/>
              <a:ext cx="168275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C075EF10-5888-4D3C-AB33-00390F90118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964488" y="4760599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EEBAE828-2161-49CD-AF29-4FA1DD80EDB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964488" y="4760599"/>
              <a:ext cx="295275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4DAD55DE-0600-42B7-BFBB-CD106341675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964488" y="5075164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3" name="Line 15">
              <a:extLst>
                <a:ext uri="{FF2B5EF4-FFF2-40B4-BE49-F238E27FC236}">
                  <a16:creationId xmlns:a16="http://schemas.microsoft.com/office/drawing/2014/main" id="{FFA76FFB-524F-4F70-B424-97FEE27A5CF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964488" y="5075164"/>
              <a:ext cx="295275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4" name="Rectangle 74">
              <a:extLst>
                <a:ext uri="{FF2B5EF4-FFF2-40B4-BE49-F238E27FC236}">
                  <a16:creationId xmlns:a16="http://schemas.microsoft.com/office/drawing/2014/main" id="{49F462E8-9C1F-4E3A-8897-0DF532D7E52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8456613" y="4856378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5" name="Rectangle 76">
              <a:extLst>
                <a:ext uri="{FF2B5EF4-FFF2-40B4-BE49-F238E27FC236}">
                  <a16:creationId xmlns:a16="http://schemas.microsoft.com/office/drawing/2014/main" id="{25D3626A-D4EC-451A-886D-972DEA216D5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8456613" y="4572000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6" name="Rectangle 77">
              <a:extLst>
                <a:ext uri="{FF2B5EF4-FFF2-40B4-BE49-F238E27FC236}">
                  <a16:creationId xmlns:a16="http://schemas.microsoft.com/office/drawing/2014/main" id="{65B860D1-AF42-4E8C-82BF-D574D84D4F0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6900539" y="4807703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7" name="Rectangle 79">
              <a:extLst>
                <a:ext uri="{FF2B5EF4-FFF2-40B4-BE49-F238E27FC236}">
                  <a16:creationId xmlns:a16="http://schemas.microsoft.com/office/drawing/2014/main" id="{23B7E126-4A53-45A6-BE13-484CE87818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6643687" y="4807616"/>
              <a:ext cx="0" cy="23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8" name="Rectangle 80">
              <a:extLst>
                <a:ext uri="{FF2B5EF4-FFF2-40B4-BE49-F238E27FC236}">
                  <a16:creationId xmlns:a16="http://schemas.microsoft.com/office/drawing/2014/main" id="{9024A1E9-7B4C-4B21-9A5D-344F1F67E63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6553200" y="4722927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9" name="Line 81">
              <a:extLst>
                <a:ext uri="{FF2B5EF4-FFF2-40B4-BE49-F238E27FC236}">
                  <a16:creationId xmlns:a16="http://schemas.microsoft.com/office/drawing/2014/main" id="{53F55D9F-953A-434A-8F4C-0BF6B0831A9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061200" y="4929002"/>
              <a:ext cx="147637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0" name="Rectangle 83">
              <a:extLst>
                <a:ext uri="{FF2B5EF4-FFF2-40B4-BE49-F238E27FC236}">
                  <a16:creationId xmlns:a16="http://schemas.microsoft.com/office/drawing/2014/main" id="{F6CC2529-9083-45E9-9EB6-EAA99C8F97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6745287" y="4798570"/>
              <a:ext cx="0" cy="246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31" name="Group 110">
              <a:extLst>
                <a:ext uri="{FF2B5EF4-FFF2-40B4-BE49-F238E27FC236}">
                  <a16:creationId xmlns:a16="http://schemas.microsoft.com/office/drawing/2014/main" id="{4DF81624-D054-4C80-AA59-327AA21B079F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7386632" y="4688883"/>
              <a:ext cx="557262" cy="487060"/>
              <a:chOff x="3450" y="817"/>
              <a:chExt cx="406" cy="357"/>
            </a:xfrm>
          </p:grpSpPr>
          <p:sp>
            <p:nvSpPr>
              <p:cNvPr id="34" name="Line 111">
                <a:extLst>
                  <a:ext uri="{FF2B5EF4-FFF2-40B4-BE49-F238E27FC236}">
                    <a16:creationId xmlns:a16="http://schemas.microsoft.com/office/drawing/2014/main" id="{7B02CC5D-A600-401F-917C-FD04834C11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51" y="817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5" name="Line 112">
                <a:extLst>
                  <a:ext uri="{FF2B5EF4-FFF2-40B4-BE49-F238E27FC236}">
                    <a16:creationId xmlns:a16="http://schemas.microsoft.com/office/drawing/2014/main" id="{DB970E0F-2C77-4350-9EAD-96BA105A76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0" y="823"/>
                <a:ext cx="0" cy="347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6" name="Arc 113">
                <a:extLst>
                  <a:ext uri="{FF2B5EF4-FFF2-40B4-BE49-F238E27FC236}">
                    <a16:creationId xmlns:a16="http://schemas.microsoft.com/office/drawing/2014/main" id="{A1A63935-C0E0-4001-8686-01E9A44E85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7" name="Arc 114">
                <a:extLst>
                  <a:ext uri="{FF2B5EF4-FFF2-40B4-BE49-F238E27FC236}">
                    <a16:creationId xmlns:a16="http://schemas.microsoft.com/office/drawing/2014/main" id="{453E8218-45C8-4960-9263-10561CDA2B8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" name="Line 115">
                <a:extLst>
                  <a:ext uri="{FF2B5EF4-FFF2-40B4-BE49-F238E27FC236}">
                    <a16:creationId xmlns:a16="http://schemas.microsoft.com/office/drawing/2014/main" id="{814B3807-3909-433D-A657-2E394B1886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3" y="1172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2" name="TextBox 3">
              <a:extLst>
                <a:ext uri="{FF2B5EF4-FFF2-40B4-BE49-F238E27FC236}">
                  <a16:creationId xmlns:a16="http://schemas.microsoft.com/office/drawing/2014/main" id="{45773ED9-259E-4EFF-8BC8-8907DD7CF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5718" y="447669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33" name="TextBox 29">
              <a:extLst>
                <a:ext uri="{FF2B5EF4-FFF2-40B4-BE49-F238E27FC236}">
                  <a16:creationId xmlns:a16="http://schemas.microsoft.com/office/drawing/2014/main" id="{463ACDF4-F2EC-4F5D-9A74-4E59617590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5718" y="485769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</p:grpSp>
      <p:pic>
        <p:nvPicPr>
          <p:cNvPr id="89" name="Picture 86" descr="Screen shot 2013-09-06 at 12.55.41 PM.png">
            <a:extLst>
              <a:ext uri="{FF2B5EF4-FFF2-40B4-BE49-F238E27FC236}">
                <a16:creationId xmlns:a16="http://schemas.microsoft.com/office/drawing/2014/main" id="{1B9B15D6-D7C7-442F-A6A9-1C29994E3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257" y="2458925"/>
            <a:ext cx="780675" cy="441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" name="Picture 2" descr="Screen shot 2013-09-06 at 12.55.52 PM.png">
            <a:extLst>
              <a:ext uri="{FF2B5EF4-FFF2-40B4-BE49-F238E27FC236}">
                <a16:creationId xmlns:a16="http://schemas.microsoft.com/office/drawing/2014/main" id="{5730A3CC-B9FB-44BB-9D24-56C5C2BF05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9359" y="3989860"/>
            <a:ext cx="780674" cy="435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1" name="Group 7">
            <a:extLst>
              <a:ext uri="{FF2B5EF4-FFF2-40B4-BE49-F238E27FC236}">
                <a16:creationId xmlns:a16="http://schemas.microsoft.com/office/drawing/2014/main" id="{2ABCF476-C8CB-42A6-B830-5EAACEEF9A2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687859" y="3704991"/>
            <a:ext cx="3008312" cy="762000"/>
            <a:chOff x="420687" y="5715000"/>
            <a:chExt cx="3008313" cy="762000"/>
          </a:xfrm>
        </p:grpSpPr>
        <p:sp>
          <p:nvSpPr>
            <p:cNvPr id="92" name="Freeform 10">
              <a:extLst>
                <a:ext uri="{FF2B5EF4-FFF2-40B4-BE49-F238E27FC236}">
                  <a16:creationId xmlns:a16="http://schemas.microsoft.com/office/drawing/2014/main" id="{618847F5-EDE3-4EB9-8F9A-5260122EDFEE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84237" y="6167312"/>
              <a:ext cx="168275" cy="1589"/>
            </a:xfrm>
            <a:custGeom>
              <a:avLst/>
              <a:gdLst>
                <a:gd name="T0" fmla="*/ 2147483646 w 212"/>
                <a:gd name="T1" fmla="*/ 0 h 1588"/>
                <a:gd name="T2" fmla="*/ 0 w 212"/>
                <a:gd name="T3" fmla="*/ 0 h 1588"/>
                <a:gd name="T4" fmla="*/ 2147483646 w 212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" h="1588">
                  <a:moveTo>
                    <a:pt x="212" y="0"/>
                  </a:moveTo>
                  <a:lnTo>
                    <a:pt x="0" y="0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" name="Line 11">
              <a:extLst>
                <a:ext uri="{FF2B5EF4-FFF2-40B4-BE49-F238E27FC236}">
                  <a16:creationId xmlns:a16="http://schemas.microsoft.com/office/drawing/2014/main" id="{21F3C7B5-F585-4F8B-962E-24849E0BF80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884237" y="6167312"/>
              <a:ext cx="168275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4" name="Freeform 12">
              <a:extLst>
                <a:ext uri="{FF2B5EF4-FFF2-40B4-BE49-F238E27FC236}">
                  <a16:creationId xmlns:a16="http://schemas.microsoft.com/office/drawing/2014/main" id="{A31C31E6-899B-4B1F-B8C0-29ADC28F10B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639888" y="5998909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5" name="Line 13">
              <a:extLst>
                <a:ext uri="{FF2B5EF4-FFF2-40B4-BE49-F238E27FC236}">
                  <a16:creationId xmlns:a16="http://schemas.microsoft.com/office/drawing/2014/main" id="{A48AAC9D-5CB9-4E9F-B0E3-55A1ED3A022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626560" y="6006797"/>
              <a:ext cx="475488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" name="Freeform 14">
              <a:extLst>
                <a:ext uri="{FF2B5EF4-FFF2-40B4-BE49-F238E27FC236}">
                  <a16:creationId xmlns:a16="http://schemas.microsoft.com/office/drawing/2014/main" id="{282E6893-146B-4F62-B240-54548935A82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639888" y="6313474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" name="Line 15">
              <a:extLst>
                <a:ext uri="{FF2B5EF4-FFF2-40B4-BE49-F238E27FC236}">
                  <a16:creationId xmlns:a16="http://schemas.microsoft.com/office/drawing/2014/main" id="{C05B86CB-C504-4E3E-AD8F-93690064281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1639888" y="6315062"/>
              <a:ext cx="1331912" cy="953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8" name="Rectangle 74">
              <a:extLst>
                <a:ext uri="{FF2B5EF4-FFF2-40B4-BE49-F238E27FC236}">
                  <a16:creationId xmlns:a16="http://schemas.microsoft.com/office/drawing/2014/main" id="{28CD8C34-C29A-43CD-A018-BFA12FF4722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132013" y="6094688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9" name="Rectangle 76">
              <a:extLst>
                <a:ext uri="{FF2B5EF4-FFF2-40B4-BE49-F238E27FC236}">
                  <a16:creationId xmlns:a16="http://schemas.microsoft.com/office/drawing/2014/main" id="{A82E7881-B3F5-46F7-858C-05A52FABE21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132013" y="5810310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0" name="Rectangle 77">
              <a:extLst>
                <a:ext uri="{FF2B5EF4-FFF2-40B4-BE49-F238E27FC236}">
                  <a16:creationId xmlns:a16="http://schemas.microsoft.com/office/drawing/2014/main" id="{88C77D95-755F-463E-8516-FBB4A9F7C75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575939" y="6046013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1" name="Line 81">
              <a:extLst>
                <a:ext uri="{FF2B5EF4-FFF2-40B4-BE49-F238E27FC236}">
                  <a16:creationId xmlns:a16="http://schemas.microsoft.com/office/drawing/2014/main" id="{DFF9CDE8-A77D-4628-A098-5815CF5422D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36600" y="6167312"/>
              <a:ext cx="147637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" name="Rectangle 83">
              <a:extLst>
                <a:ext uri="{FF2B5EF4-FFF2-40B4-BE49-F238E27FC236}">
                  <a16:creationId xmlns:a16="http://schemas.microsoft.com/office/drawing/2014/main" id="{AB719CE4-D3FB-413C-813B-85FECC291ED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20687" y="6036880"/>
              <a:ext cx="0" cy="246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103" name="Group 110">
              <a:extLst>
                <a:ext uri="{FF2B5EF4-FFF2-40B4-BE49-F238E27FC236}">
                  <a16:creationId xmlns:a16="http://schemas.microsoft.com/office/drawing/2014/main" id="{60E5AAA0-A81C-4127-B197-0AF75BADD7FD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062032" y="5921736"/>
              <a:ext cx="557262" cy="487060"/>
              <a:chOff x="3450" y="821"/>
              <a:chExt cx="406" cy="357"/>
            </a:xfrm>
          </p:grpSpPr>
          <p:sp>
            <p:nvSpPr>
              <p:cNvPr id="110" name="Line 111">
                <a:extLst>
                  <a:ext uri="{FF2B5EF4-FFF2-40B4-BE49-F238E27FC236}">
                    <a16:creationId xmlns:a16="http://schemas.microsoft.com/office/drawing/2014/main" id="{CBA07B91-CED9-4A4A-B548-E8B5BB4F2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51" y="82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11" name="Line 112">
                <a:extLst>
                  <a:ext uri="{FF2B5EF4-FFF2-40B4-BE49-F238E27FC236}">
                    <a16:creationId xmlns:a16="http://schemas.microsoft.com/office/drawing/2014/main" id="{2467BD2D-2A5C-4E3E-B102-EC1953BD7D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0" y="826"/>
                <a:ext cx="0" cy="348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12" name="Arc 113">
                <a:extLst>
                  <a:ext uri="{FF2B5EF4-FFF2-40B4-BE49-F238E27FC236}">
                    <a16:creationId xmlns:a16="http://schemas.microsoft.com/office/drawing/2014/main" id="{CED9779E-1CDF-4EAC-81A4-2267FF2B8C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13" name="Arc 114">
                <a:extLst>
                  <a:ext uri="{FF2B5EF4-FFF2-40B4-BE49-F238E27FC236}">
                    <a16:creationId xmlns:a16="http://schemas.microsoft.com/office/drawing/2014/main" id="{B8204FD6-9019-48C1-849A-5B2599CAF0F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14" name="Line 115">
                <a:extLst>
                  <a:ext uri="{FF2B5EF4-FFF2-40B4-BE49-F238E27FC236}">
                    <a16:creationId xmlns:a16="http://schemas.microsoft.com/office/drawing/2014/main" id="{98C9AA99-A2DC-4891-B3E5-2BA140899B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7" y="1178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04" name="TextBox 47">
              <a:extLst>
                <a:ext uri="{FF2B5EF4-FFF2-40B4-BE49-F238E27FC236}">
                  <a16:creationId xmlns:a16="http://schemas.microsoft.com/office/drawing/2014/main" id="{89E3E4B1-8AC4-4A60-9BFF-6D1710DE68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1718" y="607689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105" name="Rectangle 98">
              <a:extLst>
                <a:ext uri="{FF2B5EF4-FFF2-40B4-BE49-F238E27FC236}">
                  <a16:creationId xmlns:a16="http://schemas.microsoft.com/office/drawing/2014/main" id="{3527FBCF-A455-4177-8DDD-8C1DAF057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036" y="5904348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6" name="Line 17">
              <a:extLst>
                <a:ext uri="{FF2B5EF4-FFF2-40B4-BE49-F238E27FC236}">
                  <a16:creationId xmlns:a16="http://schemas.microsoft.com/office/drawing/2014/main" id="{D58EDFF6-AFB4-4A8E-85E3-6961543A74A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675883" y="6000243"/>
              <a:ext cx="312614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7" name="Freeform 18">
              <a:extLst>
                <a:ext uri="{FF2B5EF4-FFF2-40B4-BE49-F238E27FC236}">
                  <a16:creationId xmlns:a16="http://schemas.microsoft.com/office/drawing/2014/main" id="{EF2E497D-AC32-4098-8697-5F7554A96B8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233146" y="5770055"/>
              <a:ext cx="442739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8" name="Freeform 19">
              <a:extLst>
                <a:ext uri="{FF2B5EF4-FFF2-40B4-BE49-F238E27FC236}">
                  <a16:creationId xmlns:a16="http://schemas.microsoft.com/office/drawing/2014/main" id="{4857B713-9728-4B8F-BFAB-2CA65B97A3C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096673" y="5941505"/>
              <a:ext cx="117429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" name="TextBox 60">
              <a:extLst>
                <a:ext uri="{FF2B5EF4-FFF2-40B4-BE49-F238E27FC236}">
                  <a16:creationId xmlns:a16="http://schemas.microsoft.com/office/drawing/2014/main" id="{5FCA05BB-9111-4D7B-B0CD-F24901E5F9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1718" y="571500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</p:grpSp>
      <p:grpSp>
        <p:nvGrpSpPr>
          <p:cNvPr id="115" name="Group 4">
            <a:extLst>
              <a:ext uri="{FF2B5EF4-FFF2-40B4-BE49-F238E27FC236}">
                <a16:creationId xmlns:a16="http://schemas.microsoft.com/office/drawing/2014/main" id="{4319CAC3-D257-4360-931C-FED05B1034D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2843110" y="2271595"/>
            <a:ext cx="3008313" cy="838200"/>
            <a:chOff x="838200" y="5486400"/>
            <a:chExt cx="3008313" cy="838200"/>
          </a:xfrm>
        </p:grpSpPr>
        <p:sp>
          <p:nvSpPr>
            <p:cNvPr id="116" name="Freeform 10">
              <a:extLst>
                <a:ext uri="{FF2B5EF4-FFF2-40B4-BE49-F238E27FC236}">
                  <a16:creationId xmlns:a16="http://schemas.microsoft.com/office/drawing/2014/main" id="{A29862FF-07F9-4C78-BB06-BBB602D2A9F5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301750" y="5938712"/>
              <a:ext cx="168275" cy="1589"/>
            </a:xfrm>
            <a:custGeom>
              <a:avLst/>
              <a:gdLst>
                <a:gd name="T0" fmla="*/ 2147483646 w 212"/>
                <a:gd name="T1" fmla="*/ 0 h 1588"/>
                <a:gd name="T2" fmla="*/ 0 w 212"/>
                <a:gd name="T3" fmla="*/ 0 h 1588"/>
                <a:gd name="T4" fmla="*/ 2147483646 w 212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" h="1588">
                  <a:moveTo>
                    <a:pt x="212" y="0"/>
                  </a:moveTo>
                  <a:lnTo>
                    <a:pt x="0" y="0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7" name="Line 11">
              <a:extLst>
                <a:ext uri="{FF2B5EF4-FFF2-40B4-BE49-F238E27FC236}">
                  <a16:creationId xmlns:a16="http://schemas.microsoft.com/office/drawing/2014/main" id="{27A56DB5-0B65-4AA6-9E5C-46A10EEF9A4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111366" y="5941283"/>
              <a:ext cx="368178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8" name="Freeform 12">
              <a:extLst>
                <a:ext uri="{FF2B5EF4-FFF2-40B4-BE49-F238E27FC236}">
                  <a16:creationId xmlns:a16="http://schemas.microsoft.com/office/drawing/2014/main" id="{D71960D3-6C78-40AA-A200-0190B908F95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057401" y="5770309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9" name="Line 13">
              <a:extLst>
                <a:ext uri="{FF2B5EF4-FFF2-40B4-BE49-F238E27FC236}">
                  <a16:creationId xmlns:a16="http://schemas.microsoft.com/office/drawing/2014/main" id="{07862AF7-0CAB-41AF-8FE4-EADD6FC6E26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050843" y="5778196"/>
              <a:ext cx="651919" cy="1190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0" name="Freeform 14">
              <a:extLst>
                <a:ext uri="{FF2B5EF4-FFF2-40B4-BE49-F238E27FC236}">
                  <a16:creationId xmlns:a16="http://schemas.microsoft.com/office/drawing/2014/main" id="{C1709696-B64B-4062-BD98-A1A097EC4B85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057401" y="6084874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1" name="Rectangle 74">
              <a:extLst>
                <a:ext uri="{FF2B5EF4-FFF2-40B4-BE49-F238E27FC236}">
                  <a16:creationId xmlns:a16="http://schemas.microsoft.com/office/drawing/2014/main" id="{68D5F022-3212-4713-8A7E-4E3E4BCF1B0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49526" y="5866088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2" name="Rectangle 76">
              <a:extLst>
                <a:ext uri="{FF2B5EF4-FFF2-40B4-BE49-F238E27FC236}">
                  <a16:creationId xmlns:a16="http://schemas.microsoft.com/office/drawing/2014/main" id="{5298005B-8A2F-4140-9B22-5F0E75D6B91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49526" y="5581710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" name="Rectangle 77">
              <a:extLst>
                <a:ext uri="{FF2B5EF4-FFF2-40B4-BE49-F238E27FC236}">
                  <a16:creationId xmlns:a16="http://schemas.microsoft.com/office/drawing/2014/main" id="{45BDE4CE-0122-4ACD-94D4-003963F4639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93452" y="5817413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4" name="Rectangle 83">
              <a:extLst>
                <a:ext uri="{FF2B5EF4-FFF2-40B4-BE49-F238E27FC236}">
                  <a16:creationId xmlns:a16="http://schemas.microsoft.com/office/drawing/2014/main" id="{CCA62F71-0445-496D-8653-72B330E195E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838200" y="5808280"/>
              <a:ext cx="0" cy="246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125" name="Group 110">
              <a:extLst>
                <a:ext uri="{FF2B5EF4-FFF2-40B4-BE49-F238E27FC236}">
                  <a16:creationId xmlns:a16="http://schemas.microsoft.com/office/drawing/2014/main" id="{2975D7CA-5F01-494A-9DB9-46198577AB16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479553" y="5698593"/>
              <a:ext cx="564124" cy="487060"/>
              <a:chOff x="3445" y="817"/>
              <a:chExt cx="411" cy="357"/>
            </a:xfrm>
          </p:grpSpPr>
          <p:sp>
            <p:nvSpPr>
              <p:cNvPr id="136" name="Line 111">
                <a:extLst>
                  <a:ext uri="{FF2B5EF4-FFF2-40B4-BE49-F238E27FC236}">
                    <a16:creationId xmlns:a16="http://schemas.microsoft.com/office/drawing/2014/main" id="{01BDE75F-49FF-4F95-818A-2BC4643F17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45" y="817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37" name="Line 112">
                <a:extLst>
                  <a:ext uri="{FF2B5EF4-FFF2-40B4-BE49-F238E27FC236}">
                    <a16:creationId xmlns:a16="http://schemas.microsoft.com/office/drawing/2014/main" id="{679FAC86-E116-4DBF-ABD5-9E3E134B4F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0" y="826"/>
                <a:ext cx="0" cy="348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38" name="Arc 113">
                <a:extLst>
                  <a:ext uri="{FF2B5EF4-FFF2-40B4-BE49-F238E27FC236}">
                    <a16:creationId xmlns:a16="http://schemas.microsoft.com/office/drawing/2014/main" id="{F227D4E9-517A-421D-84D4-07D2CC038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39" name="Arc 114">
                <a:extLst>
                  <a:ext uri="{FF2B5EF4-FFF2-40B4-BE49-F238E27FC236}">
                    <a16:creationId xmlns:a16="http://schemas.microsoft.com/office/drawing/2014/main" id="{C856051B-0D1C-4EC0-8AFA-B1D9D9A0B82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40" name="Line 115">
                <a:extLst>
                  <a:ext uri="{FF2B5EF4-FFF2-40B4-BE49-F238E27FC236}">
                    <a16:creationId xmlns:a16="http://schemas.microsoft.com/office/drawing/2014/main" id="{F6358D5A-375D-4EAF-BEA5-56D6A41CBA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3" y="1172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26" name="TextBox 71">
              <a:extLst>
                <a:ext uri="{FF2B5EF4-FFF2-40B4-BE49-F238E27FC236}">
                  <a16:creationId xmlns:a16="http://schemas.microsoft.com/office/drawing/2014/main" id="{9693FCAC-055C-4B9B-B957-5B7B4A00A4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9231" y="584829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127" name="Rectangle 98">
              <a:extLst>
                <a:ext uri="{FF2B5EF4-FFF2-40B4-BE49-F238E27FC236}">
                  <a16:creationId xmlns:a16="http://schemas.microsoft.com/office/drawing/2014/main" id="{779E8D47-F6EE-4429-A44C-E9521AD2F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6549" y="5675748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8" name="Line 17">
              <a:extLst>
                <a:ext uri="{FF2B5EF4-FFF2-40B4-BE49-F238E27FC236}">
                  <a16:creationId xmlns:a16="http://schemas.microsoft.com/office/drawing/2014/main" id="{51840902-D44A-4EA7-B797-121A29B4A61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3273460" y="5773229"/>
              <a:ext cx="132549" cy="109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9" name="Freeform 18">
              <a:extLst>
                <a:ext uri="{FF2B5EF4-FFF2-40B4-BE49-F238E27FC236}">
                  <a16:creationId xmlns:a16="http://schemas.microsoft.com/office/drawing/2014/main" id="{D01BF71C-C0B5-46FC-B761-F956E3BE306A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833860" y="5541455"/>
              <a:ext cx="442739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0" name="Freeform 19">
              <a:extLst>
                <a:ext uri="{FF2B5EF4-FFF2-40B4-BE49-F238E27FC236}">
                  <a16:creationId xmlns:a16="http://schemas.microsoft.com/office/drawing/2014/main" id="{9BE03AB8-E2F9-4740-BB62-BC165F24D7F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697387" y="5712905"/>
              <a:ext cx="117429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1" name="TextBox 76">
              <a:extLst>
                <a:ext uri="{FF2B5EF4-FFF2-40B4-BE49-F238E27FC236}">
                  <a16:creationId xmlns:a16="http://schemas.microsoft.com/office/drawing/2014/main" id="{AA70CC5F-4F1E-4E0D-BE0A-A885BC0D5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9231" y="548640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132" name="Line 13">
              <a:extLst>
                <a:ext uri="{FF2B5EF4-FFF2-40B4-BE49-F238E27FC236}">
                  <a16:creationId xmlns:a16="http://schemas.microsoft.com/office/drawing/2014/main" id="{619614F9-CAB4-4728-9B07-7AB5C5B419E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050843" y="6120016"/>
              <a:ext cx="118520" cy="929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3" name="Line 17">
              <a:extLst>
                <a:ext uri="{FF2B5EF4-FFF2-40B4-BE49-F238E27FC236}">
                  <a16:creationId xmlns:a16="http://schemas.microsoft.com/office/drawing/2014/main" id="{EBC6641C-1F98-47F2-AD8E-0AD1D02A8EB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737087" y="6105640"/>
              <a:ext cx="682250" cy="940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4" name="Freeform 18">
              <a:extLst>
                <a:ext uri="{FF2B5EF4-FFF2-40B4-BE49-F238E27FC236}">
                  <a16:creationId xmlns:a16="http://schemas.microsoft.com/office/drawing/2014/main" id="{62DED3F8-2CF5-4A89-BD51-723EC01CD79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300461" y="5883275"/>
              <a:ext cx="442739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5" name="Freeform 19">
              <a:extLst>
                <a:ext uri="{FF2B5EF4-FFF2-40B4-BE49-F238E27FC236}">
                  <a16:creationId xmlns:a16="http://schemas.microsoft.com/office/drawing/2014/main" id="{EA371ADC-C9E9-4CD9-831A-56EE307F101F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163988" y="6054725"/>
              <a:ext cx="117429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C37E18A-1950-464C-A935-CD85B764C699}"/>
                  </a:ext>
                </a:extLst>
              </p14:cNvPr>
              <p14:cNvContentPartPr/>
              <p14:nvPr/>
            </p14:nvContentPartPr>
            <p14:xfrm>
              <a:off x="4291560" y="2670120"/>
              <a:ext cx="5032440" cy="2831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C37E18A-1950-464C-A935-CD85B764C69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82200" y="2660760"/>
                <a:ext cx="5051160" cy="285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9274461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F83397E1-7134-4C21-B4AE-2E148AE8B7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226"/>
            <a:ext cx="9144000" cy="587374"/>
          </a:xfrm>
        </p:spPr>
        <p:txBody>
          <a:bodyPr/>
          <a:lstStyle/>
          <a:p>
            <a:r>
              <a:rPr lang="en-US" altLang="en-US" sz="3200"/>
              <a:t>Putting it all together</a:t>
            </a:r>
          </a:p>
        </p:txBody>
      </p:sp>
      <p:pic>
        <p:nvPicPr>
          <p:cNvPr id="75" name="Picture 1" descr="Screen shot 2013-09-06 at 12.55.33 PM.png">
            <a:extLst>
              <a:ext uri="{FF2B5EF4-FFF2-40B4-BE49-F238E27FC236}">
                <a16:creationId xmlns:a16="http://schemas.microsoft.com/office/drawing/2014/main" id="{731D742E-7EBE-44AD-AABA-32A06052C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1497" y="4912817"/>
            <a:ext cx="780674" cy="48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6" name="Group 30">
            <a:extLst>
              <a:ext uri="{FF2B5EF4-FFF2-40B4-BE49-F238E27FC236}">
                <a16:creationId xmlns:a16="http://schemas.microsoft.com/office/drawing/2014/main" id="{D1222F6E-559E-4B7E-B5F3-75B5C7A1F87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1171" y="4703852"/>
            <a:ext cx="2209800" cy="781050"/>
            <a:chOff x="6553200" y="4476690"/>
            <a:chExt cx="2209800" cy="781110"/>
          </a:xfrm>
        </p:grpSpPr>
        <p:sp>
          <p:nvSpPr>
            <p:cNvPr id="77" name="Freeform 10">
              <a:extLst>
                <a:ext uri="{FF2B5EF4-FFF2-40B4-BE49-F238E27FC236}">
                  <a16:creationId xmlns:a16="http://schemas.microsoft.com/office/drawing/2014/main" id="{72FA97F1-CC22-40AB-A8B8-7006C7F46B6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208837" y="4929002"/>
              <a:ext cx="168275" cy="1589"/>
            </a:xfrm>
            <a:custGeom>
              <a:avLst/>
              <a:gdLst>
                <a:gd name="T0" fmla="*/ 2147483646 w 212"/>
                <a:gd name="T1" fmla="*/ 0 h 1588"/>
                <a:gd name="T2" fmla="*/ 0 w 212"/>
                <a:gd name="T3" fmla="*/ 0 h 1588"/>
                <a:gd name="T4" fmla="*/ 2147483646 w 212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" h="1588">
                  <a:moveTo>
                    <a:pt x="212" y="0"/>
                  </a:moveTo>
                  <a:lnTo>
                    <a:pt x="0" y="0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" name="Line 11">
              <a:extLst>
                <a:ext uri="{FF2B5EF4-FFF2-40B4-BE49-F238E27FC236}">
                  <a16:creationId xmlns:a16="http://schemas.microsoft.com/office/drawing/2014/main" id="{702B8EE2-0BE2-484A-A4F9-38198640D6B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208837" y="4929002"/>
              <a:ext cx="168275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9" name="Freeform 12">
              <a:extLst>
                <a:ext uri="{FF2B5EF4-FFF2-40B4-BE49-F238E27FC236}">
                  <a16:creationId xmlns:a16="http://schemas.microsoft.com/office/drawing/2014/main" id="{9B1A11D6-105E-44AC-91E8-8E8C9040D50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964488" y="4760599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" name="Line 13">
              <a:extLst>
                <a:ext uri="{FF2B5EF4-FFF2-40B4-BE49-F238E27FC236}">
                  <a16:creationId xmlns:a16="http://schemas.microsoft.com/office/drawing/2014/main" id="{378D7561-5158-415A-9D2E-8089CD0E95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964488" y="4760599"/>
              <a:ext cx="295275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" name="Freeform 14">
              <a:extLst>
                <a:ext uri="{FF2B5EF4-FFF2-40B4-BE49-F238E27FC236}">
                  <a16:creationId xmlns:a16="http://schemas.microsoft.com/office/drawing/2014/main" id="{6194ACBF-5465-4334-B3A2-B9FC6FF238A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964488" y="5075164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2" name="Line 15">
              <a:extLst>
                <a:ext uri="{FF2B5EF4-FFF2-40B4-BE49-F238E27FC236}">
                  <a16:creationId xmlns:a16="http://schemas.microsoft.com/office/drawing/2014/main" id="{CE37E091-7F73-4D54-8F15-4675E2783B1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964488" y="5075164"/>
              <a:ext cx="295275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3" name="Rectangle 74">
              <a:extLst>
                <a:ext uri="{FF2B5EF4-FFF2-40B4-BE49-F238E27FC236}">
                  <a16:creationId xmlns:a16="http://schemas.microsoft.com/office/drawing/2014/main" id="{DED3799B-B369-47D8-BA0B-F2D8F9FEAD6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8456613" y="4856378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4" name="Rectangle 76">
              <a:extLst>
                <a:ext uri="{FF2B5EF4-FFF2-40B4-BE49-F238E27FC236}">
                  <a16:creationId xmlns:a16="http://schemas.microsoft.com/office/drawing/2014/main" id="{5419ABB9-4BF5-4E8A-95EA-58E9CAE4869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8456613" y="4572000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5" name="Rectangle 77">
              <a:extLst>
                <a:ext uri="{FF2B5EF4-FFF2-40B4-BE49-F238E27FC236}">
                  <a16:creationId xmlns:a16="http://schemas.microsoft.com/office/drawing/2014/main" id="{A2899B47-FF19-43E9-9503-501D416F16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6900539" y="4807703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6" name="Rectangle 79">
              <a:extLst>
                <a:ext uri="{FF2B5EF4-FFF2-40B4-BE49-F238E27FC236}">
                  <a16:creationId xmlns:a16="http://schemas.microsoft.com/office/drawing/2014/main" id="{5B051FF3-8246-4B75-80FC-6AA43E5CAA1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6643687" y="4807616"/>
              <a:ext cx="0" cy="23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7" name="Rectangle 80">
              <a:extLst>
                <a:ext uri="{FF2B5EF4-FFF2-40B4-BE49-F238E27FC236}">
                  <a16:creationId xmlns:a16="http://schemas.microsoft.com/office/drawing/2014/main" id="{472DE1B4-4D1F-42EA-A6D5-4256F5F3AA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6553200" y="4722927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8" name="Line 81">
              <a:extLst>
                <a:ext uri="{FF2B5EF4-FFF2-40B4-BE49-F238E27FC236}">
                  <a16:creationId xmlns:a16="http://schemas.microsoft.com/office/drawing/2014/main" id="{B85013BC-0A97-489A-81CF-95A2D0F30E9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061200" y="4929002"/>
              <a:ext cx="147637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9" name="Rectangle 83">
              <a:extLst>
                <a:ext uri="{FF2B5EF4-FFF2-40B4-BE49-F238E27FC236}">
                  <a16:creationId xmlns:a16="http://schemas.microsoft.com/office/drawing/2014/main" id="{4DB1ECEF-AA33-48AF-B189-EA287B06E8B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6745287" y="4798570"/>
              <a:ext cx="0" cy="246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90" name="Group 110">
              <a:extLst>
                <a:ext uri="{FF2B5EF4-FFF2-40B4-BE49-F238E27FC236}">
                  <a16:creationId xmlns:a16="http://schemas.microsoft.com/office/drawing/2014/main" id="{AB8805D6-55D1-433A-A053-5A3FAE9D5B22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7386632" y="4688883"/>
              <a:ext cx="557262" cy="487060"/>
              <a:chOff x="3450" y="817"/>
              <a:chExt cx="406" cy="357"/>
            </a:xfrm>
          </p:grpSpPr>
          <p:sp>
            <p:nvSpPr>
              <p:cNvPr id="93" name="Line 111">
                <a:extLst>
                  <a:ext uri="{FF2B5EF4-FFF2-40B4-BE49-F238E27FC236}">
                    <a16:creationId xmlns:a16="http://schemas.microsoft.com/office/drawing/2014/main" id="{D88EE001-5CF0-4255-BBB9-C3B96BA3FE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51" y="817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Line 112">
                <a:extLst>
                  <a:ext uri="{FF2B5EF4-FFF2-40B4-BE49-F238E27FC236}">
                    <a16:creationId xmlns:a16="http://schemas.microsoft.com/office/drawing/2014/main" id="{F25450E0-7B92-43AA-BFB6-59F531F4FC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0" y="823"/>
                <a:ext cx="0" cy="347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5" name="Arc 113">
                <a:extLst>
                  <a:ext uri="{FF2B5EF4-FFF2-40B4-BE49-F238E27FC236}">
                    <a16:creationId xmlns:a16="http://schemas.microsoft.com/office/drawing/2014/main" id="{37A91635-E9A9-4422-A1EF-DED9492050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Arc 114">
                <a:extLst>
                  <a:ext uri="{FF2B5EF4-FFF2-40B4-BE49-F238E27FC236}">
                    <a16:creationId xmlns:a16="http://schemas.microsoft.com/office/drawing/2014/main" id="{953D3371-525D-49ED-B68B-373913566FA5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7" name="Line 115">
                <a:extLst>
                  <a:ext uri="{FF2B5EF4-FFF2-40B4-BE49-F238E27FC236}">
                    <a16:creationId xmlns:a16="http://schemas.microsoft.com/office/drawing/2014/main" id="{E6EFA8FB-1BA0-4375-95EA-B395D1BBF7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3" y="1172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1" name="TextBox 3">
              <a:extLst>
                <a:ext uri="{FF2B5EF4-FFF2-40B4-BE49-F238E27FC236}">
                  <a16:creationId xmlns:a16="http://schemas.microsoft.com/office/drawing/2014/main" id="{D73667AA-3746-478D-9212-37395575E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5718" y="447669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92" name="TextBox 29">
              <a:extLst>
                <a:ext uri="{FF2B5EF4-FFF2-40B4-BE49-F238E27FC236}">
                  <a16:creationId xmlns:a16="http://schemas.microsoft.com/office/drawing/2014/main" id="{469CCE41-6097-4E66-93BC-317BA7876C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5718" y="485769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</p:grpSp>
      <p:pic>
        <p:nvPicPr>
          <p:cNvPr id="98" name="Picture 86" descr="Screen shot 2013-09-06 at 12.55.41 PM.png">
            <a:extLst>
              <a:ext uri="{FF2B5EF4-FFF2-40B4-BE49-F238E27FC236}">
                <a16:creationId xmlns:a16="http://schemas.microsoft.com/office/drawing/2014/main" id="{5690C97B-2F62-4BE2-BB4C-B363E89C6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3755" y="2226486"/>
            <a:ext cx="780675" cy="441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" name="Picture 2" descr="Screen shot 2013-09-06 at 12.55.52 PM.png">
            <a:extLst>
              <a:ext uri="{FF2B5EF4-FFF2-40B4-BE49-F238E27FC236}">
                <a16:creationId xmlns:a16="http://schemas.microsoft.com/office/drawing/2014/main" id="{DAE5C2EB-A624-44C2-B2F2-EB55403E0C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008" y="3688367"/>
            <a:ext cx="780674" cy="435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0" name="Group 7">
            <a:extLst>
              <a:ext uri="{FF2B5EF4-FFF2-40B4-BE49-F238E27FC236}">
                <a16:creationId xmlns:a16="http://schemas.microsoft.com/office/drawing/2014/main" id="{110510BA-479E-4C94-8546-AD3917FF2F2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89236" y="3400302"/>
            <a:ext cx="3008312" cy="762000"/>
            <a:chOff x="420687" y="5715000"/>
            <a:chExt cx="3008313" cy="762000"/>
          </a:xfrm>
        </p:grpSpPr>
        <p:sp>
          <p:nvSpPr>
            <p:cNvPr id="101" name="Freeform 10">
              <a:extLst>
                <a:ext uri="{FF2B5EF4-FFF2-40B4-BE49-F238E27FC236}">
                  <a16:creationId xmlns:a16="http://schemas.microsoft.com/office/drawing/2014/main" id="{3C2272FD-0E58-4B4D-97CC-DBF83336C43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84237" y="6167312"/>
              <a:ext cx="168275" cy="1589"/>
            </a:xfrm>
            <a:custGeom>
              <a:avLst/>
              <a:gdLst>
                <a:gd name="T0" fmla="*/ 2147483646 w 212"/>
                <a:gd name="T1" fmla="*/ 0 h 1588"/>
                <a:gd name="T2" fmla="*/ 0 w 212"/>
                <a:gd name="T3" fmla="*/ 0 h 1588"/>
                <a:gd name="T4" fmla="*/ 2147483646 w 212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" h="1588">
                  <a:moveTo>
                    <a:pt x="212" y="0"/>
                  </a:moveTo>
                  <a:lnTo>
                    <a:pt x="0" y="0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" name="Line 11">
              <a:extLst>
                <a:ext uri="{FF2B5EF4-FFF2-40B4-BE49-F238E27FC236}">
                  <a16:creationId xmlns:a16="http://schemas.microsoft.com/office/drawing/2014/main" id="{F1952962-0088-4306-A0F6-0922E75D2E2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884237" y="6167312"/>
              <a:ext cx="168275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3" name="Freeform 12">
              <a:extLst>
                <a:ext uri="{FF2B5EF4-FFF2-40B4-BE49-F238E27FC236}">
                  <a16:creationId xmlns:a16="http://schemas.microsoft.com/office/drawing/2014/main" id="{F179DC25-39D1-4A52-BD08-6AEEAB283AF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639888" y="5998909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4" name="Line 13">
              <a:extLst>
                <a:ext uri="{FF2B5EF4-FFF2-40B4-BE49-F238E27FC236}">
                  <a16:creationId xmlns:a16="http://schemas.microsoft.com/office/drawing/2014/main" id="{96144DA6-D94F-4F55-979C-B001A85FE7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626560" y="6006797"/>
              <a:ext cx="475488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5" name="Freeform 14">
              <a:extLst>
                <a:ext uri="{FF2B5EF4-FFF2-40B4-BE49-F238E27FC236}">
                  <a16:creationId xmlns:a16="http://schemas.microsoft.com/office/drawing/2014/main" id="{4A43F32A-7ECB-4607-98CA-80ACAD6498B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639888" y="6313474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6" name="Line 15">
              <a:extLst>
                <a:ext uri="{FF2B5EF4-FFF2-40B4-BE49-F238E27FC236}">
                  <a16:creationId xmlns:a16="http://schemas.microsoft.com/office/drawing/2014/main" id="{FF6E4DB4-C31E-4C5C-A3A0-02877955E26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1639888" y="6315062"/>
              <a:ext cx="1331912" cy="953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7" name="Rectangle 74">
              <a:extLst>
                <a:ext uri="{FF2B5EF4-FFF2-40B4-BE49-F238E27FC236}">
                  <a16:creationId xmlns:a16="http://schemas.microsoft.com/office/drawing/2014/main" id="{ED74E371-1CE5-4330-A9D0-F9A244EB81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132013" y="6094688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8" name="Rectangle 76">
              <a:extLst>
                <a:ext uri="{FF2B5EF4-FFF2-40B4-BE49-F238E27FC236}">
                  <a16:creationId xmlns:a16="http://schemas.microsoft.com/office/drawing/2014/main" id="{6521DADC-5123-4CA6-B648-EDFA381F4C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132013" y="5810310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" name="Rectangle 77">
              <a:extLst>
                <a:ext uri="{FF2B5EF4-FFF2-40B4-BE49-F238E27FC236}">
                  <a16:creationId xmlns:a16="http://schemas.microsoft.com/office/drawing/2014/main" id="{44B6579A-B56C-40EE-BB51-8AD44AA3642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575939" y="6046013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0" name="Line 81">
              <a:extLst>
                <a:ext uri="{FF2B5EF4-FFF2-40B4-BE49-F238E27FC236}">
                  <a16:creationId xmlns:a16="http://schemas.microsoft.com/office/drawing/2014/main" id="{3B8169DF-349A-42CA-8918-D88542C603D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36600" y="6167312"/>
              <a:ext cx="147637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1" name="Rectangle 83">
              <a:extLst>
                <a:ext uri="{FF2B5EF4-FFF2-40B4-BE49-F238E27FC236}">
                  <a16:creationId xmlns:a16="http://schemas.microsoft.com/office/drawing/2014/main" id="{DEAD07CF-E0FE-4E9B-B363-F6F2255AE3E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20687" y="6036880"/>
              <a:ext cx="0" cy="246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112" name="Group 110">
              <a:extLst>
                <a:ext uri="{FF2B5EF4-FFF2-40B4-BE49-F238E27FC236}">
                  <a16:creationId xmlns:a16="http://schemas.microsoft.com/office/drawing/2014/main" id="{B2AE96FE-8EB2-4186-A597-24E47B38FC42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062032" y="5921736"/>
              <a:ext cx="557262" cy="487060"/>
              <a:chOff x="3450" y="821"/>
              <a:chExt cx="406" cy="357"/>
            </a:xfrm>
          </p:grpSpPr>
          <p:sp>
            <p:nvSpPr>
              <p:cNvPr id="119" name="Line 111">
                <a:extLst>
                  <a:ext uri="{FF2B5EF4-FFF2-40B4-BE49-F238E27FC236}">
                    <a16:creationId xmlns:a16="http://schemas.microsoft.com/office/drawing/2014/main" id="{E49526AE-E6AC-4E15-8DC8-5A59F2A8AE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51" y="82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20" name="Line 112">
                <a:extLst>
                  <a:ext uri="{FF2B5EF4-FFF2-40B4-BE49-F238E27FC236}">
                    <a16:creationId xmlns:a16="http://schemas.microsoft.com/office/drawing/2014/main" id="{15EF1527-EC8A-4A6B-A0FB-83B728F32E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0" y="826"/>
                <a:ext cx="0" cy="348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21" name="Arc 113">
                <a:extLst>
                  <a:ext uri="{FF2B5EF4-FFF2-40B4-BE49-F238E27FC236}">
                    <a16:creationId xmlns:a16="http://schemas.microsoft.com/office/drawing/2014/main" id="{AF24DC85-4676-429D-8AA5-138DC6365A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22" name="Arc 114">
                <a:extLst>
                  <a:ext uri="{FF2B5EF4-FFF2-40B4-BE49-F238E27FC236}">
                    <a16:creationId xmlns:a16="http://schemas.microsoft.com/office/drawing/2014/main" id="{BB6F03AA-B487-425F-9113-B9DC2280DB0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23" name="Line 115">
                <a:extLst>
                  <a:ext uri="{FF2B5EF4-FFF2-40B4-BE49-F238E27FC236}">
                    <a16:creationId xmlns:a16="http://schemas.microsoft.com/office/drawing/2014/main" id="{4E782B7E-B253-47C4-AA74-15E6734B8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7" y="1178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13" name="TextBox 47">
              <a:extLst>
                <a:ext uri="{FF2B5EF4-FFF2-40B4-BE49-F238E27FC236}">
                  <a16:creationId xmlns:a16="http://schemas.microsoft.com/office/drawing/2014/main" id="{C9F9DBC4-C501-4C3B-8A6B-0F91688BB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1718" y="607689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114" name="Rectangle 98">
              <a:extLst>
                <a:ext uri="{FF2B5EF4-FFF2-40B4-BE49-F238E27FC236}">
                  <a16:creationId xmlns:a16="http://schemas.microsoft.com/office/drawing/2014/main" id="{34C61A78-DEC9-4600-8337-F21508676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036" y="5904348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5" name="Line 17">
              <a:extLst>
                <a:ext uri="{FF2B5EF4-FFF2-40B4-BE49-F238E27FC236}">
                  <a16:creationId xmlns:a16="http://schemas.microsoft.com/office/drawing/2014/main" id="{696DA1E1-2729-464E-B6AA-0E7C28390E4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675883" y="6000243"/>
              <a:ext cx="312614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6" name="Freeform 18">
              <a:extLst>
                <a:ext uri="{FF2B5EF4-FFF2-40B4-BE49-F238E27FC236}">
                  <a16:creationId xmlns:a16="http://schemas.microsoft.com/office/drawing/2014/main" id="{7BED74C0-1882-410C-8BE2-6EF147F33E9E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233146" y="5770055"/>
              <a:ext cx="442739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7" name="Freeform 19">
              <a:extLst>
                <a:ext uri="{FF2B5EF4-FFF2-40B4-BE49-F238E27FC236}">
                  <a16:creationId xmlns:a16="http://schemas.microsoft.com/office/drawing/2014/main" id="{0657097C-F082-47F7-8C90-8C6FA4D0F96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096673" y="5941505"/>
              <a:ext cx="117429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8" name="TextBox 60">
              <a:extLst>
                <a:ext uri="{FF2B5EF4-FFF2-40B4-BE49-F238E27FC236}">
                  <a16:creationId xmlns:a16="http://schemas.microsoft.com/office/drawing/2014/main" id="{D6E912D0-66E5-4849-B6BE-0ED0E7C82D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1718" y="571500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</p:grpSp>
      <p:grpSp>
        <p:nvGrpSpPr>
          <p:cNvPr id="124" name="Group 4">
            <a:extLst>
              <a:ext uri="{FF2B5EF4-FFF2-40B4-BE49-F238E27FC236}">
                <a16:creationId xmlns:a16="http://schemas.microsoft.com/office/drawing/2014/main" id="{481DD119-01C0-42FA-8191-960A7A960F5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4443" y="1982250"/>
            <a:ext cx="3008313" cy="838200"/>
            <a:chOff x="838200" y="5486400"/>
            <a:chExt cx="3008313" cy="838200"/>
          </a:xfrm>
        </p:grpSpPr>
        <p:sp>
          <p:nvSpPr>
            <p:cNvPr id="125" name="Freeform 10">
              <a:extLst>
                <a:ext uri="{FF2B5EF4-FFF2-40B4-BE49-F238E27FC236}">
                  <a16:creationId xmlns:a16="http://schemas.microsoft.com/office/drawing/2014/main" id="{E8D992AA-5279-420A-93FF-984F5CC973C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301750" y="5938712"/>
              <a:ext cx="168275" cy="1589"/>
            </a:xfrm>
            <a:custGeom>
              <a:avLst/>
              <a:gdLst>
                <a:gd name="T0" fmla="*/ 2147483646 w 212"/>
                <a:gd name="T1" fmla="*/ 0 h 1588"/>
                <a:gd name="T2" fmla="*/ 0 w 212"/>
                <a:gd name="T3" fmla="*/ 0 h 1588"/>
                <a:gd name="T4" fmla="*/ 2147483646 w 212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" h="1588">
                  <a:moveTo>
                    <a:pt x="212" y="0"/>
                  </a:moveTo>
                  <a:lnTo>
                    <a:pt x="0" y="0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6" name="Line 11">
              <a:extLst>
                <a:ext uri="{FF2B5EF4-FFF2-40B4-BE49-F238E27FC236}">
                  <a16:creationId xmlns:a16="http://schemas.microsoft.com/office/drawing/2014/main" id="{EACA4275-5226-4D7E-9952-9DABBCD9DF3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111366" y="5941283"/>
              <a:ext cx="368178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7" name="Freeform 12">
              <a:extLst>
                <a:ext uri="{FF2B5EF4-FFF2-40B4-BE49-F238E27FC236}">
                  <a16:creationId xmlns:a16="http://schemas.microsoft.com/office/drawing/2014/main" id="{67F7BEB2-3D8A-45AD-8F91-587090C32663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057401" y="5770309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8" name="Line 13">
              <a:extLst>
                <a:ext uri="{FF2B5EF4-FFF2-40B4-BE49-F238E27FC236}">
                  <a16:creationId xmlns:a16="http://schemas.microsoft.com/office/drawing/2014/main" id="{5691F26F-A3A3-45A4-B3D7-F1347978852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050843" y="5778196"/>
              <a:ext cx="651919" cy="1190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9" name="Freeform 14">
              <a:extLst>
                <a:ext uri="{FF2B5EF4-FFF2-40B4-BE49-F238E27FC236}">
                  <a16:creationId xmlns:a16="http://schemas.microsoft.com/office/drawing/2014/main" id="{777AB8F4-06FF-4EA7-9825-22A81FB4375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057401" y="6084874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0" name="Rectangle 74">
              <a:extLst>
                <a:ext uri="{FF2B5EF4-FFF2-40B4-BE49-F238E27FC236}">
                  <a16:creationId xmlns:a16="http://schemas.microsoft.com/office/drawing/2014/main" id="{C60F1FEB-552F-404F-978F-E9BACDABD50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49526" y="5866088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1" name="Rectangle 76">
              <a:extLst>
                <a:ext uri="{FF2B5EF4-FFF2-40B4-BE49-F238E27FC236}">
                  <a16:creationId xmlns:a16="http://schemas.microsoft.com/office/drawing/2014/main" id="{026C5D58-B417-4205-A468-3BCADC8CE26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49526" y="5581710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2" name="Rectangle 77">
              <a:extLst>
                <a:ext uri="{FF2B5EF4-FFF2-40B4-BE49-F238E27FC236}">
                  <a16:creationId xmlns:a16="http://schemas.microsoft.com/office/drawing/2014/main" id="{96631CFE-FB31-4A66-9E53-4E1867041C1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93452" y="5817413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3" name="Rectangle 83">
              <a:extLst>
                <a:ext uri="{FF2B5EF4-FFF2-40B4-BE49-F238E27FC236}">
                  <a16:creationId xmlns:a16="http://schemas.microsoft.com/office/drawing/2014/main" id="{4C90D99B-744F-4420-9AD1-37B84D6A461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838200" y="5808280"/>
              <a:ext cx="0" cy="246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134" name="Group 110">
              <a:extLst>
                <a:ext uri="{FF2B5EF4-FFF2-40B4-BE49-F238E27FC236}">
                  <a16:creationId xmlns:a16="http://schemas.microsoft.com/office/drawing/2014/main" id="{EB2A826B-71FC-4777-851F-47D35AC598AB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479553" y="5698593"/>
              <a:ext cx="564124" cy="487060"/>
              <a:chOff x="3445" y="817"/>
              <a:chExt cx="411" cy="357"/>
            </a:xfrm>
          </p:grpSpPr>
          <p:sp>
            <p:nvSpPr>
              <p:cNvPr id="145" name="Line 111">
                <a:extLst>
                  <a:ext uri="{FF2B5EF4-FFF2-40B4-BE49-F238E27FC236}">
                    <a16:creationId xmlns:a16="http://schemas.microsoft.com/office/drawing/2014/main" id="{6CD0F9A8-631F-4992-9F7F-13A54E11C0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45" y="817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46" name="Line 112">
                <a:extLst>
                  <a:ext uri="{FF2B5EF4-FFF2-40B4-BE49-F238E27FC236}">
                    <a16:creationId xmlns:a16="http://schemas.microsoft.com/office/drawing/2014/main" id="{A43394FA-0466-4130-842B-9EBC1E70C6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0" y="826"/>
                <a:ext cx="0" cy="348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47" name="Arc 113">
                <a:extLst>
                  <a:ext uri="{FF2B5EF4-FFF2-40B4-BE49-F238E27FC236}">
                    <a16:creationId xmlns:a16="http://schemas.microsoft.com/office/drawing/2014/main" id="{09565D1B-0227-47A1-A109-1D853CEF44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48" name="Arc 114">
                <a:extLst>
                  <a:ext uri="{FF2B5EF4-FFF2-40B4-BE49-F238E27FC236}">
                    <a16:creationId xmlns:a16="http://schemas.microsoft.com/office/drawing/2014/main" id="{607B0FE0-79D5-45BB-987C-52F1F8048A2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49" name="Line 115">
                <a:extLst>
                  <a:ext uri="{FF2B5EF4-FFF2-40B4-BE49-F238E27FC236}">
                    <a16:creationId xmlns:a16="http://schemas.microsoft.com/office/drawing/2014/main" id="{4701F706-3AF3-48E4-92DB-CC1CAAD0C5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3" y="1172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5" name="TextBox 71">
              <a:extLst>
                <a:ext uri="{FF2B5EF4-FFF2-40B4-BE49-F238E27FC236}">
                  <a16:creationId xmlns:a16="http://schemas.microsoft.com/office/drawing/2014/main" id="{696432AE-E7E1-42FC-A58B-1FFE815C65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9231" y="584829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136" name="Rectangle 98">
              <a:extLst>
                <a:ext uri="{FF2B5EF4-FFF2-40B4-BE49-F238E27FC236}">
                  <a16:creationId xmlns:a16="http://schemas.microsoft.com/office/drawing/2014/main" id="{34F5A088-E93F-4BF3-85B1-4FD878D2E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6549" y="5675748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7" name="Line 17">
              <a:extLst>
                <a:ext uri="{FF2B5EF4-FFF2-40B4-BE49-F238E27FC236}">
                  <a16:creationId xmlns:a16="http://schemas.microsoft.com/office/drawing/2014/main" id="{D5F293D8-4A0B-4587-B361-A4514D06816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3273460" y="5773229"/>
              <a:ext cx="132549" cy="109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8" name="Freeform 18">
              <a:extLst>
                <a:ext uri="{FF2B5EF4-FFF2-40B4-BE49-F238E27FC236}">
                  <a16:creationId xmlns:a16="http://schemas.microsoft.com/office/drawing/2014/main" id="{7C3A3B85-BA18-4754-A75C-78768A6F3BC5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833860" y="5541455"/>
              <a:ext cx="442739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9" name="Freeform 19">
              <a:extLst>
                <a:ext uri="{FF2B5EF4-FFF2-40B4-BE49-F238E27FC236}">
                  <a16:creationId xmlns:a16="http://schemas.microsoft.com/office/drawing/2014/main" id="{2A3A475D-0B92-453C-BEC5-5330CDB38BEE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697387" y="5712905"/>
              <a:ext cx="117429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0" name="TextBox 76">
              <a:extLst>
                <a:ext uri="{FF2B5EF4-FFF2-40B4-BE49-F238E27FC236}">
                  <a16:creationId xmlns:a16="http://schemas.microsoft.com/office/drawing/2014/main" id="{BF6D5F54-489D-4158-8D0E-3C652EDE58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9231" y="548640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141" name="Line 13">
              <a:extLst>
                <a:ext uri="{FF2B5EF4-FFF2-40B4-BE49-F238E27FC236}">
                  <a16:creationId xmlns:a16="http://schemas.microsoft.com/office/drawing/2014/main" id="{7E9D3CD8-BC38-4304-AB2E-35D98CE3043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050843" y="6120016"/>
              <a:ext cx="118520" cy="929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2" name="Line 17">
              <a:extLst>
                <a:ext uri="{FF2B5EF4-FFF2-40B4-BE49-F238E27FC236}">
                  <a16:creationId xmlns:a16="http://schemas.microsoft.com/office/drawing/2014/main" id="{EC1E4546-D678-438A-8D55-6E948C93CCC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737087" y="6105640"/>
              <a:ext cx="682250" cy="940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" name="Freeform 18">
              <a:extLst>
                <a:ext uri="{FF2B5EF4-FFF2-40B4-BE49-F238E27FC236}">
                  <a16:creationId xmlns:a16="http://schemas.microsoft.com/office/drawing/2014/main" id="{03C09D24-B137-472C-8D27-F15A985C366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300461" y="5883275"/>
              <a:ext cx="442739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4" name="Freeform 19">
              <a:extLst>
                <a:ext uri="{FF2B5EF4-FFF2-40B4-BE49-F238E27FC236}">
                  <a16:creationId xmlns:a16="http://schemas.microsoft.com/office/drawing/2014/main" id="{EBC648B0-8C81-4010-A982-56DB6A4C8B79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163988" y="6054725"/>
              <a:ext cx="117429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pic>
        <p:nvPicPr>
          <p:cNvPr id="150" name="Picture 86" descr="Screen shot 2013-09-06 at 12.55.41 PM.png">
            <a:extLst>
              <a:ext uri="{FF2B5EF4-FFF2-40B4-BE49-F238E27FC236}">
                <a16:creationId xmlns:a16="http://schemas.microsoft.com/office/drawing/2014/main" id="{6F9D1AC9-ACAB-45AE-9F6C-D54567559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2606" y="600356"/>
            <a:ext cx="9429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" name="Picture 2" descr="Screen shot 2013-09-06 at 12.55.52 PM.png">
            <a:extLst>
              <a:ext uri="{FF2B5EF4-FFF2-40B4-BE49-F238E27FC236}">
                <a16:creationId xmlns:a16="http://schemas.microsoft.com/office/drawing/2014/main" id="{F1B7CFAF-84F7-471A-AC75-7AC946E069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5830" y="599687"/>
            <a:ext cx="10937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2" name="Picture 1" descr="Screen shot 2013-09-06 at 12.55.33 PM.png">
            <a:extLst>
              <a:ext uri="{FF2B5EF4-FFF2-40B4-BE49-F238E27FC236}">
                <a16:creationId xmlns:a16="http://schemas.microsoft.com/office/drawing/2014/main" id="{15B0F408-377B-41BA-AA71-F05285B08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880" y="533400"/>
            <a:ext cx="990600" cy="6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" name="Picture 152">
            <a:extLst>
              <a:ext uri="{FF2B5EF4-FFF2-40B4-BE49-F238E27FC236}">
                <a16:creationId xmlns:a16="http://schemas.microsoft.com/office/drawing/2014/main" id="{888A276A-9365-4027-9C3A-76FF0FCD71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589038"/>
            <a:ext cx="1748590" cy="556037"/>
          </a:xfrm>
          <a:prstGeom prst="rect">
            <a:avLst/>
          </a:prstGeom>
        </p:spPr>
      </p:pic>
      <p:sp>
        <p:nvSpPr>
          <p:cNvPr id="154" name="Equals 153">
            <a:extLst>
              <a:ext uri="{FF2B5EF4-FFF2-40B4-BE49-F238E27FC236}">
                <a16:creationId xmlns:a16="http://schemas.microsoft.com/office/drawing/2014/main" id="{FA24379D-1077-48B3-9C58-80773A4EFFB2}"/>
              </a:ext>
            </a:extLst>
          </p:cNvPr>
          <p:cNvSpPr/>
          <p:nvPr/>
        </p:nvSpPr>
        <p:spPr bwMode="auto">
          <a:xfrm>
            <a:off x="2043898" y="714893"/>
            <a:ext cx="609600" cy="331345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155" name="Plus Sign 154">
            <a:extLst>
              <a:ext uri="{FF2B5EF4-FFF2-40B4-BE49-F238E27FC236}">
                <a16:creationId xmlns:a16="http://schemas.microsoft.com/office/drawing/2014/main" id="{3787A1A4-B96E-4B32-B496-19EF3567F7D3}"/>
              </a:ext>
            </a:extLst>
          </p:cNvPr>
          <p:cNvSpPr/>
          <p:nvPr/>
        </p:nvSpPr>
        <p:spPr bwMode="auto">
          <a:xfrm>
            <a:off x="3972549" y="740921"/>
            <a:ext cx="386313" cy="37005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p:sp>
        <p:nvSpPr>
          <p:cNvPr id="156" name="Plus Sign 155">
            <a:extLst>
              <a:ext uri="{FF2B5EF4-FFF2-40B4-BE49-F238E27FC236}">
                <a16:creationId xmlns:a16="http://schemas.microsoft.com/office/drawing/2014/main" id="{5B0665C1-A841-4D80-8EE1-1A6A12198AF8}"/>
              </a:ext>
            </a:extLst>
          </p:cNvPr>
          <p:cNvSpPr/>
          <p:nvPr/>
        </p:nvSpPr>
        <p:spPr bwMode="auto">
          <a:xfrm>
            <a:off x="5724404" y="719462"/>
            <a:ext cx="386313" cy="37005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37093EA-52D2-4AD0-BAA8-BAE8FB7DDCE5}"/>
                  </a:ext>
                </a:extLst>
              </p14:cNvPr>
              <p14:cNvContentPartPr/>
              <p14:nvPr/>
            </p14:nvContentPartPr>
            <p14:xfrm>
              <a:off x="3861720" y="1261080"/>
              <a:ext cx="5253120" cy="3621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37093EA-52D2-4AD0-BAA8-BAE8FB7DDC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52360" y="1251720"/>
                <a:ext cx="5271840" cy="3640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F83397E1-7134-4C21-B4AE-2E148AE8B7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226"/>
            <a:ext cx="9144000" cy="587374"/>
          </a:xfrm>
        </p:spPr>
        <p:txBody>
          <a:bodyPr/>
          <a:lstStyle/>
          <a:p>
            <a:r>
              <a:rPr lang="en-US" altLang="en-US" sz="3200"/>
              <a:t>Putting it all together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DE1F0F3-F1DB-4D1E-8A2B-71837956C104}"/>
              </a:ext>
            </a:extLst>
          </p:cNvPr>
          <p:cNvGrpSpPr/>
          <p:nvPr/>
        </p:nvGrpSpPr>
        <p:grpSpPr>
          <a:xfrm>
            <a:off x="3657600" y="2057400"/>
            <a:ext cx="5370528" cy="2936876"/>
            <a:chOff x="3621072" y="3768724"/>
            <a:chExt cx="5370528" cy="2936876"/>
          </a:xfrm>
        </p:grpSpPr>
        <p:sp>
          <p:nvSpPr>
            <p:cNvPr id="38914" name="TextBox 101">
              <a:extLst>
                <a:ext uri="{FF2B5EF4-FFF2-40B4-BE49-F238E27FC236}">
                  <a16:creationId xmlns:a16="http://schemas.microsoft.com/office/drawing/2014/main" id="{785DC9BA-1D8A-45C9-89AD-9DAB6E5FD1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7705" y="6305550"/>
              <a:ext cx="43656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38915" name="TextBox 102">
              <a:extLst>
                <a:ext uri="{FF2B5EF4-FFF2-40B4-BE49-F238E27FC236}">
                  <a16:creationId xmlns:a16="http://schemas.microsoft.com/office/drawing/2014/main" id="{43CD5ECC-B203-4349-BC6C-AC3C92DF47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1072" y="5964048"/>
              <a:ext cx="43656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grpSp>
          <p:nvGrpSpPr>
            <p:cNvPr id="38916" name="Group 2">
              <a:extLst>
                <a:ext uri="{FF2B5EF4-FFF2-40B4-BE49-F238E27FC236}">
                  <a16:creationId xmlns:a16="http://schemas.microsoft.com/office/drawing/2014/main" id="{A896AD77-EAA2-4BD8-9BCD-C817E4B58A2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011612" y="3768724"/>
              <a:ext cx="4979988" cy="2892425"/>
              <a:chOff x="1657350" y="2057400"/>
              <a:chExt cx="4979751" cy="2892424"/>
            </a:xfrm>
          </p:grpSpPr>
          <p:sp>
            <p:nvSpPr>
              <p:cNvPr id="38917" name="Line 2">
                <a:extLst>
                  <a:ext uri="{FF2B5EF4-FFF2-40B4-BE49-F238E27FC236}">
                    <a16:creationId xmlns:a16="http://schemas.microsoft.com/office/drawing/2014/main" id="{31189DF0-084F-42AA-842F-15C2B353FC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3139884" y="3489325"/>
                <a:ext cx="377776" cy="1588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18" name="Line 3">
                <a:extLst>
                  <a:ext uri="{FF2B5EF4-FFF2-40B4-BE49-F238E27FC236}">
                    <a16:creationId xmlns:a16="http://schemas.microsoft.com/office/drawing/2014/main" id="{65EF1FE6-4D95-46E7-9BB1-CA1FF57A4F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3165280" y="3654425"/>
                <a:ext cx="352380" cy="1588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19" name="Line 4">
                <a:extLst>
                  <a:ext uri="{FF2B5EF4-FFF2-40B4-BE49-F238E27FC236}">
                    <a16:creationId xmlns:a16="http://schemas.microsoft.com/office/drawing/2014/main" id="{DDAECB26-A4CC-4EA5-B891-743E4554E1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3165280" y="3327400"/>
                <a:ext cx="352380" cy="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20" name="Line 5">
                <a:extLst>
                  <a:ext uri="{FF2B5EF4-FFF2-40B4-BE49-F238E27FC236}">
                    <a16:creationId xmlns:a16="http://schemas.microsoft.com/office/drawing/2014/main" id="{5B57160F-41AE-4537-A79A-096C3124CE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2339887" y="3489325"/>
                <a:ext cx="188889" cy="1588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21" name="Freeform 6">
                <a:extLst>
                  <a:ext uri="{FF2B5EF4-FFF2-40B4-BE49-F238E27FC236}">
                    <a16:creationId xmlns:a16="http://schemas.microsoft.com/office/drawing/2014/main" id="{96F8A117-CD5F-48F5-AAC3-17335E348DE3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2504966" y="3497263"/>
                <a:ext cx="704759" cy="280987"/>
              </a:xfrm>
              <a:custGeom>
                <a:avLst/>
                <a:gdLst>
                  <a:gd name="T0" fmla="*/ 2147483646 w 886"/>
                  <a:gd name="T1" fmla="*/ 0 h 353"/>
                  <a:gd name="T2" fmla="*/ 2147483646 w 886"/>
                  <a:gd name="T3" fmla="*/ 0 h 353"/>
                  <a:gd name="T4" fmla="*/ 2147483646 w 886"/>
                  <a:gd name="T5" fmla="*/ 0 h 353"/>
                  <a:gd name="T6" fmla="*/ 2147483646 w 886"/>
                  <a:gd name="T7" fmla="*/ 2147483646 h 353"/>
                  <a:gd name="T8" fmla="*/ 2147483646 w 886"/>
                  <a:gd name="T9" fmla="*/ 2147483646 h 353"/>
                  <a:gd name="T10" fmla="*/ 2147483646 w 886"/>
                  <a:gd name="T11" fmla="*/ 2147483646 h 353"/>
                  <a:gd name="T12" fmla="*/ 2147483646 w 886"/>
                  <a:gd name="T13" fmla="*/ 2147483646 h 353"/>
                  <a:gd name="T14" fmla="*/ 2147483646 w 886"/>
                  <a:gd name="T15" fmla="*/ 2147483646 h 353"/>
                  <a:gd name="T16" fmla="*/ 2147483646 w 886"/>
                  <a:gd name="T17" fmla="*/ 2147483646 h 353"/>
                  <a:gd name="T18" fmla="*/ 2147483646 w 886"/>
                  <a:gd name="T19" fmla="*/ 2147483646 h 353"/>
                  <a:gd name="T20" fmla="*/ 2147483646 w 886"/>
                  <a:gd name="T21" fmla="*/ 2147483646 h 353"/>
                  <a:gd name="T22" fmla="*/ 2147483646 w 886"/>
                  <a:gd name="T23" fmla="*/ 2147483646 h 353"/>
                  <a:gd name="T24" fmla="*/ 2147483646 w 886"/>
                  <a:gd name="T25" fmla="*/ 2147483646 h 353"/>
                  <a:gd name="T26" fmla="*/ 2147483646 w 886"/>
                  <a:gd name="T27" fmla="*/ 2147483646 h 353"/>
                  <a:gd name="T28" fmla="*/ 2147483646 w 886"/>
                  <a:gd name="T29" fmla="*/ 2147483646 h 353"/>
                  <a:gd name="T30" fmla="*/ 2147483646 w 886"/>
                  <a:gd name="T31" fmla="*/ 2147483646 h 353"/>
                  <a:gd name="T32" fmla="*/ 2147483646 w 886"/>
                  <a:gd name="T33" fmla="*/ 2147483646 h 353"/>
                  <a:gd name="T34" fmla="*/ 2147483646 w 886"/>
                  <a:gd name="T35" fmla="*/ 2147483646 h 353"/>
                  <a:gd name="T36" fmla="*/ 2147483646 w 886"/>
                  <a:gd name="T37" fmla="*/ 2147483646 h 353"/>
                  <a:gd name="T38" fmla="*/ 2147483646 w 886"/>
                  <a:gd name="T39" fmla="*/ 2147483646 h 353"/>
                  <a:gd name="T40" fmla="*/ 2147483646 w 886"/>
                  <a:gd name="T41" fmla="*/ 2147483646 h 353"/>
                  <a:gd name="T42" fmla="*/ 2147483646 w 886"/>
                  <a:gd name="T43" fmla="*/ 2147483646 h 353"/>
                  <a:gd name="T44" fmla="*/ 2147483646 w 886"/>
                  <a:gd name="T45" fmla="*/ 2147483646 h 353"/>
                  <a:gd name="T46" fmla="*/ 2147483646 w 886"/>
                  <a:gd name="T47" fmla="*/ 2147483646 h 353"/>
                  <a:gd name="T48" fmla="*/ 2147483646 w 886"/>
                  <a:gd name="T49" fmla="*/ 2147483646 h 353"/>
                  <a:gd name="T50" fmla="*/ 2147483646 w 886"/>
                  <a:gd name="T51" fmla="*/ 2147483646 h 353"/>
                  <a:gd name="T52" fmla="*/ 2147483646 w 886"/>
                  <a:gd name="T53" fmla="*/ 2147483646 h 353"/>
                  <a:gd name="T54" fmla="*/ 2147483646 w 886"/>
                  <a:gd name="T55" fmla="*/ 2147483646 h 353"/>
                  <a:gd name="T56" fmla="*/ 2147483646 w 886"/>
                  <a:gd name="T57" fmla="*/ 2147483646 h 353"/>
                  <a:gd name="T58" fmla="*/ 2147483646 w 886"/>
                  <a:gd name="T59" fmla="*/ 2147483646 h 353"/>
                  <a:gd name="T60" fmla="*/ 2147483646 w 886"/>
                  <a:gd name="T61" fmla="*/ 2147483646 h 353"/>
                  <a:gd name="T62" fmla="*/ 2147483646 w 886"/>
                  <a:gd name="T63" fmla="*/ 2147483646 h 353"/>
                  <a:gd name="T64" fmla="*/ 2147483646 w 886"/>
                  <a:gd name="T65" fmla="*/ 2147483646 h 353"/>
                  <a:gd name="T66" fmla="*/ 2147483646 w 886"/>
                  <a:gd name="T67" fmla="*/ 2147483646 h 353"/>
                  <a:gd name="T68" fmla="*/ 2147483646 w 886"/>
                  <a:gd name="T69" fmla="*/ 2147483646 h 353"/>
                  <a:gd name="T70" fmla="*/ 2147483646 w 886"/>
                  <a:gd name="T71" fmla="*/ 2147483646 h 353"/>
                  <a:gd name="T72" fmla="*/ 2147483646 w 886"/>
                  <a:gd name="T73" fmla="*/ 2147483646 h 353"/>
                  <a:gd name="T74" fmla="*/ 2147483646 w 886"/>
                  <a:gd name="T75" fmla="*/ 2147483646 h 353"/>
                  <a:gd name="T76" fmla="*/ 2147483646 w 886"/>
                  <a:gd name="T77" fmla="*/ 2147483646 h 353"/>
                  <a:gd name="T78" fmla="*/ 2147483646 w 886"/>
                  <a:gd name="T79" fmla="*/ 2147483646 h 353"/>
                  <a:gd name="T80" fmla="*/ 2147483646 w 886"/>
                  <a:gd name="T81" fmla="*/ 2147483646 h 353"/>
                  <a:gd name="T82" fmla="*/ 2147483646 w 886"/>
                  <a:gd name="T83" fmla="*/ 2147483646 h 353"/>
                  <a:gd name="T84" fmla="*/ 2147483646 w 886"/>
                  <a:gd name="T85" fmla="*/ 2147483646 h 353"/>
                  <a:gd name="T86" fmla="*/ 2147483646 w 886"/>
                  <a:gd name="T87" fmla="*/ 2147483646 h 353"/>
                  <a:gd name="T88" fmla="*/ 2147483646 w 886"/>
                  <a:gd name="T89" fmla="*/ 2147483646 h 353"/>
                  <a:gd name="T90" fmla="*/ 2147483646 w 886"/>
                  <a:gd name="T91" fmla="*/ 2147483646 h 353"/>
                  <a:gd name="T92" fmla="*/ 2147483646 w 886"/>
                  <a:gd name="T93" fmla="*/ 2147483646 h 353"/>
                  <a:gd name="T94" fmla="*/ 2147483646 w 886"/>
                  <a:gd name="T95" fmla="*/ 2147483646 h 353"/>
                  <a:gd name="T96" fmla="*/ 2147483646 w 886"/>
                  <a:gd name="T97" fmla="*/ 2147483646 h 353"/>
                  <a:gd name="T98" fmla="*/ 2147483646 w 886"/>
                  <a:gd name="T99" fmla="*/ 2147483646 h 353"/>
                  <a:gd name="T100" fmla="*/ 2147483646 w 886"/>
                  <a:gd name="T101" fmla="*/ 2147483646 h 353"/>
                  <a:gd name="T102" fmla="*/ 2147483646 w 886"/>
                  <a:gd name="T103" fmla="*/ 2147483646 h 353"/>
                  <a:gd name="T104" fmla="*/ 2147483646 w 886"/>
                  <a:gd name="T105" fmla="*/ 2147483646 h 353"/>
                  <a:gd name="T106" fmla="*/ 2147483646 w 886"/>
                  <a:gd name="T107" fmla="*/ 2147483646 h 353"/>
                  <a:gd name="T108" fmla="*/ 2147483646 w 886"/>
                  <a:gd name="T109" fmla="*/ 2147483646 h 353"/>
                  <a:gd name="T110" fmla="*/ 2147483646 w 886"/>
                  <a:gd name="T111" fmla="*/ 2147483646 h 353"/>
                  <a:gd name="T112" fmla="*/ 2147483646 w 886"/>
                  <a:gd name="T113" fmla="*/ 2147483646 h 353"/>
                  <a:gd name="T114" fmla="*/ 2147483646 w 886"/>
                  <a:gd name="T115" fmla="*/ 2147483646 h 353"/>
                  <a:gd name="T116" fmla="*/ 2147483646 w 886"/>
                  <a:gd name="T117" fmla="*/ 2147483646 h 353"/>
                  <a:gd name="T118" fmla="*/ 2147483646 w 886"/>
                  <a:gd name="T119" fmla="*/ 2147483646 h 353"/>
                  <a:gd name="T120" fmla="*/ 2147483646 w 886"/>
                  <a:gd name="T121" fmla="*/ 2147483646 h 353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886" h="353">
                    <a:moveTo>
                      <a:pt x="0" y="0"/>
                    </a:moveTo>
                    <a:lnTo>
                      <a:pt x="34" y="0"/>
                    </a:lnTo>
                    <a:lnTo>
                      <a:pt x="66" y="0"/>
                    </a:lnTo>
                    <a:lnTo>
                      <a:pt x="96" y="0"/>
                    </a:lnTo>
                    <a:lnTo>
                      <a:pt x="123" y="0"/>
                    </a:lnTo>
                    <a:lnTo>
                      <a:pt x="149" y="0"/>
                    </a:lnTo>
                    <a:lnTo>
                      <a:pt x="173" y="0"/>
                    </a:lnTo>
                    <a:lnTo>
                      <a:pt x="195" y="0"/>
                    </a:lnTo>
                    <a:lnTo>
                      <a:pt x="216" y="0"/>
                    </a:lnTo>
                    <a:lnTo>
                      <a:pt x="235" y="0"/>
                    </a:lnTo>
                    <a:lnTo>
                      <a:pt x="253" y="0"/>
                    </a:lnTo>
                    <a:lnTo>
                      <a:pt x="268" y="0"/>
                    </a:lnTo>
                    <a:lnTo>
                      <a:pt x="283" y="0"/>
                    </a:lnTo>
                    <a:lnTo>
                      <a:pt x="296" y="0"/>
                    </a:lnTo>
                    <a:lnTo>
                      <a:pt x="310" y="0"/>
                    </a:lnTo>
                    <a:lnTo>
                      <a:pt x="320" y="0"/>
                    </a:lnTo>
                    <a:lnTo>
                      <a:pt x="330" y="0"/>
                    </a:lnTo>
                    <a:lnTo>
                      <a:pt x="339" y="0"/>
                    </a:lnTo>
                    <a:lnTo>
                      <a:pt x="347" y="0"/>
                    </a:lnTo>
                    <a:lnTo>
                      <a:pt x="354" y="0"/>
                    </a:lnTo>
                    <a:lnTo>
                      <a:pt x="360" y="0"/>
                    </a:lnTo>
                    <a:lnTo>
                      <a:pt x="366" y="0"/>
                    </a:lnTo>
                    <a:lnTo>
                      <a:pt x="370" y="0"/>
                    </a:lnTo>
                    <a:lnTo>
                      <a:pt x="375" y="1"/>
                    </a:lnTo>
                    <a:lnTo>
                      <a:pt x="378" y="1"/>
                    </a:lnTo>
                    <a:lnTo>
                      <a:pt x="382" y="1"/>
                    </a:lnTo>
                    <a:lnTo>
                      <a:pt x="385" y="1"/>
                    </a:lnTo>
                    <a:lnTo>
                      <a:pt x="388" y="1"/>
                    </a:lnTo>
                    <a:lnTo>
                      <a:pt x="390" y="1"/>
                    </a:lnTo>
                    <a:lnTo>
                      <a:pt x="393" y="1"/>
                    </a:lnTo>
                    <a:lnTo>
                      <a:pt x="396" y="1"/>
                    </a:lnTo>
                    <a:lnTo>
                      <a:pt x="397" y="1"/>
                    </a:lnTo>
                    <a:lnTo>
                      <a:pt x="400" y="1"/>
                    </a:lnTo>
                    <a:lnTo>
                      <a:pt x="403" y="3"/>
                    </a:lnTo>
                    <a:lnTo>
                      <a:pt x="405" y="3"/>
                    </a:lnTo>
                    <a:lnTo>
                      <a:pt x="407" y="3"/>
                    </a:lnTo>
                    <a:lnTo>
                      <a:pt x="409" y="3"/>
                    </a:lnTo>
                    <a:lnTo>
                      <a:pt x="410" y="3"/>
                    </a:lnTo>
                    <a:lnTo>
                      <a:pt x="412" y="3"/>
                    </a:lnTo>
                    <a:lnTo>
                      <a:pt x="413" y="3"/>
                    </a:lnTo>
                    <a:lnTo>
                      <a:pt x="416" y="3"/>
                    </a:lnTo>
                    <a:lnTo>
                      <a:pt x="418" y="3"/>
                    </a:lnTo>
                    <a:lnTo>
                      <a:pt x="419" y="3"/>
                    </a:lnTo>
                    <a:lnTo>
                      <a:pt x="421" y="3"/>
                    </a:lnTo>
                    <a:lnTo>
                      <a:pt x="422" y="4"/>
                    </a:lnTo>
                    <a:lnTo>
                      <a:pt x="424" y="4"/>
                    </a:lnTo>
                    <a:lnTo>
                      <a:pt x="425" y="4"/>
                    </a:lnTo>
                    <a:lnTo>
                      <a:pt x="427" y="4"/>
                    </a:lnTo>
                    <a:lnTo>
                      <a:pt x="428" y="4"/>
                    </a:lnTo>
                    <a:lnTo>
                      <a:pt x="430" y="4"/>
                    </a:lnTo>
                    <a:lnTo>
                      <a:pt x="431" y="4"/>
                    </a:lnTo>
                    <a:lnTo>
                      <a:pt x="433" y="4"/>
                    </a:lnTo>
                    <a:lnTo>
                      <a:pt x="434" y="4"/>
                    </a:lnTo>
                    <a:lnTo>
                      <a:pt x="436" y="6"/>
                    </a:lnTo>
                    <a:lnTo>
                      <a:pt x="437" y="6"/>
                    </a:lnTo>
                    <a:lnTo>
                      <a:pt x="439" y="6"/>
                    </a:lnTo>
                    <a:lnTo>
                      <a:pt x="440" y="6"/>
                    </a:lnTo>
                    <a:lnTo>
                      <a:pt x="442" y="6"/>
                    </a:lnTo>
                    <a:lnTo>
                      <a:pt x="445" y="6"/>
                    </a:lnTo>
                    <a:lnTo>
                      <a:pt x="446" y="6"/>
                    </a:lnTo>
                    <a:lnTo>
                      <a:pt x="448" y="7"/>
                    </a:lnTo>
                    <a:lnTo>
                      <a:pt x="451" y="7"/>
                    </a:lnTo>
                    <a:lnTo>
                      <a:pt x="452" y="7"/>
                    </a:lnTo>
                    <a:lnTo>
                      <a:pt x="455" y="7"/>
                    </a:lnTo>
                    <a:lnTo>
                      <a:pt x="458" y="7"/>
                    </a:lnTo>
                    <a:lnTo>
                      <a:pt x="459" y="9"/>
                    </a:lnTo>
                    <a:lnTo>
                      <a:pt x="461" y="9"/>
                    </a:lnTo>
                    <a:lnTo>
                      <a:pt x="464" y="9"/>
                    </a:lnTo>
                    <a:lnTo>
                      <a:pt x="465" y="9"/>
                    </a:lnTo>
                    <a:lnTo>
                      <a:pt x="467" y="9"/>
                    </a:lnTo>
                    <a:lnTo>
                      <a:pt x="468" y="10"/>
                    </a:lnTo>
                    <a:lnTo>
                      <a:pt x="470" y="10"/>
                    </a:lnTo>
                    <a:lnTo>
                      <a:pt x="471" y="10"/>
                    </a:lnTo>
                    <a:lnTo>
                      <a:pt x="473" y="10"/>
                    </a:lnTo>
                    <a:lnTo>
                      <a:pt x="474" y="10"/>
                    </a:lnTo>
                    <a:lnTo>
                      <a:pt x="476" y="12"/>
                    </a:lnTo>
                    <a:lnTo>
                      <a:pt x="477" y="12"/>
                    </a:lnTo>
                    <a:lnTo>
                      <a:pt x="479" y="12"/>
                    </a:lnTo>
                    <a:lnTo>
                      <a:pt x="480" y="12"/>
                    </a:lnTo>
                    <a:lnTo>
                      <a:pt x="482" y="13"/>
                    </a:lnTo>
                    <a:lnTo>
                      <a:pt x="483" y="13"/>
                    </a:lnTo>
                    <a:lnTo>
                      <a:pt x="485" y="13"/>
                    </a:lnTo>
                    <a:lnTo>
                      <a:pt x="486" y="13"/>
                    </a:lnTo>
                    <a:lnTo>
                      <a:pt x="488" y="15"/>
                    </a:lnTo>
                    <a:lnTo>
                      <a:pt x="489" y="15"/>
                    </a:lnTo>
                    <a:lnTo>
                      <a:pt x="491" y="15"/>
                    </a:lnTo>
                    <a:lnTo>
                      <a:pt x="492" y="16"/>
                    </a:lnTo>
                    <a:lnTo>
                      <a:pt x="494" y="16"/>
                    </a:lnTo>
                    <a:lnTo>
                      <a:pt x="496" y="16"/>
                    </a:lnTo>
                    <a:lnTo>
                      <a:pt x="498" y="17"/>
                    </a:lnTo>
                    <a:lnTo>
                      <a:pt x="501" y="17"/>
                    </a:lnTo>
                    <a:lnTo>
                      <a:pt x="502" y="19"/>
                    </a:lnTo>
                    <a:lnTo>
                      <a:pt x="505" y="19"/>
                    </a:lnTo>
                    <a:lnTo>
                      <a:pt x="508" y="20"/>
                    </a:lnTo>
                    <a:lnTo>
                      <a:pt x="511" y="20"/>
                    </a:lnTo>
                    <a:lnTo>
                      <a:pt x="513" y="22"/>
                    </a:lnTo>
                    <a:lnTo>
                      <a:pt x="516" y="22"/>
                    </a:lnTo>
                    <a:lnTo>
                      <a:pt x="519" y="23"/>
                    </a:lnTo>
                    <a:lnTo>
                      <a:pt x="520" y="23"/>
                    </a:lnTo>
                    <a:lnTo>
                      <a:pt x="522" y="25"/>
                    </a:lnTo>
                    <a:lnTo>
                      <a:pt x="525" y="25"/>
                    </a:lnTo>
                    <a:lnTo>
                      <a:pt x="526" y="26"/>
                    </a:lnTo>
                    <a:lnTo>
                      <a:pt x="528" y="26"/>
                    </a:lnTo>
                    <a:lnTo>
                      <a:pt x="529" y="26"/>
                    </a:lnTo>
                    <a:lnTo>
                      <a:pt x="531" y="28"/>
                    </a:lnTo>
                    <a:lnTo>
                      <a:pt x="532" y="28"/>
                    </a:lnTo>
                    <a:lnTo>
                      <a:pt x="534" y="28"/>
                    </a:lnTo>
                    <a:lnTo>
                      <a:pt x="535" y="29"/>
                    </a:lnTo>
                    <a:lnTo>
                      <a:pt x="537" y="29"/>
                    </a:lnTo>
                    <a:lnTo>
                      <a:pt x="538" y="29"/>
                    </a:lnTo>
                    <a:lnTo>
                      <a:pt x="538" y="31"/>
                    </a:lnTo>
                    <a:lnTo>
                      <a:pt x="539" y="31"/>
                    </a:lnTo>
                    <a:lnTo>
                      <a:pt x="541" y="31"/>
                    </a:lnTo>
                    <a:lnTo>
                      <a:pt x="542" y="32"/>
                    </a:lnTo>
                    <a:lnTo>
                      <a:pt x="544" y="32"/>
                    </a:lnTo>
                    <a:lnTo>
                      <a:pt x="545" y="34"/>
                    </a:lnTo>
                    <a:lnTo>
                      <a:pt x="547" y="34"/>
                    </a:lnTo>
                    <a:lnTo>
                      <a:pt x="548" y="35"/>
                    </a:lnTo>
                    <a:lnTo>
                      <a:pt x="550" y="35"/>
                    </a:lnTo>
                    <a:lnTo>
                      <a:pt x="551" y="37"/>
                    </a:lnTo>
                    <a:lnTo>
                      <a:pt x="553" y="37"/>
                    </a:lnTo>
                    <a:lnTo>
                      <a:pt x="556" y="38"/>
                    </a:lnTo>
                    <a:lnTo>
                      <a:pt x="557" y="40"/>
                    </a:lnTo>
                    <a:lnTo>
                      <a:pt x="559" y="40"/>
                    </a:lnTo>
                    <a:lnTo>
                      <a:pt x="562" y="41"/>
                    </a:lnTo>
                    <a:lnTo>
                      <a:pt x="563" y="43"/>
                    </a:lnTo>
                    <a:lnTo>
                      <a:pt x="566" y="44"/>
                    </a:lnTo>
                    <a:lnTo>
                      <a:pt x="569" y="44"/>
                    </a:lnTo>
                    <a:lnTo>
                      <a:pt x="571" y="46"/>
                    </a:lnTo>
                    <a:lnTo>
                      <a:pt x="572" y="47"/>
                    </a:lnTo>
                    <a:lnTo>
                      <a:pt x="574" y="47"/>
                    </a:lnTo>
                    <a:lnTo>
                      <a:pt x="577" y="49"/>
                    </a:lnTo>
                    <a:lnTo>
                      <a:pt x="578" y="50"/>
                    </a:lnTo>
                    <a:lnTo>
                      <a:pt x="580" y="50"/>
                    </a:lnTo>
                    <a:lnTo>
                      <a:pt x="581" y="52"/>
                    </a:lnTo>
                    <a:lnTo>
                      <a:pt x="582" y="52"/>
                    </a:lnTo>
                    <a:lnTo>
                      <a:pt x="584" y="53"/>
                    </a:lnTo>
                    <a:lnTo>
                      <a:pt x="585" y="53"/>
                    </a:lnTo>
                    <a:lnTo>
                      <a:pt x="587" y="55"/>
                    </a:lnTo>
                    <a:lnTo>
                      <a:pt x="588" y="55"/>
                    </a:lnTo>
                    <a:lnTo>
                      <a:pt x="590" y="56"/>
                    </a:lnTo>
                    <a:lnTo>
                      <a:pt x="591" y="56"/>
                    </a:lnTo>
                    <a:lnTo>
                      <a:pt x="593" y="58"/>
                    </a:lnTo>
                    <a:lnTo>
                      <a:pt x="594" y="58"/>
                    </a:lnTo>
                    <a:lnTo>
                      <a:pt x="596" y="59"/>
                    </a:lnTo>
                    <a:lnTo>
                      <a:pt x="597" y="60"/>
                    </a:lnTo>
                    <a:lnTo>
                      <a:pt x="599" y="60"/>
                    </a:lnTo>
                    <a:lnTo>
                      <a:pt x="600" y="62"/>
                    </a:lnTo>
                    <a:lnTo>
                      <a:pt x="602" y="62"/>
                    </a:lnTo>
                    <a:lnTo>
                      <a:pt x="603" y="63"/>
                    </a:lnTo>
                    <a:lnTo>
                      <a:pt x="605" y="65"/>
                    </a:lnTo>
                    <a:lnTo>
                      <a:pt x="606" y="65"/>
                    </a:lnTo>
                    <a:lnTo>
                      <a:pt x="609" y="66"/>
                    </a:lnTo>
                    <a:lnTo>
                      <a:pt x="611" y="68"/>
                    </a:lnTo>
                    <a:lnTo>
                      <a:pt x="612" y="68"/>
                    </a:lnTo>
                    <a:lnTo>
                      <a:pt x="615" y="69"/>
                    </a:lnTo>
                    <a:lnTo>
                      <a:pt x="617" y="71"/>
                    </a:lnTo>
                    <a:lnTo>
                      <a:pt x="618" y="72"/>
                    </a:lnTo>
                    <a:lnTo>
                      <a:pt x="621" y="72"/>
                    </a:lnTo>
                    <a:lnTo>
                      <a:pt x="623" y="74"/>
                    </a:lnTo>
                    <a:lnTo>
                      <a:pt x="624" y="74"/>
                    </a:lnTo>
                    <a:lnTo>
                      <a:pt x="625" y="75"/>
                    </a:lnTo>
                    <a:lnTo>
                      <a:pt x="627" y="77"/>
                    </a:lnTo>
                    <a:lnTo>
                      <a:pt x="628" y="77"/>
                    </a:lnTo>
                    <a:lnTo>
                      <a:pt x="630" y="78"/>
                    </a:lnTo>
                    <a:lnTo>
                      <a:pt x="631" y="78"/>
                    </a:lnTo>
                    <a:lnTo>
                      <a:pt x="633" y="80"/>
                    </a:lnTo>
                    <a:lnTo>
                      <a:pt x="634" y="81"/>
                    </a:lnTo>
                    <a:lnTo>
                      <a:pt x="636" y="81"/>
                    </a:lnTo>
                    <a:lnTo>
                      <a:pt x="637" y="83"/>
                    </a:lnTo>
                    <a:lnTo>
                      <a:pt x="639" y="83"/>
                    </a:lnTo>
                    <a:lnTo>
                      <a:pt x="639" y="84"/>
                    </a:lnTo>
                    <a:lnTo>
                      <a:pt x="640" y="84"/>
                    </a:lnTo>
                    <a:lnTo>
                      <a:pt x="642" y="84"/>
                    </a:lnTo>
                    <a:lnTo>
                      <a:pt x="642" y="86"/>
                    </a:lnTo>
                    <a:lnTo>
                      <a:pt x="643" y="86"/>
                    </a:lnTo>
                    <a:lnTo>
                      <a:pt x="645" y="87"/>
                    </a:lnTo>
                    <a:lnTo>
                      <a:pt x="646" y="87"/>
                    </a:lnTo>
                    <a:lnTo>
                      <a:pt x="648" y="89"/>
                    </a:lnTo>
                    <a:lnTo>
                      <a:pt x="648" y="90"/>
                    </a:lnTo>
                    <a:lnTo>
                      <a:pt x="649" y="90"/>
                    </a:lnTo>
                    <a:lnTo>
                      <a:pt x="651" y="92"/>
                    </a:lnTo>
                    <a:lnTo>
                      <a:pt x="654" y="92"/>
                    </a:lnTo>
                    <a:lnTo>
                      <a:pt x="655" y="93"/>
                    </a:lnTo>
                    <a:lnTo>
                      <a:pt x="657" y="95"/>
                    </a:lnTo>
                    <a:lnTo>
                      <a:pt x="658" y="96"/>
                    </a:lnTo>
                    <a:lnTo>
                      <a:pt x="660" y="96"/>
                    </a:lnTo>
                    <a:lnTo>
                      <a:pt x="661" y="98"/>
                    </a:lnTo>
                    <a:lnTo>
                      <a:pt x="663" y="99"/>
                    </a:lnTo>
                    <a:lnTo>
                      <a:pt x="664" y="101"/>
                    </a:lnTo>
                    <a:lnTo>
                      <a:pt x="666" y="101"/>
                    </a:lnTo>
                    <a:lnTo>
                      <a:pt x="667" y="102"/>
                    </a:lnTo>
                    <a:lnTo>
                      <a:pt x="668" y="102"/>
                    </a:lnTo>
                    <a:lnTo>
                      <a:pt x="670" y="103"/>
                    </a:lnTo>
                    <a:lnTo>
                      <a:pt x="671" y="105"/>
                    </a:lnTo>
                    <a:lnTo>
                      <a:pt x="673" y="105"/>
                    </a:lnTo>
                    <a:lnTo>
                      <a:pt x="673" y="106"/>
                    </a:lnTo>
                    <a:lnTo>
                      <a:pt x="674" y="106"/>
                    </a:lnTo>
                    <a:lnTo>
                      <a:pt x="676" y="108"/>
                    </a:lnTo>
                    <a:lnTo>
                      <a:pt x="677" y="108"/>
                    </a:lnTo>
                    <a:lnTo>
                      <a:pt x="677" y="109"/>
                    </a:lnTo>
                    <a:lnTo>
                      <a:pt x="679" y="109"/>
                    </a:lnTo>
                    <a:lnTo>
                      <a:pt x="679" y="111"/>
                    </a:lnTo>
                    <a:lnTo>
                      <a:pt x="680" y="111"/>
                    </a:lnTo>
                    <a:lnTo>
                      <a:pt x="682" y="112"/>
                    </a:lnTo>
                    <a:lnTo>
                      <a:pt x="683" y="112"/>
                    </a:lnTo>
                    <a:lnTo>
                      <a:pt x="683" y="114"/>
                    </a:lnTo>
                    <a:lnTo>
                      <a:pt x="685" y="115"/>
                    </a:lnTo>
                    <a:lnTo>
                      <a:pt x="686" y="115"/>
                    </a:lnTo>
                    <a:lnTo>
                      <a:pt x="688" y="117"/>
                    </a:lnTo>
                    <a:lnTo>
                      <a:pt x="689" y="118"/>
                    </a:lnTo>
                    <a:lnTo>
                      <a:pt x="691" y="118"/>
                    </a:lnTo>
                    <a:lnTo>
                      <a:pt x="691" y="120"/>
                    </a:lnTo>
                    <a:lnTo>
                      <a:pt x="692" y="120"/>
                    </a:lnTo>
                    <a:lnTo>
                      <a:pt x="694" y="121"/>
                    </a:lnTo>
                    <a:lnTo>
                      <a:pt x="695" y="123"/>
                    </a:lnTo>
                    <a:lnTo>
                      <a:pt x="697" y="123"/>
                    </a:lnTo>
                    <a:lnTo>
                      <a:pt x="697" y="124"/>
                    </a:lnTo>
                    <a:lnTo>
                      <a:pt x="698" y="124"/>
                    </a:lnTo>
                    <a:lnTo>
                      <a:pt x="698" y="126"/>
                    </a:lnTo>
                    <a:lnTo>
                      <a:pt x="700" y="126"/>
                    </a:lnTo>
                    <a:lnTo>
                      <a:pt x="701" y="127"/>
                    </a:lnTo>
                    <a:lnTo>
                      <a:pt x="703" y="127"/>
                    </a:lnTo>
                    <a:lnTo>
                      <a:pt x="703" y="129"/>
                    </a:lnTo>
                    <a:lnTo>
                      <a:pt x="704" y="129"/>
                    </a:lnTo>
                    <a:lnTo>
                      <a:pt x="706" y="130"/>
                    </a:lnTo>
                    <a:lnTo>
                      <a:pt x="707" y="132"/>
                    </a:lnTo>
                    <a:lnTo>
                      <a:pt x="709" y="132"/>
                    </a:lnTo>
                    <a:lnTo>
                      <a:pt x="709" y="133"/>
                    </a:lnTo>
                    <a:lnTo>
                      <a:pt x="710" y="133"/>
                    </a:lnTo>
                    <a:lnTo>
                      <a:pt x="711" y="135"/>
                    </a:lnTo>
                    <a:lnTo>
                      <a:pt x="713" y="135"/>
                    </a:lnTo>
                    <a:lnTo>
                      <a:pt x="714" y="136"/>
                    </a:lnTo>
                    <a:lnTo>
                      <a:pt x="716" y="138"/>
                    </a:lnTo>
                    <a:lnTo>
                      <a:pt x="717" y="139"/>
                    </a:lnTo>
                    <a:lnTo>
                      <a:pt x="719" y="139"/>
                    </a:lnTo>
                    <a:lnTo>
                      <a:pt x="720" y="141"/>
                    </a:lnTo>
                    <a:lnTo>
                      <a:pt x="722" y="142"/>
                    </a:lnTo>
                    <a:lnTo>
                      <a:pt x="723" y="142"/>
                    </a:lnTo>
                    <a:lnTo>
                      <a:pt x="723" y="144"/>
                    </a:lnTo>
                    <a:lnTo>
                      <a:pt x="725" y="144"/>
                    </a:lnTo>
                    <a:lnTo>
                      <a:pt x="726" y="145"/>
                    </a:lnTo>
                    <a:lnTo>
                      <a:pt x="728" y="146"/>
                    </a:lnTo>
                    <a:lnTo>
                      <a:pt x="729" y="146"/>
                    </a:lnTo>
                    <a:lnTo>
                      <a:pt x="729" y="148"/>
                    </a:lnTo>
                    <a:lnTo>
                      <a:pt x="731" y="148"/>
                    </a:lnTo>
                    <a:lnTo>
                      <a:pt x="731" y="149"/>
                    </a:lnTo>
                    <a:lnTo>
                      <a:pt x="732" y="149"/>
                    </a:lnTo>
                    <a:lnTo>
                      <a:pt x="732" y="151"/>
                    </a:lnTo>
                    <a:lnTo>
                      <a:pt x="734" y="151"/>
                    </a:lnTo>
                    <a:lnTo>
                      <a:pt x="734" y="152"/>
                    </a:lnTo>
                    <a:lnTo>
                      <a:pt x="735" y="152"/>
                    </a:lnTo>
                    <a:lnTo>
                      <a:pt x="737" y="154"/>
                    </a:lnTo>
                    <a:lnTo>
                      <a:pt x="737" y="155"/>
                    </a:lnTo>
                    <a:lnTo>
                      <a:pt x="738" y="157"/>
                    </a:lnTo>
                    <a:lnTo>
                      <a:pt x="740" y="157"/>
                    </a:lnTo>
                    <a:lnTo>
                      <a:pt x="741" y="158"/>
                    </a:lnTo>
                    <a:lnTo>
                      <a:pt x="741" y="160"/>
                    </a:lnTo>
                    <a:lnTo>
                      <a:pt x="743" y="161"/>
                    </a:lnTo>
                    <a:lnTo>
                      <a:pt x="744" y="163"/>
                    </a:lnTo>
                    <a:lnTo>
                      <a:pt x="746" y="164"/>
                    </a:lnTo>
                    <a:lnTo>
                      <a:pt x="747" y="166"/>
                    </a:lnTo>
                    <a:lnTo>
                      <a:pt x="749" y="167"/>
                    </a:lnTo>
                    <a:lnTo>
                      <a:pt x="750" y="169"/>
                    </a:lnTo>
                    <a:lnTo>
                      <a:pt x="752" y="170"/>
                    </a:lnTo>
                    <a:lnTo>
                      <a:pt x="753" y="172"/>
                    </a:lnTo>
                    <a:lnTo>
                      <a:pt x="754" y="173"/>
                    </a:lnTo>
                    <a:lnTo>
                      <a:pt x="754" y="175"/>
                    </a:lnTo>
                    <a:lnTo>
                      <a:pt x="756" y="175"/>
                    </a:lnTo>
                    <a:lnTo>
                      <a:pt x="756" y="176"/>
                    </a:lnTo>
                    <a:lnTo>
                      <a:pt x="757" y="176"/>
                    </a:lnTo>
                    <a:lnTo>
                      <a:pt x="759" y="178"/>
                    </a:lnTo>
                    <a:lnTo>
                      <a:pt x="759" y="179"/>
                    </a:lnTo>
                    <a:lnTo>
                      <a:pt x="760" y="179"/>
                    </a:lnTo>
                    <a:lnTo>
                      <a:pt x="760" y="181"/>
                    </a:lnTo>
                    <a:lnTo>
                      <a:pt x="762" y="182"/>
                    </a:lnTo>
                    <a:lnTo>
                      <a:pt x="763" y="184"/>
                    </a:lnTo>
                    <a:lnTo>
                      <a:pt x="765" y="185"/>
                    </a:lnTo>
                    <a:lnTo>
                      <a:pt x="766" y="187"/>
                    </a:lnTo>
                    <a:lnTo>
                      <a:pt x="766" y="188"/>
                    </a:lnTo>
                    <a:lnTo>
                      <a:pt x="768" y="189"/>
                    </a:lnTo>
                    <a:lnTo>
                      <a:pt x="769" y="189"/>
                    </a:lnTo>
                    <a:lnTo>
                      <a:pt x="771" y="191"/>
                    </a:lnTo>
                    <a:lnTo>
                      <a:pt x="771" y="192"/>
                    </a:lnTo>
                    <a:lnTo>
                      <a:pt x="772" y="194"/>
                    </a:lnTo>
                    <a:lnTo>
                      <a:pt x="774" y="197"/>
                    </a:lnTo>
                    <a:lnTo>
                      <a:pt x="775" y="198"/>
                    </a:lnTo>
                    <a:lnTo>
                      <a:pt x="777" y="200"/>
                    </a:lnTo>
                    <a:lnTo>
                      <a:pt x="778" y="201"/>
                    </a:lnTo>
                    <a:lnTo>
                      <a:pt x="781" y="204"/>
                    </a:lnTo>
                    <a:lnTo>
                      <a:pt x="783" y="206"/>
                    </a:lnTo>
                    <a:lnTo>
                      <a:pt x="784" y="207"/>
                    </a:lnTo>
                    <a:lnTo>
                      <a:pt x="786" y="209"/>
                    </a:lnTo>
                    <a:lnTo>
                      <a:pt x="786" y="210"/>
                    </a:lnTo>
                    <a:lnTo>
                      <a:pt x="787" y="213"/>
                    </a:lnTo>
                    <a:lnTo>
                      <a:pt x="789" y="213"/>
                    </a:lnTo>
                    <a:lnTo>
                      <a:pt x="790" y="215"/>
                    </a:lnTo>
                    <a:lnTo>
                      <a:pt x="792" y="216"/>
                    </a:lnTo>
                    <a:lnTo>
                      <a:pt x="792" y="218"/>
                    </a:lnTo>
                    <a:lnTo>
                      <a:pt x="793" y="219"/>
                    </a:lnTo>
                    <a:lnTo>
                      <a:pt x="795" y="221"/>
                    </a:lnTo>
                    <a:lnTo>
                      <a:pt x="796" y="222"/>
                    </a:lnTo>
                    <a:lnTo>
                      <a:pt x="796" y="224"/>
                    </a:lnTo>
                    <a:lnTo>
                      <a:pt x="797" y="225"/>
                    </a:lnTo>
                    <a:lnTo>
                      <a:pt x="797" y="227"/>
                    </a:lnTo>
                    <a:lnTo>
                      <a:pt x="799" y="227"/>
                    </a:lnTo>
                    <a:lnTo>
                      <a:pt x="800" y="228"/>
                    </a:lnTo>
                    <a:lnTo>
                      <a:pt x="800" y="230"/>
                    </a:lnTo>
                    <a:lnTo>
                      <a:pt x="802" y="231"/>
                    </a:lnTo>
                    <a:lnTo>
                      <a:pt x="803" y="232"/>
                    </a:lnTo>
                    <a:lnTo>
                      <a:pt x="803" y="234"/>
                    </a:lnTo>
                    <a:lnTo>
                      <a:pt x="805" y="235"/>
                    </a:lnTo>
                    <a:lnTo>
                      <a:pt x="806" y="237"/>
                    </a:lnTo>
                    <a:lnTo>
                      <a:pt x="808" y="238"/>
                    </a:lnTo>
                    <a:lnTo>
                      <a:pt x="808" y="240"/>
                    </a:lnTo>
                    <a:lnTo>
                      <a:pt x="809" y="241"/>
                    </a:lnTo>
                    <a:lnTo>
                      <a:pt x="811" y="243"/>
                    </a:lnTo>
                    <a:lnTo>
                      <a:pt x="812" y="246"/>
                    </a:lnTo>
                    <a:lnTo>
                      <a:pt x="814" y="247"/>
                    </a:lnTo>
                    <a:lnTo>
                      <a:pt x="815" y="250"/>
                    </a:lnTo>
                    <a:lnTo>
                      <a:pt x="818" y="252"/>
                    </a:lnTo>
                    <a:lnTo>
                      <a:pt x="820" y="255"/>
                    </a:lnTo>
                    <a:lnTo>
                      <a:pt x="821" y="256"/>
                    </a:lnTo>
                    <a:lnTo>
                      <a:pt x="823" y="259"/>
                    </a:lnTo>
                    <a:lnTo>
                      <a:pt x="823" y="261"/>
                    </a:lnTo>
                    <a:lnTo>
                      <a:pt x="824" y="262"/>
                    </a:lnTo>
                    <a:lnTo>
                      <a:pt x="826" y="264"/>
                    </a:lnTo>
                    <a:lnTo>
                      <a:pt x="827" y="265"/>
                    </a:lnTo>
                    <a:lnTo>
                      <a:pt x="829" y="267"/>
                    </a:lnTo>
                    <a:lnTo>
                      <a:pt x="829" y="268"/>
                    </a:lnTo>
                    <a:lnTo>
                      <a:pt x="830" y="270"/>
                    </a:lnTo>
                    <a:lnTo>
                      <a:pt x="832" y="271"/>
                    </a:lnTo>
                    <a:lnTo>
                      <a:pt x="832" y="273"/>
                    </a:lnTo>
                    <a:lnTo>
                      <a:pt x="833" y="274"/>
                    </a:lnTo>
                    <a:lnTo>
                      <a:pt x="833" y="275"/>
                    </a:lnTo>
                    <a:lnTo>
                      <a:pt x="835" y="275"/>
                    </a:lnTo>
                    <a:lnTo>
                      <a:pt x="836" y="277"/>
                    </a:lnTo>
                    <a:lnTo>
                      <a:pt x="836" y="278"/>
                    </a:lnTo>
                    <a:lnTo>
                      <a:pt x="838" y="280"/>
                    </a:lnTo>
                    <a:lnTo>
                      <a:pt x="838" y="281"/>
                    </a:lnTo>
                    <a:lnTo>
                      <a:pt x="839" y="283"/>
                    </a:lnTo>
                    <a:lnTo>
                      <a:pt x="840" y="284"/>
                    </a:lnTo>
                    <a:lnTo>
                      <a:pt x="842" y="286"/>
                    </a:lnTo>
                    <a:lnTo>
                      <a:pt x="842" y="287"/>
                    </a:lnTo>
                    <a:lnTo>
                      <a:pt x="843" y="289"/>
                    </a:lnTo>
                    <a:lnTo>
                      <a:pt x="845" y="290"/>
                    </a:lnTo>
                    <a:lnTo>
                      <a:pt x="846" y="292"/>
                    </a:lnTo>
                    <a:lnTo>
                      <a:pt x="848" y="293"/>
                    </a:lnTo>
                    <a:lnTo>
                      <a:pt x="849" y="296"/>
                    </a:lnTo>
                    <a:lnTo>
                      <a:pt x="851" y="298"/>
                    </a:lnTo>
                    <a:lnTo>
                      <a:pt x="852" y="301"/>
                    </a:lnTo>
                    <a:lnTo>
                      <a:pt x="854" y="302"/>
                    </a:lnTo>
                    <a:lnTo>
                      <a:pt x="855" y="305"/>
                    </a:lnTo>
                    <a:lnTo>
                      <a:pt x="857" y="308"/>
                    </a:lnTo>
                    <a:lnTo>
                      <a:pt x="858" y="310"/>
                    </a:lnTo>
                    <a:lnTo>
                      <a:pt x="860" y="311"/>
                    </a:lnTo>
                    <a:lnTo>
                      <a:pt x="861" y="314"/>
                    </a:lnTo>
                    <a:lnTo>
                      <a:pt x="863" y="316"/>
                    </a:lnTo>
                    <a:lnTo>
                      <a:pt x="864" y="317"/>
                    </a:lnTo>
                    <a:lnTo>
                      <a:pt x="866" y="319"/>
                    </a:lnTo>
                    <a:lnTo>
                      <a:pt x="866" y="320"/>
                    </a:lnTo>
                    <a:lnTo>
                      <a:pt x="867" y="321"/>
                    </a:lnTo>
                    <a:lnTo>
                      <a:pt x="869" y="323"/>
                    </a:lnTo>
                    <a:lnTo>
                      <a:pt x="869" y="324"/>
                    </a:lnTo>
                    <a:lnTo>
                      <a:pt x="870" y="326"/>
                    </a:lnTo>
                    <a:lnTo>
                      <a:pt x="872" y="327"/>
                    </a:lnTo>
                    <a:lnTo>
                      <a:pt x="873" y="329"/>
                    </a:lnTo>
                    <a:lnTo>
                      <a:pt x="873" y="330"/>
                    </a:lnTo>
                    <a:lnTo>
                      <a:pt x="875" y="332"/>
                    </a:lnTo>
                    <a:lnTo>
                      <a:pt x="875" y="333"/>
                    </a:lnTo>
                    <a:lnTo>
                      <a:pt x="876" y="333"/>
                    </a:lnTo>
                    <a:lnTo>
                      <a:pt x="876" y="335"/>
                    </a:lnTo>
                    <a:lnTo>
                      <a:pt x="878" y="336"/>
                    </a:lnTo>
                    <a:lnTo>
                      <a:pt x="878" y="338"/>
                    </a:lnTo>
                    <a:lnTo>
                      <a:pt x="879" y="339"/>
                    </a:lnTo>
                    <a:lnTo>
                      <a:pt x="879" y="341"/>
                    </a:lnTo>
                    <a:lnTo>
                      <a:pt x="881" y="342"/>
                    </a:lnTo>
                    <a:lnTo>
                      <a:pt x="881" y="344"/>
                    </a:lnTo>
                    <a:lnTo>
                      <a:pt x="882" y="345"/>
                    </a:lnTo>
                    <a:lnTo>
                      <a:pt x="883" y="347"/>
                    </a:lnTo>
                    <a:lnTo>
                      <a:pt x="883" y="348"/>
                    </a:lnTo>
                    <a:lnTo>
                      <a:pt x="885" y="350"/>
                    </a:lnTo>
                    <a:lnTo>
                      <a:pt x="886" y="353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22" name="Freeform 7">
                <a:extLst>
                  <a:ext uri="{FF2B5EF4-FFF2-40B4-BE49-F238E27FC236}">
                    <a16:creationId xmlns:a16="http://schemas.microsoft.com/office/drawing/2014/main" id="{EB0736C4-CE80-4596-B279-024FD61A4DEF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2504966" y="3217863"/>
                <a:ext cx="704759" cy="277812"/>
              </a:xfrm>
              <a:custGeom>
                <a:avLst/>
                <a:gdLst>
                  <a:gd name="T0" fmla="*/ 2147483646 w 886"/>
                  <a:gd name="T1" fmla="*/ 2147483646 h 352"/>
                  <a:gd name="T2" fmla="*/ 2147483646 w 886"/>
                  <a:gd name="T3" fmla="*/ 2147483646 h 352"/>
                  <a:gd name="T4" fmla="*/ 2147483646 w 886"/>
                  <a:gd name="T5" fmla="*/ 2147483646 h 352"/>
                  <a:gd name="T6" fmla="*/ 2147483646 w 886"/>
                  <a:gd name="T7" fmla="*/ 2147483646 h 352"/>
                  <a:gd name="T8" fmla="*/ 2147483646 w 886"/>
                  <a:gd name="T9" fmla="*/ 2147483646 h 352"/>
                  <a:gd name="T10" fmla="*/ 2147483646 w 886"/>
                  <a:gd name="T11" fmla="*/ 2147483646 h 352"/>
                  <a:gd name="T12" fmla="*/ 2147483646 w 886"/>
                  <a:gd name="T13" fmla="*/ 2147483646 h 352"/>
                  <a:gd name="T14" fmla="*/ 2147483646 w 886"/>
                  <a:gd name="T15" fmla="*/ 2147483646 h 352"/>
                  <a:gd name="T16" fmla="*/ 2147483646 w 886"/>
                  <a:gd name="T17" fmla="*/ 2147483646 h 352"/>
                  <a:gd name="T18" fmla="*/ 2147483646 w 886"/>
                  <a:gd name="T19" fmla="*/ 2147483646 h 352"/>
                  <a:gd name="T20" fmla="*/ 2147483646 w 886"/>
                  <a:gd name="T21" fmla="*/ 2147483646 h 352"/>
                  <a:gd name="T22" fmla="*/ 2147483646 w 886"/>
                  <a:gd name="T23" fmla="*/ 2147483646 h 352"/>
                  <a:gd name="T24" fmla="*/ 2147483646 w 886"/>
                  <a:gd name="T25" fmla="*/ 2147483646 h 352"/>
                  <a:gd name="T26" fmla="*/ 2147483646 w 886"/>
                  <a:gd name="T27" fmla="*/ 2147483646 h 352"/>
                  <a:gd name="T28" fmla="*/ 2147483646 w 886"/>
                  <a:gd name="T29" fmla="*/ 2147483646 h 352"/>
                  <a:gd name="T30" fmla="*/ 2147483646 w 886"/>
                  <a:gd name="T31" fmla="*/ 2147483646 h 352"/>
                  <a:gd name="T32" fmla="*/ 2147483646 w 886"/>
                  <a:gd name="T33" fmla="*/ 2147483646 h 352"/>
                  <a:gd name="T34" fmla="*/ 2147483646 w 886"/>
                  <a:gd name="T35" fmla="*/ 2147483646 h 352"/>
                  <a:gd name="T36" fmla="*/ 2147483646 w 886"/>
                  <a:gd name="T37" fmla="*/ 2147483646 h 352"/>
                  <a:gd name="T38" fmla="*/ 2147483646 w 886"/>
                  <a:gd name="T39" fmla="*/ 2147483646 h 352"/>
                  <a:gd name="T40" fmla="*/ 2147483646 w 886"/>
                  <a:gd name="T41" fmla="*/ 2147483646 h 352"/>
                  <a:gd name="T42" fmla="*/ 2147483646 w 886"/>
                  <a:gd name="T43" fmla="*/ 2147483646 h 352"/>
                  <a:gd name="T44" fmla="*/ 2147483646 w 886"/>
                  <a:gd name="T45" fmla="*/ 2147483646 h 352"/>
                  <a:gd name="T46" fmla="*/ 2147483646 w 886"/>
                  <a:gd name="T47" fmla="*/ 2147483646 h 352"/>
                  <a:gd name="T48" fmla="*/ 2147483646 w 886"/>
                  <a:gd name="T49" fmla="*/ 2147483646 h 352"/>
                  <a:gd name="T50" fmla="*/ 2147483646 w 886"/>
                  <a:gd name="T51" fmla="*/ 2147483646 h 352"/>
                  <a:gd name="T52" fmla="*/ 2147483646 w 886"/>
                  <a:gd name="T53" fmla="*/ 2147483646 h 352"/>
                  <a:gd name="T54" fmla="*/ 2147483646 w 886"/>
                  <a:gd name="T55" fmla="*/ 2147483646 h 352"/>
                  <a:gd name="T56" fmla="*/ 2147483646 w 886"/>
                  <a:gd name="T57" fmla="*/ 2147483646 h 352"/>
                  <a:gd name="T58" fmla="*/ 2147483646 w 886"/>
                  <a:gd name="T59" fmla="*/ 2147483646 h 352"/>
                  <a:gd name="T60" fmla="*/ 2147483646 w 886"/>
                  <a:gd name="T61" fmla="*/ 2147483646 h 352"/>
                  <a:gd name="T62" fmla="*/ 2147483646 w 886"/>
                  <a:gd name="T63" fmla="*/ 2147483646 h 352"/>
                  <a:gd name="T64" fmla="*/ 2147483646 w 886"/>
                  <a:gd name="T65" fmla="*/ 2147483646 h 352"/>
                  <a:gd name="T66" fmla="*/ 2147483646 w 886"/>
                  <a:gd name="T67" fmla="*/ 2147483646 h 352"/>
                  <a:gd name="T68" fmla="*/ 2147483646 w 886"/>
                  <a:gd name="T69" fmla="*/ 2147483646 h 352"/>
                  <a:gd name="T70" fmla="*/ 2147483646 w 886"/>
                  <a:gd name="T71" fmla="*/ 2147483646 h 352"/>
                  <a:gd name="T72" fmla="*/ 2147483646 w 886"/>
                  <a:gd name="T73" fmla="*/ 2147483646 h 352"/>
                  <a:gd name="T74" fmla="*/ 2147483646 w 886"/>
                  <a:gd name="T75" fmla="*/ 2147483646 h 352"/>
                  <a:gd name="T76" fmla="*/ 2147483646 w 886"/>
                  <a:gd name="T77" fmla="*/ 2147483646 h 352"/>
                  <a:gd name="T78" fmla="*/ 2147483646 w 886"/>
                  <a:gd name="T79" fmla="*/ 2147483646 h 352"/>
                  <a:gd name="T80" fmla="*/ 2147483646 w 886"/>
                  <a:gd name="T81" fmla="*/ 2147483646 h 352"/>
                  <a:gd name="T82" fmla="*/ 2147483646 w 886"/>
                  <a:gd name="T83" fmla="*/ 2147483646 h 352"/>
                  <a:gd name="T84" fmla="*/ 2147483646 w 886"/>
                  <a:gd name="T85" fmla="*/ 2147483646 h 352"/>
                  <a:gd name="T86" fmla="*/ 2147483646 w 886"/>
                  <a:gd name="T87" fmla="*/ 2147483646 h 352"/>
                  <a:gd name="T88" fmla="*/ 2147483646 w 886"/>
                  <a:gd name="T89" fmla="*/ 2147483646 h 352"/>
                  <a:gd name="T90" fmla="*/ 2147483646 w 886"/>
                  <a:gd name="T91" fmla="*/ 2147483646 h 352"/>
                  <a:gd name="T92" fmla="*/ 2147483646 w 886"/>
                  <a:gd name="T93" fmla="*/ 2147483646 h 352"/>
                  <a:gd name="T94" fmla="*/ 2147483646 w 886"/>
                  <a:gd name="T95" fmla="*/ 2147483646 h 352"/>
                  <a:gd name="T96" fmla="*/ 2147483646 w 886"/>
                  <a:gd name="T97" fmla="*/ 2147483646 h 352"/>
                  <a:gd name="T98" fmla="*/ 2147483646 w 886"/>
                  <a:gd name="T99" fmla="*/ 2147483646 h 352"/>
                  <a:gd name="T100" fmla="*/ 2147483646 w 886"/>
                  <a:gd name="T101" fmla="*/ 2147483646 h 352"/>
                  <a:gd name="T102" fmla="*/ 2147483646 w 886"/>
                  <a:gd name="T103" fmla="*/ 2147483646 h 352"/>
                  <a:gd name="T104" fmla="*/ 2147483646 w 886"/>
                  <a:gd name="T105" fmla="*/ 2147483646 h 352"/>
                  <a:gd name="T106" fmla="*/ 2147483646 w 886"/>
                  <a:gd name="T107" fmla="*/ 2147483646 h 352"/>
                  <a:gd name="T108" fmla="*/ 2147483646 w 886"/>
                  <a:gd name="T109" fmla="*/ 2147483646 h 352"/>
                  <a:gd name="T110" fmla="*/ 2147483646 w 886"/>
                  <a:gd name="T111" fmla="*/ 2147483646 h 352"/>
                  <a:gd name="T112" fmla="*/ 2147483646 w 886"/>
                  <a:gd name="T113" fmla="*/ 2147483646 h 352"/>
                  <a:gd name="T114" fmla="*/ 2147483646 w 886"/>
                  <a:gd name="T115" fmla="*/ 2147483646 h 352"/>
                  <a:gd name="T116" fmla="*/ 2147483646 w 886"/>
                  <a:gd name="T117" fmla="*/ 2147483646 h 352"/>
                  <a:gd name="T118" fmla="*/ 2147483646 w 886"/>
                  <a:gd name="T119" fmla="*/ 2147483646 h 352"/>
                  <a:gd name="T120" fmla="*/ 2147483646 w 886"/>
                  <a:gd name="T121" fmla="*/ 2147483646 h 35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886" h="352">
                    <a:moveTo>
                      <a:pt x="0" y="352"/>
                    </a:moveTo>
                    <a:lnTo>
                      <a:pt x="34" y="352"/>
                    </a:lnTo>
                    <a:lnTo>
                      <a:pt x="66" y="352"/>
                    </a:lnTo>
                    <a:lnTo>
                      <a:pt x="96" y="352"/>
                    </a:lnTo>
                    <a:lnTo>
                      <a:pt x="123" y="352"/>
                    </a:lnTo>
                    <a:lnTo>
                      <a:pt x="149" y="352"/>
                    </a:lnTo>
                    <a:lnTo>
                      <a:pt x="173" y="352"/>
                    </a:lnTo>
                    <a:lnTo>
                      <a:pt x="195" y="352"/>
                    </a:lnTo>
                    <a:lnTo>
                      <a:pt x="216" y="352"/>
                    </a:lnTo>
                    <a:lnTo>
                      <a:pt x="235" y="352"/>
                    </a:lnTo>
                    <a:lnTo>
                      <a:pt x="253" y="352"/>
                    </a:lnTo>
                    <a:lnTo>
                      <a:pt x="268" y="352"/>
                    </a:lnTo>
                    <a:lnTo>
                      <a:pt x="283" y="352"/>
                    </a:lnTo>
                    <a:lnTo>
                      <a:pt x="296" y="352"/>
                    </a:lnTo>
                    <a:lnTo>
                      <a:pt x="310" y="352"/>
                    </a:lnTo>
                    <a:lnTo>
                      <a:pt x="320" y="352"/>
                    </a:lnTo>
                    <a:lnTo>
                      <a:pt x="330" y="352"/>
                    </a:lnTo>
                    <a:lnTo>
                      <a:pt x="339" y="352"/>
                    </a:lnTo>
                    <a:lnTo>
                      <a:pt x="347" y="352"/>
                    </a:lnTo>
                    <a:lnTo>
                      <a:pt x="354" y="352"/>
                    </a:lnTo>
                    <a:lnTo>
                      <a:pt x="360" y="352"/>
                    </a:lnTo>
                    <a:lnTo>
                      <a:pt x="366" y="352"/>
                    </a:lnTo>
                    <a:lnTo>
                      <a:pt x="370" y="352"/>
                    </a:lnTo>
                    <a:lnTo>
                      <a:pt x="375" y="352"/>
                    </a:lnTo>
                    <a:lnTo>
                      <a:pt x="378" y="352"/>
                    </a:lnTo>
                    <a:lnTo>
                      <a:pt x="382" y="352"/>
                    </a:lnTo>
                    <a:lnTo>
                      <a:pt x="385" y="352"/>
                    </a:lnTo>
                    <a:lnTo>
                      <a:pt x="388" y="352"/>
                    </a:lnTo>
                    <a:lnTo>
                      <a:pt x="390" y="352"/>
                    </a:lnTo>
                    <a:lnTo>
                      <a:pt x="393" y="350"/>
                    </a:lnTo>
                    <a:lnTo>
                      <a:pt x="396" y="350"/>
                    </a:lnTo>
                    <a:lnTo>
                      <a:pt x="397" y="350"/>
                    </a:lnTo>
                    <a:lnTo>
                      <a:pt x="400" y="350"/>
                    </a:lnTo>
                    <a:lnTo>
                      <a:pt x="403" y="350"/>
                    </a:lnTo>
                    <a:lnTo>
                      <a:pt x="405" y="350"/>
                    </a:lnTo>
                    <a:lnTo>
                      <a:pt x="407" y="350"/>
                    </a:lnTo>
                    <a:lnTo>
                      <a:pt x="409" y="350"/>
                    </a:lnTo>
                    <a:lnTo>
                      <a:pt x="410" y="350"/>
                    </a:lnTo>
                    <a:lnTo>
                      <a:pt x="412" y="349"/>
                    </a:lnTo>
                    <a:lnTo>
                      <a:pt x="413" y="349"/>
                    </a:lnTo>
                    <a:lnTo>
                      <a:pt x="416" y="349"/>
                    </a:lnTo>
                    <a:lnTo>
                      <a:pt x="418" y="349"/>
                    </a:lnTo>
                    <a:lnTo>
                      <a:pt x="419" y="349"/>
                    </a:lnTo>
                    <a:lnTo>
                      <a:pt x="421" y="349"/>
                    </a:lnTo>
                    <a:lnTo>
                      <a:pt x="422" y="349"/>
                    </a:lnTo>
                    <a:lnTo>
                      <a:pt x="424" y="349"/>
                    </a:lnTo>
                    <a:lnTo>
                      <a:pt x="425" y="349"/>
                    </a:lnTo>
                    <a:lnTo>
                      <a:pt x="427" y="349"/>
                    </a:lnTo>
                    <a:lnTo>
                      <a:pt x="428" y="349"/>
                    </a:lnTo>
                    <a:lnTo>
                      <a:pt x="430" y="349"/>
                    </a:lnTo>
                    <a:lnTo>
                      <a:pt x="430" y="347"/>
                    </a:lnTo>
                    <a:lnTo>
                      <a:pt x="431" y="347"/>
                    </a:lnTo>
                    <a:lnTo>
                      <a:pt x="433" y="347"/>
                    </a:lnTo>
                    <a:lnTo>
                      <a:pt x="434" y="347"/>
                    </a:lnTo>
                    <a:lnTo>
                      <a:pt x="436" y="347"/>
                    </a:lnTo>
                    <a:lnTo>
                      <a:pt x="437" y="347"/>
                    </a:lnTo>
                    <a:lnTo>
                      <a:pt x="439" y="347"/>
                    </a:lnTo>
                    <a:lnTo>
                      <a:pt x="440" y="347"/>
                    </a:lnTo>
                    <a:lnTo>
                      <a:pt x="442" y="346"/>
                    </a:lnTo>
                    <a:lnTo>
                      <a:pt x="445" y="346"/>
                    </a:lnTo>
                    <a:lnTo>
                      <a:pt x="446" y="346"/>
                    </a:lnTo>
                    <a:lnTo>
                      <a:pt x="448" y="346"/>
                    </a:lnTo>
                    <a:lnTo>
                      <a:pt x="451" y="346"/>
                    </a:lnTo>
                    <a:lnTo>
                      <a:pt x="452" y="344"/>
                    </a:lnTo>
                    <a:lnTo>
                      <a:pt x="455" y="344"/>
                    </a:lnTo>
                    <a:lnTo>
                      <a:pt x="458" y="344"/>
                    </a:lnTo>
                    <a:lnTo>
                      <a:pt x="459" y="344"/>
                    </a:lnTo>
                    <a:lnTo>
                      <a:pt x="461" y="344"/>
                    </a:lnTo>
                    <a:lnTo>
                      <a:pt x="464" y="343"/>
                    </a:lnTo>
                    <a:lnTo>
                      <a:pt x="465" y="343"/>
                    </a:lnTo>
                    <a:lnTo>
                      <a:pt x="467" y="343"/>
                    </a:lnTo>
                    <a:lnTo>
                      <a:pt x="468" y="343"/>
                    </a:lnTo>
                    <a:lnTo>
                      <a:pt x="470" y="343"/>
                    </a:lnTo>
                    <a:lnTo>
                      <a:pt x="471" y="341"/>
                    </a:lnTo>
                    <a:lnTo>
                      <a:pt x="473" y="341"/>
                    </a:lnTo>
                    <a:lnTo>
                      <a:pt x="474" y="341"/>
                    </a:lnTo>
                    <a:lnTo>
                      <a:pt x="476" y="341"/>
                    </a:lnTo>
                    <a:lnTo>
                      <a:pt x="477" y="341"/>
                    </a:lnTo>
                    <a:lnTo>
                      <a:pt x="479" y="340"/>
                    </a:lnTo>
                    <a:lnTo>
                      <a:pt x="480" y="340"/>
                    </a:lnTo>
                    <a:lnTo>
                      <a:pt x="482" y="340"/>
                    </a:lnTo>
                    <a:lnTo>
                      <a:pt x="483" y="340"/>
                    </a:lnTo>
                    <a:lnTo>
                      <a:pt x="485" y="338"/>
                    </a:lnTo>
                    <a:lnTo>
                      <a:pt x="486" y="338"/>
                    </a:lnTo>
                    <a:lnTo>
                      <a:pt x="488" y="338"/>
                    </a:lnTo>
                    <a:lnTo>
                      <a:pt x="489" y="338"/>
                    </a:lnTo>
                    <a:lnTo>
                      <a:pt x="491" y="337"/>
                    </a:lnTo>
                    <a:lnTo>
                      <a:pt x="492" y="337"/>
                    </a:lnTo>
                    <a:lnTo>
                      <a:pt x="494" y="337"/>
                    </a:lnTo>
                    <a:lnTo>
                      <a:pt x="496" y="335"/>
                    </a:lnTo>
                    <a:lnTo>
                      <a:pt x="498" y="335"/>
                    </a:lnTo>
                    <a:lnTo>
                      <a:pt x="501" y="334"/>
                    </a:lnTo>
                    <a:lnTo>
                      <a:pt x="502" y="334"/>
                    </a:lnTo>
                    <a:lnTo>
                      <a:pt x="505" y="332"/>
                    </a:lnTo>
                    <a:lnTo>
                      <a:pt x="508" y="332"/>
                    </a:lnTo>
                    <a:lnTo>
                      <a:pt x="511" y="331"/>
                    </a:lnTo>
                    <a:lnTo>
                      <a:pt x="513" y="331"/>
                    </a:lnTo>
                    <a:lnTo>
                      <a:pt x="516" y="329"/>
                    </a:lnTo>
                    <a:lnTo>
                      <a:pt x="519" y="329"/>
                    </a:lnTo>
                    <a:lnTo>
                      <a:pt x="520" y="328"/>
                    </a:lnTo>
                    <a:lnTo>
                      <a:pt x="522" y="328"/>
                    </a:lnTo>
                    <a:lnTo>
                      <a:pt x="525" y="326"/>
                    </a:lnTo>
                    <a:lnTo>
                      <a:pt x="526" y="326"/>
                    </a:lnTo>
                    <a:lnTo>
                      <a:pt x="528" y="326"/>
                    </a:lnTo>
                    <a:lnTo>
                      <a:pt x="529" y="325"/>
                    </a:lnTo>
                    <a:lnTo>
                      <a:pt x="531" y="325"/>
                    </a:lnTo>
                    <a:lnTo>
                      <a:pt x="532" y="323"/>
                    </a:lnTo>
                    <a:lnTo>
                      <a:pt x="534" y="323"/>
                    </a:lnTo>
                    <a:lnTo>
                      <a:pt x="535" y="323"/>
                    </a:lnTo>
                    <a:lnTo>
                      <a:pt x="537" y="322"/>
                    </a:lnTo>
                    <a:lnTo>
                      <a:pt x="538" y="322"/>
                    </a:lnTo>
                    <a:lnTo>
                      <a:pt x="539" y="320"/>
                    </a:lnTo>
                    <a:lnTo>
                      <a:pt x="541" y="320"/>
                    </a:lnTo>
                    <a:lnTo>
                      <a:pt x="542" y="320"/>
                    </a:lnTo>
                    <a:lnTo>
                      <a:pt x="544" y="319"/>
                    </a:lnTo>
                    <a:lnTo>
                      <a:pt x="545" y="319"/>
                    </a:lnTo>
                    <a:lnTo>
                      <a:pt x="547" y="317"/>
                    </a:lnTo>
                    <a:lnTo>
                      <a:pt x="548" y="317"/>
                    </a:lnTo>
                    <a:lnTo>
                      <a:pt x="550" y="316"/>
                    </a:lnTo>
                    <a:lnTo>
                      <a:pt x="551" y="316"/>
                    </a:lnTo>
                    <a:lnTo>
                      <a:pt x="553" y="314"/>
                    </a:lnTo>
                    <a:lnTo>
                      <a:pt x="556" y="314"/>
                    </a:lnTo>
                    <a:lnTo>
                      <a:pt x="557" y="313"/>
                    </a:lnTo>
                    <a:lnTo>
                      <a:pt x="559" y="312"/>
                    </a:lnTo>
                    <a:lnTo>
                      <a:pt x="562" y="310"/>
                    </a:lnTo>
                    <a:lnTo>
                      <a:pt x="563" y="310"/>
                    </a:lnTo>
                    <a:lnTo>
                      <a:pt x="566" y="309"/>
                    </a:lnTo>
                    <a:lnTo>
                      <a:pt x="569" y="307"/>
                    </a:lnTo>
                    <a:lnTo>
                      <a:pt x="571" y="306"/>
                    </a:lnTo>
                    <a:lnTo>
                      <a:pt x="572" y="306"/>
                    </a:lnTo>
                    <a:lnTo>
                      <a:pt x="574" y="304"/>
                    </a:lnTo>
                    <a:lnTo>
                      <a:pt x="577" y="304"/>
                    </a:lnTo>
                    <a:lnTo>
                      <a:pt x="578" y="303"/>
                    </a:lnTo>
                    <a:lnTo>
                      <a:pt x="580" y="301"/>
                    </a:lnTo>
                    <a:lnTo>
                      <a:pt x="581" y="301"/>
                    </a:lnTo>
                    <a:lnTo>
                      <a:pt x="582" y="300"/>
                    </a:lnTo>
                    <a:lnTo>
                      <a:pt x="584" y="300"/>
                    </a:lnTo>
                    <a:lnTo>
                      <a:pt x="585" y="298"/>
                    </a:lnTo>
                    <a:lnTo>
                      <a:pt x="587" y="298"/>
                    </a:lnTo>
                    <a:lnTo>
                      <a:pt x="588" y="297"/>
                    </a:lnTo>
                    <a:lnTo>
                      <a:pt x="590" y="297"/>
                    </a:lnTo>
                    <a:lnTo>
                      <a:pt x="590" y="295"/>
                    </a:lnTo>
                    <a:lnTo>
                      <a:pt x="591" y="295"/>
                    </a:lnTo>
                    <a:lnTo>
                      <a:pt x="593" y="295"/>
                    </a:lnTo>
                    <a:lnTo>
                      <a:pt x="594" y="294"/>
                    </a:lnTo>
                    <a:lnTo>
                      <a:pt x="596" y="294"/>
                    </a:lnTo>
                    <a:lnTo>
                      <a:pt x="596" y="292"/>
                    </a:lnTo>
                    <a:lnTo>
                      <a:pt x="597" y="292"/>
                    </a:lnTo>
                    <a:lnTo>
                      <a:pt x="599" y="291"/>
                    </a:lnTo>
                    <a:lnTo>
                      <a:pt x="600" y="291"/>
                    </a:lnTo>
                    <a:lnTo>
                      <a:pt x="602" y="289"/>
                    </a:lnTo>
                    <a:lnTo>
                      <a:pt x="603" y="289"/>
                    </a:lnTo>
                    <a:lnTo>
                      <a:pt x="605" y="288"/>
                    </a:lnTo>
                    <a:lnTo>
                      <a:pt x="606" y="286"/>
                    </a:lnTo>
                    <a:lnTo>
                      <a:pt x="609" y="286"/>
                    </a:lnTo>
                    <a:lnTo>
                      <a:pt x="611" y="285"/>
                    </a:lnTo>
                    <a:lnTo>
                      <a:pt x="612" y="283"/>
                    </a:lnTo>
                    <a:lnTo>
                      <a:pt x="615" y="282"/>
                    </a:lnTo>
                    <a:lnTo>
                      <a:pt x="617" y="282"/>
                    </a:lnTo>
                    <a:lnTo>
                      <a:pt x="618" y="280"/>
                    </a:lnTo>
                    <a:lnTo>
                      <a:pt x="621" y="279"/>
                    </a:lnTo>
                    <a:lnTo>
                      <a:pt x="623" y="279"/>
                    </a:lnTo>
                    <a:lnTo>
                      <a:pt x="624" y="277"/>
                    </a:lnTo>
                    <a:lnTo>
                      <a:pt x="625" y="276"/>
                    </a:lnTo>
                    <a:lnTo>
                      <a:pt x="627" y="276"/>
                    </a:lnTo>
                    <a:lnTo>
                      <a:pt x="628" y="274"/>
                    </a:lnTo>
                    <a:lnTo>
                      <a:pt x="630" y="274"/>
                    </a:lnTo>
                    <a:lnTo>
                      <a:pt x="631" y="273"/>
                    </a:lnTo>
                    <a:lnTo>
                      <a:pt x="633" y="273"/>
                    </a:lnTo>
                    <a:lnTo>
                      <a:pt x="633" y="271"/>
                    </a:lnTo>
                    <a:lnTo>
                      <a:pt x="634" y="271"/>
                    </a:lnTo>
                    <a:lnTo>
                      <a:pt x="636" y="270"/>
                    </a:lnTo>
                    <a:lnTo>
                      <a:pt x="637" y="270"/>
                    </a:lnTo>
                    <a:lnTo>
                      <a:pt x="639" y="268"/>
                    </a:lnTo>
                    <a:lnTo>
                      <a:pt x="640" y="267"/>
                    </a:lnTo>
                    <a:lnTo>
                      <a:pt x="642" y="267"/>
                    </a:lnTo>
                    <a:lnTo>
                      <a:pt x="643" y="266"/>
                    </a:lnTo>
                    <a:lnTo>
                      <a:pt x="645" y="266"/>
                    </a:lnTo>
                    <a:lnTo>
                      <a:pt x="646" y="264"/>
                    </a:lnTo>
                    <a:lnTo>
                      <a:pt x="648" y="264"/>
                    </a:lnTo>
                    <a:lnTo>
                      <a:pt x="648" y="263"/>
                    </a:lnTo>
                    <a:lnTo>
                      <a:pt x="649" y="261"/>
                    </a:lnTo>
                    <a:lnTo>
                      <a:pt x="651" y="261"/>
                    </a:lnTo>
                    <a:lnTo>
                      <a:pt x="654" y="260"/>
                    </a:lnTo>
                    <a:lnTo>
                      <a:pt x="655" y="258"/>
                    </a:lnTo>
                    <a:lnTo>
                      <a:pt x="657" y="257"/>
                    </a:lnTo>
                    <a:lnTo>
                      <a:pt x="658" y="257"/>
                    </a:lnTo>
                    <a:lnTo>
                      <a:pt x="660" y="255"/>
                    </a:lnTo>
                    <a:lnTo>
                      <a:pt x="661" y="255"/>
                    </a:lnTo>
                    <a:lnTo>
                      <a:pt x="663" y="254"/>
                    </a:lnTo>
                    <a:lnTo>
                      <a:pt x="663" y="252"/>
                    </a:lnTo>
                    <a:lnTo>
                      <a:pt x="664" y="252"/>
                    </a:lnTo>
                    <a:lnTo>
                      <a:pt x="666" y="251"/>
                    </a:lnTo>
                    <a:lnTo>
                      <a:pt x="667" y="251"/>
                    </a:lnTo>
                    <a:lnTo>
                      <a:pt x="667" y="249"/>
                    </a:lnTo>
                    <a:lnTo>
                      <a:pt x="668" y="249"/>
                    </a:lnTo>
                    <a:lnTo>
                      <a:pt x="670" y="249"/>
                    </a:lnTo>
                    <a:lnTo>
                      <a:pt x="670" y="248"/>
                    </a:lnTo>
                    <a:lnTo>
                      <a:pt x="671" y="248"/>
                    </a:lnTo>
                    <a:lnTo>
                      <a:pt x="673" y="246"/>
                    </a:lnTo>
                    <a:lnTo>
                      <a:pt x="674" y="246"/>
                    </a:lnTo>
                    <a:lnTo>
                      <a:pt x="674" y="245"/>
                    </a:lnTo>
                    <a:lnTo>
                      <a:pt x="676" y="245"/>
                    </a:lnTo>
                    <a:lnTo>
                      <a:pt x="676" y="243"/>
                    </a:lnTo>
                    <a:lnTo>
                      <a:pt x="677" y="243"/>
                    </a:lnTo>
                    <a:lnTo>
                      <a:pt x="679" y="242"/>
                    </a:lnTo>
                    <a:lnTo>
                      <a:pt x="680" y="240"/>
                    </a:lnTo>
                    <a:lnTo>
                      <a:pt x="682" y="239"/>
                    </a:lnTo>
                    <a:lnTo>
                      <a:pt x="683" y="239"/>
                    </a:lnTo>
                    <a:lnTo>
                      <a:pt x="683" y="237"/>
                    </a:lnTo>
                    <a:lnTo>
                      <a:pt x="685" y="237"/>
                    </a:lnTo>
                    <a:lnTo>
                      <a:pt x="686" y="236"/>
                    </a:lnTo>
                    <a:lnTo>
                      <a:pt x="688" y="236"/>
                    </a:lnTo>
                    <a:lnTo>
                      <a:pt x="688" y="234"/>
                    </a:lnTo>
                    <a:lnTo>
                      <a:pt x="689" y="233"/>
                    </a:lnTo>
                    <a:lnTo>
                      <a:pt x="691" y="233"/>
                    </a:lnTo>
                    <a:lnTo>
                      <a:pt x="691" y="231"/>
                    </a:lnTo>
                    <a:lnTo>
                      <a:pt x="692" y="231"/>
                    </a:lnTo>
                    <a:lnTo>
                      <a:pt x="694" y="231"/>
                    </a:lnTo>
                    <a:lnTo>
                      <a:pt x="694" y="230"/>
                    </a:lnTo>
                    <a:lnTo>
                      <a:pt x="695" y="230"/>
                    </a:lnTo>
                    <a:lnTo>
                      <a:pt x="695" y="228"/>
                    </a:lnTo>
                    <a:lnTo>
                      <a:pt x="697" y="228"/>
                    </a:lnTo>
                    <a:lnTo>
                      <a:pt x="698" y="227"/>
                    </a:lnTo>
                    <a:lnTo>
                      <a:pt x="700" y="225"/>
                    </a:lnTo>
                    <a:lnTo>
                      <a:pt x="701" y="225"/>
                    </a:lnTo>
                    <a:lnTo>
                      <a:pt x="701" y="224"/>
                    </a:lnTo>
                    <a:lnTo>
                      <a:pt x="703" y="224"/>
                    </a:lnTo>
                    <a:lnTo>
                      <a:pt x="704" y="223"/>
                    </a:lnTo>
                    <a:lnTo>
                      <a:pt x="706" y="223"/>
                    </a:lnTo>
                    <a:lnTo>
                      <a:pt x="706" y="221"/>
                    </a:lnTo>
                    <a:lnTo>
                      <a:pt x="707" y="221"/>
                    </a:lnTo>
                    <a:lnTo>
                      <a:pt x="709" y="220"/>
                    </a:lnTo>
                    <a:lnTo>
                      <a:pt x="710" y="218"/>
                    </a:lnTo>
                    <a:lnTo>
                      <a:pt x="711" y="218"/>
                    </a:lnTo>
                    <a:lnTo>
                      <a:pt x="713" y="217"/>
                    </a:lnTo>
                    <a:lnTo>
                      <a:pt x="714" y="215"/>
                    </a:lnTo>
                    <a:lnTo>
                      <a:pt x="716" y="215"/>
                    </a:lnTo>
                    <a:lnTo>
                      <a:pt x="716" y="214"/>
                    </a:lnTo>
                    <a:lnTo>
                      <a:pt x="717" y="214"/>
                    </a:lnTo>
                    <a:lnTo>
                      <a:pt x="719" y="212"/>
                    </a:lnTo>
                    <a:lnTo>
                      <a:pt x="720" y="212"/>
                    </a:lnTo>
                    <a:lnTo>
                      <a:pt x="720" y="211"/>
                    </a:lnTo>
                    <a:lnTo>
                      <a:pt x="722" y="211"/>
                    </a:lnTo>
                    <a:lnTo>
                      <a:pt x="723" y="209"/>
                    </a:lnTo>
                    <a:lnTo>
                      <a:pt x="725" y="209"/>
                    </a:lnTo>
                    <a:lnTo>
                      <a:pt x="725" y="208"/>
                    </a:lnTo>
                    <a:lnTo>
                      <a:pt x="726" y="208"/>
                    </a:lnTo>
                    <a:lnTo>
                      <a:pt x="726" y="206"/>
                    </a:lnTo>
                    <a:lnTo>
                      <a:pt x="728" y="206"/>
                    </a:lnTo>
                    <a:lnTo>
                      <a:pt x="729" y="205"/>
                    </a:lnTo>
                    <a:lnTo>
                      <a:pt x="731" y="203"/>
                    </a:lnTo>
                    <a:lnTo>
                      <a:pt x="732" y="202"/>
                    </a:lnTo>
                    <a:lnTo>
                      <a:pt x="734" y="200"/>
                    </a:lnTo>
                    <a:lnTo>
                      <a:pt x="735" y="199"/>
                    </a:lnTo>
                    <a:lnTo>
                      <a:pt x="737" y="197"/>
                    </a:lnTo>
                    <a:lnTo>
                      <a:pt x="738" y="196"/>
                    </a:lnTo>
                    <a:lnTo>
                      <a:pt x="740" y="194"/>
                    </a:lnTo>
                    <a:lnTo>
                      <a:pt x="741" y="193"/>
                    </a:lnTo>
                    <a:lnTo>
                      <a:pt x="741" y="191"/>
                    </a:lnTo>
                    <a:lnTo>
                      <a:pt x="743" y="190"/>
                    </a:lnTo>
                    <a:lnTo>
                      <a:pt x="744" y="188"/>
                    </a:lnTo>
                    <a:lnTo>
                      <a:pt x="746" y="187"/>
                    </a:lnTo>
                    <a:lnTo>
                      <a:pt x="747" y="185"/>
                    </a:lnTo>
                    <a:lnTo>
                      <a:pt x="749" y="185"/>
                    </a:lnTo>
                    <a:lnTo>
                      <a:pt x="750" y="184"/>
                    </a:lnTo>
                    <a:lnTo>
                      <a:pt x="752" y="182"/>
                    </a:lnTo>
                    <a:lnTo>
                      <a:pt x="752" y="181"/>
                    </a:lnTo>
                    <a:lnTo>
                      <a:pt x="753" y="180"/>
                    </a:lnTo>
                    <a:lnTo>
                      <a:pt x="754" y="180"/>
                    </a:lnTo>
                    <a:lnTo>
                      <a:pt x="754" y="178"/>
                    </a:lnTo>
                    <a:lnTo>
                      <a:pt x="756" y="177"/>
                    </a:lnTo>
                    <a:lnTo>
                      <a:pt x="757" y="175"/>
                    </a:lnTo>
                    <a:lnTo>
                      <a:pt x="759" y="174"/>
                    </a:lnTo>
                    <a:lnTo>
                      <a:pt x="760" y="172"/>
                    </a:lnTo>
                    <a:lnTo>
                      <a:pt x="762" y="171"/>
                    </a:lnTo>
                    <a:lnTo>
                      <a:pt x="762" y="169"/>
                    </a:lnTo>
                    <a:lnTo>
                      <a:pt x="763" y="169"/>
                    </a:lnTo>
                    <a:lnTo>
                      <a:pt x="763" y="168"/>
                    </a:lnTo>
                    <a:lnTo>
                      <a:pt x="765" y="166"/>
                    </a:lnTo>
                    <a:lnTo>
                      <a:pt x="766" y="166"/>
                    </a:lnTo>
                    <a:lnTo>
                      <a:pt x="766" y="165"/>
                    </a:lnTo>
                    <a:lnTo>
                      <a:pt x="768" y="163"/>
                    </a:lnTo>
                    <a:lnTo>
                      <a:pt x="769" y="162"/>
                    </a:lnTo>
                    <a:lnTo>
                      <a:pt x="771" y="160"/>
                    </a:lnTo>
                    <a:lnTo>
                      <a:pt x="771" y="159"/>
                    </a:lnTo>
                    <a:lnTo>
                      <a:pt x="772" y="157"/>
                    </a:lnTo>
                    <a:lnTo>
                      <a:pt x="774" y="156"/>
                    </a:lnTo>
                    <a:lnTo>
                      <a:pt x="775" y="154"/>
                    </a:lnTo>
                    <a:lnTo>
                      <a:pt x="777" y="151"/>
                    </a:lnTo>
                    <a:lnTo>
                      <a:pt x="778" y="150"/>
                    </a:lnTo>
                    <a:lnTo>
                      <a:pt x="781" y="148"/>
                    </a:lnTo>
                    <a:lnTo>
                      <a:pt x="783" y="145"/>
                    </a:lnTo>
                    <a:lnTo>
                      <a:pt x="784" y="144"/>
                    </a:lnTo>
                    <a:lnTo>
                      <a:pt x="786" y="142"/>
                    </a:lnTo>
                    <a:lnTo>
                      <a:pt x="786" y="141"/>
                    </a:lnTo>
                    <a:lnTo>
                      <a:pt x="787" y="139"/>
                    </a:lnTo>
                    <a:lnTo>
                      <a:pt x="789" y="138"/>
                    </a:lnTo>
                    <a:lnTo>
                      <a:pt x="790" y="137"/>
                    </a:lnTo>
                    <a:lnTo>
                      <a:pt x="792" y="135"/>
                    </a:lnTo>
                    <a:lnTo>
                      <a:pt x="792" y="134"/>
                    </a:lnTo>
                    <a:lnTo>
                      <a:pt x="793" y="134"/>
                    </a:lnTo>
                    <a:lnTo>
                      <a:pt x="795" y="132"/>
                    </a:lnTo>
                    <a:lnTo>
                      <a:pt x="795" y="131"/>
                    </a:lnTo>
                    <a:lnTo>
                      <a:pt x="796" y="129"/>
                    </a:lnTo>
                    <a:lnTo>
                      <a:pt x="796" y="128"/>
                    </a:lnTo>
                    <a:lnTo>
                      <a:pt x="797" y="128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3"/>
                    </a:lnTo>
                    <a:lnTo>
                      <a:pt x="802" y="122"/>
                    </a:lnTo>
                    <a:lnTo>
                      <a:pt x="803" y="120"/>
                    </a:lnTo>
                    <a:lnTo>
                      <a:pt x="803" y="119"/>
                    </a:lnTo>
                    <a:lnTo>
                      <a:pt x="805" y="117"/>
                    </a:lnTo>
                    <a:lnTo>
                      <a:pt x="806" y="116"/>
                    </a:lnTo>
                    <a:lnTo>
                      <a:pt x="808" y="114"/>
                    </a:lnTo>
                    <a:lnTo>
                      <a:pt x="808" y="113"/>
                    </a:lnTo>
                    <a:lnTo>
                      <a:pt x="809" y="110"/>
                    </a:lnTo>
                    <a:lnTo>
                      <a:pt x="811" y="108"/>
                    </a:lnTo>
                    <a:lnTo>
                      <a:pt x="812" y="107"/>
                    </a:lnTo>
                    <a:lnTo>
                      <a:pt x="814" y="104"/>
                    </a:lnTo>
                    <a:lnTo>
                      <a:pt x="815" y="102"/>
                    </a:lnTo>
                    <a:lnTo>
                      <a:pt x="818" y="99"/>
                    </a:lnTo>
                    <a:lnTo>
                      <a:pt x="820" y="98"/>
                    </a:lnTo>
                    <a:lnTo>
                      <a:pt x="821" y="95"/>
                    </a:lnTo>
                    <a:lnTo>
                      <a:pt x="823" y="94"/>
                    </a:lnTo>
                    <a:lnTo>
                      <a:pt x="823" y="92"/>
                    </a:lnTo>
                    <a:lnTo>
                      <a:pt x="824" y="89"/>
                    </a:lnTo>
                    <a:lnTo>
                      <a:pt x="826" y="88"/>
                    </a:lnTo>
                    <a:lnTo>
                      <a:pt x="827" y="86"/>
                    </a:lnTo>
                    <a:lnTo>
                      <a:pt x="829" y="85"/>
                    </a:lnTo>
                    <a:lnTo>
                      <a:pt x="829" y="83"/>
                    </a:lnTo>
                    <a:lnTo>
                      <a:pt x="830" y="82"/>
                    </a:lnTo>
                    <a:lnTo>
                      <a:pt x="832" y="80"/>
                    </a:lnTo>
                    <a:lnTo>
                      <a:pt x="833" y="79"/>
                    </a:lnTo>
                    <a:lnTo>
                      <a:pt x="833" y="77"/>
                    </a:lnTo>
                    <a:lnTo>
                      <a:pt x="835" y="76"/>
                    </a:lnTo>
                    <a:lnTo>
                      <a:pt x="836" y="74"/>
                    </a:lnTo>
                    <a:lnTo>
                      <a:pt x="836" y="73"/>
                    </a:lnTo>
                    <a:lnTo>
                      <a:pt x="838" y="71"/>
                    </a:lnTo>
                    <a:lnTo>
                      <a:pt x="839" y="70"/>
                    </a:lnTo>
                    <a:lnTo>
                      <a:pt x="840" y="68"/>
                    </a:lnTo>
                    <a:lnTo>
                      <a:pt x="842" y="67"/>
                    </a:lnTo>
                    <a:lnTo>
                      <a:pt x="842" y="65"/>
                    </a:lnTo>
                    <a:lnTo>
                      <a:pt x="843" y="64"/>
                    </a:lnTo>
                    <a:lnTo>
                      <a:pt x="845" y="61"/>
                    </a:lnTo>
                    <a:lnTo>
                      <a:pt x="846" y="59"/>
                    </a:lnTo>
                    <a:lnTo>
                      <a:pt x="848" y="58"/>
                    </a:lnTo>
                    <a:lnTo>
                      <a:pt x="849" y="56"/>
                    </a:lnTo>
                    <a:lnTo>
                      <a:pt x="851" y="53"/>
                    </a:lnTo>
                    <a:lnTo>
                      <a:pt x="852" y="52"/>
                    </a:lnTo>
                    <a:lnTo>
                      <a:pt x="854" y="49"/>
                    </a:lnTo>
                    <a:lnTo>
                      <a:pt x="855" y="46"/>
                    </a:lnTo>
                    <a:lnTo>
                      <a:pt x="857" y="45"/>
                    </a:lnTo>
                    <a:lnTo>
                      <a:pt x="858" y="42"/>
                    </a:lnTo>
                    <a:lnTo>
                      <a:pt x="860" y="40"/>
                    </a:lnTo>
                    <a:lnTo>
                      <a:pt x="861" y="39"/>
                    </a:lnTo>
                    <a:lnTo>
                      <a:pt x="863" y="37"/>
                    </a:lnTo>
                    <a:lnTo>
                      <a:pt x="864" y="34"/>
                    </a:lnTo>
                    <a:lnTo>
                      <a:pt x="866" y="33"/>
                    </a:lnTo>
                    <a:lnTo>
                      <a:pt x="866" y="31"/>
                    </a:lnTo>
                    <a:lnTo>
                      <a:pt x="867" y="30"/>
                    </a:lnTo>
                    <a:lnTo>
                      <a:pt x="869" y="28"/>
                    </a:lnTo>
                    <a:lnTo>
                      <a:pt x="869" y="27"/>
                    </a:lnTo>
                    <a:lnTo>
                      <a:pt x="870" y="27"/>
                    </a:lnTo>
                    <a:lnTo>
                      <a:pt x="872" y="25"/>
                    </a:lnTo>
                    <a:lnTo>
                      <a:pt x="872" y="24"/>
                    </a:lnTo>
                    <a:lnTo>
                      <a:pt x="873" y="22"/>
                    </a:lnTo>
                    <a:lnTo>
                      <a:pt x="873" y="21"/>
                    </a:lnTo>
                    <a:lnTo>
                      <a:pt x="875" y="21"/>
                    </a:lnTo>
                    <a:lnTo>
                      <a:pt x="875" y="19"/>
                    </a:lnTo>
                    <a:lnTo>
                      <a:pt x="876" y="18"/>
                    </a:lnTo>
                    <a:lnTo>
                      <a:pt x="876" y="16"/>
                    </a:lnTo>
                    <a:lnTo>
                      <a:pt x="878" y="16"/>
                    </a:lnTo>
                    <a:lnTo>
                      <a:pt x="878" y="15"/>
                    </a:lnTo>
                    <a:lnTo>
                      <a:pt x="879" y="13"/>
                    </a:lnTo>
                    <a:lnTo>
                      <a:pt x="879" y="12"/>
                    </a:lnTo>
                    <a:lnTo>
                      <a:pt x="881" y="10"/>
                    </a:lnTo>
                    <a:lnTo>
                      <a:pt x="881" y="9"/>
                    </a:lnTo>
                    <a:lnTo>
                      <a:pt x="882" y="8"/>
                    </a:lnTo>
                    <a:lnTo>
                      <a:pt x="883" y="6"/>
                    </a:lnTo>
                    <a:lnTo>
                      <a:pt x="883" y="3"/>
                    </a:lnTo>
                    <a:lnTo>
                      <a:pt x="885" y="2"/>
                    </a:lnTo>
                    <a:lnTo>
                      <a:pt x="886" y="0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23" name="Freeform 8">
                <a:extLst>
                  <a:ext uri="{FF2B5EF4-FFF2-40B4-BE49-F238E27FC236}">
                    <a16:creationId xmlns:a16="http://schemas.microsoft.com/office/drawing/2014/main" id="{81F4C084-9422-42D3-A3CC-2B908C583B0A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3133535" y="3495675"/>
                <a:ext cx="82539" cy="282575"/>
              </a:xfrm>
              <a:custGeom>
                <a:avLst/>
                <a:gdLst>
                  <a:gd name="T0" fmla="*/ 2147483646 w 105"/>
                  <a:gd name="T1" fmla="*/ 2147483646 h 354"/>
                  <a:gd name="T2" fmla="*/ 2147483646 w 105"/>
                  <a:gd name="T3" fmla="*/ 2147483646 h 354"/>
                  <a:gd name="T4" fmla="*/ 2147483646 w 105"/>
                  <a:gd name="T5" fmla="*/ 2147483646 h 354"/>
                  <a:gd name="T6" fmla="*/ 2147483646 w 105"/>
                  <a:gd name="T7" fmla="*/ 2147483646 h 354"/>
                  <a:gd name="T8" fmla="*/ 2147483646 w 105"/>
                  <a:gd name="T9" fmla="*/ 2147483646 h 354"/>
                  <a:gd name="T10" fmla="*/ 2147483646 w 105"/>
                  <a:gd name="T11" fmla="*/ 2147483646 h 354"/>
                  <a:gd name="T12" fmla="*/ 2147483646 w 105"/>
                  <a:gd name="T13" fmla="*/ 2147483646 h 354"/>
                  <a:gd name="T14" fmla="*/ 2147483646 w 105"/>
                  <a:gd name="T15" fmla="*/ 2147483646 h 354"/>
                  <a:gd name="T16" fmla="*/ 2147483646 w 105"/>
                  <a:gd name="T17" fmla="*/ 2147483646 h 354"/>
                  <a:gd name="T18" fmla="*/ 2147483646 w 105"/>
                  <a:gd name="T19" fmla="*/ 2147483646 h 354"/>
                  <a:gd name="T20" fmla="*/ 2147483646 w 105"/>
                  <a:gd name="T21" fmla="*/ 2147483646 h 354"/>
                  <a:gd name="T22" fmla="*/ 2147483646 w 105"/>
                  <a:gd name="T23" fmla="*/ 2147483646 h 354"/>
                  <a:gd name="T24" fmla="*/ 2147483646 w 105"/>
                  <a:gd name="T25" fmla="*/ 2147483646 h 354"/>
                  <a:gd name="T26" fmla="*/ 2147483646 w 105"/>
                  <a:gd name="T27" fmla="*/ 2147483646 h 354"/>
                  <a:gd name="T28" fmla="*/ 2147483646 w 105"/>
                  <a:gd name="T29" fmla="*/ 2147483646 h 354"/>
                  <a:gd name="T30" fmla="*/ 2147483646 w 105"/>
                  <a:gd name="T31" fmla="*/ 2147483646 h 354"/>
                  <a:gd name="T32" fmla="*/ 2147483646 w 105"/>
                  <a:gd name="T33" fmla="*/ 2147483646 h 354"/>
                  <a:gd name="T34" fmla="*/ 2147483646 w 105"/>
                  <a:gd name="T35" fmla="*/ 2147483646 h 354"/>
                  <a:gd name="T36" fmla="*/ 2147483646 w 105"/>
                  <a:gd name="T37" fmla="*/ 2147483646 h 354"/>
                  <a:gd name="T38" fmla="*/ 2147483646 w 105"/>
                  <a:gd name="T39" fmla="*/ 2147483646 h 354"/>
                  <a:gd name="T40" fmla="*/ 2147483646 w 105"/>
                  <a:gd name="T41" fmla="*/ 2147483646 h 354"/>
                  <a:gd name="T42" fmla="*/ 2147483646 w 105"/>
                  <a:gd name="T43" fmla="*/ 2147483646 h 354"/>
                  <a:gd name="T44" fmla="*/ 2147483646 w 105"/>
                  <a:gd name="T45" fmla="*/ 2147483646 h 354"/>
                  <a:gd name="T46" fmla="*/ 2147483646 w 105"/>
                  <a:gd name="T47" fmla="*/ 2147483646 h 354"/>
                  <a:gd name="T48" fmla="*/ 2147483646 w 105"/>
                  <a:gd name="T49" fmla="*/ 2147483646 h 354"/>
                  <a:gd name="T50" fmla="*/ 2147483646 w 105"/>
                  <a:gd name="T51" fmla="*/ 2147483646 h 354"/>
                  <a:gd name="T52" fmla="*/ 2147483646 w 105"/>
                  <a:gd name="T53" fmla="*/ 2147483646 h 354"/>
                  <a:gd name="T54" fmla="*/ 2147483646 w 105"/>
                  <a:gd name="T55" fmla="*/ 2147483646 h 354"/>
                  <a:gd name="T56" fmla="*/ 2147483646 w 105"/>
                  <a:gd name="T57" fmla="*/ 2147483646 h 354"/>
                  <a:gd name="T58" fmla="*/ 2147483646 w 105"/>
                  <a:gd name="T59" fmla="*/ 2147483646 h 354"/>
                  <a:gd name="T60" fmla="*/ 2147483646 w 105"/>
                  <a:gd name="T61" fmla="*/ 2147483646 h 354"/>
                  <a:gd name="T62" fmla="*/ 2147483646 w 105"/>
                  <a:gd name="T63" fmla="*/ 2147483646 h 354"/>
                  <a:gd name="T64" fmla="*/ 2147483646 w 105"/>
                  <a:gd name="T65" fmla="*/ 2147483646 h 354"/>
                  <a:gd name="T66" fmla="*/ 2147483646 w 105"/>
                  <a:gd name="T67" fmla="*/ 2147483646 h 354"/>
                  <a:gd name="T68" fmla="*/ 2147483646 w 105"/>
                  <a:gd name="T69" fmla="*/ 2147483646 h 354"/>
                  <a:gd name="T70" fmla="*/ 2147483646 w 105"/>
                  <a:gd name="T71" fmla="*/ 2147483646 h 354"/>
                  <a:gd name="T72" fmla="*/ 2147483646 w 105"/>
                  <a:gd name="T73" fmla="*/ 2147483646 h 354"/>
                  <a:gd name="T74" fmla="*/ 2147483646 w 105"/>
                  <a:gd name="T75" fmla="*/ 2147483646 h 354"/>
                  <a:gd name="T76" fmla="*/ 2147483646 w 105"/>
                  <a:gd name="T77" fmla="*/ 2147483646 h 354"/>
                  <a:gd name="T78" fmla="*/ 2147483646 w 105"/>
                  <a:gd name="T79" fmla="*/ 2147483646 h 354"/>
                  <a:gd name="T80" fmla="*/ 2147483646 w 105"/>
                  <a:gd name="T81" fmla="*/ 2147483646 h 354"/>
                  <a:gd name="T82" fmla="*/ 2147483646 w 105"/>
                  <a:gd name="T83" fmla="*/ 2147483646 h 354"/>
                  <a:gd name="T84" fmla="*/ 2147483646 w 105"/>
                  <a:gd name="T85" fmla="*/ 2147483646 h 354"/>
                  <a:gd name="T86" fmla="*/ 2147483646 w 105"/>
                  <a:gd name="T87" fmla="*/ 2147483646 h 354"/>
                  <a:gd name="T88" fmla="*/ 2147483646 w 105"/>
                  <a:gd name="T89" fmla="*/ 2147483646 h 354"/>
                  <a:gd name="T90" fmla="*/ 2147483646 w 105"/>
                  <a:gd name="T91" fmla="*/ 2147483646 h 354"/>
                  <a:gd name="T92" fmla="*/ 2147483646 w 105"/>
                  <a:gd name="T93" fmla="*/ 2147483646 h 354"/>
                  <a:gd name="T94" fmla="*/ 2147483646 w 105"/>
                  <a:gd name="T95" fmla="*/ 2147483646 h 354"/>
                  <a:gd name="T96" fmla="*/ 2147483646 w 105"/>
                  <a:gd name="T97" fmla="*/ 2147483646 h 354"/>
                  <a:gd name="T98" fmla="*/ 2147483646 w 105"/>
                  <a:gd name="T99" fmla="*/ 2147483646 h 354"/>
                  <a:gd name="T100" fmla="*/ 2147483646 w 105"/>
                  <a:gd name="T101" fmla="*/ 2147483646 h 354"/>
                  <a:gd name="T102" fmla="*/ 2147483646 w 105"/>
                  <a:gd name="T103" fmla="*/ 2147483646 h 354"/>
                  <a:gd name="T104" fmla="*/ 2147483646 w 105"/>
                  <a:gd name="T105" fmla="*/ 2147483646 h 354"/>
                  <a:gd name="T106" fmla="*/ 2147483646 w 105"/>
                  <a:gd name="T107" fmla="*/ 2147483646 h 354"/>
                  <a:gd name="T108" fmla="*/ 2147483646 w 105"/>
                  <a:gd name="T109" fmla="*/ 2147483646 h 354"/>
                  <a:gd name="T110" fmla="*/ 2147483646 w 105"/>
                  <a:gd name="T111" fmla="*/ 2147483646 h 354"/>
                  <a:gd name="T112" fmla="*/ 2147483646 w 105"/>
                  <a:gd name="T113" fmla="*/ 2147483646 h 354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05" h="354">
                    <a:moveTo>
                      <a:pt x="0" y="0"/>
                    </a:moveTo>
                    <a:lnTo>
                      <a:pt x="3" y="4"/>
                    </a:lnTo>
                    <a:lnTo>
                      <a:pt x="4" y="7"/>
                    </a:lnTo>
                    <a:lnTo>
                      <a:pt x="6" y="10"/>
                    </a:lnTo>
                    <a:lnTo>
                      <a:pt x="9" y="15"/>
                    </a:lnTo>
                    <a:lnTo>
                      <a:pt x="10" y="17"/>
                    </a:lnTo>
                    <a:lnTo>
                      <a:pt x="12" y="19"/>
                    </a:lnTo>
                    <a:lnTo>
                      <a:pt x="13" y="22"/>
                    </a:lnTo>
                    <a:lnTo>
                      <a:pt x="15" y="25"/>
                    </a:lnTo>
                    <a:lnTo>
                      <a:pt x="16" y="26"/>
                    </a:lnTo>
                    <a:lnTo>
                      <a:pt x="16" y="29"/>
                    </a:lnTo>
                    <a:lnTo>
                      <a:pt x="18" y="31"/>
                    </a:lnTo>
                    <a:lnTo>
                      <a:pt x="19" y="34"/>
                    </a:lnTo>
                    <a:lnTo>
                      <a:pt x="19" y="35"/>
                    </a:lnTo>
                    <a:lnTo>
                      <a:pt x="21" y="37"/>
                    </a:lnTo>
                    <a:lnTo>
                      <a:pt x="22" y="38"/>
                    </a:lnTo>
                    <a:lnTo>
                      <a:pt x="22" y="40"/>
                    </a:lnTo>
                    <a:lnTo>
                      <a:pt x="24" y="41"/>
                    </a:lnTo>
                    <a:lnTo>
                      <a:pt x="24" y="43"/>
                    </a:lnTo>
                    <a:lnTo>
                      <a:pt x="25" y="44"/>
                    </a:lnTo>
                    <a:lnTo>
                      <a:pt x="25" y="46"/>
                    </a:lnTo>
                    <a:lnTo>
                      <a:pt x="27" y="47"/>
                    </a:lnTo>
                    <a:lnTo>
                      <a:pt x="27" y="49"/>
                    </a:lnTo>
                    <a:lnTo>
                      <a:pt x="27" y="50"/>
                    </a:lnTo>
                    <a:lnTo>
                      <a:pt x="28" y="52"/>
                    </a:lnTo>
                    <a:lnTo>
                      <a:pt x="28" y="53"/>
                    </a:lnTo>
                    <a:lnTo>
                      <a:pt x="29" y="55"/>
                    </a:lnTo>
                    <a:lnTo>
                      <a:pt x="29" y="56"/>
                    </a:lnTo>
                    <a:lnTo>
                      <a:pt x="31" y="58"/>
                    </a:lnTo>
                    <a:lnTo>
                      <a:pt x="31" y="59"/>
                    </a:lnTo>
                    <a:lnTo>
                      <a:pt x="32" y="60"/>
                    </a:lnTo>
                    <a:lnTo>
                      <a:pt x="32" y="62"/>
                    </a:lnTo>
                    <a:lnTo>
                      <a:pt x="34" y="65"/>
                    </a:lnTo>
                    <a:lnTo>
                      <a:pt x="34" y="66"/>
                    </a:lnTo>
                    <a:lnTo>
                      <a:pt x="35" y="68"/>
                    </a:lnTo>
                    <a:lnTo>
                      <a:pt x="35" y="71"/>
                    </a:lnTo>
                    <a:lnTo>
                      <a:pt x="37" y="72"/>
                    </a:lnTo>
                    <a:lnTo>
                      <a:pt x="37" y="74"/>
                    </a:lnTo>
                    <a:lnTo>
                      <a:pt x="38" y="75"/>
                    </a:lnTo>
                    <a:lnTo>
                      <a:pt x="38" y="77"/>
                    </a:lnTo>
                    <a:lnTo>
                      <a:pt x="38" y="78"/>
                    </a:lnTo>
                    <a:lnTo>
                      <a:pt x="40" y="80"/>
                    </a:lnTo>
                    <a:lnTo>
                      <a:pt x="40" y="81"/>
                    </a:lnTo>
                    <a:lnTo>
                      <a:pt x="41" y="83"/>
                    </a:lnTo>
                    <a:lnTo>
                      <a:pt x="41" y="84"/>
                    </a:lnTo>
                    <a:lnTo>
                      <a:pt x="41" y="86"/>
                    </a:lnTo>
                    <a:lnTo>
                      <a:pt x="43" y="86"/>
                    </a:lnTo>
                    <a:lnTo>
                      <a:pt x="43" y="87"/>
                    </a:lnTo>
                    <a:lnTo>
                      <a:pt x="43" y="89"/>
                    </a:lnTo>
                    <a:lnTo>
                      <a:pt x="44" y="90"/>
                    </a:lnTo>
                    <a:lnTo>
                      <a:pt x="44" y="92"/>
                    </a:lnTo>
                    <a:lnTo>
                      <a:pt x="46" y="93"/>
                    </a:lnTo>
                    <a:lnTo>
                      <a:pt x="46" y="95"/>
                    </a:lnTo>
                    <a:lnTo>
                      <a:pt x="46" y="96"/>
                    </a:lnTo>
                    <a:lnTo>
                      <a:pt x="47" y="98"/>
                    </a:lnTo>
                    <a:lnTo>
                      <a:pt x="47" y="99"/>
                    </a:lnTo>
                    <a:lnTo>
                      <a:pt x="49" y="102"/>
                    </a:lnTo>
                    <a:lnTo>
                      <a:pt x="49" y="103"/>
                    </a:lnTo>
                    <a:lnTo>
                      <a:pt x="50" y="105"/>
                    </a:lnTo>
                    <a:lnTo>
                      <a:pt x="50" y="106"/>
                    </a:lnTo>
                    <a:lnTo>
                      <a:pt x="52" y="109"/>
                    </a:lnTo>
                    <a:lnTo>
                      <a:pt x="52" y="111"/>
                    </a:lnTo>
                    <a:lnTo>
                      <a:pt x="53" y="114"/>
                    </a:lnTo>
                    <a:lnTo>
                      <a:pt x="55" y="117"/>
                    </a:lnTo>
                    <a:lnTo>
                      <a:pt x="55" y="118"/>
                    </a:lnTo>
                    <a:lnTo>
                      <a:pt x="56" y="121"/>
                    </a:lnTo>
                    <a:lnTo>
                      <a:pt x="56" y="123"/>
                    </a:lnTo>
                    <a:lnTo>
                      <a:pt x="58" y="124"/>
                    </a:lnTo>
                    <a:lnTo>
                      <a:pt x="58" y="127"/>
                    </a:lnTo>
                    <a:lnTo>
                      <a:pt x="59" y="129"/>
                    </a:lnTo>
                    <a:lnTo>
                      <a:pt x="59" y="130"/>
                    </a:lnTo>
                    <a:lnTo>
                      <a:pt x="59" y="132"/>
                    </a:lnTo>
                    <a:lnTo>
                      <a:pt x="61" y="133"/>
                    </a:lnTo>
                    <a:lnTo>
                      <a:pt x="61" y="135"/>
                    </a:lnTo>
                    <a:lnTo>
                      <a:pt x="61" y="136"/>
                    </a:lnTo>
                    <a:lnTo>
                      <a:pt x="62" y="136"/>
                    </a:lnTo>
                    <a:lnTo>
                      <a:pt x="62" y="138"/>
                    </a:lnTo>
                    <a:lnTo>
                      <a:pt x="62" y="139"/>
                    </a:lnTo>
                    <a:lnTo>
                      <a:pt x="64" y="141"/>
                    </a:lnTo>
                    <a:lnTo>
                      <a:pt x="64" y="142"/>
                    </a:lnTo>
                    <a:lnTo>
                      <a:pt x="64" y="144"/>
                    </a:lnTo>
                    <a:lnTo>
                      <a:pt x="64" y="145"/>
                    </a:lnTo>
                    <a:lnTo>
                      <a:pt x="65" y="146"/>
                    </a:lnTo>
                    <a:lnTo>
                      <a:pt x="65" y="148"/>
                    </a:lnTo>
                    <a:lnTo>
                      <a:pt x="67" y="149"/>
                    </a:lnTo>
                    <a:lnTo>
                      <a:pt x="67" y="151"/>
                    </a:lnTo>
                    <a:lnTo>
                      <a:pt x="67" y="154"/>
                    </a:lnTo>
                    <a:lnTo>
                      <a:pt x="68" y="155"/>
                    </a:lnTo>
                    <a:lnTo>
                      <a:pt x="68" y="157"/>
                    </a:lnTo>
                    <a:lnTo>
                      <a:pt x="68" y="158"/>
                    </a:lnTo>
                    <a:lnTo>
                      <a:pt x="70" y="161"/>
                    </a:lnTo>
                    <a:lnTo>
                      <a:pt x="70" y="163"/>
                    </a:lnTo>
                    <a:lnTo>
                      <a:pt x="71" y="166"/>
                    </a:lnTo>
                    <a:lnTo>
                      <a:pt x="71" y="167"/>
                    </a:lnTo>
                    <a:lnTo>
                      <a:pt x="72" y="170"/>
                    </a:lnTo>
                    <a:lnTo>
                      <a:pt x="72" y="172"/>
                    </a:lnTo>
                    <a:lnTo>
                      <a:pt x="74" y="175"/>
                    </a:lnTo>
                    <a:lnTo>
                      <a:pt x="74" y="176"/>
                    </a:lnTo>
                    <a:lnTo>
                      <a:pt x="75" y="179"/>
                    </a:lnTo>
                    <a:lnTo>
                      <a:pt x="75" y="181"/>
                    </a:lnTo>
                    <a:lnTo>
                      <a:pt x="75" y="182"/>
                    </a:lnTo>
                    <a:lnTo>
                      <a:pt x="77" y="184"/>
                    </a:lnTo>
                    <a:lnTo>
                      <a:pt x="77" y="185"/>
                    </a:lnTo>
                    <a:lnTo>
                      <a:pt x="77" y="187"/>
                    </a:lnTo>
                    <a:lnTo>
                      <a:pt x="78" y="188"/>
                    </a:lnTo>
                    <a:lnTo>
                      <a:pt x="78" y="189"/>
                    </a:lnTo>
                    <a:lnTo>
                      <a:pt x="78" y="191"/>
                    </a:lnTo>
                    <a:lnTo>
                      <a:pt x="78" y="192"/>
                    </a:lnTo>
                    <a:lnTo>
                      <a:pt x="80" y="194"/>
                    </a:lnTo>
                    <a:lnTo>
                      <a:pt x="80" y="195"/>
                    </a:lnTo>
                    <a:lnTo>
                      <a:pt x="80" y="197"/>
                    </a:lnTo>
                    <a:lnTo>
                      <a:pt x="81" y="198"/>
                    </a:lnTo>
                    <a:lnTo>
                      <a:pt x="81" y="200"/>
                    </a:lnTo>
                    <a:lnTo>
                      <a:pt x="81" y="201"/>
                    </a:lnTo>
                    <a:lnTo>
                      <a:pt x="83" y="203"/>
                    </a:lnTo>
                    <a:lnTo>
                      <a:pt x="83" y="204"/>
                    </a:lnTo>
                    <a:lnTo>
                      <a:pt x="83" y="206"/>
                    </a:lnTo>
                    <a:lnTo>
                      <a:pt x="83" y="207"/>
                    </a:lnTo>
                    <a:lnTo>
                      <a:pt x="84" y="209"/>
                    </a:lnTo>
                    <a:lnTo>
                      <a:pt x="84" y="210"/>
                    </a:lnTo>
                    <a:lnTo>
                      <a:pt x="86" y="212"/>
                    </a:lnTo>
                    <a:lnTo>
                      <a:pt x="86" y="215"/>
                    </a:lnTo>
                    <a:lnTo>
                      <a:pt x="86" y="216"/>
                    </a:lnTo>
                    <a:lnTo>
                      <a:pt x="87" y="219"/>
                    </a:lnTo>
                    <a:lnTo>
                      <a:pt x="87" y="221"/>
                    </a:lnTo>
                    <a:lnTo>
                      <a:pt x="89" y="224"/>
                    </a:lnTo>
                    <a:lnTo>
                      <a:pt x="89" y="227"/>
                    </a:lnTo>
                    <a:lnTo>
                      <a:pt x="90" y="228"/>
                    </a:lnTo>
                    <a:lnTo>
                      <a:pt x="90" y="230"/>
                    </a:lnTo>
                    <a:lnTo>
                      <a:pt x="92" y="232"/>
                    </a:lnTo>
                    <a:lnTo>
                      <a:pt x="92" y="234"/>
                    </a:lnTo>
                    <a:lnTo>
                      <a:pt x="92" y="235"/>
                    </a:lnTo>
                    <a:lnTo>
                      <a:pt x="93" y="237"/>
                    </a:lnTo>
                    <a:lnTo>
                      <a:pt x="93" y="238"/>
                    </a:lnTo>
                    <a:lnTo>
                      <a:pt x="93" y="240"/>
                    </a:lnTo>
                    <a:lnTo>
                      <a:pt x="95" y="241"/>
                    </a:lnTo>
                    <a:lnTo>
                      <a:pt x="95" y="243"/>
                    </a:lnTo>
                    <a:lnTo>
                      <a:pt x="95" y="244"/>
                    </a:lnTo>
                    <a:lnTo>
                      <a:pt x="95" y="246"/>
                    </a:lnTo>
                    <a:lnTo>
                      <a:pt x="95" y="247"/>
                    </a:lnTo>
                    <a:lnTo>
                      <a:pt x="96" y="247"/>
                    </a:lnTo>
                    <a:lnTo>
                      <a:pt x="96" y="249"/>
                    </a:lnTo>
                    <a:lnTo>
                      <a:pt x="96" y="250"/>
                    </a:lnTo>
                    <a:lnTo>
                      <a:pt x="96" y="252"/>
                    </a:lnTo>
                    <a:lnTo>
                      <a:pt x="96" y="253"/>
                    </a:lnTo>
                    <a:lnTo>
                      <a:pt x="96" y="255"/>
                    </a:lnTo>
                    <a:lnTo>
                      <a:pt x="96" y="256"/>
                    </a:lnTo>
                    <a:lnTo>
                      <a:pt x="98" y="258"/>
                    </a:lnTo>
                    <a:lnTo>
                      <a:pt x="98" y="259"/>
                    </a:lnTo>
                    <a:lnTo>
                      <a:pt x="98" y="261"/>
                    </a:lnTo>
                    <a:lnTo>
                      <a:pt x="98" y="262"/>
                    </a:lnTo>
                    <a:lnTo>
                      <a:pt x="98" y="264"/>
                    </a:lnTo>
                    <a:lnTo>
                      <a:pt x="98" y="265"/>
                    </a:lnTo>
                    <a:lnTo>
                      <a:pt x="98" y="267"/>
                    </a:lnTo>
                    <a:lnTo>
                      <a:pt x="98" y="270"/>
                    </a:lnTo>
                    <a:lnTo>
                      <a:pt x="98" y="271"/>
                    </a:lnTo>
                    <a:lnTo>
                      <a:pt x="99" y="274"/>
                    </a:lnTo>
                    <a:lnTo>
                      <a:pt x="99" y="275"/>
                    </a:lnTo>
                    <a:lnTo>
                      <a:pt x="99" y="277"/>
                    </a:lnTo>
                    <a:lnTo>
                      <a:pt x="99" y="278"/>
                    </a:lnTo>
                    <a:lnTo>
                      <a:pt x="99" y="281"/>
                    </a:lnTo>
                    <a:lnTo>
                      <a:pt x="99" y="283"/>
                    </a:lnTo>
                    <a:lnTo>
                      <a:pt x="99" y="284"/>
                    </a:lnTo>
                    <a:lnTo>
                      <a:pt x="99" y="286"/>
                    </a:lnTo>
                    <a:lnTo>
                      <a:pt x="99" y="287"/>
                    </a:lnTo>
                    <a:lnTo>
                      <a:pt x="99" y="289"/>
                    </a:lnTo>
                    <a:lnTo>
                      <a:pt x="99" y="290"/>
                    </a:lnTo>
                    <a:lnTo>
                      <a:pt x="101" y="290"/>
                    </a:lnTo>
                    <a:lnTo>
                      <a:pt x="101" y="292"/>
                    </a:lnTo>
                    <a:lnTo>
                      <a:pt x="101" y="293"/>
                    </a:lnTo>
                    <a:lnTo>
                      <a:pt x="101" y="295"/>
                    </a:lnTo>
                    <a:lnTo>
                      <a:pt x="101" y="296"/>
                    </a:lnTo>
                    <a:lnTo>
                      <a:pt x="101" y="298"/>
                    </a:lnTo>
                    <a:lnTo>
                      <a:pt x="101" y="299"/>
                    </a:lnTo>
                    <a:lnTo>
                      <a:pt x="101" y="301"/>
                    </a:lnTo>
                    <a:lnTo>
                      <a:pt x="102" y="301"/>
                    </a:lnTo>
                    <a:lnTo>
                      <a:pt x="102" y="302"/>
                    </a:lnTo>
                    <a:lnTo>
                      <a:pt x="102" y="304"/>
                    </a:lnTo>
                    <a:lnTo>
                      <a:pt x="102" y="305"/>
                    </a:lnTo>
                    <a:lnTo>
                      <a:pt x="102" y="307"/>
                    </a:lnTo>
                    <a:lnTo>
                      <a:pt x="102" y="308"/>
                    </a:lnTo>
                    <a:lnTo>
                      <a:pt x="104" y="310"/>
                    </a:lnTo>
                    <a:lnTo>
                      <a:pt x="104" y="311"/>
                    </a:lnTo>
                    <a:lnTo>
                      <a:pt x="104" y="313"/>
                    </a:lnTo>
                    <a:lnTo>
                      <a:pt x="104" y="314"/>
                    </a:lnTo>
                    <a:lnTo>
                      <a:pt x="104" y="316"/>
                    </a:lnTo>
                    <a:lnTo>
                      <a:pt x="105" y="316"/>
                    </a:lnTo>
                    <a:lnTo>
                      <a:pt x="105" y="317"/>
                    </a:lnTo>
                    <a:lnTo>
                      <a:pt x="105" y="319"/>
                    </a:lnTo>
                    <a:lnTo>
                      <a:pt x="105" y="320"/>
                    </a:lnTo>
                    <a:lnTo>
                      <a:pt x="105" y="321"/>
                    </a:lnTo>
                    <a:lnTo>
                      <a:pt x="105" y="323"/>
                    </a:lnTo>
                    <a:lnTo>
                      <a:pt x="105" y="324"/>
                    </a:lnTo>
                    <a:lnTo>
                      <a:pt x="105" y="326"/>
                    </a:lnTo>
                    <a:lnTo>
                      <a:pt x="105" y="327"/>
                    </a:lnTo>
                    <a:lnTo>
                      <a:pt x="105" y="329"/>
                    </a:lnTo>
                    <a:lnTo>
                      <a:pt x="105" y="330"/>
                    </a:lnTo>
                    <a:lnTo>
                      <a:pt x="105" y="332"/>
                    </a:lnTo>
                    <a:lnTo>
                      <a:pt x="105" y="333"/>
                    </a:lnTo>
                    <a:lnTo>
                      <a:pt x="105" y="335"/>
                    </a:lnTo>
                    <a:lnTo>
                      <a:pt x="105" y="338"/>
                    </a:lnTo>
                    <a:lnTo>
                      <a:pt x="105" y="339"/>
                    </a:lnTo>
                    <a:lnTo>
                      <a:pt x="105" y="341"/>
                    </a:lnTo>
                    <a:lnTo>
                      <a:pt x="105" y="344"/>
                    </a:lnTo>
                    <a:lnTo>
                      <a:pt x="104" y="345"/>
                    </a:lnTo>
                    <a:lnTo>
                      <a:pt x="104" y="348"/>
                    </a:lnTo>
                    <a:lnTo>
                      <a:pt x="104" y="351"/>
                    </a:lnTo>
                    <a:lnTo>
                      <a:pt x="104" y="354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24" name="Freeform 9">
                <a:extLst>
                  <a:ext uri="{FF2B5EF4-FFF2-40B4-BE49-F238E27FC236}">
                    <a16:creationId xmlns:a16="http://schemas.microsoft.com/office/drawing/2014/main" id="{12EBAC06-D9BD-421B-BA9D-37CF7520BD3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3133535" y="3217863"/>
                <a:ext cx="82539" cy="279400"/>
              </a:xfrm>
              <a:custGeom>
                <a:avLst/>
                <a:gdLst>
                  <a:gd name="T0" fmla="*/ 2147483646 w 105"/>
                  <a:gd name="T1" fmla="*/ 2147483646 h 353"/>
                  <a:gd name="T2" fmla="*/ 2147483646 w 105"/>
                  <a:gd name="T3" fmla="*/ 2147483646 h 353"/>
                  <a:gd name="T4" fmla="*/ 2147483646 w 105"/>
                  <a:gd name="T5" fmla="*/ 2147483646 h 353"/>
                  <a:gd name="T6" fmla="*/ 2147483646 w 105"/>
                  <a:gd name="T7" fmla="*/ 2147483646 h 353"/>
                  <a:gd name="T8" fmla="*/ 2147483646 w 105"/>
                  <a:gd name="T9" fmla="*/ 2147483646 h 353"/>
                  <a:gd name="T10" fmla="*/ 2147483646 w 105"/>
                  <a:gd name="T11" fmla="*/ 2147483646 h 353"/>
                  <a:gd name="T12" fmla="*/ 2147483646 w 105"/>
                  <a:gd name="T13" fmla="*/ 2147483646 h 353"/>
                  <a:gd name="T14" fmla="*/ 2147483646 w 105"/>
                  <a:gd name="T15" fmla="*/ 2147483646 h 353"/>
                  <a:gd name="T16" fmla="*/ 2147483646 w 105"/>
                  <a:gd name="T17" fmla="*/ 2147483646 h 353"/>
                  <a:gd name="T18" fmla="*/ 2147483646 w 105"/>
                  <a:gd name="T19" fmla="*/ 2147483646 h 353"/>
                  <a:gd name="T20" fmla="*/ 2147483646 w 105"/>
                  <a:gd name="T21" fmla="*/ 2147483646 h 353"/>
                  <a:gd name="T22" fmla="*/ 2147483646 w 105"/>
                  <a:gd name="T23" fmla="*/ 2147483646 h 353"/>
                  <a:gd name="T24" fmla="*/ 2147483646 w 105"/>
                  <a:gd name="T25" fmla="*/ 2147483646 h 353"/>
                  <a:gd name="T26" fmla="*/ 2147483646 w 105"/>
                  <a:gd name="T27" fmla="*/ 2147483646 h 353"/>
                  <a:gd name="T28" fmla="*/ 2147483646 w 105"/>
                  <a:gd name="T29" fmla="*/ 2147483646 h 353"/>
                  <a:gd name="T30" fmla="*/ 2147483646 w 105"/>
                  <a:gd name="T31" fmla="*/ 2147483646 h 353"/>
                  <a:gd name="T32" fmla="*/ 2147483646 w 105"/>
                  <a:gd name="T33" fmla="*/ 2147483646 h 353"/>
                  <a:gd name="T34" fmla="*/ 2147483646 w 105"/>
                  <a:gd name="T35" fmla="*/ 2147483646 h 353"/>
                  <a:gd name="T36" fmla="*/ 2147483646 w 105"/>
                  <a:gd name="T37" fmla="*/ 2147483646 h 353"/>
                  <a:gd name="T38" fmla="*/ 2147483646 w 105"/>
                  <a:gd name="T39" fmla="*/ 2147483646 h 353"/>
                  <a:gd name="T40" fmla="*/ 2147483646 w 105"/>
                  <a:gd name="T41" fmla="*/ 2147483646 h 353"/>
                  <a:gd name="T42" fmla="*/ 2147483646 w 105"/>
                  <a:gd name="T43" fmla="*/ 2147483646 h 353"/>
                  <a:gd name="T44" fmla="*/ 2147483646 w 105"/>
                  <a:gd name="T45" fmla="*/ 2147483646 h 353"/>
                  <a:gd name="T46" fmla="*/ 2147483646 w 105"/>
                  <a:gd name="T47" fmla="*/ 2147483646 h 353"/>
                  <a:gd name="T48" fmla="*/ 2147483646 w 105"/>
                  <a:gd name="T49" fmla="*/ 2147483646 h 353"/>
                  <a:gd name="T50" fmla="*/ 2147483646 w 105"/>
                  <a:gd name="T51" fmla="*/ 2147483646 h 353"/>
                  <a:gd name="T52" fmla="*/ 2147483646 w 105"/>
                  <a:gd name="T53" fmla="*/ 2147483646 h 353"/>
                  <a:gd name="T54" fmla="*/ 2147483646 w 105"/>
                  <a:gd name="T55" fmla="*/ 2147483646 h 353"/>
                  <a:gd name="T56" fmla="*/ 2147483646 w 105"/>
                  <a:gd name="T57" fmla="*/ 2147483646 h 353"/>
                  <a:gd name="T58" fmla="*/ 2147483646 w 105"/>
                  <a:gd name="T59" fmla="*/ 2147483646 h 353"/>
                  <a:gd name="T60" fmla="*/ 2147483646 w 105"/>
                  <a:gd name="T61" fmla="*/ 2147483646 h 353"/>
                  <a:gd name="T62" fmla="*/ 2147483646 w 105"/>
                  <a:gd name="T63" fmla="*/ 2147483646 h 353"/>
                  <a:gd name="T64" fmla="*/ 2147483646 w 105"/>
                  <a:gd name="T65" fmla="*/ 2147483646 h 353"/>
                  <a:gd name="T66" fmla="*/ 2147483646 w 105"/>
                  <a:gd name="T67" fmla="*/ 2147483646 h 353"/>
                  <a:gd name="T68" fmla="*/ 2147483646 w 105"/>
                  <a:gd name="T69" fmla="*/ 2147483646 h 353"/>
                  <a:gd name="T70" fmla="*/ 2147483646 w 105"/>
                  <a:gd name="T71" fmla="*/ 2147483646 h 353"/>
                  <a:gd name="T72" fmla="*/ 2147483646 w 105"/>
                  <a:gd name="T73" fmla="*/ 2147483646 h 353"/>
                  <a:gd name="T74" fmla="*/ 2147483646 w 105"/>
                  <a:gd name="T75" fmla="*/ 2147483646 h 353"/>
                  <a:gd name="T76" fmla="*/ 2147483646 w 105"/>
                  <a:gd name="T77" fmla="*/ 2147483646 h 353"/>
                  <a:gd name="T78" fmla="*/ 2147483646 w 105"/>
                  <a:gd name="T79" fmla="*/ 2147483646 h 353"/>
                  <a:gd name="T80" fmla="*/ 2147483646 w 105"/>
                  <a:gd name="T81" fmla="*/ 2147483646 h 353"/>
                  <a:gd name="T82" fmla="*/ 2147483646 w 105"/>
                  <a:gd name="T83" fmla="*/ 2147483646 h 353"/>
                  <a:gd name="T84" fmla="*/ 2147483646 w 105"/>
                  <a:gd name="T85" fmla="*/ 2147483646 h 353"/>
                  <a:gd name="T86" fmla="*/ 2147483646 w 105"/>
                  <a:gd name="T87" fmla="*/ 2147483646 h 353"/>
                  <a:gd name="T88" fmla="*/ 2147483646 w 105"/>
                  <a:gd name="T89" fmla="*/ 2147483646 h 353"/>
                  <a:gd name="T90" fmla="*/ 2147483646 w 105"/>
                  <a:gd name="T91" fmla="*/ 2147483646 h 353"/>
                  <a:gd name="T92" fmla="*/ 2147483646 w 105"/>
                  <a:gd name="T93" fmla="*/ 2147483646 h 353"/>
                  <a:gd name="T94" fmla="*/ 2147483646 w 105"/>
                  <a:gd name="T95" fmla="*/ 2147483646 h 353"/>
                  <a:gd name="T96" fmla="*/ 2147483646 w 105"/>
                  <a:gd name="T97" fmla="*/ 2147483646 h 353"/>
                  <a:gd name="T98" fmla="*/ 2147483646 w 105"/>
                  <a:gd name="T99" fmla="*/ 2147483646 h 353"/>
                  <a:gd name="T100" fmla="*/ 2147483646 w 105"/>
                  <a:gd name="T101" fmla="*/ 2147483646 h 353"/>
                  <a:gd name="T102" fmla="*/ 2147483646 w 105"/>
                  <a:gd name="T103" fmla="*/ 2147483646 h 353"/>
                  <a:gd name="T104" fmla="*/ 2147483646 w 105"/>
                  <a:gd name="T105" fmla="*/ 2147483646 h 353"/>
                  <a:gd name="T106" fmla="*/ 2147483646 w 105"/>
                  <a:gd name="T107" fmla="*/ 2147483646 h 353"/>
                  <a:gd name="T108" fmla="*/ 2147483646 w 105"/>
                  <a:gd name="T109" fmla="*/ 2147483646 h 353"/>
                  <a:gd name="T110" fmla="*/ 2147483646 w 105"/>
                  <a:gd name="T111" fmla="*/ 2147483646 h 353"/>
                  <a:gd name="T112" fmla="*/ 2147483646 w 105"/>
                  <a:gd name="T113" fmla="*/ 2147483646 h 353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05" h="353">
                    <a:moveTo>
                      <a:pt x="0" y="353"/>
                    </a:moveTo>
                    <a:lnTo>
                      <a:pt x="3" y="350"/>
                    </a:lnTo>
                    <a:lnTo>
                      <a:pt x="4" y="345"/>
                    </a:lnTo>
                    <a:lnTo>
                      <a:pt x="6" y="342"/>
                    </a:lnTo>
                    <a:lnTo>
                      <a:pt x="9" y="339"/>
                    </a:lnTo>
                    <a:lnTo>
                      <a:pt x="10" y="336"/>
                    </a:lnTo>
                    <a:lnTo>
                      <a:pt x="12" y="333"/>
                    </a:lnTo>
                    <a:lnTo>
                      <a:pt x="13" y="330"/>
                    </a:lnTo>
                    <a:lnTo>
                      <a:pt x="15" y="329"/>
                    </a:lnTo>
                    <a:lnTo>
                      <a:pt x="16" y="326"/>
                    </a:lnTo>
                    <a:lnTo>
                      <a:pt x="16" y="324"/>
                    </a:lnTo>
                    <a:lnTo>
                      <a:pt x="18" y="321"/>
                    </a:lnTo>
                    <a:lnTo>
                      <a:pt x="19" y="320"/>
                    </a:lnTo>
                    <a:lnTo>
                      <a:pt x="19" y="318"/>
                    </a:lnTo>
                    <a:lnTo>
                      <a:pt x="21" y="317"/>
                    </a:lnTo>
                    <a:lnTo>
                      <a:pt x="22" y="314"/>
                    </a:lnTo>
                    <a:lnTo>
                      <a:pt x="22" y="313"/>
                    </a:lnTo>
                    <a:lnTo>
                      <a:pt x="24" y="311"/>
                    </a:lnTo>
                    <a:lnTo>
                      <a:pt x="24" y="310"/>
                    </a:lnTo>
                    <a:lnTo>
                      <a:pt x="25" y="308"/>
                    </a:lnTo>
                    <a:lnTo>
                      <a:pt x="25" y="307"/>
                    </a:lnTo>
                    <a:lnTo>
                      <a:pt x="27" y="307"/>
                    </a:lnTo>
                    <a:lnTo>
                      <a:pt x="27" y="305"/>
                    </a:lnTo>
                    <a:lnTo>
                      <a:pt x="27" y="304"/>
                    </a:lnTo>
                    <a:lnTo>
                      <a:pt x="28" y="302"/>
                    </a:lnTo>
                    <a:lnTo>
                      <a:pt x="28" y="301"/>
                    </a:lnTo>
                    <a:lnTo>
                      <a:pt x="29" y="299"/>
                    </a:lnTo>
                    <a:lnTo>
                      <a:pt x="29" y="298"/>
                    </a:lnTo>
                    <a:lnTo>
                      <a:pt x="31" y="296"/>
                    </a:lnTo>
                    <a:lnTo>
                      <a:pt x="31" y="293"/>
                    </a:lnTo>
                    <a:lnTo>
                      <a:pt x="32" y="292"/>
                    </a:lnTo>
                    <a:lnTo>
                      <a:pt x="32" y="290"/>
                    </a:lnTo>
                    <a:lnTo>
                      <a:pt x="34" y="289"/>
                    </a:lnTo>
                    <a:lnTo>
                      <a:pt x="34" y="286"/>
                    </a:lnTo>
                    <a:lnTo>
                      <a:pt x="35" y="284"/>
                    </a:lnTo>
                    <a:lnTo>
                      <a:pt x="35" y="283"/>
                    </a:lnTo>
                    <a:lnTo>
                      <a:pt x="37" y="281"/>
                    </a:lnTo>
                    <a:lnTo>
                      <a:pt x="37" y="280"/>
                    </a:lnTo>
                    <a:lnTo>
                      <a:pt x="38" y="278"/>
                    </a:lnTo>
                    <a:lnTo>
                      <a:pt x="38" y="277"/>
                    </a:lnTo>
                    <a:lnTo>
                      <a:pt x="38" y="275"/>
                    </a:lnTo>
                    <a:lnTo>
                      <a:pt x="40" y="274"/>
                    </a:lnTo>
                    <a:lnTo>
                      <a:pt x="40" y="272"/>
                    </a:lnTo>
                    <a:lnTo>
                      <a:pt x="40" y="271"/>
                    </a:lnTo>
                    <a:lnTo>
                      <a:pt x="41" y="269"/>
                    </a:lnTo>
                    <a:lnTo>
                      <a:pt x="41" y="268"/>
                    </a:lnTo>
                    <a:lnTo>
                      <a:pt x="43" y="267"/>
                    </a:lnTo>
                    <a:lnTo>
                      <a:pt x="43" y="265"/>
                    </a:lnTo>
                    <a:lnTo>
                      <a:pt x="43" y="264"/>
                    </a:lnTo>
                    <a:lnTo>
                      <a:pt x="44" y="264"/>
                    </a:lnTo>
                    <a:lnTo>
                      <a:pt x="44" y="262"/>
                    </a:lnTo>
                    <a:lnTo>
                      <a:pt x="44" y="261"/>
                    </a:lnTo>
                    <a:lnTo>
                      <a:pt x="46" y="259"/>
                    </a:lnTo>
                    <a:lnTo>
                      <a:pt x="46" y="258"/>
                    </a:lnTo>
                    <a:lnTo>
                      <a:pt x="46" y="256"/>
                    </a:lnTo>
                    <a:lnTo>
                      <a:pt x="47" y="255"/>
                    </a:lnTo>
                    <a:lnTo>
                      <a:pt x="47" y="253"/>
                    </a:lnTo>
                    <a:lnTo>
                      <a:pt x="49" y="252"/>
                    </a:lnTo>
                    <a:lnTo>
                      <a:pt x="49" y="250"/>
                    </a:lnTo>
                    <a:lnTo>
                      <a:pt x="50" y="247"/>
                    </a:lnTo>
                    <a:lnTo>
                      <a:pt x="50" y="246"/>
                    </a:lnTo>
                    <a:lnTo>
                      <a:pt x="52" y="244"/>
                    </a:lnTo>
                    <a:lnTo>
                      <a:pt x="52" y="241"/>
                    </a:lnTo>
                    <a:lnTo>
                      <a:pt x="53" y="238"/>
                    </a:lnTo>
                    <a:lnTo>
                      <a:pt x="55" y="237"/>
                    </a:lnTo>
                    <a:lnTo>
                      <a:pt x="55" y="234"/>
                    </a:lnTo>
                    <a:lnTo>
                      <a:pt x="56" y="232"/>
                    </a:lnTo>
                    <a:lnTo>
                      <a:pt x="56" y="229"/>
                    </a:lnTo>
                    <a:lnTo>
                      <a:pt x="58" y="228"/>
                    </a:lnTo>
                    <a:lnTo>
                      <a:pt x="58" y="226"/>
                    </a:lnTo>
                    <a:lnTo>
                      <a:pt x="59" y="225"/>
                    </a:lnTo>
                    <a:lnTo>
                      <a:pt x="59" y="224"/>
                    </a:lnTo>
                    <a:lnTo>
                      <a:pt x="59" y="222"/>
                    </a:lnTo>
                    <a:lnTo>
                      <a:pt x="61" y="221"/>
                    </a:lnTo>
                    <a:lnTo>
                      <a:pt x="61" y="219"/>
                    </a:lnTo>
                    <a:lnTo>
                      <a:pt x="61" y="218"/>
                    </a:lnTo>
                    <a:lnTo>
                      <a:pt x="62" y="216"/>
                    </a:lnTo>
                    <a:lnTo>
                      <a:pt x="62" y="215"/>
                    </a:lnTo>
                    <a:lnTo>
                      <a:pt x="62" y="213"/>
                    </a:lnTo>
                    <a:lnTo>
                      <a:pt x="64" y="212"/>
                    </a:lnTo>
                    <a:lnTo>
                      <a:pt x="64" y="210"/>
                    </a:lnTo>
                    <a:lnTo>
                      <a:pt x="64" y="209"/>
                    </a:lnTo>
                    <a:lnTo>
                      <a:pt x="65" y="207"/>
                    </a:lnTo>
                    <a:lnTo>
                      <a:pt x="65" y="206"/>
                    </a:lnTo>
                    <a:lnTo>
                      <a:pt x="65" y="204"/>
                    </a:lnTo>
                    <a:lnTo>
                      <a:pt x="67" y="203"/>
                    </a:lnTo>
                    <a:lnTo>
                      <a:pt x="67" y="201"/>
                    </a:lnTo>
                    <a:lnTo>
                      <a:pt x="67" y="200"/>
                    </a:lnTo>
                    <a:lnTo>
                      <a:pt x="68" y="198"/>
                    </a:lnTo>
                    <a:lnTo>
                      <a:pt x="68" y="197"/>
                    </a:lnTo>
                    <a:lnTo>
                      <a:pt x="68" y="194"/>
                    </a:lnTo>
                    <a:lnTo>
                      <a:pt x="70" y="192"/>
                    </a:lnTo>
                    <a:lnTo>
                      <a:pt x="70" y="189"/>
                    </a:lnTo>
                    <a:lnTo>
                      <a:pt x="71" y="188"/>
                    </a:lnTo>
                    <a:lnTo>
                      <a:pt x="71" y="185"/>
                    </a:lnTo>
                    <a:lnTo>
                      <a:pt x="72" y="183"/>
                    </a:lnTo>
                    <a:lnTo>
                      <a:pt x="72" y="181"/>
                    </a:lnTo>
                    <a:lnTo>
                      <a:pt x="74" y="179"/>
                    </a:lnTo>
                    <a:lnTo>
                      <a:pt x="74" y="176"/>
                    </a:lnTo>
                    <a:lnTo>
                      <a:pt x="75" y="175"/>
                    </a:lnTo>
                    <a:lnTo>
                      <a:pt x="75" y="173"/>
                    </a:lnTo>
                    <a:lnTo>
                      <a:pt x="75" y="172"/>
                    </a:lnTo>
                    <a:lnTo>
                      <a:pt x="77" y="169"/>
                    </a:lnTo>
                    <a:lnTo>
                      <a:pt x="77" y="167"/>
                    </a:lnTo>
                    <a:lnTo>
                      <a:pt x="77" y="166"/>
                    </a:lnTo>
                    <a:lnTo>
                      <a:pt x="78" y="164"/>
                    </a:lnTo>
                    <a:lnTo>
                      <a:pt x="78" y="163"/>
                    </a:lnTo>
                    <a:lnTo>
                      <a:pt x="78" y="161"/>
                    </a:lnTo>
                    <a:lnTo>
                      <a:pt x="80" y="160"/>
                    </a:lnTo>
                    <a:lnTo>
                      <a:pt x="80" y="158"/>
                    </a:lnTo>
                    <a:lnTo>
                      <a:pt x="80" y="157"/>
                    </a:lnTo>
                    <a:lnTo>
                      <a:pt x="80" y="155"/>
                    </a:lnTo>
                    <a:lnTo>
                      <a:pt x="81" y="154"/>
                    </a:lnTo>
                    <a:lnTo>
                      <a:pt x="81" y="152"/>
                    </a:lnTo>
                    <a:lnTo>
                      <a:pt x="83" y="151"/>
                    </a:lnTo>
                    <a:lnTo>
                      <a:pt x="83" y="149"/>
                    </a:lnTo>
                    <a:lnTo>
                      <a:pt x="83" y="148"/>
                    </a:lnTo>
                    <a:lnTo>
                      <a:pt x="83" y="146"/>
                    </a:lnTo>
                    <a:lnTo>
                      <a:pt x="84" y="145"/>
                    </a:lnTo>
                    <a:lnTo>
                      <a:pt x="84" y="142"/>
                    </a:lnTo>
                    <a:lnTo>
                      <a:pt x="86" y="140"/>
                    </a:lnTo>
                    <a:lnTo>
                      <a:pt x="86" y="139"/>
                    </a:lnTo>
                    <a:lnTo>
                      <a:pt x="86" y="136"/>
                    </a:lnTo>
                    <a:lnTo>
                      <a:pt x="87" y="135"/>
                    </a:lnTo>
                    <a:lnTo>
                      <a:pt x="87" y="132"/>
                    </a:lnTo>
                    <a:lnTo>
                      <a:pt x="89" y="129"/>
                    </a:lnTo>
                    <a:lnTo>
                      <a:pt x="89" y="127"/>
                    </a:lnTo>
                    <a:lnTo>
                      <a:pt x="90" y="124"/>
                    </a:lnTo>
                    <a:lnTo>
                      <a:pt x="90" y="123"/>
                    </a:lnTo>
                    <a:lnTo>
                      <a:pt x="92" y="121"/>
                    </a:lnTo>
                    <a:lnTo>
                      <a:pt x="92" y="118"/>
                    </a:lnTo>
                    <a:lnTo>
                      <a:pt x="92" y="117"/>
                    </a:lnTo>
                    <a:lnTo>
                      <a:pt x="93" y="115"/>
                    </a:lnTo>
                    <a:lnTo>
                      <a:pt x="93" y="114"/>
                    </a:lnTo>
                    <a:lnTo>
                      <a:pt x="93" y="112"/>
                    </a:lnTo>
                    <a:lnTo>
                      <a:pt x="95" y="111"/>
                    </a:lnTo>
                    <a:lnTo>
                      <a:pt x="95" y="109"/>
                    </a:lnTo>
                    <a:lnTo>
                      <a:pt x="95" y="108"/>
                    </a:lnTo>
                    <a:lnTo>
                      <a:pt x="95" y="106"/>
                    </a:lnTo>
                    <a:lnTo>
                      <a:pt x="96" y="105"/>
                    </a:lnTo>
                    <a:lnTo>
                      <a:pt x="96" y="103"/>
                    </a:lnTo>
                    <a:lnTo>
                      <a:pt x="96" y="102"/>
                    </a:lnTo>
                    <a:lnTo>
                      <a:pt x="96" y="100"/>
                    </a:lnTo>
                    <a:lnTo>
                      <a:pt x="96" y="99"/>
                    </a:lnTo>
                    <a:lnTo>
                      <a:pt x="96" y="97"/>
                    </a:lnTo>
                    <a:lnTo>
                      <a:pt x="96" y="96"/>
                    </a:lnTo>
                    <a:lnTo>
                      <a:pt x="98" y="96"/>
                    </a:lnTo>
                    <a:lnTo>
                      <a:pt x="98" y="95"/>
                    </a:lnTo>
                    <a:lnTo>
                      <a:pt x="98" y="93"/>
                    </a:lnTo>
                    <a:lnTo>
                      <a:pt x="98" y="92"/>
                    </a:lnTo>
                    <a:lnTo>
                      <a:pt x="98" y="89"/>
                    </a:lnTo>
                    <a:lnTo>
                      <a:pt x="98" y="87"/>
                    </a:lnTo>
                    <a:lnTo>
                      <a:pt x="98" y="86"/>
                    </a:lnTo>
                    <a:lnTo>
                      <a:pt x="98" y="84"/>
                    </a:lnTo>
                    <a:lnTo>
                      <a:pt x="98" y="81"/>
                    </a:lnTo>
                    <a:lnTo>
                      <a:pt x="99" y="80"/>
                    </a:lnTo>
                    <a:lnTo>
                      <a:pt x="99" y="77"/>
                    </a:lnTo>
                    <a:lnTo>
                      <a:pt x="99" y="75"/>
                    </a:lnTo>
                    <a:lnTo>
                      <a:pt x="99" y="74"/>
                    </a:lnTo>
                    <a:lnTo>
                      <a:pt x="99" y="72"/>
                    </a:lnTo>
                    <a:lnTo>
                      <a:pt x="99" y="71"/>
                    </a:lnTo>
                    <a:lnTo>
                      <a:pt x="99" y="69"/>
                    </a:lnTo>
                    <a:lnTo>
                      <a:pt x="99" y="68"/>
                    </a:lnTo>
                    <a:lnTo>
                      <a:pt x="99" y="66"/>
                    </a:lnTo>
                    <a:lnTo>
                      <a:pt x="99" y="65"/>
                    </a:lnTo>
                    <a:lnTo>
                      <a:pt x="99" y="63"/>
                    </a:lnTo>
                    <a:lnTo>
                      <a:pt x="101" y="62"/>
                    </a:lnTo>
                    <a:lnTo>
                      <a:pt x="101" y="60"/>
                    </a:lnTo>
                    <a:lnTo>
                      <a:pt x="101" y="59"/>
                    </a:lnTo>
                    <a:lnTo>
                      <a:pt x="101" y="57"/>
                    </a:lnTo>
                    <a:lnTo>
                      <a:pt x="101" y="56"/>
                    </a:lnTo>
                    <a:lnTo>
                      <a:pt x="101" y="54"/>
                    </a:lnTo>
                    <a:lnTo>
                      <a:pt x="101" y="53"/>
                    </a:lnTo>
                    <a:lnTo>
                      <a:pt x="102" y="52"/>
                    </a:lnTo>
                    <a:lnTo>
                      <a:pt x="102" y="50"/>
                    </a:lnTo>
                    <a:lnTo>
                      <a:pt x="102" y="49"/>
                    </a:lnTo>
                    <a:lnTo>
                      <a:pt x="102" y="47"/>
                    </a:lnTo>
                    <a:lnTo>
                      <a:pt x="102" y="46"/>
                    </a:lnTo>
                    <a:lnTo>
                      <a:pt x="102" y="44"/>
                    </a:lnTo>
                    <a:lnTo>
                      <a:pt x="104" y="43"/>
                    </a:lnTo>
                    <a:lnTo>
                      <a:pt x="104" y="41"/>
                    </a:lnTo>
                    <a:lnTo>
                      <a:pt x="104" y="40"/>
                    </a:lnTo>
                    <a:lnTo>
                      <a:pt x="104" y="38"/>
                    </a:lnTo>
                    <a:lnTo>
                      <a:pt x="105" y="37"/>
                    </a:lnTo>
                    <a:lnTo>
                      <a:pt x="105" y="35"/>
                    </a:lnTo>
                    <a:lnTo>
                      <a:pt x="105" y="34"/>
                    </a:lnTo>
                    <a:lnTo>
                      <a:pt x="105" y="32"/>
                    </a:lnTo>
                    <a:lnTo>
                      <a:pt x="105" y="31"/>
                    </a:lnTo>
                    <a:lnTo>
                      <a:pt x="105" y="29"/>
                    </a:lnTo>
                    <a:lnTo>
                      <a:pt x="105" y="28"/>
                    </a:lnTo>
                    <a:lnTo>
                      <a:pt x="105" y="26"/>
                    </a:lnTo>
                    <a:lnTo>
                      <a:pt x="105" y="25"/>
                    </a:lnTo>
                    <a:lnTo>
                      <a:pt x="105" y="23"/>
                    </a:lnTo>
                    <a:lnTo>
                      <a:pt x="105" y="22"/>
                    </a:lnTo>
                    <a:lnTo>
                      <a:pt x="105" y="20"/>
                    </a:lnTo>
                    <a:lnTo>
                      <a:pt x="105" y="19"/>
                    </a:lnTo>
                    <a:lnTo>
                      <a:pt x="105" y="17"/>
                    </a:lnTo>
                    <a:lnTo>
                      <a:pt x="105" y="16"/>
                    </a:lnTo>
                    <a:lnTo>
                      <a:pt x="105" y="14"/>
                    </a:lnTo>
                    <a:lnTo>
                      <a:pt x="105" y="11"/>
                    </a:lnTo>
                    <a:lnTo>
                      <a:pt x="105" y="10"/>
                    </a:lnTo>
                    <a:lnTo>
                      <a:pt x="104" y="7"/>
                    </a:lnTo>
                    <a:lnTo>
                      <a:pt x="104" y="4"/>
                    </a:lnTo>
                    <a:lnTo>
                      <a:pt x="104" y="3"/>
                    </a:lnTo>
                    <a:lnTo>
                      <a:pt x="104" y="0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25" name="Freeform 10">
                <a:extLst>
                  <a:ext uri="{FF2B5EF4-FFF2-40B4-BE49-F238E27FC236}">
                    <a16:creationId xmlns:a16="http://schemas.microsoft.com/office/drawing/2014/main" id="{BB3F5AC5-C715-43BD-A6B6-C64FF7F6B4BD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4012896" y="3489325"/>
                <a:ext cx="187301" cy="1588"/>
              </a:xfrm>
              <a:custGeom>
                <a:avLst/>
                <a:gdLst>
                  <a:gd name="T0" fmla="*/ 2147483646 w 237"/>
                  <a:gd name="T1" fmla="*/ 0 h 1588"/>
                  <a:gd name="T2" fmla="*/ 0 w 237"/>
                  <a:gd name="T3" fmla="*/ 0 h 1588"/>
                  <a:gd name="T4" fmla="*/ 2147483646 w 237"/>
                  <a:gd name="T5" fmla="*/ 0 h 15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7" h="1588">
                    <a:moveTo>
                      <a:pt x="237" y="0"/>
                    </a:moveTo>
                    <a:lnTo>
                      <a:pt x="0" y="0"/>
                    </a:lnTo>
                    <a:lnTo>
                      <a:pt x="237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26" name="Line 11">
                <a:extLst>
                  <a:ext uri="{FF2B5EF4-FFF2-40B4-BE49-F238E27FC236}">
                    <a16:creationId xmlns:a16="http://schemas.microsoft.com/office/drawing/2014/main" id="{9E948F2F-E307-4ECB-9539-320BFDC2E5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4012896" y="3489325"/>
                <a:ext cx="187301" cy="1588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27" name="Freeform 12">
                <a:extLst>
                  <a:ext uri="{FF2B5EF4-FFF2-40B4-BE49-F238E27FC236}">
                    <a16:creationId xmlns:a16="http://schemas.microsoft.com/office/drawing/2014/main" id="{D4BCDC0D-A3EB-4D8A-AC8B-941D51E5387A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4800601" y="3325813"/>
                <a:ext cx="330157" cy="1587"/>
              </a:xfrm>
              <a:custGeom>
                <a:avLst/>
                <a:gdLst>
                  <a:gd name="T0" fmla="*/ 2147483646 w 415"/>
                  <a:gd name="T1" fmla="*/ 0 h 1587"/>
                  <a:gd name="T2" fmla="*/ 0 w 415"/>
                  <a:gd name="T3" fmla="*/ 0 h 1587"/>
                  <a:gd name="T4" fmla="*/ 2147483646 w 415"/>
                  <a:gd name="T5" fmla="*/ 0 h 15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5" h="1587">
                    <a:moveTo>
                      <a:pt x="415" y="0"/>
                    </a:moveTo>
                    <a:lnTo>
                      <a:pt x="0" y="0"/>
                    </a:lnTo>
                    <a:lnTo>
                      <a:pt x="41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28" name="Line 13">
                <a:extLst>
                  <a:ext uri="{FF2B5EF4-FFF2-40B4-BE49-F238E27FC236}">
                    <a16:creationId xmlns:a16="http://schemas.microsoft.com/office/drawing/2014/main" id="{D08BDE6B-08E6-49A0-AD4C-5159FD1D1F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4800601" y="3325813"/>
                <a:ext cx="330157" cy="1587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29" name="Freeform 14">
                <a:extLst>
                  <a:ext uri="{FF2B5EF4-FFF2-40B4-BE49-F238E27FC236}">
                    <a16:creationId xmlns:a16="http://schemas.microsoft.com/office/drawing/2014/main" id="{BFA4E8CF-7BAC-4359-B922-FC8A31906F20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4800601" y="3654425"/>
                <a:ext cx="330157" cy="1588"/>
              </a:xfrm>
              <a:custGeom>
                <a:avLst/>
                <a:gdLst>
                  <a:gd name="T0" fmla="*/ 2147483646 w 415"/>
                  <a:gd name="T1" fmla="*/ 0 h 1588"/>
                  <a:gd name="T2" fmla="*/ 0 w 415"/>
                  <a:gd name="T3" fmla="*/ 0 h 1588"/>
                  <a:gd name="T4" fmla="*/ 2147483646 w 415"/>
                  <a:gd name="T5" fmla="*/ 0 h 15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5" h="1588">
                    <a:moveTo>
                      <a:pt x="415" y="0"/>
                    </a:moveTo>
                    <a:lnTo>
                      <a:pt x="0" y="0"/>
                    </a:lnTo>
                    <a:lnTo>
                      <a:pt x="41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30" name="Line 15">
                <a:extLst>
                  <a:ext uri="{FF2B5EF4-FFF2-40B4-BE49-F238E27FC236}">
                    <a16:creationId xmlns:a16="http://schemas.microsoft.com/office/drawing/2014/main" id="{A7FA57B1-7BD8-49D6-A8CB-E711086C47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4800601" y="3654425"/>
                <a:ext cx="330157" cy="1588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31" name="Line 16">
                <a:extLst>
                  <a:ext uri="{FF2B5EF4-FFF2-40B4-BE49-F238E27FC236}">
                    <a16:creationId xmlns:a16="http://schemas.microsoft.com/office/drawing/2014/main" id="{58EC815A-288D-4DE8-9F6E-55ECFD98AF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5459328" y="3656013"/>
                <a:ext cx="1588" cy="20320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32" name="Line 17">
                <a:extLst>
                  <a:ext uri="{FF2B5EF4-FFF2-40B4-BE49-F238E27FC236}">
                    <a16:creationId xmlns:a16="http://schemas.microsoft.com/office/drawing/2014/main" id="{8C735E18-68CF-4EBF-9988-12466DAAF6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5459328" y="4244975"/>
                <a:ext cx="1588" cy="258763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33" name="Freeform 18">
                <a:extLst>
                  <a:ext uri="{FF2B5EF4-FFF2-40B4-BE49-F238E27FC236}">
                    <a16:creationId xmlns:a16="http://schemas.microsoft.com/office/drawing/2014/main" id="{BAA5794F-789F-4914-8ED8-EBB5958C34B1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5295837" y="3986213"/>
                <a:ext cx="328570" cy="330200"/>
              </a:xfrm>
              <a:custGeom>
                <a:avLst/>
                <a:gdLst>
                  <a:gd name="T0" fmla="*/ 2147483646 w 416"/>
                  <a:gd name="T1" fmla="*/ 2147483646 h 415"/>
                  <a:gd name="T2" fmla="*/ 0 w 416"/>
                  <a:gd name="T3" fmla="*/ 0 h 415"/>
                  <a:gd name="T4" fmla="*/ 2147483646 w 416"/>
                  <a:gd name="T5" fmla="*/ 0 h 415"/>
                  <a:gd name="T6" fmla="*/ 2147483646 w 416"/>
                  <a:gd name="T7" fmla="*/ 2147483646 h 4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16" h="415">
                    <a:moveTo>
                      <a:pt x="208" y="415"/>
                    </a:moveTo>
                    <a:lnTo>
                      <a:pt x="0" y="0"/>
                    </a:lnTo>
                    <a:lnTo>
                      <a:pt x="416" y="0"/>
                    </a:lnTo>
                    <a:lnTo>
                      <a:pt x="208" y="415"/>
                    </a:lnTo>
                    <a:close/>
                  </a:path>
                </a:pathLst>
              </a:custGeom>
              <a:solidFill>
                <a:srgbClr val="FFFFFF"/>
              </a:solidFill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34" name="Freeform 19">
                <a:extLst>
                  <a:ext uri="{FF2B5EF4-FFF2-40B4-BE49-F238E27FC236}">
                    <a16:creationId xmlns:a16="http://schemas.microsoft.com/office/drawing/2014/main" id="{CBAB92A4-39C0-4736-AB36-B28DF05CA77E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5403773" y="3859213"/>
                <a:ext cx="106348" cy="106362"/>
              </a:xfrm>
              <a:custGeom>
                <a:avLst/>
                <a:gdLst>
                  <a:gd name="T0" fmla="*/ 2147483646 w 135"/>
                  <a:gd name="T1" fmla="*/ 2147483646 h 135"/>
                  <a:gd name="T2" fmla="*/ 2147483646 w 135"/>
                  <a:gd name="T3" fmla="*/ 2147483646 h 135"/>
                  <a:gd name="T4" fmla="*/ 2147483646 w 135"/>
                  <a:gd name="T5" fmla="*/ 2147483646 h 135"/>
                  <a:gd name="T6" fmla="*/ 2147483646 w 135"/>
                  <a:gd name="T7" fmla="*/ 2147483646 h 135"/>
                  <a:gd name="T8" fmla="*/ 2147483646 w 135"/>
                  <a:gd name="T9" fmla="*/ 2147483646 h 135"/>
                  <a:gd name="T10" fmla="*/ 2147483646 w 135"/>
                  <a:gd name="T11" fmla="*/ 2147483646 h 135"/>
                  <a:gd name="T12" fmla="*/ 2147483646 w 135"/>
                  <a:gd name="T13" fmla="*/ 2147483646 h 135"/>
                  <a:gd name="T14" fmla="*/ 2147483646 w 135"/>
                  <a:gd name="T15" fmla="*/ 2147483646 h 135"/>
                  <a:gd name="T16" fmla="*/ 2147483646 w 135"/>
                  <a:gd name="T17" fmla="*/ 2147483646 h 135"/>
                  <a:gd name="T18" fmla="*/ 2147483646 w 135"/>
                  <a:gd name="T19" fmla="*/ 2147483646 h 135"/>
                  <a:gd name="T20" fmla="*/ 2147483646 w 135"/>
                  <a:gd name="T21" fmla="*/ 0 h 135"/>
                  <a:gd name="T22" fmla="*/ 2147483646 w 135"/>
                  <a:gd name="T23" fmla="*/ 0 h 135"/>
                  <a:gd name="T24" fmla="*/ 2147483646 w 135"/>
                  <a:gd name="T25" fmla="*/ 2147483646 h 135"/>
                  <a:gd name="T26" fmla="*/ 2147483646 w 135"/>
                  <a:gd name="T27" fmla="*/ 2147483646 h 135"/>
                  <a:gd name="T28" fmla="*/ 2147483646 w 135"/>
                  <a:gd name="T29" fmla="*/ 2147483646 h 135"/>
                  <a:gd name="T30" fmla="*/ 2147483646 w 135"/>
                  <a:gd name="T31" fmla="*/ 2147483646 h 135"/>
                  <a:gd name="T32" fmla="*/ 2147483646 w 135"/>
                  <a:gd name="T33" fmla="*/ 2147483646 h 135"/>
                  <a:gd name="T34" fmla="*/ 2147483646 w 135"/>
                  <a:gd name="T35" fmla="*/ 2147483646 h 135"/>
                  <a:gd name="T36" fmla="*/ 2147483646 w 135"/>
                  <a:gd name="T37" fmla="*/ 2147483646 h 135"/>
                  <a:gd name="T38" fmla="*/ 2147483646 w 135"/>
                  <a:gd name="T39" fmla="*/ 2147483646 h 135"/>
                  <a:gd name="T40" fmla="*/ 2147483646 w 135"/>
                  <a:gd name="T41" fmla="*/ 2147483646 h 135"/>
                  <a:gd name="T42" fmla="*/ 0 w 135"/>
                  <a:gd name="T43" fmla="*/ 2147483646 h 135"/>
                  <a:gd name="T44" fmla="*/ 2147483646 w 135"/>
                  <a:gd name="T45" fmla="*/ 2147483646 h 135"/>
                  <a:gd name="T46" fmla="*/ 2147483646 w 135"/>
                  <a:gd name="T47" fmla="*/ 2147483646 h 135"/>
                  <a:gd name="T48" fmla="*/ 2147483646 w 135"/>
                  <a:gd name="T49" fmla="*/ 2147483646 h 135"/>
                  <a:gd name="T50" fmla="*/ 2147483646 w 135"/>
                  <a:gd name="T51" fmla="*/ 2147483646 h 135"/>
                  <a:gd name="T52" fmla="*/ 2147483646 w 135"/>
                  <a:gd name="T53" fmla="*/ 2147483646 h 135"/>
                  <a:gd name="T54" fmla="*/ 2147483646 w 135"/>
                  <a:gd name="T55" fmla="*/ 2147483646 h 135"/>
                  <a:gd name="T56" fmla="*/ 2147483646 w 135"/>
                  <a:gd name="T57" fmla="*/ 2147483646 h 135"/>
                  <a:gd name="T58" fmla="*/ 2147483646 w 135"/>
                  <a:gd name="T59" fmla="*/ 2147483646 h 135"/>
                  <a:gd name="T60" fmla="*/ 2147483646 w 135"/>
                  <a:gd name="T61" fmla="*/ 2147483646 h 135"/>
                  <a:gd name="T62" fmla="*/ 2147483646 w 135"/>
                  <a:gd name="T63" fmla="*/ 2147483646 h 135"/>
                  <a:gd name="T64" fmla="*/ 2147483646 w 135"/>
                  <a:gd name="T65" fmla="*/ 2147483646 h 135"/>
                  <a:gd name="T66" fmla="*/ 2147483646 w 135"/>
                  <a:gd name="T67" fmla="*/ 2147483646 h 135"/>
                  <a:gd name="T68" fmla="*/ 2147483646 w 135"/>
                  <a:gd name="T69" fmla="*/ 2147483646 h 135"/>
                  <a:gd name="T70" fmla="*/ 2147483646 w 135"/>
                  <a:gd name="T71" fmla="*/ 2147483646 h 135"/>
                  <a:gd name="T72" fmla="*/ 2147483646 w 135"/>
                  <a:gd name="T73" fmla="*/ 2147483646 h 135"/>
                  <a:gd name="T74" fmla="*/ 2147483646 w 135"/>
                  <a:gd name="T75" fmla="*/ 2147483646 h 135"/>
                  <a:gd name="T76" fmla="*/ 2147483646 w 135"/>
                  <a:gd name="T77" fmla="*/ 2147483646 h 135"/>
                  <a:gd name="T78" fmla="*/ 2147483646 w 135"/>
                  <a:gd name="T79" fmla="*/ 2147483646 h 135"/>
                  <a:gd name="T80" fmla="*/ 2147483646 w 135"/>
                  <a:gd name="T81" fmla="*/ 2147483646 h 135"/>
                  <a:gd name="T82" fmla="*/ 2147483646 w 135"/>
                  <a:gd name="T83" fmla="*/ 2147483646 h 135"/>
                  <a:gd name="T84" fmla="*/ 2147483646 w 135"/>
                  <a:gd name="T85" fmla="*/ 2147483646 h 135"/>
                  <a:gd name="T86" fmla="*/ 2147483646 w 135"/>
                  <a:gd name="T87" fmla="*/ 2147483646 h 135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35" h="135">
                    <a:moveTo>
                      <a:pt x="135" y="69"/>
                    </a:moveTo>
                    <a:lnTo>
                      <a:pt x="135" y="64"/>
                    </a:lnTo>
                    <a:lnTo>
                      <a:pt x="135" y="61"/>
                    </a:lnTo>
                    <a:lnTo>
                      <a:pt x="135" y="58"/>
                    </a:lnTo>
                    <a:lnTo>
                      <a:pt x="134" y="54"/>
                    </a:lnTo>
                    <a:lnTo>
                      <a:pt x="134" y="51"/>
                    </a:lnTo>
                    <a:lnTo>
                      <a:pt x="132" y="48"/>
                    </a:lnTo>
                    <a:lnTo>
                      <a:pt x="131" y="45"/>
                    </a:lnTo>
                    <a:lnTo>
                      <a:pt x="131" y="42"/>
                    </a:lnTo>
                    <a:lnTo>
                      <a:pt x="129" y="39"/>
                    </a:lnTo>
                    <a:lnTo>
                      <a:pt x="128" y="36"/>
                    </a:lnTo>
                    <a:lnTo>
                      <a:pt x="126" y="33"/>
                    </a:lnTo>
                    <a:lnTo>
                      <a:pt x="123" y="30"/>
                    </a:lnTo>
                    <a:lnTo>
                      <a:pt x="122" y="27"/>
                    </a:lnTo>
                    <a:lnTo>
                      <a:pt x="120" y="26"/>
                    </a:lnTo>
                    <a:lnTo>
                      <a:pt x="117" y="23"/>
                    </a:lnTo>
                    <a:lnTo>
                      <a:pt x="116" y="20"/>
                    </a:lnTo>
                    <a:lnTo>
                      <a:pt x="113" y="18"/>
                    </a:lnTo>
                    <a:lnTo>
                      <a:pt x="111" y="17"/>
                    </a:lnTo>
                    <a:lnTo>
                      <a:pt x="108" y="14"/>
                    </a:lnTo>
                    <a:lnTo>
                      <a:pt x="105" y="12"/>
                    </a:lnTo>
                    <a:lnTo>
                      <a:pt x="102" y="11"/>
                    </a:lnTo>
                    <a:lnTo>
                      <a:pt x="100" y="9"/>
                    </a:lnTo>
                    <a:lnTo>
                      <a:pt x="97" y="8"/>
                    </a:lnTo>
                    <a:lnTo>
                      <a:pt x="94" y="6"/>
                    </a:lnTo>
                    <a:lnTo>
                      <a:pt x="91" y="5"/>
                    </a:lnTo>
                    <a:lnTo>
                      <a:pt x="88" y="3"/>
                    </a:lnTo>
                    <a:lnTo>
                      <a:pt x="85" y="3"/>
                    </a:lnTo>
                    <a:lnTo>
                      <a:pt x="82" y="2"/>
                    </a:lnTo>
                    <a:lnTo>
                      <a:pt x="79" y="2"/>
                    </a:lnTo>
                    <a:lnTo>
                      <a:pt x="74" y="0"/>
                    </a:lnTo>
                    <a:lnTo>
                      <a:pt x="71" y="0"/>
                    </a:lnTo>
                    <a:lnTo>
                      <a:pt x="68" y="0"/>
                    </a:lnTo>
                    <a:lnTo>
                      <a:pt x="64" y="0"/>
                    </a:lnTo>
                    <a:lnTo>
                      <a:pt x="61" y="0"/>
                    </a:lnTo>
                    <a:lnTo>
                      <a:pt x="58" y="2"/>
                    </a:lnTo>
                    <a:lnTo>
                      <a:pt x="55" y="2"/>
                    </a:lnTo>
                    <a:lnTo>
                      <a:pt x="51" y="3"/>
                    </a:lnTo>
                    <a:lnTo>
                      <a:pt x="48" y="3"/>
                    </a:lnTo>
                    <a:lnTo>
                      <a:pt x="45" y="5"/>
                    </a:lnTo>
                    <a:lnTo>
                      <a:pt x="42" y="6"/>
                    </a:lnTo>
                    <a:lnTo>
                      <a:pt x="39" y="8"/>
                    </a:lnTo>
                    <a:lnTo>
                      <a:pt x="36" y="9"/>
                    </a:lnTo>
                    <a:lnTo>
                      <a:pt x="33" y="11"/>
                    </a:lnTo>
                    <a:lnTo>
                      <a:pt x="30" y="12"/>
                    </a:lnTo>
                    <a:lnTo>
                      <a:pt x="28" y="14"/>
                    </a:lnTo>
                    <a:lnTo>
                      <a:pt x="25" y="17"/>
                    </a:lnTo>
                    <a:lnTo>
                      <a:pt x="22" y="18"/>
                    </a:lnTo>
                    <a:lnTo>
                      <a:pt x="21" y="20"/>
                    </a:lnTo>
                    <a:lnTo>
                      <a:pt x="18" y="23"/>
                    </a:lnTo>
                    <a:lnTo>
                      <a:pt x="16" y="26"/>
                    </a:lnTo>
                    <a:lnTo>
                      <a:pt x="14" y="27"/>
                    </a:lnTo>
                    <a:lnTo>
                      <a:pt x="12" y="30"/>
                    </a:lnTo>
                    <a:lnTo>
                      <a:pt x="11" y="33"/>
                    </a:lnTo>
                    <a:lnTo>
                      <a:pt x="9" y="36"/>
                    </a:lnTo>
                    <a:lnTo>
                      <a:pt x="8" y="39"/>
                    </a:lnTo>
                    <a:lnTo>
                      <a:pt x="6" y="42"/>
                    </a:lnTo>
                    <a:lnTo>
                      <a:pt x="5" y="45"/>
                    </a:lnTo>
                    <a:lnTo>
                      <a:pt x="3" y="48"/>
                    </a:lnTo>
                    <a:lnTo>
                      <a:pt x="3" y="51"/>
                    </a:lnTo>
                    <a:lnTo>
                      <a:pt x="2" y="54"/>
                    </a:lnTo>
                    <a:lnTo>
                      <a:pt x="2" y="58"/>
                    </a:lnTo>
                    <a:lnTo>
                      <a:pt x="2" y="61"/>
                    </a:lnTo>
                    <a:lnTo>
                      <a:pt x="0" y="64"/>
                    </a:lnTo>
                    <a:lnTo>
                      <a:pt x="0" y="69"/>
                    </a:lnTo>
                    <a:lnTo>
                      <a:pt x="0" y="72"/>
                    </a:lnTo>
                    <a:lnTo>
                      <a:pt x="2" y="75"/>
                    </a:lnTo>
                    <a:lnTo>
                      <a:pt x="2" y="78"/>
                    </a:lnTo>
                    <a:lnTo>
                      <a:pt x="2" y="82"/>
                    </a:lnTo>
                    <a:lnTo>
                      <a:pt x="3" y="85"/>
                    </a:lnTo>
                    <a:lnTo>
                      <a:pt x="3" y="88"/>
                    </a:lnTo>
                    <a:lnTo>
                      <a:pt x="5" y="91"/>
                    </a:lnTo>
                    <a:lnTo>
                      <a:pt x="6" y="94"/>
                    </a:lnTo>
                    <a:lnTo>
                      <a:pt x="8" y="97"/>
                    </a:lnTo>
                    <a:lnTo>
                      <a:pt x="9" y="100"/>
                    </a:lnTo>
                    <a:lnTo>
                      <a:pt x="11" y="103"/>
                    </a:lnTo>
                    <a:lnTo>
                      <a:pt x="12" y="106"/>
                    </a:lnTo>
                    <a:lnTo>
                      <a:pt x="14" y="109"/>
                    </a:lnTo>
                    <a:lnTo>
                      <a:pt x="16" y="110"/>
                    </a:lnTo>
                    <a:lnTo>
                      <a:pt x="18" y="113"/>
                    </a:lnTo>
                    <a:lnTo>
                      <a:pt x="21" y="116"/>
                    </a:lnTo>
                    <a:lnTo>
                      <a:pt x="22" y="118"/>
                    </a:lnTo>
                    <a:lnTo>
                      <a:pt x="25" y="121"/>
                    </a:lnTo>
                    <a:lnTo>
                      <a:pt x="28" y="122"/>
                    </a:lnTo>
                    <a:lnTo>
                      <a:pt x="30" y="123"/>
                    </a:lnTo>
                    <a:lnTo>
                      <a:pt x="33" y="125"/>
                    </a:lnTo>
                    <a:lnTo>
                      <a:pt x="36" y="126"/>
                    </a:lnTo>
                    <a:lnTo>
                      <a:pt x="39" y="128"/>
                    </a:lnTo>
                    <a:lnTo>
                      <a:pt x="42" y="129"/>
                    </a:lnTo>
                    <a:lnTo>
                      <a:pt x="45" y="131"/>
                    </a:lnTo>
                    <a:lnTo>
                      <a:pt x="48" y="132"/>
                    </a:lnTo>
                    <a:lnTo>
                      <a:pt x="51" y="134"/>
                    </a:lnTo>
                    <a:lnTo>
                      <a:pt x="55" y="134"/>
                    </a:lnTo>
                    <a:lnTo>
                      <a:pt x="58" y="134"/>
                    </a:lnTo>
                    <a:lnTo>
                      <a:pt x="61" y="135"/>
                    </a:lnTo>
                    <a:lnTo>
                      <a:pt x="64" y="135"/>
                    </a:lnTo>
                    <a:lnTo>
                      <a:pt x="68" y="135"/>
                    </a:lnTo>
                    <a:lnTo>
                      <a:pt x="71" y="135"/>
                    </a:lnTo>
                    <a:lnTo>
                      <a:pt x="74" y="135"/>
                    </a:lnTo>
                    <a:lnTo>
                      <a:pt x="79" y="134"/>
                    </a:lnTo>
                    <a:lnTo>
                      <a:pt x="82" y="134"/>
                    </a:lnTo>
                    <a:lnTo>
                      <a:pt x="85" y="134"/>
                    </a:lnTo>
                    <a:lnTo>
                      <a:pt x="88" y="132"/>
                    </a:lnTo>
                    <a:lnTo>
                      <a:pt x="91" y="131"/>
                    </a:lnTo>
                    <a:lnTo>
                      <a:pt x="94" y="129"/>
                    </a:lnTo>
                    <a:lnTo>
                      <a:pt x="97" y="128"/>
                    </a:lnTo>
                    <a:lnTo>
                      <a:pt x="100" y="126"/>
                    </a:lnTo>
                    <a:lnTo>
                      <a:pt x="102" y="125"/>
                    </a:lnTo>
                    <a:lnTo>
                      <a:pt x="105" y="123"/>
                    </a:lnTo>
                    <a:lnTo>
                      <a:pt x="108" y="122"/>
                    </a:lnTo>
                    <a:lnTo>
                      <a:pt x="111" y="121"/>
                    </a:lnTo>
                    <a:lnTo>
                      <a:pt x="113" y="118"/>
                    </a:lnTo>
                    <a:lnTo>
                      <a:pt x="116" y="116"/>
                    </a:lnTo>
                    <a:lnTo>
                      <a:pt x="117" y="113"/>
                    </a:lnTo>
                    <a:lnTo>
                      <a:pt x="120" y="110"/>
                    </a:lnTo>
                    <a:lnTo>
                      <a:pt x="122" y="109"/>
                    </a:lnTo>
                    <a:lnTo>
                      <a:pt x="123" y="106"/>
                    </a:lnTo>
                    <a:lnTo>
                      <a:pt x="126" y="103"/>
                    </a:lnTo>
                    <a:lnTo>
                      <a:pt x="128" y="100"/>
                    </a:lnTo>
                    <a:lnTo>
                      <a:pt x="129" y="97"/>
                    </a:lnTo>
                    <a:lnTo>
                      <a:pt x="131" y="94"/>
                    </a:lnTo>
                    <a:lnTo>
                      <a:pt x="131" y="91"/>
                    </a:lnTo>
                    <a:lnTo>
                      <a:pt x="132" y="88"/>
                    </a:lnTo>
                    <a:lnTo>
                      <a:pt x="134" y="85"/>
                    </a:lnTo>
                    <a:lnTo>
                      <a:pt x="134" y="82"/>
                    </a:lnTo>
                    <a:lnTo>
                      <a:pt x="135" y="78"/>
                    </a:lnTo>
                    <a:lnTo>
                      <a:pt x="135" y="75"/>
                    </a:lnTo>
                    <a:lnTo>
                      <a:pt x="135" y="72"/>
                    </a:lnTo>
                    <a:lnTo>
                      <a:pt x="135" y="69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35" name="Freeform 20">
                <a:extLst>
                  <a:ext uri="{FF2B5EF4-FFF2-40B4-BE49-F238E27FC236}">
                    <a16:creationId xmlns:a16="http://schemas.microsoft.com/office/drawing/2014/main" id="{DEA4DB55-4087-4550-93B4-48426CA1B09D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4012896" y="2336800"/>
                <a:ext cx="187301" cy="1588"/>
              </a:xfrm>
              <a:custGeom>
                <a:avLst/>
                <a:gdLst>
                  <a:gd name="T0" fmla="*/ 2147483646 w 237"/>
                  <a:gd name="T1" fmla="*/ 0 h 1588"/>
                  <a:gd name="T2" fmla="*/ 0 w 237"/>
                  <a:gd name="T3" fmla="*/ 0 h 1588"/>
                  <a:gd name="T4" fmla="*/ 2147483646 w 237"/>
                  <a:gd name="T5" fmla="*/ 0 h 15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7" h="1588">
                    <a:moveTo>
                      <a:pt x="237" y="0"/>
                    </a:moveTo>
                    <a:lnTo>
                      <a:pt x="0" y="0"/>
                    </a:lnTo>
                    <a:lnTo>
                      <a:pt x="2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36" name="Line 21">
                <a:extLst>
                  <a:ext uri="{FF2B5EF4-FFF2-40B4-BE49-F238E27FC236}">
                    <a16:creationId xmlns:a16="http://schemas.microsoft.com/office/drawing/2014/main" id="{33C7B2D9-3400-4655-8C85-CAC1C0D9E1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4012896" y="2336800"/>
                <a:ext cx="187301" cy="1588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37" name="Freeform 22">
                <a:extLst>
                  <a:ext uri="{FF2B5EF4-FFF2-40B4-BE49-F238E27FC236}">
                    <a16:creationId xmlns:a16="http://schemas.microsoft.com/office/drawing/2014/main" id="{8EF32F9B-907A-4F4D-9546-0911957B2911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4800601" y="2171700"/>
                <a:ext cx="330157" cy="1588"/>
              </a:xfrm>
              <a:custGeom>
                <a:avLst/>
                <a:gdLst>
                  <a:gd name="T0" fmla="*/ 2147483646 w 415"/>
                  <a:gd name="T1" fmla="*/ 0 h 1588"/>
                  <a:gd name="T2" fmla="*/ 0 w 415"/>
                  <a:gd name="T3" fmla="*/ 0 h 1588"/>
                  <a:gd name="T4" fmla="*/ 2147483646 w 415"/>
                  <a:gd name="T5" fmla="*/ 0 h 15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5" h="1588">
                    <a:moveTo>
                      <a:pt x="415" y="0"/>
                    </a:moveTo>
                    <a:lnTo>
                      <a:pt x="0" y="0"/>
                    </a:lnTo>
                    <a:lnTo>
                      <a:pt x="41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38" name="Line 23">
                <a:extLst>
                  <a:ext uri="{FF2B5EF4-FFF2-40B4-BE49-F238E27FC236}">
                    <a16:creationId xmlns:a16="http://schemas.microsoft.com/office/drawing/2014/main" id="{F7F8BFCB-E9DD-48EB-81DB-0A4CD97D90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4800601" y="2171700"/>
                <a:ext cx="330157" cy="1588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39" name="Freeform 24">
                <a:extLst>
                  <a:ext uri="{FF2B5EF4-FFF2-40B4-BE49-F238E27FC236}">
                    <a16:creationId xmlns:a16="http://schemas.microsoft.com/office/drawing/2014/main" id="{94B2DA6C-61B7-4A83-BFDF-0FEF9FFDA4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4800601" y="2501900"/>
                <a:ext cx="330157" cy="1588"/>
              </a:xfrm>
              <a:custGeom>
                <a:avLst/>
                <a:gdLst>
                  <a:gd name="T0" fmla="*/ 2147483646 w 415"/>
                  <a:gd name="T1" fmla="*/ 0 h 1588"/>
                  <a:gd name="T2" fmla="*/ 0 w 415"/>
                  <a:gd name="T3" fmla="*/ 0 h 1588"/>
                  <a:gd name="T4" fmla="*/ 2147483646 w 415"/>
                  <a:gd name="T5" fmla="*/ 0 h 15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5" h="1588">
                    <a:moveTo>
                      <a:pt x="415" y="0"/>
                    </a:moveTo>
                    <a:lnTo>
                      <a:pt x="0" y="0"/>
                    </a:lnTo>
                    <a:lnTo>
                      <a:pt x="41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40" name="Line 25">
                <a:extLst>
                  <a:ext uri="{FF2B5EF4-FFF2-40B4-BE49-F238E27FC236}">
                    <a16:creationId xmlns:a16="http://schemas.microsoft.com/office/drawing/2014/main" id="{CD221C73-0386-4C5C-A84B-30AEC419A0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4800601" y="2501900"/>
                <a:ext cx="330157" cy="1588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41" name="Line 26">
                <a:extLst>
                  <a:ext uri="{FF2B5EF4-FFF2-40B4-BE49-F238E27FC236}">
                    <a16:creationId xmlns:a16="http://schemas.microsoft.com/office/drawing/2014/main" id="{B84DE4DE-AE1B-450E-A138-1C43C831F9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5130758" y="4832350"/>
                <a:ext cx="1506343" cy="1588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42" name="Line 27">
                <a:extLst>
                  <a:ext uri="{FF2B5EF4-FFF2-40B4-BE49-F238E27FC236}">
                    <a16:creationId xmlns:a16="http://schemas.microsoft.com/office/drawing/2014/main" id="{BD68AEB7-F21E-48C4-816E-98D72A794F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5130758" y="4502150"/>
                <a:ext cx="1506343" cy="1588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43" name="Line 28">
                <a:extLst>
                  <a:ext uri="{FF2B5EF4-FFF2-40B4-BE49-F238E27FC236}">
                    <a16:creationId xmlns:a16="http://schemas.microsoft.com/office/drawing/2014/main" id="{DB144940-FED3-438F-8DD8-385FFE505E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5130758" y="3654425"/>
                <a:ext cx="330157" cy="1588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44" name="Line 29">
                <a:extLst>
                  <a:ext uri="{FF2B5EF4-FFF2-40B4-BE49-F238E27FC236}">
                    <a16:creationId xmlns:a16="http://schemas.microsoft.com/office/drawing/2014/main" id="{0D7FB184-B902-47F8-8215-BABE831595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V="1">
                <a:off x="6119643" y="2338388"/>
                <a:ext cx="0" cy="179387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45" name="Line 30">
                <a:extLst>
                  <a:ext uri="{FF2B5EF4-FFF2-40B4-BE49-F238E27FC236}">
                    <a16:creationId xmlns:a16="http://schemas.microsoft.com/office/drawing/2014/main" id="{58AE7B6E-49DA-4950-9C65-DACA0A0DC4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6116468" y="2903538"/>
                <a:ext cx="3175" cy="258762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46" name="Freeform 31">
                <a:extLst>
                  <a:ext uri="{FF2B5EF4-FFF2-40B4-BE49-F238E27FC236}">
                    <a16:creationId xmlns:a16="http://schemas.microsoft.com/office/drawing/2014/main" id="{BE7098E1-2A04-4CEF-97FA-E9DEC83F9DBE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5954564" y="2644775"/>
                <a:ext cx="330157" cy="328613"/>
              </a:xfrm>
              <a:custGeom>
                <a:avLst/>
                <a:gdLst>
                  <a:gd name="T0" fmla="*/ 2147483646 w 415"/>
                  <a:gd name="T1" fmla="*/ 2147483646 h 415"/>
                  <a:gd name="T2" fmla="*/ 0 w 415"/>
                  <a:gd name="T3" fmla="*/ 0 h 415"/>
                  <a:gd name="T4" fmla="*/ 2147483646 w 415"/>
                  <a:gd name="T5" fmla="*/ 0 h 415"/>
                  <a:gd name="T6" fmla="*/ 2147483646 w 415"/>
                  <a:gd name="T7" fmla="*/ 2147483646 h 4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15" h="415">
                    <a:moveTo>
                      <a:pt x="208" y="415"/>
                    </a:moveTo>
                    <a:lnTo>
                      <a:pt x="0" y="0"/>
                    </a:lnTo>
                    <a:lnTo>
                      <a:pt x="415" y="0"/>
                    </a:lnTo>
                    <a:lnTo>
                      <a:pt x="208" y="415"/>
                    </a:lnTo>
                    <a:close/>
                  </a:path>
                </a:pathLst>
              </a:custGeom>
              <a:solidFill>
                <a:srgbClr val="FFFFFF"/>
              </a:solidFill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47" name="Freeform 32">
                <a:extLst>
                  <a:ext uri="{FF2B5EF4-FFF2-40B4-BE49-F238E27FC236}">
                    <a16:creationId xmlns:a16="http://schemas.microsoft.com/office/drawing/2014/main" id="{E6C7E0DF-5D56-4F61-B67E-D500C366FFE2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6062500" y="2517775"/>
                <a:ext cx="107936" cy="106363"/>
              </a:xfrm>
              <a:custGeom>
                <a:avLst/>
                <a:gdLst>
                  <a:gd name="T0" fmla="*/ 2147483646 w 135"/>
                  <a:gd name="T1" fmla="*/ 2147483646 h 135"/>
                  <a:gd name="T2" fmla="*/ 2147483646 w 135"/>
                  <a:gd name="T3" fmla="*/ 2147483646 h 135"/>
                  <a:gd name="T4" fmla="*/ 2147483646 w 135"/>
                  <a:gd name="T5" fmla="*/ 2147483646 h 135"/>
                  <a:gd name="T6" fmla="*/ 2147483646 w 135"/>
                  <a:gd name="T7" fmla="*/ 2147483646 h 135"/>
                  <a:gd name="T8" fmla="*/ 2147483646 w 135"/>
                  <a:gd name="T9" fmla="*/ 2147483646 h 135"/>
                  <a:gd name="T10" fmla="*/ 2147483646 w 135"/>
                  <a:gd name="T11" fmla="*/ 2147483646 h 135"/>
                  <a:gd name="T12" fmla="*/ 2147483646 w 135"/>
                  <a:gd name="T13" fmla="*/ 2147483646 h 135"/>
                  <a:gd name="T14" fmla="*/ 2147483646 w 135"/>
                  <a:gd name="T15" fmla="*/ 2147483646 h 135"/>
                  <a:gd name="T16" fmla="*/ 2147483646 w 135"/>
                  <a:gd name="T17" fmla="*/ 2147483646 h 135"/>
                  <a:gd name="T18" fmla="*/ 2147483646 w 135"/>
                  <a:gd name="T19" fmla="*/ 2147483646 h 135"/>
                  <a:gd name="T20" fmla="*/ 2147483646 w 135"/>
                  <a:gd name="T21" fmla="*/ 0 h 135"/>
                  <a:gd name="T22" fmla="*/ 2147483646 w 135"/>
                  <a:gd name="T23" fmla="*/ 0 h 135"/>
                  <a:gd name="T24" fmla="*/ 2147483646 w 135"/>
                  <a:gd name="T25" fmla="*/ 2147483646 h 135"/>
                  <a:gd name="T26" fmla="*/ 2147483646 w 135"/>
                  <a:gd name="T27" fmla="*/ 2147483646 h 135"/>
                  <a:gd name="T28" fmla="*/ 2147483646 w 135"/>
                  <a:gd name="T29" fmla="*/ 2147483646 h 135"/>
                  <a:gd name="T30" fmla="*/ 2147483646 w 135"/>
                  <a:gd name="T31" fmla="*/ 2147483646 h 135"/>
                  <a:gd name="T32" fmla="*/ 2147483646 w 135"/>
                  <a:gd name="T33" fmla="*/ 2147483646 h 135"/>
                  <a:gd name="T34" fmla="*/ 2147483646 w 135"/>
                  <a:gd name="T35" fmla="*/ 2147483646 h 135"/>
                  <a:gd name="T36" fmla="*/ 2147483646 w 135"/>
                  <a:gd name="T37" fmla="*/ 2147483646 h 135"/>
                  <a:gd name="T38" fmla="*/ 2147483646 w 135"/>
                  <a:gd name="T39" fmla="*/ 2147483646 h 135"/>
                  <a:gd name="T40" fmla="*/ 2147483646 w 135"/>
                  <a:gd name="T41" fmla="*/ 2147483646 h 135"/>
                  <a:gd name="T42" fmla="*/ 0 w 135"/>
                  <a:gd name="T43" fmla="*/ 2147483646 h 135"/>
                  <a:gd name="T44" fmla="*/ 2147483646 w 135"/>
                  <a:gd name="T45" fmla="*/ 2147483646 h 135"/>
                  <a:gd name="T46" fmla="*/ 2147483646 w 135"/>
                  <a:gd name="T47" fmla="*/ 2147483646 h 135"/>
                  <a:gd name="T48" fmla="*/ 2147483646 w 135"/>
                  <a:gd name="T49" fmla="*/ 2147483646 h 135"/>
                  <a:gd name="T50" fmla="*/ 2147483646 w 135"/>
                  <a:gd name="T51" fmla="*/ 2147483646 h 135"/>
                  <a:gd name="T52" fmla="*/ 2147483646 w 135"/>
                  <a:gd name="T53" fmla="*/ 2147483646 h 135"/>
                  <a:gd name="T54" fmla="*/ 2147483646 w 135"/>
                  <a:gd name="T55" fmla="*/ 2147483646 h 135"/>
                  <a:gd name="T56" fmla="*/ 2147483646 w 135"/>
                  <a:gd name="T57" fmla="*/ 2147483646 h 135"/>
                  <a:gd name="T58" fmla="*/ 2147483646 w 135"/>
                  <a:gd name="T59" fmla="*/ 2147483646 h 135"/>
                  <a:gd name="T60" fmla="*/ 2147483646 w 135"/>
                  <a:gd name="T61" fmla="*/ 2147483646 h 135"/>
                  <a:gd name="T62" fmla="*/ 2147483646 w 135"/>
                  <a:gd name="T63" fmla="*/ 2147483646 h 135"/>
                  <a:gd name="T64" fmla="*/ 2147483646 w 135"/>
                  <a:gd name="T65" fmla="*/ 2147483646 h 135"/>
                  <a:gd name="T66" fmla="*/ 2147483646 w 135"/>
                  <a:gd name="T67" fmla="*/ 2147483646 h 135"/>
                  <a:gd name="T68" fmla="*/ 2147483646 w 135"/>
                  <a:gd name="T69" fmla="*/ 2147483646 h 135"/>
                  <a:gd name="T70" fmla="*/ 2147483646 w 135"/>
                  <a:gd name="T71" fmla="*/ 2147483646 h 135"/>
                  <a:gd name="T72" fmla="*/ 2147483646 w 135"/>
                  <a:gd name="T73" fmla="*/ 2147483646 h 135"/>
                  <a:gd name="T74" fmla="*/ 2147483646 w 135"/>
                  <a:gd name="T75" fmla="*/ 2147483646 h 135"/>
                  <a:gd name="T76" fmla="*/ 2147483646 w 135"/>
                  <a:gd name="T77" fmla="*/ 2147483646 h 135"/>
                  <a:gd name="T78" fmla="*/ 2147483646 w 135"/>
                  <a:gd name="T79" fmla="*/ 2147483646 h 135"/>
                  <a:gd name="T80" fmla="*/ 2147483646 w 135"/>
                  <a:gd name="T81" fmla="*/ 2147483646 h 135"/>
                  <a:gd name="T82" fmla="*/ 2147483646 w 135"/>
                  <a:gd name="T83" fmla="*/ 2147483646 h 135"/>
                  <a:gd name="T84" fmla="*/ 2147483646 w 135"/>
                  <a:gd name="T85" fmla="*/ 2147483646 h 135"/>
                  <a:gd name="T86" fmla="*/ 2147483646 w 135"/>
                  <a:gd name="T87" fmla="*/ 2147483646 h 135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35" h="135">
                    <a:moveTo>
                      <a:pt x="135" y="68"/>
                    </a:moveTo>
                    <a:lnTo>
                      <a:pt x="135" y="64"/>
                    </a:lnTo>
                    <a:lnTo>
                      <a:pt x="135" y="61"/>
                    </a:lnTo>
                    <a:lnTo>
                      <a:pt x="135" y="58"/>
                    </a:lnTo>
                    <a:lnTo>
                      <a:pt x="133" y="53"/>
                    </a:lnTo>
                    <a:lnTo>
                      <a:pt x="133" y="50"/>
                    </a:lnTo>
                    <a:lnTo>
                      <a:pt x="132" y="47"/>
                    </a:lnTo>
                    <a:lnTo>
                      <a:pt x="130" y="44"/>
                    </a:lnTo>
                    <a:lnTo>
                      <a:pt x="130" y="41"/>
                    </a:lnTo>
                    <a:lnTo>
                      <a:pt x="129" y="38"/>
                    </a:lnTo>
                    <a:lnTo>
                      <a:pt x="127" y="36"/>
                    </a:lnTo>
                    <a:lnTo>
                      <a:pt x="126" y="33"/>
                    </a:lnTo>
                    <a:lnTo>
                      <a:pt x="123" y="30"/>
                    </a:lnTo>
                    <a:lnTo>
                      <a:pt x="121" y="27"/>
                    </a:lnTo>
                    <a:lnTo>
                      <a:pt x="120" y="25"/>
                    </a:lnTo>
                    <a:lnTo>
                      <a:pt x="117" y="22"/>
                    </a:lnTo>
                    <a:lnTo>
                      <a:pt x="115" y="19"/>
                    </a:lnTo>
                    <a:lnTo>
                      <a:pt x="112" y="18"/>
                    </a:lnTo>
                    <a:lnTo>
                      <a:pt x="111" y="16"/>
                    </a:lnTo>
                    <a:lnTo>
                      <a:pt x="108" y="13"/>
                    </a:lnTo>
                    <a:lnTo>
                      <a:pt x="105" y="12"/>
                    </a:lnTo>
                    <a:lnTo>
                      <a:pt x="102" y="10"/>
                    </a:lnTo>
                    <a:lnTo>
                      <a:pt x="99" y="9"/>
                    </a:lnTo>
                    <a:lnTo>
                      <a:pt x="96" y="7"/>
                    </a:lnTo>
                    <a:lnTo>
                      <a:pt x="93" y="6"/>
                    </a:lnTo>
                    <a:lnTo>
                      <a:pt x="90" y="4"/>
                    </a:lnTo>
                    <a:lnTo>
                      <a:pt x="87" y="3"/>
                    </a:lnTo>
                    <a:lnTo>
                      <a:pt x="84" y="3"/>
                    </a:lnTo>
                    <a:lnTo>
                      <a:pt x="81" y="1"/>
                    </a:lnTo>
                    <a:lnTo>
                      <a:pt x="78" y="1"/>
                    </a:lnTo>
                    <a:lnTo>
                      <a:pt x="74" y="0"/>
                    </a:lnTo>
                    <a:lnTo>
                      <a:pt x="71" y="0"/>
                    </a:lnTo>
                    <a:lnTo>
                      <a:pt x="68" y="0"/>
                    </a:lnTo>
                    <a:lnTo>
                      <a:pt x="64" y="0"/>
                    </a:lnTo>
                    <a:lnTo>
                      <a:pt x="61" y="0"/>
                    </a:lnTo>
                    <a:lnTo>
                      <a:pt x="58" y="1"/>
                    </a:lnTo>
                    <a:lnTo>
                      <a:pt x="55" y="1"/>
                    </a:lnTo>
                    <a:lnTo>
                      <a:pt x="50" y="3"/>
                    </a:lnTo>
                    <a:lnTo>
                      <a:pt x="47" y="3"/>
                    </a:lnTo>
                    <a:lnTo>
                      <a:pt x="44" y="4"/>
                    </a:lnTo>
                    <a:lnTo>
                      <a:pt x="41" y="6"/>
                    </a:lnTo>
                    <a:lnTo>
                      <a:pt x="38" y="7"/>
                    </a:lnTo>
                    <a:lnTo>
                      <a:pt x="35" y="9"/>
                    </a:lnTo>
                    <a:lnTo>
                      <a:pt x="32" y="10"/>
                    </a:lnTo>
                    <a:lnTo>
                      <a:pt x="29" y="12"/>
                    </a:lnTo>
                    <a:lnTo>
                      <a:pt x="28" y="13"/>
                    </a:lnTo>
                    <a:lnTo>
                      <a:pt x="25" y="16"/>
                    </a:lnTo>
                    <a:lnTo>
                      <a:pt x="22" y="18"/>
                    </a:lnTo>
                    <a:lnTo>
                      <a:pt x="21" y="19"/>
                    </a:lnTo>
                    <a:lnTo>
                      <a:pt x="18" y="22"/>
                    </a:lnTo>
                    <a:lnTo>
                      <a:pt x="16" y="25"/>
                    </a:lnTo>
                    <a:lnTo>
                      <a:pt x="13" y="27"/>
                    </a:lnTo>
                    <a:lnTo>
                      <a:pt x="12" y="30"/>
                    </a:lnTo>
                    <a:lnTo>
                      <a:pt x="10" y="33"/>
                    </a:lnTo>
                    <a:lnTo>
                      <a:pt x="9" y="36"/>
                    </a:lnTo>
                    <a:lnTo>
                      <a:pt x="7" y="38"/>
                    </a:lnTo>
                    <a:lnTo>
                      <a:pt x="6" y="41"/>
                    </a:lnTo>
                    <a:lnTo>
                      <a:pt x="4" y="44"/>
                    </a:lnTo>
                    <a:lnTo>
                      <a:pt x="3" y="47"/>
                    </a:lnTo>
                    <a:lnTo>
                      <a:pt x="3" y="50"/>
                    </a:lnTo>
                    <a:lnTo>
                      <a:pt x="1" y="53"/>
                    </a:lnTo>
                    <a:lnTo>
                      <a:pt x="1" y="58"/>
                    </a:lnTo>
                    <a:lnTo>
                      <a:pt x="1" y="61"/>
                    </a:lnTo>
                    <a:lnTo>
                      <a:pt x="0" y="64"/>
                    </a:lnTo>
                    <a:lnTo>
                      <a:pt x="0" y="68"/>
                    </a:lnTo>
                    <a:lnTo>
                      <a:pt x="0" y="71"/>
                    </a:lnTo>
                    <a:lnTo>
                      <a:pt x="1" y="74"/>
                    </a:lnTo>
                    <a:lnTo>
                      <a:pt x="1" y="77"/>
                    </a:lnTo>
                    <a:lnTo>
                      <a:pt x="1" y="81"/>
                    </a:lnTo>
                    <a:lnTo>
                      <a:pt x="3" y="84"/>
                    </a:lnTo>
                    <a:lnTo>
                      <a:pt x="3" y="87"/>
                    </a:lnTo>
                    <a:lnTo>
                      <a:pt x="4" y="90"/>
                    </a:lnTo>
                    <a:lnTo>
                      <a:pt x="6" y="93"/>
                    </a:lnTo>
                    <a:lnTo>
                      <a:pt x="7" y="96"/>
                    </a:lnTo>
                    <a:lnTo>
                      <a:pt x="9" y="99"/>
                    </a:lnTo>
                    <a:lnTo>
                      <a:pt x="10" y="102"/>
                    </a:lnTo>
                    <a:lnTo>
                      <a:pt x="12" y="105"/>
                    </a:lnTo>
                    <a:lnTo>
                      <a:pt x="13" y="108"/>
                    </a:lnTo>
                    <a:lnTo>
                      <a:pt x="16" y="110"/>
                    </a:lnTo>
                    <a:lnTo>
                      <a:pt x="18" y="113"/>
                    </a:lnTo>
                    <a:lnTo>
                      <a:pt x="21" y="116"/>
                    </a:lnTo>
                    <a:lnTo>
                      <a:pt x="22" y="117"/>
                    </a:lnTo>
                    <a:lnTo>
                      <a:pt x="25" y="120"/>
                    </a:lnTo>
                    <a:lnTo>
                      <a:pt x="28" y="122"/>
                    </a:lnTo>
                    <a:lnTo>
                      <a:pt x="29" y="123"/>
                    </a:lnTo>
                    <a:lnTo>
                      <a:pt x="32" y="124"/>
                    </a:lnTo>
                    <a:lnTo>
                      <a:pt x="35" y="126"/>
                    </a:lnTo>
                    <a:lnTo>
                      <a:pt x="38" y="127"/>
                    </a:lnTo>
                    <a:lnTo>
                      <a:pt x="41" y="129"/>
                    </a:lnTo>
                    <a:lnTo>
                      <a:pt x="44" y="130"/>
                    </a:lnTo>
                    <a:lnTo>
                      <a:pt x="47" y="132"/>
                    </a:lnTo>
                    <a:lnTo>
                      <a:pt x="50" y="133"/>
                    </a:lnTo>
                    <a:lnTo>
                      <a:pt x="55" y="133"/>
                    </a:lnTo>
                    <a:lnTo>
                      <a:pt x="58" y="133"/>
                    </a:lnTo>
                    <a:lnTo>
                      <a:pt x="61" y="135"/>
                    </a:lnTo>
                    <a:lnTo>
                      <a:pt x="64" y="135"/>
                    </a:lnTo>
                    <a:lnTo>
                      <a:pt x="68" y="135"/>
                    </a:lnTo>
                    <a:lnTo>
                      <a:pt x="71" y="135"/>
                    </a:lnTo>
                    <a:lnTo>
                      <a:pt x="74" y="135"/>
                    </a:lnTo>
                    <a:lnTo>
                      <a:pt x="78" y="133"/>
                    </a:lnTo>
                    <a:lnTo>
                      <a:pt x="81" y="133"/>
                    </a:lnTo>
                    <a:lnTo>
                      <a:pt x="84" y="133"/>
                    </a:lnTo>
                    <a:lnTo>
                      <a:pt x="87" y="132"/>
                    </a:lnTo>
                    <a:lnTo>
                      <a:pt x="90" y="130"/>
                    </a:lnTo>
                    <a:lnTo>
                      <a:pt x="93" y="129"/>
                    </a:lnTo>
                    <a:lnTo>
                      <a:pt x="96" y="127"/>
                    </a:lnTo>
                    <a:lnTo>
                      <a:pt x="99" y="126"/>
                    </a:lnTo>
                    <a:lnTo>
                      <a:pt x="102" y="124"/>
                    </a:lnTo>
                    <a:lnTo>
                      <a:pt x="105" y="123"/>
                    </a:lnTo>
                    <a:lnTo>
                      <a:pt x="108" y="122"/>
                    </a:lnTo>
                    <a:lnTo>
                      <a:pt x="111" y="120"/>
                    </a:lnTo>
                    <a:lnTo>
                      <a:pt x="112" y="117"/>
                    </a:lnTo>
                    <a:lnTo>
                      <a:pt x="115" y="116"/>
                    </a:lnTo>
                    <a:lnTo>
                      <a:pt x="117" y="113"/>
                    </a:lnTo>
                    <a:lnTo>
                      <a:pt x="120" y="110"/>
                    </a:lnTo>
                    <a:lnTo>
                      <a:pt x="121" y="108"/>
                    </a:lnTo>
                    <a:lnTo>
                      <a:pt x="123" y="105"/>
                    </a:lnTo>
                    <a:lnTo>
                      <a:pt x="126" y="102"/>
                    </a:lnTo>
                    <a:lnTo>
                      <a:pt x="127" y="99"/>
                    </a:lnTo>
                    <a:lnTo>
                      <a:pt x="129" y="96"/>
                    </a:lnTo>
                    <a:lnTo>
                      <a:pt x="130" y="93"/>
                    </a:lnTo>
                    <a:lnTo>
                      <a:pt x="130" y="90"/>
                    </a:lnTo>
                    <a:lnTo>
                      <a:pt x="132" y="87"/>
                    </a:lnTo>
                    <a:lnTo>
                      <a:pt x="133" y="84"/>
                    </a:lnTo>
                    <a:lnTo>
                      <a:pt x="133" y="81"/>
                    </a:lnTo>
                    <a:lnTo>
                      <a:pt x="135" y="77"/>
                    </a:lnTo>
                    <a:lnTo>
                      <a:pt x="135" y="74"/>
                    </a:lnTo>
                    <a:lnTo>
                      <a:pt x="135" y="71"/>
                    </a:lnTo>
                    <a:lnTo>
                      <a:pt x="135" y="68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48" name="Line 33">
                <a:extLst>
                  <a:ext uri="{FF2B5EF4-FFF2-40B4-BE49-F238E27FC236}">
                    <a16:creationId xmlns:a16="http://schemas.microsoft.com/office/drawing/2014/main" id="{87258E6F-883D-4106-B6A4-BB38515B0D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6116468" y="3162300"/>
                <a:ext cx="3175" cy="1341438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49" name="Freeform 34">
                <a:extLst>
                  <a:ext uri="{FF2B5EF4-FFF2-40B4-BE49-F238E27FC236}">
                    <a16:creationId xmlns:a16="http://schemas.microsoft.com/office/drawing/2014/main" id="{3F37920F-9C67-4D56-9FEA-3858EB342FB7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5130758" y="2173288"/>
                <a:ext cx="988884" cy="234950"/>
              </a:xfrm>
              <a:custGeom>
                <a:avLst/>
                <a:gdLst>
                  <a:gd name="T0" fmla="*/ 0 w 1245"/>
                  <a:gd name="T1" fmla="*/ 0 h 297"/>
                  <a:gd name="T2" fmla="*/ 0 w 1245"/>
                  <a:gd name="T3" fmla="*/ 2147483646 h 297"/>
                  <a:gd name="T4" fmla="*/ 2147483646 w 1245"/>
                  <a:gd name="T5" fmla="*/ 2147483646 h 29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45" h="297">
                    <a:moveTo>
                      <a:pt x="0" y="0"/>
                    </a:moveTo>
                    <a:lnTo>
                      <a:pt x="0" y="297"/>
                    </a:lnTo>
                    <a:lnTo>
                      <a:pt x="1245" y="297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50" name="Freeform 35">
                <a:extLst>
                  <a:ext uri="{FF2B5EF4-FFF2-40B4-BE49-F238E27FC236}">
                    <a16:creationId xmlns:a16="http://schemas.microsoft.com/office/drawing/2014/main" id="{D7399E61-E2DA-48D8-9F2B-140B448004B9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5130758" y="2503488"/>
                <a:ext cx="330157" cy="1152525"/>
              </a:xfrm>
              <a:custGeom>
                <a:avLst/>
                <a:gdLst>
                  <a:gd name="T0" fmla="*/ 0 w 415"/>
                  <a:gd name="T1" fmla="*/ 0 h 1454"/>
                  <a:gd name="T2" fmla="*/ 0 w 415"/>
                  <a:gd name="T3" fmla="*/ 2147483646 h 1454"/>
                  <a:gd name="T4" fmla="*/ 2147483646 w 415"/>
                  <a:gd name="T5" fmla="*/ 2147483646 h 14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5" h="1454">
                    <a:moveTo>
                      <a:pt x="0" y="0"/>
                    </a:moveTo>
                    <a:lnTo>
                      <a:pt x="0" y="1454"/>
                    </a:lnTo>
                    <a:lnTo>
                      <a:pt x="415" y="1454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51" name="Line 36">
                <a:extLst>
                  <a:ext uri="{FF2B5EF4-FFF2-40B4-BE49-F238E27FC236}">
                    <a16:creationId xmlns:a16="http://schemas.microsoft.com/office/drawing/2014/main" id="{61B1FC87-F012-459D-825D-7C2D9C7AB3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5130758" y="3325813"/>
                <a:ext cx="988884" cy="1587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52" name="Freeform 37">
                <a:extLst>
                  <a:ext uri="{FF2B5EF4-FFF2-40B4-BE49-F238E27FC236}">
                    <a16:creationId xmlns:a16="http://schemas.microsoft.com/office/drawing/2014/main" id="{B19F94B1-9D1F-4F4C-97DB-4D2C6F47D2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0800000">
                <a:off x="6078373" y="3287713"/>
                <a:ext cx="74603" cy="73025"/>
              </a:xfrm>
              <a:custGeom>
                <a:avLst/>
                <a:gdLst>
                  <a:gd name="T0" fmla="*/ 2147483646 w 59"/>
                  <a:gd name="T1" fmla="*/ 0 h 59"/>
                  <a:gd name="T2" fmla="*/ 2147483646 w 59"/>
                  <a:gd name="T3" fmla="*/ 0 h 59"/>
                  <a:gd name="T4" fmla="*/ 2147483646 w 59"/>
                  <a:gd name="T5" fmla="*/ 2147483646 h 59"/>
                  <a:gd name="T6" fmla="*/ 2147483646 w 59"/>
                  <a:gd name="T7" fmla="*/ 2147483646 h 59"/>
                  <a:gd name="T8" fmla="*/ 2147483646 w 59"/>
                  <a:gd name="T9" fmla="*/ 2147483646 h 59"/>
                  <a:gd name="T10" fmla="*/ 2147483646 w 59"/>
                  <a:gd name="T11" fmla="*/ 2147483646 h 59"/>
                  <a:gd name="T12" fmla="*/ 2147483646 w 59"/>
                  <a:gd name="T13" fmla="*/ 2147483646 h 59"/>
                  <a:gd name="T14" fmla="*/ 2147483646 w 59"/>
                  <a:gd name="T15" fmla="*/ 2147483646 h 59"/>
                  <a:gd name="T16" fmla="*/ 2147483646 w 59"/>
                  <a:gd name="T17" fmla="*/ 2147483646 h 59"/>
                  <a:gd name="T18" fmla="*/ 0 w 59"/>
                  <a:gd name="T19" fmla="*/ 2147483646 h 59"/>
                  <a:gd name="T20" fmla="*/ 0 w 59"/>
                  <a:gd name="T21" fmla="*/ 2147483646 h 59"/>
                  <a:gd name="T22" fmla="*/ 0 w 59"/>
                  <a:gd name="T23" fmla="*/ 2147483646 h 59"/>
                  <a:gd name="T24" fmla="*/ 0 w 59"/>
                  <a:gd name="T25" fmla="*/ 2147483646 h 59"/>
                  <a:gd name="T26" fmla="*/ 2147483646 w 59"/>
                  <a:gd name="T27" fmla="*/ 2147483646 h 59"/>
                  <a:gd name="T28" fmla="*/ 2147483646 w 59"/>
                  <a:gd name="T29" fmla="*/ 2147483646 h 59"/>
                  <a:gd name="T30" fmla="*/ 2147483646 w 59"/>
                  <a:gd name="T31" fmla="*/ 2147483646 h 59"/>
                  <a:gd name="T32" fmla="*/ 2147483646 w 59"/>
                  <a:gd name="T33" fmla="*/ 2147483646 h 59"/>
                  <a:gd name="T34" fmla="*/ 2147483646 w 59"/>
                  <a:gd name="T35" fmla="*/ 2147483646 h 59"/>
                  <a:gd name="T36" fmla="*/ 2147483646 w 59"/>
                  <a:gd name="T37" fmla="*/ 2147483646 h 59"/>
                  <a:gd name="T38" fmla="*/ 2147483646 w 59"/>
                  <a:gd name="T39" fmla="*/ 2147483646 h 59"/>
                  <a:gd name="T40" fmla="*/ 2147483646 w 59"/>
                  <a:gd name="T41" fmla="*/ 2147483646 h 59"/>
                  <a:gd name="T42" fmla="*/ 2147483646 w 59"/>
                  <a:gd name="T43" fmla="*/ 2147483646 h 59"/>
                  <a:gd name="T44" fmla="*/ 2147483646 w 59"/>
                  <a:gd name="T45" fmla="*/ 2147483646 h 59"/>
                  <a:gd name="T46" fmla="*/ 2147483646 w 59"/>
                  <a:gd name="T47" fmla="*/ 2147483646 h 59"/>
                  <a:gd name="T48" fmla="*/ 2147483646 w 59"/>
                  <a:gd name="T49" fmla="*/ 2147483646 h 59"/>
                  <a:gd name="T50" fmla="*/ 2147483646 w 59"/>
                  <a:gd name="T51" fmla="*/ 2147483646 h 59"/>
                  <a:gd name="T52" fmla="*/ 2147483646 w 59"/>
                  <a:gd name="T53" fmla="*/ 2147483646 h 59"/>
                  <a:gd name="T54" fmla="*/ 2147483646 w 59"/>
                  <a:gd name="T55" fmla="*/ 2147483646 h 59"/>
                  <a:gd name="T56" fmla="*/ 2147483646 w 59"/>
                  <a:gd name="T57" fmla="*/ 2147483646 h 59"/>
                  <a:gd name="T58" fmla="*/ 2147483646 w 59"/>
                  <a:gd name="T59" fmla="*/ 2147483646 h 59"/>
                  <a:gd name="T60" fmla="*/ 2147483646 w 59"/>
                  <a:gd name="T61" fmla="*/ 2147483646 h 59"/>
                  <a:gd name="T62" fmla="*/ 2147483646 w 59"/>
                  <a:gd name="T63" fmla="*/ 2147483646 h 59"/>
                  <a:gd name="T64" fmla="*/ 2147483646 w 59"/>
                  <a:gd name="T65" fmla="*/ 2147483646 h 59"/>
                  <a:gd name="T66" fmla="*/ 2147483646 w 59"/>
                  <a:gd name="T67" fmla="*/ 2147483646 h 59"/>
                  <a:gd name="T68" fmla="*/ 2147483646 w 59"/>
                  <a:gd name="T69" fmla="*/ 2147483646 h 59"/>
                  <a:gd name="T70" fmla="*/ 2147483646 w 59"/>
                  <a:gd name="T71" fmla="*/ 2147483646 h 59"/>
                  <a:gd name="T72" fmla="*/ 2147483646 w 59"/>
                  <a:gd name="T73" fmla="*/ 2147483646 h 59"/>
                  <a:gd name="T74" fmla="*/ 2147483646 w 59"/>
                  <a:gd name="T75" fmla="*/ 2147483646 h 59"/>
                  <a:gd name="T76" fmla="*/ 2147483646 w 59"/>
                  <a:gd name="T77" fmla="*/ 2147483646 h 59"/>
                  <a:gd name="T78" fmla="*/ 2147483646 w 59"/>
                  <a:gd name="T79" fmla="*/ 2147483646 h 59"/>
                  <a:gd name="T80" fmla="*/ 2147483646 w 59"/>
                  <a:gd name="T81" fmla="*/ 2147483646 h 59"/>
                  <a:gd name="T82" fmla="*/ 2147483646 w 59"/>
                  <a:gd name="T83" fmla="*/ 2147483646 h 59"/>
                  <a:gd name="T84" fmla="*/ 2147483646 w 59"/>
                  <a:gd name="T85" fmla="*/ 0 h 59"/>
                  <a:gd name="T86" fmla="*/ 2147483646 w 59"/>
                  <a:gd name="T87" fmla="*/ 0 h 59"/>
                  <a:gd name="T88" fmla="*/ 2147483646 w 59"/>
                  <a:gd name="T89" fmla="*/ 2147483646 h 5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59" h="59">
                    <a:moveTo>
                      <a:pt x="30" y="30"/>
                    </a:moveTo>
                    <a:lnTo>
                      <a:pt x="30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21" y="1"/>
                    </a:lnTo>
                    <a:lnTo>
                      <a:pt x="19" y="1"/>
                    </a:lnTo>
                    <a:lnTo>
                      <a:pt x="18" y="1"/>
                    </a:lnTo>
                    <a:lnTo>
                      <a:pt x="16" y="3"/>
                    </a:lnTo>
                    <a:lnTo>
                      <a:pt x="15" y="4"/>
                    </a:lnTo>
                    <a:lnTo>
                      <a:pt x="13" y="4"/>
                    </a:lnTo>
                    <a:lnTo>
                      <a:pt x="12" y="6"/>
                    </a:lnTo>
                    <a:lnTo>
                      <a:pt x="10" y="6"/>
                    </a:lnTo>
                    <a:lnTo>
                      <a:pt x="10" y="7"/>
                    </a:lnTo>
                    <a:lnTo>
                      <a:pt x="9" y="9"/>
                    </a:lnTo>
                    <a:lnTo>
                      <a:pt x="7" y="9"/>
                    </a:lnTo>
                    <a:lnTo>
                      <a:pt x="7" y="10"/>
                    </a:lnTo>
                    <a:lnTo>
                      <a:pt x="6" y="12"/>
                    </a:lnTo>
                    <a:lnTo>
                      <a:pt x="6" y="13"/>
                    </a:lnTo>
                    <a:lnTo>
                      <a:pt x="4" y="13"/>
                    </a:lnTo>
                    <a:lnTo>
                      <a:pt x="4" y="15"/>
                    </a:lnTo>
                    <a:lnTo>
                      <a:pt x="3" y="16"/>
                    </a:lnTo>
                    <a:lnTo>
                      <a:pt x="3" y="18"/>
                    </a:lnTo>
                    <a:lnTo>
                      <a:pt x="1" y="19"/>
                    </a:lnTo>
                    <a:lnTo>
                      <a:pt x="1" y="21"/>
                    </a:lnTo>
                    <a:lnTo>
                      <a:pt x="1" y="22"/>
                    </a:lnTo>
                    <a:lnTo>
                      <a:pt x="0" y="24"/>
                    </a:lnTo>
                    <a:lnTo>
                      <a:pt x="0" y="25"/>
                    </a:lnTo>
                    <a:lnTo>
                      <a:pt x="0" y="27"/>
                    </a:lnTo>
                    <a:lnTo>
                      <a:pt x="0" y="28"/>
                    </a:lnTo>
                    <a:lnTo>
                      <a:pt x="0" y="30"/>
                    </a:lnTo>
                    <a:lnTo>
                      <a:pt x="0" y="31"/>
                    </a:lnTo>
                    <a:lnTo>
                      <a:pt x="0" y="33"/>
                    </a:lnTo>
                    <a:lnTo>
                      <a:pt x="0" y="34"/>
                    </a:lnTo>
                    <a:lnTo>
                      <a:pt x="0" y="36"/>
                    </a:lnTo>
                    <a:lnTo>
                      <a:pt x="1" y="37"/>
                    </a:lnTo>
                    <a:lnTo>
                      <a:pt x="1" y="39"/>
                    </a:lnTo>
                    <a:lnTo>
                      <a:pt x="1" y="40"/>
                    </a:lnTo>
                    <a:lnTo>
                      <a:pt x="3" y="41"/>
                    </a:lnTo>
                    <a:lnTo>
                      <a:pt x="3" y="43"/>
                    </a:lnTo>
                    <a:lnTo>
                      <a:pt x="4" y="43"/>
                    </a:lnTo>
                    <a:lnTo>
                      <a:pt x="4" y="44"/>
                    </a:lnTo>
                    <a:lnTo>
                      <a:pt x="6" y="46"/>
                    </a:lnTo>
                    <a:lnTo>
                      <a:pt x="6" y="47"/>
                    </a:lnTo>
                    <a:lnTo>
                      <a:pt x="7" y="49"/>
                    </a:lnTo>
                    <a:lnTo>
                      <a:pt x="9" y="50"/>
                    </a:lnTo>
                    <a:lnTo>
                      <a:pt x="10" y="52"/>
                    </a:lnTo>
                    <a:lnTo>
                      <a:pt x="12" y="53"/>
                    </a:lnTo>
                    <a:lnTo>
                      <a:pt x="13" y="53"/>
                    </a:lnTo>
                    <a:lnTo>
                      <a:pt x="15" y="55"/>
                    </a:lnTo>
                    <a:lnTo>
                      <a:pt x="16" y="55"/>
                    </a:lnTo>
                    <a:lnTo>
                      <a:pt x="16" y="56"/>
                    </a:lnTo>
                    <a:lnTo>
                      <a:pt x="18" y="56"/>
                    </a:lnTo>
                    <a:lnTo>
                      <a:pt x="19" y="58"/>
                    </a:lnTo>
                    <a:lnTo>
                      <a:pt x="21" y="58"/>
                    </a:lnTo>
                    <a:lnTo>
                      <a:pt x="22" y="58"/>
                    </a:lnTo>
                    <a:lnTo>
                      <a:pt x="24" y="58"/>
                    </a:lnTo>
                    <a:lnTo>
                      <a:pt x="25" y="59"/>
                    </a:lnTo>
                    <a:lnTo>
                      <a:pt x="27" y="59"/>
                    </a:lnTo>
                    <a:lnTo>
                      <a:pt x="28" y="59"/>
                    </a:lnTo>
                    <a:lnTo>
                      <a:pt x="30" y="59"/>
                    </a:lnTo>
                    <a:lnTo>
                      <a:pt x="31" y="59"/>
                    </a:lnTo>
                    <a:lnTo>
                      <a:pt x="33" y="59"/>
                    </a:lnTo>
                    <a:lnTo>
                      <a:pt x="34" y="59"/>
                    </a:lnTo>
                    <a:lnTo>
                      <a:pt x="35" y="58"/>
                    </a:lnTo>
                    <a:lnTo>
                      <a:pt x="37" y="58"/>
                    </a:lnTo>
                    <a:lnTo>
                      <a:pt x="38" y="58"/>
                    </a:lnTo>
                    <a:lnTo>
                      <a:pt x="40" y="58"/>
                    </a:lnTo>
                    <a:lnTo>
                      <a:pt x="41" y="56"/>
                    </a:lnTo>
                    <a:lnTo>
                      <a:pt x="43" y="56"/>
                    </a:lnTo>
                    <a:lnTo>
                      <a:pt x="44" y="55"/>
                    </a:lnTo>
                    <a:lnTo>
                      <a:pt x="46" y="53"/>
                    </a:lnTo>
                    <a:lnTo>
                      <a:pt x="47" y="53"/>
                    </a:lnTo>
                    <a:lnTo>
                      <a:pt x="49" y="52"/>
                    </a:lnTo>
                    <a:lnTo>
                      <a:pt x="50" y="52"/>
                    </a:lnTo>
                    <a:lnTo>
                      <a:pt x="50" y="50"/>
                    </a:lnTo>
                    <a:lnTo>
                      <a:pt x="52" y="49"/>
                    </a:lnTo>
                    <a:lnTo>
                      <a:pt x="53" y="49"/>
                    </a:lnTo>
                    <a:lnTo>
                      <a:pt x="53" y="47"/>
                    </a:lnTo>
                    <a:lnTo>
                      <a:pt x="55" y="46"/>
                    </a:lnTo>
                    <a:lnTo>
                      <a:pt x="55" y="44"/>
                    </a:lnTo>
                    <a:lnTo>
                      <a:pt x="56" y="43"/>
                    </a:lnTo>
                    <a:lnTo>
                      <a:pt x="58" y="41"/>
                    </a:lnTo>
                    <a:lnTo>
                      <a:pt x="58" y="40"/>
                    </a:lnTo>
                    <a:lnTo>
                      <a:pt x="58" y="39"/>
                    </a:lnTo>
                    <a:lnTo>
                      <a:pt x="58" y="37"/>
                    </a:lnTo>
                    <a:lnTo>
                      <a:pt x="59" y="36"/>
                    </a:lnTo>
                    <a:lnTo>
                      <a:pt x="59" y="34"/>
                    </a:lnTo>
                    <a:lnTo>
                      <a:pt x="59" y="33"/>
                    </a:lnTo>
                    <a:lnTo>
                      <a:pt x="59" y="31"/>
                    </a:lnTo>
                    <a:lnTo>
                      <a:pt x="59" y="30"/>
                    </a:lnTo>
                    <a:lnTo>
                      <a:pt x="59" y="28"/>
                    </a:lnTo>
                    <a:lnTo>
                      <a:pt x="59" y="27"/>
                    </a:lnTo>
                    <a:lnTo>
                      <a:pt x="59" y="25"/>
                    </a:lnTo>
                    <a:lnTo>
                      <a:pt x="59" y="24"/>
                    </a:lnTo>
                    <a:lnTo>
                      <a:pt x="58" y="22"/>
                    </a:lnTo>
                    <a:lnTo>
                      <a:pt x="58" y="21"/>
                    </a:lnTo>
                    <a:lnTo>
                      <a:pt x="58" y="19"/>
                    </a:lnTo>
                    <a:lnTo>
                      <a:pt x="58" y="18"/>
                    </a:lnTo>
                    <a:lnTo>
                      <a:pt x="56" y="16"/>
                    </a:lnTo>
                    <a:lnTo>
                      <a:pt x="56" y="15"/>
                    </a:lnTo>
                    <a:lnTo>
                      <a:pt x="55" y="13"/>
                    </a:lnTo>
                    <a:lnTo>
                      <a:pt x="53" y="12"/>
                    </a:lnTo>
                    <a:lnTo>
                      <a:pt x="53" y="10"/>
                    </a:lnTo>
                    <a:lnTo>
                      <a:pt x="52" y="9"/>
                    </a:lnTo>
                    <a:lnTo>
                      <a:pt x="50" y="9"/>
                    </a:lnTo>
                    <a:lnTo>
                      <a:pt x="50" y="7"/>
                    </a:lnTo>
                    <a:lnTo>
                      <a:pt x="49" y="6"/>
                    </a:lnTo>
                    <a:lnTo>
                      <a:pt x="47" y="6"/>
                    </a:lnTo>
                    <a:lnTo>
                      <a:pt x="46" y="4"/>
                    </a:lnTo>
                    <a:lnTo>
                      <a:pt x="44" y="4"/>
                    </a:lnTo>
                    <a:lnTo>
                      <a:pt x="44" y="3"/>
                    </a:lnTo>
                    <a:lnTo>
                      <a:pt x="43" y="3"/>
                    </a:lnTo>
                    <a:lnTo>
                      <a:pt x="41" y="1"/>
                    </a:lnTo>
                    <a:lnTo>
                      <a:pt x="40" y="1"/>
                    </a:lnTo>
                    <a:lnTo>
                      <a:pt x="38" y="1"/>
                    </a:lnTo>
                    <a:lnTo>
                      <a:pt x="37" y="0"/>
                    </a:lnTo>
                    <a:lnTo>
                      <a:pt x="35" y="0"/>
                    </a:lnTo>
                    <a:lnTo>
                      <a:pt x="34" y="0"/>
                    </a:lnTo>
                    <a:lnTo>
                      <a:pt x="33" y="0"/>
                    </a:lnTo>
                    <a:lnTo>
                      <a:pt x="31" y="0"/>
                    </a:lnTo>
                    <a:lnTo>
                      <a:pt x="30" y="0"/>
                    </a:lnTo>
                    <a:lnTo>
                      <a:pt x="30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53" name="Freeform 38">
                <a:extLst>
                  <a:ext uri="{FF2B5EF4-FFF2-40B4-BE49-F238E27FC236}">
                    <a16:creationId xmlns:a16="http://schemas.microsoft.com/office/drawing/2014/main" id="{4F4E0E00-8C7E-460A-8597-9B043BCFC3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0800000">
                <a:off x="5424407" y="3621088"/>
                <a:ext cx="69841" cy="73025"/>
              </a:xfrm>
              <a:custGeom>
                <a:avLst/>
                <a:gdLst>
                  <a:gd name="T0" fmla="*/ 2147483646 w 60"/>
                  <a:gd name="T1" fmla="*/ 0 h 59"/>
                  <a:gd name="T2" fmla="*/ 2147483646 w 60"/>
                  <a:gd name="T3" fmla="*/ 0 h 59"/>
                  <a:gd name="T4" fmla="*/ 2147483646 w 60"/>
                  <a:gd name="T5" fmla="*/ 2147483646 h 59"/>
                  <a:gd name="T6" fmla="*/ 2147483646 w 60"/>
                  <a:gd name="T7" fmla="*/ 2147483646 h 59"/>
                  <a:gd name="T8" fmla="*/ 2147483646 w 60"/>
                  <a:gd name="T9" fmla="*/ 2147483646 h 59"/>
                  <a:gd name="T10" fmla="*/ 2147483646 w 60"/>
                  <a:gd name="T11" fmla="*/ 2147483646 h 59"/>
                  <a:gd name="T12" fmla="*/ 2147483646 w 60"/>
                  <a:gd name="T13" fmla="*/ 2147483646 h 59"/>
                  <a:gd name="T14" fmla="*/ 2147483646 w 60"/>
                  <a:gd name="T15" fmla="*/ 2147483646 h 59"/>
                  <a:gd name="T16" fmla="*/ 2147483646 w 60"/>
                  <a:gd name="T17" fmla="*/ 2147483646 h 59"/>
                  <a:gd name="T18" fmla="*/ 0 w 60"/>
                  <a:gd name="T19" fmla="*/ 2147483646 h 59"/>
                  <a:gd name="T20" fmla="*/ 0 w 60"/>
                  <a:gd name="T21" fmla="*/ 2147483646 h 59"/>
                  <a:gd name="T22" fmla="*/ 0 w 60"/>
                  <a:gd name="T23" fmla="*/ 2147483646 h 59"/>
                  <a:gd name="T24" fmla="*/ 0 w 60"/>
                  <a:gd name="T25" fmla="*/ 2147483646 h 59"/>
                  <a:gd name="T26" fmla="*/ 2147483646 w 60"/>
                  <a:gd name="T27" fmla="*/ 2147483646 h 59"/>
                  <a:gd name="T28" fmla="*/ 2147483646 w 60"/>
                  <a:gd name="T29" fmla="*/ 2147483646 h 59"/>
                  <a:gd name="T30" fmla="*/ 2147483646 w 60"/>
                  <a:gd name="T31" fmla="*/ 2147483646 h 59"/>
                  <a:gd name="T32" fmla="*/ 2147483646 w 60"/>
                  <a:gd name="T33" fmla="*/ 2147483646 h 59"/>
                  <a:gd name="T34" fmla="*/ 2147483646 w 60"/>
                  <a:gd name="T35" fmla="*/ 2147483646 h 59"/>
                  <a:gd name="T36" fmla="*/ 2147483646 w 60"/>
                  <a:gd name="T37" fmla="*/ 2147483646 h 59"/>
                  <a:gd name="T38" fmla="*/ 2147483646 w 60"/>
                  <a:gd name="T39" fmla="*/ 2147483646 h 59"/>
                  <a:gd name="T40" fmla="*/ 2147483646 w 60"/>
                  <a:gd name="T41" fmla="*/ 2147483646 h 59"/>
                  <a:gd name="T42" fmla="*/ 2147483646 w 60"/>
                  <a:gd name="T43" fmla="*/ 2147483646 h 59"/>
                  <a:gd name="T44" fmla="*/ 2147483646 w 60"/>
                  <a:gd name="T45" fmla="*/ 2147483646 h 59"/>
                  <a:gd name="T46" fmla="*/ 2147483646 w 60"/>
                  <a:gd name="T47" fmla="*/ 2147483646 h 59"/>
                  <a:gd name="T48" fmla="*/ 2147483646 w 60"/>
                  <a:gd name="T49" fmla="*/ 2147483646 h 59"/>
                  <a:gd name="T50" fmla="*/ 2147483646 w 60"/>
                  <a:gd name="T51" fmla="*/ 2147483646 h 59"/>
                  <a:gd name="T52" fmla="*/ 2147483646 w 60"/>
                  <a:gd name="T53" fmla="*/ 2147483646 h 59"/>
                  <a:gd name="T54" fmla="*/ 2147483646 w 60"/>
                  <a:gd name="T55" fmla="*/ 2147483646 h 59"/>
                  <a:gd name="T56" fmla="*/ 2147483646 w 60"/>
                  <a:gd name="T57" fmla="*/ 2147483646 h 59"/>
                  <a:gd name="T58" fmla="*/ 2147483646 w 60"/>
                  <a:gd name="T59" fmla="*/ 2147483646 h 59"/>
                  <a:gd name="T60" fmla="*/ 2147483646 w 60"/>
                  <a:gd name="T61" fmla="*/ 2147483646 h 59"/>
                  <a:gd name="T62" fmla="*/ 2147483646 w 60"/>
                  <a:gd name="T63" fmla="*/ 2147483646 h 59"/>
                  <a:gd name="T64" fmla="*/ 2147483646 w 60"/>
                  <a:gd name="T65" fmla="*/ 2147483646 h 59"/>
                  <a:gd name="T66" fmla="*/ 2147483646 w 60"/>
                  <a:gd name="T67" fmla="*/ 2147483646 h 59"/>
                  <a:gd name="T68" fmla="*/ 2147483646 w 60"/>
                  <a:gd name="T69" fmla="*/ 2147483646 h 59"/>
                  <a:gd name="T70" fmla="*/ 2147483646 w 60"/>
                  <a:gd name="T71" fmla="*/ 2147483646 h 59"/>
                  <a:gd name="T72" fmla="*/ 2147483646 w 60"/>
                  <a:gd name="T73" fmla="*/ 2147483646 h 59"/>
                  <a:gd name="T74" fmla="*/ 2147483646 w 60"/>
                  <a:gd name="T75" fmla="*/ 2147483646 h 59"/>
                  <a:gd name="T76" fmla="*/ 2147483646 w 60"/>
                  <a:gd name="T77" fmla="*/ 2147483646 h 59"/>
                  <a:gd name="T78" fmla="*/ 2147483646 w 60"/>
                  <a:gd name="T79" fmla="*/ 2147483646 h 59"/>
                  <a:gd name="T80" fmla="*/ 2147483646 w 60"/>
                  <a:gd name="T81" fmla="*/ 2147483646 h 59"/>
                  <a:gd name="T82" fmla="*/ 2147483646 w 60"/>
                  <a:gd name="T83" fmla="*/ 2147483646 h 59"/>
                  <a:gd name="T84" fmla="*/ 2147483646 w 60"/>
                  <a:gd name="T85" fmla="*/ 0 h 59"/>
                  <a:gd name="T86" fmla="*/ 2147483646 w 60"/>
                  <a:gd name="T87" fmla="*/ 0 h 59"/>
                  <a:gd name="T88" fmla="*/ 2147483646 w 60"/>
                  <a:gd name="T89" fmla="*/ 2147483646 h 5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60" h="59">
                    <a:moveTo>
                      <a:pt x="30" y="29"/>
                    </a:moveTo>
                    <a:lnTo>
                      <a:pt x="30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4" y="0"/>
                    </a:lnTo>
                    <a:lnTo>
                      <a:pt x="23" y="0"/>
                    </a:lnTo>
                    <a:lnTo>
                      <a:pt x="21" y="1"/>
                    </a:lnTo>
                    <a:lnTo>
                      <a:pt x="20" y="1"/>
                    </a:lnTo>
                    <a:lnTo>
                      <a:pt x="18" y="1"/>
                    </a:lnTo>
                    <a:lnTo>
                      <a:pt x="17" y="3"/>
                    </a:lnTo>
                    <a:lnTo>
                      <a:pt x="15" y="4"/>
                    </a:lnTo>
                    <a:lnTo>
                      <a:pt x="14" y="4"/>
                    </a:lnTo>
                    <a:lnTo>
                      <a:pt x="12" y="6"/>
                    </a:lnTo>
                    <a:lnTo>
                      <a:pt x="11" y="6"/>
                    </a:lnTo>
                    <a:lnTo>
                      <a:pt x="11" y="7"/>
                    </a:lnTo>
                    <a:lnTo>
                      <a:pt x="9" y="9"/>
                    </a:lnTo>
                    <a:lnTo>
                      <a:pt x="8" y="9"/>
                    </a:lnTo>
                    <a:lnTo>
                      <a:pt x="8" y="10"/>
                    </a:lnTo>
                    <a:lnTo>
                      <a:pt x="6" y="12"/>
                    </a:lnTo>
                    <a:lnTo>
                      <a:pt x="6" y="13"/>
                    </a:lnTo>
                    <a:lnTo>
                      <a:pt x="5" y="13"/>
                    </a:lnTo>
                    <a:lnTo>
                      <a:pt x="5" y="15"/>
                    </a:lnTo>
                    <a:lnTo>
                      <a:pt x="3" y="16"/>
                    </a:lnTo>
                    <a:lnTo>
                      <a:pt x="3" y="18"/>
                    </a:lnTo>
                    <a:lnTo>
                      <a:pt x="2" y="19"/>
                    </a:lnTo>
                    <a:lnTo>
                      <a:pt x="2" y="21"/>
                    </a:lnTo>
                    <a:lnTo>
                      <a:pt x="2" y="22"/>
                    </a:lnTo>
                    <a:lnTo>
                      <a:pt x="0" y="23"/>
                    </a:lnTo>
                    <a:lnTo>
                      <a:pt x="0" y="25"/>
                    </a:lnTo>
                    <a:lnTo>
                      <a:pt x="0" y="26"/>
                    </a:lnTo>
                    <a:lnTo>
                      <a:pt x="0" y="28"/>
                    </a:lnTo>
                    <a:lnTo>
                      <a:pt x="0" y="29"/>
                    </a:lnTo>
                    <a:lnTo>
                      <a:pt x="0" y="31"/>
                    </a:lnTo>
                    <a:lnTo>
                      <a:pt x="0" y="32"/>
                    </a:lnTo>
                    <a:lnTo>
                      <a:pt x="0" y="34"/>
                    </a:lnTo>
                    <a:lnTo>
                      <a:pt x="0" y="35"/>
                    </a:lnTo>
                    <a:lnTo>
                      <a:pt x="2" y="37"/>
                    </a:lnTo>
                    <a:lnTo>
                      <a:pt x="2" y="38"/>
                    </a:lnTo>
                    <a:lnTo>
                      <a:pt x="2" y="40"/>
                    </a:lnTo>
                    <a:lnTo>
                      <a:pt x="3" y="41"/>
                    </a:lnTo>
                    <a:lnTo>
                      <a:pt x="3" y="43"/>
                    </a:lnTo>
                    <a:lnTo>
                      <a:pt x="5" y="43"/>
                    </a:lnTo>
                    <a:lnTo>
                      <a:pt x="5" y="44"/>
                    </a:lnTo>
                    <a:lnTo>
                      <a:pt x="6" y="46"/>
                    </a:lnTo>
                    <a:lnTo>
                      <a:pt x="6" y="47"/>
                    </a:lnTo>
                    <a:lnTo>
                      <a:pt x="8" y="49"/>
                    </a:lnTo>
                    <a:lnTo>
                      <a:pt x="9" y="50"/>
                    </a:lnTo>
                    <a:lnTo>
                      <a:pt x="11" y="52"/>
                    </a:lnTo>
                    <a:lnTo>
                      <a:pt x="12" y="53"/>
                    </a:lnTo>
                    <a:lnTo>
                      <a:pt x="14" y="53"/>
                    </a:lnTo>
                    <a:lnTo>
                      <a:pt x="15" y="55"/>
                    </a:lnTo>
                    <a:lnTo>
                      <a:pt x="17" y="55"/>
                    </a:lnTo>
                    <a:lnTo>
                      <a:pt x="17" y="56"/>
                    </a:lnTo>
                    <a:lnTo>
                      <a:pt x="18" y="56"/>
                    </a:lnTo>
                    <a:lnTo>
                      <a:pt x="20" y="58"/>
                    </a:lnTo>
                    <a:lnTo>
                      <a:pt x="21" y="58"/>
                    </a:lnTo>
                    <a:lnTo>
                      <a:pt x="23" y="58"/>
                    </a:lnTo>
                    <a:lnTo>
                      <a:pt x="24" y="58"/>
                    </a:lnTo>
                    <a:lnTo>
                      <a:pt x="25" y="59"/>
                    </a:lnTo>
                    <a:lnTo>
                      <a:pt x="27" y="59"/>
                    </a:lnTo>
                    <a:lnTo>
                      <a:pt x="28" y="59"/>
                    </a:lnTo>
                    <a:lnTo>
                      <a:pt x="30" y="59"/>
                    </a:lnTo>
                    <a:lnTo>
                      <a:pt x="31" y="59"/>
                    </a:lnTo>
                    <a:lnTo>
                      <a:pt x="33" y="59"/>
                    </a:lnTo>
                    <a:lnTo>
                      <a:pt x="34" y="59"/>
                    </a:lnTo>
                    <a:lnTo>
                      <a:pt x="36" y="58"/>
                    </a:lnTo>
                    <a:lnTo>
                      <a:pt x="37" y="58"/>
                    </a:lnTo>
                    <a:lnTo>
                      <a:pt x="39" y="58"/>
                    </a:lnTo>
                    <a:lnTo>
                      <a:pt x="40" y="58"/>
                    </a:lnTo>
                    <a:lnTo>
                      <a:pt x="42" y="56"/>
                    </a:lnTo>
                    <a:lnTo>
                      <a:pt x="43" y="56"/>
                    </a:lnTo>
                    <a:lnTo>
                      <a:pt x="45" y="55"/>
                    </a:lnTo>
                    <a:lnTo>
                      <a:pt x="46" y="53"/>
                    </a:lnTo>
                    <a:lnTo>
                      <a:pt x="48" y="53"/>
                    </a:lnTo>
                    <a:lnTo>
                      <a:pt x="49" y="52"/>
                    </a:lnTo>
                    <a:lnTo>
                      <a:pt x="51" y="52"/>
                    </a:lnTo>
                    <a:lnTo>
                      <a:pt x="51" y="50"/>
                    </a:lnTo>
                    <a:lnTo>
                      <a:pt x="52" y="49"/>
                    </a:lnTo>
                    <a:lnTo>
                      <a:pt x="54" y="49"/>
                    </a:lnTo>
                    <a:lnTo>
                      <a:pt x="54" y="47"/>
                    </a:lnTo>
                    <a:lnTo>
                      <a:pt x="55" y="46"/>
                    </a:lnTo>
                    <a:lnTo>
                      <a:pt x="55" y="44"/>
                    </a:lnTo>
                    <a:lnTo>
                      <a:pt x="57" y="43"/>
                    </a:lnTo>
                    <a:lnTo>
                      <a:pt x="58" y="41"/>
                    </a:lnTo>
                    <a:lnTo>
                      <a:pt x="58" y="40"/>
                    </a:lnTo>
                    <a:lnTo>
                      <a:pt x="58" y="38"/>
                    </a:lnTo>
                    <a:lnTo>
                      <a:pt x="58" y="37"/>
                    </a:lnTo>
                    <a:lnTo>
                      <a:pt x="60" y="35"/>
                    </a:lnTo>
                    <a:lnTo>
                      <a:pt x="60" y="34"/>
                    </a:lnTo>
                    <a:lnTo>
                      <a:pt x="60" y="32"/>
                    </a:lnTo>
                    <a:lnTo>
                      <a:pt x="60" y="31"/>
                    </a:lnTo>
                    <a:lnTo>
                      <a:pt x="60" y="29"/>
                    </a:lnTo>
                    <a:lnTo>
                      <a:pt x="60" y="28"/>
                    </a:lnTo>
                    <a:lnTo>
                      <a:pt x="60" y="26"/>
                    </a:lnTo>
                    <a:lnTo>
                      <a:pt x="60" y="25"/>
                    </a:lnTo>
                    <a:lnTo>
                      <a:pt x="60" y="23"/>
                    </a:lnTo>
                    <a:lnTo>
                      <a:pt x="58" y="22"/>
                    </a:lnTo>
                    <a:lnTo>
                      <a:pt x="58" y="21"/>
                    </a:lnTo>
                    <a:lnTo>
                      <a:pt x="58" y="19"/>
                    </a:lnTo>
                    <a:lnTo>
                      <a:pt x="58" y="18"/>
                    </a:lnTo>
                    <a:lnTo>
                      <a:pt x="57" y="16"/>
                    </a:lnTo>
                    <a:lnTo>
                      <a:pt x="57" y="15"/>
                    </a:lnTo>
                    <a:lnTo>
                      <a:pt x="55" y="13"/>
                    </a:lnTo>
                    <a:lnTo>
                      <a:pt x="54" y="12"/>
                    </a:lnTo>
                    <a:lnTo>
                      <a:pt x="54" y="10"/>
                    </a:lnTo>
                    <a:lnTo>
                      <a:pt x="52" y="9"/>
                    </a:lnTo>
                    <a:lnTo>
                      <a:pt x="51" y="9"/>
                    </a:lnTo>
                    <a:lnTo>
                      <a:pt x="51" y="7"/>
                    </a:lnTo>
                    <a:lnTo>
                      <a:pt x="49" y="6"/>
                    </a:lnTo>
                    <a:lnTo>
                      <a:pt x="48" y="6"/>
                    </a:lnTo>
                    <a:lnTo>
                      <a:pt x="46" y="4"/>
                    </a:lnTo>
                    <a:lnTo>
                      <a:pt x="45" y="4"/>
                    </a:lnTo>
                    <a:lnTo>
                      <a:pt x="45" y="3"/>
                    </a:lnTo>
                    <a:lnTo>
                      <a:pt x="43" y="3"/>
                    </a:lnTo>
                    <a:lnTo>
                      <a:pt x="42" y="1"/>
                    </a:lnTo>
                    <a:lnTo>
                      <a:pt x="40" y="1"/>
                    </a:lnTo>
                    <a:lnTo>
                      <a:pt x="39" y="1"/>
                    </a:lnTo>
                    <a:lnTo>
                      <a:pt x="37" y="0"/>
                    </a:lnTo>
                    <a:lnTo>
                      <a:pt x="36" y="0"/>
                    </a:lnTo>
                    <a:lnTo>
                      <a:pt x="34" y="0"/>
                    </a:lnTo>
                    <a:lnTo>
                      <a:pt x="33" y="0"/>
                    </a:lnTo>
                    <a:lnTo>
                      <a:pt x="31" y="0"/>
                    </a:lnTo>
                    <a:lnTo>
                      <a:pt x="30" y="0"/>
                    </a:lnTo>
                    <a:lnTo>
                      <a:pt x="30" y="2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54" name="Freeform 39">
                <a:extLst>
                  <a:ext uri="{FF2B5EF4-FFF2-40B4-BE49-F238E27FC236}">
                    <a16:creationId xmlns:a16="http://schemas.microsoft.com/office/drawing/2014/main" id="{E794AB75-C783-4D5E-9100-EA7C664BE4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0800000">
                <a:off x="5422821" y="4794250"/>
                <a:ext cx="69841" cy="73025"/>
              </a:xfrm>
              <a:custGeom>
                <a:avLst/>
                <a:gdLst>
                  <a:gd name="T0" fmla="*/ 2147483646 w 60"/>
                  <a:gd name="T1" fmla="*/ 0 h 59"/>
                  <a:gd name="T2" fmla="*/ 2147483646 w 60"/>
                  <a:gd name="T3" fmla="*/ 0 h 59"/>
                  <a:gd name="T4" fmla="*/ 2147483646 w 60"/>
                  <a:gd name="T5" fmla="*/ 2147483646 h 59"/>
                  <a:gd name="T6" fmla="*/ 2147483646 w 60"/>
                  <a:gd name="T7" fmla="*/ 2147483646 h 59"/>
                  <a:gd name="T8" fmla="*/ 2147483646 w 60"/>
                  <a:gd name="T9" fmla="*/ 2147483646 h 59"/>
                  <a:gd name="T10" fmla="*/ 2147483646 w 60"/>
                  <a:gd name="T11" fmla="*/ 2147483646 h 59"/>
                  <a:gd name="T12" fmla="*/ 2147483646 w 60"/>
                  <a:gd name="T13" fmla="*/ 2147483646 h 59"/>
                  <a:gd name="T14" fmla="*/ 2147483646 w 60"/>
                  <a:gd name="T15" fmla="*/ 2147483646 h 59"/>
                  <a:gd name="T16" fmla="*/ 2147483646 w 60"/>
                  <a:gd name="T17" fmla="*/ 2147483646 h 59"/>
                  <a:gd name="T18" fmla="*/ 0 w 60"/>
                  <a:gd name="T19" fmla="*/ 2147483646 h 59"/>
                  <a:gd name="T20" fmla="*/ 0 w 60"/>
                  <a:gd name="T21" fmla="*/ 2147483646 h 59"/>
                  <a:gd name="T22" fmla="*/ 0 w 60"/>
                  <a:gd name="T23" fmla="*/ 2147483646 h 59"/>
                  <a:gd name="T24" fmla="*/ 0 w 60"/>
                  <a:gd name="T25" fmla="*/ 2147483646 h 59"/>
                  <a:gd name="T26" fmla="*/ 2147483646 w 60"/>
                  <a:gd name="T27" fmla="*/ 2147483646 h 59"/>
                  <a:gd name="T28" fmla="*/ 2147483646 w 60"/>
                  <a:gd name="T29" fmla="*/ 2147483646 h 59"/>
                  <a:gd name="T30" fmla="*/ 2147483646 w 60"/>
                  <a:gd name="T31" fmla="*/ 2147483646 h 59"/>
                  <a:gd name="T32" fmla="*/ 2147483646 w 60"/>
                  <a:gd name="T33" fmla="*/ 2147483646 h 59"/>
                  <a:gd name="T34" fmla="*/ 2147483646 w 60"/>
                  <a:gd name="T35" fmla="*/ 2147483646 h 59"/>
                  <a:gd name="T36" fmla="*/ 2147483646 w 60"/>
                  <a:gd name="T37" fmla="*/ 2147483646 h 59"/>
                  <a:gd name="T38" fmla="*/ 2147483646 w 60"/>
                  <a:gd name="T39" fmla="*/ 2147483646 h 59"/>
                  <a:gd name="T40" fmla="*/ 2147483646 w 60"/>
                  <a:gd name="T41" fmla="*/ 2147483646 h 59"/>
                  <a:gd name="T42" fmla="*/ 2147483646 w 60"/>
                  <a:gd name="T43" fmla="*/ 2147483646 h 59"/>
                  <a:gd name="T44" fmla="*/ 2147483646 w 60"/>
                  <a:gd name="T45" fmla="*/ 2147483646 h 59"/>
                  <a:gd name="T46" fmla="*/ 2147483646 w 60"/>
                  <a:gd name="T47" fmla="*/ 2147483646 h 59"/>
                  <a:gd name="T48" fmla="*/ 2147483646 w 60"/>
                  <a:gd name="T49" fmla="*/ 2147483646 h 59"/>
                  <a:gd name="T50" fmla="*/ 2147483646 w 60"/>
                  <a:gd name="T51" fmla="*/ 2147483646 h 59"/>
                  <a:gd name="T52" fmla="*/ 2147483646 w 60"/>
                  <a:gd name="T53" fmla="*/ 2147483646 h 59"/>
                  <a:gd name="T54" fmla="*/ 2147483646 w 60"/>
                  <a:gd name="T55" fmla="*/ 2147483646 h 59"/>
                  <a:gd name="T56" fmla="*/ 2147483646 w 60"/>
                  <a:gd name="T57" fmla="*/ 2147483646 h 59"/>
                  <a:gd name="T58" fmla="*/ 2147483646 w 60"/>
                  <a:gd name="T59" fmla="*/ 2147483646 h 59"/>
                  <a:gd name="T60" fmla="*/ 2147483646 w 60"/>
                  <a:gd name="T61" fmla="*/ 2147483646 h 59"/>
                  <a:gd name="T62" fmla="*/ 2147483646 w 60"/>
                  <a:gd name="T63" fmla="*/ 2147483646 h 59"/>
                  <a:gd name="T64" fmla="*/ 2147483646 w 60"/>
                  <a:gd name="T65" fmla="*/ 2147483646 h 59"/>
                  <a:gd name="T66" fmla="*/ 2147483646 w 60"/>
                  <a:gd name="T67" fmla="*/ 2147483646 h 59"/>
                  <a:gd name="T68" fmla="*/ 2147483646 w 60"/>
                  <a:gd name="T69" fmla="*/ 2147483646 h 59"/>
                  <a:gd name="T70" fmla="*/ 2147483646 w 60"/>
                  <a:gd name="T71" fmla="*/ 2147483646 h 59"/>
                  <a:gd name="T72" fmla="*/ 2147483646 w 60"/>
                  <a:gd name="T73" fmla="*/ 2147483646 h 59"/>
                  <a:gd name="T74" fmla="*/ 2147483646 w 60"/>
                  <a:gd name="T75" fmla="*/ 2147483646 h 59"/>
                  <a:gd name="T76" fmla="*/ 2147483646 w 60"/>
                  <a:gd name="T77" fmla="*/ 2147483646 h 59"/>
                  <a:gd name="T78" fmla="*/ 2147483646 w 60"/>
                  <a:gd name="T79" fmla="*/ 2147483646 h 59"/>
                  <a:gd name="T80" fmla="*/ 2147483646 w 60"/>
                  <a:gd name="T81" fmla="*/ 2147483646 h 59"/>
                  <a:gd name="T82" fmla="*/ 2147483646 w 60"/>
                  <a:gd name="T83" fmla="*/ 2147483646 h 59"/>
                  <a:gd name="T84" fmla="*/ 2147483646 w 60"/>
                  <a:gd name="T85" fmla="*/ 0 h 59"/>
                  <a:gd name="T86" fmla="*/ 2147483646 w 60"/>
                  <a:gd name="T87" fmla="*/ 0 h 59"/>
                  <a:gd name="T88" fmla="*/ 2147483646 w 60"/>
                  <a:gd name="T89" fmla="*/ 2147483646 h 5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60" h="59">
                    <a:moveTo>
                      <a:pt x="30" y="30"/>
                    </a:moveTo>
                    <a:lnTo>
                      <a:pt x="30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4" y="0"/>
                    </a:lnTo>
                    <a:lnTo>
                      <a:pt x="23" y="0"/>
                    </a:lnTo>
                    <a:lnTo>
                      <a:pt x="21" y="1"/>
                    </a:lnTo>
                    <a:lnTo>
                      <a:pt x="20" y="1"/>
                    </a:lnTo>
                    <a:lnTo>
                      <a:pt x="18" y="1"/>
                    </a:lnTo>
                    <a:lnTo>
                      <a:pt x="17" y="3"/>
                    </a:lnTo>
                    <a:lnTo>
                      <a:pt x="15" y="4"/>
                    </a:lnTo>
                    <a:lnTo>
                      <a:pt x="14" y="4"/>
                    </a:lnTo>
                    <a:lnTo>
                      <a:pt x="12" y="6"/>
                    </a:lnTo>
                    <a:lnTo>
                      <a:pt x="11" y="6"/>
                    </a:lnTo>
                    <a:lnTo>
                      <a:pt x="11" y="7"/>
                    </a:lnTo>
                    <a:lnTo>
                      <a:pt x="9" y="9"/>
                    </a:lnTo>
                    <a:lnTo>
                      <a:pt x="8" y="9"/>
                    </a:lnTo>
                    <a:lnTo>
                      <a:pt x="8" y="10"/>
                    </a:lnTo>
                    <a:lnTo>
                      <a:pt x="6" y="12"/>
                    </a:lnTo>
                    <a:lnTo>
                      <a:pt x="6" y="13"/>
                    </a:lnTo>
                    <a:lnTo>
                      <a:pt x="5" y="13"/>
                    </a:lnTo>
                    <a:lnTo>
                      <a:pt x="5" y="15"/>
                    </a:lnTo>
                    <a:lnTo>
                      <a:pt x="3" y="16"/>
                    </a:lnTo>
                    <a:lnTo>
                      <a:pt x="3" y="18"/>
                    </a:lnTo>
                    <a:lnTo>
                      <a:pt x="2" y="19"/>
                    </a:lnTo>
                    <a:lnTo>
                      <a:pt x="2" y="21"/>
                    </a:lnTo>
                    <a:lnTo>
                      <a:pt x="2" y="22"/>
                    </a:lnTo>
                    <a:lnTo>
                      <a:pt x="0" y="24"/>
                    </a:lnTo>
                    <a:lnTo>
                      <a:pt x="0" y="25"/>
                    </a:lnTo>
                    <a:lnTo>
                      <a:pt x="0" y="27"/>
                    </a:lnTo>
                    <a:lnTo>
                      <a:pt x="0" y="28"/>
                    </a:lnTo>
                    <a:lnTo>
                      <a:pt x="0" y="30"/>
                    </a:lnTo>
                    <a:lnTo>
                      <a:pt x="0" y="31"/>
                    </a:lnTo>
                    <a:lnTo>
                      <a:pt x="0" y="32"/>
                    </a:lnTo>
                    <a:lnTo>
                      <a:pt x="0" y="34"/>
                    </a:lnTo>
                    <a:lnTo>
                      <a:pt x="0" y="35"/>
                    </a:lnTo>
                    <a:lnTo>
                      <a:pt x="2" y="37"/>
                    </a:lnTo>
                    <a:lnTo>
                      <a:pt x="2" y="38"/>
                    </a:lnTo>
                    <a:lnTo>
                      <a:pt x="2" y="40"/>
                    </a:lnTo>
                    <a:lnTo>
                      <a:pt x="3" y="41"/>
                    </a:lnTo>
                    <a:lnTo>
                      <a:pt x="3" y="43"/>
                    </a:lnTo>
                    <a:lnTo>
                      <a:pt x="5" y="43"/>
                    </a:lnTo>
                    <a:lnTo>
                      <a:pt x="5" y="44"/>
                    </a:lnTo>
                    <a:lnTo>
                      <a:pt x="6" y="46"/>
                    </a:lnTo>
                    <a:lnTo>
                      <a:pt x="6" y="47"/>
                    </a:lnTo>
                    <a:lnTo>
                      <a:pt x="8" y="49"/>
                    </a:lnTo>
                    <a:lnTo>
                      <a:pt x="9" y="50"/>
                    </a:lnTo>
                    <a:lnTo>
                      <a:pt x="11" y="52"/>
                    </a:lnTo>
                    <a:lnTo>
                      <a:pt x="12" y="53"/>
                    </a:lnTo>
                    <a:lnTo>
                      <a:pt x="14" y="53"/>
                    </a:lnTo>
                    <a:lnTo>
                      <a:pt x="15" y="55"/>
                    </a:lnTo>
                    <a:lnTo>
                      <a:pt x="17" y="55"/>
                    </a:lnTo>
                    <a:lnTo>
                      <a:pt x="17" y="56"/>
                    </a:lnTo>
                    <a:lnTo>
                      <a:pt x="18" y="56"/>
                    </a:lnTo>
                    <a:lnTo>
                      <a:pt x="20" y="58"/>
                    </a:lnTo>
                    <a:lnTo>
                      <a:pt x="21" y="58"/>
                    </a:lnTo>
                    <a:lnTo>
                      <a:pt x="23" y="58"/>
                    </a:lnTo>
                    <a:lnTo>
                      <a:pt x="24" y="58"/>
                    </a:lnTo>
                    <a:lnTo>
                      <a:pt x="25" y="59"/>
                    </a:lnTo>
                    <a:lnTo>
                      <a:pt x="27" y="59"/>
                    </a:lnTo>
                    <a:lnTo>
                      <a:pt x="28" y="59"/>
                    </a:lnTo>
                    <a:lnTo>
                      <a:pt x="30" y="59"/>
                    </a:lnTo>
                    <a:lnTo>
                      <a:pt x="31" y="59"/>
                    </a:lnTo>
                    <a:lnTo>
                      <a:pt x="33" y="59"/>
                    </a:lnTo>
                    <a:lnTo>
                      <a:pt x="34" y="59"/>
                    </a:lnTo>
                    <a:lnTo>
                      <a:pt x="36" y="58"/>
                    </a:lnTo>
                    <a:lnTo>
                      <a:pt x="37" y="58"/>
                    </a:lnTo>
                    <a:lnTo>
                      <a:pt x="39" y="58"/>
                    </a:lnTo>
                    <a:lnTo>
                      <a:pt x="40" y="58"/>
                    </a:lnTo>
                    <a:lnTo>
                      <a:pt x="42" y="56"/>
                    </a:lnTo>
                    <a:lnTo>
                      <a:pt x="43" y="56"/>
                    </a:lnTo>
                    <a:lnTo>
                      <a:pt x="45" y="55"/>
                    </a:lnTo>
                    <a:lnTo>
                      <a:pt x="46" y="53"/>
                    </a:lnTo>
                    <a:lnTo>
                      <a:pt x="48" y="53"/>
                    </a:lnTo>
                    <a:lnTo>
                      <a:pt x="49" y="52"/>
                    </a:lnTo>
                    <a:lnTo>
                      <a:pt x="51" y="52"/>
                    </a:lnTo>
                    <a:lnTo>
                      <a:pt x="51" y="50"/>
                    </a:lnTo>
                    <a:lnTo>
                      <a:pt x="52" y="49"/>
                    </a:lnTo>
                    <a:lnTo>
                      <a:pt x="54" y="49"/>
                    </a:lnTo>
                    <a:lnTo>
                      <a:pt x="54" y="47"/>
                    </a:lnTo>
                    <a:lnTo>
                      <a:pt x="55" y="46"/>
                    </a:lnTo>
                    <a:lnTo>
                      <a:pt x="55" y="44"/>
                    </a:lnTo>
                    <a:lnTo>
                      <a:pt x="57" y="43"/>
                    </a:lnTo>
                    <a:lnTo>
                      <a:pt x="58" y="41"/>
                    </a:lnTo>
                    <a:lnTo>
                      <a:pt x="58" y="40"/>
                    </a:lnTo>
                    <a:lnTo>
                      <a:pt x="58" y="38"/>
                    </a:lnTo>
                    <a:lnTo>
                      <a:pt x="58" y="37"/>
                    </a:lnTo>
                    <a:lnTo>
                      <a:pt x="60" y="35"/>
                    </a:lnTo>
                    <a:lnTo>
                      <a:pt x="60" y="34"/>
                    </a:lnTo>
                    <a:lnTo>
                      <a:pt x="60" y="32"/>
                    </a:lnTo>
                    <a:lnTo>
                      <a:pt x="60" y="31"/>
                    </a:lnTo>
                    <a:lnTo>
                      <a:pt x="60" y="30"/>
                    </a:lnTo>
                    <a:lnTo>
                      <a:pt x="60" y="28"/>
                    </a:lnTo>
                    <a:lnTo>
                      <a:pt x="60" y="27"/>
                    </a:lnTo>
                    <a:lnTo>
                      <a:pt x="60" y="25"/>
                    </a:lnTo>
                    <a:lnTo>
                      <a:pt x="60" y="24"/>
                    </a:lnTo>
                    <a:lnTo>
                      <a:pt x="58" y="22"/>
                    </a:lnTo>
                    <a:lnTo>
                      <a:pt x="58" y="21"/>
                    </a:lnTo>
                    <a:lnTo>
                      <a:pt x="58" y="19"/>
                    </a:lnTo>
                    <a:lnTo>
                      <a:pt x="58" y="18"/>
                    </a:lnTo>
                    <a:lnTo>
                      <a:pt x="57" y="16"/>
                    </a:lnTo>
                    <a:lnTo>
                      <a:pt x="57" y="15"/>
                    </a:lnTo>
                    <a:lnTo>
                      <a:pt x="55" y="13"/>
                    </a:lnTo>
                    <a:lnTo>
                      <a:pt x="54" y="12"/>
                    </a:lnTo>
                    <a:lnTo>
                      <a:pt x="54" y="10"/>
                    </a:lnTo>
                    <a:lnTo>
                      <a:pt x="52" y="9"/>
                    </a:lnTo>
                    <a:lnTo>
                      <a:pt x="51" y="9"/>
                    </a:lnTo>
                    <a:lnTo>
                      <a:pt x="51" y="7"/>
                    </a:lnTo>
                    <a:lnTo>
                      <a:pt x="49" y="6"/>
                    </a:lnTo>
                    <a:lnTo>
                      <a:pt x="48" y="6"/>
                    </a:lnTo>
                    <a:lnTo>
                      <a:pt x="46" y="4"/>
                    </a:lnTo>
                    <a:lnTo>
                      <a:pt x="45" y="4"/>
                    </a:lnTo>
                    <a:lnTo>
                      <a:pt x="45" y="3"/>
                    </a:lnTo>
                    <a:lnTo>
                      <a:pt x="43" y="3"/>
                    </a:lnTo>
                    <a:lnTo>
                      <a:pt x="42" y="1"/>
                    </a:lnTo>
                    <a:lnTo>
                      <a:pt x="40" y="1"/>
                    </a:lnTo>
                    <a:lnTo>
                      <a:pt x="39" y="1"/>
                    </a:lnTo>
                    <a:lnTo>
                      <a:pt x="37" y="0"/>
                    </a:lnTo>
                    <a:lnTo>
                      <a:pt x="36" y="0"/>
                    </a:lnTo>
                    <a:lnTo>
                      <a:pt x="34" y="0"/>
                    </a:lnTo>
                    <a:lnTo>
                      <a:pt x="33" y="0"/>
                    </a:lnTo>
                    <a:lnTo>
                      <a:pt x="31" y="0"/>
                    </a:lnTo>
                    <a:lnTo>
                      <a:pt x="30" y="0"/>
                    </a:lnTo>
                    <a:lnTo>
                      <a:pt x="30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55" name="Freeform 40">
                <a:extLst>
                  <a:ext uri="{FF2B5EF4-FFF2-40B4-BE49-F238E27FC236}">
                    <a16:creationId xmlns:a16="http://schemas.microsoft.com/office/drawing/2014/main" id="{07D4459C-9A11-46A7-9CF4-1D0931F754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0800000">
                <a:off x="6078373" y="4464050"/>
                <a:ext cx="74603" cy="73025"/>
              </a:xfrm>
              <a:custGeom>
                <a:avLst/>
                <a:gdLst>
                  <a:gd name="T0" fmla="*/ 2147483646 w 59"/>
                  <a:gd name="T1" fmla="*/ 0 h 59"/>
                  <a:gd name="T2" fmla="*/ 2147483646 w 59"/>
                  <a:gd name="T3" fmla="*/ 0 h 59"/>
                  <a:gd name="T4" fmla="*/ 2147483646 w 59"/>
                  <a:gd name="T5" fmla="*/ 2147483646 h 59"/>
                  <a:gd name="T6" fmla="*/ 2147483646 w 59"/>
                  <a:gd name="T7" fmla="*/ 2147483646 h 59"/>
                  <a:gd name="T8" fmla="*/ 2147483646 w 59"/>
                  <a:gd name="T9" fmla="*/ 2147483646 h 59"/>
                  <a:gd name="T10" fmla="*/ 2147483646 w 59"/>
                  <a:gd name="T11" fmla="*/ 2147483646 h 59"/>
                  <a:gd name="T12" fmla="*/ 2147483646 w 59"/>
                  <a:gd name="T13" fmla="*/ 2147483646 h 59"/>
                  <a:gd name="T14" fmla="*/ 2147483646 w 59"/>
                  <a:gd name="T15" fmla="*/ 2147483646 h 59"/>
                  <a:gd name="T16" fmla="*/ 2147483646 w 59"/>
                  <a:gd name="T17" fmla="*/ 2147483646 h 59"/>
                  <a:gd name="T18" fmla="*/ 0 w 59"/>
                  <a:gd name="T19" fmla="*/ 2147483646 h 59"/>
                  <a:gd name="T20" fmla="*/ 0 w 59"/>
                  <a:gd name="T21" fmla="*/ 2147483646 h 59"/>
                  <a:gd name="T22" fmla="*/ 0 w 59"/>
                  <a:gd name="T23" fmla="*/ 2147483646 h 59"/>
                  <a:gd name="T24" fmla="*/ 0 w 59"/>
                  <a:gd name="T25" fmla="*/ 2147483646 h 59"/>
                  <a:gd name="T26" fmla="*/ 2147483646 w 59"/>
                  <a:gd name="T27" fmla="*/ 2147483646 h 59"/>
                  <a:gd name="T28" fmla="*/ 2147483646 w 59"/>
                  <a:gd name="T29" fmla="*/ 2147483646 h 59"/>
                  <a:gd name="T30" fmla="*/ 2147483646 w 59"/>
                  <a:gd name="T31" fmla="*/ 2147483646 h 59"/>
                  <a:gd name="T32" fmla="*/ 2147483646 w 59"/>
                  <a:gd name="T33" fmla="*/ 2147483646 h 59"/>
                  <a:gd name="T34" fmla="*/ 2147483646 w 59"/>
                  <a:gd name="T35" fmla="*/ 2147483646 h 59"/>
                  <a:gd name="T36" fmla="*/ 2147483646 w 59"/>
                  <a:gd name="T37" fmla="*/ 2147483646 h 59"/>
                  <a:gd name="T38" fmla="*/ 2147483646 w 59"/>
                  <a:gd name="T39" fmla="*/ 2147483646 h 59"/>
                  <a:gd name="T40" fmla="*/ 2147483646 w 59"/>
                  <a:gd name="T41" fmla="*/ 2147483646 h 59"/>
                  <a:gd name="T42" fmla="*/ 2147483646 w 59"/>
                  <a:gd name="T43" fmla="*/ 2147483646 h 59"/>
                  <a:gd name="T44" fmla="*/ 2147483646 w 59"/>
                  <a:gd name="T45" fmla="*/ 2147483646 h 59"/>
                  <a:gd name="T46" fmla="*/ 2147483646 w 59"/>
                  <a:gd name="T47" fmla="*/ 2147483646 h 59"/>
                  <a:gd name="T48" fmla="*/ 2147483646 w 59"/>
                  <a:gd name="T49" fmla="*/ 2147483646 h 59"/>
                  <a:gd name="T50" fmla="*/ 2147483646 w 59"/>
                  <a:gd name="T51" fmla="*/ 2147483646 h 59"/>
                  <a:gd name="T52" fmla="*/ 2147483646 w 59"/>
                  <a:gd name="T53" fmla="*/ 2147483646 h 59"/>
                  <a:gd name="T54" fmla="*/ 2147483646 w 59"/>
                  <a:gd name="T55" fmla="*/ 2147483646 h 59"/>
                  <a:gd name="T56" fmla="*/ 2147483646 w 59"/>
                  <a:gd name="T57" fmla="*/ 2147483646 h 59"/>
                  <a:gd name="T58" fmla="*/ 2147483646 w 59"/>
                  <a:gd name="T59" fmla="*/ 2147483646 h 59"/>
                  <a:gd name="T60" fmla="*/ 2147483646 w 59"/>
                  <a:gd name="T61" fmla="*/ 2147483646 h 59"/>
                  <a:gd name="T62" fmla="*/ 2147483646 w 59"/>
                  <a:gd name="T63" fmla="*/ 2147483646 h 59"/>
                  <a:gd name="T64" fmla="*/ 2147483646 w 59"/>
                  <a:gd name="T65" fmla="*/ 2147483646 h 59"/>
                  <a:gd name="T66" fmla="*/ 2147483646 w 59"/>
                  <a:gd name="T67" fmla="*/ 2147483646 h 59"/>
                  <a:gd name="T68" fmla="*/ 2147483646 w 59"/>
                  <a:gd name="T69" fmla="*/ 2147483646 h 59"/>
                  <a:gd name="T70" fmla="*/ 2147483646 w 59"/>
                  <a:gd name="T71" fmla="*/ 2147483646 h 59"/>
                  <a:gd name="T72" fmla="*/ 2147483646 w 59"/>
                  <a:gd name="T73" fmla="*/ 2147483646 h 59"/>
                  <a:gd name="T74" fmla="*/ 2147483646 w 59"/>
                  <a:gd name="T75" fmla="*/ 2147483646 h 59"/>
                  <a:gd name="T76" fmla="*/ 2147483646 w 59"/>
                  <a:gd name="T77" fmla="*/ 2147483646 h 59"/>
                  <a:gd name="T78" fmla="*/ 2147483646 w 59"/>
                  <a:gd name="T79" fmla="*/ 2147483646 h 59"/>
                  <a:gd name="T80" fmla="*/ 2147483646 w 59"/>
                  <a:gd name="T81" fmla="*/ 2147483646 h 59"/>
                  <a:gd name="T82" fmla="*/ 2147483646 w 59"/>
                  <a:gd name="T83" fmla="*/ 2147483646 h 59"/>
                  <a:gd name="T84" fmla="*/ 2147483646 w 59"/>
                  <a:gd name="T85" fmla="*/ 0 h 59"/>
                  <a:gd name="T86" fmla="*/ 2147483646 w 59"/>
                  <a:gd name="T87" fmla="*/ 0 h 59"/>
                  <a:gd name="T88" fmla="*/ 2147483646 w 59"/>
                  <a:gd name="T89" fmla="*/ 2147483646 h 5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59" h="59">
                    <a:moveTo>
                      <a:pt x="30" y="30"/>
                    </a:moveTo>
                    <a:lnTo>
                      <a:pt x="30" y="0"/>
                    </a:lnTo>
                    <a:lnTo>
                      <a:pt x="28" y="0"/>
                    </a:lnTo>
                    <a:lnTo>
                      <a:pt x="27" y="0"/>
                    </a:lnTo>
                    <a:lnTo>
                      <a:pt x="25" y="0"/>
                    </a:lnTo>
                    <a:lnTo>
                      <a:pt x="24" y="0"/>
                    </a:lnTo>
                    <a:lnTo>
                      <a:pt x="22" y="0"/>
                    </a:lnTo>
                    <a:lnTo>
                      <a:pt x="21" y="2"/>
                    </a:lnTo>
                    <a:lnTo>
                      <a:pt x="19" y="2"/>
                    </a:lnTo>
                    <a:lnTo>
                      <a:pt x="18" y="2"/>
                    </a:lnTo>
                    <a:lnTo>
                      <a:pt x="16" y="3"/>
                    </a:lnTo>
                    <a:lnTo>
                      <a:pt x="15" y="5"/>
                    </a:lnTo>
                    <a:lnTo>
                      <a:pt x="13" y="5"/>
                    </a:lnTo>
                    <a:lnTo>
                      <a:pt x="12" y="6"/>
                    </a:lnTo>
                    <a:lnTo>
                      <a:pt x="10" y="6"/>
                    </a:lnTo>
                    <a:lnTo>
                      <a:pt x="10" y="7"/>
                    </a:lnTo>
                    <a:lnTo>
                      <a:pt x="9" y="9"/>
                    </a:lnTo>
                    <a:lnTo>
                      <a:pt x="7" y="9"/>
                    </a:lnTo>
                    <a:lnTo>
                      <a:pt x="7" y="10"/>
                    </a:lnTo>
                    <a:lnTo>
                      <a:pt x="6" y="12"/>
                    </a:lnTo>
                    <a:lnTo>
                      <a:pt x="6" y="13"/>
                    </a:lnTo>
                    <a:lnTo>
                      <a:pt x="4" y="13"/>
                    </a:lnTo>
                    <a:lnTo>
                      <a:pt x="4" y="15"/>
                    </a:lnTo>
                    <a:lnTo>
                      <a:pt x="3" y="16"/>
                    </a:lnTo>
                    <a:lnTo>
                      <a:pt x="3" y="18"/>
                    </a:lnTo>
                    <a:lnTo>
                      <a:pt x="1" y="19"/>
                    </a:lnTo>
                    <a:lnTo>
                      <a:pt x="1" y="21"/>
                    </a:lnTo>
                    <a:lnTo>
                      <a:pt x="1" y="22"/>
                    </a:lnTo>
                    <a:lnTo>
                      <a:pt x="0" y="24"/>
                    </a:lnTo>
                    <a:lnTo>
                      <a:pt x="0" y="25"/>
                    </a:lnTo>
                    <a:lnTo>
                      <a:pt x="0" y="27"/>
                    </a:lnTo>
                    <a:lnTo>
                      <a:pt x="0" y="28"/>
                    </a:lnTo>
                    <a:lnTo>
                      <a:pt x="0" y="30"/>
                    </a:lnTo>
                    <a:lnTo>
                      <a:pt x="0" y="31"/>
                    </a:lnTo>
                    <a:lnTo>
                      <a:pt x="0" y="33"/>
                    </a:lnTo>
                    <a:lnTo>
                      <a:pt x="0" y="34"/>
                    </a:lnTo>
                    <a:lnTo>
                      <a:pt x="0" y="36"/>
                    </a:lnTo>
                    <a:lnTo>
                      <a:pt x="1" y="37"/>
                    </a:lnTo>
                    <a:lnTo>
                      <a:pt x="1" y="39"/>
                    </a:lnTo>
                    <a:lnTo>
                      <a:pt x="1" y="40"/>
                    </a:lnTo>
                    <a:lnTo>
                      <a:pt x="3" y="42"/>
                    </a:lnTo>
                    <a:lnTo>
                      <a:pt x="3" y="43"/>
                    </a:lnTo>
                    <a:lnTo>
                      <a:pt x="4" y="43"/>
                    </a:lnTo>
                    <a:lnTo>
                      <a:pt x="4" y="45"/>
                    </a:lnTo>
                    <a:lnTo>
                      <a:pt x="6" y="46"/>
                    </a:lnTo>
                    <a:lnTo>
                      <a:pt x="6" y="48"/>
                    </a:lnTo>
                    <a:lnTo>
                      <a:pt x="7" y="49"/>
                    </a:lnTo>
                    <a:lnTo>
                      <a:pt x="9" y="50"/>
                    </a:lnTo>
                    <a:lnTo>
                      <a:pt x="10" y="52"/>
                    </a:lnTo>
                    <a:lnTo>
                      <a:pt x="12" y="53"/>
                    </a:lnTo>
                    <a:lnTo>
                      <a:pt x="13" y="53"/>
                    </a:lnTo>
                    <a:lnTo>
                      <a:pt x="15" y="55"/>
                    </a:lnTo>
                    <a:lnTo>
                      <a:pt x="16" y="55"/>
                    </a:lnTo>
                    <a:lnTo>
                      <a:pt x="16" y="56"/>
                    </a:lnTo>
                    <a:lnTo>
                      <a:pt x="18" y="56"/>
                    </a:lnTo>
                    <a:lnTo>
                      <a:pt x="19" y="58"/>
                    </a:lnTo>
                    <a:lnTo>
                      <a:pt x="21" y="58"/>
                    </a:lnTo>
                    <a:lnTo>
                      <a:pt x="22" y="58"/>
                    </a:lnTo>
                    <a:lnTo>
                      <a:pt x="24" y="58"/>
                    </a:lnTo>
                    <a:lnTo>
                      <a:pt x="25" y="59"/>
                    </a:lnTo>
                    <a:lnTo>
                      <a:pt x="27" y="59"/>
                    </a:lnTo>
                    <a:lnTo>
                      <a:pt x="28" y="59"/>
                    </a:lnTo>
                    <a:lnTo>
                      <a:pt x="30" y="59"/>
                    </a:lnTo>
                    <a:lnTo>
                      <a:pt x="31" y="59"/>
                    </a:lnTo>
                    <a:lnTo>
                      <a:pt x="33" y="59"/>
                    </a:lnTo>
                    <a:lnTo>
                      <a:pt x="34" y="59"/>
                    </a:lnTo>
                    <a:lnTo>
                      <a:pt x="35" y="58"/>
                    </a:lnTo>
                    <a:lnTo>
                      <a:pt x="37" y="58"/>
                    </a:lnTo>
                    <a:lnTo>
                      <a:pt x="38" y="58"/>
                    </a:lnTo>
                    <a:lnTo>
                      <a:pt x="40" y="58"/>
                    </a:lnTo>
                    <a:lnTo>
                      <a:pt x="41" y="56"/>
                    </a:lnTo>
                    <a:lnTo>
                      <a:pt x="43" y="56"/>
                    </a:lnTo>
                    <a:lnTo>
                      <a:pt x="44" y="55"/>
                    </a:lnTo>
                    <a:lnTo>
                      <a:pt x="46" y="53"/>
                    </a:lnTo>
                    <a:lnTo>
                      <a:pt x="47" y="53"/>
                    </a:lnTo>
                    <a:lnTo>
                      <a:pt x="49" y="52"/>
                    </a:lnTo>
                    <a:lnTo>
                      <a:pt x="50" y="52"/>
                    </a:lnTo>
                    <a:lnTo>
                      <a:pt x="50" y="50"/>
                    </a:lnTo>
                    <a:lnTo>
                      <a:pt x="52" y="49"/>
                    </a:lnTo>
                    <a:lnTo>
                      <a:pt x="53" y="49"/>
                    </a:lnTo>
                    <a:lnTo>
                      <a:pt x="53" y="48"/>
                    </a:lnTo>
                    <a:lnTo>
                      <a:pt x="55" y="46"/>
                    </a:lnTo>
                    <a:lnTo>
                      <a:pt x="55" y="45"/>
                    </a:lnTo>
                    <a:lnTo>
                      <a:pt x="56" y="43"/>
                    </a:lnTo>
                    <a:lnTo>
                      <a:pt x="58" y="42"/>
                    </a:lnTo>
                    <a:lnTo>
                      <a:pt x="58" y="40"/>
                    </a:lnTo>
                    <a:lnTo>
                      <a:pt x="58" y="39"/>
                    </a:lnTo>
                    <a:lnTo>
                      <a:pt x="58" y="37"/>
                    </a:lnTo>
                    <a:lnTo>
                      <a:pt x="59" y="36"/>
                    </a:lnTo>
                    <a:lnTo>
                      <a:pt x="59" y="34"/>
                    </a:lnTo>
                    <a:lnTo>
                      <a:pt x="59" y="33"/>
                    </a:lnTo>
                    <a:lnTo>
                      <a:pt x="59" y="31"/>
                    </a:lnTo>
                    <a:lnTo>
                      <a:pt x="59" y="30"/>
                    </a:lnTo>
                    <a:lnTo>
                      <a:pt x="59" y="28"/>
                    </a:lnTo>
                    <a:lnTo>
                      <a:pt x="59" y="27"/>
                    </a:lnTo>
                    <a:lnTo>
                      <a:pt x="59" y="25"/>
                    </a:lnTo>
                    <a:lnTo>
                      <a:pt x="59" y="24"/>
                    </a:lnTo>
                    <a:lnTo>
                      <a:pt x="58" y="22"/>
                    </a:lnTo>
                    <a:lnTo>
                      <a:pt x="58" y="21"/>
                    </a:lnTo>
                    <a:lnTo>
                      <a:pt x="58" y="19"/>
                    </a:lnTo>
                    <a:lnTo>
                      <a:pt x="58" y="18"/>
                    </a:lnTo>
                    <a:lnTo>
                      <a:pt x="56" y="16"/>
                    </a:lnTo>
                    <a:lnTo>
                      <a:pt x="56" y="15"/>
                    </a:lnTo>
                    <a:lnTo>
                      <a:pt x="55" y="13"/>
                    </a:lnTo>
                    <a:lnTo>
                      <a:pt x="53" y="12"/>
                    </a:lnTo>
                    <a:lnTo>
                      <a:pt x="53" y="10"/>
                    </a:lnTo>
                    <a:lnTo>
                      <a:pt x="52" y="9"/>
                    </a:lnTo>
                    <a:lnTo>
                      <a:pt x="50" y="9"/>
                    </a:lnTo>
                    <a:lnTo>
                      <a:pt x="50" y="7"/>
                    </a:lnTo>
                    <a:lnTo>
                      <a:pt x="49" y="6"/>
                    </a:lnTo>
                    <a:lnTo>
                      <a:pt x="47" y="6"/>
                    </a:lnTo>
                    <a:lnTo>
                      <a:pt x="46" y="5"/>
                    </a:lnTo>
                    <a:lnTo>
                      <a:pt x="44" y="5"/>
                    </a:lnTo>
                    <a:lnTo>
                      <a:pt x="44" y="3"/>
                    </a:lnTo>
                    <a:lnTo>
                      <a:pt x="43" y="3"/>
                    </a:lnTo>
                    <a:lnTo>
                      <a:pt x="41" y="2"/>
                    </a:lnTo>
                    <a:lnTo>
                      <a:pt x="40" y="2"/>
                    </a:lnTo>
                    <a:lnTo>
                      <a:pt x="38" y="2"/>
                    </a:lnTo>
                    <a:lnTo>
                      <a:pt x="37" y="0"/>
                    </a:lnTo>
                    <a:lnTo>
                      <a:pt x="35" y="0"/>
                    </a:lnTo>
                    <a:lnTo>
                      <a:pt x="34" y="0"/>
                    </a:lnTo>
                    <a:lnTo>
                      <a:pt x="33" y="0"/>
                    </a:lnTo>
                    <a:lnTo>
                      <a:pt x="31" y="0"/>
                    </a:lnTo>
                    <a:lnTo>
                      <a:pt x="30" y="0"/>
                    </a:lnTo>
                    <a:lnTo>
                      <a:pt x="30" y="3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56" name="Line 41">
                <a:extLst>
                  <a:ext uri="{FF2B5EF4-FFF2-40B4-BE49-F238E27FC236}">
                    <a16:creationId xmlns:a16="http://schemas.microsoft.com/office/drawing/2014/main" id="{D2B420CD-39B3-4659-8792-8BA55F97E0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3517660" y="3489325"/>
                <a:ext cx="495236" cy="1588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57" name="Freeform 42">
                <a:extLst>
                  <a:ext uri="{FF2B5EF4-FFF2-40B4-BE49-F238E27FC236}">
                    <a16:creationId xmlns:a16="http://schemas.microsoft.com/office/drawing/2014/main" id="{2B1E66F4-0814-47AC-B449-9DA65E3D4E36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3517660" y="3656013"/>
                <a:ext cx="495236" cy="1012825"/>
              </a:xfrm>
              <a:custGeom>
                <a:avLst/>
                <a:gdLst>
                  <a:gd name="T0" fmla="*/ 2147483646 w 623"/>
                  <a:gd name="T1" fmla="*/ 2147483646 h 1275"/>
                  <a:gd name="T2" fmla="*/ 2147483646 w 623"/>
                  <a:gd name="T3" fmla="*/ 2147483646 h 1275"/>
                  <a:gd name="T4" fmla="*/ 2147483646 w 623"/>
                  <a:gd name="T5" fmla="*/ 0 h 1275"/>
                  <a:gd name="T6" fmla="*/ 0 w 623"/>
                  <a:gd name="T7" fmla="*/ 0 h 127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23" h="1275">
                    <a:moveTo>
                      <a:pt x="623" y="1275"/>
                    </a:moveTo>
                    <a:lnTo>
                      <a:pt x="415" y="1275"/>
                    </a:lnTo>
                    <a:lnTo>
                      <a:pt x="415" y="0"/>
                    </a:ln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58" name="Freeform 43">
                <a:extLst>
                  <a:ext uri="{FF2B5EF4-FFF2-40B4-BE49-F238E27FC236}">
                    <a16:creationId xmlns:a16="http://schemas.microsoft.com/office/drawing/2014/main" id="{F2129BE3-180E-4359-936A-CA5E48914D5D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3517660" y="2338388"/>
                <a:ext cx="495236" cy="989012"/>
              </a:xfrm>
              <a:custGeom>
                <a:avLst/>
                <a:gdLst>
                  <a:gd name="T0" fmla="*/ 2147483646 w 623"/>
                  <a:gd name="T1" fmla="*/ 0 h 1245"/>
                  <a:gd name="T2" fmla="*/ 2147483646 w 623"/>
                  <a:gd name="T3" fmla="*/ 0 h 1245"/>
                  <a:gd name="T4" fmla="*/ 2147483646 w 623"/>
                  <a:gd name="T5" fmla="*/ 2147483646 h 1245"/>
                  <a:gd name="T6" fmla="*/ 0 w 623"/>
                  <a:gd name="T7" fmla="*/ 2147483646 h 124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23" h="1245">
                    <a:moveTo>
                      <a:pt x="623" y="0"/>
                    </a:moveTo>
                    <a:lnTo>
                      <a:pt x="415" y="0"/>
                    </a:lnTo>
                    <a:lnTo>
                      <a:pt x="415" y="1245"/>
                    </a:lnTo>
                    <a:lnTo>
                      <a:pt x="0" y="1245"/>
                    </a:lnTo>
                  </a:path>
                </a:pathLst>
              </a:cu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59" name="Line 44">
                <a:extLst>
                  <a:ext uri="{FF2B5EF4-FFF2-40B4-BE49-F238E27FC236}">
                    <a16:creationId xmlns:a16="http://schemas.microsoft.com/office/drawing/2014/main" id="{BD22F340-2A17-435A-9E00-BCC3C670BF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2009730" y="3489325"/>
                <a:ext cx="330157" cy="1588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60" name="Rectangle 45">
                <a:extLst>
                  <a:ext uri="{FF2B5EF4-FFF2-40B4-BE49-F238E27FC236}">
                    <a16:creationId xmlns:a16="http://schemas.microsoft.com/office/drawing/2014/main" id="{68B0D01B-576B-4603-939D-22702CE4B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7350" y="3314700"/>
                <a:ext cx="199999" cy="2857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§"/>
                  <a:defRPr sz="2000"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700" b="0" i="1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-Roman" charset="0"/>
                    <a:ea typeface="MS PGothic" panose="020B0600070205080204" pitchFamily="34" charset="-128"/>
                    <a:cs typeface="+mn-cs"/>
                  </a:rPr>
                  <a:t>f 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61" name="Freeform 63">
                <a:extLst>
                  <a:ext uri="{FF2B5EF4-FFF2-40B4-BE49-F238E27FC236}">
                    <a16:creationId xmlns:a16="http://schemas.microsoft.com/office/drawing/2014/main" id="{2015C347-F24A-477E-A803-4FBE0DB8DB8A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4012896" y="4667250"/>
                <a:ext cx="187301" cy="1588"/>
              </a:xfrm>
              <a:custGeom>
                <a:avLst/>
                <a:gdLst>
                  <a:gd name="T0" fmla="*/ 2147483646 w 237"/>
                  <a:gd name="T1" fmla="*/ 0 h 1588"/>
                  <a:gd name="T2" fmla="*/ 0 w 237"/>
                  <a:gd name="T3" fmla="*/ 0 h 1588"/>
                  <a:gd name="T4" fmla="*/ 2147483646 w 237"/>
                  <a:gd name="T5" fmla="*/ 0 h 15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7" h="1588">
                    <a:moveTo>
                      <a:pt x="237" y="0"/>
                    </a:moveTo>
                    <a:lnTo>
                      <a:pt x="0" y="0"/>
                    </a:lnTo>
                    <a:lnTo>
                      <a:pt x="2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62" name="Line 64">
                <a:extLst>
                  <a:ext uri="{FF2B5EF4-FFF2-40B4-BE49-F238E27FC236}">
                    <a16:creationId xmlns:a16="http://schemas.microsoft.com/office/drawing/2014/main" id="{18051038-24FA-45D1-9109-FCDD7C8D97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4012896" y="4667250"/>
                <a:ext cx="187301" cy="1588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63" name="Freeform 65">
                <a:extLst>
                  <a:ext uri="{FF2B5EF4-FFF2-40B4-BE49-F238E27FC236}">
                    <a16:creationId xmlns:a16="http://schemas.microsoft.com/office/drawing/2014/main" id="{C9342E57-FE4A-4305-8833-7F36B3E57D78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4800601" y="4502150"/>
                <a:ext cx="330157" cy="1588"/>
              </a:xfrm>
              <a:custGeom>
                <a:avLst/>
                <a:gdLst>
                  <a:gd name="T0" fmla="*/ 2147483646 w 415"/>
                  <a:gd name="T1" fmla="*/ 0 h 1588"/>
                  <a:gd name="T2" fmla="*/ 0 w 415"/>
                  <a:gd name="T3" fmla="*/ 0 h 1588"/>
                  <a:gd name="T4" fmla="*/ 2147483646 w 415"/>
                  <a:gd name="T5" fmla="*/ 0 h 15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5" h="1588">
                    <a:moveTo>
                      <a:pt x="415" y="0"/>
                    </a:moveTo>
                    <a:lnTo>
                      <a:pt x="0" y="0"/>
                    </a:lnTo>
                    <a:lnTo>
                      <a:pt x="41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64" name="Line 66">
                <a:extLst>
                  <a:ext uri="{FF2B5EF4-FFF2-40B4-BE49-F238E27FC236}">
                    <a16:creationId xmlns:a16="http://schemas.microsoft.com/office/drawing/2014/main" id="{C08A7D65-22E0-4938-815F-102CDA7C8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4800601" y="4502150"/>
                <a:ext cx="330157" cy="1588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65" name="Freeform 67">
                <a:extLst>
                  <a:ext uri="{FF2B5EF4-FFF2-40B4-BE49-F238E27FC236}">
                    <a16:creationId xmlns:a16="http://schemas.microsoft.com/office/drawing/2014/main" id="{CADA081C-974E-4CFB-AE33-543AB91963F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4800601" y="4832350"/>
                <a:ext cx="330157" cy="1588"/>
              </a:xfrm>
              <a:custGeom>
                <a:avLst/>
                <a:gdLst>
                  <a:gd name="T0" fmla="*/ 2147483646 w 415"/>
                  <a:gd name="T1" fmla="*/ 0 h 1588"/>
                  <a:gd name="T2" fmla="*/ 0 w 415"/>
                  <a:gd name="T3" fmla="*/ 0 h 1588"/>
                  <a:gd name="T4" fmla="*/ 2147483646 w 415"/>
                  <a:gd name="T5" fmla="*/ 0 h 15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5" h="1588">
                    <a:moveTo>
                      <a:pt x="415" y="0"/>
                    </a:moveTo>
                    <a:lnTo>
                      <a:pt x="0" y="0"/>
                    </a:lnTo>
                    <a:lnTo>
                      <a:pt x="41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66" name="Line 68">
                <a:extLst>
                  <a:ext uri="{FF2B5EF4-FFF2-40B4-BE49-F238E27FC236}">
                    <a16:creationId xmlns:a16="http://schemas.microsoft.com/office/drawing/2014/main" id="{C349EFE8-D093-4123-9318-8D41BB4915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 flipH="1">
                <a:off x="4800601" y="4832350"/>
                <a:ext cx="330157" cy="1588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967" name="Line 69">
                <a:extLst>
                  <a:ext uri="{FF2B5EF4-FFF2-40B4-BE49-F238E27FC236}">
                    <a16:creationId xmlns:a16="http://schemas.microsoft.com/office/drawing/2014/main" id="{E97183D7-1D2D-4B2B-882B-6ED1DB9255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0800000">
                <a:off x="5459328" y="4503738"/>
                <a:ext cx="1588" cy="330200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grpSp>
            <p:nvGrpSpPr>
              <p:cNvPr id="38968" name="Group 80">
                <a:extLst>
                  <a:ext uri="{FF2B5EF4-FFF2-40B4-BE49-F238E27FC236}">
                    <a16:creationId xmlns:a16="http://schemas.microsoft.com/office/drawing/2014/main" id="{4042B481-B097-486D-8D7B-44A6B794E9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>
                <a:off x="4200200" y="4383086"/>
                <a:ext cx="619158" cy="566738"/>
                <a:chOff x="3465" y="821"/>
                <a:chExt cx="391" cy="357"/>
              </a:xfrm>
            </p:grpSpPr>
            <p:sp>
              <p:nvSpPr>
                <p:cNvPr id="38981" name="Line 81">
                  <a:extLst>
                    <a:ext uri="{FF2B5EF4-FFF2-40B4-BE49-F238E27FC236}">
                      <a16:creationId xmlns:a16="http://schemas.microsoft.com/office/drawing/2014/main" id="{6EADA2EB-3917-473F-BF7A-341EB50207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65" y="826"/>
                  <a:ext cx="244" cy="0"/>
                </a:xfrm>
                <a:prstGeom prst="line">
                  <a:avLst/>
                </a:pr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982" name="Line 82">
                  <a:extLst>
                    <a:ext uri="{FF2B5EF4-FFF2-40B4-BE49-F238E27FC236}">
                      <a16:creationId xmlns:a16="http://schemas.microsoft.com/office/drawing/2014/main" id="{671BC829-D8F3-4600-BC5D-67D17CBCFE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70" y="826"/>
                  <a:ext cx="0" cy="352"/>
                </a:xfrm>
                <a:prstGeom prst="line">
                  <a:avLst/>
                </a:pr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983" name="Arc 83">
                  <a:extLst>
                    <a:ext uri="{FF2B5EF4-FFF2-40B4-BE49-F238E27FC236}">
                      <a16:creationId xmlns:a16="http://schemas.microsoft.com/office/drawing/2014/main" id="{45C73952-7BB9-4A7B-9923-CF25354C34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79" y="821"/>
                  <a:ext cx="177" cy="17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984" name="Arc 84">
                  <a:extLst>
                    <a:ext uri="{FF2B5EF4-FFF2-40B4-BE49-F238E27FC236}">
                      <a16:creationId xmlns:a16="http://schemas.microsoft.com/office/drawing/2014/main" id="{2E1D88EA-7995-4035-97FB-2D91DEB805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679" y="997"/>
                  <a:ext cx="177" cy="17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985" name="Line 85">
                  <a:extLst>
                    <a:ext uri="{FF2B5EF4-FFF2-40B4-BE49-F238E27FC236}">
                      <a16:creationId xmlns:a16="http://schemas.microsoft.com/office/drawing/2014/main" id="{57A9B685-0BF1-4EDC-9906-557D0CFDDA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71" y="1171"/>
                  <a:ext cx="244" cy="0"/>
                </a:xfrm>
                <a:prstGeom prst="line">
                  <a:avLst/>
                </a:pr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38969" name="Group 86">
                <a:extLst>
                  <a:ext uri="{FF2B5EF4-FFF2-40B4-BE49-F238E27FC236}">
                    <a16:creationId xmlns:a16="http://schemas.microsoft.com/office/drawing/2014/main" id="{D3D19DB2-2F1B-4A98-A6FD-FFF8A22591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>
                <a:off x="4190672" y="3200399"/>
                <a:ext cx="630157" cy="569913"/>
                <a:chOff x="3459" y="821"/>
                <a:chExt cx="397" cy="359"/>
              </a:xfrm>
            </p:grpSpPr>
            <p:sp>
              <p:nvSpPr>
                <p:cNvPr id="38976" name="Line 87">
                  <a:extLst>
                    <a:ext uri="{FF2B5EF4-FFF2-40B4-BE49-F238E27FC236}">
                      <a16:creationId xmlns:a16="http://schemas.microsoft.com/office/drawing/2014/main" id="{424A0F13-612B-4751-AF4B-023BEE18C3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59" y="821"/>
                  <a:ext cx="244" cy="0"/>
                </a:xfrm>
                <a:prstGeom prst="line">
                  <a:avLst/>
                </a:pr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977" name="Line 88">
                  <a:extLst>
                    <a:ext uri="{FF2B5EF4-FFF2-40B4-BE49-F238E27FC236}">
                      <a16:creationId xmlns:a16="http://schemas.microsoft.com/office/drawing/2014/main" id="{850212FD-1078-473D-BE53-B6AB8681AE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60" y="828"/>
                  <a:ext cx="0" cy="352"/>
                </a:xfrm>
                <a:prstGeom prst="line">
                  <a:avLst/>
                </a:pr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978" name="Arc 89">
                  <a:extLst>
                    <a:ext uri="{FF2B5EF4-FFF2-40B4-BE49-F238E27FC236}">
                      <a16:creationId xmlns:a16="http://schemas.microsoft.com/office/drawing/2014/main" id="{1411F3B0-039D-47BB-A269-16DB4A791C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79" y="821"/>
                  <a:ext cx="177" cy="17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979" name="Arc 90">
                  <a:extLst>
                    <a:ext uri="{FF2B5EF4-FFF2-40B4-BE49-F238E27FC236}">
                      <a16:creationId xmlns:a16="http://schemas.microsoft.com/office/drawing/2014/main" id="{EDB98F8A-9923-4CF2-9A78-CEF056613E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679" y="997"/>
                  <a:ext cx="177" cy="17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980" name="Line 91">
                  <a:extLst>
                    <a:ext uri="{FF2B5EF4-FFF2-40B4-BE49-F238E27FC236}">
                      <a16:creationId xmlns:a16="http://schemas.microsoft.com/office/drawing/2014/main" id="{A48130A1-6FBA-4D11-B247-B164027CC9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59" y="1172"/>
                  <a:ext cx="244" cy="0"/>
                </a:xfrm>
                <a:prstGeom prst="line">
                  <a:avLst/>
                </a:pr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38970" name="Group 92">
                <a:extLst>
                  <a:ext uri="{FF2B5EF4-FFF2-40B4-BE49-F238E27FC236}">
                    <a16:creationId xmlns:a16="http://schemas.microsoft.com/office/drawing/2014/main" id="{C5BD6213-3150-4205-908D-E274C55FC2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800000">
                <a:off x="4187498" y="2057400"/>
                <a:ext cx="627076" cy="561975"/>
                <a:chOff x="3460" y="821"/>
                <a:chExt cx="396" cy="354"/>
              </a:xfrm>
            </p:grpSpPr>
            <p:sp>
              <p:nvSpPr>
                <p:cNvPr id="38971" name="Line 93">
                  <a:extLst>
                    <a:ext uri="{FF2B5EF4-FFF2-40B4-BE49-F238E27FC236}">
                      <a16:creationId xmlns:a16="http://schemas.microsoft.com/office/drawing/2014/main" id="{F0034144-B3DA-4024-ADC7-CD48CD11D9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71" y="821"/>
                  <a:ext cx="244" cy="0"/>
                </a:xfrm>
                <a:prstGeom prst="line">
                  <a:avLst/>
                </a:pr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972" name="Line 94">
                  <a:extLst>
                    <a:ext uri="{FF2B5EF4-FFF2-40B4-BE49-F238E27FC236}">
                      <a16:creationId xmlns:a16="http://schemas.microsoft.com/office/drawing/2014/main" id="{BB1C45C5-0B4A-4C76-874A-D774B7ED73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60" y="823"/>
                  <a:ext cx="0" cy="352"/>
                </a:xfrm>
                <a:prstGeom prst="line">
                  <a:avLst/>
                </a:pr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973" name="Arc 95">
                  <a:extLst>
                    <a:ext uri="{FF2B5EF4-FFF2-40B4-BE49-F238E27FC236}">
                      <a16:creationId xmlns:a16="http://schemas.microsoft.com/office/drawing/2014/main" id="{0B7C9EBD-78A2-4A79-AB7B-38C94162AC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79" y="821"/>
                  <a:ext cx="177" cy="17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974" name="Arc 96">
                  <a:extLst>
                    <a:ext uri="{FF2B5EF4-FFF2-40B4-BE49-F238E27FC236}">
                      <a16:creationId xmlns:a16="http://schemas.microsoft.com/office/drawing/2014/main" id="{D0BF6113-229D-4818-854B-1DAFFEA688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679" y="997"/>
                  <a:ext cx="177" cy="17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975" name="Line 97">
                  <a:extLst>
                    <a:ext uri="{FF2B5EF4-FFF2-40B4-BE49-F238E27FC236}">
                      <a16:creationId xmlns:a16="http://schemas.microsoft.com/office/drawing/2014/main" id="{CAE29864-71B7-4ACB-B419-9DE31419D6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71" y="1173"/>
                  <a:ext cx="244" cy="0"/>
                </a:xfrm>
                <a:prstGeom prst="line">
                  <a:avLst/>
                </a:prstGeom>
                <a:noFill/>
                <a:ln w="23876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" panose="02020603050405020304" pitchFamily="18" charset="0"/>
                    <a:ea typeface="MS PGothic" panose="020B0600070205080204" pitchFamily="34" charset="-128"/>
                    <a:cs typeface="+mn-cs"/>
                  </a:endParaRPr>
                </a:p>
              </p:txBody>
            </p:sp>
          </p:grpSp>
        </p:grpSp>
      </p:grpSp>
      <p:pic>
        <p:nvPicPr>
          <p:cNvPr id="75" name="Picture 1" descr="Screen shot 2013-09-06 at 12.55.33 PM.png">
            <a:extLst>
              <a:ext uri="{FF2B5EF4-FFF2-40B4-BE49-F238E27FC236}">
                <a16:creationId xmlns:a16="http://schemas.microsoft.com/office/drawing/2014/main" id="{731D742E-7EBE-44AD-AABA-32A06052C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328" y="4429758"/>
            <a:ext cx="780674" cy="48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6" name="Group 30">
            <a:extLst>
              <a:ext uri="{FF2B5EF4-FFF2-40B4-BE49-F238E27FC236}">
                <a16:creationId xmlns:a16="http://schemas.microsoft.com/office/drawing/2014/main" id="{D1222F6E-559E-4B7E-B5F3-75B5C7A1F87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1171" y="4703852"/>
            <a:ext cx="2209800" cy="781050"/>
            <a:chOff x="6553200" y="4476690"/>
            <a:chExt cx="2209800" cy="781110"/>
          </a:xfrm>
        </p:grpSpPr>
        <p:sp>
          <p:nvSpPr>
            <p:cNvPr id="77" name="Freeform 10">
              <a:extLst>
                <a:ext uri="{FF2B5EF4-FFF2-40B4-BE49-F238E27FC236}">
                  <a16:creationId xmlns:a16="http://schemas.microsoft.com/office/drawing/2014/main" id="{72FA97F1-CC22-40AB-A8B8-7006C7F46B6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208837" y="4929002"/>
              <a:ext cx="168275" cy="1589"/>
            </a:xfrm>
            <a:custGeom>
              <a:avLst/>
              <a:gdLst>
                <a:gd name="T0" fmla="*/ 2147483646 w 212"/>
                <a:gd name="T1" fmla="*/ 0 h 1588"/>
                <a:gd name="T2" fmla="*/ 0 w 212"/>
                <a:gd name="T3" fmla="*/ 0 h 1588"/>
                <a:gd name="T4" fmla="*/ 2147483646 w 212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" h="1588">
                  <a:moveTo>
                    <a:pt x="212" y="0"/>
                  </a:moveTo>
                  <a:lnTo>
                    <a:pt x="0" y="0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" name="Line 11">
              <a:extLst>
                <a:ext uri="{FF2B5EF4-FFF2-40B4-BE49-F238E27FC236}">
                  <a16:creationId xmlns:a16="http://schemas.microsoft.com/office/drawing/2014/main" id="{702B8EE2-0BE2-484A-A4F9-38198640D6B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208837" y="4929002"/>
              <a:ext cx="168275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9" name="Freeform 12">
              <a:extLst>
                <a:ext uri="{FF2B5EF4-FFF2-40B4-BE49-F238E27FC236}">
                  <a16:creationId xmlns:a16="http://schemas.microsoft.com/office/drawing/2014/main" id="{9B1A11D6-105E-44AC-91E8-8E8C9040D50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964488" y="4760599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" name="Line 13">
              <a:extLst>
                <a:ext uri="{FF2B5EF4-FFF2-40B4-BE49-F238E27FC236}">
                  <a16:creationId xmlns:a16="http://schemas.microsoft.com/office/drawing/2014/main" id="{378D7561-5158-415A-9D2E-8089CD0E95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964488" y="4760599"/>
              <a:ext cx="295275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" name="Freeform 14">
              <a:extLst>
                <a:ext uri="{FF2B5EF4-FFF2-40B4-BE49-F238E27FC236}">
                  <a16:creationId xmlns:a16="http://schemas.microsoft.com/office/drawing/2014/main" id="{6194ACBF-5465-4334-B3A2-B9FC6FF238AD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7964488" y="5075164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2" name="Line 15">
              <a:extLst>
                <a:ext uri="{FF2B5EF4-FFF2-40B4-BE49-F238E27FC236}">
                  <a16:creationId xmlns:a16="http://schemas.microsoft.com/office/drawing/2014/main" id="{CE37E091-7F73-4D54-8F15-4675E2783B1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964488" y="5075164"/>
              <a:ext cx="295275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3" name="Rectangle 74">
              <a:extLst>
                <a:ext uri="{FF2B5EF4-FFF2-40B4-BE49-F238E27FC236}">
                  <a16:creationId xmlns:a16="http://schemas.microsoft.com/office/drawing/2014/main" id="{DED3799B-B369-47D8-BA0B-F2D8F9FEAD6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8456613" y="4856378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4" name="Rectangle 76">
              <a:extLst>
                <a:ext uri="{FF2B5EF4-FFF2-40B4-BE49-F238E27FC236}">
                  <a16:creationId xmlns:a16="http://schemas.microsoft.com/office/drawing/2014/main" id="{5419ABB9-4BF5-4E8A-95EA-58E9CAE4869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8456613" y="4572000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5" name="Rectangle 77">
              <a:extLst>
                <a:ext uri="{FF2B5EF4-FFF2-40B4-BE49-F238E27FC236}">
                  <a16:creationId xmlns:a16="http://schemas.microsoft.com/office/drawing/2014/main" id="{A2899B47-FF19-43E9-9503-501D416F16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6900539" y="4807703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6" name="Rectangle 79">
              <a:extLst>
                <a:ext uri="{FF2B5EF4-FFF2-40B4-BE49-F238E27FC236}">
                  <a16:creationId xmlns:a16="http://schemas.microsoft.com/office/drawing/2014/main" id="{5B051FF3-8246-4B75-80FC-6AA43E5CAA1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6643687" y="4807616"/>
              <a:ext cx="0" cy="23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7" name="Rectangle 80">
              <a:extLst>
                <a:ext uri="{FF2B5EF4-FFF2-40B4-BE49-F238E27FC236}">
                  <a16:creationId xmlns:a16="http://schemas.microsoft.com/office/drawing/2014/main" id="{472DE1B4-4D1F-42EA-A6D5-4256F5F3AA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6553200" y="4722927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8" name="Line 81">
              <a:extLst>
                <a:ext uri="{FF2B5EF4-FFF2-40B4-BE49-F238E27FC236}">
                  <a16:creationId xmlns:a16="http://schemas.microsoft.com/office/drawing/2014/main" id="{B85013BC-0A97-489A-81CF-95A2D0F30E9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061200" y="4929002"/>
              <a:ext cx="147637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9" name="Rectangle 83">
              <a:extLst>
                <a:ext uri="{FF2B5EF4-FFF2-40B4-BE49-F238E27FC236}">
                  <a16:creationId xmlns:a16="http://schemas.microsoft.com/office/drawing/2014/main" id="{4DB1ECEF-AA33-48AF-B189-EA287B06E8B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6745287" y="4798570"/>
              <a:ext cx="0" cy="246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90" name="Group 110">
              <a:extLst>
                <a:ext uri="{FF2B5EF4-FFF2-40B4-BE49-F238E27FC236}">
                  <a16:creationId xmlns:a16="http://schemas.microsoft.com/office/drawing/2014/main" id="{AB8805D6-55D1-433A-A053-5A3FAE9D5B22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7386632" y="4688883"/>
              <a:ext cx="557262" cy="487060"/>
              <a:chOff x="3450" y="817"/>
              <a:chExt cx="406" cy="357"/>
            </a:xfrm>
          </p:grpSpPr>
          <p:sp>
            <p:nvSpPr>
              <p:cNvPr id="93" name="Line 111">
                <a:extLst>
                  <a:ext uri="{FF2B5EF4-FFF2-40B4-BE49-F238E27FC236}">
                    <a16:creationId xmlns:a16="http://schemas.microsoft.com/office/drawing/2014/main" id="{D88EE001-5CF0-4255-BBB9-C3B96BA3FE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51" y="817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Line 112">
                <a:extLst>
                  <a:ext uri="{FF2B5EF4-FFF2-40B4-BE49-F238E27FC236}">
                    <a16:creationId xmlns:a16="http://schemas.microsoft.com/office/drawing/2014/main" id="{F25450E0-7B92-43AA-BFB6-59F531F4FC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0" y="823"/>
                <a:ext cx="0" cy="347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5" name="Arc 113">
                <a:extLst>
                  <a:ext uri="{FF2B5EF4-FFF2-40B4-BE49-F238E27FC236}">
                    <a16:creationId xmlns:a16="http://schemas.microsoft.com/office/drawing/2014/main" id="{37A91635-E9A9-4422-A1EF-DED9492050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Arc 114">
                <a:extLst>
                  <a:ext uri="{FF2B5EF4-FFF2-40B4-BE49-F238E27FC236}">
                    <a16:creationId xmlns:a16="http://schemas.microsoft.com/office/drawing/2014/main" id="{953D3371-525D-49ED-B68B-373913566FA5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7" name="Line 115">
                <a:extLst>
                  <a:ext uri="{FF2B5EF4-FFF2-40B4-BE49-F238E27FC236}">
                    <a16:creationId xmlns:a16="http://schemas.microsoft.com/office/drawing/2014/main" id="{E6EFA8FB-1BA0-4375-95EA-B395D1BBF7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3" y="1172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1" name="TextBox 3">
              <a:extLst>
                <a:ext uri="{FF2B5EF4-FFF2-40B4-BE49-F238E27FC236}">
                  <a16:creationId xmlns:a16="http://schemas.microsoft.com/office/drawing/2014/main" id="{D73667AA-3746-478D-9212-37395575E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5718" y="447669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92" name="TextBox 29">
              <a:extLst>
                <a:ext uri="{FF2B5EF4-FFF2-40B4-BE49-F238E27FC236}">
                  <a16:creationId xmlns:a16="http://schemas.microsoft.com/office/drawing/2014/main" id="{469CCE41-6097-4E66-93BC-317BA7876C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25718" y="485769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</p:grpSp>
      <p:pic>
        <p:nvPicPr>
          <p:cNvPr id="98" name="Picture 86" descr="Screen shot 2013-09-06 at 12.55.41 PM.png">
            <a:extLst>
              <a:ext uri="{FF2B5EF4-FFF2-40B4-BE49-F238E27FC236}">
                <a16:creationId xmlns:a16="http://schemas.microsoft.com/office/drawing/2014/main" id="{5690C97B-2F62-4BE2-BB4C-B363E89C6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6925" y="1905000"/>
            <a:ext cx="780675" cy="441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" name="Picture 2" descr="Screen shot 2013-09-06 at 12.55.52 PM.png">
            <a:extLst>
              <a:ext uri="{FF2B5EF4-FFF2-40B4-BE49-F238E27FC236}">
                <a16:creationId xmlns:a16="http://schemas.microsoft.com/office/drawing/2014/main" id="{DAE5C2EB-A624-44C2-B2F2-EB55403E0C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414" y="3271335"/>
            <a:ext cx="780674" cy="435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0" name="Group 7">
            <a:extLst>
              <a:ext uri="{FF2B5EF4-FFF2-40B4-BE49-F238E27FC236}">
                <a16:creationId xmlns:a16="http://schemas.microsoft.com/office/drawing/2014/main" id="{110510BA-479E-4C94-8546-AD3917FF2F23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89236" y="3400302"/>
            <a:ext cx="3008312" cy="762000"/>
            <a:chOff x="420687" y="5715000"/>
            <a:chExt cx="3008313" cy="762000"/>
          </a:xfrm>
        </p:grpSpPr>
        <p:sp>
          <p:nvSpPr>
            <p:cNvPr id="101" name="Freeform 10">
              <a:extLst>
                <a:ext uri="{FF2B5EF4-FFF2-40B4-BE49-F238E27FC236}">
                  <a16:creationId xmlns:a16="http://schemas.microsoft.com/office/drawing/2014/main" id="{3C2272FD-0E58-4B4D-97CC-DBF83336C43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884237" y="6167312"/>
              <a:ext cx="168275" cy="1589"/>
            </a:xfrm>
            <a:custGeom>
              <a:avLst/>
              <a:gdLst>
                <a:gd name="T0" fmla="*/ 2147483646 w 212"/>
                <a:gd name="T1" fmla="*/ 0 h 1588"/>
                <a:gd name="T2" fmla="*/ 0 w 212"/>
                <a:gd name="T3" fmla="*/ 0 h 1588"/>
                <a:gd name="T4" fmla="*/ 2147483646 w 212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" h="1588">
                  <a:moveTo>
                    <a:pt x="212" y="0"/>
                  </a:moveTo>
                  <a:lnTo>
                    <a:pt x="0" y="0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" name="Line 11">
              <a:extLst>
                <a:ext uri="{FF2B5EF4-FFF2-40B4-BE49-F238E27FC236}">
                  <a16:creationId xmlns:a16="http://schemas.microsoft.com/office/drawing/2014/main" id="{F1952962-0088-4306-A0F6-0922E75D2E2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884237" y="6167312"/>
              <a:ext cx="168275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3" name="Freeform 12">
              <a:extLst>
                <a:ext uri="{FF2B5EF4-FFF2-40B4-BE49-F238E27FC236}">
                  <a16:creationId xmlns:a16="http://schemas.microsoft.com/office/drawing/2014/main" id="{F179DC25-39D1-4A52-BD08-6AEEAB283AF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639888" y="5998909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4" name="Line 13">
              <a:extLst>
                <a:ext uri="{FF2B5EF4-FFF2-40B4-BE49-F238E27FC236}">
                  <a16:creationId xmlns:a16="http://schemas.microsoft.com/office/drawing/2014/main" id="{96144DA6-D94F-4F55-979C-B001A85FE7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626560" y="6006797"/>
              <a:ext cx="475488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5" name="Freeform 14">
              <a:extLst>
                <a:ext uri="{FF2B5EF4-FFF2-40B4-BE49-F238E27FC236}">
                  <a16:creationId xmlns:a16="http://schemas.microsoft.com/office/drawing/2014/main" id="{4A43F32A-7ECB-4607-98CA-80ACAD6498BC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639888" y="6313474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6" name="Line 15">
              <a:extLst>
                <a:ext uri="{FF2B5EF4-FFF2-40B4-BE49-F238E27FC236}">
                  <a16:creationId xmlns:a16="http://schemas.microsoft.com/office/drawing/2014/main" id="{FF6E4DB4-C31E-4C5C-A3A0-02877955E26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1639888" y="6315062"/>
              <a:ext cx="1331912" cy="953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7" name="Rectangle 74">
              <a:extLst>
                <a:ext uri="{FF2B5EF4-FFF2-40B4-BE49-F238E27FC236}">
                  <a16:creationId xmlns:a16="http://schemas.microsoft.com/office/drawing/2014/main" id="{ED74E371-1CE5-4330-A9D0-F9A244EB817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132013" y="6094688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8" name="Rectangle 76">
              <a:extLst>
                <a:ext uri="{FF2B5EF4-FFF2-40B4-BE49-F238E27FC236}">
                  <a16:creationId xmlns:a16="http://schemas.microsoft.com/office/drawing/2014/main" id="{6521DADC-5123-4CA6-B648-EDFA381F4C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132013" y="5810310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" name="Rectangle 77">
              <a:extLst>
                <a:ext uri="{FF2B5EF4-FFF2-40B4-BE49-F238E27FC236}">
                  <a16:creationId xmlns:a16="http://schemas.microsoft.com/office/drawing/2014/main" id="{44B6579A-B56C-40EE-BB51-8AD44AA3642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575939" y="6046013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0" name="Line 81">
              <a:extLst>
                <a:ext uri="{FF2B5EF4-FFF2-40B4-BE49-F238E27FC236}">
                  <a16:creationId xmlns:a16="http://schemas.microsoft.com/office/drawing/2014/main" id="{3B8169DF-349A-42CA-8918-D88542C603D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736600" y="6167312"/>
              <a:ext cx="147637" cy="158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1" name="Rectangle 83">
              <a:extLst>
                <a:ext uri="{FF2B5EF4-FFF2-40B4-BE49-F238E27FC236}">
                  <a16:creationId xmlns:a16="http://schemas.microsoft.com/office/drawing/2014/main" id="{DEAD07CF-E0FE-4E9B-B363-F6F2255AE3E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20687" y="6036880"/>
              <a:ext cx="0" cy="246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112" name="Group 110">
              <a:extLst>
                <a:ext uri="{FF2B5EF4-FFF2-40B4-BE49-F238E27FC236}">
                  <a16:creationId xmlns:a16="http://schemas.microsoft.com/office/drawing/2014/main" id="{B2AE96FE-8EB2-4186-A597-24E47B38FC42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062032" y="5921736"/>
              <a:ext cx="557262" cy="487060"/>
              <a:chOff x="3450" y="821"/>
              <a:chExt cx="406" cy="357"/>
            </a:xfrm>
          </p:grpSpPr>
          <p:sp>
            <p:nvSpPr>
              <p:cNvPr id="119" name="Line 111">
                <a:extLst>
                  <a:ext uri="{FF2B5EF4-FFF2-40B4-BE49-F238E27FC236}">
                    <a16:creationId xmlns:a16="http://schemas.microsoft.com/office/drawing/2014/main" id="{E49526AE-E6AC-4E15-8DC8-5A59F2A8AE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51" y="82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20" name="Line 112">
                <a:extLst>
                  <a:ext uri="{FF2B5EF4-FFF2-40B4-BE49-F238E27FC236}">
                    <a16:creationId xmlns:a16="http://schemas.microsoft.com/office/drawing/2014/main" id="{15EF1527-EC8A-4A6B-A0FB-83B728F32E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0" y="826"/>
                <a:ext cx="0" cy="348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21" name="Arc 113">
                <a:extLst>
                  <a:ext uri="{FF2B5EF4-FFF2-40B4-BE49-F238E27FC236}">
                    <a16:creationId xmlns:a16="http://schemas.microsoft.com/office/drawing/2014/main" id="{AF24DC85-4676-429D-8AA5-138DC6365A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22" name="Arc 114">
                <a:extLst>
                  <a:ext uri="{FF2B5EF4-FFF2-40B4-BE49-F238E27FC236}">
                    <a16:creationId xmlns:a16="http://schemas.microsoft.com/office/drawing/2014/main" id="{BB6F03AA-B487-425F-9113-B9DC2280DB0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23" name="Line 115">
                <a:extLst>
                  <a:ext uri="{FF2B5EF4-FFF2-40B4-BE49-F238E27FC236}">
                    <a16:creationId xmlns:a16="http://schemas.microsoft.com/office/drawing/2014/main" id="{4E782B7E-B253-47C4-AA74-15E6734B8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7" y="1178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13" name="TextBox 47">
              <a:extLst>
                <a:ext uri="{FF2B5EF4-FFF2-40B4-BE49-F238E27FC236}">
                  <a16:creationId xmlns:a16="http://schemas.microsoft.com/office/drawing/2014/main" id="{C9F9DBC4-C501-4C3B-8A6B-0F91688BB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1718" y="607689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114" name="Rectangle 98">
              <a:extLst>
                <a:ext uri="{FF2B5EF4-FFF2-40B4-BE49-F238E27FC236}">
                  <a16:creationId xmlns:a16="http://schemas.microsoft.com/office/drawing/2014/main" id="{34C61A78-DEC9-4600-8337-F21508676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9036" y="5904348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5" name="Line 17">
              <a:extLst>
                <a:ext uri="{FF2B5EF4-FFF2-40B4-BE49-F238E27FC236}">
                  <a16:creationId xmlns:a16="http://schemas.microsoft.com/office/drawing/2014/main" id="{696DA1E1-2729-464E-B6AA-0E7C28390E4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675883" y="6000243"/>
              <a:ext cx="312614" cy="15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6" name="Freeform 18">
              <a:extLst>
                <a:ext uri="{FF2B5EF4-FFF2-40B4-BE49-F238E27FC236}">
                  <a16:creationId xmlns:a16="http://schemas.microsoft.com/office/drawing/2014/main" id="{7BED74C0-1882-410C-8BE2-6EF147F33E9E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233146" y="5770055"/>
              <a:ext cx="442739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7" name="Freeform 19">
              <a:extLst>
                <a:ext uri="{FF2B5EF4-FFF2-40B4-BE49-F238E27FC236}">
                  <a16:creationId xmlns:a16="http://schemas.microsoft.com/office/drawing/2014/main" id="{0657097C-F082-47F7-8C90-8C6FA4D0F96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096673" y="5941505"/>
              <a:ext cx="117429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8" name="TextBox 60">
              <a:extLst>
                <a:ext uri="{FF2B5EF4-FFF2-40B4-BE49-F238E27FC236}">
                  <a16:creationId xmlns:a16="http://schemas.microsoft.com/office/drawing/2014/main" id="{D6E912D0-66E5-4849-B6BE-0ED0E7C82D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1718" y="571500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</p:grpSp>
      <p:grpSp>
        <p:nvGrpSpPr>
          <p:cNvPr id="124" name="Group 4">
            <a:extLst>
              <a:ext uri="{FF2B5EF4-FFF2-40B4-BE49-F238E27FC236}">
                <a16:creationId xmlns:a16="http://schemas.microsoft.com/office/drawing/2014/main" id="{481DD119-01C0-42FA-8191-960A7A960F5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44487" y="1966906"/>
            <a:ext cx="3008313" cy="838200"/>
            <a:chOff x="838200" y="5486400"/>
            <a:chExt cx="3008313" cy="838200"/>
          </a:xfrm>
        </p:grpSpPr>
        <p:sp>
          <p:nvSpPr>
            <p:cNvPr id="125" name="Freeform 10">
              <a:extLst>
                <a:ext uri="{FF2B5EF4-FFF2-40B4-BE49-F238E27FC236}">
                  <a16:creationId xmlns:a16="http://schemas.microsoft.com/office/drawing/2014/main" id="{E8D992AA-5279-420A-93FF-984F5CC973C8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301750" y="5938712"/>
              <a:ext cx="168275" cy="1589"/>
            </a:xfrm>
            <a:custGeom>
              <a:avLst/>
              <a:gdLst>
                <a:gd name="T0" fmla="*/ 2147483646 w 212"/>
                <a:gd name="T1" fmla="*/ 0 h 1588"/>
                <a:gd name="T2" fmla="*/ 0 w 212"/>
                <a:gd name="T3" fmla="*/ 0 h 1588"/>
                <a:gd name="T4" fmla="*/ 2147483646 w 212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" h="1588">
                  <a:moveTo>
                    <a:pt x="212" y="0"/>
                  </a:moveTo>
                  <a:lnTo>
                    <a:pt x="0" y="0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6" name="Line 11">
              <a:extLst>
                <a:ext uri="{FF2B5EF4-FFF2-40B4-BE49-F238E27FC236}">
                  <a16:creationId xmlns:a16="http://schemas.microsoft.com/office/drawing/2014/main" id="{EACA4275-5226-4D7E-9952-9DABBCD9DF3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111366" y="5941283"/>
              <a:ext cx="368178" cy="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7" name="Freeform 12">
              <a:extLst>
                <a:ext uri="{FF2B5EF4-FFF2-40B4-BE49-F238E27FC236}">
                  <a16:creationId xmlns:a16="http://schemas.microsoft.com/office/drawing/2014/main" id="{67F7BEB2-3D8A-45AD-8F91-587090C32663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057401" y="5770309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8" name="Line 13">
              <a:extLst>
                <a:ext uri="{FF2B5EF4-FFF2-40B4-BE49-F238E27FC236}">
                  <a16:creationId xmlns:a16="http://schemas.microsoft.com/office/drawing/2014/main" id="{5691F26F-A3A3-45A4-B3D7-F1347978852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050843" y="5778196"/>
              <a:ext cx="651919" cy="1190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9" name="Freeform 14">
              <a:extLst>
                <a:ext uri="{FF2B5EF4-FFF2-40B4-BE49-F238E27FC236}">
                  <a16:creationId xmlns:a16="http://schemas.microsoft.com/office/drawing/2014/main" id="{777AB8F4-06FF-4EA7-9825-22A81FB43751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057401" y="6084874"/>
              <a:ext cx="295275" cy="1589"/>
            </a:xfrm>
            <a:custGeom>
              <a:avLst/>
              <a:gdLst>
                <a:gd name="T0" fmla="*/ 2147483646 w 371"/>
                <a:gd name="T1" fmla="*/ 0 h 1588"/>
                <a:gd name="T2" fmla="*/ 0 w 371"/>
                <a:gd name="T3" fmla="*/ 0 h 1588"/>
                <a:gd name="T4" fmla="*/ 2147483646 w 371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1" h="1588">
                  <a:moveTo>
                    <a:pt x="371" y="0"/>
                  </a:moveTo>
                  <a:lnTo>
                    <a:pt x="0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0" name="Rectangle 74">
              <a:extLst>
                <a:ext uri="{FF2B5EF4-FFF2-40B4-BE49-F238E27FC236}">
                  <a16:creationId xmlns:a16="http://schemas.microsoft.com/office/drawing/2014/main" id="{C60F1FEB-552F-404F-978F-E9BACDABD50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49526" y="5866088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1" name="Rectangle 76">
              <a:extLst>
                <a:ext uri="{FF2B5EF4-FFF2-40B4-BE49-F238E27FC236}">
                  <a16:creationId xmlns:a16="http://schemas.microsoft.com/office/drawing/2014/main" id="{026C5D58-B417-4205-A468-3BCADC8CE26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49526" y="5581710"/>
              <a:ext cx="0" cy="215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2" name="Rectangle 77">
              <a:extLst>
                <a:ext uri="{FF2B5EF4-FFF2-40B4-BE49-F238E27FC236}">
                  <a16:creationId xmlns:a16="http://schemas.microsoft.com/office/drawing/2014/main" id="{96631CFE-FB31-4A66-9E53-4E1867041C1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93452" y="5817413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3" name="Rectangle 83">
              <a:extLst>
                <a:ext uri="{FF2B5EF4-FFF2-40B4-BE49-F238E27FC236}">
                  <a16:creationId xmlns:a16="http://schemas.microsoft.com/office/drawing/2014/main" id="{4C90D99B-744F-4420-9AD1-37B84D6A461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838200" y="5808280"/>
              <a:ext cx="0" cy="246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ymbol" panose="05050102010706020507" pitchFamily="18" charset="2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134" name="Group 110">
              <a:extLst>
                <a:ext uri="{FF2B5EF4-FFF2-40B4-BE49-F238E27FC236}">
                  <a16:creationId xmlns:a16="http://schemas.microsoft.com/office/drawing/2014/main" id="{EB2A826B-71FC-4777-851F-47D35AC598AB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1479553" y="5698593"/>
              <a:ext cx="564124" cy="487060"/>
              <a:chOff x="3445" y="817"/>
              <a:chExt cx="411" cy="357"/>
            </a:xfrm>
          </p:grpSpPr>
          <p:sp>
            <p:nvSpPr>
              <p:cNvPr id="145" name="Line 111">
                <a:extLst>
                  <a:ext uri="{FF2B5EF4-FFF2-40B4-BE49-F238E27FC236}">
                    <a16:creationId xmlns:a16="http://schemas.microsoft.com/office/drawing/2014/main" id="{6CD0F9A8-631F-4992-9F7F-13A54E11C0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45" y="817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46" name="Line 112">
                <a:extLst>
                  <a:ext uri="{FF2B5EF4-FFF2-40B4-BE49-F238E27FC236}">
                    <a16:creationId xmlns:a16="http://schemas.microsoft.com/office/drawing/2014/main" id="{A43394FA-0466-4130-842B-9EBC1E70C6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0" y="826"/>
                <a:ext cx="0" cy="348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47" name="Arc 113">
                <a:extLst>
                  <a:ext uri="{FF2B5EF4-FFF2-40B4-BE49-F238E27FC236}">
                    <a16:creationId xmlns:a16="http://schemas.microsoft.com/office/drawing/2014/main" id="{09565D1B-0227-47A1-A109-1D853CEF44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48" name="Arc 114">
                <a:extLst>
                  <a:ext uri="{FF2B5EF4-FFF2-40B4-BE49-F238E27FC236}">
                    <a16:creationId xmlns:a16="http://schemas.microsoft.com/office/drawing/2014/main" id="{607B0FE0-79D5-45BB-987C-52F1F8048A2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49" name="Line 115">
                <a:extLst>
                  <a:ext uri="{FF2B5EF4-FFF2-40B4-BE49-F238E27FC236}">
                    <a16:creationId xmlns:a16="http://schemas.microsoft.com/office/drawing/2014/main" id="{4701F706-3AF3-48E4-92DB-CC1CAAD0C5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63" y="1172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5" name="TextBox 71">
              <a:extLst>
                <a:ext uri="{FF2B5EF4-FFF2-40B4-BE49-F238E27FC236}">
                  <a16:creationId xmlns:a16="http://schemas.microsoft.com/office/drawing/2014/main" id="{696432AE-E7E1-42FC-A58B-1FFE815C65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9231" y="584829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136" name="Rectangle 98">
              <a:extLst>
                <a:ext uri="{FF2B5EF4-FFF2-40B4-BE49-F238E27FC236}">
                  <a16:creationId xmlns:a16="http://schemas.microsoft.com/office/drawing/2014/main" id="{34F5A088-E93F-4BF3-85B1-4FD878D2E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6549" y="5675748"/>
              <a:ext cx="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5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7" name="Line 17">
              <a:extLst>
                <a:ext uri="{FF2B5EF4-FFF2-40B4-BE49-F238E27FC236}">
                  <a16:creationId xmlns:a16="http://schemas.microsoft.com/office/drawing/2014/main" id="{D5F293D8-4A0B-4587-B361-A4514D06816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3273460" y="5773229"/>
              <a:ext cx="132549" cy="109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8" name="Freeform 18">
              <a:extLst>
                <a:ext uri="{FF2B5EF4-FFF2-40B4-BE49-F238E27FC236}">
                  <a16:creationId xmlns:a16="http://schemas.microsoft.com/office/drawing/2014/main" id="{7C3A3B85-BA18-4754-A75C-78768A6F3BC5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833860" y="5541455"/>
              <a:ext cx="442739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9" name="Freeform 19">
              <a:extLst>
                <a:ext uri="{FF2B5EF4-FFF2-40B4-BE49-F238E27FC236}">
                  <a16:creationId xmlns:a16="http://schemas.microsoft.com/office/drawing/2014/main" id="{2A3A475D-0B92-453C-BEC5-5330CDB38BEE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697387" y="5712905"/>
              <a:ext cx="117429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0" name="TextBox 76">
              <a:extLst>
                <a:ext uri="{FF2B5EF4-FFF2-40B4-BE49-F238E27FC236}">
                  <a16:creationId xmlns:a16="http://schemas.microsoft.com/office/drawing/2014/main" id="{BF6D5F54-489D-4158-8D0E-3C652EDE58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9231" y="5486400"/>
              <a:ext cx="43728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x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141" name="Line 13">
              <a:extLst>
                <a:ext uri="{FF2B5EF4-FFF2-40B4-BE49-F238E27FC236}">
                  <a16:creationId xmlns:a16="http://schemas.microsoft.com/office/drawing/2014/main" id="{7E9D3CD8-BC38-4304-AB2E-35D98CE3043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050843" y="6120016"/>
              <a:ext cx="118520" cy="929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2" name="Line 17">
              <a:extLst>
                <a:ext uri="{FF2B5EF4-FFF2-40B4-BE49-F238E27FC236}">
                  <a16:creationId xmlns:a16="http://schemas.microsoft.com/office/drawing/2014/main" id="{EC1E4546-D678-438A-8D55-6E948C93CCC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2737087" y="6105640"/>
              <a:ext cx="682250" cy="9409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" name="Freeform 18">
              <a:extLst>
                <a:ext uri="{FF2B5EF4-FFF2-40B4-BE49-F238E27FC236}">
                  <a16:creationId xmlns:a16="http://schemas.microsoft.com/office/drawing/2014/main" id="{03C09D24-B137-472C-8D27-F15A985C366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300461" y="5883275"/>
              <a:ext cx="442739" cy="441325"/>
            </a:xfrm>
            <a:custGeom>
              <a:avLst/>
              <a:gdLst>
                <a:gd name="T0" fmla="*/ 2147483646 w 556"/>
                <a:gd name="T1" fmla="*/ 2147483646 h 556"/>
                <a:gd name="T2" fmla="*/ 0 w 556"/>
                <a:gd name="T3" fmla="*/ 2147483646 h 556"/>
                <a:gd name="T4" fmla="*/ 0 w 556"/>
                <a:gd name="T5" fmla="*/ 0 h 556"/>
                <a:gd name="T6" fmla="*/ 2147483646 w 556"/>
                <a:gd name="T7" fmla="*/ 2147483646 h 5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6" h="556">
                  <a:moveTo>
                    <a:pt x="556" y="265"/>
                  </a:moveTo>
                  <a:lnTo>
                    <a:pt x="0" y="556"/>
                  </a:lnTo>
                  <a:lnTo>
                    <a:pt x="0" y="0"/>
                  </a:lnTo>
                  <a:lnTo>
                    <a:pt x="556" y="265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4" name="Freeform 19">
              <a:extLst>
                <a:ext uri="{FF2B5EF4-FFF2-40B4-BE49-F238E27FC236}">
                  <a16:creationId xmlns:a16="http://schemas.microsoft.com/office/drawing/2014/main" id="{EBC648B0-8C81-4010-A982-56DB6A4C8B79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163988" y="6054725"/>
              <a:ext cx="117429" cy="119063"/>
            </a:xfrm>
            <a:custGeom>
              <a:avLst/>
              <a:gdLst>
                <a:gd name="T0" fmla="*/ 2147483646 w 149"/>
                <a:gd name="T1" fmla="*/ 0 h 150"/>
                <a:gd name="T2" fmla="*/ 2147483646 w 149"/>
                <a:gd name="T3" fmla="*/ 2147483646 h 150"/>
                <a:gd name="T4" fmla="*/ 2147483646 w 149"/>
                <a:gd name="T5" fmla="*/ 2147483646 h 150"/>
                <a:gd name="T6" fmla="*/ 2147483646 w 149"/>
                <a:gd name="T7" fmla="*/ 2147483646 h 150"/>
                <a:gd name="T8" fmla="*/ 2147483646 w 149"/>
                <a:gd name="T9" fmla="*/ 2147483646 h 150"/>
                <a:gd name="T10" fmla="*/ 2147483646 w 149"/>
                <a:gd name="T11" fmla="*/ 2147483646 h 150"/>
                <a:gd name="T12" fmla="*/ 2147483646 w 149"/>
                <a:gd name="T13" fmla="*/ 2147483646 h 150"/>
                <a:gd name="T14" fmla="*/ 2147483646 w 149"/>
                <a:gd name="T15" fmla="*/ 2147483646 h 150"/>
                <a:gd name="T16" fmla="*/ 2147483646 w 149"/>
                <a:gd name="T17" fmla="*/ 2147483646 h 150"/>
                <a:gd name="T18" fmla="*/ 2147483646 w 149"/>
                <a:gd name="T19" fmla="*/ 2147483646 h 150"/>
                <a:gd name="T20" fmla="*/ 0 w 149"/>
                <a:gd name="T21" fmla="*/ 2147483646 h 150"/>
                <a:gd name="T22" fmla="*/ 0 w 149"/>
                <a:gd name="T23" fmla="*/ 2147483646 h 150"/>
                <a:gd name="T24" fmla="*/ 2147483646 w 149"/>
                <a:gd name="T25" fmla="*/ 2147483646 h 150"/>
                <a:gd name="T26" fmla="*/ 2147483646 w 149"/>
                <a:gd name="T27" fmla="*/ 2147483646 h 150"/>
                <a:gd name="T28" fmla="*/ 2147483646 w 149"/>
                <a:gd name="T29" fmla="*/ 2147483646 h 150"/>
                <a:gd name="T30" fmla="*/ 2147483646 w 149"/>
                <a:gd name="T31" fmla="*/ 2147483646 h 150"/>
                <a:gd name="T32" fmla="*/ 2147483646 w 149"/>
                <a:gd name="T33" fmla="*/ 2147483646 h 150"/>
                <a:gd name="T34" fmla="*/ 2147483646 w 149"/>
                <a:gd name="T35" fmla="*/ 2147483646 h 150"/>
                <a:gd name="T36" fmla="*/ 2147483646 w 149"/>
                <a:gd name="T37" fmla="*/ 2147483646 h 150"/>
                <a:gd name="T38" fmla="*/ 2147483646 w 149"/>
                <a:gd name="T39" fmla="*/ 2147483646 h 150"/>
                <a:gd name="T40" fmla="*/ 2147483646 w 149"/>
                <a:gd name="T41" fmla="*/ 2147483646 h 150"/>
                <a:gd name="T42" fmla="*/ 2147483646 w 149"/>
                <a:gd name="T43" fmla="*/ 2147483646 h 150"/>
                <a:gd name="T44" fmla="*/ 2147483646 w 149"/>
                <a:gd name="T45" fmla="*/ 2147483646 h 150"/>
                <a:gd name="T46" fmla="*/ 2147483646 w 149"/>
                <a:gd name="T47" fmla="*/ 2147483646 h 150"/>
                <a:gd name="T48" fmla="*/ 2147483646 w 149"/>
                <a:gd name="T49" fmla="*/ 2147483646 h 150"/>
                <a:gd name="T50" fmla="*/ 2147483646 w 149"/>
                <a:gd name="T51" fmla="*/ 2147483646 h 150"/>
                <a:gd name="T52" fmla="*/ 2147483646 w 149"/>
                <a:gd name="T53" fmla="*/ 2147483646 h 150"/>
                <a:gd name="T54" fmla="*/ 2147483646 w 149"/>
                <a:gd name="T55" fmla="*/ 2147483646 h 150"/>
                <a:gd name="T56" fmla="*/ 2147483646 w 149"/>
                <a:gd name="T57" fmla="*/ 2147483646 h 150"/>
                <a:gd name="T58" fmla="*/ 2147483646 w 149"/>
                <a:gd name="T59" fmla="*/ 2147483646 h 150"/>
                <a:gd name="T60" fmla="*/ 2147483646 w 149"/>
                <a:gd name="T61" fmla="*/ 2147483646 h 150"/>
                <a:gd name="T62" fmla="*/ 2147483646 w 149"/>
                <a:gd name="T63" fmla="*/ 2147483646 h 150"/>
                <a:gd name="T64" fmla="*/ 2147483646 w 149"/>
                <a:gd name="T65" fmla="*/ 2147483646 h 150"/>
                <a:gd name="T66" fmla="*/ 2147483646 w 149"/>
                <a:gd name="T67" fmla="*/ 2147483646 h 150"/>
                <a:gd name="T68" fmla="*/ 2147483646 w 149"/>
                <a:gd name="T69" fmla="*/ 2147483646 h 150"/>
                <a:gd name="T70" fmla="*/ 2147483646 w 149"/>
                <a:gd name="T71" fmla="*/ 2147483646 h 150"/>
                <a:gd name="T72" fmla="*/ 2147483646 w 149"/>
                <a:gd name="T73" fmla="*/ 2147483646 h 150"/>
                <a:gd name="T74" fmla="*/ 2147483646 w 149"/>
                <a:gd name="T75" fmla="*/ 2147483646 h 150"/>
                <a:gd name="T76" fmla="*/ 2147483646 w 149"/>
                <a:gd name="T77" fmla="*/ 2147483646 h 150"/>
                <a:gd name="T78" fmla="*/ 2147483646 w 149"/>
                <a:gd name="T79" fmla="*/ 2147483646 h 150"/>
                <a:gd name="T80" fmla="*/ 2147483646 w 149"/>
                <a:gd name="T81" fmla="*/ 2147483646 h 150"/>
                <a:gd name="T82" fmla="*/ 2147483646 w 149"/>
                <a:gd name="T83" fmla="*/ 2147483646 h 150"/>
                <a:gd name="T84" fmla="*/ 2147483646 w 149"/>
                <a:gd name="T85" fmla="*/ 0 h 150"/>
                <a:gd name="T86" fmla="*/ 2147483646 w 149"/>
                <a:gd name="T87" fmla="*/ 0 h 15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49" h="150">
                  <a:moveTo>
                    <a:pt x="75" y="0"/>
                  </a:moveTo>
                  <a:lnTo>
                    <a:pt x="71" y="0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59" y="2"/>
                  </a:lnTo>
                  <a:lnTo>
                    <a:pt x="57" y="2"/>
                  </a:lnTo>
                  <a:lnTo>
                    <a:pt x="53" y="3"/>
                  </a:lnTo>
                  <a:lnTo>
                    <a:pt x="49" y="4"/>
                  </a:lnTo>
                  <a:lnTo>
                    <a:pt x="46" y="6"/>
                  </a:lnTo>
                  <a:lnTo>
                    <a:pt x="42" y="7"/>
                  </a:lnTo>
                  <a:lnTo>
                    <a:pt x="39" y="8"/>
                  </a:lnTo>
                  <a:lnTo>
                    <a:pt x="35" y="11"/>
                  </a:lnTo>
                  <a:lnTo>
                    <a:pt x="33" y="12"/>
                  </a:lnTo>
                  <a:lnTo>
                    <a:pt x="30" y="15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22" y="22"/>
                  </a:lnTo>
                  <a:lnTo>
                    <a:pt x="19" y="24"/>
                  </a:lnTo>
                  <a:lnTo>
                    <a:pt x="17" y="27"/>
                  </a:lnTo>
                  <a:lnTo>
                    <a:pt x="14" y="29"/>
                  </a:lnTo>
                  <a:lnTo>
                    <a:pt x="13" y="32"/>
                  </a:lnTo>
                  <a:lnTo>
                    <a:pt x="10" y="36"/>
                  </a:lnTo>
                  <a:lnTo>
                    <a:pt x="9" y="39"/>
                  </a:lnTo>
                  <a:lnTo>
                    <a:pt x="8" y="43"/>
                  </a:lnTo>
                  <a:lnTo>
                    <a:pt x="6" y="45"/>
                  </a:lnTo>
                  <a:lnTo>
                    <a:pt x="5" y="49"/>
                  </a:lnTo>
                  <a:lnTo>
                    <a:pt x="4" y="52"/>
                  </a:lnTo>
                  <a:lnTo>
                    <a:pt x="2" y="56"/>
                  </a:lnTo>
                  <a:lnTo>
                    <a:pt x="1" y="60"/>
                  </a:lnTo>
                  <a:lnTo>
                    <a:pt x="1" y="64"/>
                  </a:lnTo>
                  <a:lnTo>
                    <a:pt x="0" y="67"/>
                  </a:lnTo>
                  <a:lnTo>
                    <a:pt x="0" y="71"/>
                  </a:lnTo>
                  <a:lnTo>
                    <a:pt x="0" y="75"/>
                  </a:lnTo>
                  <a:lnTo>
                    <a:pt x="0" y="78"/>
                  </a:lnTo>
                  <a:lnTo>
                    <a:pt x="0" y="82"/>
                  </a:lnTo>
                  <a:lnTo>
                    <a:pt x="1" y="86"/>
                  </a:lnTo>
                  <a:lnTo>
                    <a:pt x="1" y="90"/>
                  </a:lnTo>
                  <a:lnTo>
                    <a:pt x="2" y="93"/>
                  </a:lnTo>
                  <a:lnTo>
                    <a:pt x="4" y="97"/>
                  </a:lnTo>
                  <a:lnTo>
                    <a:pt x="5" y="101"/>
                  </a:lnTo>
                  <a:lnTo>
                    <a:pt x="6" y="104"/>
                  </a:lnTo>
                  <a:lnTo>
                    <a:pt x="8" y="108"/>
                  </a:lnTo>
                  <a:lnTo>
                    <a:pt x="9" y="110"/>
                  </a:lnTo>
                  <a:lnTo>
                    <a:pt x="10" y="113"/>
                  </a:lnTo>
                  <a:lnTo>
                    <a:pt x="13" y="117"/>
                  </a:lnTo>
                  <a:lnTo>
                    <a:pt x="14" y="120"/>
                  </a:lnTo>
                  <a:lnTo>
                    <a:pt x="17" y="122"/>
                  </a:lnTo>
                  <a:lnTo>
                    <a:pt x="19" y="125"/>
                  </a:lnTo>
                  <a:lnTo>
                    <a:pt x="22" y="127"/>
                  </a:lnTo>
                  <a:lnTo>
                    <a:pt x="25" y="130"/>
                  </a:lnTo>
                  <a:lnTo>
                    <a:pt x="27" y="133"/>
                  </a:lnTo>
                  <a:lnTo>
                    <a:pt x="30" y="134"/>
                  </a:lnTo>
                  <a:lnTo>
                    <a:pt x="33" y="137"/>
                  </a:lnTo>
                  <a:lnTo>
                    <a:pt x="35" y="139"/>
                  </a:lnTo>
                  <a:lnTo>
                    <a:pt x="39" y="141"/>
                  </a:lnTo>
                  <a:lnTo>
                    <a:pt x="42" y="142"/>
                  </a:lnTo>
                  <a:lnTo>
                    <a:pt x="46" y="143"/>
                  </a:lnTo>
                  <a:lnTo>
                    <a:pt x="49" y="145"/>
                  </a:lnTo>
                  <a:lnTo>
                    <a:pt x="53" y="146"/>
                  </a:lnTo>
                  <a:lnTo>
                    <a:pt x="57" y="147"/>
                  </a:lnTo>
                  <a:lnTo>
                    <a:pt x="59" y="149"/>
                  </a:lnTo>
                  <a:lnTo>
                    <a:pt x="63" y="149"/>
                  </a:lnTo>
                  <a:lnTo>
                    <a:pt x="67" y="149"/>
                  </a:lnTo>
                  <a:lnTo>
                    <a:pt x="71" y="150"/>
                  </a:lnTo>
                  <a:lnTo>
                    <a:pt x="75" y="150"/>
                  </a:lnTo>
                  <a:lnTo>
                    <a:pt x="79" y="150"/>
                  </a:lnTo>
                  <a:lnTo>
                    <a:pt x="83" y="149"/>
                  </a:lnTo>
                  <a:lnTo>
                    <a:pt x="86" y="149"/>
                  </a:lnTo>
                  <a:lnTo>
                    <a:pt x="90" y="149"/>
                  </a:lnTo>
                  <a:lnTo>
                    <a:pt x="94" y="147"/>
                  </a:lnTo>
                  <a:lnTo>
                    <a:pt x="98" y="146"/>
                  </a:lnTo>
                  <a:lnTo>
                    <a:pt x="100" y="145"/>
                  </a:lnTo>
                  <a:lnTo>
                    <a:pt x="104" y="143"/>
                  </a:lnTo>
                  <a:lnTo>
                    <a:pt x="107" y="142"/>
                  </a:lnTo>
                  <a:lnTo>
                    <a:pt x="111" y="141"/>
                  </a:lnTo>
                  <a:lnTo>
                    <a:pt x="114" y="139"/>
                  </a:lnTo>
                  <a:lnTo>
                    <a:pt x="116" y="137"/>
                  </a:lnTo>
                  <a:lnTo>
                    <a:pt x="120" y="134"/>
                  </a:lnTo>
                  <a:lnTo>
                    <a:pt x="123" y="133"/>
                  </a:lnTo>
                  <a:lnTo>
                    <a:pt x="125" y="130"/>
                  </a:lnTo>
                  <a:lnTo>
                    <a:pt x="128" y="127"/>
                  </a:lnTo>
                  <a:lnTo>
                    <a:pt x="131" y="125"/>
                  </a:lnTo>
                  <a:lnTo>
                    <a:pt x="132" y="122"/>
                  </a:lnTo>
                  <a:lnTo>
                    <a:pt x="135" y="120"/>
                  </a:lnTo>
                  <a:lnTo>
                    <a:pt x="137" y="117"/>
                  </a:lnTo>
                  <a:lnTo>
                    <a:pt x="139" y="113"/>
                  </a:lnTo>
                  <a:lnTo>
                    <a:pt x="141" y="110"/>
                  </a:lnTo>
                  <a:lnTo>
                    <a:pt x="143" y="108"/>
                  </a:lnTo>
                  <a:lnTo>
                    <a:pt x="144" y="104"/>
                  </a:lnTo>
                  <a:lnTo>
                    <a:pt x="145" y="101"/>
                  </a:lnTo>
                  <a:lnTo>
                    <a:pt x="147" y="97"/>
                  </a:lnTo>
                  <a:lnTo>
                    <a:pt x="148" y="93"/>
                  </a:lnTo>
                  <a:lnTo>
                    <a:pt x="148" y="90"/>
                  </a:lnTo>
                  <a:lnTo>
                    <a:pt x="149" y="86"/>
                  </a:lnTo>
                  <a:lnTo>
                    <a:pt x="149" y="82"/>
                  </a:lnTo>
                  <a:lnTo>
                    <a:pt x="149" y="78"/>
                  </a:lnTo>
                  <a:lnTo>
                    <a:pt x="149" y="75"/>
                  </a:lnTo>
                  <a:lnTo>
                    <a:pt x="149" y="71"/>
                  </a:lnTo>
                  <a:lnTo>
                    <a:pt x="149" y="67"/>
                  </a:lnTo>
                  <a:lnTo>
                    <a:pt x="149" y="64"/>
                  </a:lnTo>
                  <a:lnTo>
                    <a:pt x="148" y="60"/>
                  </a:lnTo>
                  <a:lnTo>
                    <a:pt x="148" y="56"/>
                  </a:lnTo>
                  <a:lnTo>
                    <a:pt x="147" y="52"/>
                  </a:lnTo>
                  <a:lnTo>
                    <a:pt x="145" y="49"/>
                  </a:lnTo>
                  <a:lnTo>
                    <a:pt x="144" y="45"/>
                  </a:lnTo>
                  <a:lnTo>
                    <a:pt x="143" y="43"/>
                  </a:lnTo>
                  <a:lnTo>
                    <a:pt x="141" y="39"/>
                  </a:lnTo>
                  <a:lnTo>
                    <a:pt x="139" y="36"/>
                  </a:lnTo>
                  <a:lnTo>
                    <a:pt x="137" y="32"/>
                  </a:lnTo>
                  <a:lnTo>
                    <a:pt x="135" y="29"/>
                  </a:lnTo>
                  <a:lnTo>
                    <a:pt x="132" y="27"/>
                  </a:lnTo>
                  <a:lnTo>
                    <a:pt x="131" y="24"/>
                  </a:lnTo>
                  <a:lnTo>
                    <a:pt x="128" y="22"/>
                  </a:lnTo>
                  <a:lnTo>
                    <a:pt x="125" y="19"/>
                  </a:lnTo>
                  <a:lnTo>
                    <a:pt x="123" y="16"/>
                  </a:lnTo>
                  <a:lnTo>
                    <a:pt x="120" y="15"/>
                  </a:lnTo>
                  <a:lnTo>
                    <a:pt x="116" y="12"/>
                  </a:lnTo>
                  <a:lnTo>
                    <a:pt x="114" y="11"/>
                  </a:lnTo>
                  <a:lnTo>
                    <a:pt x="111" y="8"/>
                  </a:lnTo>
                  <a:lnTo>
                    <a:pt x="107" y="7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8" y="3"/>
                  </a:lnTo>
                  <a:lnTo>
                    <a:pt x="94" y="2"/>
                  </a:lnTo>
                  <a:lnTo>
                    <a:pt x="90" y="2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79" y="0"/>
                  </a:lnTo>
                  <a:lnTo>
                    <a:pt x="75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9761765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0FB1045A-B1D9-4F9B-8A50-3AE609472D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225"/>
            <a:ext cx="9144000" cy="965200"/>
          </a:xfrm>
        </p:spPr>
        <p:txBody>
          <a:bodyPr/>
          <a:lstStyle/>
          <a:p>
            <a:r>
              <a:rPr lang="en-US" altLang="en-US" sz="3200" dirty="0"/>
              <a:t>Let’s verify that this circuit implements correctly the target truth table</a:t>
            </a:r>
          </a:p>
        </p:txBody>
      </p:sp>
      <p:sp>
        <p:nvSpPr>
          <p:cNvPr id="43010" name="TextBox 125">
            <a:extLst>
              <a:ext uri="{FF2B5EF4-FFF2-40B4-BE49-F238E27FC236}">
                <a16:creationId xmlns:a16="http://schemas.microsoft.com/office/drawing/2014/main" id="{B1F4B422-9026-4B72-A455-F29C58AC9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2.20a from the textbook ]</a:t>
            </a:r>
          </a:p>
        </p:txBody>
      </p:sp>
      <p:pic>
        <p:nvPicPr>
          <p:cNvPr id="43012" name="Picture 3" descr="Screen shot 2013-09-06 at 1.33.34 PM.png">
            <a:extLst>
              <a:ext uri="{FF2B5EF4-FFF2-40B4-BE49-F238E27FC236}">
                <a16:creationId xmlns:a16="http://schemas.microsoft.com/office/drawing/2014/main" id="{0BCA0289-411E-4FA8-9548-6ECDACD3A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257800"/>
            <a:ext cx="67056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9" name="Group 2">
            <a:extLst>
              <a:ext uri="{FF2B5EF4-FFF2-40B4-BE49-F238E27FC236}">
                <a16:creationId xmlns:a16="http://schemas.microsoft.com/office/drawing/2014/main" id="{0BCE0D19-4699-4125-82DF-87BFE4A1C080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752600"/>
            <a:ext cx="5297487" cy="2928938"/>
            <a:chOff x="2057400" y="1284287"/>
            <a:chExt cx="5297488" cy="2928938"/>
          </a:xfrm>
        </p:grpSpPr>
        <p:sp>
          <p:nvSpPr>
            <p:cNvPr id="80" name="Line 2">
              <a:extLst>
                <a:ext uri="{FF2B5EF4-FFF2-40B4-BE49-F238E27FC236}">
                  <a16:creationId xmlns:a16="http://schemas.microsoft.com/office/drawing/2014/main" id="{7FAFE66B-E61A-4BCB-AD19-1A7602A3A6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4338" y="2779712"/>
              <a:ext cx="3778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1" name="Line 3">
              <a:extLst>
                <a:ext uri="{FF2B5EF4-FFF2-40B4-BE49-F238E27FC236}">
                  <a16:creationId xmlns:a16="http://schemas.microsoft.com/office/drawing/2014/main" id="{E8884304-95B4-4DE5-AC98-AE0E962052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4338" y="2614612"/>
              <a:ext cx="3524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2" name="Line 4">
              <a:extLst>
                <a:ext uri="{FF2B5EF4-FFF2-40B4-BE49-F238E27FC236}">
                  <a16:creationId xmlns:a16="http://schemas.microsoft.com/office/drawing/2014/main" id="{34D1C0A1-CC24-47B8-99A0-B159D0BFDD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4338" y="2943225"/>
              <a:ext cx="352425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3" name="Line 5">
              <a:extLst>
                <a:ext uri="{FF2B5EF4-FFF2-40B4-BE49-F238E27FC236}">
                  <a16:creationId xmlns:a16="http://schemas.microsoft.com/office/drawing/2014/main" id="{D911C95C-D13C-4B53-BA0C-57F01C3F55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83350" y="2779712"/>
              <a:ext cx="188913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6A25CC04-1849-480A-926C-EEFA84FE6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2313" y="2492375"/>
              <a:ext cx="704850" cy="280987"/>
            </a:xfrm>
            <a:custGeom>
              <a:avLst/>
              <a:gdLst>
                <a:gd name="T0" fmla="*/ 2147483646 w 886"/>
                <a:gd name="T1" fmla="*/ 0 h 353"/>
                <a:gd name="T2" fmla="*/ 2147483646 w 886"/>
                <a:gd name="T3" fmla="*/ 0 h 353"/>
                <a:gd name="T4" fmla="*/ 2147483646 w 886"/>
                <a:gd name="T5" fmla="*/ 0 h 353"/>
                <a:gd name="T6" fmla="*/ 2147483646 w 886"/>
                <a:gd name="T7" fmla="*/ 2147483646 h 353"/>
                <a:gd name="T8" fmla="*/ 2147483646 w 886"/>
                <a:gd name="T9" fmla="*/ 2147483646 h 353"/>
                <a:gd name="T10" fmla="*/ 2147483646 w 886"/>
                <a:gd name="T11" fmla="*/ 2147483646 h 353"/>
                <a:gd name="T12" fmla="*/ 2147483646 w 886"/>
                <a:gd name="T13" fmla="*/ 2147483646 h 353"/>
                <a:gd name="T14" fmla="*/ 2147483646 w 886"/>
                <a:gd name="T15" fmla="*/ 2147483646 h 353"/>
                <a:gd name="T16" fmla="*/ 2147483646 w 886"/>
                <a:gd name="T17" fmla="*/ 2147483646 h 353"/>
                <a:gd name="T18" fmla="*/ 2147483646 w 886"/>
                <a:gd name="T19" fmla="*/ 2147483646 h 353"/>
                <a:gd name="T20" fmla="*/ 2147483646 w 886"/>
                <a:gd name="T21" fmla="*/ 2147483646 h 353"/>
                <a:gd name="T22" fmla="*/ 2147483646 w 886"/>
                <a:gd name="T23" fmla="*/ 2147483646 h 353"/>
                <a:gd name="T24" fmla="*/ 2147483646 w 886"/>
                <a:gd name="T25" fmla="*/ 2147483646 h 353"/>
                <a:gd name="T26" fmla="*/ 2147483646 w 886"/>
                <a:gd name="T27" fmla="*/ 2147483646 h 353"/>
                <a:gd name="T28" fmla="*/ 2147483646 w 886"/>
                <a:gd name="T29" fmla="*/ 2147483646 h 353"/>
                <a:gd name="T30" fmla="*/ 2147483646 w 886"/>
                <a:gd name="T31" fmla="*/ 2147483646 h 353"/>
                <a:gd name="T32" fmla="*/ 2147483646 w 886"/>
                <a:gd name="T33" fmla="*/ 2147483646 h 353"/>
                <a:gd name="T34" fmla="*/ 2147483646 w 886"/>
                <a:gd name="T35" fmla="*/ 2147483646 h 353"/>
                <a:gd name="T36" fmla="*/ 2147483646 w 886"/>
                <a:gd name="T37" fmla="*/ 2147483646 h 353"/>
                <a:gd name="T38" fmla="*/ 2147483646 w 886"/>
                <a:gd name="T39" fmla="*/ 2147483646 h 353"/>
                <a:gd name="T40" fmla="*/ 2147483646 w 886"/>
                <a:gd name="T41" fmla="*/ 2147483646 h 353"/>
                <a:gd name="T42" fmla="*/ 2147483646 w 886"/>
                <a:gd name="T43" fmla="*/ 2147483646 h 353"/>
                <a:gd name="T44" fmla="*/ 2147483646 w 886"/>
                <a:gd name="T45" fmla="*/ 2147483646 h 353"/>
                <a:gd name="T46" fmla="*/ 2147483646 w 886"/>
                <a:gd name="T47" fmla="*/ 2147483646 h 353"/>
                <a:gd name="T48" fmla="*/ 2147483646 w 886"/>
                <a:gd name="T49" fmla="*/ 2147483646 h 353"/>
                <a:gd name="T50" fmla="*/ 2147483646 w 886"/>
                <a:gd name="T51" fmla="*/ 2147483646 h 353"/>
                <a:gd name="T52" fmla="*/ 2147483646 w 886"/>
                <a:gd name="T53" fmla="*/ 2147483646 h 353"/>
                <a:gd name="T54" fmla="*/ 2147483646 w 886"/>
                <a:gd name="T55" fmla="*/ 2147483646 h 353"/>
                <a:gd name="T56" fmla="*/ 2147483646 w 886"/>
                <a:gd name="T57" fmla="*/ 2147483646 h 353"/>
                <a:gd name="T58" fmla="*/ 2147483646 w 886"/>
                <a:gd name="T59" fmla="*/ 2147483646 h 353"/>
                <a:gd name="T60" fmla="*/ 2147483646 w 886"/>
                <a:gd name="T61" fmla="*/ 2147483646 h 353"/>
                <a:gd name="T62" fmla="*/ 2147483646 w 886"/>
                <a:gd name="T63" fmla="*/ 2147483646 h 353"/>
                <a:gd name="T64" fmla="*/ 2147483646 w 886"/>
                <a:gd name="T65" fmla="*/ 2147483646 h 353"/>
                <a:gd name="T66" fmla="*/ 2147483646 w 886"/>
                <a:gd name="T67" fmla="*/ 2147483646 h 353"/>
                <a:gd name="T68" fmla="*/ 2147483646 w 886"/>
                <a:gd name="T69" fmla="*/ 2147483646 h 353"/>
                <a:gd name="T70" fmla="*/ 2147483646 w 886"/>
                <a:gd name="T71" fmla="*/ 2147483646 h 353"/>
                <a:gd name="T72" fmla="*/ 2147483646 w 886"/>
                <a:gd name="T73" fmla="*/ 2147483646 h 353"/>
                <a:gd name="T74" fmla="*/ 2147483646 w 886"/>
                <a:gd name="T75" fmla="*/ 2147483646 h 353"/>
                <a:gd name="T76" fmla="*/ 2147483646 w 886"/>
                <a:gd name="T77" fmla="*/ 2147483646 h 353"/>
                <a:gd name="T78" fmla="*/ 2147483646 w 886"/>
                <a:gd name="T79" fmla="*/ 2147483646 h 353"/>
                <a:gd name="T80" fmla="*/ 2147483646 w 886"/>
                <a:gd name="T81" fmla="*/ 2147483646 h 353"/>
                <a:gd name="T82" fmla="*/ 2147483646 w 886"/>
                <a:gd name="T83" fmla="*/ 2147483646 h 353"/>
                <a:gd name="T84" fmla="*/ 2147483646 w 886"/>
                <a:gd name="T85" fmla="*/ 2147483646 h 353"/>
                <a:gd name="T86" fmla="*/ 2147483646 w 886"/>
                <a:gd name="T87" fmla="*/ 2147483646 h 353"/>
                <a:gd name="T88" fmla="*/ 2147483646 w 886"/>
                <a:gd name="T89" fmla="*/ 2147483646 h 353"/>
                <a:gd name="T90" fmla="*/ 2147483646 w 886"/>
                <a:gd name="T91" fmla="*/ 2147483646 h 353"/>
                <a:gd name="T92" fmla="*/ 2147483646 w 886"/>
                <a:gd name="T93" fmla="*/ 2147483646 h 353"/>
                <a:gd name="T94" fmla="*/ 2147483646 w 886"/>
                <a:gd name="T95" fmla="*/ 2147483646 h 353"/>
                <a:gd name="T96" fmla="*/ 2147483646 w 886"/>
                <a:gd name="T97" fmla="*/ 2147483646 h 353"/>
                <a:gd name="T98" fmla="*/ 2147483646 w 886"/>
                <a:gd name="T99" fmla="*/ 2147483646 h 353"/>
                <a:gd name="T100" fmla="*/ 2147483646 w 886"/>
                <a:gd name="T101" fmla="*/ 2147483646 h 353"/>
                <a:gd name="T102" fmla="*/ 2147483646 w 886"/>
                <a:gd name="T103" fmla="*/ 2147483646 h 353"/>
                <a:gd name="T104" fmla="*/ 2147483646 w 886"/>
                <a:gd name="T105" fmla="*/ 2147483646 h 353"/>
                <a:gd name="T106" fmla="*/ 2147483646 w 886"/>
                <a:gd name="T107" fmla="*/ 2147483646 h 353"/>
                <a:gd name="T108" fmla="*/ 2147483646 w 886"/>
                <a:gd name="T109" fmla="*/ 2147483646 h 353"/>
                <a:gd name="T110" fmla="*/ 2147483646 w 886"/>
                <a:gd name="T111" fmla="*/ 2147483646 h 353"/>
                <a:gd name="T112" fmla="*/ 2147483646 w 886"/>
                <a:gd name="T113" fmla="*/ 2147483646 h 353"/>
                <a:gd name="T114" fmla="*/ 2147483646 w 886"/>
                <a:gd name="T115" fmla="*/ 2147483646 h 353"/>
                <a:gd name="T116" fmla="*/ 2147483646 w 886"/>
                <a:gd name="T117" fmla="*/ 2147483646 h 353"/>
                <a:gd name="T118" fmla="*/ 2147483646 w 886"/>
                <a:gd name="T119" fmla="*/ 2147483646 h 353"/>
                <a:gd name="T120" fmla="*/ 2147483646 w 886"/>
                <a:gd name="T121" fmla="*/ 2147483646 h 3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6" h="353">
                  <a:moveTo>
                    <a:pt x="0" y="0"/>
                  </a:moveTo>
                  <a:lnTo>
                    <a:pt x="34" y="0"/>
                  </a:lnTo>
                  <a:lnTo>
                    <a:pt x="66" y="0"/>
                  </a:lnTo>
                  <a:lnTo>
                    <a:pt x="96" y="0"/>
                  </a:lnTo>
                  <a:lnTo>
                    <a:pt x="123" y="0"/>
                  </a:lnTo>
                  <a:lnTo>
                    <a:pt x="149" y="0"/>
                  </a:lnTo>
                  <a:lnTo>
                    <a:pt x="173" y="0"/>
                  </a:lnTo>
                  <a:lnTo>
                    <a:pt x="195" y="0"/>
                  </a:lnTo>
                  <a:lnTo>
                    <a:pt x="216" y="0"/>
                  </a:lnTo>
                  <a:lnTo>
                    <a:pt x="235" y="0"/>
                  </a:lnTo>
                  <a:lnTo>
                    <a:pt x="253" y="0"/>
                  </a:lnTo>
                  <a:lnTo>
                    <a:pt x="268" y="0"/>
                  </a:lnTo>
                  <a:lnTo>
                    <a:pt x="283" y="0"/>
                  </a:lnTo>
                  <a:lnTo>
                    <a:pt x="296" y="0"/>
                  </a:lnTo>
                  <a:lnTo>
                    <a:pt x="310" y="0"/>
                  </a:lnTo>
                  <a:lnTo>
                    <a:pt x="320" y="0"/>
                  </a:lnTo>
                  <a:lnTo>
                    <a:pt x="330" y="0"/>
                  </a:lnTo>
                  <a:lnTo>
                    <a:pt x="339" y="0"/>
                  </a:lnTo>
                  <a:lnTo>
                    <a:pt x="347" y="0"/>
                  </a:lnTo>
                  <a:lnTo>
                    <a:pt x="354" y="0"/>
                  </a:lnTo>
                  <a:lnTo>
                    <a:pt x="360" y="0"/>
                  </a:lnTo>
                  <a:lnTo>
                    <a:pt x="366" y="0"/>
                  </a:lnTo>
                  <a:lnTo>
                    <a:pt x="370" y="0"/>
                  </a:lnTo>
                  <a:lnTo>
                    <a:pt x="375" y="1"/>
                  </a:lnTo>
                  <a:lnTo>
                    <a:pt x="378" y="1"/>
                  </a:lnTo>
                  <a:lnTo>
                    <a:pt x="382" y="1"/>
                  </a:lnTo>
                  <a:lnTo>
                    <a:pt x="385" y="1"/>
                  </a:lnTo>
                  <a:lnTo>
                    <a:pt x="388" y="1"/>
                  </a:lnTo>
                  <a:lnTo>
                    <a:pt x="390" y="1"/>
                  </a:lnTo>
                  <a:lnTo>
                    <a:pt x="393" y="1"/>
                  </a:lnTo>
                  <a:lnTo>
                    <a:pt x="396" y="1"/>
                  </a:lnTo>
                  <a:lnTo>
                    <a:pt x="397" y="1"/>
                  </a:lnTo>
                  <a:lnTo>
                    <a:pt x="400" y="1"/>
                  </a:lnTo>
                  <a:lnTo>
                    <a:pt x="403" y="3"/>
                  </a:lnTo>
                  <a:lnTo>
                    <a:pt x="405" y="3"/>
                  </a:lnTo>
                  <a:lnTo>
                    <a:pt x="407" y="3"/>
                  </a:lnTo>
                  <a:lnTo>
                    <a:pt x="409" y="3"/>
                  </a:lnTo>
                  <a:lnTo>
                    <a:pt x="410" y="3"/>
                  </a:lnTo>
                  <a:lnTo>
                    <a:pt x="412" y="3"/>
                  </a:lnTo>
                  <a:lnTo>
                    <a:pt x="413" y="3"/>
                  </a:lnTo>
                  <a:lnTo>
                    <a:pt x="416" y="3"/>
                  </a:lnTo>
                  <a:lnTo>
                    <a:pt x="418" y="3"/>
                  </a:lnTo>
                  <a:lnTo>
                    <a:pt x="419" y="3"/>
                  </a:lnTo>
                  <a:lnTo>
                    <a:pt x="421" y="3"/>
                  </a:lnTo>
                  <a:lnTo>
                    <a:pt x="422" y="4"/>
                  </a:lnTo>
                  <a:lnTo>
                    <a:pt x="424" y="4"/>
                  </a:lnTo>
                  <a:lnTo>
                    <a:pt x="425" y="4"/>
                  </a:lnTo>
                  <a:lnTo>
                    <a:pt x="427" y="4"/>
                  </a:lnTo>
                  <a:lnTo>
                    <a:pt x="428" y="4"/>
                  </a:lnTo>
                  <a:lnTo>
                    <a:pt x="430" y="4"/>
                  </a:lnTo>
                  <a:lnTo>
                    <a:pt x="431" y="4"/>
                  </a:lnTo>
                  <a:lnTo>
                    <a:pt x="433" y="4"/>
                  </a:lnTo>
                  <a:lnTo>
                    <a:pt x="434" y="4"/>
                  </a:lnTo>
                  <a:lnTo>
                    <a:pt x="436" y="6"/>
                  </a:lnTo>
                  <a:lnTo>
                    <a:pt x="437" y="6"/>
                  </a:lnTo>
                  <a:lnTo>
                    <a:pt x="439" y="6"/>
                  </a:lnTo>
                  <a:lnTo>
                    <a:pt x="440" y="6"/>
                  </a:lnTo>
                  <a:lnTo>
                    <a:pt x="442" y="6"/>
                  </a:lnTo>
                  <a:lnTo>
                    <a:pt x="445" y="6"/>
                  </a:lnTo>
                  <a:lnTo>
                    <a:pt x="446" y="6"/>
                  </a:lnTo>
                  <a:lnTo>
                    <a:pt x="448" y="7"/>
                  </a:lnTo>
                  <a:lnTo>
                    <a:pt x="451" y="7"/>
                  </a:lnTo>
                  <a:lnTo>
                    <a:pt x="452" y="7"/>
                  </a:lnTo>
                  <a:lnTo>
                    <a:pt x="455" y="7"/>
                  </a:lnTo>
                  <a:lnTo>
                    <a:pt x="458" y="7"/>
                  </a:lnTo>
                  <a:lnTo>
                    <a:pt x="459" y="9"/>
                  </a:lnTo>
                  <a:lnTo>
                    <a:pt x="461" y="9"/>
                  </a:lnTo>
                  <a:lnTo>
                    <a:pt x="464" y="9"/>
                  </a:lnTo>
                  <a:lnTo>
                    <a:pt x="465" y="9"/>
                  </a:lnTo>
                  <a:lnTo>
                    <a:pt x="467" y="9"/>
                  </a:lnTo>
                  <a:lnTo>
                    <a:pt x="468" y="10"/>
                  </a:lnTo>
                  <a:lnTo>
                    <a:pt x="470" y="10"/>
                  </a:lnTo>
                  <a:lnTo>
                    <a:pt x="471" y="10"/>
                  </a:lnTo>
                  <a:lnTo>
                    <a:pt x="473" y="10"/>
                  </a:lnTo>
                  <a:lnTo>
                    <a:pt x="474" y="10"/>
                  </a:lnTo>
                  <a:lnTo>
                    <a:pt x="476" y="12"/>
                  </a:lnTo>
                  <a:lnTo>
                    <a:pt x="477" y="12"/>
                  </a:lnTo>
                  <a:lnTo>
                    <a:pt x="479" y="12"/>
                  </a:lnTo>
                  <a:lnTo>
                    <a:pt x="480" y="12"/>
                  </a:lnTo>
                  <a:lnTo>
                    <a:pt x="482" y="13"/>
                  </a:lnTo>
                  <a:lnTo>
                    <a:pt x="483" y="13"/>
                  </a:lnTo>
                  <a:lnTo>
                    <a:pt x="485" y="13"/>
                  </a:lnTo>
                  <a:lnTo>
                    <a:pt x="486" y="13"/>
                  </a:lnTo>
                  <a:lnTo>
                    <a:pt x="488" y="15"/>
                  </a:lnTo>
                  <a:lnTo>
                    <a:pt x="489" y="15"/>
                  </a:lnTo>
                  <a:lnTo>
                    <a:pt x="491" y="15"/>
                  </a:lnTo>
                  <a:lnTo>
                    <a:pt x="492" y="16"/>
                  </a:lnTo>
                  <a:lnTo>
                    <a:pt x="494" y="16"/>
                  </a:lnTo>
                  <a:lnTo>
                    <a:pt x="496" y="16"/>
                  </a:lnTo>
                  <a:lnTo>
                    <a:pt x="498" y="17"/>
                  </a:lnTo>
                  <a:lnTo>
                    <a:pt x="501" y="17"/>
                  </a:lnTo>
                  <a:lnTo>
                    <a:pt x="502" y="19"/>
                  </a:lnTo>
                  <a:lnTo>
                    <a:pt x="505" y="19"/>
                  </a:lnTo>
                  <a:lnTo>
                    <a:pt x="508" y="20"/>
                  </a:lnTo>
                  <a:lnTo>
                    <a:pt x="511" y="20"/>
                  </a:lnTo>
                  <a:lnTo>
                    <a:pt x="513" y="22"/>
                  </a:lnTo>
                  <a:lnTo>
                    <a:pt x="516" y="22"/>
                  </a:lnTo>
                  <a:lnTo>
                    <a:pt x="519" y="23"/>
                  </a:lnTo>
                  <a:lnTo>
                    <a:pt x="520" y="23"/>
                  </a:lnTo>
                  <a:lnTo>
                    <a:pt x="522" y="25"/>
                  </a:lnTo>
                  <a:lnTo>
                    <a:pt x="525" y="25"/>
                  </a:lnTo>
                  <a:lnTo>
                    <a:pt x="526" y="26"/>
                  </a:lnTo>
                  <a:lnTo>
                    <a:pt x="528" y="26"/>
                  </a:lnTo>
                  <a:lnTo>
                    <a:pt x="529" y="26"/>
                  </a:lnTo>
                  <a:lnTo>
                    <a:pt x="531" y="28"/>
                  </a:lnTo>
                  <a:lnTo>
                    <a:pt x="532" y="28"/>
                  </a:lnTo>
                  <a:lnTo>
                    <a:pt x="534" y="28"/>
                  </a:lnTo>
                  <a:lnTo>
                    <a:pt x="535" y="29"/>
                  </a:lnTo>
                  <a:lnTo>
                    <a:pt x="537" y="29"/>
                  </a:lnTo>
                  <a:lnTo>
                    <a:pt x="538" y="29"/>
                  </a:lnTo>
                  <a:lnTo>
                    <a:pt x="538" y="31"/>
                  </a:lnTo>
                  <a:lnTo>
                    <a:pt x="539" y="31"/>
                  </a:lnTo>
                  <a:lnTo>
                    <a:pt x="541" y="31"/>
                  </a:lnTo>
                  <a:lnTo>
                    <a:pt x="542" y="32"/>
                  </a:lnTo>
                  <a:lnTo>
                    <a:pt x="544" y="32"/>
                  </a:lnTo>
                  <a:lnTo>
                    <a:pt x="545" y="34"/>
                  </a:lnTo>
                  <a:lnTo>
                    <a:pt x="547" y="34"/>
                  </a:lnTo>
                  <a:lnTo>
                    <a:pt x="548" y="35"/>
                  </a:lnTo>
                  <a:lnTo>
                    <a:pt x="550" y="35"/>
                  </a:lnTo>
                  <a:lnTo>
                    <a:pt x="551" y="37"/>
                  </a:lnTo>
                  <a:lnTo>
                    <a:pt x="553" y="37"/>
                  </a:lnTo>
                  <a:lnTo>
                    <a:pt x="556" y="38"/>
                  </a:lnTo>
                  <a:lnTo>
                    <a:pt x="557" y="40"/>
                  </a:lnTo>
                  <a:lnTo>
                    <a:pt x="559" y="40"/>
                  </a:lnTo>
                  <a:lnTo>
                    <a:pt x="562" y="41"/>
                  </a:lnTo>
                  <a:lnTo>
                    <a:pt x="563" y="43"/>
                  </a:lnTo>
                  <a:lnTo>
                    <a:pt x="566" y="44"/>
                  </a:lnTo>
                  <a:lnTo>
                    <a:pt x="569" y="44"/>
                  </a:lnTo>
                  <a:lnTo>
                    <a:pt x="571" y="46"/>
                  </a:lnTo>
                  <a:lnTo>
                    <a:pt x="572" y="47"/>
                  </a:lnTo>
                  <a:lnTo>
                    <a:pt x="574" y="47"/>
                  </a:lnTo>
                  <a:lnTo>
                    <a:pt x="577" y="49"/>
                  </a:lnTo>
                  <a:lnTo>
                    <a:pt x="578" y="50"/>
                  </a:lnTo>
                  <a:lnTo>
                    <a:pt x="580" y="50"/>
                  </a:lnTo>
                  <a:lnTo>
                    <a:pt x="581" y="52"/>
                  </a:lnTo>
                  <a:lnTo>
                    <a:pt x="582" y="52"/>
                  </a:lnTo>
                  <a:lnTo>
                    <a:pt x="584" y="53"/>
                  </a:lnTo>
                  <a:lnTo>
                    <a:pt x="585" y="53"/>
                  </a:lnTo>
                  <a:lnTo>
                    <a:pt x="587" y="55"/>
                  </a:lnTo>
                  <a:lnTo>
                    <a:pt x="588" y="55"/>
                  </a:lnTo>
                  <a:lnTo>
                    <a:pt x="590" y="56"/>
                  </a:lnTo>
                  <a:lnTo>
                    <a:pt x="591" y="56"/>
                  </a:lnTo>
                  <a:lnTo>
                    <a:pt x="593" y="58"/>
                  </a:lnTo>
                  <a:lnTo>
                    <a:pt x="594" y="58"/>
                  </a:lnTo>
                  <a:lnTo>
                    <a:pt x="596" y="59"/>
                  </a:lnTo>
                  <a:lnTo>
                    <a:pt x="597" y="60"/>
                  </a:lnTo>
                  <a:lnTo>
                    <a:pt x="599" y="60"/>
                  </a:lnTo>
                  <a:lnTo>
                    <a:pt x="600" y="62"/>
                  </a:lnTo>
                  <a:lnTo>
                    <a:pt x="602" y="62"/>
                  </a:lnTo>
                  <a:lnTo>
                    <a:pt x="603" y="63"/>
                  </a:lnTo>
                  <a:lnTo>
                    <a:pt x="605" y="65"/>
                  </a:lnTo>
                  <a:lnTo>
                    <a:pt x="606" y="65"/>
                  </a:lnTo>
                  <a:lnTo>
                    <a:pt x="609" y="66"/>
                  </a:lnTo>
                  <a:lnTo>
                    <a:pt x="611" y="68"/>
                  </a:lnTo>
                  <a:lnTo>
                    <a:pt x="612" y="68"/>
                  </a:lnTo>
                  <a:lnTo>
                    <a:pt x="615" y="69"/>
                  </a:lnTo>
                  <a:lnTo>
                    <a:pt x="617" y="71"/>
                  </a:lnTo>
                  <a:lnTo>
                    <a:pt x="618" y="72"/>
                  </a:lnTo>
                  <a:lnTo>
                    <a:pt x="621" y="72"/>
                  </a:lnTo>
                  <a:lnTo>
                    <a:pt x="623" y="74"/>
                  </a:lnTo>
                  <a:lnTo>
                    <a:pt x="624" y="74"/>
                  </a:lnTo>
                  <a:lnTo>
                    <a:pt x="625" y="75"/>
                  </a:lnTo>
                  <a:lnTo>
                    <a:pt x="627" y="77"/>
                  </a:lnTo>
                  <a:lnTo>
                    <a:pt x="628" y="77"/>
                  </a:lnTo>
                  <a:lnTo>
                    <a:pt x="630" y="78"/>
                  </a:lnTo>
                  <a:lnTo>
                    <a:pt x="631" y="78"/>
                  </a:lnTo>
                  <a:lnTo>
                    <a:pt x="633" y="80"/>
                  </a:lnTo>
                  <a:lnTo>
                    <a:pt x="634" y="81"/>
                  </a:lnTo>
                  <a:lnTo>
                    <a:pt x="636" y="81"/>
                  </a:lnTo>
                  <a:lnTo>
                    <a:pt x="637" y="83"/>
                  </a:lnTo>
                  <a:lnTo>
                    <a:pt x="639" y="83"/>
                  </a:lnTo>
                  <a:lnTo>
                    <a:pt x="639" y="84"/>
                  </a:lnTo>
                  <a:lnTo>
                    <a:pt x="640" y="84"/>
                  </a:lnTo>
                  <a:lnTo>
                    <a:pt x="642" y="84"/>
                  </a:lnTo>
                  <a:lnTo>
                    <a:pt x="642" y="86"/>
                  </a:lnTo>
                  <a:lnTo>
                    <a:pt x="643" y="86"/>
                  </a:lnTo>
                  <a:lnTo>
                    <a:pt x="645" y="87"/>
                  </a:lnTo>
                  <a:lnTo>
                    <a:pt x="646" y="87"/>
                  </a:lnTo>
                  <a:lnTo>
                    <a:pt x="648" y="89"/>
                  </a:lnTo>
                  <a:lnTo>
                    <a:pt x="648" y="90"/>
                  </a:lnTo>
                  <a:lnTo>
                    <a:pt x="649" y="90"/>
                  </a:lnTo>
                  <a:lnTo>
                    <a:pt x="651" y="92"/>
                  </a:lnTo>
                  <a:lnTo>
                    <a:pt x="654" y="92"/>
                  </a:lnTo>
                  <a:lnTo>
                    <a:pt x="655" y="93"/>
                  </a:lnTo>
                  <a:lnTo>
                    <a:pt x="657" y="95"/>
                  </a:lnTo>
                  <a:lnTo>
                    <a:pt x="658" y="96"/>
                  </a:lnTo>
                  <a:lnTo>
                    <a:pt x="660" y="96"/>
                  </a:lnTo>
                  <a:lnTo>
                    <a:pt x="661" y="98"/>
                  </a:lnTo>
                  <a:lnTo>
                    <a:pt x="663" y="99"/>
                  </a:lnTo>
                  <a:lnTo>
                    <a:pt x="664" y="101"/>
                  </a:lnTo>
                  <a:lnTo>
                    <a:pt x="666" y="101"/>
                  </a:lnTo>
                  <a:lnTo>
                    <a:pt x="667" y="102"/>
                  </a:lnTo>
                  <a:lnTo>
                    <a:pt x="668" y="102"/>
                  </a:lnTo>
                  <a:lnTo>
                    <a:pt x="670" y="103"/>
                  </a:lnTo>
                  <a:lnTo>
                    <a:pt x="671" y="105"/>
                  </a:lnTo>
                  <a:lnTo>
                    <a:pt x="673" y="105"/>
                  </a:lnTo>
                  <a:lnTo>
                    <a:pt x="673" y="106"/>
                  </a:lnTo>
                  <a:lnTo>
                    <a:pt x="674" y="106"/>
                  </a:lnTo>
                  <a:lnTo>
                    <a:pt x="676" y="108"/>
                  </a:lnTo>
                  <a:lnTo>
                    <a:pt x="677" y="108"/>
                  </a:lnTo>
                  <a:lnTo>
                    <a:pt x="677" y="109"/>
                  </a:lnTo>
                  <a:lnTo>
                    <a:pt x="679" y="109"/>
                  </a:lnTo>
                  <a:lnTo>
                    <a:pt x="679" y="111"/>
                  </a:lnTo>
                  <a:lnTo>
                    <a:pt x="680" y="111"/>
                  </a:lnTo>
                  <a:lnTo>
                    <a:pt x="682" y="112"/>
                  </a:lnTo>
                  <a:lnTo>
                    <a:pt x="683" y="112"/>
                  </a:lnTo>
                  <a:lnTo>
                    <a:pt x="683" y="114"/>
                  </a:lnTo>
                  <a:lnTo>
                    <a:pt x="685" y="115"/>
                  </a:lnTo>
                  <a:lnTo>
                    <a:pt x="686" y="115"/>
                  </a:lnTo>
                  <a:lnTo>
                    <a:pt x="688" y="117"/>
                  </a:lnTo>
                  <a:lnTo>
                    <a:pt x="689" y="118"/>
                  </a:lnTo>
                  <a:lnTo>
                    <a:pt x="691" y="118"/>
                  </a:lnTo>
                  <a:lnTo>
                    <a:pt x="691" y="120"/>
                  </a:lnTo>
                  <a:lnTo>
                    <a:pt x="692" y="120"/>
                  </a:lnTo>
                  <a:lnTo>
                    <a:pt x="694" y="121"/>
                  </a:lnTo>
                  <a:lnTo>
                    <a:pt x="695" y="123"/>
                  </a:lnTo>
                  <a:lnTo>
                    <a:pt x="697" y="123"/>
                  </a:lnTo>
                  <a:lnTo>
                    <a:pt x="697" y="124"/>
                  </a:lnTo>
                  <a:lnTo>
                    <a:pt x="698" y="124"/>
                  </a:lnTo>
                  <a:lnTo>
                    <a:pt x="698" y="126"/>
                  </a:lnTo>
                  <a:lnTo>
                    <a:pt x="700" y="126"/>
                  </a:lnTo>
                  <a:lnTo>
                    <a:pt x="701" y="127"/>
                  </a:lnTo>
                  <a:lnTo>
                    <a:pt x="703" y="127"/>
                  </a:lnTo>
                  <a:lnTo>
                    <a:pt x="703" y="129"/>
                  </a:lnTo>
                  <a:lnTo>
                    <a:pt x="704" y="129"/>
                  </a:lnTo>
                  <a:lnTo>
                    <a:pt x="706" y="130"/>
                  </a:lnTo>
                  <a:lnTo>
                    <a:pt x="707" y="132"/>
                  </a:lnTo>
                  <a:lnTo>
                    <a:pt x="709" y="132"/>
                  </a:lnTo>
                  <a:lnTo>
                    <a:pt x="709" y="133"/>
                  </a:lnTo>
                  <a:lnTo>
                    <a:pt x="710" y="133"/>
                  </a:lnTo>
                  <a:lnTo>
                    <a:pt x="711" y="135"/>
                  </a:lnTo>
                  <a:lnTo>
                    <a:pt x="713" y="135"/>
                  </a:lnTo>
                  <a:lnTo>
                    <a:pt x="714" y="136"/>
                  </a:lnTo>
                  <a:lnTo>
                    <a:pt x="716" y="138"/>
                  </a:lnTo>
                  <a:lnTo>
                    <a:pt x="717" y="139"/>
                  </a:lnTo>
                  <a:lnTo>
                    <a:pt x="719" y="139"/>
                  </a:lnTo>
                  <a:lnTo>
                    <a:pt x="720" y="141"/>
                  </a:lnTo>
                  <a:lnTo>
                    <a:pt x="722" y="142"/>
                  </a:lnTo>
                  <a:lnTo>
                    <a:pt x="723" y="142"/>
                  </a:lnTo>
                  <a:lnTo>
                    <a:pt x="723" y="144"/>
                  </a:lnTo>
                  <a:lnTo>
                    <a:pt x="725" y="144"/>
                  </a:lnTo>
                  <a:lnTo>
                    <a:pt x="726" y="145"/>
                  </a:lnTo>
                  <a:lnTo>
                    <a:pt x="728" y="146"/>
                  </a:lnTo>
                  <a:lnTo>
                    <a:pt x="729" y="146"/>
                  </a:lnTo>
                  <a:lnTo>
                    <a:pt x="729" y="148"/>
                  </a:lnTo>
                  <a:lnTo>
                    <a:pt x="731" y="148"/>
                  </a:lnTo>
                  <a:lnTo>
                    <a:pt x="731" y="149"/>
                  </a:lnTo>
                  <a:lnTo>
                    <a:pt x="732" y="149"/>
                  </a:lnTo>
                  <a:lnTo>
                    <a:pt x="732" y="151"/>
                  </a:lnTo>
                  <a:lnTo>
                    <a:pt x="734" y="151"/>
                  </a:lnTo>
                  <a:lnTo>
                    <a:pt x="734" y="152"/>
                  </a:lnTo>
                  <a:lnTo>
                    <a:pt x="735" y="152"/>
                  </a:lnTo>
                  <a:lnTo>
                    <a:pt x="737" y="154"/>
                  </a:lnTo>
                  <a:lnTo>
                    <a:pt x="737" y="155"/>
                  </a:lnTo>
                  <a:lnTo>
                    <a:pt x="738" y="157"/>
                  </a:lnTo>
                  <a:lnTo>
                    <a:pt x="740" y="157"/>
                  </a:lnTo>
                  <a:lnTo>
                    <a:pt x="741" y="158"/>
                  </a:lnTo>
                  <a:lnTo>
                    <a:pt x="741" y="160"/>
                  </a:lnTo>
                  <a:lnTo>
                    <a:pt x="743" y="161"/>
                  </a:lnTo>
                  <a:lnTo>
                    <a:pt x="744" y="163"/>
                  </a:lnTo>
                  <a:lnTo>
                    <a:pt x="746" y="164"/>
                  </a:lnTo>
                  <a:lnTo>
                    <a:pt x="747" y="166"/>
                  </a:lnTo>
                  <a:lnTo>
                    <a:pt x="749" y="167"/>
                  </a:lnTo>
                  <a:lnTo>
                    <a:pt x="750" y="169"/>
                  </a:lnTo>
                  <a:lnTo>
                    <a:pt x="752" y="170"/>
                  </a:lnTo>
                  <a:lnTo>
                    <a:pt x="753" y="172"/>
                  </a:lnTo>
                  <a:lnTo>
                    <a:pt x="754" y="173"/>
                  </a:lnTo>
                  <a:lnTo>
                    <a:pt x="754" y="175"/>
                  </a:lnTo>
                  <a:lnTo>
                    <a:pt x="756" y="175"/>
                  </a:lnTo>
                  <a:lnTo>
                    <a:pt x="756" y="176"/>
                  </a:lnTo>
                  <a:lnTo>
                    <a:pt x="757" y="176"/>
                  </a:lnTo>
                  <a:lnTo>
                    <a:pt x="759" y="178"/>
                  </a:lnTo>
                  <a:lnTo>
                    <a:pt x="759" y="179"/>
                  </a:lnTo>
                  <a:lnTo>
                    <a:pt x="760" y="179"/>
                  </a:lnTo>
                  <a:lnTo>
                    <a:pt x="760" y="181"/>
                  </a:lnTo>
                  <a:lnTo>
                    <a:pt x="762" y="182"/>
                  </a:lnTo>
                  <a:lnTo>
                    <a:pt x="763" y="184"/>
                  </a:lnTo>
                  <a:lnTo>
                    <a:pt x="765" y="185"/>
                  </a:lnTo>
                  <a:lnTo>
                    <a:pt x="766" y="187"/>
                  </a:lnTo>
                  <a:lnTo>
                    <a:pt x="766" y="188"/>
                  </a:lnTo>
                  <a:lnTo>
                    <a:pt x="768" y="189"/>
                  </a:lnTo>
                  <a:lnTo>
                    <a:pt x="769" y="189"/>
                  </a:lnTo>
                  <a:lnTo>
                    <a:pt x="771" y="191"/>
                  </a:lnTo>
                  <a:lnTo>
                    <a:pt x="771" y="192"/>
                  </a:lnTo>
                  <a:lnTo>
                    <a:pt x="772" y="194"/>
                  </a:lnTo>
                  <a:lnTo>
                    <a:pt x="774" y="197"/>
                  </a:lnTo>
                  <a:lnTo>
                    <a:pt x="775" y="198"/>
                  </a:lnTo>
                  <a:lnTo>
                    <a:pt x="777" y="200"/>
                  </a:lnTo>
                  <a:lnTo>
                    <a:pt x="778" y="201"/>
                  </a:lnTo>
                  <a:lnTo>
                    <a:pt x="781" y="204"/>
                  </a:lnTo>
                  <a:lnTo>
                    <a:pt x="783" y="206"/>
                  </a:lnTo>
                  <a:lnTo>
                    <a:pt x="784" y="207"/>
                  </a:lnTo>
                  <a:lnTo>
                    <a:pt x="786" y="209"/>
                  </a:lnTo>
                  <a:lnTo>
                    <a:pt x="786" y="210"/>
                  </a:lnTo>
                  <a:lnTo>
                    <a:pt x="787" y="213"/>
                  </a:lnTo>
                  <a:lnTo>
                    <a:pt x="789" y="213"/>
                  </a:lnTo>
                  <a:lnTo>
                    <a:pt x="790" y="215"/>
                  </a:lnTo>
                  <a:lnTo>
                    <a:pt x="792" y="216"/>
                  </a:lnTo>
                  <a:lnTo>
                    <a:pt x="792" y="218"/>
                  </a:lnTo>
                  <a:lnTo>
                    <a:pt x="793" y="219"/>
                  </a:lnTo>
                  <a:lnTo>
                    <a:pt x="795" y="221"/>
                  </a:lnTo>
                  <a:lnTo>
                    <a:pt x="796" y="222"/>
                  </a:lnTo>
                  <a:lnTo>
                    <a:pt x="796" y="224"/>
                  </a:lnTo>
                  <a:lnTo>
                    <a:pt x="797" y="225"/>
                  </a:lnTo>
                  <a:lnTo>
                    <a:pt x="797" y="227"/>
                  </a:lnTo>
                  <a:lnTo>
                    <a:pt x="799" y="227"/>
                  </a:lnTo>
                  <a:lnTo>
                    <a:pt x="800" y="228"/>
                  </a:lnTo>
                  <a:lnTo>
                    <a:pt x="800" y="230"/>
                  </a:lnTo>
                  <a:lnTo>
                    <a:pt x="802" y="231"/>
                  </a:lnTo>
                  <a:lnTo>
                    <a:pt x="803" y="232"/>
                  </a:lnTo>
                  <a:lnTo>
                    <a:pt x="803" y="234"/>
                  </a:lnTo>
                  <a:lnTo>
                    <a:pt x="805" y="235"/>
                  </a:lnTo>
                  <a:lnTo>
                    <a:pt x="806" y="237"/>
                  </a:lnTo>
                  <a:lnTo>
                    <a:pt x="808" y="238"/>
                  </a:lnTo>
                  <a:lnTo>
                    <a:pt x="808" y="240"/>
                  </a:lnTo>
                  <a:lnTo>
                    <a:pt x="809" y="241"/>
                  </a:lnTo>
                  <a:lnTo>
                    <a:pt x="811" y="243"/>
                  </a:lnTo>
                  <a:lnTo>
                    <a:pt x="812" y="246"/>
                  </a:lnTo>
                  <a:lnTo>
                    <a:pt x="814" y="247"/>
                  </a:lnTo>
                  <a:lnTo>
                    <a:pt x="815" y="250"/>
                  </a:lnTo>
                  <a:lnTo>
                    <a:pt x="818" y="252"/>
                  </a:lnTo>
                  <a:lnTo>
                    <a:pt x="820" y="255"/>
                  </a:lnTo>
                  <a:lnTo>
                    <a:pt x="821" y="256"/>
                  </a:lnTo>
                  <a:lnTo>
                    <a:pt x="823" y="259"/>
                  </a:lnTo>
                  <a:lnTo>
                    <a:pt x="823" y="261"/>
                  </a:lnTo>
                  <a:lnTo>
                    <a:pt x="824" y="262"/>
                  </a:lnTo>
                  <a:lnTo>
                    <a:pt x="826" y="264"/>
                  </a:lnTo>
                  <a:lnTo>
                    <a:pt x="827" y="265"/>
                  </a:lnTo>
                  <a:lnTo>
                    <a:pt x="829" y="267"/>
                  </a:lnTo>
                  <a:lnTo>
                    <a:pt x="829" y="268"/>
                  </a:lnTo>
                  <a:lnTo>
                    <a:pt x="830" y="270"/>
                  </a:lnTo>
                  <a:lnTo>
                    <a:pt x="832" y="271"/>
                  </a:lnTo>
                  <a:lnTo>
                    <a:pt x="832" y="273"/>
                  </a:lnTo>
                  <a:lnTo>
                    <a:pt x="833" y="274"/>
                  </a:lnTo>
                  <a:lnTo>
                    <a:pt x="833" y="275"/>
                  </a:lnTo>
                  <a:lnTo>
                    <a:pt x="835" y="275"/>
                  </a:lnTo>
                  <a:lnTo>
                    <a:pt x="836" y="277"/>
                  </a:lnTo>
                  <a:lnTo>
                    <a:pt x="836" y="278"/>
                  </a:lnTo>
                  <a:lnTo>
                    <a:pt x="838" y="280"/>
                  </a:lnTo>
                  <a:lnTo>
                    <a:pt x="838" y="281"/>
                  </a:lnTo>
                  <a:lnTo>
                    <a:pt x="839" y="283"/>
                  </a:lnTo>
                  <a:lnTo>
                    <a:pt x="840" y="284"/>
                  </a:lnTo>
                  <a:lnTo>
                    <a:pt x="842" y="286"/>
                  </a:lnTo>
                  <a:lnTo>
                    <a:pt x="842" y="287"/>
                  </a:lnTo>
                  <a:lnTo>
                    <a:pt x="843" y="289"/>
                  </a:lnTo>
                  <a:lnTo>
                    <a:pt x="845" y="290"/>
                  </a:lnTo>
                  <a:lnTo>
                    <a:pt x="846" y="292"/>
                  </a:lnTo>
                  <a:lnTo>
                    <a:pt x="848" y="293"/>
                  </a:lnTo>
                  <a:lnTo>
                    <a:pt x="849" y="296"/>
                  </a:lnTo>
                  <a:lnTo>
                    <a:pt x="851" y="298"/>
                  </a:lnTo>
                  <a:lnTo>
                    <a:pt x="852" y="301"/>
                  </a:lnTo>
                  <a:lnTo>
                    <a:pt x="854" y="302"/>
                  </a:lnTo>
                  <a:lnTo>
                    <a:pt x="855" y="305"/>
                  </a:lnTo>
                  <a:lnTo>
                    <a:pt x="857" y="308"/>
                  </a:lnTo>
                  <a:lnTo>
                    <a:pt x="858" y="310"/>
                  </a:lnTo>
                  <a:lnTo>
                    <a:pt x="860" y="311"/>
                  </a:lnTo>
                  <a:lnTo>
                    <a:pt x="861" y="314"/>
                  </a:lnTo>
                  <a:lnTo>
                    <a:pt x="863" y="316"/>
                  </a:lnTo>
                  <a:lnTo>
                    <a:pt x="864" y="317"/>
                  </a:lnTo>
                  <a:lnTo>
                    <a:pt x="866" y="319"/>
                  </a:lnTo>
                  <a:lnTo>
                    <a:pt x="866" y="320"/>
                  </a:lnTo>
                  <a:lnTo>
                    <a:pt x="867" y="321"/>
                  </a:lnTo>
                  <a:lnTo>
                    <a:pt x="869" y="323"/>
                  </a:lnTo>
                  <a:lnTo>
                    <a:pt x="869" y="324"/>
                  </a:lnTo>
                  <a:lnTo>
                    <a:pt x="870" y="326"/>
                  </a:lnTo>
                  <a:lnTo>
                    <a:pt x="872" y="327"/>
                  </a:lnTo>
                  <a:lnTo>
                    <a:pt x="873" y="329"/>
                  </a:lnTo>
                  <a:lnTo>
                    <a:pt x="873" y="330"/>
                  </a:lnTo>
                  <a:lnTo>
                    <a:pt x="875" y="332"/>
                  </a:lnTo>
                  <a:lnTo>
                    <a:pt x="875" y="333"/>
                  </a:lnTo>
                  <a:lnTo>
                    <a:pt x="876" y="333"/>
                  </a:lnTo>
                  <a:lnTo>
                    <a:pt x="876" y="335"/>
                  </a:lnTo>
                  <a:lnTo>
                    <a:pt x="878" y="336"/>
                  </a:lnTo>
                  <a:lnTo>
                    <a:pt x="878" y="338"/>
                  </a:lnTo>
                  <a:lnTo>
                    <a:pt x="879" y="339"/>
                  </a:lnTo>
                  <a:lnTo>
                    <a:pt x="879" y="341"/>
                  </a:lnTo>
                  <a:lnTo>
                    <a:pt x="881" y="342"/>
                  </a:lnTo>
                  <a:lnTo>
                    <a:pt x="881" y="344"/>
                  </a:lnTo>
                  <a:lnTo>
                    <a:pt x="882" y="345"/>
                  </a:lnTo>
                  <a:lnTo>
                    <a:pt x="883" y="347"/>
                  </a:lnTo>
                  <a:lnTo>
                    <a:pt x="883" y="348"/>
                  </a:lnTo>
                  <a:lnTo>
                    <a:pt x="885" y="350"/>
                  </a:lnTo>
                  <a:lnTo>
                    <a:pt x="886" y="35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5" name="Freeform 7">
              <a:extLst>
                <a:ext uri="{FF2B5EF4-FFF2-40B4-BE49-F238E27FC236}">
                  <a16:creationId xmlns:a16="http://schemas.microsoft.com/office/drawing/2014/main" id="{57B5B4AC-323C-40C1-ABA0-301D390DB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2313" y="2774950"/>
              <a:ext cx="704850" cy="277812"/>
            </a:xfrm>
            <a:custGeom>
              <a:avLst/>
              <a:gdLst>
                <a:gd name="T0" fmla="*/ 2147483646 w 886"/>
                <a:gd name="T1" fmla="*/ 2147483646 h 352"/>
                <a:gd name="T2" fmla="*/ 2147483646 w 886"/>
                <a:gd name="T3" fmla="*/ 2147483646 h 352"/>
                <a:gd name="T4" fmla="*/ 2147483646 w 886"/>
                <a:gd name="T5" fmla="*/ 2147483646 h 352"/>
                <a:gd name="T6" fmla="*/ 2147483646 w 886"/>
                <a:gd name="T7" fmla="*/ 2147483646 h 352"/>
                <a:gd name="T8" fmla="*/ 2147483646 w 886"/>
                <a:gd name="T9" fmla="*/ 2147483646 h 352"/>
                <a:gd name="T10" fmla="*/ 2147483646 w 886"/>
                <a:gd name="T11" fmla="*/ 2147483646 h 352"/>
                <a:gd name="T12" fmla="*/ 2147483646 w 886"/>
                <a:gd name="T13" fmla="*/ 2147483646 h 352"/>
                <a:gd name="T14" fmla="*/ 2147483646 w 886"/>
                <a:gd name="T15" fmla="*/ 2147483646 h 352"/>
                <a:gd name="T16" fmla="*/ 2147483646 w 886"/>
                <a:gd name="T17" fmla="*/ 2147483646 h 352"/>
                <a:gd name="T18" fmla="*/ 2147483646 w 886"/>
                <a:gd name="T19" fmla="*/ 2147483646 h 352"/>
                <a:gd name="T20" fmla="*/ 2147483646 w 886"/>
                <a:gd name="T21" fmla="*/ 2147483646 h 352"/>
                <a:gd name="T22" fmla="*/ 2147483646 w 886"/>
                <a:gd name="T23" fmla="*/ 2147483646 h 352"/>
                <a:gd name="T24" fmla="*/ 2147483646 w 886"/>
                <a:gd name="T25" fmla="*/ 2147483646 h 352"/>
                <a:gd name="T26" fmla="*/ 2147483646 w 886"/>
                <a:gd name="T27" fmla="*/ 2147483646 h 352"/>
                <a:gd name="T28" fmla="*/ 2147483646 w 886"/>
                <a:gd name="T29" fmla="*/ 2147483646 h 352"/>
                <a:gd name="T30" fmla="*/ 2147483646 w 886"/>
                <a:gd name="T31" fmla="*/ 2147483646 h 352"/>
                <a:gd name="T32" fmla="*/ 2147483646 w 886"/>
                <a:gd name="T33" fmla="*/ 2147483646 h 352"/>
                <a:gd name="T34" fmla="*/ 2147483646 w 886"/>
                <a:gd name="T35" fmla="*/ 2147483646 h 352"/>
                <a:gd name="T36" fmla="*/ 2147483646 w 886"/>
                <a:gd name="T37" fmla="*/ 2147483646 h 352"/>
                <a:gd name="T38" fmla="*/ 2147483646 w 886"/>
                <a:gd name="T39" fmla="*/ 2147483646 h 352"/>
                <a:gd name="T40" fmla="*/ 2147483646 w 886"/>
                <a:gd name="T41" fmla="*/ 2147483646 h 352"/>
                <a:gd name="T42" fmla="*/ 2147483646 w 886"/>
                <a:gd name="T43" fmla="*/ 2147483646 h 352"/>
                <a:gd name="T44" fmla="*/ 2147483646 w 886"/>
                <a:gd name="T45" fmla="*/ 2147483646 h 352"/>
                <a:gd name="T46" fmla="*/ 2147483646 w 886"/>
                <a:gd name="T47" fmla="*/ 2147483646 h 352"/>
                <a:gd name="T48" fmla="*/ 2147483646 w 886"/>
                <a:gd name="T49" fmla="*/ 2147483646 h 352"/>
                <a:gd name="T50" fmla="*/ 2147483646 w 886"/>
                <a:gd name="T51" fmla="*/ 2147483646 h 352"/>
                <a:gd name="T52" fmla="*/ 2147483646 w 886"/>
                <a:gd name="T53" fmla="*/ 2147483646 h 352"/>
                <a:gd name="T54" fmla="*/ 2147483646 w 886"/>
                <a:gd name="T55" fmla="*/ 2147483646 h 352"/>
                <a:gd name="T56" fmla="*/ 2147483646 w 886"/>
                <a:gd name="T57" fmla="*/ 2147483646 h 352"/>
                <a:gd name="T58" fmla="*/ 2147483646 w 886"/>
                <a:gd name="T59" fmla="*/ 2147483646 h 352"/>
                <a:gd name="T60" fmla="*/ 2147483646 w 886"/>
                <a:gd name="T61" fmla="*/ 2147483646 h 352"/>
                <a:gd name="T62" fmla="*/ 2147483646 w 886"/>
                <a:gd name="T63" fmla="*/ 2147483646 h 352"/>
                <a:gd name="T64" fmla="*/ 2147483646 w 886"/>
                <a:gd name="T65" fmla="*/ 2147483646 h 352"/>
                <a:gd name="T66" fmla="*/ 2147483646 w 886"/>
                <a:gd name="T67" fmla="*/ 2147483646 h 352"/>
                <a:gd name="T68" fmla="*/ 2147483646 w 886"/>
                <a:gd name="T69" fmla="*/ 2147483646 h 352"/>
                <a:gd name="T70" fmla="*/ 2147483646 w 886"/>
                <a:gd name="T71" fmla="*/ 2147483646 h 352"/>
                <a:gd name="T72" fmla="*/ 2147483646 w 886"/>
                <a:gd name="T73" fmla="*/ 2147483646 h 352"/>
                <a:gd name="T74" fmla="*/ 2147483646 w 886"/>
                <a:gd name="T75" fmla="*/ 2147483646 h 352"/>
                <a:gd name="T76" fmla="*/ 2147483646 w 886"/>
                <a:gd name="T77" fmla="*/ 2147483646 h 352"/>
                <a:gd name="T78" fmla="*/ 2147483646 w 886"/>
                <a:gd name="T79" fmla="*/ 2147483646 h 352"/>
                <a:gd name="T80" fmla="*/ 2147483646 w 886"/>
                <a:gd name="T81" fmla="*/ 2147483646 h 352"/>
                <a:gd name="T82" fmla="*/ 2147483646 w 886"/>
                <a:gd name="T83" fmla="*/ 2147483646 h 352"/>
                <a:gd name="T84" fmla="*/ 2147483646 w 886"/>
                <a:gd name="T85" fmla="*/ 2147483646 h 352"/>
                <a:gd name="T86" fmla="*/ 2147483646 w 886"/>
                <a:gd name="T87" fmla="*/ 2147483646 h 352"/>
                <a:gd name="T88" fmla="*/ 2147483646 w 886"/>
                <a:gd name="T89" fmla="*/ 2147483646 h 352"/>
                <a:gd name="T90" fmla="*/ 2147483646 w 886"/>
                <a:gd name="T91" fmla="*/ 2147483646 h 352"/>
                <a:gd name="T92" fmla="*/ 2147483646 w 886"/>
                <a:gd name="T93" fmla="*/ 2147483646 h 352"/>
                <a:gd name="T94" fmla="*/ 2147483646 w 886"/>
                <a:gd name="T95" fmla="*/ 2147483646 h 352"/>
                <a:gd name="T96" fmla="*/ 2147483646 w 886"/>
                <a:gd name="T97" fmla="*/ 2147483646 h 352"/>
                <a:gd name="T98" fmla="*/ 2147483646 w 886"/>
                <a:gd name="T99" fmla="*/ 2147483646 h 352"/>
                <a:gd name="T100" fmla="*/ 2147483646 w 886"/>
                <a:gd name="T101" fmla="*/ 2147483646 h 352"/>
                <a:gd name="T102" fmla="*/ 2147483646 w 886"/>
                <a:gd name="T103" fmla="*/ 2147483646 h 352"/>
                <a:gd name="T104" fmla="*/ 2147483646 w 886"/>
                <a:gd name="T105" fmla="*/ 2147483646 h 352"/>
                <a:gd name="T106" fmla="*/ 2147483646 w 886"/>
                <a:gd name="T107" fmla="*/ 2147483646 h 352"/>
                <a:gd name="T108" fmla="*/ 2147483646 w 886"/>
                <a:gd name="T109" fmla="*/ 2147483646 h 352"/>
                <a:gd name="T110" fmla="*/ 2147483646 w 886"/>
                <a:gd name="T111" fmla="*/ 2147483646 h 352"/>
                <a:gd name="T112" fmla="*/ 2147483646 w 886"/>
                <a:gd name="T113" fmla="*/ 2147483646 h 352"/>
                <a:gd name="T114" fmla="*/ 2147483646 w 886"/>
                <a:gd name="T115" fmla="*/ 2147483646 h 352"/>
                <a:gd name="T116" fmla="*/ 2147483646 w 886"/>
                <a:gd name="T117" fmla="*/ 2147483646 h 352"/>
                <a:gd name="T118" fmla="*/ 2147483646 w 886"/>
                <a:gd name="T119" fmla="*/ 2147483646 h 352"/>
                <a:gd name="T120" fmla="*/ 2147483646 w 886"/>
                <a:gd name="T121" fmla="*/ 2147483646 h 3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6" h="352">
                  <a:moveTo>
                    <a:pt x="0" y="352"/>
                  </a:moveTo>
                  <a:lnTo>
                    <a:pt x="34" y="352"/>
                  </a:lnTo>
                  <a:lnTo>
                    <a:pt x="66" y="352"/>
                  </a:lnTo>
                  <a:lnTo>
                    <a:pt x="96" y="352"/>
                  </a:lnTo>
                  <a:lnTo>
                    <a:pt x="123" y="352"/>
                  </a:lnTo>
                  <a:lnTo>
                    <a:pt x="149" y="352"/>
                  </a:lnTo>
                  <a:lnTo>
                    <a:pt x="173" y="352"/>
                  </a:lnTo>
                  <a:lnTo>
                    <a:pt x="195" y="352"/>
                  </a:lnTo>
                  <a:lnTo>
                    <a:pt x="216" y="352"/>
                  </a:lnTo>
                  <a:lnTo>
                    <a:pt x="235" y="352"/>
                  </a:lnTo>
                  <a:lnTo>
                    <a:pt x="253" y="352"/>
                  </a:lnTo>
                  <a:lnTo>
                    <a:pt x="268" y="352"/>
                  </a:lnTo>
                  <a:lnTo>
                    <a:pt x="283" y="352"/>
                  </a:lnTo>
                  <a:lnTo>
                    <a:pt x="296" y="352"/>
                  </a:lnTo>
                  <a:lnTo>
                    <a:pt x="310" y="352"/>
                  </a:lnTo>
                  <a:lnTo>
                    <a:pt x="320" y="352"/>
                  </a:lnTo>
                  <a:lnTo>
                    <a:pt x="330" y="352"/>
                  </a:lnTo>
                  <a:lnTo>
                    <a:pt x="339" y="352"/>
                  </a:lnTo>
                  <a:lnTo>
                    <a:pt x="347" y="352"/>
                  </a:lnTo>
                  <a:lnTo>
                    <a:pt x="354" y="352"/>
                  </a:lnTo>
                  <a:lnTo>
                    <a:pt x="360" y="352"/>
                  </a:lnTo>
                  <a:lnTo>
                    <a:pt x="366" y="352"/>
                  </a:lnTo>
                  <a:lnTo>
                    <a:pt x="370" y="352"/>
                  </a:lnTo>
                  <a:lnTo>
                    <a:pt x="375" y="352"/>
                  </a:lnTo>
                  <a:lnTo>
                    <a:pt x="378" y="352"/>
                  </a:lnTo>
                  <a:lnTo>
                    <a:pt x="382" y="352"/>
                  </a:lnTo>
                  <a:lnTo>
                    <a:pt x="385" y="352"/>
                  </a:lnTo>
                  <a:lnTo>
                    <a:pt x="388" y="352"/>
                  </a:lnTo>
                  <a:lnTo>
                    <a:pt x="390" y="352"/>
                  </a:lnTo>
                  <a:lnTo>
                    <a:pt x="393" y="350"/>
                  </a:lnTo>
                  <a:lnTo>
                    <a:pt x="396" y="350"/>
                  </a:lnTo>
                  <a:lnTo>
                    <a:pt x="397" y="350"/>
                  </a:lnTo>
                  <a:lnTo>
                    <a:pt x="400" y="350"/>
                  </a:lnTo>
                  <a:lnTo>
                    <a:pt x="403" y="350"/>
                  </a:lnTo>
                  <a:lnTo>
                    <a:pt x="405" y="350"/>
                  </a:lnTo>
                  <a:lnTo>
                    <a:pt x="407" y="350"/>
                  </a:lnTo>
                  <a:lnTo>
                    <a:pt x="409" y="350"/>
                  </a:lnTo>
                  <a:lnTo>
                    <a:pt x="410" y="350"/>
                  </a:lnTo>
                  <a:lnTo>
                    <a:pt x="412" y="349"/>
                  </a:lnTo>
                  <a:lnTo>
                    <a:pt x="413" y="349"/>
                  </a:lnTo>
                  <a:lnTo>
                    <a:pt x="416" y="349"/>
                  </a:lnTo>
                  <a:lnTo>
                    <a:pt x="418" y="349"/>
                  </a:lnTo>
                  <a:lnTo>
                    <a:pt x="419" y="349"/>
                  </a:lnTo>
                  <a:lnTo>
                    <a:pt x="421" y="349"/>
                  </a:lnTo>
                  <a:lnTo>
                    <a:pt x="422" y="349"/>
                  </a:lnTo>
                  <a:lnTo>
                    <a:pt x="424" y="349"/>
                  </a:lnTo>
                  <a:lnTo>
                    <a:pt x="425" y="349"/>
                  </a:lnTo>
                  <a:lnTo>
                    <a:pt x="427" y="349"/>
                  </a:lnTo>
                  <a:lnTo>
                    <a:pt x="428" y="349"/>
                  </a:lnTo>
                  <a:lnTo>
                    <a:pt x="430" y="349"/>
                  </a:lnTo>
                  <a:lnTo>
                    <a:pt x="430" y="347"/>
                  </a:lnTo>
                  <a:lnTo>
                    <a:pt x="431" y="347"/>
                  </a:lnTo>
                  <a:lnTo>
                    <a:pt x="433" y="347"/>
                  </a:lnTo>
                  <a:lnTo>
                    <a:pt x="434" y="347"/>
                  </a:lnTo>
                  <a:lnTo>
                    <a:pt x="436" y="347"/>
                  </a:lnTo>
                  <a:lnTo>
                    <a:pt x="437" y="347"/>
                  </a:lnTo>
                  <a:lnTo>
                    <a:pt x="439" y="347"/>
                  </a:lnTo>
                  <a:lnTo>
                    <a:pt x="440" y="347"/>
                  </a:lnTo>
                  <a:lnTo>
                    <a:pt x="442" y="346"/>
                  </a:lnTo>
                  <a:lnTo>
                    <a:pt x="445" y="346"/>
                  </a:lnTo>
                  <a:lnTo>
                    <a:pt x="446" y="346"/>
                  </a:lnTo>
                  <a:lnTo>
                    <a:pt x="448" y="346"/>
                  </a:lnTo>
                  <a:lnTo>
                    <a:pt x="451" y="346"/>
                  </a:lnTo>
                  <a:lnTo>
                    <a:pt x="452" y="344"/>
                  </a:lnTo>
                  <a:lnTo>
                    <a:pt x="455" y="344"/>
                  </a:lnTo>
                  <a:lnTo>
                    <a:pt x="458" y="344"/>
                  </a:lnTo>
                  <a:lnTo>
                    <a:pt x="459" y="344"/>
                  </a:lnTo>
                  <a:lnTo>
                    <a:pt x="461" y="344"/>
                  </a:lnTo>
                  <a:lnTo>
                    <a:pt x="464" y="343"/>
                  </a:lnTo>
                  <a:lnTo>
                    <a:pt x="465" y="343"/>
                  </a:lnTo>
                  <a:lnTo>
                    <a:pt x="467" y="343"/>
                  </a:lnTo>
                  <a:lnTo>
                    <a:pt x="468" y="343"/>
                  </a:lnTo>
                  <a:lnTo>
                    <a:pt x="470" y="343"/>
                  </a:lnTo>
                  <a:lnTo>
                    <a:pt x="471" y="341"/>
                  </a:lnTo>
                  <a:lnTo>
                    <a:pt x="473" y="341"/>
                  </a:lnTo>
                  <a:lnTo>
                    <a:pt x="474" y="341"/>
                  </a:lnTo>
                  <a:lnTo>
                    <a:pt x="476" y="341"/>
                  </a:lnTo>
                  <a:lnTo>
                    <a:pt x="477" y="341"/>
                  </a:lnTo>
                  <a:lnTo>
                    <a:pt x="479" y="340"/>
                  </a:lnTo>
                  <a:lnTo>
                    <a:pt x="480" y="340"/>
                  </a:lnTo>
                  <a:lnTo>
                    <a:pt x="482" y="340"/>
                  </a:lnTo>
                  <a:lnTo>
                    <a:pt x="483" y="340"/>
                  </a:lnTo>
                  <a:lnTo>
                    <a:pt x="485" y="338"/>
                  </a:lnTo>
                  <a:lnTo>
                    <a:pt x="486" y="338"/>
                  </a:lnTo>
                  <a:lnTo>
                    <a:pt x="488" y="338"/>
                  </a:lnTo>
                  <a:lnTo>
                    <a:pt x="489" y="338"/>
                  </a:lnTo>
                  <a:lnTo>
                    <a:pt x="491" y="337"/>
                  </a:lnTo>
                  <a:lnTo>
                    <a:pt x="492" y="337"/>
                  </a:lnTo>
                  <a:lnTo>
                    <a:pt x="494" y="337"/>
                  </a:lnTo>
                  <a:lnTo>
                    <a:pt x="496" y="335"/>
                  </a:lnTo>
                  <a:lnTo>
                    <a:pt x="498" y="335"/>
                  </a:lnTo>
                  <a:lnTo>
                    <a:pt x="501" y="334"/>
                  </a:lnTo>
                  <a:lnTo>
                    <a:pt x="502" y="334"/>
                  </a:lnTo>
                  <a:lnTo>
                    <a:pt x="505" y="332"/>
                  </a:lnTo>
                  <a:lnTo>
                    <a:pt x="508" y="332"/>
                  </a:lnTo>
                  <a:lnTo>
                    <a:pt x="511" y="331"/>
                  </a:lnTo>
                  <a:lnTo>
                    <a:pt x="513" y="331"/>
                  </a:lnTo>
                  <a:lnTo>
                    <a:pt x="516" y="329"/>
                  </a:lnTo>
                  <a:lnTo>
                    <a:pt x="519" y="329"/>
                  </a:lnTo>
                  <a:lnTo>
                    <a:pt x="520" y="328"/>
                  </a:lnTo>
                  <a:lnTo>
                    <a:pt x="522" y="328"/>
                  </a:lnTo>
                  <a:lnTo>
                    <a:pt x="525" y="326"/>
                  </a:lnTo>
                  <a:lnTo>
                    <a:pt x="526" y="326"/>
                  </a:lnTo>
                  <a:lnTo>
                    <a:pt x="528" y="326"/>
                  </a:lnTo>
                  <a:lnTo>
                    <a:pt x="529" y="325"/>
                  </a:lnTo>
                  <a:lnTo>
                    <a:pt x="531" y="325"/>
                  </a:lnTo>
                  <a:lnTo>
                    <a:pt x="532" y="323"/>
                  </a:lnTo>
                  <a:lnTo>
                    <a:pt x="534" y="323"/>
                  </a:lnTo>
                  <a:lnTo>
                    <a:pt x="535" y="323"/>
                  </a:lnTo>
                  <a:lnTo>
                    <a:pt x="537" y="322"/>
                  </a:lnTo>
                  <a:lnTo>
                    <a:pt x="538" y="322"/>
                  </a:lnTo>
                  <a:lnTo>
                    <a:pt x="539" y="320"/>
                  </a:lnTo>
                  <a:lnTo>
                    <a:pt x="541" y="320"/>
                  </a:lnTo>
                  <a:lnTo>
                    <a:pt x="542" y="320"/>
                  </a:lnTo>
                  <a:lnTo>
                    <a:pt x="544" y="319"/>
                  </a:lnTo>
                  <a:lnTo>
                    <a:pt x="545" y="319"/>
                  </a:lnTo>
                  <a:lnTo>
                    <a:pt x="547" y="317"/>
                  </a:lnTo>
                  <a:lnTo>
                    <a:pt x="548" y="317"/>
                  </a:lnTo>
                  <a:lnTo>
                    <a:pt x="550" y="316"/>
                  </a:lnTo>
                  <a:lnTo>
                    <a:pt x="551" y="316"/>
                  </a:lnTo>
                  <a:lnTo>
                    <a:pt x="553" y="314"/>
                  </a:lnTo>
                  <a:lnTo>
                    <a:pt x="556" y="314"/>
                  </a:lnTo>
                  <a:lnTo>
                    <a:pt x="557" y="313"/>
                  </a:lnTo>
                  <a:lnTo>
                    <a:pt x="559" y="312"/>
                  </a:lnTo>
                  <a:lnTo>
                    <a:pt x="562" y="310"/>
                  </a:lnTo>
                  <a:lnTo>
                    <a:pt x="563" y="310"/>
                  </a:lnTo>
                  <a:lnTo>
                    <a:pt x="566" y="309"/>
                  </a:lnTo>
                  <a:lnTo>
                    <a:pt x="569" y="307"/>
                  </a:lnTo>
                  <a:lnTo>
                    <a:pt x="571" y="306"/>
                  </a:lnTo>
                  <a:lnTo>
                    <a:pt x="572" y="306"/>
                  </a:lnTo>
                  <a:lnTo>
                    <a:pt x="574" y="304"/>
                  </a:lnTo>
                  <a:lnTo>
                    <a:pt x="577" y="304"/>
                  </a:lnTo>
                  <a:lnTo>
                    <a:pt x="578" y="303"/>
                  </a:lnTo>
                  <a:lnTo>
                    <a:pt x="580" y="301"/>
                  </a:lnTo>
                  <a:lnTo>
                    <a:pt x="581" y="301"/>
                  </a:lnTo>
                  <a:lnTo>
                    <a:pt x="582" y="300"/>
                  </a:lnTo>
                  <a:lnTo>
                    <a:pt x="584" y="300"/>
                  </a:lnTo>
                  <a:lnTo>
                    <a:pt x="585" y="298"/>
                  </a:lnTo>
                  <a:lnTo>
                    <a:pt x="587" y="298"/>
                  </a:lnTo>
                  <a:lnTo>
                    <a:pt x="588" y="297"/>
                  </a:lnTo>
                  <a:lnTo>
                    <a:pt x="590" y="297"/>
                  </a:lnTo>
                  <a:lnTo>
                    <a:pt x="590" y="295"/>
                  </a:lnTo>
                  <a:lnTo>
                    <a:pt x="591" y="295"/>
                  </a:lnTo>
                  <a:lnTo>
                    <a:pt x="593" y="295"/>
                  </a:lnTo>
                  <a:lnTo>
                    <a:pt x="594" y="294"/>
                  </a:lnTo>
                  <a:lnTo>
                    <a:pt x="596" y="294"/>
                  </a:lnTo>
                  <a:lnTo>
                    <a:pt x="596" y="292"/>
                  </a:lnTo>
                  <a:lnTo>
                    <a:pt x="597" y="292"/>
                  </a:lnTo>
                  <a:lnTo>
                    <a:pt x="599" y="291"/>
                  </a:lnTo>
                  <a:lnTo>
                    <a:pt x="600" y="291"/>
                  </a:lnTo>
                  <a:lnTo>
                    <a:pt x="602" y="289"/>
                  </a:lnTo>
                  <a:lnTo>
                    <a:pt x="603" y="289"/>
                  </a:lnTo>
                  <a:lnTo>
                    <a:pt x="605" y="288"/>
                  </a:lnTo>
                  <a:lnTo>
                    <a:pt x="606" y="286"/>
                  </a:lnTo>
                  <a:lnTo>
                    <a:pt x="609" y="286"/>
                  </a:lnTo>
                  <a:lnTo>
                    <a:pt x="611" y="285"/>
                  </a:lnTo>
                  <a:lnTo>
                    <a:pt x="612" y="283"/>
                  </a:lnTo>
                  <a:lnTo>
                    <a:pt x="615" y="282"/>
                  </a:lnTo>
                  <a:lnTo>
                    <a:pt x="617" y="282"/>
                  </a:lnTo>
                  <a:lnTo>
                    <a:pt x="618" y="280"/>
                  </a:lnTo>
                  <a:lnTo>
                    <a:pt x="621" y="279"/>
                  </a:lnTo>
                  <a:lnTo>
                    <a:pt x="623" y="279"/>
                  </a:lnTo>
                  <a:lnTo>
                    <a:pt x="624" y="277"/>
                  </a:lnTo>
                  <a:lnTo>
                    <a:pt x="625" y="276"/>
                  </a:lnTo>
                  <a:lnTo>
                    <a:pt x="627" y="276"/>
                  </a:lnTo>
                  <a:lnTo>
                    <a:pt x="628" y="274"/>
                  </a:lnTo>
                  <a:lnTo>
                    <a:pt x="630" y="274"/>
                  </a:lnTo>
                  <a:lnTo>
                    <a:pt x="631" y="273"/>
                  </a:lnTo>
                  <a:lnTo>
                    <a:pt x="633" y="273"/>
                  </a:lnTo>
                  <a:lnTo>
                    <a:pt x="633" y="271"/>
                  </a:lnTo>
                  <a:lnTo>
                    <a:pt x="634" y="271"/>
                  </a:lnTo>
                  <a:lnTo>
                    <a:pt x="636" y="270"/>
                  </a:lnTo>
                  <a:lnTo>
                    <a:pt x="637" y="270"/>
                  </a:lnTo>
                  <a:lnTo>
                    <a:pt x="639" y="268"/>
                  </a:lnTo>
                  <a:lnTo>
                    <a:pt x="640" y="267"/>
                  </a:lnTo>
                  <a:lnTo>
                    <a:pt x="642" y="267"/>
                  </a:lnTo>
                  <a:lnTo>
                    <a:pt x="643" y="266"/>
                  </a:lnTo>
                  <a:lnTo>
                    <a:pt x="645" y="266"/>
                  </a:lnTo>
                  <a:lnTo>
                    <a:pt x="646" y="264"/>
                  </a:lnTo>
                  <a:lnTo>
                    <a:pt x="648" y="264"/>
                  </a:lnTo>
                  <a:lnTo>
                    <a:pt x="648" y="263"/>
                  </a:lnTo>
                  <a:lnTo>
                    <a:pt x="649" y="261"/>
                  </a:lnTo>
                  <a:lnTo>
                    <a:pt x="651" y="261"/>
                  </a:lnTo>
                  <a:lnTo>
                    <a:pt x="654" y="260"/>
                  </a:lnTo>
                  <a:lnTo>
                    <a:pt x="655" y="258"/>
                  </a:lnTo>
                  <a:lnTo>
                    <a:pt x="657" y="257"/>
                  </a:lnTo>
                  <a:lnTo>
                    <a:pt x="658" y="257"/>
                  </a:lnTo>
                  <a:lnTo>
                    <a:pt x="660" y="255"/>
                  </a:lnTo>
                  <a:lnTo>
                    <a:pt x="661" y="255"/>
                  </a:lnTo>
                  <a:lnTo>
                    <a:pt x="663" y="254"/>
                  </a:lnTo>
                  <a:lnTo>
                    <a:pt x="663" y="252"/>
                  </a:lnTo>
                  <a:lnTo>
                    <a:pt x="664" y="252"/>
                  </a:lnTo>
                  <a:lnTo>
                    <a:pt x="666" y="251"/>
                  </a:lnTo>
                  <a:lnTo>
                    <a:pt x="667" y="251"/>
                  </a:lnTo>
                  <a:lnTo>
                    <a:pt x="667" y="249"/>
                  </a:lnTo>
                  <a:lnTo>
                    <a:pt x="668" y="249"/>
                  </a:lnTo>
                  <a:lnTo>
                    <a:pt x="670" y="249"/>
                  </a:lnTo>
                  <a:lnTo>
                    <a:pt x="670" y="248"/>
                  </a:lnTo>
                  <a:lnTo>
                    <a:pt x="671" y="248"/>
                  </a:lnTo>
                  <a:lnTo>
                    <a:pt x="673" y="246"/>
                  </a:lnTo>
                  <a:lnTo>
                    <a:pt x="674" y="246"/>
                  </a:lnTo>
                  <a:lnTo>
                    <a:pt x="674" y="245"/>
                  </a:lnTo>
                  <a:lnTo>
                    <a:pt x="676" y="245"/>
                  </a:lnTo>
                  <a:lnTo>
                    <a:pt x="676" y="243"/>
                  </a:lnTo>
                  <a:lnTo>
                    <a:pt x="677" y="243"/>
                  </a:lnTo>
                  <a:lnTo>
                    <a:pt x="679" y="242"/>
                  </a:lnTo>
                  <a:lnTo>
                    <a:pt x="680" y="240"/>
                  </a:lnTo>
                  <a:lnTo>
                    <a:pt x="682" y="239"/>
                  </a:lnTo>
                  <a:lnTo>
                    <a:pt x="683" y="239"/>
                  </a:lnTo>
                  <a:lnTo>
                    <a:pt x="683" y="237"/>
                  </a:lnTo>
                  <a:lnTo>
                    <a:pt x="685" y="237"/>
                  </a:lnTo>
                  <a:lnTo>
                    <a:pt x="686" y="236"/>
                  </a:lnTo>
                  <a:lnTo>
                    <a:pt x="688" y="236"/>
                  </a:lnTo>
                  <a:lnTo>
                    <a:pt x="688" y="234"/>
                  </a:lnTo>
                  <a:lnTo>
                    <a:pt x="689" y="233"/>
                  </a:lnTo>
                  <a:lnTo>
                    <a:pt x="691" y="233"/>
                  </a:lnTo>
                  <a:lnTo>
                    <a:pt x="691" y="231"/>
                  </a:lnTo>
                  <a:lnTo>
                    <a:pt x="692" y="231"/>
                  </a:lnTo>
                  <a:lnTo>
                    <a:pt x="694" y="231"/>
                  </a:lnTo>
                  <a:lnTo>
                    <a:pt x="694" y="230"/>
                  </a:lnTo>
                  <a:lnTo>
                    <a:pt x="695" y="230"/>
                  </a:lnTo>
                  <a:lnTo>
                    <a:pt x="695" y="228"/>
                  </a:lnTo>
                  <a:lnTo>
                    <a:pt x="697" y="228"/>
                  </a:lnTo>
                  <a:lnTo>
                    <a:pt x="698" y="227"/>
                  </a:lnTo>
                  <a:lnTo>
                    <a:pt x="700" y="225"/>
                  </a:lnTo>
                  <a:lnTo>
                    <a:pt x="701" y="225"/>
                  </a:lnTo>
                  <a:lnTo>
                    <a:pt x="701" y="224"/>
                  </a:lnTo>
                  <a:lnTo>
                    <a:pt x="703" y="224"/>
                  </a:lnTo>
                  <a:lnTo>
                    <a:pt x="704" y="223"/>
                  </a:lnTo>
                  <a:lnTo>
                    <a:pt x="706" y="223"/>
                  </a:lnTo>
                  <a:lnTo>
                    <a:pt x="706" y="221"/>
                  </a:lnTo>
                  <a:lnTo>
                    <a:pt x="707" y="221"/>
                  </a:lnTo>
                  <a:lnTo>
                    <a:pt x="709" y="220"/>
                  </a:lnTo>
                  <a:lnTo>
                    <a:pt x="710" y="218"/>
                  </a:lnTo>
                  <a:lnTo>
                    <a:pt x="711" y="218"/>
                  </a:lnTo>
                  <a:lnTo>
                    <a:pt x="713" y="217"/>
                  </a:lnTo>
                  <a:lnTo>
                    <a:pt x="714" y="215"/>
                  </a:lnTo>
                  <a:lnTo>
                    <a:pt x="716" y="215"/>
                  </a:lnTo>
                  <a:lnTo>
                    <a:pt x="716" y="214"/>
                  </a:lnTo>
                  <a:lnTo>
                    <a:pt x="717" y="214"/>
                  </a:lnTo>
                  <a:lnTo>
                    <a:pt x="719" y="212"/>
                  </a:lnTo>
                  <a:lnTo>
                    <a:pt x="720" y="212"/>
                  </a:lnTo>
                  <a:lnTo>
                    <a:pt x="720" y="211"/>
                  </a:lnTo>
                  <a:lnTo>
                    <a:pt x="722" y="211"/>
                  </a:lnTo>
                  <a:lnTo>
                    <a:pt x="723" y="209"/>
                  </a:lnTo>
                  <a:lnTo>
                    <a:pt x="725" y="209"/>
                  </a:lnTo>
                  <a:lnTo>
                    <a:pt x="725" y="208"/>
                  </a:lnTo>
                  <a:lnTo>
                    <a:pt x="726" y="208"/>
                  </a:lnTo>
                  <a:lnTo>
                    <a:pt x="726" y="206"/>
                  </a:lnTo>
                  <a:lnTo>
                    <a:pt x="728" y="206"/>
                  </a:lnTo>
                  <a:lnTo>
                    <a:pt x="729" y="205"/>
                  </a:lnTo>
                  <a:lnTo>
                    <a:pt x="731" y="203"/>
                  </a:lnTo>
                  <a:lnTo>
                    <a:pt x="732" y="202"/>
                  </a:lnTo>
                  <a:lnTo>
                    <a:pt x="734" y="200"/>
                  </a:lnTo>
                  <a:lnTo>
                    <a:pt x="735" y="199"/>
                  </a:lnTo>
                  <a:lnTo>
                    <a:pt x="737" y="197"/>
                  </a:lnTo>
                  <a:lnTo>
                    <a:pt x="738" y="196"/>
                  </a:lnTo>
                  <a:lnTo>
                    <a:pt x="740" y="194"/>
                  </a:lnTo>
                  <a:lnTo>
                    <a:pt x="741" y="193"/>
                  </a:lnTo>
                  <a:lnTo>
                    <a:pt x="741" y="191"/>
                  </a:lnTo>
                  <a:lnTo>
                    <a:pt x="743" y="190"/>
                  </a:lnTo>
                  <a:lnTo>
                    <a:pt x="744" y="188"/>
                  </a:lnTo>
                  <a:lnTo>
                    <a:pt x="746" y="187"/>
                  </a:lnTo>
                  <a:lnTo>
                    <a:pt x="747" y="185"/>
                  </a:lnTo>
                  <a:lnTo>
                    <a:pt x="749" y="185"/>
                  </a:lnTo>
                  <a:lnTo>
                    <a:pt x="750" y="184"/>
                  </a:lnTo>
                  <a:lnTo>
                    <a:pt x="752" y="182"/>
                  </a:lnTo>
                  <a:lnTo>
                    <a:pt x="752" y="181"/>
                  </a:lnTo>
                  <a:lnTo>
                    <a:pt x="753" y="180"/>
                  </a:lnTo>
                  <a:lnTo>
                    <a:pt x="754" y="180"/>
                  </a:lnTo>
                  <a:lnTo>
                    <a:pt x="754" y="178"/>
                  </a:lnTo>
                  <a:lnTo>
                    <a:pt x="756" y="177"/>
                  </a:lnTo>
                  <a:lnTo>
                    <a:pt x="757" y="175"/>
                  </a:lnTo>
                  <a:lnTo>
                    <a:pt x="759" y="174"/>
                  </a:lnTo>
                  <a:lnTo>
                    <a:pt x="760" y="172"/>
                  </a:lnTo>
                  <a:lnTo>
                    <a:pt x="762" y="171"/>
                  </a:lnTo>
                  <a:lnTo>
                    <a:pt x="762" y="169"/>
                  </a:lnTo>
                  <a:lnTo>
                    <a:pt x="763" y="169"/>
                  </a:lnTo>
                  <a:lnTo>
                    <a:pt x="763" y="168"/>
                  </a:lnTo>
                  <a:lnTo>
                    <a:pt x="765" y="166"/>
                  </a:lnTo>
                  <a:lnTo>
                    <a:pt x="766" y="166"/>
                  </a:lnTo>
                  <a:lnTo>
                    <a:pt x="766" y="165"/>
                  </a:lnTo>
                  <a:lnTo>
                    <a:pt x="768" y="163"/>
                  </a:lnTo>
                  <a:lnTo>
                    <a:pt x="769" y="162"/>
                  </a:lnTo>
                  <a:lnTo>
                    <a:pt x="771" y="160"/>
                  </a:lnTo>
                  <a:lnTo>
                    <a:pt x="771" y="159"/>
                  </a:lnTo>
                  <a:lnTo>
                    <a:pt x="772" y="157"/>
                  </a:lnTo>
                  <a:lnTo>
                    <a:pt x="774" y="156"/>
                  </a:lnTo>
                  <a:lnTo>
                    <a:pt x="775" y="154"/>
                  </a:lnTo>
                  <a:lnTo>
                    <a:pt x="777" y="151"/>
                  </a:lnTo>
                  <a:lnTo>
                    <a:pt x="778" y="150"/>
                  </a:lnTo>
                  <a:lnTo>
                    <a:pt x="781" y="148"/>
                  </a:lnTo>
                  <a:lnTo>
                    <a:pt x="783" y="145"/>
                  </a:lnTo>
                  <a:lnTo>
                    <a:pt x="784" y="144"/>
                  </a:lnTo>
                  <a:lnTo>
                    <a:pt x="786" y="142"/>
                  </a:lnTo>
                  <a:lnTo>
                    <a:pt x="786" y="141"/>
                  </a:lnTo>
                  <a:lnTo>
                    <a:pt x="787" y="139"/>
                  </a:lnTo>
                  <a:lnTo>
                    <a:pt x="789" y="138"/>
                  </a:lnTo>
                  <a:lnTo>
                    <a:pt x="790" y="137"/>
                  </a:lnTo>
                  <a:lnTo>
                    <a:pt x="792" y="135"/>
                  </a:lnTo>
                  <a:lnTo>
                    <a:pt x="792" y="134"/>
                  </a:lnTo>
                  <a:lnTo>
                    <a:pt x="793" y="134"/>
                  </a:lnTo>
                  <a:lnTo>
                    <a:pt x="795" y="132"/>
                  </a:lnTo>
                  <a:lnTo>
                    <a:pt x="795" y="131"/>
                  </a:lnTo>
                  <a:lnTo>
                    <a:pt x="796" y="129"/>
                  </a:lnTo>
                  <a:lnTo>
                    <a:pt x="796" y="128"/>
                  </a:lnTo>
                  <a:lnTo>
                    <a:pt x="797" y="128"/>
                  </a:lnTo>
                  <a:lnTo>
                    <a:pt x="797" y="126"/>
                  </a:lnTo>
                  <a:lnTo>
                    <a:pt x="799" y="125"/>
                  </a:lnTo>
                  <a:lnTo>
                    <a:pt x="800" y="123"/>
                  </a:lnTo>
                  <a:lnTo>
                    <a:pt x="802" y="122"/>
                  </a:lnTo>
                  <a:lnTo>
                    <a:pt x="803" y="120"/>
                  </a:lnTo>
                  <a:lnTo>
                    <a:pt x="803" y="119"/>
                  </a:lnTo>
                  <a:lnTo>
                    <a:pt x="805" y="117"/>
                  </a:lnTo>
                  <a:lnTo>
                    <a:pt x="806" y="116"/>
                  </a:lnTo>
                  <a:lnTo>
                    <a:pt x="808" y="114"/>
                  </a:lnTo>
                  <a:lnTo>
                    <a:pt x="808" y="113"/>
                  </a:lnTo>
                  <a:lnTo>
                    <a:pt x="809" y="110"/>
                  </a:lnTo>
                  <a:lnTo>
                    <a:pt x="811" y="108"/>
                  </a:lnTo>
                  <a:lnTo>
                    <a:pt x="812" y="107"/>
                  </a:lnTo>
                  <a:lnTo>
                    <a:pt x="814" y="104"/>
                  </a:lnTo>
                  <a:lnTo>
                    <a:pt x="815" y="102"/>
                  </a:lnTo>
                  <a:lnTo>
                    <a:pt x="818" y="99"/>
                  </a:lnTo>
                  <a:lnTo>
                    <a:pt x="820" y="98"/>
                  </a:lnTo>
                  <a:lnTo>
                    <a:pt x="821" y="95"/>
                  </a:lnTo>
                  <a:lnTo>
                    <a:pt x="823" y="94"/>
                  </a:lnTo>
                  <a:lnTo>
                    <a:pt x="823" y="92"/>
                  </a:lnTo>
                  <a:lnTo>
                    <a:pt x="824" y="89"/>
                  </a:lnTo>
                  <a:lnTo>
                    <a:pt x="826" y="88"/>
                  </a:lnTo>
                  <a:lnTo>
                    <a:pt x="827" y="86"/>
                  </a:lnTo>
                  <a:lnTo>
                    <a:pt x="829" y="85"/>
                  </a:lnTo>
                  <a:lnTo>
                    <a:pt x="829" y="83"/>
                  </a:lnTo>
                  <a:lnTo>
                    <a:pt x="830" y="82"/>
                  </a:lnTo>
                  <a:lnTo>
                    <a:pt x="832" y="80"/>
                  </a:lnTo>
                  <a:lnTo>
                    <a:pt x="833" y="79"/>
                  </a:lnTo>
                  <a:lnTo>
                    <a:pt x="833" y="77"/>
                  </a:lnTo>
                  <a:lnTo>
                    <a:pt x="835" y="76"/>
                  </a:lnTo>
                  <a:lnTo>
                    <a:pt x="836" y="74"/>
                  </a:lnTo>
                  <a:lnTo>
                    <a:pt x="836" y="73"/>
                  </a:lnTo>
                  <a:lnTo>
                    <a:pt x="838" y="71"/>
                  </a:lnTo>
                  <a:lnTo>
                    <a:pt x="839" y="70"/>
                  </a:lnTo>
                  <a:lnTo>
                    <a:pt x="840" y="68"/>
                  </a:lnTo>
                  <a:lnTo>
                    <a:pt x="842" y="67"/>
                  </a:lnTo>
                  <a:lnTo>
                    <a:pt x="842" y="65"/>
                  </a:lnTo>
                  <a:lnTo>
                    <a:pt x="843" y="64"/>
                  </a:lnTo>
                  <a:lnTo>
                    <a:pt x="845" y="61"/>
                  </a:lnTo>
                  <a:lnTo>
                    <a:pt x="846" y="59"/>
                  </a:lnTo>
                  <a:lnTo>
                    <a:pt x="848" y="58"/>
                  </a:lnTo>
                  <a:lnTo>
                    <a:pt x="849" y="56"/>
                  </a:lnTo>
                  <a:lnTo>
                    <a:pt x="851" y="53"/>
                  </a:lnTo>
                  <a:lnTo>
                    <a:pt x="852" y="52"/>
                  </a:lnTo>
                  <a:lnTo>
                    <a:pt x="854" y="49"/>
                  </a:lnTo>
                  <a:lnTo>
                    <a:pt x="855" y="46"/>
                  </a:lnTo>
                  <a:lnTo>
                    <a:pt x="857" y="45"/>
                  </a:lnTo>
                  <a:lnTo>
                    <a:pt x="858" y="42"/>
                  </a:lnTo>
                  <a:lnTo>
                    <a:pt x="860" y="40"/>
                  </a:lnTo>
                  <a:lnTo>
                    <a:pt x="861" y="39"/>
                  </a:lnTo>
                  <a:lnTo>
                    <a:pt x="863" y="37"/>
                  </a:lnTo>
                  <a:lnTo>
                    <a:pt x="864" y="34"/>
                  </a:lnTo>
                  <a:lnTo>
                    <a:pt x="866" y="33"/>
                  </a:lnTo>
                  <a:lnTo>
                    <a:pt x="866" y="31"/>
                  </a:lnTo>
                  <a:lnTo>
                    <a:pt x="867" y="30"/>
                  </a:lnTo>
                  <a:lnTo>
                    <a:pt x="869" y="28"/>
                  </a:lnTo>
                  <a:lnTo>
                    <a:pt x="869" y="27"/>
                  </a:lnTo>
                  <a:lnTo>
                    <a:pt x="870" y="27"/>
                  </a:lnTo>
                  <a:lnTo>
                    <a:pt x="872" y="25"/>
                  </a:lnTo>
                  <a:lnTo>
                    <a:pt x="872" y="24"/>
                  </a:lnTo>
                  <a:lnTo>
                    <a:pt x="873" y="22"/>
                  </a:lnTo>
                  <a:lnTo>
                    <a:pt x="873" y="21"/>
                  </a:lnTo>
                  <a:lnTo>
                    <a:pt x="875" y="21"/>
                  </a:lnTo>
                  <a:lnTo>
                    <a:pt x="875" y="19"/>
                  </a:lnTo>
                  <a:lnTo>
                    <a:pt x="876" y="18"/>
                  </a:lnTo>
                  <a:lnTo>
                    <a:pt x="876" y="16"/>
                  </a:lnTo>
                  <a:lnTo>
                    <a:pt x="878" y="16"/>
                  </a:lnTo>
                  <a:lnTo>
                    <a:pt x="878" y="15"/>
                  </a:lnTo>
                  <a:lnTo>
                    <a:pt x="879" y="13"/>
                  </a:lnTo>
                  <a:lnTo>
                    <a:pt x="879" y="12"/>
                  </a:lnTo>
                  <a:lnTo>
                    <a:pt x="881" y="10"/>
                  </a:lnTo>
                  <a:lnTo>
                    <a:pt x="881" y="9"/>
                  </a:lnTo>
                  <a:lnTo>
                    <a:pt x="882" y="8"/>
                  </a:lnTo>
                  <a:lnTo>
                    <a:pt x="883" y="6"/>
                  </a:lnTo>
                  <a:lnTo>
                    <a:pt x="883" y="3"/>
                  </a:lnTo>
                  <a:lnTo>
                    <a:pt x="885" y="2"/>
                  </a:lnTo>
                  <a:lnTo>
                    <a:pt x="886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6" name="Freeform 8">
              <a:extLst>
                <a:ext uri="{FF2B5EF4-FFF2-40B4-BE49-F238E27FC236}">
                  <a16:creationId xmlns:a16="http://schemas.microsoft.com/office/drawing/2014/main" id="{E5941A66-F72D-4220-ABA3-60BBC6E087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5963" y="2492375"/>
              <a:ext cx="82550" cy="282575"/>
            </a:xfrm>
            <a:custGeom>
              <a:avLst/>
              <a:gdLst>
                <a:gd name="T0" fmla="*/ 2147483646 w 105"/>
                <a:gd name="T1" fmla="*/ 2147483646 h 354"/>
                <a:gd name="T2" fmla="*/ 2147483646 w 105"/>
                <a:gd name="T3" fmla="*/ 2147483646 h 354"/>
                <a:gd name="T4" fmla="*/ 2147483646 w 105"/>
                <a:gd name="T5" fmla="*/ 2147483646 h 354"/>
                <a:gd name="T6" fmla="*/ 2147483646 w 105"/>
                <a:gd name="T7" fmla="*/ 2147483646 h 354"/>
                <a:gd name="T8" fmla="*/ 2147483646 w 105"/>
                <a:gd name="T9" fmla="*/ 2147483646 h 354"/>
                <a:gd name="T10" fmla="*/ 2147483646 w 105"/>
                <a:gd name="T11" fmla="*/ 2147483646 h 354"/>
                <a:gd name="T12" fmla="*/ 2147483646 w 105"/>
                <a:gd name="T13" fmla="*/ 2147483646 h 354"/>
                <a:gd name="T14" fmla="*/ 2147483646 w 105"/>
                <a:gd name="T15" fmla="*/ 2147483646 h 354"/>
                <a:gd name="T16" fmla="*/ 2147483646 w 105"/>
                <a:gd name="T17" fmla="*/ 2147483646 h 354"/>
                <a:gd name="T18" fmla="*/ 2147483646 w 105"/>
                <a:gd name="T19" fmla="*/ 2147483646 h 354"/>
                <a:gd name="T20" fmla="*/ 2147483646 w 105"/>
                <a:gd name="T21" fmla="*/ 2147483646 h 354"/>
                <a:gd name="T22" fmla="*/ 2147483646 w 105"/>
                <a:gd name="T23" fmla="*/ 2147483646 h 354"/>
                <a:gd name="T24" fmla="*/ 2147483646 w 105"/>
                <a:gd name="T25" fmla="*/ 2147483646 h 354"/>
                <a:gd name="T26" fmla="*/ 2147483646 w 105"/>
                <a:gd name="T27" fmla="*/ 2147483646 h 354"/>
                <a:gd name="T28" fmla="*/ 2147483646 w 105"/>
                <a:gd name="T29" fmla="*/ 2147483646 h 354"/>
                <a:gd name="T30" fmla="*/ 2147483646 w 105"/>
                <a:gd name="T31" fmla="*/ 2147483646 h 354"/>
                <a:gd name="T32" fmla="*/ 2147483646 w 105"/>
                <a:gd name="T33" fmla="*/ 2147483646 h 354"/>
                <a:gd name="T34" fmla="*/ 2147483646 w 105"/>
                <a:gd name="T35" fmla="*/ 2147483646 h 354"/>
                <a:gd name="T36" fmla="*/ 2147483646 w 105"/>
                <a:gd name="T37" fmla="*/ 2147483646 h 354"/>
                <a:gd name="T38" fmla="*/ 2147483646 w 105"/>
                <a:gd name="T39" fmla="*/ 2147483646 h 354"/>
                <a:gd name="T40" fmla="*/ 2147483646 w 105"/>
                <a:gd name="T41" fmla="*/ 2147483646 h 354"/>
                <a:gd name="T42" fmla="*/ 2147483646 w 105"/>
                <a:gd name="T43" fmla="*/ 2147483646 h 354"/>
                <a:gd name="T44" fmla="*/ 2147483646 w 105"/>
                <a:gd name="T45" fmla="*/ 2147483646 h 354"/>
                <a:gd name="T46" fmla="*/ 2147483646 w 105"/>
                <a:gd name="T47" fmla="*/ 2147483646 h 354"/>
                <a:gd name="T48" fmla="*/ 2147483646 w 105"/>
                <a:gd name="T49" fmla="*/ 2147483646 h 354"/>
                <a:gd name="T50" fmla="*/ 2147483646 w 105"/>
                <a:gd name="T51" fmla="*/ 2147483646 h 354"/>
                <a:gd name="T52" fmla="*/ 2147483646 w 105"/>
                <a:gd name="T53" fmla="*/ 2147483646 h 354"/>
                <a:gd name="T54" fmla="*/ 2147483646 w 105"/>
                <a:gd name="T55" fmla="*/ 2147483646 h 354"/>
                <a:gd name="T56" fmla="*/ 2147483646 w 105"/>
                <a:gd name="T57" fmla="*/ 2147483646 h 354"/>
                <a:gd name="T58" fmla="*/ 2147483646 w 105"/>
                <a:gd name="T59" fmla="*/ 2147483646 h 354"/>
                <a:gd name="T60" fmla="*/ 2147483646 w 105"/>
                <a:gd name="T61" fmla="*/ 2147483646 h 354"/>
                <a:gd name="T62" fmla="*/ 2147483646 w 105"/>
                <a:gd name="T63" fmla="*/ 2147483646 h 354"/>
                <a:gd name="T64" fmla="*/ 2147483646 w 105"/>
                <a:gd name="T65" fmla="*/ 2147483646 h 354"/>
                <a:gd name="T66" fmla="*/ 2147483646 w 105"/>
                <a:gd name="T67" fmla="*/ 2147483646 h 354"/>
                <a:gd name="T68" fmla="*/ 2147483646 w 105"/>
                <a:gd name="T69" fmla="*/ 2147483646 h 354"/>
                <a:gd name="T70" fmla="*/ 2147483646 w 105"/>
                <a:gd name="T71" fmla="*/ 2147483646 h 354"/>
                <a:gd name="T72" fmla="*/ 2147483646 w 105"/>
                <a:gd name="T73" fmla="*/ 2147483646 h 354"/>
                <a:gd name="T74" fmla="*/ 2147483646 w 105"/>
                <a:gd name="T75" fmla="*/ 2147483646 h 354"/>
                <a:gd name="T76" fmla="*/ 2147483646 w 105"/>
                <a:gd name="T77" fmla="*/ 2147483646 h 354"/>
                <a:gd name="T78" fmla="*/ 2147483646 w 105"/>
                <a:gd name="T79" fmla="*/ 2147483646 h 354"/>
                <a:gd name="T80" fmla="*/ 2147483646 w 105"/>
                <a:gd name="T81" fmla="*/ 2147483646 h 354"/>
                <a:gd name="T82" fmla="*/ 2147483646 w 105"/>
                <a:gd name="T83" fmla="*/ 2147483646 h 354"/>
                <a:gd name="T84" fmla="*/ 2147483646 w 105"/>
                <a:gd name="T85" fmla="*/ 2147483646 h 354"/>
                <a:gd name="T86" fmla="*/ 2147483646 w 105"/>
                <a:gd name="T87" fmla="*/ 2147483646 h 354"/>
                <a:gd name="T88" fmla="*/ 2147483646 w 105"/>
                <a:gd name="T89" fmla="*/ 2147483646 h 354"/>
                <a:gd name="T90" fmla="*/ 2147483646 w 105"/>
                <a:gd name="T91" fmla="*/ 2147483646 h 354"/>
                <a:gd name="T92" fmla="*/ 2147483646 w 105"/>
                <a:gd name="T93" fmla="*/ 2147483646 h 354"/>
                <a:gd name="T94" fmla="*/ 2147483646 w 105"/>
                <a:gd name="T95" fmla="*/ 2147483646 h 354"/>
                <a:gd name="T96" fmla="*/ 2147483646 w 105"/>
                <a:gd name="T97" fmla="*/ 2147483646 h 354"/>
                <a:gd name="T98" fmla="*/ 2147483646 w 105"/>
                <a:gd name="T99" fmla="*/ 2147483646 h 354"/>
                <a:gd name="T100" fmla="*/ 2147483646 w 105"/>
                <a:gd name="T101" fmla="*/ 2147483646 h 354"/>
                <a:gd name="T102" fmla="*/ 2147483646 w 105"/>
                <a:gd name="T103" fmla="*/ 2147483646 h 354"/>
                <a:gd name="T104" fmla="*/ 2147483646 w 105"/>
                <a:gd name="T105" fmla="*/ 2147483646 h 354"/>
                <a:gd name="T106" fmla="*/ 2147483646 w 105"/>
                <a:gd name="T107" fmla="*/ 2147483646 h 354"/>
                <a:gd name="T108" fmla="*/ 2147483646 w 105"/>
                <a:gd name="T109" fmla="*/ 2147483646 h 354"/>
                <a:gd name="T110" fmla="*/ 2147483646 w 105"/>
                <a:gd name="T111" fmla="*/ 2147483646 h 354"/>
                <a:gd name="T112" fmla="*/ 2147483646 w 105"/>
                <a:gd name="T113" fmla="*/ 2147483646 h 35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05" h="354">
                  <a:moveTo>
                    <a:pt x="0" y="0"/>
                  </a:moveTo>
                  <a:lnTo>
                    <a:pt x="3" y="4"/>
                  </a:lnTo>
                  <a:lnTo>
                    <a:pt x="4" y="7"/>
                  </a:lnTo>
                  <a:lnTo>
                    <a:pt x="6" y="10"/>
                  </a:lnTo>
                  <a:lnTo>
                    <a:pt x="9" y="15"/>
                  </a:lnTo>
                  <a:lnTo>
                    <a:pt x="10" y="17"/>
                  </a:lnTo>
                  <a:lnTo>
                    <a:pt x="12" y="19"/>
                  </a:lnTo>
                  <a:lnTo>
                    <a:pt x="13" y="22"/>
                  </a:lnTo>
                  <a:lnTo>
                    <a:pt x="15" y="25"/>
                  </a:lnTo>
                  <a:lnTo>
                    <a:pt x="16" y="26"/>
                  </a:lnTo>
                  <a:lnTo>
                    <a:pt x="16" y="29"/>
                  </a:lnTo>
                  <a:lnTo>
                    <a:pt x="18" y="31"/>
                  </a:lnTo>
                  <a:lnTo>
                    <a:pt x="19" y="34"/>
                  </a:lnTo>
                  <a:lnTo>
                    <a:pt x="19" y="35"/>
                  </a:lnTo>
                  <a:lnTo>
                    <a:pt x="21" y="37"/>
                  </a:lnTo>
                  <a:lnTo>
                    <a:pt x="22" y="38"/>
                  </a:lnTo>
                  <a:lnTo>
                    <a:pt x="22" y="40"/>
                  </a:lnTo>
                  <a:lnTo>
                    <a:pt x="24" y="41"/>
                  </a:lnTo>
                  <a:lnTo>
                    <a:pt x="24" y="43"/>
                  </a:lnTo>
                  <a:lnTo>
                    <a:pt x="25" y="44"/>
                  </a:lnTo>
                  <a:lnTo>
                    <a:pt x="25" y="46"/>
                  </a:lnTo>
                  <a:lnTo>
                    <a:pt x="27" y="47"/>
                  </a:lnTo>
                  <a:lnTo>
                    <a:pt x="27" y="49"/>
                  </a:lnTo>
                  <a:lnTo>
                    <a:pt x="27" y="50"/>
                  </a:lnTo>
                  <a:lnTo>
                    <a:pt x="28" y="52"/>
                  </a:lnTo>
                  <a:lnTo>
                    <a:pt x="28" y="53"/>
                  </a:lnTo>
                  <a:lnTo>
                    <a:pt x="29" y="55"/>
                  </a:lnTo>
                  <a:lnTo>
                    <a:pt x="29" y="56"/>
                  </a:lnTo>
                  <a:lnTo>
                    <a:pt x="31" y="58"/>
                  </a:lnTo>
                  <a:lnTo>
                    <a:pt x="31" y="59"/>
                  </a:lnTo>
                  <a:lnTo>
                    <a:pt x="32" y="60"/>
                  </a:lnTo>
                  <a:lnTo>
                    <a:pt x="32" y="62"/>
                  </a:lnTo>
                  <a:lnTo>
                    <a:pt x="34" y="65"/>
                  </a:lnTo>
                  <a:lnTo>
                    <a:pt x="34" y="66"/>
                  </a:lnTo>
                  <a:lnTo>
                    <a:pt x="35" y="68"/>
                  </a:lnTo>
                  <a:lnTo>
                    <a:pt x="35" y="71"/>
                  </a:lnTo>
                  <a:lnTo>
                    <a:pt x="37" y="72"/>
                  </a:lnTo>
                  <a:lnTo>
                    <a:pt x="37" y="74"/>
                  </a:lnTo>
                  <a:lnTo>
                    <a:pt x="38" y="75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40" y="80"/>
                  </a:lnTo>
                  <a:lnTo>
                    <a:pt x="40" y="81"/>
                  </a:lnTo>
                  <a:lnTo>
                    <a:pt x="41" y="83"/>
                  </a:lnTo>
                  <a:lnTo>
                    <a:pt x="41" y="84"/>
                  </a:lnTo>
                  <a:lnTo>
                    <a:pt x="41" y="86"/>
                  </a:lnTo>
                  <a:lnTo>
                    <a:pt x="43" y="86"/>
                  </a:lnTo>
                  <a:lnTo>
                    <a:pt x="43" y="87"/>
                  </a:lnTo>
                  <a:lnTo>
                    <a:pt x="43" y="89"/>
                  </a:lnTo>
                  <a:lnTo>
                    <a:pt x="44" y="90"/>
                  </a:lnTo>
                  <a:lnTo>
                    <a:pt x="44" y="92"/>
                  </a:lnTo>
                  <a:lnTo>
                    <a:pt x="46" y="93"/>
                  </a:lnTo>
                  <a:lnTo>
                    <a:pt x="46" y="95"/>
                  </a:lnTo>
                  <a:lnTo>
                    <a:pt x="46" y="96"/>
                  </a:lnTo>
                  <a:lnTo>
                    <a:pt x="47" y="98"/>
                  </a:lnTo>
                  <a:lnTo>
                    <a:pt x="47" y="99"/>
                  </a:lnTo>
                  <a:lnTo>
                    <a:pt x="49" y="102"/>
                  </a:lnTo>
                  <a:lnTo>
                    <a:pt x="49" y="103"/>
                  </a:lnTo>
                  <a:lnTo>
                    <a:pt x="50" y="105"/>
                  </a:lnTo>
                  <a:lnTo>
                    <a:pt x="50" y="106"/>
                  </a:lnTo>
                  <a:lnTo>
                    <a:pt x="52" y="109"/>
                  </a:lnTo>
                  <a:lnTo>
                    <a:pt x="52" y="111"/>
                  </a:lnTo>
                  <a:lnTo>
                    <a:pt x="53" y="114"/>
                  </a:lnTo>
                  <a:lnTo>
                    <a:pt x="55" y="117"/>
                  </a:lnTo>
                  <a:lnTo>
                    <a:pt x="55" y="118"/>
                  </a:lnTo>
                  <a:lnTo>
                    <a:pt x="56" y="121"/>
                  </a:lnTo>
                  <a:lnTo>
                    <a:pt x="56" y="123"/>
                  </a:lnTo>
                  <a:lnTo>
                    <a:pt x="58" y="124"/>
                  </a:lnTo>
                  <a:lnTo>
                    <a:pt x="58" y="127"/>
                  </a:lnTo>
                  <a:lnTo>
                    <a:pt x="59" y="129"/>
                  </a:lnTo>
                  <a:lnTo>
                    <a:pt x="59" y="130"/>
                  </a:lnTo>
                  <a:lnTo>
                    <a:pt x="59" y="132"/>
                  </a:lnTo>
                  <a:lnTo>
                    <a:pt x="61" y="133"/>
                  </a:lnTo>
                  <a:lnTo>
                    <a:pt x="61" y="135"/>
                  </a:lnTo>
                  <a:lnTo>
                    <a:pt x="61" y="136"/>
                  </a:lnTo>
                  <a:lnTo>
                    <a:pt x="62" y="136"/>
                  </a:lnTo>
                  <a:lnTo>
                    <a:pt x="62" y="138"/>
                  </a:lnTo>
                  <a:lnTo>
                    <a:pt x="62" y="139"/>
                  </a:lnTo>
                  <a:lnTo>
                    <a:pt x="64" y="141"/>
                  </a:lnTo>
                  <a:lnTo>
                    <a:pt x="64" y="142"/>
                  </a:lnTo>
                  <a:lnTo>
                    <a:pt x="64" y="144"/>
                  </a:lnTo>
                  <a:lnTo>
                    <a:pt x="64" y="145"/>
                  </a:lnTo>
                  <a:lnTo>
                    <a:pt x="65" y="146"/>
                  </a:lnTo>
                  <a:lnTo>
                    <a:pt x="65" y="148"/>
                  </a:lnTo>
                  <a:lnTo>
                    <a:pt x="67" y="149"/>
                  </a:lnTo>
                  <a:lnTo>
                    <a:pt x="67" y="151"/>
                  </a:lnTo>
                  <a:lnTo>
                    <a:pt x="67" y="154"/>
                  </a:lnTo>
                  <a:lnTo>
                    <a:pt x="68" y="155"/>
                  </a:lnTo>
                  <a:lnTo>
                    <a:pt x="68" y="157"/>
                  </a:lnTo>
                  <a:lnTo>
                    <a:pt x="68" y="158"/>
                  </a:lnTo>
                  <a:lnTo>
                    <a:pt x="70" y="161"/>
                  </a:lnTo>
                  <a:lnTo>
                    <a:pt x="70" y="163"/>
                  </a:lnTo>
                  <a:lnTo>
                    <a:pt x="71" y="166"/>
                  </a:lnTo>
                  <a:lnTo>
                    <a:pt x="71" y="167"/>
                  </a:lnTo>
                  <a:lnTo>
                    <a:pt x="72" y="170"/>
                  </a:lnTo>
                  <a:lnTo>
                    <a:pt x="72" y="172"/>
                  </a:lnTo>
                  <a:lnTo>
                    <a:pt x="74" y="175"/>
                  </a:lnTo>
                  <a:lnTo>
                    <a:pt x="74" y="176"/>
                  </a:lnTo>
                  <a:lnTo>
                    <a:pt x="75" y="179"/>
                  </a:lnTo>
                  <a:lnTo>
                    <a:pt x="75" y="181"/>
                  </a:lnTo>
                  <a:lnTo>
                    <a:pt x="75" y="182"/>
                  </a:lnTo>
                  <a:lnTo>
                    <a:pt x="77" y="184"/>
                  </a:lnTo>
                  <a:lnTo>
                    <a:pt x="77" y="185"/>
                  </a:lnTo>
                  <a:lnTo>
                    <a:pt x="77" y="187"/>
                  </a:lnTo>
                  <a:lnTo>
                    <a:pt x="78" y="188"/>
                  </a:lnTo>
                  <a:lnTo>
                    <a:pt x="78" y="189"/>
                  </a:lnTo>
                  <a:lnTo>
                    <a:pt x="78" y="191"/>
                  </a:lnTo>
                  <a:lnTo>
                    <a:pt x="78" y="192"/>
                  </a:lnTo>
                  <a:lnTo>
                    <a:pt x="80" y="194"/>
                  </a:lnTo>
                  <a:lnTo>
                    <a:pt x="80" y="195"/>
                  </a:lnTo>
                  <a:lnTo>
                    <a:pt x="80" y="197"/>
                  </a:lnTo>
                  <a:lnTo>
                    <a:pt x="81" y="198"/>
                  </a:lnTo>
                  <a:lnTo>
                    <a:pt x="81" y="200"/>
                  </a:lnTo>
                  <a:lnTo>
                    <a:pt x="81" y="201"/>
                  </a:lnTo>
                  <a:lnTo>
                    <a:pt x="83" y="203"/>
                  </a:lnTo>
                  <a:lnTo>
                    <a:pt x="83" y="204"/>
                  </a:lnTo>
                  <a:lnTo>
                    <a:pt x="83" y="206"/>
                  </a:lnTo>
                  <a:lnTo>
                    <a:pt x="83" y="207"/>
                  </a:lnTo>
                  <a:lnTo>
                    <a:pt x="84" y="209"/>
                  </a:lnTo>
                  <a:lnTo>
                    <a:pt x="84" y="210"/>
                  </a:lnTo>
                  <a:lnTo>
                    <a:pt x="86" y="212"/>
                  </a:lnTo>
                  <a:lnTo>
                    <a:pt x="86" y="215"/>
                  </a:lnTo>
                  <a:lnTo>
                    <a:pt x="86" y="216"/>
                  </a:lnTo>
                  <a:lnTo>
                    <a:pt x="87" y="219"/>
                  </a:lnTo>
                  <a:lnTo>
                    <a:pt x="87" y="221"/>
                  </a:lnTo>
                  <a:lnTo>
                    <a:pt x="89" y="224"/>
                  </a:lnTo>
                  <a:lnTo>
                    <a:pt x="89" y="227"/>
                  </a:lnTo>
                  <a:lnTo>
                    <a:pt x="90" y="228"/>
                  </a:lnTo>
                  <a:lnTo>
                    <a:pt x="90" y="230"/>
                  </a:lnTo>
                  <a:lnTo>
                    <a:pt x="92" y="232"/>
                  </a:lnTo>
                  <a:lnTo>
                    <a:pt x="92" y="234"/>
                  </a:lnTo>
                  <a:lnTo>
                    <a:pt x="92" y="235"/>
                  </a:lnTo>
                  <a:lnTo>
                    <a:pt x="93" y="237"/>
                  </a:lnTo>
                  <a:lnTo>
                    <a:pt x="93" y="238"/>
                  </a:lnTo>
                  <a:lnTo>
                    <a:pt x="93" y="240"/>
                  </a:lnTo>
                  <a:lnTo>
                    <a:pt x="95" y="241"/>
                  </a:lnTo>
                  <a:lnTo>
                    <a:pt x="95" y="243"/>
                  </a:lnTo>
                  <a:lnTo>
                    <a:pt x="95" y="244"/>
                  </a:lnTo>
                  <a:lnTo>
                    <a:pt x="95" y="246"/>
                  </a:lnTo>
                  <a:lnTo>
                    <a:pt x="95" y="247"/>
                  </a:lnTo>
                  <a:lnTo>
                    <a:pt x="96" y="247"/>
                  </a:lnTo>
                  <a:lnTo>
                    <a:pt x="96" y="249"/>
                  </a:lnTo>
                  <a:lnTo>
                    <a:pt x="96" y="250"/>
                  </a:lnTo>
                  <a:lnTo>
                    <a:pt x="96" y="252"/>
                  </a:lnTo>
                  <a:lnTo>
                    <a:pt x="96" y="253"/>
                  </a:lnTo>
                  <a:lnTo>
                    <a:pt x="96" y="255"/>
                  </a:lnTo>
                  <a:lnTo>
                    <a:pt x="96" y="256"/>
                  </a:lnTo>
                  <a:lnTo>
                    <a:pt x="98" y="258"/>
                  </a:lnTo>
                  <a:lnTo>
                    <a:pt x="98" y="259"/>
                  </a:lnTo>
                  <a:lnTo>
                    <a:pt x="98" y="261"/>
                  </a:lnTo>
                  <a:lnTo>
                    <a:pt x="98" y="262"/>
                  </a:lnTo>
                  <a:lnTo>
                    <a:pt x="98" y="264"/>
                  </a:lnTo>
                  <a:lnTo>
                    <a:pt x="98" y="265"/>
                  </a:lnTo>
                  <a:lnTo>
                    <a:pt x="98" y="267"/>
                  </a:lnTo>
                  <a:lnTo>
                    <a:pt x="98" y="270"/>
                  </a:lnTo>
                  <a:lnTo>
                    <a:pt x="98" y="271"/>
                  </a:lnTo>
                  <a:lnTo>
                    <a:pt x="99" y="274"/>
                  </a:lnTo>
                  <a:lnTo>
                    <a:pt x="99" y="275"/>
                  </a:lnTo>
                  <a:lnTo>
                    <a:pt x="99" y="277"/>
                  </a:lnTo>
                  <a:lnTo>
                    <a:pt x="99" y="278"/>
                  </a:lnTo>
                  <a:lnTo>
                    <a:pt x="99" y="281"/>
                  </a:lnTo>
                  <a:lnTo>
                    <a:pt x="99" y="283"/>
                  </a:lnTo>
                  <a:lnTo>
                    <a:pt x="99" y="284"/>
                  </a:lnTo>
                  <a:lnTo>
                    <a:pt x="99" y="286"/>
                  </a:lnTo>
                  <a:lnTo>
                    <a:pt x="99" y="287"/>
                  </a:lnTo>
                  <a:lnTo>
                    <a:pt x="99" y="289"/>
                  </a:lnTo>
                  <a:lnTo>
                    <a:pt x="99" y="290"/>
                  </a:lnTo>
                  <a:lnTo>
                    <a:pt x="101" y="290"/>
                  </a:lnTo>
                  <a:lnTo>
                    <a:pt x="101" y="292"/>
                  </a:lnTo>
                  <a:lnTo>
                    <a:pt x="101" y="293"/>
                  </a:lnTo>
                  <a:lnTo>
                    <a:pt x="101" y="295"/>
                  </a:lnTo>
                  <a:lnTo>
                    <a:pt x="101" y="296"/>
                  </a:lnTo>
                  <a:lnTo>
                    <a:pt x="101" y="298"/>
                  </a:lnTo>
                  <a:lnTo>
                    <a:pt x="101" y="299"/>
                  </a:lnTo>
                  <a:lnTo>
                    <a:pt x="101" y="301"/>
                  </a:lnTo>
                  <a:lnTo>
                    <a:pt x="102" y="301"/>
                  </a:lnTo>
                  <a:lnTo>
                    <a:pt x="102" y="302"/>
                  </a:lnTo>
                  <a:lnTo>
                    <a:pt x="102" y="304"/>
                  </a:lnTo>
                  <a:lnTo>
                    <a:pt x="102" y="305"/>
                  </a:lnTo>
                  <a:lnTo>
                    <a:pt x="102" y="307"/>
                  </a:lnTo>
                  <a:lnTo>
                    <a:pt x="102" y="308"/>
                  </a:lnTo>
                  <a:lnTo>
                    <a:pt x="104" y="310"/>
                  </a:lnTo>
                  <a:lnTo>
                    <a:pt x="104" y="311"/>
                  </a:lnTo>
                  <a:lnTo>
                    <a:pt x="104" y="313"/>
                  </a:lnTo>
                  <a:lnTo>
                    <a:pt x="104" y="314"/>
                  </a:lnTo>
                  <a:lnTo>
                    <a:pt x="104" y="316"/>
                  </a:lnTo>
                  <a:lnTo>
                    <a:pt x="105" y="316"/>
                  </a:lnTo>
                  <a:lnTo>
                    <a:pt x="105" y="317"/>
                  </a:lnTo>
                  <a:lnTo>
                    <a:pt x="105" y="319"/>
                  </a:lnTo>
                  <a:lnTo>
                    <a:pt x="105" y="320"/>
                  </a:lnTo>
                  <a:lnTo>
                    <a:pt x="105" y="321"/>
                  </a:lnTo>
                  <a:lnTo>
                    <a:pt x="105" y="323"/>
                  </a:lnTo>
                  <a:lnTo>
                    <a:pt x="105" y="324"/>
                  </a:lnTo>
                  <a:lnTo>
                    <a:pt x="105" y="326"/>
                  </a:lnTo>
                  <a:lnTo>
                    <a:pt x="105" y="327"/>
                  </a:lnTo>
                  <a:lnTo>
                    <a:pt x="105" y="329"/>
                  </a:lnTo>
                  <a:lnTo>
                    <a:pt x="105" y="330"/>
                  </a:lnTo>
                  <a:lnTo>
                    <a:pt x="105" y="332"/>
                  </a:lnTo>
                  <a:lnTo>
                    <a:pt x="105" y="333"/>
                  </a:lnTo>
                  <a:lnTo>
                    <a:pt x="105" y="335"/>
                  </a:lnTo>
                  <a:lnTo>
                    <a:pt x="105" y="338"/>
                  </a:lnTo>
                  <a:lnTo>
                    <a:pt x="105" y="339"/>
                  </a:lnTo>
                  <a:lnTo>
                    <a:pt x="105" y="341"/>
                  </a:lnTo>
                  <a:lnTo>
                    <a:pt x="105" y="344"/>
                  </a:lnTo>
                  <a:lnTo>
                    <a:pt x="104" y="345"/>
                  </a:lnTo>
                  <a:lnTo>
                    <a:pt x="104" y="348"/>
                  </a:lnTo>
                  <a:lnTo>
                    <a:pt x="104" y="351"/>
                  </a:lnTo>
                  <a:lnTo>
                    <a:pt x="104" y="35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7" name="Freeform 9">
              <a:extLst>
                <a:ext uri="{FF2B5EF4-FFF2-40B4-BE49-F238E27FC236}">
                  <a16:creationId xmlns:a16="http://schemas.microsoft.com/office/drawing/2014/main" id="{2CE4D915-A6F3-4A02-857E-9D0296B34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5963" y="2773362"/>
              <a:ext cx="82550" cy="279400"/>
            </a:xfrm>
            <a:custGeom>
              <a:avLst/>
              <a:gdLst>
                <a:gd name="T0" fmla="*/ 2147483646 w 105"/>
                <a:gd name="T1" fmla="*/ 2147483646 h 353"/>
                <a:gd name="T2" fmla="*/ 2147483646 w 105"/>
                <a:gd name="T3" fmla="*/ 2147483646 h 353"/>
                <a:gd name="T4" fmla="*/ 2147483646 w 105"/>
                <a:gd name="T5" fmla="*/ 2147483646 h 353"/>
                <a:gd name="T6" fmla="*/ 2147483646 w 105"/>
                <a:gd name="T7" fmla="*/ 2147483646 h 353"/>
                <a:gd name="T8" fmla="*/ 2147483646 w 105"/>
                <a:gd name="T9" fmla="*/ 2147483646 h 353"/>
                <a:gd name="T10" fmla="*/ 2147483646 w 105"/>
                <a:gd name="T11" fmla="*/ 2147483646 h 353"/>
                <a:gd name="T12" fmla="*/ 2147483646 w 105"/>
                <a:gd name="T13" fmla="*/ 2147483646 h 353"/>
                <a:gd name="T14" fmla="*/ 2147483646 w 105"/>
                <a:gd name="T15" fmla="*/ 2147483646 h 353"/>
                <a:gd name="T16" fmla="*/ 2147483646 w 105"/>
                <a:gd name="T17" fmla="*/ 2147483646 h 353"/>
                <a:gd name="T18" fmla="*/ 2147483646 w 105"/>
                <a:gd name="T19" fmla="*/ 2147483646 h 353"/>
                <a:gd name="T20" fmla="*/ 2147483646 w 105"/>
                <a:gd name="T21" fmla="*/ 2147483646 h 353"/>
                <a:gd name="T22" fmla="*/ 2147483646 w 105"/>
                <a:gd name="T23" fmla="*/ 2147483646 h 353"/>
                <a:gd name="T24" fmla="*/ 2147483646 w 105"/>
                <a:gd name="T25" fmla="*/ 2147483646 h 353"/>
                <a:gd name="T26" fmla="*/ 2147483646 w 105"/>
                <a:gd name="T27" fmla="*/ 2147483646 h 353"/>
                <a:gd name="T28" fmla="*/ 2147483646 w 105"/>
                <a:gd name="T29" fmla="*/ 2147483646 h 353"/>
                <a:gd name="T30" fmla="*/ 2147483646 w 105"/>
                <a:gd name="T31" fmla="*/ 2147483646 h 353"/>
                <a:gd name="T32" fmla="*/ 2147483646 w 105"/>
                <a:gd name="T33" fmla="*/ 2147483646 h 353"/>
                <a:gd name="T34" fmla="*/ 2147483646 w 105"/>
                <a:gd name="T35" fmla="*/ 2147483646 h 353"/>
                <a:gd name="T36" fmla="*/ 2147483646 w 105"/>
                <a:gd name="T37" fmla="*/ 2147483646 h 353"/>
                <a:gd name="T38" fmla="*/ 2147483646 w 105"/>
                <a:gd name="T39" fmla="*/ 2147483646 h 353"/>
                <a:gd name="T40" fmla="*/ 2147483646 w 105"/>
                <a:gd name="T41" fmla="*/ 2147483646 h 353"/>
                <a:gd name="T42" fmla="*/ 2147483646 w 105"/>
                <a:gd name="T43" fmla="*/ 2147483646 h 353"/>
                <a:gd name="T44" fmla="*/ 2147483646 w 105"/>
                <a:gd name="T45" fmla="*/ 2147483646 h 353"/>
                <a:gd name="T46" fmla="*/ 2147483646 w 105"/>
                <a:gd name="T47" fmla="*/ 2147483646 h 353"/>
                <a:gd name="T48" fmla="*/ 2147483646 w 105"/>
                <a:gd name="T49" fmla="*/ 2147483646 h 353"/>
                <a:gd name="T50" fmla="*/ 2147483646 w 105"/>
                <a:gd name="T51" fmla="*/ 2147483646 h 353"/>
                <a:gd name="T52" fmla="*/ 2147483646 w 105"/>
                <a:gd name="T53" fmla="*/ 2147483646 h 353"/>
                <a:gd name="T54" fmla="*/ 2147483646 w 105"/>
                <a:gd name="T55" fmla="*/ 2147483646 h 353"/>
                <a:gd name="T56" fmla="*/ 2147483646 w 105"/>
                <a:gd name="T57" fmla="*/ 2147483646 h 353"/>
                <a:gd name="T58" fmla="*/ 2147483646 w 105"/>
                <a:gd name="T59" fmla="*/ 2147483646 h 353"/>
                <a:gd name="T60" fmla="*/ 2147483646 w 105"/>
                <a:gd name="T61" fmla="*/ 2147483646 h 353"/>
                <a:gd name="T62" fmla="*/ 2147483646 w 105"/>
                <a:gd name="T63" fmla="*/ 2147483646 h 353"/>
                <a:gd name="T64" fmla="*/ 2147483646 w 105"/>
                <a:gd name="T65" fmla="*/ 2147483646 h 353"/>
                <a:gd name="T66" fmla="*/ 2147483646 w 105"/>
                <a:gd name="T67" fmla="*/ 2147483646 h 353"/>
                <a:gd name="T68" fmla="*/ 2147483646 w 105"/>
                <a:gd name="T69" fmla="*/ 2147483646 h 353"/>
                <a:gd name="T70" fmla="*/ 2147483646 w 105"/>
                <a:gd name="T71" fmla="*/ 2147483646 h 353"/>
                <a:gd name="T72" fmla="*/ 2147483646 w 105"/>
                <a:gd name="T73" fmla="*/ 2147483646 h 353"/>
                <a:gd name="T74" fmla="*/ 2147483646 w 105"/>
                <a:gd name="T75" fmla="*/ 2147483646 h 353"/>
                <a:gd name="T76" fmla="*/ 2147483646 w 105"/>
                <a:gd name="T77" fmla="*/ 2147483646 h 353"/>
                <a:gd name="T78" fmla="*/ 2147483646 w 105"/>
                <a:gd name="T79" fmla="*/ 2147483646 h 353"/>
                <a:gd name="T80" fmla="*/ 2147483646 w 105"/>
                <a:gd name="T81" fmla="*/ 2147483646 h 353"/>
                <a:gd name="T82" fmla="*/ 2147483646 w 105"/>
                <a:gd name="T83" fmla="*/ 2147483646 h 353"/>
                <a:gd name="T84" fmla="*/ 2147483646 w 105"/>
                <a:gd name="T85" fmla="*/ 2147483646 h 353"/>
                <a:gd name="T86" fmla="*/ 2147483646 w 105"/>
                <a:gd name="T87" fmla="*/ 2147483646 h 353"/>
                <a:gd name="T88" fmla="*/ 2147483646 w 105"/>
                <a:gd name="T89" fmla="*/ 2147483646 h 353"/>
                <a:gd name="T90" fmla="*/ 2147483646 w 105"/>
                <a:gd name="T91" fmla="*/ 2147483646 h 353"/>
                <a:gd name="T92" fmla="*/ 2147483646 w 105"/>
                <a:gd name="T93" fmla="*/ 2147483646 h 353"/>
                <a:gd name="T94" fmla="*/ 2147483646 w 105"/>
                <a:gd name="T95" fmla="*/ 2147483646 h 353"/>
                <a:gd name="T96" fmla="*/ 2147483646 w 105"/>
                <a:gd name="T97" fmla="*/ 2147483646 h 353"/>
                <a:gd name="T98" fmla="*/ 2147483646 w 105"/>
                <a:gd name="T99" fmla="*/ 2147483646 h 353"/>
                <a:gd name="T100" fmla="*/ 2147483646 w 105"/>
                <a:gd name="T101" fmla="*/ 2147483646 h 353"/>
                <a:gd name="T102" fmla="*/ 2147483646 w 105"/>
                <a:gd name="T103" fmla="*/ 2147483646 h 353"/>
                <a:gd name="T104" fmla="*/ 2147483646 w 105"/>
                <a:gd name="T105" fmla="*/ 2147483646 h 353"/>
                <a:gd name="T106" fmla="*/ 2147483646 w 105"/>
                <a:gd name="T107" fmla="*/ 2147483646 h 353"/>
                <a:gd name="T108" fmla="*/ 2147483646 w 105"/>
                <a:gd name="T109" fmla="*/ 2147483646 h 353"/>
                <a:gd name="T110" fmla="*/ 2147483646 w 105"/>
                <a:gd name="T111" fmla="*/ 2147483646 h 353"/>
                <a:gd name="T112" fmla="*/ 2147483646 w 105"/>
                <a:gd name="T113" fmla="*/ 2147483646 h 35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05" h="353">
                  <a:moveTo>
                    <a:pt x="0" y="353"/>
                  </a:moveTo>
                  <a:lnTo>
                    <a:pt x="3" y="350"/>
                  </a:lnTo>
                  <a:lnTo>
                    <a:pt x="4" y="345"/>
                  </a:lnTo>
                  <a:lnTo>
                    <a:pt x="6" y="342"/>
                  </a:lnTo>
                  <a:lnTo>
                    <a:pt x="9" y="339"/>
                  </a:lnTo>
                  <a:lnTo>
                    <a:pt x="10" y="336"/>
                  </a:lnTo>
                  <a:lnTo>
                    <a:pt x="12" y="333"/>
                  </a:lnTo>
                  <a:lnTo>
                    <a:pt x="13" y="330"/>
                  </a:lnTo>
                  <a:lnTo>
                    <a:pt x="15" y="329"/>
                  </a:lnTo>
                  <a:lnTo>
                    <a:pt x="16" y="326"/>
                  </a:lnTo>
                  <a:lnTo>
                    <a:pt x="16" y="324"/>
                  </a:lnTo>
                  <a:lnTo>
                    <a:pt x="18" y="321"/>
                  </a:lnTo>
                  <a:lnTo>
                    <a:pt x="19" y="320"/>
                  </a:lnTo>
                  <a:lnTo>
                    <a:pt x="19" y="318"/>
                  </a:lnTo>
                  <a:lnTo>
                    <a:pt x="21" y="317"/>
                  </a:lnTo>
                  <a:lnTo>
                    <a:pt x="22" y="314"/>
                  </a:lnTo>
                  <a:lnTo>
                    <a:pt x="22" y="313"/>
                  </a:lnTo>
                  <a:lnTo>
                    <a:pt x="24" y="311"/>
                  </a:lnTo>
                  <a:lnTo>
                    <a:pt x="24" y="310"/>
                  </a:lnTo>
                  <a:lnTo>
                    <a:pt x="25" y="308"/>
                  </a:lnTo>
                  <a:lnTo>
                    <a:pt x="25" y="307"/>
                  </a:lnTo>
                  <a:lnTo>
                    <a:pt x="27" y="307"/>
                  </a:lnTo>
                  <a:lnTo>
                    <a:pt x="27" y="305"/>
                  </a:lnTo>
                  <a:lnTo>
                    <a:pt x="27" y="304"/>
                  </a:lnTo>
                  <a:lnTo>
                    <a:pt x="28" y="302"/>
                  </a:lnTo>
                  <a:lnTo>
                    <a:pt x="28" y="301"/>
                  </a:lnTo>
                  <a:lnTo>
                    <a:pt x="29" y="299"/>
                  </a:lnTo>
                  <a:lnTo>
                    <a:pt x="29" y="298"/>
                  </a:lnTo>
                  <a:lnTo>
                    <a:pt x="31" y="296"/>
                  </a:lnTo>
                  <a:lnTo>
                    <a:pt x="31" y="293"/>
                  </a:lnTo>
                  <a:lnTo>
                    <a:pt x="32" y="292"/>
                  </a:lnTo>
                  <a:lnTo>
                    <a:pt x="32" y="290"/>
                  </a:lnTo>
                  <a:lnTo>
                    <a:pt x="34" y="289"/>
                  </a:lnTo>
                  <a:lnTo>
                    <a:pt x="34" y="286"/>
                  </a:lnTo>
                  <a:lnTo>
                    <a:pt x="35" y="284"/>
                  </a:lnTo>
                  <a:lnTo>
                    <a:pt x="35" y="283"/>
                  </a:lnTo>
                  <a:lnTo>
                    <a:pt x="37" y="281"/>
                  </a:lnTo>
                  <a:lnTo>
                    <a:pt x="37" y="280"/>
                  </a:lnTo>
                  <a:lnTo>
                    <a:pt x="38" y="278"/>
                  </a:lnTo>
                  <a:lnTo>
                    <a:pt x="38" y="277"/>
                  </a:lnTo>
                  <a:lnTo>
                    <a:pt x="38" y="275"/>
                  </a:lnTo>
                  <a:lnTo>
                    <a:pt x="40" y="274"/>
                  </a:lnTo>
                  <a:lnTo>
                    <a:pt x="40" y="272"/>
                  </a:lnTo>
                  <a:lnTo>
                    <a:pt x="40" y="271"/>
                  </a:lnTo>
                  <a:lnTo>
                    <a:pt x="41" y="269"/>
                  </a:lnTo>
                  <a:lnTo>
                    <a:pt x="41" y="268"/>
                  </a:lnTo>
                  <a:lnTo>
                    <a:pt x="43" y="267"/>
                  </a:lnTo>
                  <a:lnTo>
                    <a:pt x="43" y="265"/>
                  </a:lnTo>
                  <a:lnTo>
                    <a:pt x="43" y="264"/>
                  </a:lnTo>
                  <a:lnTo>
                    <a:pt x="44" y="264"/>
                  </a:lnTo>
                  <a:lnTo>
                    <a:pt x="44" y="262"/>
                  </a:lnTo>
                  <a:lnTo>
                    <a:pt x="44" y="261"/>
                  </a:lnTo>
                  <a:lnTo>
                    <a:pt x="46" y="259"/>
                  </a:lnTo>
                  <a:lnTo>
                    <a:pt x="46" y="258"/>
                  </a:lnTo>
                  <a:lnTo>
                    <a:pt x="46" y="256"/>
                  </a:lnTo>
                  <a:lnTo>
                    <a:pt x="47" y="255"/>
                  </a:lnTo>
                  <a:lnTo>
                    <a:pt x="47" y="253"/>
                  </a:lnTo>
                  <a:lnTo>
                    <a:pt x="49" y="252"/>
                  </a:lnTo>
                  <a:lnTo>
                    <a:pt x="49" y="250"/>
                  </a:lnTo>
                  <a:lnTo>
                    <a:pt x="50" y="247"/>
                  </a:lnTo>
                  <a:lnTo>
                    <a:pt x="50" y="246"/>
                  </a:lnTo>
                  <a:lnTo>
                    <a:pt x="52" y="244"/>
                  </a:lnTo>
                  <a:lnTo>
                    <a:pt x="52" y="241"/>
                  </a:lnTo>
                  <a:lnTo>
                    <a:pt x="53" y="238"/>
                  </a:lnTo>
                  <a:lnTo>
                    <a:pt x="55" y="237"/>
                  </a:lnTo>
                  <a:lnTo>
                    <a:pt x="55" y="234"/>
                  </a:lnTo>
                  <a:lnTo>
                    <a:pt x="56" y="232"/>
                  </a:lnTo>
                  <a:lnTo>
                    <a:pt x="56" y="229"/>
                  </a:lnTo>
                  <a:lnTo>
                    <a:pt x="58" y="228"/>
                  </a:lnTo>
                  <a:lnTo>
                    <a:pt x="58" y="226"/>
                  </a:lnTo>
                  <a:lnTo>
                    <a:pt x="59" y="225"/>
                  </a:lnTo>
                  <a:lnTo>
                    <a:pt x="59" y="224"/>
                  </a:lnTo>
                  <a:lnTo>
                    <a:pt x="59" y="222"/>
                  </a:lnTo>
                  <a:lnTo>
                    <a:pt x="61" y="221"/>
                  </a:lnTo>
                  <a:lnTo>
                    <a:pt x="61" y="219"/>
                  </a:lnTo>
                  <a:lnTo>
                    <a:pt x="61" y="218"/>
                  </a:lnTo>
                  <a:lnTo>
                    <a:pt x="62" y="216"/>
                  </a:lnTo>
                  <a:lnTo>
                    <a:pt x="62" y="215"/>
                  </a:lnTo>
                  <a:lnTo>
                    <a:pt x="62" y="213"/>
                  </a:lnTo>
                  <a:lnTo>
                    <a:pt x="64" y="212"/>
                  </a:lnTo>
                  <a:lnTo>
                    <a:pt x="64" y="210"/>
                  </a:lnTo>
                  <a:lnTo>
                    <a:pt x="64" y="209"/>
                  </a:lnTo>
                  <a:lnTo>
                    <a:pt x="65" y="207"/>
                  </a:lnTo>
                  <a:lnTo>
                    <a:pt x="65" y="206"/>
                  </a:lnTo>
                  <a:lnTo>
                    <a:pt x="65" y="204"/>
                  </a:lnTo>
                  <a:lnTo>
                    <a:pt x="67" y="203"/>
                  </a:lnTo>
                  <a:lnTo>
                    <a:pt x="67" y="201"/>
                  </a:lnTo>
                  <a:lnTo>
                    <a:pt x="67" y="200"/>
                  </a:lnTo>
                  <a:lnTo>
                    <a:pt x="68" y="198"/>
                  </a:lnTo>
                  <a:lnTo>
                    <a:pt x="68" y="197"/>
                  </a:lnTo>
                  <a:lnTo>
                    <a:pt x="68" y="194"/>
                  </a:lnTo>
                  <a:lnTo>
                    <a:pt x="70" y="192"/>
                  </a:lnTo>
                  <a:lnTo>
                    <a:pt x="70" y="189"/>
                  </a:lnTo>
                  <a:lnTo>
                    <a:pt x="71" y="188"/>
                  </a:lnTo>
                  <a:lnTo>
                    <a:pt x="71" y="185"/>
                  </a:lnTo>
                  <a:lnTo>
                    <a:pt x="72" y="183"/>
                  </a:lnTo>
                  <a:lnTo>
                    <a:pt x="72" y="181"/>
                  </a:lnTo>
                  <a:lnTo>
                    <a:pt x="74" y="179"/>
                  </a:lnTo>
                  <a:lnTo>
                    <a:pt x="74" y="176"/>
                  </a:lnTo>
                  <a:lnTo>
                    <a:pt x="75" y="175"/>
                  </a:lnTo>
                  <a:lnTo>
                    <a:pt x="75" y="173"/>
                  </a:lnTo>
                  <a:lnTo>
                    <a:pt x="75" y="172"/>
                  </a:lnTo>
                  <a:lnTo>
                    <a:pt x="77" y="169"/>
                  </a:lnTo>
                  <a:lnTo>
                    <a:pt x="77" y="167"/>
                  </a:lnTo>
                  <a:lnTo>
                    <a:pt x="77" y="166"/>
                  </a:lnTo>
                  <a:lnTo>
                    <a:pt x="78" y="164"/>
                  </a:lnTo>
                  <a:lnTo>
                    <a:pt x="78" y="163"/>
                  </a:lnTo>
                  <a:lnTo>
                    <a:pt x="78" y="161"/>
                  </a:lnTo>
                  <a:lnTo>
                    <a:pt x="80" y="160"/>
                  </a:lnTo>
                  <a:lnTo>
                    <a:pt x="80" y="158"/>
                  </a:lnTo>
                  <a:lnTo>
                    <a:pt x="80" y="157"/>
                  </a:lnTo>
                  <a:lnTo>
                    <a:pt x="80" y="155"/>
                  </a:lnTo>
                  <a:lnTo>
                    <a:pt x="81" y="154"/>
                  </a:lnTo>
                  <a:lnTo>
                    <a:pt x="81" y="152"/>
                  </a:lnTo>
                  <a:lnTo>
                    <a:pt x="83" y="151"/>
                  </a:lnTo>
                  <a:lnTo>
                    <a:pt x="83" y="149"/>
                  </a:lnTo>
                  <a:lnTo>
                    <a:pt x="83" y="148"/>
                  </a:lnTo>
                  <a:lnTo>
                    <a:pt x="83" y="146"/>
                  </a:lnTo>
                  <a:lnTo>
                    <a:pt x="84" y="145"/>
                  </a:lnTo>
                  <a:lnTo>
                    <a:pt x="84" y="142"/>
                  </a:lnTo>
                  <a:lnTo>
                    <a:pt x="86" y="140"/>
                  </a:lnTo>
                  <a:lnTo>
                    <a:pt x="86" y="139"/>
                  </a:lnTo>
                  <a:lnTo>
                    <a:pt x="86" y="136"/>
                  </a:lnTo>
                  <a:lnTo>
                    <a:pt x="87" y="135"/>
                  </a:lnTo>
                  <a:lnTo>
                    <a:pt x="87" y="132"/>
                  </a:lnTo>
                  <a:lnTo>
                    <a:pt x="89" y="129"/>
                  </a:lnTo>
                  <a:lnTo>
                    <a:pt x="89" y="127"/>
                  </a:lnTo>
                  <a:lnTo>
                    <a:pt x="90" y="124"/>
                  </a:lnTo>
                  <a:lnTo>
                    <a:pt x="90" y="123"/>
                  </a:lnTo>
                  <a:lnTo>
                    <a:pt x="92" y="121"/>
                  </a:lnTo>
                  <a:lnTo>
                    <a:pt x="92" y="118"/>
                  </a:lnTo>
                  <a:lnTo>
                    <a:pt x="92" y="117"/>
                  </a:lnTo>
                  <a:lnTo>
                    <a:pt x="93" y="115"/>
                  </a:lnTo>
                  <a:lnTo>
                    <a:pt x="93" y="114"/>
                  </a:lnTo>
                  <a:lnTo>
                    <a:pt x="93" y="112"/>
                  </a:lnTo>
                  <a:lnTo>
                    <a:pt x="95" y="111"/>
                  </a:lnTo>
                  <a:lnTo>
                    <a:pt x="95" y="109"/>
                  </a:lnTo>
                  <a:lnTo>
                    <a:pt x="95" y="108"/>
                  </a:lnTo>
                  <a:lnTo>
                    <a:pt x="95" y="106"/>
                  </a:lnTo>
                  <a:lnTo>
                    <a:pt x="96" y="105"/>
                  </a:lnTo>
                  <a:lnTo>
                    <a:pt x="96" y="103"/>
                  </a:lnTo>
                  <a:lnTo>
                    <a:pt x="96" y="102"/>
                  </a:lnTo>
                  <a:lnTo>
                    <a:pt x="96" y="100"/>
                  </a:lnTo>
                  <a:lnTo>
                    <a:pt x="96" y="99"/>
                  </a:lnTo>
                  <a:lnTo>
                    <a:pt x="96" y="97"/>
                  </a:lnTo>
                  <a:lnTo>
                    <a:pt x="96" y="96"/>
                  </a:lnTo>
                  <a:lnTo>
                    <a:pt x="98" y="96"/>
                  </a:lnTo>
                  <a:lnTo>
                    <a:pt x="98" y="95"/>
                  </a:lnTo>
                  <a:lnTo>
                    <a:pt x="98" y="93"/>
                  </a:lnTo>
                  <a:lnTo>
                    <a:pt x="98" y="92"/>
                  </a:lnTo>
                  <a:lnTo>
                    <a:pt x="98" y="89"/>
                  </a:lnTo>
                  <a:lnTo>
                    <a:pt x="98" y="87"/>
                  </a:lnTo>
                  <a:lnTo>
                    <a:pt x="98" y="86"/>
                  </a:lnTo>
                  <a:lnTo>
                    <a:pt x="98" y="84"/>
                  </a:lnTo>
                  <a:lnTo>
                    <a:pt x="98" y="81"/>
                  </a:lnTo>
                  <a:lnTo>
                    <a:pt x="99" y="80"/>
                  </a:lnTo>
                  <a:lnTo>
                    <a:pt x="99" y="77"/>
                  </a:lnTo>
                  <a:lnTo>
                    <a:pt x="99" y="75"/>
                  </a:lnTo>
                  <a:lnTo>
                    <a:pt x="99" y="74"/>
                  </a:lnTo>
                  <a:lnTo>
                    <a:pt x="99" y="72"/>
                  </a:lnTo>
                  <a:lnTo>
                    <a:pt x="99" y="71"/>
                  </a:lnTo>
                  <a:lnTo>
                    <a:pt x="99" y="69"/>
                  </a:lnTo>
                  <a:lnTo>
                    <a:pt x="99" y="68"/>
                  </a:lnTo>
                  <a:lnTo>
                    <a:pt x="99" y="66"/>
                  </a:lnTo>
                  <a:lnTo>
                    <a:pt x="99" y="65"/>
                  </a:lnTo>
                  <a:lnTo>
                    <a:pt x="99" y="63"/>
                  </a:lnTo>
                  <a:lnTo>
                    <a:pt x="101" y="62"/>
                  </a:lnTo>
                  <a:lnTo>
                    <a:pt x="101" y="60"/>
                  </a:lnTo>
                  <a:lnTo>
                    <a:pt x="101" y="59"/>
                  </a:lnTo>
                  <a:lnTo>
                    <a:pt x="101" y="57"/>
                  </a:lnTo>
                  <a:lnTo>
                    <a:pt x="101" y="56"/>
                  </a:lnTo>
                  <a:lnTo>
                    <a:pt x="101" y="54"/>
                  </a:lnTo>
                  <a:lnTo>
                    <a:pt x="101" y="53"/>
                  </a:lnTo>
                  <a:lnTo>
                    <a:pt x="102" y="52"/>
                  </a:lnTo>
                  <a:lnTo>
                    <a:pt x="102" y="50"/>
                  </a:lnTo>
                  <a:lnTo>
                    <a:pt x="102" y="49"/>
                  </a:lnTo>
                  <a:lnTo>
                    <a:pt x="102" y="47"/>
                  </a:lnTo>
                  <a:lnTo>
                    <a:pt x="102" y="46"/>
                  </a:lnTo>
                  <a:lnTo>
                    <a:pt x="102" y="44"/>
                  </a:lnTo>
                  <a:lnTo>
                    <a:pt x="104" y="43"/>
                  </a:lnTo>
                  <a:lnTo>
                    <a:pt x="104" y="41"/>
                  </a:lnTo>
                  <a:lnTo>
                    <a:pt x="104" y="40"/>
                  </a:lnTo>
                  <a:lnTo>
                    <a:pt x="104" y="38"/>
                  </a:lnTo>
                  <a:lnTo>
                    <a:pt x="105" y="37"/>
                  </a:lnTo>
                  <a:lnTo>
                    <a:pt x="105" y="35"/>
                  </a:lnTo>
                  <a:lnTo>
                    <a:pt x="105" y="34"/>
                  </a:lnTo>
                  <a:lnTo>
                    <a:pt x="105" y="32"/>
                  </a:lnTo>
                  <a:lnTo>
                    <a:pt x="105" y="31"/>
                  </a:lnTo>
                  <a:lnTo>
                    <a:pt x="105" y="29"/>
                  </a:lnTo>
                  <a:lnTo>
                    <a:pt x="105" y="28"/>
                  </a:lnTo>
                  <a:lnTo>
                    <a:pt x="105" y="26"/>
                  </a:lnTo>
                  <a:lnTo>
                    <a:pt x="105" y="25"/>
                  </a:lnTo>
                  <a:lnTo>
                    <a:pt x="105" y="23"/>
                  </a:lnTo>
                  <a:lnTo>
                    <a:pt x="105" y="22"/>
                  </a:lnTo>
                  <a:lnTo>
                    <a:pt x="105" y="20"/>
                  </a:lnTo>
                  <a:lnTo>
                    <a:pt x="105" y="19"/>
                  </a:lnTo>
                  <a:lnTo>
                    <a:pt x="105" y="17"/>
                  </a:lnTo>
                  <a:lnTo>
                    <a:pt x="105" y="16"/>
                  </a:lnTo>
                  <a:lnTo>
                    <a:pt x="105" y="14"/>
                  </a:lnTo>
                  <a:lnTo>
                    <a:pt x="105" y="11"/>
                  </a:lnTo>
                  <a:lnTo>
                    <a:pt x="105" y="10"/>
                  </a:lnTo>
                  <a:lnTo>
                    <a:pt x="104" y="7"/>
                  </a:lnTo>
                  <a:lnTo>
                    <a:pt x="104" y="4"/>
                  </a:lnTo>
                  <a:lnTo>
                    <a:pt x="104" y="3"/>
                  </a:lnTo>
                  <a:lnTo>
                    <a:pt x="104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8" name="Freeform 10">
              <a:extLst>
                <a:ext uri="{FF2B5EF4-FFF2-40B4-BE49-F238E27FC236}">
                  <a16:creationId xmlns:a16="http://schemas.microsoft.com/office/drawing/2014/main" id="{29FF0669-5EB9-4FC6-B8A9-93BABDEDA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713" y="2779712"/>
              <a:ext cx="187325" cy="1588"/>
            </a:xfrm>
            <a:custGeom>
              <a:avLst/>
              <a:gdLst>
                <a:gd name="T0" fmla="*/ 2147483646 w 237"/>
                <a:gd name="T1" fmla="*/ 0 h 1588"/>
                <a:gd name="T2" fmla="*/ 0 w 237"/>
                <a:gd name="T3" fmla="*/ 0 h 1588"/>
                <a:gd name="T4" fmla="*/ 2147483646 w 237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7" h="1588">
                  <a:moveTo>
                    <a:pt x="237" y="0"/>
                  </a:moveTo>
                  <a:lnTo>
                    <a:pt x="0" y="0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9" name="Line 11">
              <a:extLst>
                <a:ext uri="{FF2B5EF4-FFF2-40B4-BE49-F238E27FC236}">
                  <a16:creationId xmlns:a16="http://schemas.microsoft.com/office/drawing/2014/main" id="{F0367CED-44AA-416D-A6B8-6167112AE6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1713" y="2779712"/>
              <a:ext cx="1873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" name="Freeform 12">
              <a:extLst>
                <a:ext uri="{FF2B5EF4-FFF2-40B4-BE49-F238E27FC236}">
                  <a16:creationId xmlns:a16="http://schemas.microsoft.com/office/drawing/2014/main" id="{B5B86ED4-976E-49A8-A1E1-EEF0D68FC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2943225"/>
              <a:ext cx="330200" cy="1587"/>
            </a:xfrm>
            <a:custGeom>
              <a:avLst/>
              <a:gdLst>
                <a:gd name="T0" fmla="*/ 2147483646 w 415"/>
                <a:gd name="T1" fmla="*/ 0 h 1587"/>
                <a:gd name="T2" fmla="*/ 0 w 415"/>
                <a:gd name="T3" fmla="*/ 0 h 1587"/>
                <a:gd name="T4" fmla="*/ 2147483646 w 415"/>
                <a:gd name="T5" fmla="*/ 0 h 1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7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1" name="Line 13">
              <a:extLst>
                <a:ext uri="{FF2B5EF4-FFF2-40B4-BE49-F238E27FC236}">
                  <a16:creationId xmlns:a16="http://schemas.microsoft.com/office/drawing/2014/main" id="{F3CEE22E-C252-4622-B5BF-90AAF0EC75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2943225"/>
              <a:ext cx="33020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" name="Freeform 14">
              <a:extLst>
                <a:ext uri="{FF2B5EF4-FFF2-40B4-BE49-F238E27FC236}">
                  <a16:creationId xmlns:a16="http://schemas.microsoft.com/office/drawing/2014/main" id="{955135D2-AFD6-4B09-BFBB-2A48C95EFE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2614612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" name="Line 15">
              <a:extLst>
                <a:ext uri="{FF2B5EF4-FFF2-40B4-BE49-F238E27FC236}">
                  <a16:creationId xmlns:a16="http://schemas.microsoft.com/office/drawing/2014/main" id="{9C3B2375-DD4A-45A6-B2EC-DBB9D7B635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2614612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4" name="Line 16">
              <a:extLst>
                <a:ext uri="{FF2B5EF4-FFF2-40B4-BE49-F238E27FC236}">
                  <a16:creationId xmlns:a16="http://schemas.microsoft.com/office/drawing/2014/main" id="{AA5FD439-B68B-4C38-8DBC-510840E8A1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2500" y="2411412"/>
              <a:ext cx="1588" cy="2032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5" name="Line 17">
              <a:extLst>
                <a:ext uri="{FF2B5EF4-FFF2-40B4-BE49-F238E27FC236}">
                  <a16:creationId xmlns:a16="http://schemas.microsoft.com/office/drawing/2014/main" id="{3B4C00FF-64C1-4560-A938-C3B73A4814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500" y="1766887"/>
              <a:ext cx="1588" cy="2587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6" name="Freeform 18">
              <a:extLst>
                <a:ext uri="{FF2B5EF4-FFF2-40B4-BE49-F238E27FC236}">
                  <a16:creationId xmlns:a16="http://schemas.microsoft.com/office/drawing/2014/main" id="{B1340A35-5AEF-4C29-9757-CE3900353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988" y="1954212"/>
              <a:ext cx="328612" cy="330200"/>
            </a:xfrm>
            <a:custGeom>
              <a:avLst/>
              <a:gdLst>
                <a:gd name="T0" fmla="*/ 2147483646 w 416"/>
                <a:gd name="T1" fmla="*/ 2147483646 h 415"/>
                <a:gd name="T2" fmla="*/ 0 w 416"/>
                <a:gd name="T3" fmla="*/ 0 h 415"/>
                <a:gd name="T4" fmla="*/ 2147483646 w 416"/>
                <a:gd name="T5" fmla="*/ 0 h 415"/>
                <a:gd name="T6" fmla="*/ 2147483646 w 416"/>
                <a:gd name="T7" fmla="*/ 2147483646 h 4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6" h="415">
                  <a:moveTo>
                    <a:pt x="208" y="415"/>
                  </a:moveTo>
                  <a:lnTo>
                    <a:pt x="0" y="0"/>
                  </a:lnTo>
                  <a:lnTo>
                    <a:pt x="416" y="0"/>
                  </a:lnTo>
                  <a:lnTo>
                    <a:pt x="208" y="415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7" name="Freeform 19">
              <a:extLst>
                <a:ext uri="{FF2B5EF4-FFF2-40B4-BE49-F238E27FC236}">
                  <a16:creationId xmlns:a16="http://schemas.microsoft.com/office/drawing/2014/main" id="{421B1A6C-6F75-4970-A816-27061F355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3288" y="2305050"/>
              <a:ext cx="106362" cy="106362"/>
            </a:xfrm>
            <a:custGeom>
              <a:avLst/>
              <a:gdLst>
                <a:gd name="T0" fmla="*/ 2147483646 w 135"/>
                <a:gd name="T1" fmla="*/ 2147483646 h 135"/>
                <a:gd name="T2" fmla="*/ 2147483646 w 135"/>
                <a:gd name="T3" fmla="*/ 2147483646 h 135"/>
                <a:gd name="T4" fmla="*/ 2147483646 w 135"/>
                <a:gd name="T5" fmla="*/ 2147483646 h 135"/>
                <a:gd name="T6" fmla="*/ 2147483646 w 135"/>
                <a:gd name="T7" fmla="*/ 2147483646 h 135"/>
                <a:gd name="T8" fmla="*/ 2147483646 w 135"/>
                <a:gd name="T9" fmla="*/ 2147483646 h 135"/>
                <a:gd name="T10" fmla="*/ 2147483646 w 135"/>
                <a:gd name="T11" fmla="*/ 2147483646 h 135"/>
                <a:gd name="T12" fmla="*/ 2147483646 w 135"/>
                <a:gd name="T13" fmla="*/ 2147483646 h 135"/>
                <a:gd name="T14" fmla="*/ 2147483646 w 135"/>
                <a:gd name="T15" fmla="*/ 2147483646 h 135"/>
                <a:gd name="T16" fmla="*/ 2147483646 w 135"/>
                <a:gd name="T17" fmla="*/ 2147483646 h 135"/>
                <a:gd name="T18" fmla="*/ 2147483646 w 135"/>
                <a:gd name="T19" fmla="*/ 2147483646 h 135"/>
                <a:gd name="T20" fmla="*/ 2147483646 w 135"/>
                <a:gd name="T21" fmla="*/ 0 h 135"/>
                <a:gd name="T22" fmla="*/ 2147483646 w 135"/>
                <a:gd name="T23" fmla="*/ 0 h 135"/>
                <a:gd name="T24" fmla="*/ 2147483646 w 135"/>
                <a:gd name="T25" fmla="*/ 2147483646 h 135"/>
                <a:gd name="T26" fmla="*/ 2147483646 w 135"/>
                <a:gd name="T27" fmla="*/ 2147483646 h 135"/>
                <a:gd name="T28" fmla="*/ 2147483646 w 135"/>
                <a:gd name="T29" fmla="*/ 2147483646 h 135"/>
                <a:gd name="T30" fmla="*/ 2147483646 w 135"/>
                <a:gd name="T31" fmla="*/ 2147483646 h 135"/>
                <a:gd name="T32" fmla="*/ 2147483646 w 135"/>
                <a:gd name="T33" fmla="*/ 2147483646 h 135"/>
                <a:gd name="T34" fmla="*/ 2147483646 w 135"/>
                <a:gd name="T35" fmla="*/ 2147483646 h 135"/>
                <a:gd name="T36" fmla="*/ 2147483646 w 135"/>
                <a:gd name="T37" fmla="*/ 2147483646 h 135"/>
                <a:gd name="T38" fmla="*/ 2147483646 w 135"/>
                <a:gd name="T39" fmla="*/ 2147483646 h 135"/>
                <a:gd name="T40" fmla="*/ 2147483646 w 135"/>
                <a:gd name="T41" fmla="*/ 2147483646 h 135"/>
                <a:gd name="T42" fmla="*/ 0 w 135"/>
                <a:gd name="T43" fmla="*/ 2147483646 h 135"/>
                <a:gd name="T44" fmla="*/ 2147483646 w 135"/>
                <a:gd name="T45" fmla="*/ 2147483646 h 135"/>
                <a:gd name="T46" fmla="*/ 2147483646 w 135"/>
                <a:gd name="T47" fmla="*/ 2147483646 h 135"/>
                <a:gd name="T48" fmla="*/ 2147483646 w 135"/>
                <a:gd name="T49" fmla="*/ 2147483646 h 135"/>
                <a:gd name="T50" fmla="*/ 2147483646 w 135"/>
                <a:gd name="T51" fmla="*/ 2147483646 h 135"/>
                <a:gd name="T52" fmla="*/ 2147483646 w 135"/>
                <a:gd name="T53" fmla="*/ 2147483646 h 135"/>
                <a:gd name="T54" fmla="*/ 2147483646 w 135"/>
                <a:gd name="T55" fmla="*/ 2147483646 h 135"/>
                <a:gd name="T56" fmla="*/ 2147483646 w 135"/>
                <a:gd name="T57" fmla="*/ 2147483646 h 135"/>
                <a:gd name="T58" fmla="*/ 2147483646 w 135"/>
                <a:gd name="T59" fmla="*/ 2147483646 h 135"/>
                <a:gd name="T60" fmla="*/ 2147483646 w 135"/>
                <a:gd name="T61" fmla="*/ 2147483646 h 135"/>
                <a:gd name="T62" fmla="*/ 2147483646 w 135"/>
                <a:gd name="T63" fmla="*/ 2147483646 h 135"/>
                <a:gd name="T64" fmla="*/ 2147483646 w 135"/>
                <a:gd name="T65" fmla="*/ 2147483646 h 135"/>
                <a:gd name="T66" fmla="*/ 2147483646 w 135"/>
                <a:gd name="T67" fmla="*/ 2147483646 h 135"/>
                <a:gd name="T68" fmla="*/ 2147483646 w 135"/>
                <a:gd name="T69" fmla="*/ 2147483646 h 135"/>
                <a:gd name="T70" fmla="*/ 2147483646 w 135"/>
                <a:gd name="T71" fmla="*/ 2147483646 h 135"/>
                <a:gd name="T72" fmla="*/ 2147483646 w 135"/>
                <a:gd name="T73" fmla="*/ 2147483646 h 135"/>
                <a:gd name="T74" fmla="*/ 2147483646 w 135"/>
                <a:gd name="T75" fmla="*/ 2147483646 h 135"/>
                <a:gd name="T76" fmla="*/ 2147483646 w 135"/>
                <a:gd name="T77" fmla="*/ 2147483646 h 135"/>
                <a:gd name="T78" fmla="*/ 2147483646 w 135"/>
                <a:gd name="T79" fmla="*/ 2147483646 h 135"/>
                <a:gd name="T80" fmla="*/ 2147483646 w 135"/>
                <a:gd name="T81" fmla="*/ 2147483646 h 135"/>
                <a:gd name="T82" fmla="*/ 2147483646 w 135"/>
                <a:gd name="T83" fmla="*/ 2147483646 h 135"/>
                <a:gd name="T84" fmla="*/ 2147483646 w 135"/>
                <a:gd name="T85" fmla="*/ 2147483646 h 135"/>
                <a:gd name="T86" fmla="*/ 2147483646 w 135"/>
                <a:gd name="T87" fmla="*/ 2147483646 h 13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35" h="135">
                  <a:moveTo>
                    <a:pt x="135" y="69"/>
                  </a:moveTo>
                  <a:lnTo>
                    <a:pt x="135" y="64"/>
                  </a:lnTo>
                  <a:lnTo>
                    <a:pt x="135" y="61"/>
                  </a:lnTo>
                  <a:lnTo>
                    <a:pt x="135" y="58"/>
                  </a:lnTo>
                  <a:lnTo>
                    <a:pt x="134" y="54"/>
                  </a:lnTo>
                  <a:lnTo>
                    <a:pt x="134" y="51"/>
                  </a:lnTo>
                  <a:lnTo>
                    <a:pt x="132" y="48"/>
                  </a:lnTo>
                  <a:lnTo>
                    <a:pt x="131" y="45"/>
                  </a:lnTo>
                  <a:lnTo>
                    <a:pt x="131" y="42"/>
                  </a:lnTo>
                  <a:lnTo>
                    <a:pt x="129" y="39"/>
                  </a:lnTo>
                  <a:lnTo>
                    <a:pt x="128" y="36"/>
                  </a:lnTo>
                  <a:lnTo>
                    <a:pt x="126" y="33"/>
                  </a:lnTo>
                  <a:lnTo>
                    <a:pt x="123" y="30"/>
                  </a:lnTo>
                  <a:lnTo>
                    <a:pt x="122" y="27"/>
                  </a:lnTo>
                  <a:lnTo>
                    <a:pt x="120" y="26"/>
                  </a:lnTo>
                  <a:lnTo>
                    <a:pt x="117" y="23"/>
                  </a:lnTo>
                  <a:lnTo>
                    <a:pt x="116" y="20"/>
                  </a:lnTo>
                  <a:lnTo>
                    <a:pt x="113" y="18"/>
                  </a:lnTo>
                  <a:lnTo>
                    <a:pt x="111" y="17"/>
                  </a:lnTo>
                  <a:lnTo>
                    <a:pt x="108" y="14"/>
                  </a:lnTo>
                  <a:lnTo>
                    <a:pt x="105" y="12"/>
                  </a:lnTo>
                  <a:lnTo>
                    <a:pt x="102" y="11"/>
                  </a:lnTo>
                  <a:lnTo>
                    <a:pt x="100" y="9"/>
                  </a:lnTo>
                  <a:lnTo>
                    <a:pt x="97" y="8"/>
                  </a:lnTo>
                  <a:lnTo>
                    <a:pt x="94" y="6"/>
                  </a:lnTo>
                  <a:lnTo>
                    <a:pt x="91" y="5"/>
                  </a:lnTo>
                  <a:lnTo>
                    <a:pt x="88" y="3"/>
                  </a:lnTo>
                  <a:lnTo>
                    <a:pt x="85" y="3"/>
                  </a:lnTo>
                  <a:lnTo>
                    <a:pt x="82" y="2"/>
                  </a:lnTo>
                  <a:lnTo>
                    <a:pt x="79" y="2"/>
                  </a:lnTo>
                  <a:lnTo>
                    <a:pt x="74" y="0"/>
                  </a:lnTo>
                  <a:lnTo>
                    <a:pt x="71" y="0"/>
                  </a:lnTo>
                  <a:lnTo>
                    <a:pt x="68" y="0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8" y="2"/>
                  </a:lnTo>
                  <a:lnTo>
                    <a:pt x="55" y="2"/>
                  </a:lnTo>
                  <a:lnTo>
                    <a:pt x="51" y="3"/>
                  </a:lnTo>
                  <a:lnTo>
                    <a:pt x="48" y="3"/>
                  </a:lnTo>
                  <a:lnTo>
                    <a:pt x="45" y="5"/>
                  </a:lnTo>
                  <a:lnTo>
                    <a:pt x="42" y="6"/>
                  </a:lnTo>
                  <a:lnTo>
                    <a:pt x="39" y="8"/>
                  </a:lnTo>
                  <a:lnTo>
                    <a:pt x="36" y="9"/>
                  </a:lnTo>
                  <a:lnTo>
                    <a:pt x="33" y="11"/>
                  </a:lnTo>
                  <a:lnTo>
                    <a:pt x="30" y="12"/>
                  </a:lnTo>
                  <a:lnTo>
                    <a:pt x="28" y="14"/>
                  </a:lnTo>
                  <a:lnTo>
                    <a:pt x="25" y="17"/>
                  </a:lnTo>
                  <a:lnTo>
                    <a:pt x="22" y="18"/>
                  </a:lnTo>
                  <a:lnTo>
                    <a:pt x="21" y="20"/>
                  </a:lnTo>
                  <a:lnTo>
                    <a:pt x="18" y="23"/>
                  </a:lnTo>
                  <a:lnTo>
                    <a:pt x="16" y="26"/>
                  </a:lnTo>
                  <a:lnTo>
                    <a:pt x="14" y="27"/>
                  </a:lnTo>
                  <a:lnTo>
                    <a:pt x="12" y="30"/>
                  </a:lnTo>
                  <a:lnTo>
                    <a:pt x="11" y="33"/>
                  </a:lnTo>
                  <a:lnTo>
                    <a:pt x="9" y="36"/>
                  </a:lnTo>
                  <a:lnTo>
                    <a:pt x="8" y="39"/>
                  </a:lnTo>
                  <a:lnTo>
                    <a:pt x="6" y="42"/>
                  </a:lnTo>
                  <a:lnTo>
                    <a:pt x="5" y="45"/>
                  </a:lnTo>
                  <a:lnTo>
                    <a:pt x="3" y="48"/>
                  </a:lnTo>
                  <a:lnTo>
                    <a:pt x="3" y="51"/>
                  </a:lnTo>
                  <a:lnTo>
                    <a:pt x="2" y="54"/>
                  </a:lnTo>
                  <a:lnTo>
                    <a:pt x="2" y="58"/>
                  </a:lnTo>
                  <a:lnTo>
                    <a:pt x="2" y="61"/>
                  </a:lnTo>
                  <a:lnTo>
                    <a:pt x="0" y="64"/>
                  </a:lnTo>
                  <a:lnTo>
                    <a:pt x="0" y="69"/>
                  </a:lnTo>
                  <a:lnTo>
                    <a:pt x="0" y="72"/>
                  </a:lnTo>
                  <a:lnTo>
                    <a:pt x="2" y="75"/>
                  </a:lnTo>
                  <a:lnTo>
                    <a:pt x="2" y="78"/>
                  </a:lnTo>
                  <a:lnTo>
                    <a:pt x="2" y="82"/>
                  </a:lnTo>
                  <a:lnTo>
                    <a:pt x="3" y="85"/>
                  </a:lnTo>
                  <a:lnTo>
                    <a:pt x="3" y="88"/>
                  </a:lnTo>
                  <a:lnTo>
                    <a:pt x="5" y="91"/>
                  </a:lnTo>
                  <a:lnTo>
                    <a:pt x="6" y="94"/>
                  </a:lnTo>
                  <a:lnTo>
                    <a:pt x="8" y="97"/>
                  </a:lnTo>
                  <a:lnTo>
                    <a:pt x="9" y="100"/>
                  </a:lnTo>
                  <a:lnTo>
                    <a:pt x="11" y="103"/>
                  </a:lnTo>
                  <a:lnTo>
                    <a:pt x="12" y="106"/>
                  </a:lnTo>
                  <a:lnTo>
                    <a:pt x="14" y="109"/>
                  </a:lnTo>
                  <a:lnTo>
                    <a:pt x="16" y="110"/>
                  </a:lnTo>
                  <a:lnTo>
                    <a:pt x="18" y="113"/>
                  </a:lnTo>
                  <a:lnTo>
                    <a:pt x="21" y="116"/>
                  </a:lnTo>
                  <a:lnTo>
                    <a:pt x="22" y="118"/>
                  </a:lnTo>
                  <a:lnTo>
                    <a:pt x="25" y="121"/>
                  </a:lnTo>
                  <a:lnTo>
                    <a:pt x="28" y="122"/>
                  </a:lnTo>
                  <a:lnTo>
                    <a:pt x="30" y="123"/>
                  </a:lnTo>
                  <a:lnTo>
                    <a:pt x="33" y="125"/>
                  </a:lnTo>
                  <a:lnTo>
                    <a:pt x="36" y="126"/>
                  </a:lnTo>
                  <a:lnTo>
                    <a:pt x="39" y="128"/>
                  </a:lnTo>
                  <a:lnTo>
                    <a:pt x="42" y="129"/>
                  </a:lnTo>
                  <a:lnTo>
                    <a:pt x="45" y="131"/>
                  </a:lnTo>
                  <a:lnTo>
                    <a:pt x="48" y="132"/>
                  </a:lnTo>
                  <a:lnTo>
                    <a:pt x="51" y="134"/>
                  </a:lnTo>
                  <a:lnTo>
                    <a:pt x="55" y="134"/>
                  </a:lnTo>
                  <a:lnTo>
                    <a:pt x="58" y="134"/>
                  </a:lnTo>
                  <a:lnTo>
                    <a:pt x="61" y="135"/>
                  </a:lnTo>
                  <a:lnTo>
                    <a:pt x="64" y="135"/>
                  </a:lnTo>
                  <a:lnTo>
                    <a:pt x="68" y="135"/>
                  </a:lnTo>
                  <a:lnTo>
                    <a:pt x="71" y="135"/>
                  </a:lnTo>
                  <a:lnTo>
                    <a:pt x="74" y="135"/>
                  </a:lnTo>
                  <a:lnTo>
                    <a:pt x="79" y="134"/>
                  </a:lnTo>
                  <a:lnTo>
                    <a:pt x="82" y="134"/>
                  </a:lnTo>
                  <a:lnTo>
                    <a:pt x="85" y="134"/>
                  </a:lnTo>
                  <a:lnTo>
                    <a:pt x="88" y="132"/>
                  </a:lnTo>
                  <a:lnTo>
                    <a:pt x="91" y="131"/>
                  </a:lnTo>
                  <a:lnTo>
                    <a:pt x="94" y="129"/>
                  </a:lnTo>
                  <a:lnTo>
                    <a:pt x="97" y="128"/>
                  </a:lnTo>
                  <a:lnTo>
                    <a:pt x="100" y="126"/>
                  </a:lnTo>
                  <a:lnTo>
                    <a:pt x="102" y="125"/>
                  </a:lnTo>
                  <a:lnTo>
                    <a:pt x="105" y="123"/>
                  </a:lnTo>
                  <a:lnTo>
                    <a:pt x="108" y="122"/>
                  </a:lnTo>
                  <a:lnTo>
                    <a:pt x="111" y="121"/>
                  </a:lnTo>
                  <a:lnTo>
                    <a:pt x="113" y="118"/>
                  </a:lnTo>
                  <a:lnTo>
                    <a:pt x="116" y="116"/>
                  </a:lnTo>
                  <a:lnTo>
                    <a:pt x="117" y="113"/>
                  </a:lnTo>
                  <a:lnTo>
                    <a:pt x="120" y="110"/>
                  </a:lnTo>
                  <a:lnTo>
                    <a:pt x="122" y="109"/>
                  </a:lnTo>
                  <a:lnTo>
                    <a:pt x="123" y="106"/>
                  </a:lnTo>
                  <a:lnTo>
                    <a:pt x="126" y="103"/>
                  </a:lnTo>
                  <a:lnTo>
                    <a:pt x="128" y="100"/>
                  </a:lnTo>
                  <a:lnTo>
                    <a:pt x="129" y="97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8"/>
                  </a:lnTo>
                  <a:lnTo>
                    <a:pt x="134" y="85"/>
                  </a:lnTo>
                  <a:lnTo>
                    <a:pt x="134" y="82"/>
                  </a:lnTo>
                  <a:lnTo>
                    <a:pt x="135" y="78"/>
                  </a:lnTo>
                  <a:lnTo>
                    <a:pt x="135" y="75"/>
                  </a:lnTo>
                  <a:lnTo>
                    <a:pt x="135" y="72"/>
                  </a:lnTo>
                  <a:lnTo>
                    <a:pt x="135" y="69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8" name="Freeform 20">
              <a:extLst>
                <a:ext uri="{FF2B5EF4-FFF2-40B4-BE49-F238E27FC236}">
                  <a16:creationId xmlns:a16="http://schemas.microsoft.com/office/drawing/2014/main" id="{B7FF4282-82D4-4E5D-89A0-A98869712E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713" y="3932237"/>
              <a:ext cx="187325" cy="1588"/>
            </a:xfrm>
            <a:custGeom>
              <a:avLst/>
              <a:gdLst>
                <a:gd name="T0" fmla="*/ 2147483646 w 237"/>
                <a:gd name="T1" fmla="*/ 0 h 1588"/>
                <a:gd name="T2" fmla="*/ 0 w 237"/>
                <a:gd name="T3" fmla="*/ 0 h 1588"/>
                <a:gd name="T4" fmla="*/ 2147483646 w 237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7" h="1588">
                  <a:moveTo>
                    <a:pt x="237" y="0"/>
                  </a:moveTo>
                  <a:lnTo>
                    <a:pt x="0" y="0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9" name="Line 21">
              <a:extLst>
                <a:ext uri="{FF2B5EF4-FFF2-40B4-BE49-F238E27FC236}">
                  <a16:creationId xmlns:a16="http://schemas.microsoft.com/office/drawing/2014/main" id="{75AA8906-BDAE-4357-AB07-442D4445A0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1713" y="3932237"/>
              <a:ext cx="1873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0" name="Freeform 22">
              <a:extLst>
                <a:ext uri="{FF2B5EF4-FFF2-40B4-BE49-F238E27FC236}">
                  <a16:creationId xmlns:a16="http://schemas.microsoft.com/office/drawing/2014/main" id="{F284D5FF-2894-4227-AFB0-32730141A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4097337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1" name="Line 23">
              <a:extLst>
                <a:ext uri="{FF2B5EF4-FFF2-40B4-BE49-F238E27FC236}">
                  <a16:creationId xmlns:a16="http://schemas.microsoft.com/office/drawing/2014/main" id="{6C3EA7D1-8F97-4A1D-8FC1-0CB9F8359A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4097337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2" name="Freeform 24">
              <a:extLst>
                <a:ext uri="{FF2B5EF4-FFF2-40B4-BE49-F238E27FC236}">
                  <a16:creationId xmlns:a16="http://schemas.microsoft.com/office/drawing/2014/main" id="{97740113-A938-46C8-A042-70EB16171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3767137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3" name="Line 25">
              <a:extLst>
                <a:ext uri="{FF2B5EF4-FFF2-40B4-BE49-F238E27FC236}">
                  <a16:creationId xmlns:a16="http://schemas.microsoft.com/office/drawing/2014/main" id="{1D23BE92-31BE-4B07-8B4C-D648FA8E92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3767137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4" name="Line 26">
              <a:extLst>
                <a:ext uri="{FF2B5EF4-FFF2-40B4-BE49-F238E27FC236}">
                  <a16:creationId xmlns:a16="http://schemas.microsoft.com/office/drawing/2014/main" id="{73A90713-A45C-47B5-B1AA-402E42209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6163" y="1436687"/>
              <a:ext cx="1506537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5" name="Line 27">
              <a:extLst>
                <a:ext uri="{FF2B5EF4-FFF2-40B4-BE49-F238E27FC236}">
                  <a16:creationId xmlns:a16="http://schemas.microsoft.com/office/drawing/2014/main" id="{1B31EDB8-3A7E-48AC-9684-A9F6EBAD5B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6163" y="1766887"/>
              <a:ext cx="1506537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6" name="Line 28">
              <a:extLst>
                <a:ext uri="{FF2B5EF4-FFF2-40B4-BE49-F238E27FC236}">
                  <a16:creationId xmlns:a16="http://schemas.microsoft.com/office/drawing/2014/main" id="{95FDAC20-7343-4E81-AA6C-AB180ADF3D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500" y="2614612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7" name="Line 29">
              <a:extLst>
                <a:ext uri="{FF2B5EF4-FFF2-40B4-BE49-F238E27FC236}">
                  <a16:creationId xmlns:a16="http://schemas.microsoft.com/office/drawing/2014/main" id="{B3E9E3D6-E44D-4AFD-8F30-5D89250199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3688" y="3752850"/>
              <a:ext cx="0" cy="1793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8" name="Line 30">
              <a:extLst>
                <a:ext uri="{FF2B5EF4-FFF2-40B4-BE49-F238E27FC236}">
                  <a16:creationId xmlns:a16="http://schemas.microsoft.com/office/drawing/2014/main" id="{F82DAA5D-94D2-45C0-98AD-A902C3A810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3688" y="3108325"/>
              <a:ext cx="3175" cy="25876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09" name="Freeform 31">
              <a:extLst>
                <a:ext uri="{FF2B5EF4-FFF2-40B4-BE49-F238E27FC236}">
                  <a16:creationId xmlns:a16="http://schemas.microsoft.com/office/drawing/2014/main" id="{9BA7CA46-0FCF-4709-9FD2-8B2324D34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588" y="3297237"/>
              <a:ext cx="330200" cy="328613"/>
            </a:xfrm>
            <a:custGeom>
              <a:avLst/>
              <a:gdLst>
                <a:gd name="T0" fmla="*/ 2147483646 w 415"/>
                <a:gd name="T1" fmla="*/ 2147483646 h 415"/>
                <a:gd name="T2" fmla="*/ 0 w 415"/>
                <a:gd name="T3" fmla="*/ 0 h 415"/>
                <a:gd name="T4" fmla="*/ 2147483646 w 415"/>
                <a:gd name="T5" fmla="*/ 0 h 415"/>
                <a:gd name="T6" fmla="*/ 2147483646 w 415"/>
                <a:gd name="T7" fmla="*/ 2147483646 h 4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5" h="415">
                  <a:moveTo>
                    <a:pt x="208" y="415"/>
                  </a:moveTo>
                  <a:lnTo>
                    <a:pt x="0" y="0"/>
                  </a:lnTo>
                  <a:lnTo>
                    <a:pt x="415" y="0"/>
                  </a:lnTo>
                  <a:lnTo>
                    <a:pt x="208" y="415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0" name="Freeform 32">
              <a:extLst>
                <a:ext uri="{FF2B5EF4-FFF2-40B4-BE49-F238E27FC236}">
                  <a16:creationId xmlns:a16="http://schemas.microsoft.com/office/drawing/2014/main" id="{B8E8C7CC-84A1-49CD-9A03-EA499D32B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888" y="3646487"/>
              <a:ext cx="107950" cy="106363"/>
            </a:xfrm>
            <a:custGeom>
              <a:avLst/>
              <a:gdLst>
                <a:gd name="T0" fmla="*/ 2147483646 w 135"/>
                <a:gd name="T1" fmla="*/ 2147483646 h 135"/>
                <a:gd name="T2" fmla="*/ 2147483646 w 135"/>
                <a:gd name="T3" fmla="*/ 2147483646 h 135"/>
                <a:gd name="T4" fmla="*/ 2147483646 w 135"/>
                <a:gd name="T5" fmla="*/ 2147483646 h 135"/>
                <a:gd name="T6" fmla="*/ 2147483646 w 135"/>
                <a:gd name="T7" fmla="*/ 2147483646 h 135"/>
                <a:gd name="T8" fmla="*/ 2147483646 w 135"/>
                <a:gd name="T9" fmla="*/ 2147483646 h 135"/>
                <a:gd name="T10" fmla="*/ 2147483646 w 135"/>
                <a:gd name="T11" fmla="*/ 2147483646 h 135"/>
                <a:gd name="T12" fmla="*/ 2147483646 w 135"/>
                <a:gd name="T13" fmla="*/ 2147483646 h 135"/>
                <a:gd name="T14" fmla="*/ 2147483646 w 135"/>
                <a:gd name="T15" fmla="*/ 2147483646 h 135"/>
                <a:gd name="T16" fmla="*/ 2147483646 w 135"/>
                <a:gd name="T17" fmla="*/ 2147483646 h 135"/>
                <a:gd name="T18" fmla="*/ 2147483646 w 135"/>
                <a:gd name="T19" fmla="*/ 2147483646 h 135"/>
                <a:gd name="T20" fmla="*/ 2147483646 w 135"/>
                <a:gd name="T21" fmla="*/ 0 h 135"/>
                <a:gd name="T22" fmla="*/ 2147483646 w 135"/>
                <a:gd name="T23" fmla="*/ 0 h 135"/>
                <a:gd name="T24" fmla="*/ 2147483646 w 135"/>
                <a:gd name="T25" fmla="*/ 2147483646 h 135"/>
                <a:gd name="T26" fmla="*/ 2147483646 w 135"/>
                <a:gd name="T27" fmla="*/ 2147483646 h 135"/>
                <a:gd name="T28" fmla="*/ 2147483646 w 135"/>
                <a:gd name="T29" fmla="*/ 2147483646 h 135"/>
                <a:gd name="T30" fmla="*/ 2147483646 w 135"/>
                <a:gd name="T31" fmla="*/ 2147483646 h 135"/>
                <a:gd name="T32" fmla="*/ 2147483646 w 135"/>
                <a:gd name="T33" fmla="*/ 2147483646 h 135"/>
                <a:gd name="T34" fmla="*/ 2147483646 w 135"/>
                <a:gd name="T35" fmla="*/ 2147483646 h 135"/>
                <a:gd name="T36" fmla="*/ 2147483646 w 135"/>
                <a:gd name="T37" fmla="*/ 2147483646 h 135"/>
                <a:gd name="T38" fmla="*/ 2147483646 w 135"/>
                <a:gd name="T39" fmla="*/ 2147483646 h 135"/>
                <a:gd name="T40" fmla="*/ 2147483646 w 135"/>
                <a:gd name="T41" fmla="*/ 2147483646 h 135"/>
                <a:gd name="T42" fmla="*/ 0 w 135"/>
                <a:gd name="T43" fmla="*/ 2147483646 h 135"/>
                <a:gd name="T44" fmla="*/ 2147483646 w 135"/>
                <a:gd name="T45" fmla="*/ 2147483646 h 135"/>
                <a:gd name="T46" fmla="*/ 2147483646 w 135"/>
                <a:gd name="T47" fmla="*/ 2147483646 h 135"/>
                <a:gd name="T48" fmla="*/ 2147483646 w 135"/>
                <a:gd name="T49" fmla="*/ 2147483646 h 135"/>
                <a:gd name="T50" fmla="*/ 2147483646 w 135"/>
                <a:gd name="T51" fmla="*/ 2147483646 h 135"/>
                <a:gd name="T52" fmla="*/ 2147483646 w 135"/>
                <a:gd name="T53" fmla="*/ 2147483646 h 135"/>
                <a:gd name="T54" fmla="*/ 2147483646 w 135"/>
                <a:gd name="T55" fmla="*/ 2147483646 h 135"/>
                <a:gd name="T56" fmla="*/ 2147483646 w 135"/>
                <a:gd name="T57" fmla="*/ 2147483646 h 135"/>
                <a:gd name="T58" fmla="*/ 2147483646 w 135"/>
                <a:gd name="T59" fmla="*/ 2147483646 h 135"/>
                <a:gd name="T60" fmla="*/ 2147483646 w 135"/>
                <a:gd name="T61" fmla="*/ 2147483646 h 135"/>
                <a:gd name="T62" fmla="*/ 2147483646 w 135"/>
                <a:gd name="T63" fmla="*/ 2147483646 h 135"/>
                <a:gd name="T64" fmla="*/ 2147483646 w 135"/>
                <a:gd name="T65" fmla="*/ 2147483646 h 135"/>
                <a:gd name="T66" fmla="*/ 2147483646 w 135"/>
                <a:gd name="T67" fmla="*/ 2147483646 h 135"/>
                <a:gd name="T68" fmla="*/ 2147483646 w 135"/>
                <a:gd name="T69" fmla="*/ 2147483646 h 135"/>
                <a:gd name="T70" fmla="*/ 2147483646 w 135"/>
                <a:gd name="T71" fmla="*/ 2147483646 h 135"/>
                <a:gd name="T72" fmla="*/ 2147483646 w 135"/>
                <a:gd name="T73" fmla="*/ 2147483646 h 135"/>
                <a:gd name="T74" fmla="*/ 2147483646 w 135"/>
                <a:gd name="T75" fmla="*/ 2147483646 h 135"/>
                <a:gd name="T76" fmla="*/ 2147483646 w 135"/>
                <a:gd name="T77" fmla="*/ 2147483646 h 135"/>
                <a:gd name="T78" fmla="*/ 2147483646 w 135"/>
                <a:gd name="T79" fmla="*/ 2147483646 h 135"/>
                <a:gd name="T80" fmla="*/ 2147483646 w 135"/>
                <a:gd name="T81" fmla="*/ 2147483646 h 135"/>
                <a:gd name="T82" fmla="*/ 2147483646 w 135"/>
                <a:gd name="T83" fmla="*/ 2147483646 h 135"/>
                <a:gd name="T84" fmla="*/ 2147483646 w 135"/>
                <a:gd name="T85" fmla="*/ 2147483646 h 135"/>
                <a:gd name="T86" fmla="*/ 2147483646 w 135"/>
                <a:gd name="T87" fmla="*/ 2147483646 h 13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35" h="135">
                  <a:moveTo>
                    <a:pt x="135" y="68"/>
                  </a:moveTo>
                  <a:lnTo>
                    <a:pt x="135" y="64"/>
                  </a:lnTo>
                  <a:lnTo>
                    <a:pt x="135" y="61"/>
                  </a:lnTo>
                  <a:lnTo>
                    <a:pt x="135" y="58"/>
                  </a:lnTo>
                  <a:lnTo>
                    <a:pt x="133" y="53"/>
                  </a:lnTo>
                  <a:lnTo>
                    <a:pt x="133" y="50"/>
                  </a:lnTo>
                  <a:lnTo>
                    <a:pt x="132" y="47"/>
                  </a:lnTo>
                  <a:lnTo>
                    <a:pt x="130" y="44"/>
                  </a:lnTo>
                  <a:lnTo>
                    <a:pt x="130" y="41"/>
                  </a:lnTo>
                  <a:lnTo>
                    <a:pt x="129" y="38"/>
                  </a:lnTo>
                  <a:lnTo>
                    <a:pt x="127" y="36"/>
                  </a:lnTo>
                  <a:lnTo>
                    <a:pt x="126" y="33"/>
                  </a:lnTo>
                  <a:lnTo>
                    <a:pt x="123" y="30"/>
                  </a:lnTo>
                  <a:lnTo>
                    <a:pt x="121" y="27"/>
                  </a:lnTo>
                  <a:lnTo>
                    <a:pt x="120" y="25"/>
                  </a:lnTo>
                  <a:lnTo>
                    <a:pt x="117" y="22"/>
                  </a:lnTo>
                  <a:lnTo>
                    <a:pt x="115" y="19"/>
                  </a:lnTo>
                  <a:lnTo>
                    <a:pt x="112" y="18"/>
                  </a:lnTo>
                  <a:lnTo>
                    <a:pt x="111" y="16"/>
                  </a:lnTo>
                  <a:lnTo>
                    <a:pt x="108" y="13"/>
                  </a:lnTo>
                  <a:lnTo>
                    <a:pt x="105" y="12"/>
                  </a:lnTo>
                  <a:lnTo>
                    <a:pt x="102" y="10"/>
                  </a:lnTo>
                  <a:lnTo>
                    <a:pt x="99" y="9"/>
                  </a:lnTo>
                  <a:lnTo>
                    <a:pt x="96" y="7"/>
                  </a:lnTo>
                  <a:lnTo>
                    <a:pt x="93" y="6"/>
                  </a:lnTo>
                  <a:lnTo>
                    <a:pt x="90" y="4"/>
                  </a:lnTo>
                  <a:lnTo>
                    <a:pt x="87" y="3"/>
                  </a:lnTo>
                  <a:lnTo>
                    <a:pt x="84" y="3"/>
                  </a:lnTo>
                  <a:lnTo>
                    <a:pt x="81" y="1"/>
                  </a:lnTo>
                  <a:lnTo>
                    <a:pt x="78" y="1"/>
                  </a:lnTo>
                  <a:lnTo>
                    <a:pt x="74" y="0"/>
                  </a:lnTo>
                  <a:lnTo>
                    <a:pt x="71" y="0"/>
                  </a:lnTo>
                  <a:lnTo>
                    <a:pt x="68" y="0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8" y="1"/>
                  </a:lnTo>
                  <a:lnTo>
                    <a:pt x="55" y="1"/>
                  </a:lnTo>
                  <a:lnTo>
                    <a:pt x="50" y="3"/>
                  </a:lnTo>
                  <a:lnTo>
                    <a:pt x="47" y="3"/>
                  </a:lnTo>
                  <a:lnTo>
                    <a:pt x="44" y="4"/>
                  </a:lnTo>
                  <a:lnTo>
                    <a:pt x="41" y="6"/>
                  </a:lnTo>
                  <a:lnTo>
                    <a:pt x="38" y="7"/>
                  </a:lnTo>
                  <a:lnTo>
                    <a:pt x="35" y="9"/>
                  </a:lnTo>
                  <a:lnTo>
                    <a:pt x="32" y="10"/>
                  </a:lnTo>
                  <a:lnTo>
                    <a:pt x="29" y="12"/>
                  </a:lnTo>
                  <a:lnTo>
                    <a:pt x="28" y="13"/>
                  </a:lnTo>
                  <a:lnTo>
                    <a:pt x="25" y="16"/>
                  </a:lnTo>
                  <a:lnTo>
                    <a:pt x="22" y="18"/>
                  </a:lnTo>
                  <a:lnTo>
                    <a:pt x="21" y="19"/>
                  </a:lnTo>
                  <a:lnTo>
                    <a:pt x="18" y="22"/>
                  </a:lnTo>
                  <a:lnTo>
                    <a:pt x="16" y="25"/>
                  </a:lnTo>
                  <a:lnTo>
                    <a:pt x="13" y="27"/>
                  </a:lnTo>
                  <a:lnTo>
                    <a:pt x="12" y="30"/>
                  </a:lnTo>
                  <a:lnTo>
                    <a:pt x="10" y="33"/>
                  </a:lnTo>
                  <a:lnTo>
                    <a:pt x="9" y="36"/>
                  </a:lnTo>
                  <a:lnTo>
                    <a:pt x="7" y="38"/>
                  </a:lnTo>
                  <a:lnTo>
                    <a:pt x="6" y="41"/>
                  </a:lnTo>
                  <a:lnTo>
                    <a:pt x="4" y="44"/>
                  </a:lnTo>
                  <a:lnTo>
                    <a:pt x="3" y="47"/>
                  </a:lnTo>
                  <a:lnTo>
                    <a:pt x="3" y="50"/>
                  </a:lnTo>
                  <a:lnTo>
                    <a:pt x="1" y="53"/>
                  </a:lnTo>
                  <a:lnTo>
                    <a:pt x="1" y="58"/>
                  </a:lnTo>
                  <a:lnTo>
                    <a:pt x="1" y="61"/>
                  </a:lnTo>
                  <a:lnTo>
                    <a:pt x="0" y="64"/>
                  </a:lnTo>
                  <a:lnTo>
                    <a:pt x="0" y="68"/>
                  </a:lnTo>
                  <a:lnTo>
                    <a:pt x="0" y="71"/>
                  </a:lnTo>
                  <a:lnTo>
                    <a:pt x="1" y="74"/>
                  </a:lnTo>
                  <a:lnTo>
                    <a:pt x="1" y="77"/>
                  </a:lnTo>
                  <a:lnTo>
                    <a:pt x="1" y="81"/>
                  </a:lnTo>
                  <a:lnTo>
                    <a:pt x="3" y="84"/>
                  </a:lnTo>
                  <a:lnTo>
                    <a:pt x="3" y="87"/>
                  </a:lnTo>
                  <a:lnTo>
                    <a:pt x="4" y="90"/>
                  </a:lnTo>
                  <a:lnTo>
                    <a:pt x="6" y="93"/>
                  </a:lnTo>
                  <a:lnTo>
                    <a:pt x="7" y="96"/>
                  </a:lnTo>
                  <a:lnTo>
                    <a:pt x="9" y="99"/>
                  </a:lnTo>
                  <a:lnTo>
                    <a:pt x="10" y="102"/>
                  </a:lnTo>
                  <a:lnTo>
                    <a:pt x="12" y="105"/>
                  </a:lnTo>
                  <a:lnTo>
                    <a:pt x="13" y="108"/>
                  </a:lnTo>
                  <a:lnTo>
                    <a:pt x="16" y="110"/>
                  </a:lnTo>
                  <a:lnTo>
                    <a:pt x="18" y="113"/>
                  </a:lnTo>
                  <a:lnTo>
                    <a:pt x="21" y="116"/>
                  </a:lnTo>
                  <a:lnTo>
                    <a:pt x="22" y="117"/>
                  </a:lnTo>
                  <a:lnTo>
                    <a:pt x="25" y="120"/>
                  </a:lnTo>
                  <a:lnTo>
                    <a:pt x="28" y="122"/>
                  </a:lnTo>
                  <a:lnTo>
                    <a:pt x="29" y="123"/>
                  </a:lnTo>
                  <a:lnTo>
                    <a:pt x="32" y="124"/>
                  </a:lnTo>
                  <a:lnTo>
                    <a:pt x="35" y="126"/>
                  </a:lnTo>
                  <a:lnTo>
                    <a:pt x="38" y="127"/>
                  </a:lnTo>
                  <a:lnTo>
                    <a:pt x="41" y="129"/>
                  </a:lnTo>
                  <a:lnTo>
                    <a:pt x="44" y="130"/>
                  </a:lnTo>
                  <a:lnTo>
                    <a:pt x="47" y="132"/>
                  </a:lnTo>
                  <a:lnTo>
                    <a:pt x="50" y="133"/>
                  </a:lnTo>
                  <a:lnTo>
                    <a:pt x="55" y="133"/>
                  </a:lnTo>
                  <a:lnTo>
                    <a:pt x="58" y="133"/>
                  </a:lnTo>
                  <a:lnTo>
                    <a:pt x="61" y="135"/>
                  </a:lnTo>
                  <a:lnTo>
                    <a:pt x="64" y="135"/>
                  </a:lnTo>
                  <a:lnTo>
                    <a:pt x="68" y="135"/>
                  </a:lnTo>
                  <a:lnTo>
                    <a:pt x="71" y="135"/>
                  </a:lnTo>
                  <a:lnTo>
                    <a:pt x="74" y="135"/>
                  </a:lnTo>
                  <a:lnTo>
                    <a:pt x="78" y="133"/>
                  </a:lnTo>
                  <a:lnTo>
                    <a:pt x="81" y="133"/>
                  </a:lnTo>
                  <a:lnTo>
                    <a:pt x="84" y="133"/>
                  </a:lnTo>
                  <a:lnTo>
                    <a:pt x="87" y="132"/>
                  </a:lnTo>
                  <a:lnTo>
                    <a:pt x="90" y="130"/>
                  </a:lnTo>
                  <a:lnTo>
                    <a:pt x="93" y="129"/>
                  </a:lnTo>
                  <a:lnTo>
                    <a:pt x="96" y="127"/>
                  </a:lnTo>
                  <a:lnTo>
                    <a:pt x="99" y="126"/>
                  </a:lnTo>
                  <a:lnTo>
                    <a:pt x="102" y="124"/>
                  </a:lnTo>
                  <a:lnTo>
                    <a:pt x="105" y="123"/>
                  </a:lnTo>
                  <a:lnTo>
                    <a:pt x="108" y="122"/>
                  </a:lnTo>
                  <a:lnTo>
                    <a:pt x="111" y="120"/>
                  </a:lnTo>
                  <a:lnTo>
                    <a:pt x="112" y="117"/>
                  </a:lnTo>
                  <a:lnTo>
                    <a:pt x="115" y="116"/>
                  </a:lnTo>
                  <a:lnTo>
                    <a:pt x="117" y="113"/>
                  </a:lnTo>
                  <a:lnTo>
                    <a:pt x="120" y="110"/>
                  </a:lnTo>
                  <a:lnTo>
                    <a:pt x="121" y="108"/>
                  </a:lnTo>
                  <a:lnTo>
                    <a:pt x="123" y="105"/>
                  </a:lnTo>
                  <a:lnTo>
                    <a:pt x="126" y="102"/>
                  </a:lnTo>
                  <a:lnTo>
                    <a:pt x="127" y="99"/>
                  </a:lnTo>
                  <a:lnTo>
                    <a:pt x="129" y="96"/>
                  </a:lnTo>
                  <a:lnTo>
                    <a:pt x="130" y="93"/>
                  </a:lnTo>
                  <a:lnTo>
                    <a:pt x="130" y="90"/>
                  </a:lnTo>
                  <a:lnTo>
                    <a:pt x="132" y="87"/>
                  </a:lnTo>
                  <a:lnTo>
                    <a:pt x="133" y="84"/>
                  </a:lnTo>
                  <a:lnTo>
                    <a:pt x="133" y="81"/>
                  </a:lnTo>
                  <a:lnTo>
                    <a:pt x="135" y="77"/>
                  </a:lnTo>
                  <a:lnTo>
                    <a:pt x="135" y="74"/>
                  </a:lnTo>
                  <a:lnTo>
                    <a:pt x="135" y="71"/>
                  </a:lnTo>
                  <a:lnTo>
                    <a:pt x="135" y="68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1" name="Line 33">
              <a:extLst>
                <a:ext uri="{FF2B5EF4-FFF2-40B4-BE49-F238E27FC236}">
                  <a16:creationId xmlns:a16="http://schemas.microsoft.com/office/drawing/2014/main" id="{97752C31-8944-480E-9B47-170813CE46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3688" y="1766887"/>
              <a:ext cx="3175" cy="134143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2" name="Freeform 34">
              <a:extLst>
                <a:ext uri="{FF2B5EF4-FFF2-40B4-BE49-F238E27FC236}">
                  <a16:creationId xmlns:a16="http://schemas.microsoft.com/office/drawing/2014/main" id="{317918AD-8F52-4605-9ADB-B5C6BC22D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3862387"/>
              <a:ext cx="989012" cy="234950"/>
            </a:xfrm>
            <a:custGeom>
              <a:avLst/>
              <a:gdLst>
                <a:gd name="T0" fmla="*/ 0 w 1245"/>
                <a:gd name="T1" fmla="*/ 0 h 297"/>
                <a:gd name="T2" fmla="*/ 0 w 1245"/>
                <a:gd name="T3" fmla="*/ 2147483646 h 297"/>
                <a:gd name="T4" fmla="*/ 2147483646 w 1245"/>
                <a:gd name="T5" fmla="*/ 2147483646 h 2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45" h="297">
                  <a:moveTo>
                    <a:pt x="0" y="0"/>
                  </a:moveTo>
                  <a:lnTo>
                    <a:pt x="0" y="297"/>
                  </a:lnTo>
                  <a:lnTo>
                    <a:pt x="1245" y="297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3" name="Freeform 35">
              <a:extLst>
                <a:ext uri="{FF2B5EF4-FFF2-40B4-BE49-F238E27FC236}">
                  <a16:creationId xmlns:a16="http://schemas.microsoft.com/office/drawing/2014/main" id="{C9CDF55F-D6CB-4825-A203-F9DA555E6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500" y="2614612"/>
              <a:ext cx="330200" cy="1152525"/>
            </a:xfrm>
            <a:custGeom>
              <a:avLst/>
              <a:gdLst>
                <a:gd name="T0" fmla="*/ 0 w 415"/>
                <a:gd name="T1" fmla="*/ 0 h 1454"/>
                <a:gd name="T2" fmla="*/ 0 w 415"/>
                <a:gd name="T3" fmla="*/ 2147483646 h 1454"/>
                <a:gd name="T4" fmla="*/ 2147483646 w 415"/>
                <a:gd name="T5" fmla="*/ 2147483646 h 14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454">
                  <a:moveTo>
                    <a:pt x="0" y="0"/>
                  </a:moveTo>
                  <a:lnTo>
                    <a:pt x="0" y="1454"/>
                  </a:lnTo>
                  <a:lnTo>
                    <a:pt x="415" y="145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4" name="Line 36">
              <a:extLst>
                <a:ext uri="{FF2B5EF4-FFF2-40B4-BE49-F238E27FC236}">
                  <a16:creationId xmlns:a16="http://schemas.microsoft.com/office/drawing/2014/main" id="{35C39C14-C7B5-4056-84E8-77BB1B83D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3688" y="2943225"/>
              <a:ext cx="989012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5" name="Freeform 37">
              <a:extLst>
                <a:ext uri="{FF2B5EF4-FFF2-40B4-BE49-F238E27FC236}">
                  <a16:creationId xmlns:a16="http://schemas.microsoft.com/office/drawing/2014/main" id="{1543BA03-B503-411B-938F-51A79191FE3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00350" y="2909887"/>
              <a:ext cx="74613" cy="73025"/>
            </a:xfrm>
            <a:custGeom>
              <a:avLst/>
              <a:gdLst>
                <a:gd name="T0" fmla="*/ 2147483646 w 59"/>
                <a:gd name="T1" fmla="*/ 0 h 59"/>
                <a:gd name="T2" fmla="*/ 2147483646 w 59"/>
                <a:gd name="T3" fmla="*/ 0 h 59"/>
                <a:gd name="T4" fmla="*/ 2147483646 w 59"/>
                <a:gd name="T5" fmla="*/ 2147483646 h 59"/>
                <a:gd name="T6" fmla="*/ 2147483646 w 59"/>
                <a:gd name="T7" fmla="*/ 2147483646 h 59"/>
                <a:gd name="T8" fmla="*/ 2147483646 w 59"/>
                <a:gd name="T9" fmla="*/ 2147483646 h 59"/>
                <a:gd name="T10" fmla="*/ 2147483646 w 59"/>
                <a:gd name="T11" fmla="*/ 2147483646 h 59"/>
                <a:gd name="T12" fmla="*/ 2147483646 w 59"/>
                <a:gd name="T13" fmla="*/ 2147483646 h 59"/>
                <a:gd name="T14" fmla="*/ 2147483646 w 59"/>
                <a:gd name="T15" fmla="*/ 2147483646 h 59"/>
                <a:gd name="T16" fmla="*/ 2147483646 w 59"/>
                <a:gd name="T17" fmla="*/ 2147483646 h 59"/>
                <a:gd name="T18" fmla="*/ 0 w 59"/>
                <a:gd name="T19" fmla="*/ 2147483646 h 59"/>
                <a:gd name="T20" fmla="*/ 0 w 59"/>
                <a:gd name="T21" fmla="*/ 2147483646 h 59"/>
                <a:gd name="T22" fmla="*/ 0 w 59"/>
                <a:gd name="T23" fmla="*/ 2147483646 h 59"/>
                <a:gd name="T24" fmla="*/ 0 w 59"/>
                <a:gd name="T25" fmla="*/ 2147483646 h 59"/>
                <a:gd name="T26" fmla="*/ 2147483646 w 59"/>
                <a:gd name="T27" fmla="*/ 2147483646 h 59"/>
                <a:gd name="T28" fmla="*/ 2147483646 w 59"/>
                <a:gd name="T29" fmla="*/ 2147483646 h 59"/>
                <a:gd name="T30" fmla="*/ 2147483646 w 59"/>
                <a:gd name="T31" fmla="*/ 2147483646 h 59"/>
                <a:gd name="T32" fmla="*/ 2147483646 w 59"/>
                <a:gd name="T33" fmla="*/ 2147483646 h 59"/>
                <a:gd name="T34" fmla="*/ 2147483646 w 59"/>
                <a:gd name="T35" fmla="*/ 2147483646 h 59"/>
                <a:gd name="T36" fmla="*/ 2147483646 w 59"/>
                <a:gd name="T37" fmla="*/ 2147483646 h 59"/>
                <a:gd name="T38" fmla="*/ 2147483646 w 59"/>
                <a:gd name="T39" fmla="*/ 2147483646 h 59"/>
                <a:gd name="T40" fmla="*/ 2147483646 w 59"/>
                <a:gd name="T41" fmla="*/ 2147483646 h 59"/>
                <a:gd name="T42" fmla="*/ 2147483646 w 59"/>
                <a:gd name="T43" fmla="*/ 2147483646 h 59"/>
                <a:gd name="T44" fmla="*/ 2147483646 w 59"/>
                <a:gd name="T45" fmla="*/ 2147483646 h 59"/>
                <a:gd name="T46" fmla="*/ 2147483646 w 59"/>
                <a:gd name="T47" fmla="*/ 2147483646 h 59"/>
                <a:gd name="T48" fmla="*/ 2147483646 w 59"/>
                <a:gd name="T49" fmla="*/ 2147483646 h 59"/>
                <a:gd name="T50" fmla="*/ 2147483646 w 59"/>
                <a:gd name="T51" fmla="*/ 2147483646 h 59"/>
                <a:gd name="T52" fmla="*/ 2147483646 w 59"/>
                <a:gd name="T53" fmla="*/ 2147483646 h 59"/>
                <a:gd name="T54" fmla="*/ 2147483646 w 59"/>
                <a:gd name="T55" fmla="*/ 2147483646 h 59"/>
                <a:gd name="T56" fmla="*/ 2147483646 w 59"/>
                <a:gd name="T57" fmla="*/ 2147483646 h 59"/>
                <a:gd name="T58" fmla="*/ 2147483646 w 59"/>
                <a:gd name="T59" fmla="*/ 2147483646 h 59"/>
                <a:gd name="T60" fmla="*/ 2147483646 w 59"/>
                <a:gd name="T61" fmla="*/ 2147483646 h 59"/>
                <a:gd name="T62" fmla="*/ 2147483646 w 59"/>
                <a:gd name="T63" fmla="*/ 2147483646 h 59"/>
                <a:gd name="T64" fmla="*/ 2147483646 w 59"/>
                <a:gd name="T65" fmla="*/ 2147483646 h 59"/>
                <a:gd name="T66" fmla="*/ 2147483646 w 59"/>
                <a:gd name="T67" fmla="*/ 2147483646 h 59"/>
                <a:gd name="T68" fmla="*/ 2147483646 w 59"/>
                <a:gd name="T69" fmla="*/ 2147483646 h 59"/>
                <a:gd name="T70" fmla="*/ 2147483646 w 59"/>
                <a:gd name="T71" fmla="*/ 2147483646 h 59"/>
                <a:gd name="T72" fmla="*/ 2147483646 w 59"/>
                <a:gd name="T73" fmla="*/ 2147483646 h 59"/>
                <a:gd name="T74" fmla="*/ 2147483646 w 59"/>
                <a:gd name="T75" fmla="*/ 2147483646 h 59"/>
                <a:gd name="T76" fmla="*/ 2147483646 w 59"/>
                <a:gd name="T77" fmla="*/ 2147483646 h 59"/>
                <a:gd name="T78" fmla="*/ 2147483646 w 59"/>
                <a:gd name="T79" fmla="*/ 2147483646 h 59"/>
                <a:gd name="T80" fmla="*/ 2147483646 w 59"/>
                <a:gd name="T81" fmla="*/ 2147483646 h 59"/>
                <a:gd name="T82" fmla="*/ 2147483646 w 59"/>
                <a:gd name="T83" fmla="*/ 2147483646 h 59"/>
                <a:gd name="T84" fmla="*/ 2147483646 w 59"/>
                <a:gd name="T85" fmla="*/ 0 h 59"/>
                <a:gd name="T86" fmla="*/ 2147483646 w 59"/>
                <a:gd name="T87" fmla="*/ 0 h 59"/>
                <a:gd name="T88" fmla="*/ 2147483646 w 59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9" h="59">
                  <a:moveTo>
                    <a:pt x="30" y="30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6" y="3"/>
                  </a:lnTo>
                  <a:lnTo>
                    <a:pt x="15" y="4"/>
                  </a:lnTo>
                  <a:lnTo>
                    <a:pt x="13" y="4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7"/>
                  </a:lnTo>
                  <a:lnTo>
                    <a:pt x="9" y="9"/>
                  </a:lnTo>
                  <a:lnTo>
                    <a:pt x="7" y="9"/>
                  </a:lnTo>
                  <a:lnTo>
                    <a:pt x="7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4" y="43"/>
                  </a:lnTo>
                  <a:lnTo>
                    <a:pt x="4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7" y="49"/>
                  </a:lnTo>
                  <a:lnTo>
                    <a:pt x="9" y="50"/>
                  </a:lnTo>
                  <a:lnTo>
                    <a:pt x="10" y="52"/>
                  </a:lnTo>
                  <a:lnTo>
                    <a:pt x="12" y="53"/>
                  </a:lnTo>
                  <a:lnTo>
                    <a:pt x="13" y="53"/>
                  </a:lnTo>
                  <a:lnTo>
                    <a:pt x="15" y="55"/>
                  </a:lnTo>
                  <a:lnTo>
                    <a:pt x="16" y="55"/>
                  </a:lnTo>
                  <a:lnTo>
                    <a:pt x="16" y="56"/>
                  </a:lnTo>
                  <a:lnTo>
                    <a:pt x="18" y="56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5" y="58"/>
                  </a:lnTo>
                  <a:lnTo>
                    <a:pt x="37" y="58"/>
                  </a:lnTo>
                  <a:lnTo>
                    <a:pt x="38" y="58"/>
                  </a:lnTo>
                  <a:lnTo>
                    <a:pt x="40" y="58"/>
                  </a:lnTo>
                  <a:lnTo>
                    <a:pt x="41" y="56"/>
                  </a:lnTo>
                  <a:lnTo>
                    <a:pt x="43" y="56"/>
                  </a:lnTo>
                  <a:lnTo>
                    <a:pt x="44" y="55"/>
                  </a:lnTo>
                  <a:lnTo>
                    <a:pt x="46" y="53"/>
                  </a:lnTo>
                  <a:lnTo>
                    <a:pt x="47" y="53"/>
                  </a:lnTo>
                  <a:lnTo>
                    <a:pt x="49" y="52"/>
                  </a:lnTo>
                  <a:lnTo>
                    <a:pt x="50" y="52"/>
                  </a:lnTo>
                  <a:lnTo>
                    <a:pt x="50" y="50"/>
                  </a:lnTo>
                  <a:lnTo>
                    <a:pt x="52" y="49"/>
                  </a:lnTo>
                  <a:lnTo>
                    <a:pt x="53" y="49"/>
                  </a:lnTo>
                  <a:lnTo>
                    <a:pt x="53" y="47"/>
                  </a:lnTo>
                  <a:lnTo>
                    <a:pt x="55" y="46"/>
                  </a:lnTo>
                  <a:lnTo>
                    <a:pt x="55" y="44"/>
                  </a:lnTo>
                  <a:lnTo>
                    <a:pt x="56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39"/>
                  </a:lnTo>
                  <a:lnTo>
                    <a:pt x="58" y="37"/>
                  </a:lnTo>
                  <a:lnTo>
                    <a:pt x="59" y="36"/>
                  </a:lnTo>
                  <a:lnTo>
                    <a:pt x="59" y="34"/>
                  </a:lnTo>
                  <a:lnTo>
                    <a:pt x="59" y="33"/>
                  </a:lnTo>
                  <a:lnTo>
                    <a:pt x="59" y="31"/>
                  </a:lnTo>
                  <a:lnTo>
                    <a:pt x="59" y="30"/>
                  </a:lnTo>
                  <a:lnTo>
                    <a:pt x="59" y="28"/>
                  </a:lnTo>
                  <a:lnTo>
                    <a:pt x="59" y="27"/>
                  </a:lnTo>
                  <a:lnTo>
                    <a:pt x="59" y="25"/>
                  </a:lnTo>
                  <a:lnTo>
                    <a:pt x="59" y="24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6" y="16"/>
                  </a:lnTo>
                  <a:lnTo>
                    <a:pt x="56" y="15"/>
                  </a:lnTo>
                  <a:lnTo>
                    <a:pt x="55" y="13"/>
                  </a:lnTo>
                  <a:lnTo>
                    <a:pt x="53" y="12"/>
                  </a:lnTo>
                  <a:lnTo>
                    <a:pt x="53" y="10"/>
                  </a:lnTo>
                  <a:lnTo>
                    <a:pt x="52" y="9"/>
                  </a:lnTo>
                  <a:lnTo>
                    <a:pt x="50" y="9"/>
                  </a:lnTo>
                  <a:lnTo>
                    <a:pt x="50" y="7"/>
                  </a:lnTo>
                  <a:lnTo>
                    <a:pt x="49" y="6"/>
                  </a:lnTo>
                  <a:lnTo>
                    <a:pt x="47" y="6"/>
                  </a:lnTo>
                  <a:lnTo>
                    <a:pt x="46" y="4"/>
                  </a:lnTo>
                  <a:lnTo>
                    <a:pt x="44" y="4"/>
                  </a:lnTo>
                  <a:lnTo>
                    <a:pt x="44" y="3"/>
                  </a:lnTo>
                  <a:lnTo>
                    <a:pt x="43" y="3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1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6" name="Freeform 38">
              <a:extLst>
                <a:ext uri="{FF2B5EF4-FFF2-40B4-BE49-F238E27FC236}">
                  <a16:creationId xmlns:a16="http://schemas.microsoft.com/office/drawing/2014/main" id="{688B0320-9E52-4B16-89C8-38830C6070F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59163" y="2576512"/>
              <a:ext cx="69850" cy="73025"/>
            </a:xfrm>
            <a:custGeom>
              <a:avLst/>
              <a:gdLst>
                <a:gd name="T0" fmla="*/ 2147483646 w 60"/>
                <a:gd name="T1" fmla="*/ 0 h 59"/>
                <a:gd name="T2" fmla="*/ 2147483646 w 60"/>
                <a:gd name="T3" fmla="*/ 0 h 59"/>
                <a:gd name="T4" fmla="*/ 2147483646 w 60"/>
                <a:gd name="T5" fmla="*/ 2147483646 h 59"/>
                <a:gd name="T6" fmla="*/ 2147483646 w 60"/>
                <a:gd name="T7" fmla="*/ 2147483646 h 59"/>
                <a:gd name="T8" fmla="*/ 2147483646 w 60"/>
                <a:gd name="T9" fmla="*/ 2147483646 h 59"/>
                <a:gd name="T10" fmla="*/ 2147483646 w 60"/>
                <a:gd name="T11" fmla="*/ 2147483646 h 59"/>
                <a:gd name="T12" fmla="*/ 2147483646 w 60"/>
                <a:gd name="T13" fmla="*/ 2147483646 h 59"/>
                <a:gd name="T14" fmla="*/ 2147483646 w 60"/>
                <a:gd name="T15" fmla="*/ 2147483646 h 59"/>
                <a:gd name="T16" fmla="*/ 2147483646 w 60"/>
                <a:gd name="T17" fmla="*/ 2147483646 h 59"/>
                <a:gd name="T18" fmla="*/ 0 w 60"/>
                <a:gd name="T19" fmla="*/ 2147483646 h 59"/>
                <a:gd name="T20" fmla="*/ 0 w 60"/>
                <a:gd name="T21" fmla="*/ 2147483646 h 59"/>
                <a:gd name="T22" fmla="*/ 0 w 60"/>
                <a:gd name="T23" fmla="*/ 2147483646 h 59"/>
                <a:gd name="T24" fmla="*/ 0 w 60"/>
                <a:gd name="T25" fmla="*/ 2147483646 h 59"/>
                <a:gd name="T26" fmla="*/ 2147483646 w 60"/>
                <a:gd name="T27" fmla="*/ 2147483646 h 59"/>
                <a:gd name="T28" fmla="*/ 2147483646 w 60"/>
                <a:gd name="T29" fmla="*/ 2147483646 h 59"/>
                <a:gd name="T30" fmla="*/ 2147483646 w 60"/>
                <a:gd name="T31" fmla="*/ 2147483646 h 59"/>
                <a:gd name="T32" fmla="*/ 2147483646 w 60"/>
                <a:gd name="T33" fmla="*/ 2147483646 h 59"/>
                <a:gd name="T34" fmla="*/ 2147483646 w 60"/>
                <a:gd name="T35" fmla="*/ 2147483646 h 59"/>
                <a:gd name="T36" fmla="*/ 2147483646 w 60"/>
                <a:gd name="T37" fmla="*/ 2147483646 h 59"/>
                <a:gd name="T38" fmla="*/ 2147483646 w 60"/>
                <a:gd name="T39" fmla="*/ 2147483646 h 59"/>
                <a:gd name="T40" fmla="*/ 2147483646 w 60"/>
                <a:gd name="T41" fmla="*/ 2147483646 h 59"/>
                <a:gd name="T42" fmla="*/ 2147483646 w 60"/>
                <a:gd name="T43" fmla="*/ 2147483646 h 59"/>
                <a:gd name="T44" fmla="*/ 2147483646 w 60"/>
                <a:gd name="T45" fmla="*/ 2147483646 h 59"/>
                <a:gd name="T46" fmla="*/ 2147483646 w 60"/>
                <a:gd name="T47" fmla="*/ 2147483646 h 59"/>
                <a:gd name="T48" fmla="*/ 2147483646 w 60"/>
                <a:gd name="T49" fmla="*/ 2147483646 h 59"/>
                <a:gd name="T50" fmla="*/ 2147483646 w 60"/>
                <a:gd name="T51" fmla="*/ 2147483646 h 59"/>
                <a:gd name="T52" fmla="*/ 2147483646 w 60"/>
                <a:gd name="T53" fmla="*/ 2147483646 h 59"/>
                <a:gd name="T54" fmla="*/ 2147483646 w 60"/>
                <a:gd name="T55" fmla="*/ 2147483646 h 59"/>
                <a:gd name="T56" fmla="*/ 2147483646 w 60"/>
                <a:gd name="T57" fmla="*/ 2147483646 h 59"/>
                <a:gd name="T58" fmla="*/ 2147483646 w 60"/>
                <a:gd name="T59" fmla="*/ 2147483646 h 59"/>
                <a:gd name="T60" fmla="*/ 2147483646 w 60"/>
                <a:gd name="T61" fmla="*/ 2147483646 h 59"/>
                <a:gd name="T62" fmla="*/ 2147483646 w 60"/>
                <a:gd name="T63" fmla="*/ 2147483646 h 59"/>
                <a:gd name="T64" fmla="*/ 2147483646 w 60"/>
                <a:gd name="T65" fmla="*/ 2147483646 h 59"/>
                <a:gd name="T66" fmla="*/ 2147483646 w 60"/>
                <a:gd name="T67" fmla="*/ 2147483646 h 59"/>
                <a:gd name="T68" fmla="*/ 2147483646 w 60"/>
                <a:gd name="T69" fmla="*/ 2147483646 h 59"/>
                <a:gd name="T70" fmla="*/ 2147483646 w 60"/>
                <a:gd name="T71" fmla="*/ 2147483646 h 59"/>
                <a:gd name="T72" fmla="*/ 2147483646 w 60"/>
                <a:gd name="T73" fmla="*/ 2147483646 h 59"/>
                <a:gd name="T74" fmla="*/ 2147483646 w 60"/>
                <a:gd name="T75" fmla="*/ 2147483646 h 59"/>
                <a:gd name="T76" fmla="*/ 2147483646 w 60"/>
                <a:gd name="T77" fmla="*/ 2147483646 h 59"/>
                <a:gd name="T78" fmla="*/ 2147483646 w 60"/>
                <a:gd name="T79" fmla="*/ 2147483646 h 59"/>
                <a:gd name="T80" fmla="*/ 2147483646 w 60"/>
                <a:gd name="T81" fmla="*/ 2147483646 h 59"/>
                <a:gd name="T82" fmla="*/ 2147483646 w 60"/>
                <a:gd name="T83" fmla="*/ 2147483646 h 59"/>
                <a:gd name="T84" fmla="*/ 2147483646 w 60"/>
                <a:gd name="T85" fmla="*/ 0 h 59"/>
                <a:gd name="T86" fmla="*/ 2147483646 w 60"/>
                <a:gd name="T87" fmla="*/ 0 h 59"/>
                <a:gd name="T88" fmla="*/ 2147483646 w 60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0" h="59">
                  <a:moveTo>
                    <a:pt x="30" y="29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7" y="3"/>
                  </a:lnTo>
                  <a:lnTo>
                    <a:pt x="15" y="4"/>
                  </a:lnTo>
                  <a:lnTo>
                    <a:pt x="14" y="4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1" y="7"/>
                  </a:lnTo>
                  <a:lnTo>
                    <a:pt x="9" y="9"/>
                  </a:lnTo>
                  <a:lnTo>
                    <a:pt x="8" y="9"/>
                  </a:lnTo>
                  <a:lnTo>
                    <a:pt x="8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2" y="40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8" y="49"/>
                  </a:lnTo>
                  <a:lnTo>
                    <a:pt x="9" y="50"/>
                  </a:lnTo>
                  <a:lnTo>
                    <a:pt x="11" y="52"/>
                  </a:lnTo>
                  <a:lnTo>
                    <a:pt x="12" y="53"/>
                  </a:lnTo>
                  <a:lnTo>
                    <a:pt x="14" y="53"/>
                  </a:lnTo>
                  <a:lnTo>
                    <a:pt x="15" y="55"/>
                  </a:lnTo>
                  <a:lnTo>
                    <a:pt x="17" y="55"/>
                  </a:lnTo>
                  <a:lnTo>
                    <a:pt x="17" y="56"/>
                  </a:lnTo>
                  <a:lnTo>
                    <a:pt x="18" y="56"/>
                  </a:lnTo>
                  <a:lnTo>
                    <a:pt x="20" y="58"/>
                  </a:lnTo>
                  <a:lnTo>
                    <a:pt x="21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6" y="58"/>
                  </a:lnTo>
                  <a:lnTo>
                    <a:pt x="37" y="58"/>
                  </a:lnTo>
                  <a:lnTo>
                    <a:pt x="39" y="58"/>
                  </a:lnTo>
                  <a:lnTo>
                    <a:pt x="40" y="58"/>
                  </a:lnTo>
                  <a:lnTo>
                    <a:pt x="42" y="56"/>
                  </a:lnTo>
                  <a:lnTo>
                    <a:pt x="43" y="56"/>
                  </a:lnTo>
                  <a:lnTo>
                    <a:pt x="45" y="55"/>
                  </a:lnTo>
                  <a:lnTo>
                    <a:pt x="46" y="53"/>
                  </a:lnTo>
                  <a:lnTo>
                    <a:pt x="48" y="53"/>
                  </a:lnTo>
                  <a:lnTo>
                    <a:pt x="49" y="52"/>
                  </a:lnTo>
                  <a:lnTo>
                    <a:pt x="51" y="52"/>
                  </a:lnTo>
                  <a:lnTo>
                    <a:pt x="51" y="50"/>
                  </a:lnTo>
                  <a:lnTo>
                    <a:pt x="52" y="49"/>
                  </a:lnTo>
                  <a:lnTo>
                    <a:pt x="54" y="49"/>
                  </a:lnTo>
                  <a:lnTo>
                    <a:pt x="54" y="47"/>
                  </a:lnTo>
                  <a:lnTo>
                    <a:pt x="55" y="46"/>
                  </a:lnTo>
                  <a:lnTo>
                    <a:pt x="55" y="44"/>
                  </a:lnTo>
                  <a:lnTo>
                    <a:pt x="57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38"/>
                  </a:lnTo>
                  <a:lnTo>
                    <a:pt x="58" y="37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60" y="32"/>
                  </a:lnTo>
                  <a:lnTo>
                    <a:pt x="60" y="31"/>
                  </a:lnTo>
                  <a:lnTo>
                    <a:pt x="60" y="29"/>
                  </a:lnTo>
                  <a:lnTo>
                    <a:pt x="60" y="28"/>
                  </a:lnTo>
                  <a:lnTo>
                    <a:pt x="60" y="26"/>
                  </a:lnTo>
                  <a:lnTo>
                    <a:pt x="60" y="25"/>
                  </a:lnTo>
                  <a:lnTo>
                    <a:pt x="60" y="23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7" y="16"/>
                  </a:lnTo>
                  <a:lnTo>
                    <a:pt x="57" y="15"/>
                  </a:lnTo>
                  <a:lnTo>
                    <a:pt x="55" y="13"/>
                  </a:lnTo>
                  <a:lnTo>
                    <a:pt x="54" y="12"/>
                  </a:lnTo>
                  <a:lnTo>
                    <a:pt x="54" y="10"/>
                  </a:lnTo>
                  <a:lnTo>
                    <a:pt x="52" y="9"/>
                  </a:lnTo>
                  <a:lnTo>
                    <a:pt x="51" y="9"/>
                  </a:lnTo>
                  <a:lnTo>
                    <a:pt x="51" y="7"/>
                  </a:lnTo>
                  <a:lnTo>
                    <a:pt x="49" y="6"/>
                  </a:lnTo>
                  <a:lnTo>
                    <a:pt x="48" y="6"/>
                  </a:lnTo>
                  <a:lnTo>
                    <a:pt x="46" y="4"/>
                  </a:lnTo>
                  <a:lnTo>
                    <a:pt x="45" y="4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7" name="Freeform 39">
              <a:extLst>
                <a:ext uri="{FF2B5EF4-FFF2-40B4-BE49-F238E27FC236}">
                  <a16:creationId xmlns:a16="http://schemas.microsoft.com/office/drawing/2014/main" id="{13F704A5-189C-4B99-A43F-C63C17BC7E7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60750" y="1403350"/>
              <a:ext cx="69850" cy="73025"/>
            </a:xfrm>
            <a:custGeom>
              <a:avLst/>
              <a:gdLst>
                <a:gd name="T0" fmla="*/ 2147483646 w 60"/>
                <a:gd name="T1" fmla="*/ 0 h 59"/>
                <a:gd name="T2" fmla="*/ 2147483646 w 60"/>
                <a:gd name="T3" fmla="*/ 0 h 59"/>
                <a:gd name="T4" fmla="*/ 2147483646 w 60"/>
                <a:gd name="T5" fmla="*/ 2147483646 h 59"/>
                <a:gd name="T6" fmla="*/ 2147483646 w 60"/>
                <a:gd name="T7" fmla="*/ 2147483646 h 59"/>
                <a:gd name="T8" fmla="*/ 2147483646 w 60"/>
                <a:gd name="T9" fmla="*/ 2147483646 h 59"/>
                <a:gd name="T10" fmla="*/ 2147483646 w 60"/>
                <a:gd name="T11" fmla="*/ 2147483646 h 59"/>
                <a:gd name="T12" fmla="*/ 2147483646 w 60"/>
                <a:gd name="T13" fmla="*/ 2147483646 h 59"/>
                <a:gd name="T14" fmla="*/ 2147483646 w 60"/>
                <a:gd name="T15" fmla="*/ 2147483646 h 59"/>
                <a:gd name="T16" fmla="*/ 2147483646 w 60"/>
                <a:gd name="T17" fmla="*/ 2147483646 h 59"/>
                <a:gd name="T18" fmla="*/ 0 w 60"/>
                <a:gd name="T19" fmla="*/ 2147483646 h 59"/>
                <a:gd name="T20" fmla="*/ 0 w 60"/>
                <a:gd name="T21" fmla="*/ 2147483646 h 59"/>
                <a:gd name="T22" fmla="*/ 0 w 60"/>
                <a:gd name="T23" fmla="*/ 2147483646 h 59"/>
                <a:gd name="T24" fmla="*/ 0 w 60"/>
                <a:gd name="T25" fmla="*/ 2147483646 h 59"/>
                <a:gd name="T26" fmla="*/ 2147483646 w 60"/>
                <a:gd name="T27" fmla="*/ 2147483646 h 59"/>
                <a:gd name="T28" fmla="*/ 2147483646 w 60"/>
                <a:gd name="T29" fmla="*/ 2147483646 h 59"/>
                <a:gd name="T30" fmla="*/ 2147483646 w 60"/>
                <a:gd name="T31" fmla="*/ 2147483646 h 59"/>
                <a:gd name="T32" fmla="*/ 2147483646 w 60"/>
                <a:gd name="T33" fmla="*/ 2147483646 h 59"/>
                <a:gd name="T34" fmla="*/ 2147483646 w 60"/>
                <a:gd name="T35" fmla="*/ 2147483646 h 59"/>
                <a:gd name="T36" fmla="*/ 2147483646 w 60"/>
                <a:gd name="T37" fmla="*/ 2147483646 h 59"/>
                <a:gd name="T38" fmla="*/ 2147483646 w 60"/>
                <a:gd name="T39" fmla="*/ 2147483646 h 59"/>
                <a:gd name="T40" fmla="*/ 2147483646 w 60"/>
                <a:gd name="T41" fmla="*/ 2147483646 h 59"/>
                <a:gd name="T42" fmla="*/ 2147483646 w 60"/>
                <a:gd name="T43" fmla="*/ 2147483646 h 59"/>
                <a:gd name="T44" fmla="*/ 2147483646 w 60"/>
                <a:gd name="T45" fmla="*/ 2147483646 h 59"/>
                <a:gd name="T46" fmla="*/ 2147483646 w 60"/>
                <a:gd name="T47" fmla="*/ 2147483646 h 59"/>
                <a:gd name="T48" fmla="*/ 2147483646 w 60"/>
                <a:gd name="T49" fmla="*/ 2147483646 h 59"/>
                <a:gd name="T50" fmla="*/ 2147483646 w 60"/>
                <a:gd name="T51" fmla="*/ 2147483646 h 59"/>
                <a:gd name="T52" fmla="*/ 2147483646 w 60"/>
                <a:gd name="T53" fmla="*/ 2147483646 h 59"/>
                <a:gd name="T54" fmla="*/ 2147483646 w 60"/>
                <a:gd name="T55" fmla="*/ 2147483646 h 59"/>
                <a:gd name="T56" fmla="*/ 2147483646 w 60"/>
                <a:gd name="T57" fmla="*/ 2147483646 h 59"/>
                <a:gd name="T58" fmla="*/ 2147483646 w 60"/>
                <a:gd name="T59" fmla="*/ 2147483646 h 59"/>
                <a:gd name="T60" fmla="*/ 2147483646 w 60"/>
                <a:gd name="T61" fmla="*/ 2147483646 h 59"/>
                <a:gd name="T62" fmla="*/ 2147483646 w 60"/>
                <a:gd name="T63" fmla="*/ 2147483646 h 59"/>
                <a:gd name="T64" fmla="*/ 2147483646 w 60"/>
                <a:gd name="T65" fmla="*/ 2147483646 h 59"/>
                <a:gd name="T66" fmla="*/ 2147483646 w 60"/>
                <a:gd name="T67" fmla="*/ 2147483646 h 59"/>
                <a:gd name="T68" fmla="*/ 2147483646 w 60"/>
                <a:gd name="T69" fmla="*/ 2147483646 h 59"/>
                <a:gd name="T70" fmla="*/ 2147483646 w 60"/>
                <a:gd name="T71" fmla="*/ 2147483646 h 59"/>
                <a:gd name="T72" fmla="*/ 2147483646 w 60"/>
                <a:gd name="T73" fmla="*/ 2147483646 h 59"/>
                <a:gd name="T74" fmla="*/ 2147483646 w 60"/>
                <a:gd name="T75" fmla="*/ 2147483646 h 59"/>
                <a:gd name="T76" fmla="*/ 2147483646 w 60"/>
                <a:gd name="T77" fmla="*/ 2147483646 h 59"/>
                <a:gd name="T78" fmla="*/ 2147483646 w 60"/>
                <a:gd name="T79" fmla="*/ 2147483646 h 59"/>
                <a:gd name="T80" fmla="*/ 2147483646 w 60"/>
                <a:gd name="T81" fmla="*/ 2147483646 h 59"/>
                <a:gd name="T82" fmla="*/ 2147483646 w 60"/>
                <a:gd name="T83" fmla="*/ 2147483646 h 59"/>
                <a:gd name="T84" fmla="*/ 2147483646 w 60"/>
                <a:gd name="T85" fmla="*/ 0 h 59"/>
                <a:gd name="T86" fmla="*/ 2147483646 w 60"/>
                <a:gd name="T87" fmla="*/ 0 h 59"/>
                <a:gd name="T88" fmla="*/ 2147483646 w 60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0" h="59">
                  <a:moveTo>
                    <a:pt x="30" y="30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7" y="3"/>
                  </a:lnTo>
                  <a:lnTo>
                    <a:pt x="15" y="4"/>
                  </a:lnTo>
                  <a:lnTo>
                    <a:pt x="14" y="4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1" y="7"/>
                  </a:lnTo>
                  <a:lnTo>
                    <a:pt x="9" y="9"/>
                  </a:lnTo>
                  <a:lnTo>
                    <a:pt x="8" y="9"/>
                  </a:lnTo>
                  <a:lnTo>
                    <a:pt x="8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2" y="40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8" y="49"/>
                  </a:lnTo>
                  <a:lnTo>
                    <a:pt x="9" y="50"/>
                  </a:lnTo>
                  <a:lnTo>
                    <a:pt x="11" y="52"/>
                  </a:lnTo>
                  <a:lnTo>
                    <a:pt x="12" y="53"/>
                  </a:lnTo>
                  <a:lnTo>
                    <a:pt x="14" y="53"/>
                  </a:lnTo>
                  <a:lnTo>
                    <a:pt x="15" y="55"/>
                  </a:lnTo>
                  <a:lnTo>
                    <a:pt x="17" y="55"/>
                  </a:lnTo>
                  <a:lnTo>
                    <a:pt x="17" y="56"/>
                  </a:lnTo>
                  <a:lnTo>
                    <a:pt x="18" y="56"/>
                  </a:lnTo>
                  <a:lnTo>
                    <a:pt x="20" y="58"/>
                  </a:lnTo>
                  <a:lnTo>
                    <a:pt x="21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6" y="58"/>
                  </a:lnTo>
                  <a:lnTo>
                    <a:pt x="37" y="58"/>
                  </a:lnTo>
                  <a:lnTo>
                    <a:pt x="39" y="58"/>
                  </a:lnTo>
                  <a:lnTo>
                    <a:pt x="40" y="58"/>
                  </a:lnTo>
                  <a:lnTo>
                    <a:pt x="42" y="56"/>
                  </a:lnTo>
                  <a:lnTo>
                    <a:pt x="43" y="56"/>
                  </a:lnTo>
                  <a:lnTo>
                    <a:pt x="45" y="55"/>
                  </a:lnTo>
                  <a:lnTo>
                    <a:pt x="46" y="53"/>
                  </a:lnTo>
                  <a:lnTo>
                    <a:pt x="48" y="53"/>
                  </a:lnTo>
                  <a:lnTo>
                    <a:pt x="49" y="52"/>
                  </a:lnTo>
                  <a:lnTo>
                    <a:pt x="51" y="52"/>
                  </a:lnTo>
                  <a:lnTo>
                    <a:pt x="51" y="50"/>
                  </a:lnTo>
                  <a:lnTo>
                    <a:pt x="52" y="49"/>
                  </a:lnTo>
                  <a:lnTo>
                    <a:pt x="54" y="49"/>
                  </a:lnTo>
                  <a:lnTo>
                    <a:pt x="54" y="47"/>
                  </a:lnTo>
                  <a:lnTo>
                    <a:pt x="55" y="46"/>
                  </a:lnTo>
                  <a:lnTo>
                    <a:pt x="55" y="44"/>
                  </a:lnTo>
                  <a:lnTo>
                    <a:pt x="57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38"/>
                  </a:lnTo>
                  <a:lnTo>
                    <a:pt x="58" y="37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60" y="32"/>
                  </a:lnTo>
                  <a:lnTo>
                    <a:pt x="60" y="31"/>
                  </a:lnTo>
                  <a:lnTo>
                    <a:pt x="60" y="30"/>
                  </a:lnTo>
                  <a:lnTo>
                    <a:pt x="60" y="28"/>
                  </a:lnTo>
                  <a:lnTo>
                    <a:pt x="60" y="27"/>
                  </a:lnTo>
                  <a:lnTo>
                    <a:pt x="60" y="25"/>
                  </a:lnTo>
                  <a:lnTo>
                    <a:pt x="60" y="24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7" y="16"/>
                  </a:lnTo>
                  <a:lnTo>
                    <a:pt x="57" y="15"/>
                  </a:lnTo>
                  <a:lnTo>
                    <a:pt x="55" y="13"/>
                  </a:lnTo>
                  <a:lnTo>
                    <a:pt x="54" y="12"/>
                  </a:lnTo>
                  <a:lnTo>
                    <a:pt x="54" y="10"/>
                  </a:lnTo>
                  <a:lnTo>
                    <a:pt x="52" y="9"/>
                  </a:lnTo>
                  <a:lnTo>
                    <a:pt x="51" y="9"/>
                  </a:lnTo>
                  <a:lnTo>
                    <a:pt x="51" y="7"/>
                  </a:lnTo>
                  <a:lnTo>
                    <a:pt x="49" y="6"/>
                  </a:lnTo>
                  <a:lnTo>
                    <a:pt x="48" y="6"/>
                  </a:lnTo>
                  <a:lnTo>
                    <a:pt x="46" y="4"/>
                  </a:lnTo>
                  <a:lnTo>
                    <a:pt x="45" y="4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8" name="Freeform 40">
              <a:extLst>
                <a:ext uri="{FF2B5EF4-FFF2-40B4-BE49-F238E27FC236}">
                  <a16:creationId xmlns:a16="http://schemas.microsoft.com/office/drawing/2014/main" id="{15FAAA57-F070-40DD-8CFB-49A11DB9EF2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00350" y="1733550"/>
              <a:ext cx="74613" cy="73025"/>
            </a:xfrm>
            <a:custGeom>
              <a:avLst/>
              <a:gdLst>
                <a:gd name="T0" fmla="*/ 2147483646 w 59"/>
                <a:gd name="T1" fmla="*/ 0 h 59"/>
                <a:gd name="T2" fmla="*/ 2147483646 w 59"/>
                <a:gd name="T3" fmla="*/ 0 h 59"/>
                <a:gd name="T4" fmla="*/ 2147483646 w 59"/>
                <a:gd name="T5" fmla="*/ 2147483646 h 59"/>
                <a:gd name="T6" fmla="*/ 2147483646 w 59"/>
                <a:gd name="T7" fmla="*/ 2147483646 h 59"/>
                <a:gd name="T8" fmla="*/ 2147483646 w 59"/>
                <a:gd name="T9" fmla="*/ 2147483646 h 59"/>
                <a:gd name="T10" fmla="*/ 2147483646 w 59"/>
                <a:gd name="T11" fmla="*/ 2147483646 h 59"/>
                <a:gd name="T12" fmla="*/ 2147483646 w 59"/>
                <a:gd name="T13" fmla="*/ 2147483646 h 59"/>
                <a:gd name="T14" fmla="*/ 2147483646 w 59"/>
                <a:gd name="T15" fmla="*/ 2147483646 h 59"/>
                <a:gd name="T16" fmla="*/ 2147483646 w 59"/>
                <a:gd name="T17" fmla="*/ 2147483646 h 59"/>
                <a:gd name="T18" fmla="*/ 0 w 59"/>
                <a:gd name="T19" fmla="*/ 2147483646 h 59"/>
                <a:gd name="T20" fmla="*/ 0 w 59"/>
                <a:gd name="T21" fmla="*/ 2147483646 h 59"/>
                <a:gd name="T22" fmla="*/ 0 w 59"/>
                <a:gd name="T23" fmla="*/ 2147483646 h 59"/>
                <a:gd name="T24" fmla="*/ 0 w 59"/>
                <a:gd name="T25" fmla="*/ 2147483646 h 59"/>
                <a:gd name="T26" fmla="*/ 2147483646 w 59"/>
                <a:gd name="T27" fmla="*/ 2147483646 h 59"/>
                <a:gd name="T28" fmla="*/ 2147483646 w 59"/>
                <a:gd name="T29" fmla="*/ 2147483646 h 59"/>
                <a:gd name="T30" fmla="*/ 2147483646 w 59"/>
                <a:gd name="T31" fmla="*/ 2147483646 h 59"/>
                <a:gd name="T32" fmla="*/ 2147483646 w 59"/>
                <a:gd name="T33" fmla="*/ 2147483646 h 59"/>
                <a:gd name="T34" fmla="*/ 2147483646 w 59"/>
                <a:gd name="T35" fmla="*/ 2147483646 h 59"/>
                <a:gd name="T36" fmla="*/ 2147483646 w 59"/>
                <a:gd name="T37" fmla="*/ 2147483646 h 59"/>
                <a:gd name="T38" fmla="*/ 2147483646 w 59"/>
                <a:gd name="T39" fmla="*/ 2147483646 h 59"/>
                <a:gd name="T40" fmla="*/ 2147483646 w 59"/>
                <a:gd name="T41" fmla="*/ 2147483646 h 59"/>
                <a:gd name="T42" fmla="*/ 2147483646 w 59"/>
                <a:gd name="T43" fmla="*/ 2147483646 h 59"/>
                <a:gd name="T44" fmla="*/ 2147483646 w 59"/>
                <a:gd name="T45" fmla="*/ 2147483646 h 59"/>
                <a:gd name="T46" fmla="*/ 2147483646 w 59"/>
                <a:gd name="T47" fmla="*/ 2147483646 h 59"/>
                <a:gd name="T48" fmla="*/ 2147483646 w 59"/>
                <a:gd name="T49" fmla="*/ 2147483646 h 59"/>
                <a:gd name="T50" fmla="*/ 2147483646 w 59"/>
                <a:gd name="T51" fmla="*/ 2147483646 h 59"/>
                <a:gd name="T52" fmla="*/ 2147483646 w 59"/>
                <a:gd name="T53" fmla="*/ 2147483646 h 59"/>
                <a:gd name="T54" fmla="*/ 2147483646 w 59"/>
                <a:gd name="T55" fmla="*/ 2147483646 h 59"/>
                <a:gd name="T56" fmla="*/ 2147483646 w 59"/>
                <a:gd name="T57" fmla="*/ 2147483646 h 59"/>
                <a:gd name="T58" fmla="*/ 2147483646 w 59"/>
                <a:gd name="T59" fmla="*/ 2147483646 h 59"/>
                <a:gd name="T60" fmla="*/ 2147483646 w 59"/>
                <a:gd name="T61" fmla="*/ 2147483646 h 59"/>
                <a:gd name="T62" fmla="*/ 2147483646 w 59"/>
                <a:gd name="T63" fmla="*/ 2147483646 h 59"/>
                <a:gd name="T64" fmla="*/ 2147483646 w 59"/>
                <a:gd name="T65" fmla="*/ 2147483646 h 59"/>
                <a:gd name="T66" fmla="*/ 2147483646 w 59"/>
                <a:gd name="T67" fmla="*/ 2147483646 h 59"/>
                <a:gd name="T68" fmla="*/ 2147483646 w 59"/>
                <a:gd name="T69" fmla="*/ 2147483646 h 59"/>
                <a:gd name="T70" fmla="*/ 2147483646 w 59"/>
                <a:gd name="T71" fmla="*/ 2147483646 h 59"/>
                <a:gd name="T72" fmla="*/ 2147483646 w 59"/>
                <a:gd name="T73" fmla="*/ 2147483646 h 59"/>
                <a:gd name="T74" fmla="*/ 2147483646 w 59"/>
                <a:gd name="T75" fmla="*/ 2147483646 h 59"/>
                <a:gd name="T76" fmla="*/ 2147483646 w 59"/>
                <a:gd name="T77" fmla="*/ 2147483646 h 59"/>
                <a:gd name="T78" fmla="*/ 2147483646 w 59"/>
                <a:gd name="T79" fmla="*/ 2147483646 h 59"/>
                <a:gd name="T80" fmla="*/ 2147483646 w 59"/>
                <a:gd name="T81" fmla="*/ 2147483646 h 59"/>
                <a:gd name="T82" fmla="*/ 2147483646 w 59"/>
                <a:gd name="T83" fmla="*/ 2147483646 h 59"/>
                <a:gd name="T84" fmla="*/ 2147483646 w 59"/>
                <a:gd name="T85" fmla="*/ 0 h 59"/>
                <a:gd name="T86" fmla="*/ 2147483646 w 59"/>
                <a:gd name="T87" fmla="*/ 0 h 59"/>
                <a:gd name="T88" fmla="*/ 2147483646 w 59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9" h="59">
                  <a:moveTo>
                    <a:pt x="30" y="30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2"/>
                  </a:lnTo>
                  <a:lnTo>
                    <a:pt x="19" y="2"/>
                  </a:lnTo>
                  <a:lnTo>
                    <a:pt x="18" y="2"/>
                  </a:lnTo>
                  <a:lnTo>
                    <a:pt x="16" y="3"/>
                  </a:lnTo>
                  <a:lnTo>
                    <a:pt x="15" y="5"/>
                  </a:lnTo>
                  <a:lnTo>
                    <a:pt x="13" y="5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7"/>
                  </a:lnTo>
                  <a:lnTo>
                    <a:pt x="9" y="9"/>
                  </a:lnTo>
                  <a:lnTo>
                    <a:pt x="7" y="9"/>
                  </a:lnTo>
                  <a:lnTo>
                    <a:pt x="7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3" y="42"/>
                  </a:lnTo>
                  <a:lnTo>
                    <a:pt x="3" y="43"/>
                  </a:lnTo>
                  <a:lnTo>
                    <a:pt x="4" y="43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50"/>
                  </a:lnTo>
                  <a:lnTo>
                    <a:pt x="10" y="52"/>
                  </a:lnTo>
                  <a:lnTo>
                    <a:pt x="12" y="53"/>
                  </a:lnTo>
                  <a:lnTo>
                    <a:pt x="13" y="53"/>
                  </a:lnTo>
                  <a:lnTo>
                    <a:pt x="15" y="55"/>
                  </a:lnTo>
                  <a:lnTo>
                    <a:pt x="16" y="55"/>
                  </a:lnTo>
                  <a:lnTo>
                    <a:pt x="16" y="56"/>
                  </a:lnTo>
                  <a:lnTo>
                    <a:pt x="18" y="56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5" y="58"/>
                  </a:lnTo>
                  <a:lnTo>
                    <a:pt x="37" y="58"/>
                  </a:lnTo>
                  <a:lnTo>
                    <a:pt x="38" y="58"/>
                  </a:lnTo>
                  <a:lnTo>
                    <a:pt x="40" y="58"/>
                  </a:lnTo>
                  <a:lnTo>
                    <a:pt x="41" y="56"/>
                  </a:lnTo>
                  <a:lnTo>
                    <a:pt x="43" y="56"/>
                  </a:lnTo>
                  <a:lnTo>
                    <a:pt x="44" y="55"/>
                  </a:lnTo>
                  <a:lnTo>
                    <a:pt x="46" y="53"/>
                  </a:lnTo>
                  <a:lnTo>
                    <a:pt x="47" y="53"/>
                  </a:lnTo>
                  <a:lnTo>
                    <a:pt x="49" y="52"/>
                  </a:lnTo>
                  <a:lnTo>
                    <a:pt x="50" y="52"/>
                  </a:lnTo>
                  <a:lnTo>
                    <a:pt x="50" y="50"/>
                  </a:lnTo>
                  <a:lnTo>
                    <a:pt x="52" y="49"/>
                  </a:lnTo>
                  <a:lnTo>
                    <a:pt x="53" y="49"/>
                  </a:lnTo>
                  <a:lnTo>
                    <a:pt x="53" y="48"/>
                  </a:lnTo>
                  <a:lnTo>
                    <a:pt x="55" y="46"/>
                  </a:lnTo>
                  <a:lnTo>
                    <a:pt x="55" y="45"/>
                  </a:lnTo>
                  <a:lnTo>
                    <a:pt x="56" y="43"/>
                  </a:lnTo>
                  <a:lnTo>
                    <a:pt x="58" y="42"/>
                  </a:lnTo>
                  <a:lnTo>
                    <a:pt x="58" y="40"/>
                  </a:lnTo>
                  <a:lnTo>
                    <a:pt x="58" y="39"/>
                  </a:lnTo>
                  <a:lnTo>
                    <a:pt x="58" y="37"/>
                  </a:lnTo>
                  <a:lnTo>
                    <a:pt x="59" y="36"/>
                  </a:lnTo>
                  <a:lnTo>
                    <a:pt x="59" y="34"/>
                  </a:lnTo>
                  <a:lnTo>
                    <a:pt x="59" y="33"/>
                  </a:lnTo>
                  <a:lnTo>
                    <a:pt x="59" y="31"/>
                  </a:lnTo>
                  <a:lnTo>
                    <a:pt x="59" y="30"/>
                  </a:lnTo>
                  <a:lnTo>
                    <a:pt x="59" y="28"/>
                  </a:lnTo>
                  <a:lnTo>
                    <a:pt x="59" y="27"/>
                  </a:lnTo>
                  <a:lnTo>
                    <a:pt x="59" y="25"/>
                  </a:lnTo>
                  <a:lnTo>
                    <a:pt x="59" y="24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6" y="16"/>
                  </a:lnTo>
                  <a:lnTo>
                    <a:pt x="56" y="15"/>
                  </a:lnTo>
                  <a:lnTo>
                    <a:pt x="55" y="13"/>
                  </a:lnTo>
                  <a:lnTo>
                    <a:pt x="53" y="12"/>
                  </a:lnTo>
                  <a:lnTo>
                    <a:pt x="53" y="10"/>
                  </a:lnTo>
                  <a:lnTo>
                    <a:pt x="52" y="9"/>
                  </a:lnTo>
                  <a:lnTo>
                    <a:pt x="50" y="9"/>
                  </a:lnTo>
                  <a:lnTo>
                    <a:pt x="50" y="7"/>
                  </a:lnTo>
                  <a:lnTo>
                    <a:pt x="49" y="6"/>
                  </a:lnTo>
                  <a:lnTo>
                    <a:pt x="47" y="6"/>
                  </a:lnTo>
                  <a:lnTo>
                    <a:pt x="46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3"/>
                  </a:lnTo>
                  <a:lnTo>
                    <a:pt x="41" y="2"/>
                  </a:lnTo>
                  <a:lnTo>
                    <a:pt x="40" y="2"/>
                  </a:lnTo>
                  <a:lnTo>
                    <a:pt x="38" y="2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19" name="Line 41">
              <a:extLst>
                <a:ext uri="{FF2B5EF4-FFF2-40B4-BE49-F238E27FC236}">
                  <a16:creationId xmlns:a16="http://schemas.microsoft.com/office/drawing/2014/main" id="{F539B427-FC2C-4E13-BFD8-4C73B6C2E4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9038" y="2779712"/>
              <a:ext cx="4953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0" name="Freeform 42">
              <a:extLst>
                <a:ext uri="{FF2B5EF4-FFF2-40B4-BE49-F238E27FC236}">
                  <a16:creationId xmlns:a16="http://schemas.microsoft.com/office/drawing/2014/main" id="{43FA3C2A-054C-40D4-9D8D-A62051CF7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038" y="1601787"/>
              <a:ext cx="495300" cy="1012825"/>
            </a:xfrm>
            <a:custGeom>
              <a:avLst/>
              <a:gdLst>
                <a:gd name="T0" fmla="*/ 2147483646 w 623"/>
                <a:gd name="T1" fmla="*/ 2147483646 h 1275"/>
                <a:gd name="T2" fmla="*/ 2147483646 w 623"/>
                <a:gd name="T3" fmla="*/ 2147483646 h 1275"/>
                <a:gd name="T4" fmla="*/ 2147483646 w 623"/>
                <a:gd name="T5" fmla="*/ 0 h 1275"/>
                <a:gd name="T6" fmla="*/ 0 w 623"/>
                <a:gd name="T7" fmla="*/ 0 h 12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3" h="1275">
                  <a:moveTo>
                    <a:pt x="623" y="1275"/>
                  </a:moveTo>
                  <a:lnTo>
                    <a:pt x="415" y="1275"/>
                  </a:lnTo>
                  <a:lnTo>
                    <a:pt x="415" y="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1" name="Freeform 43">
              <a:extLst>
                <a:ext uri="{FF2B5EF4-FFF2-40B4-BE49-F238E27FC236}">
                  <a16:creationId xmlns:a16="http://schemas.microsoft.com/office/drawing/2014/main" id="{F0C501D8-EF63-4361-BDA0-C5179BB4A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038" y="2943225"/>
              <a:ext cx="495300" cy="989012"/>
            </a:xfrm>
            <a:custGeom>
              <a:avLst/>
              <a:gdLst>
                <a:gd name="T0" fmla="*/ 2147483646 w 623"/>
                <a:gd name="T1" fmla="*/ 0 h 1245"/>
                <a:gd name="T2" fmla="*/ 2147483646 w 623"/>
                <a:gd name="T3" fmla="*/ 0 h 1245"/>
                <a:gd name="T4" fmla="*/ 2147483646 w 623"/>
                <a:gd name="T5" fmla="*/ 2147483646 h 1245"/>
                <a:gd name="T6" fmla="*/ 0 w 623"/>
                <a:gd name="T7" fmla="*/ 2147483646 h 12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3" h="1245">
                  <a:moveTo>
                    <a:pt x="623" y="0"/>
                  </a:moveTo>
                  <a:lnTo>
                    <a:pt x="415" y="0"/>
                  </a:lnTo>
                  <a:lnTo>
                    <a:pt x="415" y="1245"/>
                  </a:lnTo>
                  <a:lnTo>
                    <a:pt x="0" y="1245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2" name="Line 44">
              <a:extLst>
                <a:ext uri="{FF2B5EF4-FFF2-40B4-BE49-F238E27FC236}">
                  <a16:creationId xmlns:a16="http://schemas.microsoft.com/office/drawing/2014/main" id="{D6C04D5A-07C4-40A5-B336-E9D11A73CF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72263" y="2779712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" name="Rectangle 45">
              <a:extLst>
                <a:ext uri="{FF2B5EF4-FFF2-40B4-BE49-F238E27FC236}">
                  <a16:creationId xmlns:a16="http://schemas.microsoft.com/office/drawing/2014/main" id="{5F6FE373-9D0E-4469-8A8B-967F14A08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4863" y="2670175"/>
              <a:ext cx="200025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4" name="Freeform 63">
              <a:extLst>
                <a:ext uri="{FF2B5EF4-FFF2-40B4-BE49-F238E27FC236}">
                  <a16:creationId xmlns:a16="http://schemas.microsoft.com/office/drawing/2014/main" id="{B6076713-E0FE-4221-826A-E3D6002D3C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713" y="1601787"/>
              <a:ext cx="187325" cy="1588"/>
            </a:xfrm>
            <a:custGeom>
              <a:avLst/>
              <a:gdLst>
                <a:gd name="T0" fmla="*/ 2147483646 w 237"/>
                <a:gd name="T1" fmla="*/ 0 h 1588"/>
                <a:gd name="T2" fmla="*/ 0 w 237"/>
                <a:gd name="T3" fmla="*/ 0 h 1588"/>
                <a:gd name="T4" fmla="*/ 2147483646 w 237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7" h="1588">
                  <a:moveTo>
                    <a:pt x="237" y="0"/>
                  </a:moveTo>
                  <a:lnTo>
                    <a:pt x="0" y="0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5" name="Line 64">
              <a:extLst>
                <a:ext uri="{FF2B5EF4-FFF2-40B4-BE49-F238E27FC236}">
                  <a16:creationId xmlns:a16="http://schemas.microsoft.com/office/drawing/2014/main" id="{5D990502-B481-4F09-9BFC-B72B38F963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1713" y="1601787"/>
              <a:ext cx="1873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6" name="Freeform 65">
              <a:extLst>
                <a:ext uri="{FF2B5EF4-FFF2-40B4-BE49-F238E27FC236}">
                  <a16:creationId xmlns:a16="http://schemas.microsoft.com/office/drawing/2014/main" id="{7F712531-7236-4B23-BBA8-D658563D2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1766887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7" name="Line 66">
              <a:extLst>
                <a:ext uri="{FF2B5EF4-FFF2-40B4-BE49-F238E27FC236}">
                  <a16:creationId xmlns:a16="http://schemas.microsoft.com/office/drawing/2014/main" id="{B6DB64BC-F353-4768-9B29-F4CCF6558C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1766887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8" name="Freeform 67">
              <a:extLst>
                <a:ext uri="{FF2B5EF4-FFF2-40B4-BE49-F238E27FC236}">
                  <a16:creationId xmlns:a16="http://schemas.microsoft.com/office/drawing/2014/main" id="{531C6AD4-AB39-468E-8955-54B27301B1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1436687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9" name="Line 68">
              <a:extLst>
                <a:ext uri="{FF2B5EF4-FFF2-40B4-BE49-F238E27FC236}">
                  <a16:creationId xmlns:a16="http://schemas.microsoft.com/office/drawing/2014/main" id="{58856C5E-8008-48AD-AC7E-A986103C1A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1436687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0" name="Line 69">
              <a:extLst>
                <a:ext uri="{FF2B5EF4-FFF2-40B4-BE49-F238E27FC236}">
                  <a16:creationId xmlns:a16="http://schemas.microsoft.com/office/drawing/2014/main" id="{55462864-D4D5-405B-929C-14A2B2B943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500" y="1436687"/>
              <a:ext cx="1588" cy="3302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1" name="Rectangle 75">
              <a:extLst>
                <a:ext uri="{FF2B5EF4-FFF2-40B4-BE49-F238E27FC236}">
                  <a16:creationId xmlns:a16="http://schemas.microsoft.com/office/drawing/2014/main" id="{A6F264CE-4749-4720-BF1B-A5017F828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1284287"/>
              <a:ext cx="236538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2" name="Rectangle 76">
              <a:extLst>
                <a:ext uri="{FF2B5EF4-FFF2-40B4-BE49-F238E27FC236}">
                  <a16:creationId xmlns:a16="http://schemas.microsoft.com/office/drawing/2014/main" id="{3E8E2DE1-5AB2-4BCA-92FE-438E9A602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588" y="1390650"/>
              <a:ext cx="206375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3" name="Rectangle 77">
              <a:extLst>
                <a:ext uri="{FF2B5EF4-FFF2-40B4-BE49-F238E27FC236}">
                  <a16:creationId xmlns:a16="http://schemas.microsoft.com/office/drawing/2014/main" id="{EFDCCFCB-1B4C-4320-8519-341E58360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1630362"/>
              <a:ext cx="236538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34" name="Rectangle 78">
              <a:extLst>
                <a:ext uri="{FF2B5EF4-FFF2-40B4-BE49-F238E27FC236}">
                  <a16:creationId xmlns:a16="http://schemas.microsoft.com/office/drawing/2014/main" id="{077B0807-4D92-4DC2-AC2F-2040846C8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588" y="1736725"/>
              <a:ext cx="206375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135" name="Group 80">
              <a:extLst>
                <a:ext uri="{FF2B5EF4-FFF2-40B4-BE49-F238E27FC236}">
                  <a16:creationId xmlns:a16="http://schemas.microsoft.com/office/drawing/2014/main" id="{BE6706A8-0426-4156-A77A-6F815EFDB5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4963" y="1320800"/>
              <a:ext cx="666750" cy="561975"/>
              <a:chOff x="3435" y="821"/>
              <a:chExt cx="421" cy="354"/>
            </a:xfrm>
          </p:grpSpPr>
          <p:sp>
            <p:nvSpPr>
              <p:cNvPr id="148" name="Line 81">
                <a:extLst>
                  <a:ext uri="{FF2B5EF4-FFF2-40B4-BE49-F238E27FC236}">
                    <a16:creationId xmlns:a16="http://schemas.microsoft.com/office/drawing/2014/main" id="{921D7B8A-BCAA-401F-9ADB-BEA4D063C5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49" name="Line 82">
                <a:extLst>
                  <a:ext uri="{FF2B5EF4-FFF2-40B4-BE49-F238E27FC236}">
                    <a16:creationId xmlns:a16="http://schemas.microsoft.com/office/drawing/2014/main" id="{AC0E1B22-7070-40F2-BB37-999D457156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0" name="Arc 83">
                <a:extLst>
                  <a:ext uri="{FF2B5EF4-FFF2-40B4-BE49-F238E27FC236}">
                    <a16:creationId xmlns:a16="http://schemas.microsoft.com/office/drawing/2014/main" id="{227E4483-CEEB-4502-9C7B-4ED5445B0B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1" name="Arc 84">
                <a:extLst>
                  <a:ext uri="{FF2B5EF4-FFF2-40B4-BE49-F238E27FC236}">
                    <a16:creationId xmlns:a16="http://schemas.microsoft.com/office/drawing/2014/main" id="{F16575F7-676D-4DF6-99CF-3D18FF2197D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2" name="Line 85">
                <a:extLst>
                  <a:ext uri="{FF2B5EF4-FFF2-40B4-BE49-F238E27FC236}">
                    <a16:creationId xmlns:a16="http://schemas.microsoft.com/office/drawing/2014/main" id="{3794739D-4847-459D-AE8A-1A58D537A4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36" name="Group 86">
              <a:extLst>
                <a:ext uri="{FF2B5EF4-FFF2-40B4-BE49-F238E27FC236}">
                  <a16:creationId xmlns:a16="http://schemas.microsoft.com/office/drawing/2014/main" id="{78D9E0EE-47A7-4331-869B-D94E84E79C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2900" y="2500312"/>
              <a:ext cx="668338" cy="561975"/>
              <a:chOff x="3435" y="821"/>
              <a:chExt cx="421" cy="354"/>
            </a:xfrm>
          </p:grpSpPr>
          <p:sp>
            <p:nvSpPr>
              <p:cNvPr id="143" name="Line 87">
                <a:extLst>
                  <a:ext uri="{FF2B5EF4-FFF2-40B4-BE49-F238E27FC236}">
                    <a16:creationId xmlns:a16="http://schemas.microsoft.com/office/drawing/2014/main" id="{343256A0-0F0B-4B54-9938-0310F06CB5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44" name="Line 88">
                <a:extLst>
                  <a:ext uri="{FF2B5EF4-FFF2-40B4-BE49-F238E27FC236}">
                    <a16:creationId xmlns:a16="http://schemas.microsoft.com/office/drawing/2014/main" id="{C5717E25-31D8-43B3-B38A-F92CA882E8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45" name="Arc 89">
                <a:extLst>
                  <a:ext uri="{FF2B5EF4-FFF2-40B4-BE49-F238E27FC236}">
                    <a16:creationId xmlns:a16="http://schemas.microsoft.com/office/drawing/2014/main" id="{1531024D-029E-4203-8575-645C99BE79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46" name="Arc 90">
                <a:extLst>
                  <a:ext uri="{FF2B5EF4-FFF2-40B4-BE49-F238E27FC236}">
                    <a16:creationId xmlns:a16="http://schemas.microsoft.com/office/drawing/2014/main" id="{CE6F0009-780F-449E-ADD4-19257923F0F6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47" name="Line 91">
                <a:extLst>
                  <a:ext uri="{FF2B5EF4-FFF2-40B4-BE49-F238E27FC236}">
                    <a16:creationId xmlns:a16="http://schemas.microsoft.com/office/drawing/2014/main" id="{2B225BD7-E0CE-462C-A1AC-FA69A9285C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37" name="Group 92">
              <a:extLst>
                <a:ext uri="{FF2B5EF4-FFF2-40B4-BE49-F238E27FC236}">
                  <a16:creationId xmlns:a16="http://schemas.microsoft.com/office/drawing/2014/main" id="{1D352D30-BEEA-42F1-999A-4722CAF7A8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7663" y="3651250"/>
              <a:ext cx="666750" cy="561975"/>
              <a:chOff x="3435" y="821"/>
              <a:chExt cx="421" cy="354"/>
            </a:xfrm>
          </p:grpSpPr>
          <p:sp>
            <p:nvSpPr>
              <p:cNvPr id="138" name="Line 93">
                <a:extLst>
                  <a:ext uri="{FF2B5EF4-FFF2-40B4-BE49-F238E27FC236}">
                    <a16:creationId xmlns:a16="http://schemas.microsoft.com/office/drawing/2014/main" id="{B6D286C4-C582-4F8F-82C5-A842AA66DC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39" name="Line 94">
                <a:extLst>
                  <a:ext uri="{FF2B5EF4-FFF2-40B4-BE49-F238E27FC236}">
                    <a16:creationId xmlns:a16="http://schemas.microsoft.com/office/drawing/2014/main" id="{1A5C5F0A-1E25-4C81-94E0-514C26F3B7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40" name="Arc 95">
                <a:extLst>
                  <a:ext uri="{FF2B5EF4-FFF2-40B4-BE49-F238E27FC236}">
                    <a16:creationId xmlns:a16="http://schemas.microsoft.com/office/drawing/2014/main" id="{C4FD73CA-4353-46C9-9EFA-776B33D2BB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41" name="Arc 96">
                <a:extLst>
                  <a:ext uri="{FF2B5EF4-FFF2-40B4-BE49-F238E27FC236}">
                    <a16:creationId xmlns:a16="http://schemas.microsoft.com/office/drawing/2014/main" id="{0B8DB536-615C-4D9B-A45B-1058A9A62F5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42" name="Line 97">
                <a:extLst>
                  <a:ext uri="{FF2B5EF4-FFF2-40B4-BE49-F238E27FC236}">
                    <a16:creationId xmlns:a16="http://schemas.microsoft.com/office/drawing/2014/main" id="{1C72946C-BACC-4861-BF42-F0B950767B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0FB1045A-B1D9-4F9B-8A50-3AE609472D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225"/>
            <a:ext cx="9144000" cy="685800"/>
          </a:xfrm>
        </p:spPr>
        <p:txBody>
          <a:bodyPr/>
          <a:lstStyle/>
          <a:p>
            <a:r>
              <a:rPr lang="en-US" altLang="en-US" sz="3200"/>
              <a:t>Canonical Sum-Of-Products (SOP)</a:t>
            </a:r>
          </a:p>
        </p:txBody>
      </p:sp>
      <p:sp>
        <p:nvSpPr>
          <p:cNvPr id="43010" name="TextBox 125">
            <a:extLst>
              <a:ext uri="{FF2B5EF4-FFF2-40B4-BE49-F238E27FC236}">
                <a16:creationId xmlns:a16="http://schemas.microsoft.com/office/drawing/2014/main" id="{B1F4B422-9026-4B72-A455-F29C58AC9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2.20a from the textbook ]</a:t>
            </a:r>
          </a:p>
        </p:txBody>
      </p:sp>
      <p:grpSp>
        <p:nvGrpSpPr>
          <p:cNvPr id="43011" name="Group 2">
            <a:extLst>
              <a:ext uri="{FF2B5EF4-FFF2-40B4-BE49-F238E27FC236}">
                <a16:creationId xmlns:a16="http://schemas.microsoft.com/office/drawing/2014/main" id="{8DEBED0A-4621-4F68-A2DE-EDF2567A25D8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752600"/>
            <a:ext cx="5297487" cy="2928938"/>
            <a:chOff x="2057400" y="1284287"/>
            <a:chExt cx="5297488" cy="2928938"/>
          </a:xfrm>
        </p:grpSpPr>
        <p:sp>
          <p:nvSpPr>
            <p:cNvPr id="43013" name="Line 2">
              <a:extLst>
                <a:ext uri="{FF2B5EF4-FFF2-40B4-BE49-F238E27FC236}">
                  <a16:creationId xmlns:a16="http://schemas.microsoft.com/office/drawing/2014/main" id="{5829A55A-6ADA-4403-BB95-BA4131E276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4338" y="2779712"/>
              <a:ext cx="3778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14" name="Line 3">
              <a:extLst>
                <a:ext uri="{FF2B5EF4-FFF2-40B4-BE49-F238E27FC236}">
                  <a16:creationId xmlns:a16="http://schemas.microsoft.com/office/drawing/2014/main" id="{AE41677B-7665-43D0-8EA2-07B0A0D54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4338" y="2614612"/>
              <a:ext cx="3524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15" name="Line 4">
              <a:extLst>
                <a:ext uri="{FF2B5EF4-FFF2-40B4-BE49-F238E27FC236}">
                  <a16:creationId xmlns:a16="http://schemas.microsoft.com/office/drawing/2014/main" id="{D25ABA9B-61C7-4B39-8569-D21F93B0C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4338" y="2943225"/>
              <a:ext cx="352425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16" name="Line 5">
              <a:extLst>
                <a:ext uri="{FF2B5EF4-FFF2-40B4-BE49-F238E27FC236}">
                  <a16:creationId xmlns:a16="http://schemas.microsoft.com/office/drawing/2014/main" id="{1F6B2D6F-8A6A-4AD3-A979-208631E464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83350" y="2779712"/>
              <a:ext cx="188913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17" name="Freeform 6">
              <a:extLst>
                <a:ext uri="{FF2B5EF4-FFF2-40B4-BE49-F238E27FC236}">
                  <a16:creationId xmlns:a16="http://schemas.microsoft.com/office/drawing/2014/main" id="{AC09479F-62BE-4C03-9304-F1DDB95AA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2313" y="2492375"/>
              <a:ext cx="704850" cy="280987"/>
            </a:xfrm>
            <a:custGeom>
              <a:avLst/>
              <a:gdLst>
                <a:gd name="T0" fmla="*/ 2147483646 w 886"/>
                <a:gd name="T1" fmla="*/ 0 h 353"/>
                <a:gd name="T2" fmla="*/ 2147483646 w 886"/>
                <a:gd name="T3" fmla="*/ 0 h 353"/>
                <a:gd name="T4" fmla="*/ 2147483646 w 886"/>
                <a:gd name="T5" fmla="*/ 0 h 353"/>
                <a:gd name="T6" fmla="*/ 2147483646 w 886"/>
                <a:gd name="T7" fmla="*/ 2147483646 h 353"/>
                <a:gd name="T8" fmla="*/ 2147483646 w 886"/>
                <a:gd name="T9" fmla="*/ 2147483646 h 353"/>
                <a:gd name="T10" fmla="*/ 2147483646 w 886"/>
                <a:gd name="T11" fmla="*/ 2147483646 h 353"/>
                <a:gd name="T12" fmla="*/ 2147483646 w 886"/>
                <a:gd name="T13" fmla="*/ 2147483646 h 353"/>
                <a:gd name="T14" fmla="*/ 2147483646 w 886"/>
                <a:gd name="T15" fmla="*/ 2147483646 h 353"/>
                <a:gd name="T16" fmla="*/ 2147483646 w 886"/>
                <a:gd name="T17" fmla="*/ 2147483646 h 353"/>
                <a:gd name="T18" fmla="*/ 2147483646 w 886"/>
                <a:gd name="T19" fmla="*/ 2147483646 h 353"/>
                <a:gd name="T20" fmla="*/ 2147483646 w 886"/>
                <a:gd name="T21" fmla="*/ 2147483646 h 353"/>
                <a:gd name="T22" fmla="*/ 2147483646 w 886"/>
                <a:gd name="T23" fmla="*/ 2147483646 h 353"/>
                <a:gd name="T24" fmla="*/ 2147483646 w 886"/>
                <a:gd name="T25" fmla="*/ 2147483646 h 353"/>
                <a:gd name="T26" fmla="*/ 2147483646 w 886"/>
                <a:gd name="T27" fmla="*/ 2147483646 h 353"/>
                <a:gd name="T28" fmla="*/ 2147483646 w 886"/>
                <a:gd name="T29" fmla="*/ 2147483646 h 353"/>
                <a:gd name="T30" fmla="*/ 2147483646 w 886"/>
                <a:gd name="T31" fmla="*/ 2147483646 h 353"/>
                <a:gd name="T32" fmla="*/ 2147483646 w 886"/>
                <a:gd name="T33" fmla="*/ 2147483646 h 353"/>
                <a:gd name="T34" fmla="*/ 2147483646 w 886"/>
                <a:gd name="T35" fmla="*/ 2147483646 h 353"/>
                <a:gd name="T36" fmla="*/ 2147483646 w 886"/>
                <a:gd name="T37" fmla="*/ 2147483646 h 353"/>
                <a:gd name="T38" fmla="*/ 2147483646 w 886"/>
                <a:gd name="T39" fmla="*/ 2147483646 h 353"/>
                <a:gd name="T40" fmla="*/ 2147483646 w 886"/>
                <a:gd name="T41" fmla="*/ 2147483646 h 353"/>
                <a:gd name="T42" fmla="*/ 2147483646 w 886"/>
                <a:gd name="T43" fmla="*/ 2147483646 h 353"/>
                <a:gd name="T44" fmla="*/ 2147483646 w 886"/>
                <a:gd name="T45" fmla="*/ 2147483646 h 353"/>
                <a:gd name="T46" fmla="*/ 2147483646 w 886"/>
                <a:gd name="T47" fmla="*/ 2147483646 h 353"/>
                <a:gd name="T48" fmla="*/ 2147483646 w 886"/>
                <a:gd name="T49" fmla="*/ 2147483646 h 353"/>
                <a:gd name="T50" fmla="*/ 2147483646 w 886"/>
                <a:gd name="T51" fmla="*/ 2147483646 h 353"/>
                <a:gd name="T52" fmla="*/ 2147483646 w 886"/>
                <a:gd name="T53" fmla="*/ 2147483646 h 353"/>
                <a:gd name="T54" fmla="*/ 2147483646 w 886"/>
                <a:gd name="T55" fmla="*/ 2147483646 h 353"/>
                <a:gd name="T56" fmla="*/ 2147483646 w 886"/>
                <a:gd name="T57" fmla="*/ 2147483646 h 353"/>
                <a:gd name="T58" fmla="*/ 2147483646 w 886"/>
                <a:gd name="T59" fmla="*/ 2147483646 h 353"/>
                <a:gd name="T60" fmla="*/ 2147483646 w 886"/>
                <a:gd name="T61" fmla="*/ 2147483646 h 353"/>
                <a:gd name="T62" fmla="*/ 2147483646 w 886"/>
                <a:gd name="T63" fmla="*/ 2147483646 h 353"/>
                <a:gd name="T64" fmla="*/ 2147483646 w 886"/>
                <a:gd name="T65" fmla="*/ 2147483646 h 353"/>
                <a:gd name="T66" fmla="*/ 2147483646 w 886"/>
                <a:gd name="T67" fmla="*/ 2147483646 h 353"/>
                <a:gd name="T68" fmla="*/ 2147483646 w 886"/>
                <a:gd name="T69" fmla="*/ 2147483646 h 353"/>
                <a:gd name="T70" fmla="*/ 2147483646 w 886"/>
                <a:gd name="T71" fmla="*/ 2147483646 h 353"/>
                <a:gd name="T72" fmla="*/ 2147483646 w 886"/>
                <a:gd name="T73" fmla="*/ 2147483646 h 353"/>
                <a:gd name="T74" fmla="*/ 2147483646 w 886"/>
                <a:gd name="T75" fmla="*/ 2147483646 h 353"/>
                <a:gd name="T76" fmla="*/ 2147483646 w 886"/>
                <a:gd name="T77" fmla="*/ 2147483646 h 353"/>
                <a:gd name="T78" fmla="*/ 2147483646 w 886"/>
                <a:gd name="T79" fmla="*/ 2147483646 h 353"/>
                <a:gd name="T80" fmla="*/ 2147483646 w 886"/>
                <a:gd name="T81" fmla="*/ 2147483646 h 353"/>
                <a:gd name="T82" fmla="*/ 2147483646 w 886"/>
                <a:gd name="T83" fmla="*/ 2147483646 h 353"/>
                <a:gd name="T84" fmla="*/ 2147483646 w 886"/>
                <a:gd name="T85" fmla="*/ 2147483646 h 353"/>
                <a:gd name="T86" fmla="*/ 2147483646 w 886"/>
                <a:gd name="T87" fmla="*/ 2147483646 h 353"/>
                <a:gd name="T88" fmla="*/ 2147483646 w 886"/>
                <a:gd name="T89" fmla="*/ 2147483646 h 353"/>
                <a:gd name="T90" fmla="*/ 2147483646 w 886"/>
                <a:gd name="T91" fmla="*/ 2147483646 h 353"/>
                <a:gd name="T92" fmla="*/ 2147483646 w 886"/>
                <a:gd name="T93" fmla="*/ 2147483646 h 353"/>
                <a:gd name="T94" fmla="*/ 2147483646 w 886"/>
                <a:gd name="T95" fmla="*/ 2147483646 h 353"/>
                <a:gd name="T96" fmla="*/ 2147483646 w 886"/>
                <a:gd name="T97" fmla="*/ 2147483646 h 353"/>
                <a:gd name="T98" fmla="*/ 2147483646 w 886"/>
                <a:gd name="T99" fmla="*/ 2147483646 h 353"/>
                <a:gd name="T100" fmla="*/ 2147483646 w 886"/>
                <a:gd name="T101" fmla="*/ 2147483646 h 353"/>
                <a:gd name="T102" fmla="*/ 2147483646 w 886"/>
                <a:gd name="T103" fmla="*/ 2147483646 h 353"/>
                <a:gd name="T104" fmla="*/ 2147483646 w 886"/>
                <a:gd name="T105" fmla="*/ 2147483646 h 353"/>
                <a:gd name="T106" fmla="*/ 2147483646 w 886"/>
                <a:gd name="T107" fmla="*/ 2147483646 h 353"/>
                <a:gd name="T108" fmla="*/ 2147483646 w 886"/>
                <a:gd name="T109" fmla="*/ 2147483646 h 353"/>
                <a:gd name="T110" fmla="*/ 2147483646 w 886"/>
                <a:gd name="T111" fmla="*/ 2147483646 h 353"/>
                <a:gd name="T112" fmla="*/ 2147483646 w 886"/>
                <a:gd name="T113" fmla="*/ 2147483646 h 353"/>
                <a:gd name="T114" fmla="*/ 2147483646 w 886"/>
                <a:gd name="T115" fmla="*/ 2147483646 h 353"/>
                <a:gd name="T116" fmla="*/ 2147483646 w 886"/>
                <a:gd name="T117" fmla="*/ 2147483646 h 353"/>
                <a:gd name="T118" fmla="*/ 2147483646 w 886"/>
                <a:gd name="T119" fmla="*/ 2147483646 h 353"/>
                <a:gd name="T120" fmla="*/ 2147483646 w 886"/>
                <a:gd name="T121" fmla="*/ 2147483646 h 3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6" h="353">
                  <a:moveTo>
                    <a:pt x="0" y="0"/>
                  </a:moveTo>
                  <a:lnTo>
                    <a:pt x="34" y="0"/>
                  </a:lnTo>
                  <a:lnTo>
                    <a:pt x="66" y="0"/>
                  </a:lnTo>
                  <a:lnTo>
                    <a:pt x="96" y="0"/>
                  </a:lnTo>
                  <a:lnTo>
                    <a:pt x="123" y="0"/>
                  </a:lnTo>
                  <a:lnTo>
                    <a:pt x="149" y="0"/>
                  </a:lnTo>
                  <a:lnTo>
                    <a:pt x="173" y="0"/>
                  </a:lnTo>
                  <a:lnTo>
                    <a:pt x="195" y="0"/>
                  </a:lnTo>
                  <a:lnTo>
                    <a:pt x="216" y="0"/>
                  </a:lnTo>
                  <a:lnTo>
                    <a:pt x="235" y="0"/>
                  </a:lnTo>
                  <a:lnTo>
                    <a:pt x="253" y="0"/>
                  </a:lnTo>
                  <a:lnTo>
                    <a:pt x="268" y="0"/>
                  </a:lnTo>
                  <a:lnTo>
                    <a:pt x="283" y="0"/>
                  </a:lnTo>
                  <a:lnTo>
                    <a:pt x="296" y="0"/>
                  </a:lnTo>
                  <a:lnTo>
                    <a:pt x="310" y="0"/>
                  </a:lnTo>
                  <a:lnTo>
                    <a:pt x="320" y="0"/>
                  </a:lnTo>
                  <a:lnTo>
                    <a:pt x="330" y="0"/>
                  </a:lnTo>
                  <a:lnTo>
                    <a:pt x="339" y="0"/>
                  </a:lnTo>
                  <a:lnTo>
                    <a:pt x="347" y="0"/>
                  </a:lnTo>
                  <a:lnTo>
                    <a:pt x="354" y="0"/>
                  </a:lnTo>
                  <a:lnTo>
                    <a:pt x="360" y="0"/>
                  </a:lnTo>
                  <a:lnTo>
                    <a:pt x="366" y="0"/>
                  </a:lnTo>
                  <a:lnTo>
                    <a:pt x="370" y="0"/>
                  </a:lnTo>
                  <a:lnTo>
                    <a:pt x="375" y="1"/>
                  </a:lnTo>
                  <a:lnTo>
                    <a:pt x="378" y="1"/>
                  </a:lnTo>
                  <a:lnTo>
                    <a:pt x="382" y="1"/>
                  </a:lnTo>
                  <a:lnTo>
                    <a:pt x="385" y="1"/>
                  </a:lnTo>
                  <a:lnTo>
                    <a:pt x="388" y="1"/>
                  </a:lnTo>
                  <a:lnTo>
                    <a:pt x="390" y="1"/>
                  </a:lnTo>
                  <a:lnTo>
                    <a:pt x="393" y="1"/>
                  </a:lnTo>
                  <a:lnTo>
                    <a:pt x="396" y="1"/>
                  </a:lnTo>
                  <a:lnTo>
                    <a:pt x="397" y="1"/>
                  </a:lnTo>
                  <a:lnTo>
                    <a:pt x="400" y="1"/>
                  </a:lnTo>
                  <a:lnTo>
                    <a:pt x="403" y="3"/>
                  </a:lnTo>
                  <a:lnTo>
                    <a:pt x="405" y="3"/>
                  </a:lnTo>
                  <a:lnTo>
                    <a:pt x="407" y="3"/>
                  </a:lnTo>
                  <a:lnTo>
                    <a:pt x="409" y="3"/>
                  </a:lnTo>
                  <a:lnTo>
                    <a:pt x="410" y="3"/>
                  </a:lnTo>
                  <a:lnTo>
                    <a:pt x="412" y="3"/>
                  </a:lnTo>
                  <a:lnTo>
                    <a:pt x="413" y="3"/>
                  </a:lnTo>
                  <a:lnTo>
                    <a:pt x="416" y="3"/>
                  </a:lnTo>
                  <a:lnTo>
                    <a:pt x="418" y="3"/>
                  </a:lnTo>
                  <a:lnTo>
                    <a:pt x="419" y="3"/>
                  </a:lnTo>
                  <a:lnTo>
                    <a:pt x="421" y="3"/>
                  </a:lnTo>
                  <a:lnTo>
                    <a:pt x="422" y="4"/>
                  </a:lnTo>
                  <a:lnTo>
                    <a:pt x="424" y="4"/>
                  </a:lnTo>
                  <a:lnTo>
                    <a:pt x="425" y="4"/>
                  </a:lnTo>
                  <a:lnTo>
                    <a:pt x="427" y="4"/>
                  </a:lnTo>
                  <a:lnTo>
                    <a:pt x="428" y="4"/>
                  </a:lnTo>
                  <a:lnTo>
                    <a:pt x="430" y="4"/>
                  </a:lnTo>
                  <a:lnTo>
                    <a:pt x="431" y="4"/>
                  </a:lnTo>
                  <a:lnTo>
                    <a:pt x="433" y="4"/>
                  </a:lnTo>
                  <a:lnTo>
                    <a:pt x="434" y="4"/>
                  </a:lnTo>
                  <a:lnTo>
                    <a:pt x="436" y="6"/>
                  </a:lnTo>
                  <a:lnTo>
                    <a:pt x="437" y="6"/>
                  </a:lnTo>
                  <a:lnTo>
                    <a:pt x="439" y="6"/>
                  </a:lnTo>
                  <a:lnTo>
                    <a:pt x="440" y="6"/>
                  </a:lnTo>
                  <a:lnTo>
                    <a:pt x="442" y="6"/>
                  </a:lnTo>
                  <a:lnTo>
                    <a:pt x="445" y="6"/>
                  </a:lnTo>
                  <a:lnTo>
                    <a:pt x="446" y="6"/>
                  </a:lnTo>
                  <a:lnTo>
                    <a:pt x="448" y="7"/>
                  </a:lnTo>
                  <a:lnTo>
                    <a:pt x="451" y="7"/>
                  </a:lnTo>
                  <a:lnTo>
                    <a:pt x="452" y="7"/>
                  </a:lnTo>
                  <a:lnTo>
                    <a:pt x="455" y="7"/>
                  </a:lnTo>
                  <a:lnTo>
                    <a:pt x="458" y="7"/>
                  </a:lnTo>
                  <a:lnTo>
                    <a:pt x="459" y="9"/>
                  </a:lnTo>
                  <a:lnTo>
                    <a:pt x="461" y="9"/>
                  </a:lnTo>
                  <a:lnTo>
                    <a:pt x="464" y="9"/>
                  </a:lnTo>
                  <a:lnTo>
                    <a:pt x="465" y="9"/>
                  </a:lnTo>
                  <a:lnTo>
                    <a:pt x="467" y="9"/>
                  </a:lnTo>
                  <a:lnTo>
                    <a:pt x="468" y="10"/>
                  </a:lnTo>
                  <a:lnTo>
                    <a:pt x="470" y="10"/>
                  </a:lnTo>
                  <a:lnTo>
                    <a:pt x="471" y="10"/>
                  </a:lnTo>
                  <a:lnTo>
                    <a:pt x="473" y="10"/>
                  </a:lnTo>
                  <a:lnTo>
                    <a:pt x="474" y="10"/>
                  </a:lnTo>
                  <a:lnTo>
                    <a:pt x="476" y="12"/>
                  </a:lnTo>
                  <a:lnTo>
                    <a:pt x="477" y="12"/>
                  </a:lnTo>
                  <a:lnTo>
                    <a:pt x="479" y="12"/>
                  </a:lnTo>
                  <a:lnTo>
                    <a:pt x="480" y="12"/>
                  </a:lnTo>
                  <a:lnTo>
                    <a:pt x="482" y="13"/>
                  </a:lnTo>
                  <a:lnTo>
                    <a:pt x="483" y="13"/>
                  </a:lnTo>
                  <a:lnTo>
                    <a:pt x="485" y="13"/>
                  </a:lnTo>
                  <a:lnTo>
                    <a:pt x="486" y="13"/>
                  </a:lnTo>
                  <a:lnTo>
                    <a:pt x="488" y="15"/>
                  </a:lnTo>
                  <a:lnTo>
                    <a:pt x="489" y="15"/>
                  </a:lnTo>
                  <a:lnTo>
                    <a:pt x="491" y="15"/>
                  </a:lnTo>
                  <a:lnTo>
                    <a:pt x="492" y="16"/>
                  </a:lnTo>
                  <a:lnTo>
                    <a:pt x="494" y="16"/>
                  </a:lnTo>
                  <a:lnTo>
                    <a:pt x="496" y="16"/>
                  </a:lnTo>
                  <a:lnTo>
                    <a:pt x="498" y="17"/>
                  </a:lnTo>
                  <a:lnTo>
                    <a:pt x="501" y="17"/>
                  </a:lnTo>
                  <a:lnTo>
                    <a:pt x="502" y="19"/>
                  </a:lnTo>
                  <a:lnTo>
                    <a:pt x="505" y="19"/>
                  </a:lnTo>
                  <a:lnTo>
                    <a:pt x="508" y="20"/>
                  </a:lnTo>
                  <a:lnTo>
                    <a:pt x="511" y="20"/>
                  </a:lnTo>
                  <a:lnTo>
                    <a:pt x="513" y="22"/>
                  </a:lnTo>
                  <a:lnTo>
                    <a:pt x="516" y="22"/>
                  </a:lnTo>
                  <a:lnTo>
                    <a:pt x="519" y="23"/>
                  </a:lnTo>
                  <a:lnTo>
                    <a:pt x="520" y="23"/>
                  </a:lnTo>
                  <a:lnTo>
                    <a:pt x="522" y="25"/>
                  </a:lnTo>
                  <a:lnTo>
                    <a:pt x="525" y="25"/>
                  </a:lnTo>
                  <a:lnTo>
                    <a:pt x="526" y="26"/>
                  </a:lnTo>
                  <a:lnTo>
                    <a:pt x="528" y="26"/>
                  </a:lnTo>
                  <a:lnTo>
                    <a:pt x="529" y="26"/>
                  </a:lnTo>
                  <a:lnTo>
                    <a:pt x="531" y="28"/>
                  </a:lnTo>
                  <a:lnTo>
                    <a:pt x="532" y="28"/>
                  </a:lnTo>
                  <a:lnTo>
                    <a:pt x="534" y="28"/>
                  </a:lnTo>
                  <a:lnTo>
                    <a:pt x="535" y="29"/>
                  </a:lnTo>
                  <a:lnTo>
                    <a:pt x="537" y="29"/>
                  </a:lnTo>
                  <a:lnTo>
                    <a:pt x="538" y="29"/>
                  </a:lnTo>
                  <a:lnTo>
                    <a:pt x="538" y="31"/>
                  </a:lnTo>
                  <a:lnTo>
                    <a:pt x="539" y="31"/>
                  </a:lnTo>
                  <a:lnTo>
                    <a:pt x="541" y="31"/>
                  </a:lnTo>
                  <a:lnTo>
                    <a:pt x="542" y="32"/>
                  </a:lnTo>
                  <a:lnTo>
                    <a:pt x="544" y="32"/>
                  </a:lnTo>
                  <a:lnTo>
                    <a:pt x="545" y="34"/>
                  </a:lnTo>
                  <a:lnTo>
                    <a:pt x="547" y="34"/>
                  </a:lnTo>
                  <a:lnTo>
                    <a:pt x="548" y="35"/>
                  </a:lnTo>
                  <a:lnTo>
                    <a:pt x="550" y="35"/>
                  </a:lnTo>
                  <a:lnTo>
                    <a:pt x="551" y="37"/>
                  </a:lnTo>
                  <a:lnTo>
                    <a:pt x="553" y="37"/>
                  </a:lnTo>
                  <a:lnTo>
                    <a:pt x="556" y="38"/>
                  </a:lnTo>
                  <a:lnTo>
                    <a:pt x="557" y="40"/>
                  </a:lnTo>
                  <a:lnTo>
                    <a:pt x="559" y="40"/>
                  </a:lnTo>
                  <a:lnTo>
                    <a:pt x="562" y="41"/>
                  </a:lnTo>
                  <a:lnTo>
                    <a:pt x="563" y="43"/>
                  </a:lnTo>
                  <a:lnTo>
                    <a:pt x="566" y="44"/>
                  </a:lnTo>
                  <a:lnTo>
                    <a:pt x="569" y="44"/>
                  </a:lnTo>
                  <a:lnTo>
                    <a:pt x="571" y="46"/>
                  </a:lnTo>
                  <a:lnTo>
                    <a:pt x="572" y="47"/>
                  </a:lnTo>
                  <a:lnTo>
                    <a:pt x="574" y="47"/>
                  </a:lnTo>
                  <a:lnTo>
                    <a:pt x="577" y="49"/>
                  </a:lnTo>
                  <a:lnTo>
                    <a:pt x="578" y="50"/>
                  </a:lnTo>
                  <a:lnTo>
                    <a:pt x="580" y="50"/>
                  </a:lnTo>
                  <a:lnTo>
                    <a:pt x="581" y="52"/>
                  </a:lnTo>
                  <a:lnTo>
                    <a:pt x="582" y="52"/>
                  </a:lnTo>
                  <a:lnTo>
                    <a:pt x="584" y="53"/>
                  </a:lnTo>
                  <a:lnTo>
                    <a:pt x="585" y="53"/>
                  </a:lnTo>
                  <a:lnTo>
                    <a:pt x="587" y="55"/>
                  </a:lnTo>
                  <a:lnTo>
                    <a:pt x="588" y="55"/>
                  </a:lnTo>
                  <a:lnTo>
                    <a:pt x="590" y="56"/>
                  </a:lnTo>
                  <a:lnTo>
                    <a:pt x="591" y="56"/>
                  </a:lnTo>
                  <a:lnTo>
                    <a:pt x="593" y="58"/>
                  </a:lnTo>
                  <a:lnTo>
                    <a:pt x="594" y="58"/>
                  </a:lnTo>
                  <a:lnTo>
                    <a:pt x="596" y="59"/>
                  </a:lnTo>
                  <a:lnTo>
                    <a:pt x="597" y="60"/>
                  </a:lnTo>
                  <a:lnTo>
                    <a:pt x="599" y="60"/>
                  </a:lnTo>
                  <a:lnTo>
                    <a:pt x="600" y="62"/>
                  </a:lnTo>
                  <a:lnTo>
                    <a:pt x="602" y="62"/>
                  </a:lnTo>
                  <a:lnTo>
                    <a:pt x="603" y="63"/>
                  </a:lnTo>
                  <a:lnTo>
                    <a:pt x="605" y="65"/>
                  </a:lnTo>
                  <a:lnTo>
                    <a:pt x="606" y="65"/>
                  </a:lnTo>
                  <a:lnTo>
                    <a:pt x="609" y="66"/>
                  </a:lnTo>
                  <a:lnTo>
                    <a:pt x="611" y="68"/>
                  </a:lnTo>
                  <a:lnTo>
                    <a:pt x="612" y="68"/>
                  </a:lnTo>
                  <a:lnTo>
                    <a:pt x="615" y="69"/>
                  </a:lnTo>
                  <a:lnTo>
                    <a:pt x="617" y="71"/>
                  </a:lnTo>
                  <a:lnTo>
                    <a:pt x="618" y="72"/>
                  </a:lnTo>
                  <a:lnTo>
                    <a:pt x="621" y="72"/>
                  </a:lnTo>
                  <a:lnTo>
                    <a:pt x="623" y="74"/>
                  </a:lnTo>
                  <a:lnTo>
                    <a:pt x="624" y="74"/>
                  </a:lnTo>
                  <a:lnTo>
                    <a:pt x="625" y="75"/>
                  </a:lnTo>
                  <a:lnTo>
                    <a:pt x="627" y="77"/>
                  </a:lnTo>
                  <a:lnTo>
                    <a:pt x="628" y="77"/>
                  </a:lnTo>
                  <a:lnTo>
                    <a:pt x="630" y="78"/>
                  </a:lnTo>
                  <a:lnTo>
                    <a:pt x="631" y="78"/>
                  </a:lnTo>
                  <a:lnTo>
                    <a:pt x="633" y="80"/>
                  </a:lnTo>
                  <a:lnTo>
                    <a:pt x="634" y="81"/>
                  </a:lnTo>
                  <a:lnTo>
                    <a:pt x="636" y="81"/>
                  </a:lnTo>
                  <a:lnTo>
                    <a:pt x="637" y="83"/>
                  </a:lnTo>
                  <a:lnTo>
                    <a:pt x="639" y="83"/>
                  </a:lnTo>
                  <a:lnTo>
                    <a:pt x="639" y="84"/>
                  </a:lnTo>
                  <a:lnTo>
                    <a:pt x="640" y="84"/>
                  </a:lnTo>
                  <a:lnTo>
                    <a:pt x="642" y="84"/>
                  </a:lnTo>
                  <a:lnTo>
                    <a:pt x="642" y="86"/>
                  </a:lnTo>
                  <a:lnTo>
                    <a:pt x="643" y="86"/>
                  </a:lnTo>
                  <a:lnTo>
                    <a:pt x="645" y="87"/>
                  </a:lnTo>
                  <a:lnTo>
                    <a:pt x="646" y="87"/>
                  </a:lnTo>
                  <a:lnTo>
                    <a:pt x="648" y="89"/>
                  </a:lnTo>
                  <a:lnTo>
                    <a:pt x="648" y="90"/>
                  </a:lnTo>
                  <a:lnTo>
                    <a:pt x="649" y="90"/>
                  </a:lnTo>
                  <a:lnTo>
                    <a:pt x="651" y="92"/>
                  </a:lnTo>
                  <a:lnTo>
                    <a:pt x="654" y="92"/>
                  </a:lnTo>
                  <a:lnTo>
                    <a:pt x="655" y="93"/>
                  </a:lnTo>
                  <a:lnTo>
                    <a:pt x="657" y="95"/>
                  </a:lnTo>
                  <a:lnTo>
                    <a:pt x="658" y="96"/>
                  </a:lnTo>
                  <a:lnTo>
                    <a:pt x="660" y="96"/>
                  </a:lnTo>
                  <a:lnTo>
                    <a:pt x="661" y="98"/>
                  </a:lnTo>
                  <a:lnTo>
                    <a:pt x="663" y="99"/>
                  </a:lnTo>
                  <a:lnTo>
                    <a:pt x="664" y="101"/>
                  </a:lnTo>
                  <a:lnTo>
                    <a:pt x="666" y="101"/>
                  </a:lnTo>
                  <a:lnTo>
                    <a:pt x="667" y="102"/>
                  </a:lnTo>
                  <a:lnTo>
                    <a:pt x="668" y="102"/>
                  </a:lnTo>
                  <a:lnTo>
                    <a:pt x="670" y="103"/>
                  </a:lnTo>
                  <a:lnTo>
                    <a:pt x="671" y="105"/>
                  </a:lnTo>
                  <a:lnTo>
                    <a:pt x="673" y="105"/>
                  </a:lnTo>
                  <a:lnTo>
                    <a:pt x="673" y="106"/>
                  </a:lnTo>
                  <a:lnTo>
                    <a:pt x="674" y="106"/>
                  </a:lnTo>
                  <a:lnTo>
                    <a:pt x="676" y="108"/>
                  </a:lnTo>
                  <a:lnTo>
                    <a:pt x="677" y="108"/>
                  </a:lnTo>
                  <a:lnTo>
                    <a:pt x="677" y="109"/>
                  </a:lnTo>
                  <a:lnTo>
                    <a:pt x="679" y="109"/>
                  </a:lnTo>
                  <a:lnTo>
                    <a:pt x="679" y="111"/>
                  </a:lnTo>
                  <a:lnTo>
                    <a:pt x="680" y="111"/>
                  </a:lnTo>
                  <a:lnTo>
                    <a:pt x="682" y="112"/>
                  </a:lnTo>
                  <a:lnTo>
                    <a:pt x="683" y="112"/>
                  </a:lnTo>
                  <a:lnTo>
                    <a:pt x="683" y="114"/>
                  </a:lnTo>
                  <a:lnTo>
                    <a:pt x="685" y="115"/>
                  </a:lnTo>
                  <a:lnTo>
                    <a:pt x="686" y="115"/>
                  </a:lnTo>
                  <a:lnTo>
                    <a:pt x="688" y="117"/>
                  </a:lnTo>
                  <a:lnTo>
                    <a:pt x="689" y="118"/>
                  </a:lnTo>
                  <a:lnTo>
                    <a:pt x="691" y="118"/>
                  </a:lnTo>
                  <a:lnTo>
                    <a:pt x="691" y="120"/>
                  </a:lnTo>
                  <a:lnTo>
                    <a:pt x="692" y="120"/>
                  </a:lnTo>
                  <a:lnTo>
                    <a:pt x="694" y="121"/>
                  </a:lnTo>
                  <a:lnTo>
                    <a:pt x="695" y="123"/>
                  </a:lnTo>
                  <a:lnTo>
                    <a:pt x="697" y="123"/>
                  </a:lnTo>
                  <a:lnTo>
                    <a:pt x="697" y="124"/>
                  </a:lnTo>
                  <a:lnTo>
                    <a:pt x="698" y="124"/>
                  </a:lnTo>
                  <a:lnTo>
                    <a:pt x="698" y="126"/>
                  </a:lnTo>
                  <a:lnTo>
                    <a:pt x="700" y="126"/>
                  </a:lnTo>
                  <a:lnTo>
                    <a:pt x="701" y="127"/>
                  </a:lnTo>
                  <a:lnTo>
                    <a:pt x="703" y="127"/>
                  </a:lnTo>
                  <a:lnTo>
                    <a:pt x="703" y="129"/>
                  </a:lnTo>
                  <a:lnTo>
                    <a:pt x="704" y="129"/>
                  </a:lnTo>
                  <a:lnTo>
                    <a:pt x="706" y="130"/>
                  </a:lnTo>
                  <a:lnTo>
                    <a:pt x="707" y="132"/>
                  </a:lnTo>
                  <a:lnTo>
                    <a:pt x="709" y="132"/>
                  </a:lnTo>
                  <a:lnTo>
                    <a:pt x="709" y="133"/>
                  </a:lnTo>
                  <a:lnTo>
                    <a:pt x="710" y="133"/>
                  </a:lnTo>
                  <a:lnTo>
                    <a:pt x="711" y="135"/>
                  </a:lnTo>
                  <a:lnTo>
                    <a:pt x="713" y="135"/>
                  </a:lnTo>
                  <a:lnTo>
                    <a:pt x="714" y="136"/>
                  </a:lnTo>
                  <a:lnTo>
                    <a:pt x="716" y="138"/>
                  </a:lnTo>
                  <a:lnTo>
                    <a:pt x="717" y="139"/>
                  </a:lnTo>
                  <a:lnTo>
                    <a:pt x="719" y="139"/>
                  </a:lnTo>
                  <a:lnTo>
                    <a:pt x="720" y="141"/>
                  </a:lnTo>
                  <a:lnTo>
                    <a:pt x="722" y="142"/>
                  </a:lnTo>
                  <a:lnTo>
                    <a:pt x="723" y="142"/>
                  </a:lnTo>
                  <a:lnTo>
                    <a:pt x="723" y="144"/>
                  </a:lnTo>
                  <a:lnTo>
                    <a:pt x="725" y="144"/>
                  </a:lnTo>
                  <a:lnTo>
                    <a:pt x="726" y="145"/>
                  </a:lnTo>
                  <a:lnTo>
                    <a:pt x="728" y="146"/>
                  </a:lnTo>
                  <a:lnTo>
                    <a:pt x="729" y="146"/>
                  </a:lnTo>
                  <a:lnTo>
                    <a:pt x="729" y="148"/>
                  </a:lnTo>
                  <a:lnTo>
                    <a:pt x="731" y="148"/>
                  </a:lnTo>
                  <a:lnTo>
                    <a:pt x="731" y="149"/>
                  </a:lnTo>
                  <a:lnTo>
                    <a:pt x="732" y="149"/>
                  </a:lnTo>
                  <a:lnTo>
                    <a:pt x="732" y="151"/>
                  </a:lnTo>
                  <a:lnTo>
                    <a:pt x="734" y="151"/>
                  </a:lnTo>
                  <a:lnTo>
                    <a:pt x="734" y="152"/>
                  </a:lnTo>
                  <a:lnTo>
                    <a:pt x="735" y="152"/>
                  </a:lnTo>
                  <a:lnTo>
                    <a:pt x="737" y="154"/>
                  </a:lnTo>
                  <a:lnTo>
                    <a:pt x="737" y="155"/>
                  </a:lnTo>
                  <a:lnTo>
                    <a:pt x="738" y="157"/>
                  </a:lnTo>
                  <a:lnTo>
                    <a:pt x="740" y="157"/>
                  </a:lnTo>
                  <a:lnTo>
                    <a:pt x="741" y="158"/>
                  </a:lnTo>
                  <a:lnTo>
                    <a:pt x="741" y="160"/>
                  </a:lnTo>
                  <a:lnTo>
                    <a:pt x="743" y="161"/>
                  </a:lnTo>
                  <a:lnTo>
                    <a:pt x="744" y="163"/>
                  </a:lnTo>
                  <a:lnTo>
                    <a:pt x="746" y="164"/>
                  </a:lnTo>
                  <a:lnTo>
                    <a:pt x="747" y="166"/>
                  </a:lnTo>
                  <a:lnTo>
                    <a:pt x="749" y="167"/>
                  </a:lnTo>
                  <a:lnTo>
                    <a:pt x="750" y="169"/>
                  </a:lnTo>
                  <a:lnTo>
                    <a:pt x="752" y="170"/>
                  </a:lnTo>
                  <a:lnTo>
                    <a:pt x="753" y="172"/>
                  </a:lnTo>
                  <a:lnTo>
                    <a:pt x="754" y="173"/>
                  </a:lnTo>
                  <a:lnTo>
                    <a:pt x="754" y="175"/>
                  </a:lnTo>
                  <a:lnTo>
                    <a:pt x="756" y="175"/>
                  </a:lnTo>
                  <a:lnTo>
                    <a:pt x="756" y="176"/>
                  </a:lnTo>
                  <a:lnTo>
                    <a:pt x="757" y="176"/>
                  </a:lnTo>
                  <a:lnTo>
                    <a:pt x="759" y="178"/>
                  </a:lnTo>
                  <a:lnTo>
                    <a:pt x="759" y="179"/>
                  </a:lnTo>
                  <a:lnTo>
                    <a:pt x="760" y="179"/>
                  </a:lnTo>
                  <a:lnTo>
                    <a:pt x="760" y="181"/>
                  </a:lnTo>
                  <a:lnTo>
                    <a:pt x="762" y="182"/>
                  </a:lnTo>
                  <a:lnTo>
                    <a:pt x="763" y="184"/>
                  </a:lnTo>
                  <a:lnTo>
                    <a:pt x="765" y="185"/>
                  </a:lnTo>
                  <a:lnTo>
                    <a:pt x="766" y="187"/>
                  </a:lnTo>
                  <a:lnTo>
                    <a:pt x="766" y="188"/>
                  </a:lnTo>
                  <a:lnTo>
                    <a:pt x="768" y="189"/>
                  </a:lnTo>
                  <a:lnTo>
                    <a:pt x="769" y="189"/>
                  </a:lnTo>
                  <a:lnTo>
                    <a:pt x="771" y="191"/>
                  </a:lnTo>
                  <a:lnTo>
                    <a:pt x="771" y="192"/>
                  </a:lnTo>
                  <a:lnTo>
                    <a:pt x="772" y="194"/>
                  </a:lnTo>
                  <a:lnTo>
                    <a:pt x="774" y="197"/>
                  </a:lnTo>
                  <a:lnTo>
                    <a:pt x="775" y="198"/>
                  </a:lnTo>
                  <a:lnTo>
                    <a:pt x="777" y="200"/>
                  </a:lnTo>
                  <a:lnTo>
                    <a:pt x="778" y="201"/>
                  </a:lnTo>
                  <a:lnTo>
                    <a:pt x="781" y="204"/>
                  </a:lnTo>
                  <a:lnTo>
                    <a:pt x="783" y="206"/>
                  </a:lnTo>
                  <a:lnTo>
                    <a:pt x="784" y="207"/>
                  </a:lnTo>
                  <a:lnTo>
                    <a:pt x="786" y="209"/>
                  </a:lnTo>
                  <a:lnTo>
                    <a:pt x="786" y="210"/>
                  </a:lnTo>
                  <a:lnTo>
                    <a:pt x="787" y="213"/>
                  </a:lnTo>
                  <a:lnTo>
                    <a:pt x="789" y="213"/>
                  </a:lnTo>
                  <a:lnTo>
                    <a:pt x="790" y="215"/>
                  </a:lnTo>
                  <a:lnTo>
                    <a:pt x="792" y="216"/>
                  </a:lnTo>
                  <a:lnTo>
                    <a:pt x="792" y="218"/>
                  </a:lnTo>
                  <a:lnTo>
                    <a:pt x="793" y="219"/>
                  </a:lnTo>
                  <a:lnTo>
                    <a:pt x="795" y="221"/>
                  </a:lnTo>
                  <a:lnTo>
                    <a:pt x="796" y="222"/>
                  </a:lnTo>
                  <a:lnTo>
                    <a:pt x="796" y="224"/>
                  </a:lnTo>
                  <a:lnTo>
                    <a:pt x="797" y="225"/>
                  </a:lnTo>
                  <a:lnTo>
                    <a:pt x="797" y="227"/>
                  </a:lnTo>
                  <a:lnTo>
                    <a:pt x="799" y="227"/>
                  </a:lnTo>
                  <a:lnTo>
                    <a:pt x="800" y="228"/>
                  </a:lnTo>
                  <a:lnTo>
                    <a:pt x="800" y="230"/>
                  </a:lnTo>
                  <a:lnTo>
                    <a:pt x="802" y="231"/>
                  </a:lnTo>
                  <a:lnTo>
                    <a:pt x="803" y="232"/>
                  </a:lnTo>
                  <a:lnTo>
                    <a:pt x="803" y="234"/>
                  </a:lnTo>
                  <a:lnTo>
                    <a:pt x="805" y="235"/>
                  </a:lnTo>
                  <a:lnTo>
                    <a:pt x="806" y="237"/>
                  </a:lnTo>
                  <a:lnTo>
                    <a:pt x="808" y="238"/>
                  </a:lnTo>
                  <a:lnTo>
                    <a:pt x="808" y="240"/>
                  </a:lnTo>
                  <a:lnTo>
                    <a:pt x="809" y="241"/>
                  </a:lnTo>
                  <a:lnTo>
                    <a:pt x="811" y="243"/>
                  </a:lnTo>
                  <a:lnTo>
                    <a:pt x="812" y="246"/>
                  </a:lnTo>
                  <a:lnTo>
                    <a:pt x="814" y="247"/>
                  </a:lnTo>
                  <a:lnTo>
                    <a:pt x="815" y="250"/>
                  </a:lnTo>
                  <a:lnTo>
                    <a:pt x="818" y="252"/>
                  </a:lnTo>
                  <a:lnTo>
                    <a:pt x="820" y="255"/>
                  </a:lnTo>
                  <a:lnTo>
                    <a:pt x="821" y="256"/>
                  </a:lnTo>
                  <a:lnTo>
                    <a:pt x="823" y="259"/>
                  </a:lnTo>
                  <a:lnTo>
                    <a:pt x="823" y="261"/>
                  </a:lnTo>
                  <a:lnTo>
                    <a:pt x="824" y="262"/>
                  </a:lnTo>
                  <a:lnTo>
                    <a:pt x="826" y="264"/>
                  </a:lnTo>
                  <a:lnTo>
                    <a:pt x="827" y="265"/>
                  </a:lnTo>
                  <a:lnTo>
                    <a:pt x="829" y="267"/>
                  </a:lnTo>
                  <a:lnTo>
                    <a:pt x="829" y="268"/>
                  </a:lnTo>
                  <a:lnTo>
                    <a:pt x="830" y="270"/>
                  </a:lnTo>
                  <a:lnTo>
                    <a:pt x="832" y="271"/>
                  </a:lnTo>
                  <a:lnTo>
                    <a:pt x="832" y="273"/>
                  </a:lnTo>
                  <a:lnTo>
                    <a:pt x="833" y="274"/>
                  </a:lnTo>
                  <a:lnTo>
                    <a:pt x="833" y="275"/>
                  </a:lnTo>
                  <a:lnTo>
                    <a:pt x="835" y="275"/>
                  </a:lnTo>
                  <a:lnTo>
                    <a:pt x="836" y="277"/>
                  </a:lnTo>
                  <a:lnTo>
                    <a:pt x="836" y="278"/>
                  </a:lnTo>
                  <a:lnTo>
                    <a:pt x="838" y="280"/>
                  </a:lnTo>
                  <a:lnTo>
                    <a:pt x="838" y="281"/>
                  </a:lnTo>
                  <a:lnTo>
                    <a:pt x="839" y="283"/>
                  </a:lnTo>
                  <a:lnTo>
                    <a:pt x="840" y="284"/>
                  </a:lnTo>
                  <a:lnTo>
                    <a:pt x="842" y="286"/>
                  </a:lnTo>
                  <a:lnTo>
                    <a:pt x="842" y="287"/>
                  </a:lnTo>
                  <a:lnTo>
                    <a:pt x="843" y="289"/>
                  </a:lnTo>
                  <a:lnTo>
                    <a:pt x="845" y="290"/>
                  </a:lnTo>
                  <a:lnTo>
                    <a:pt x="846" y="292"/>
                  </a:lnTo>
                  <a:lnTo>
                    <a:pt x="848" y="293"/>
                  </a:lnTo>
                  <a:lnTo>
                    <a:pt x="849" y="296"/>
                  </a:lnTo>
                  <a:lnTo>
                    <a:pt x="851" y="298"/>
                  </a:lnTo>
                  <a:lnTo>
                    <a:pt x="852" y="301"/>
                  </a:lnTo>
                  <a:lnTo>
                    <a:pt x="854" y="302"/>
                  </a:lnTo>
                  <a:lnTo>
                    <a:pt x="855" y="305"/>
                  </a:lnTo>
                  <a:lnTo>
                    <a:pt x="857" y="308"/>
                  </a:lnTo>
                  <a:lnTo>
                    <a:pt x="858" y="310"/>
                  </a:lnTo>
                  <a:lnTo>
                    <a:pt x="860" y="311"/>
                  </a:lnTo>
                  <a:lnTo>
                    <a:pt x="861" y="314"/>
                  </a:lnTo>
                  <a:lnTo>
                    <a:pt x="863" y="316"/>
                  </a:lnTo>
                  <a:lnTo>
                    <a:pt x="864" y="317"/>
                  </a:lnTo>
                  <a:lnTo>
                    <a:pt x="866" y="319"/>
                  </a:lnTo>
                  <a:lnTo>
                    <a:pt x="866" y="320"/>
                  </a:lnTo>
                  <a:lnTo>
                    <a:pt x="867" y="321"/>
                  </a:lnTo>
                  <a:lnTo>
                    <a:pt x="869" y="323"/>
                  </a:lnTo>
                  <a:lnTo>
                    <a:pt x="869" y="324"/>
                  </a:lnTo>
                  <a:lnTo>
                    <a:pt x="870" y="326"/>
                  </a:lnTo>
                  <a:lnTo>
                    <a:pt x="872" y="327"/>
                  </a:lnTo>
                  <a:lnTo>
                    <a:pt x="873" y="329"/>
                  </a:lnTo>
                  <a:lnTo>
                    <a:pt x="873" y="330"/>
                  </a:lnTo>
                  <a:lnTo>
                    <a:pt x="875" y="332"/>
                  </a:lnTo>
                  <a:lnTo>
                    <a:pt x="875" y="333"/>
                  </a:lnTo>
                  <a:lnTo>
                    <a:pt x="876" y="333"/>
                  </a:lnTo>
                  <a:lnTo>
                    <a:pt x="876" y="335"/>
                  </a:lnTo>
                  <a:lnTo>
                    <a:pt x="878" y="336"/>
                  </a:lnTo>
                  <a:lnTo>
                    <a:pt x="878" y="338"/>
                  </a:lnTo>
                  <a:lnTo>
                    <a:pt x="879" y="339"/>
                  </a:lnTo>
                  <a:lnTo>
                    <a:pt x="879" y="341"/>
                  </a:lnTo>
                  <a:lnTo>
                    <a:pt x="881" y="342"/>
                  </a:lnTo>
                  <a:lnTo>
                    <a:pt x="881" y="344"/>
                  </a:lnTo>
                  <a:lnTo>
                    <a:pt x="882" y="345"/>
                  </a:lnTo>
                  <a:lnTo>
                    <a:pt x="883" y="347"/>
                  </a:lnTo>
                  <a:lnTo>
                    <a:pt x="883" y="348"/>
                  </a:lnTo>
                  <a:lnTo>
                    <a:pt x="885" y="350"/>
                  </a:lnTo>
                  <a:lnTo>
                    <a:pt x="886" y="35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18" name="Freeform 7">
              <a:extLst>
                <a:ext uri="{FF2B5EF4-FFF2-40B4-BE49-F238E27FC236}">
                  <a16:creationId xmlns:a16="http://schemas.microsoft.com/office/drawing/2014/main" id="{82488C69-058D-4F17-93DE-AC611462D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2313" y="2774950"/>
              <a:ext cx="704850" cy="277812"/>
            </a:xfrm>
            <a:custGeom>
              <a:avLst/>
              <a:gdLst>
                <a:gd name="T0" fmla="*/ 2147483646 w 886"/>
                <a:gd name="T1" fmla="*/ 2147483646 h 352"/>
                <a:gd name="T2" fmla="*/ 2147483646 w 886"/>
                <a:gd name="T3" fmla="*/ 2147483646 h 352"/>
                <a:gd name="T4" fmla="*/ 2147483646 w 886"/>
                <a:gd name="T5" fmla="*/ 2147483646 h 352"/>
                <a:gd name="T6" fmla="*/ 2147483646 w 886"/>
                <a:gd name="T7" fmla="*/ 2147483646 h 352"/>
                <a:gd name="T8" fmla="*/ 2147483646 w 886"/>
                <a:gd name="T9" fmla="*/ 2147483646 h 352"/>
                <a:gd name="T10" fmla="*/ 2147483646 w 886"/>
                <a:gd name="T11" fmla="*/ 2147483646 h 352"/>
                <a:gd name="T12" fmla="*/ 2147483646 w 886"/>
                <a:gd name="T13" fmla="*/ 2147483646 h 352"/>
                <a:gd name="T14" fmla="*/ 2147483646 w 886"/>
                <a:gd name="T15" fmla="*/ 2147483646 h 352"/>
                <a:gd name="T16" fmla="*/ 2147483646 w 886"/>
                <a:gd name="T17" fmla="*/ 2147483646 h 352"/>
                <a:gd name="T18" fmla="*/ 2147483646 w 886"/>
                <a:gd name="T19" fmla="*/ 2147483646 h 352"/>
                <a:gd name="T20" fmla="*/ 2147483646 w 886"/>
                <a:gd name="T21" fmla="*/ 2147483646 h 352"/>
                <a:gd name="T22" fmla="*/ 2147483646 w 886"/>
                <a:gd name="T23" fmla="*/ 2147483646 h 352"/>
                <a:gd name="T24" fmla="*/ 2147483646 w 886"/>
                <a:gd name="T25" fmla="*/ 2147483646 h 352"/>
                <a:gd name="T26" fmla="*/ 2147483646 w 886"/>
                <a:gd name="T27" fmla="*/ 2147483646 h 352"/>
                <a:gd name="T28" fmla="*/ 2147483646 w 886"/>
                <a:gd name="T29" fmla="*/ 2147483646 h 352"/>
                <a:gd name="T30" fmla="*/ 2147483646 w 886"/>
                <a:gd name="T31" fmla="*/ 2147483646 h 352"/>
                <a:gd name="T32" fmla="*/ 2147483646 w 886"/>
                <a:gd name="T33" fmla="*/ 2147483646 h 352"/>
                <a:gd name="T34" fmla="*/ 2147483646 w 886"/>
                <a:gd name="T35" fmla="*/ 2147483646 h 352"/>
                <a:gd name="T36" fmla="*/ 2147483646 w 886"/>
                <a:gd name="T37" fmla="*/ 2147483646 h 352"/>
                <a:gd name="T38" fmla="*/ 2147483646 w 886"/>
                <a:gd name="T39" fmla="*/ 2147483646 h 352"/>
                <a:gd name="T40" fmla="*/ 2147483646 w 886"/>
                <a:gd name="T41" fmla="*/ 2147483646 h 352"/>
                <a:gd name="T42" fmla="*/ 2147483646 w 886"/>
                <a:gd name="T43" fmla="*/ 2147483646 h 352"/>
                <a:gd name="T44" fmla="*/ 2147483646 w 886"/>
                <a:gd name="T45" fmla="*/ 2147483646 h 352"/>
                <a:gd name="T46" fmla="*/ 2147483646 w 886"/>
                <a:gd name="T47" fmla="*/ 2147483646 h 352"/>
                <a:gd name="T48" fmla="*/ 2147483646 w 886"/>
                <a:gd name="T49" fmla="*/ 2147483646 h 352"/>
                <a:gd name="T50" fmla="*/ 2147483646 w 886"/>
                <a:gd name="T51" fmla="*/ 2147483646 h 352"/>
                <a:gd name="T52" fmla="*/ 2147483646 w 886"/>
                <a:gd name="T53" fmla="*/ 2147483646 h 352"/>
                <a:gd name="T54" fmla="*/ 2147483646 w 886"/>
                <a:gd name="T55" fmla="*/ 2147483646 h 352"/>
                <a:gd name="T56" fmla="*/ 2147483646 w 886"/>
                <a:gd name="T57" fmla="*/ 2147483646 h 352"/>
                <a:gd name="T58" fmla="*/ 2147483646 w 886"/>
                <a:gd name="T59" fmla="*/ 2147483646 h 352"/>
                <a:gd name="T60" fmla="*/ 2147483646 w 886"/>
                <a:gd name="T61" fmla="*/ 2147483646 h 352"/>
                <a:gd name="T62" fmla="*/ 2147483646 w 886"/>
                <a:gd name="T63" fmla="*/ 2147483646 h 352"/>
                <a:gd name="T64" fmla="*/ 2147483646 w 886"/>
                <a:gd name="T65" fmla="*/ 2147483646 h 352"/>
                <a:gd name="T66" fmla="*/ 2147483646 w 886"/>
                <a:gd name="T67" fmla="*/ 2147483646 h 352"/>
                <a:gd name="T68" fmla="*/ 2147483646 w 886"/>
                <a:gd name="T69" fmla="*/ 2147483646 h 352"/>
                <a:gd name="T70" fmla="*/ 2147483646 w 886"/>
                <a:gd name="T71" fmla="*/ 2147483646 h 352"/>
                <a:gd name="T72" fmla="*/ 2147483646 w 886"/>
                <a:gd name="T73" fmla="*/ 2147483646 h 352"/>
                <a:gd name="T74" fmla="*/ 2147483646 w 886"/>
                <a:gd name="T75" fmla="*/ 2147483646 h 352"/>
                <a:gd name="T76" fmla="*/ 2147483646 w 886"/>
                <a:gd name="T77" fmla="*/ 2147483646 h 352"/>
                <a:gd name="T78" fmla="*/ 2147483646 w 886"/>
                <a:gd name="T79" fmla="*/ 2147483646 h 352"/>
                <a:gd name="T80" fmla="*/ 2147483646 w 886"/>
                <a:gd name="T81" fmla="*/ 2147483646 h 352"/>
                <a:gd name="T82" fmla="*/ 2147483646 w 886"/>
                <a:gd name="T83" fmla="*/ 2147483646 h 352"/>
                <a:gd name="T84" fmla="*/ 2147483646 w 886"/>
                <a:gd name="T85" fmla="*/ 2147483646 h 352"/>
                <a:gd name="T86" fmla="*/ 2147483646 w 886"/>
                <a:gd name="T87" fmla="*/ 2147483646 h 352"/>
                <a:gd name="T88" fmla="*/ 2147483646 w 886"/>
                <a:gd name="T89" fmla="*/ 2147483646 h 352"/>
                <a:gd name="T90" fmla="*/ 2147483646 w 886"/>
                <a:gd name="T91" fmla="*/ 2147483646 h 352"/>
                <a:gd name="T92" fmla="*/ 2147483646 w 886"/>
                <a:gd name="T93" fmla="*/ 2147483646 h 352"/>
                <a:gd name="T94" fmla="*/ 2147483646 w 886"/>
                <a:gd name="T95" fmla="*/ 2147483646 h 352"/>
                <a:gd name="T96" fmla="*/ 2147483646 w 886"/>
                <a:gd name="T97" fmla="*/ 2147483646 h 352"/>
                <a:gd name="T98" fmla="*/ 2147483646 w 886"/>
                <a:gd name="T99" fmla="*/ 2147483646 h 352"/>
                <a:gd name="T100" fmla="*/ 2147483646 w 886"/>
                <a:gd name="T101" fmla="*/ 2147483646 h 352"/>
                <a:gd name="T102" fmla="*/ 2147483646 w 886"/>
                <a:gd name="T103" fmla="*/ 2147483646 h 352"/>
                <a:gd name="T104" fmla="*/ 2147483646 w 886"/>
                <a:gd name="T105" fmla="*/ 2147483646 h 352"/>
                <a:gd name="T106" fmla="*/ 2147483646 w 886"/>
                <a:gd name="T107" fmla="*/ 2147483646 h 352"/>
                <a:gd name="T108" fmla="*/ 2147483646 w 886"/>
                <a:gd name="T109" fmla="*/ 2147483646 h 352"/>
                <a:gd name="T110" fmla="*/ 2147483646 w 886"/>
                <a:gd name="T111" fmla="*/ 2147483646 h 352"/>
                <a:gd name="T112" fmla="*/ 2147483646 w 886"/>
                <a:gd name="T113" fmla="*/ 2147483646 h 352"/>
                <a:gd name="T114" fmla="*/ 2147483646 w 886"/>
                <a:gd name="T115" fmla="*/ 2147483646 h 352"/>
                <a:gd name="T116" fmla="*/ 2147483646 w 886"/>
                <a:gd name="T117" fmla="*/ 2147483646 h 352"/>
                <a:gd name="T118" fmla="*/ 2147483646 w 886"/>
                <a:gd name="T119" fmla="*/ 2147483646 h 352"/>
                <a:gd name="T120" fmla="*/ 2147483646 w 886"/>
                <a:gd name="T121" fmla="*/ 2147483646 h 3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6" h="352">
                  <a:moveTo>
                    <a:pt x="0" y="352"/>
                  </a:moveTo>
                  <a:lnTo>
                    <a:pt x="34" y="352"/>
                  </a:lnTo>
                  <a:lnTo>
                    <a:pt x="66" y="352"/>
                  </a:lnTo>
                  <a:lnTo>
                    <a:pt x="96" y="352"/>
                  </a:lnTo>
                  <a:lnTo>
                    <a:pt x="123" y="352"/>
                  </a:lnTo>
                  <a:lnTo>
                    <a:pt x="149" y="352"/>
                  </a:lnTo>
                  <a:lnTo>
                    <a:pt x="173" y="352"/>
                  </a:lnTo>
                  <a:lnTo>
                    <a:pt x="195" y="352"/>
                  </a:lnTo>
                  <a:lnTo>
                    <a:pt x="216" y="352"/>
                  </a:lnTo>
                  <a:lnTo>
                    <a:pt x="235" y="352"/>
                  </a:lnTo>
                  <a:lnTo>
                    <a:pt x="253" y="352"/>
                  </a:lnTo>
                  <a:lnTo>
                    <a:pt x="268" y="352"/>
                  </a:lnTo>
                  <a:lnTo>
                    <a:pt x="283" y="352"/>
                  </a:lnTo>
                  <a:lnTo>
                    <a:pt x="296" y="352"/>
                  </a:lnTo>
                  <a:lnTo>
                    <a:pt x="310" y="352"/>
                  </a:lnTo>
                  <a:lnTo>
                    <a:pt x="320" y="352"/>
                  </a:lnTo>
                  <a:lnTo>
                    <a:pt x="330" y="352"/>
                  </a:lnTo>
                  <a:lnTo>
                    <a:pt x="339" y="352"/>
                  </a:lnTo>
                  <a:lnTo>
                    <a:pt x="347" y="352"/>
                  </a:lnTo>
                  <a:lnTo>
                    <a:pt x="354" y="352"/>
                  </a:lnTo>
                  <a:lnTo>
                    <a:pt x="360" y="352"/>
                  </a:lnTo>
                  <a:lnTo>
                    <a:pt x="366" y="352"/>
                  </a:lnTo>
                  <a:lnTo>
                    <a:pt x="370" y="352"/>
                  </a:lnTo>
                  <a:lnTo>
                    <a:pt x="375" y="352"/>
                  </a:lnTo>
                  <a:lnTo>
                    <a:pt x="378" y="352"/>
                  </a:lnTo>
                  <a:lnTo>
                    <a:pt x="382" y="352"/>
                  </a:lnTo>
                  <a:lnTo>
                    <a:pt x="385" y="352"/>
                  </a:lnTo>
                  <a:lnTo>
                    <a:pt x="388" y="352"/>
                  </a:lnTo>
                  <a:lnTo>
                    <a:pt x="390" y="352"/>
                  </a:lnTo>
                  <a:lnTo>
                    <a:pt x="393" y="350"/>
                  </a:lnTo>
                  <a:lnTo>
                    <a:pt x="396" y="350"/>
                  </a:lnTo>
                  <a:lnTo>
                    <a:pt x="397" y="350"/>
                  </a:lnTo>
                  <a:lnTo>
                    <a:pt x="400" y="350"/>
                  </a:lnTo>
                  <a:lnTo>
                    <a:pt x="403" y="350"/>
                  </a:lnTo>
                  <a:lnTo>
                    <a:pt x="405" y="350"/>
                  </a:lnTo>
                  <a:lnTo>
                    <a:pt x="407" y="350"/>
                  </a:lnTo>
                  <a:lnTo>
                    <a:pt x="409" y="350"/>
                  </a:lnTo>
                  <a:lnTo>
                    <a:pt x="410" y="350"/>
                  </a:lnTo>
                  <a:lnTo>
                    <a:pt x="412" y="349"/>
                  </a:lnTo>
                  <a:lnTo>
                    <a:pt x="413" y="349"/>
                  </a:lnTo>
                  <a:lnTo>
                    <a:pt x="416" y="349"/>
                  </a:lnTo>
                  <a:lnTo>
                    <a:pt x="418" y="349"/>
                  </a:lnTo>
                  <a:lnTo>
                    <a:pt x="419" y="349"/>
                  </a:lnTo>
                  <a:lnTo>
                    <a:pt x="421" y="349"/>
                  </a:lnTo>
                  <a:lnTo>
                    <a:pt x="422" y="349"/>
                  </a:lnTo>
                  <a:lnTo>
                    <a:pt x="424" y="349"/>
                  </a:lnTo>
                  <a:lnTo>
                    <a:pt x="425" y="349"/>
                  </a:lnTo>
                  <a:lnTo>
                    <a:pt x="427" y="349"/>
                  </a:lnTo>
                  <a:lnTo>
                    <a:pt x="428" y="349"/>
                  </a:lnTo>
                  <a:lnTo>
                    <a:pt x="430" y="349"/>
                  </a:lnTo>
                  <a:lnTo>
                    <a:pt x="430" y="347"/>
                  </a:lnTo>
                  <a:lnTo>
                    <a:pt x="431" y="347"/>
                  </a:lnTo>
                  <a:lnTo>
                    <a:pt x="433" y="347"/>
                  </a:lnTo>
                  <a:lnTo>
                    <a:pt x="434" y="347"/>
                  </a:lnTo>
                  <a:lnTo>
                    <a:pt x="436" y="347"/>
                  </a:lnTo>
                  <a:lnTo>
                    <a:pt x="437" y="347"/>
                  </a:lnTo>
                  <a:lnTo>
                    <a:pt x="439" y="347"/>
                  </a:lnTo>
                  <a:lnTo>
                    <a:pt x="440" y="347"/>
                  </a:lnTo>
                  <a:lnTo>
                    <a:pt x="442" y="346"/>
                  </a:lnTo>
                  <a:lnTo>
                    <a:pt x="445" y="346"/>
                  </a:lnTo>
                  <a:lnTo>
                    <a:pt x="446" y="346"/>
                  </a:lnTo>
                  <a:lnTo>
                    <a:pt x="448" y="346"/>
                  </a:lnTo>
                  <a:lnTo>
                    <a:pt x="451" y="346"/>
                  </a:lnTo>
                  <a:lnTo>
                    <a:pt x="452" y="344"/>
                  </a:lnTo>
                  <a:lnTo>
                    <a:pt x="455" y="344"/>
                  </a:lnTo>
                  <a:lnTo>
                    <a:pt x="458" y="344"/>
                  </a:lnTo>
                  <a:lnTo>
                    <a:pt x="459" y="344"/>
                  </a:lnTo>
                  <a:lnTo>
                    <a:pt x="461" y="344"/>
                  </a:lnTo>
                  <a:lnTo>
                    <a:pt x="464" y="343"/>
                  </a:lnTo>
                  <a:lnTo>
                    <a:pt x="465" y="343"/>
                  </a:lnTo>
                  <a:lnTo>
                    <a:pt x="467" y="343"/>
                  </a:lnTo>
                  <a:lnTo>
                    <a:pt x="468" y="343"/>
                  </a:lnTo>
                  <a:lnTo>
                    <a:pt x="470" y="343"/>
                  </a:lnTo>
                  <a:lnTo>
                    <a:pt x="471" y="341"/>
                  </a:lnTo>
                  <a:lnTo>
                    <a:pt x="473" y="341"/>
                  </a:lnTo>
                  <a:lnTo>
                    <a:pt x="474" y="341"/>
                  </a:lnTo>
                  <a:lnTo>
                    <a:pt x="476" y="341"/>
                  </a:lnTo>
                  <a:lnTo>
                    <a:pt x="477" y="341"/>
                  </a:lnTo>
                  <a:lnTo>
                    <a:pt x="479" y="340"/>
                  </a:lnTo>
                  <a:lnTo>
                    <a:pt x="480" y="340"/>
                  </a:lnTo>
                  <a:lnTo>
                    <a:pt x="482" y="340"/>
                  </a:lnTo>
                  <a:lnTo>
                    <a:pt x="483" y="340"/>
                  </a:lnTo>
                  <a:lnTo>
                    <a:pt x="485" y="338"/>
                  </a:lnTo>
                  <a:lnTo>
                    <a:pt x="486" y="338"/>
                  </a:lnTo>
                  <a:lnTo>
                    <a:pt x="488" y="338"/>
                  </a:lnTo>
                  <a:lnTo>
                    <a:pt x="489" y="338"/>
                  </a:lnTo>
                  <a:lnTo>
                    <a:pt x="491" y="337"/>
                  </a:lnTo>
                  <a:lnTo>
                    <a:pt x="492" y="337"/>
                  </a:lnTo>
                  <a:lnTo>
                    <a:pt x="494" y="337"/>
                  </a:lnTo>
                  <a:lnTo>
                    <a:pt x="496" y="335"/>
                  </a:lnTo>
                  <a:lnTo>
                    <a:pt x="498" y="335"/>
                  </a:lnTo>
                  <a:lnTo>
                    <a:pt x="501" y="334"/>
                  </a:lnTo>
                  <a:lnTo>
                    <a:pt x="502" y="334"/>
                  </a:lnTo>
                  <a:lnTo>
                    <a:pt x="505" y="332"/>
                  </a:lnTo>
                  <a:lnTo>
                    <a:pt x="508" y="332"/>
                  </a:lnTo>
                  <a:lnTo>
                    <a:pt x="511" y="331"/>
                  </a:lnTo>
                  <a:lnTo>
                    <a:pt x="513" y="331"/>
                  </a:lnTo>
                  <a:lnTo>
                    <a:pt x="516" y="329"/>
                  </a:lnTo>
                  <a:lnTo>
                    <a:pt x="519" y="329"/>
                  </a:lnTo>
                  <a:lnTo>
                    <a:pt x="520" y="328"/>
                  </a:lnTo>
                  <a:lnTo>
                    <a:pt x="522" y="328"/>
                  </a:lnTo>
                  <a:lnTo>
                    <a:pt x="525" y="326"/>
                  </a:lnTo>
                  <a:lnTo>
                    <a:pt x="526" y="326"/>
                  </a:lnTo>
                  <a:lnTo>
                    <a:pt x="528" y="326"/>
                  </a:lnTo>
                  <a:lnTo>
                    <a:pt x="529" y="325"/>
                  </a:lnTo>
                  <a:lnTo>
                    <a:pt x="531" y="325"/>
                  </a:lnTo>
                  <a:lnTo>
                    <a:pt x="532" y="323"/>
                  </a:lnTo>
                  <a:lnTo>
                    <a:pt x="534" y="323"/>
                  </a:lnTo>
                  <a:lnTo>
                    <a:pt x="535" y="323"/>
                  </a:lnTo>
                  <a:lnTo>
                    <a:pt x="537" y="322"/>
                  </a:lnTo>
                  <a:lnTo>
                    <a:pt x="538" y="322"/>
                  </a:lnTo>
                  <a:lnTo>
                    <a:pt x="539" y="320"/>
                  </a:lnTo>
                  <a:lnTo>
                    <a:pt x="541" y="320"/>
                  </a:lnTo>
                  <a:lnTo>
                    <a:pt x="542" y="320"/>
                  </a:lnTo>
                  <a:lnTo>
                    <a:pt x="544" y="319"/>
                  </a:lnTo>
                  <a:lnTo>
                    <a:pt x="545" y="319"/>
                  </a:lnTo>
                  <a:lnTo>
                    <a:pt x="547" y="317"/>
                  </a:lnTo>
                  <a:lnTo>
                    <a:pt x="548" y="317"/>
                  </a:lnTo>
                  <a:lnTo>
                    <a:pt x="550" y="316"/>
                  </a:lnTo>
                  <a:lnTo>
                    <a:pt x="551" y="316"/>
                  </a:lnTo>
                  <a:lnTo>
                    <a:pt x="553" y="314"/>
                  </a:lnTo>
                  <a:lnTo>
                    <a:pt x="556" y="314"/>
                  </a:lnTo>
                  <a:lnTo>
                    <a:pt x="557" y="313"/>
                  </a:lnTo>
                  <a:lnTo>
                    <a:pt x="559" y="312"/>
                  </a:lnTo>
                  <a:lnTo>
                    <a:pt x="562" y="310"/>
                  </a:lnTo>
                  <a:lnTo>
                    <a:pt x="563" y="310"/>
                  </a:lnTo>
                  <a:lnTo>
                    <a:pt x="566" y="309"/>
                  </a:lnTo>
                  <a:lnTo>
                    <a:pt x="569" y="307"/>
                  </a:lnTo>
                  <a:lnTo>
                    <a:pt x="571" y="306"/>
                  </a:lnTo>
                  <a:lnTo>
                    <a:pt x="572" y="306"/>
                  </a:lnTo>
                  <a:lnTo>
                    <a:pt x="574" y="304"/>
                  </a:lnTo>
                  <a:lnTo>
                    <a:pt x="577" y="304"/>
                  </a:lnTo>
                  <a:lnTo>
                    <a:pt x="578" y="303"/>
                  </a:lnTo>
                  <a:lnTo>
                    <a:pt x="580" y="301"/>
                  </a:lnTo>
                  <a:lnTo>
                    <a:pt x="581" y="301"/>
                  </a:lnTo>
                  <a:lnTo>
                    <a:pt x="582" y="300"/>
                  </a:lnTo>
                  <a:lnTo>
                    <a:pt x="584" y="300"/>
                  </a:lnTo>
                  <a:lnTo>
                    <a:pt x="585" y="298"/>
                  </a:lnTo>
                  <a:lnTo>
                    <a:pt x="587" y="298"/>
                  </a:lnTo>
                  <a:lnTo>
                    <a:pt x="588" y="297"/>
                  </a:lnTo>
                  <a:lnTo>
                    <a:pt x="590" y="297"/>
                  </a:lnTo>
                  <a:lnTo>
                    <a:pt x="590" y="295"/>
                  </a:lnTo>
                  <a:lnTo>
                    <a:pt x="591" y="295"/>
                  </a:lnTo>
                  <a:lnTo>
                    <a:pt x="593" y="295"/>
                  </a:lnTo>
                  <a:lnTo>
                    <a:pt x="594" y="294"/>
                  </a:lnTo>
                  <a:lnTo>
                    <a:pt x="596" y="294"/>
                  </a:lnTo>
                  <a:lnTo>
                    <a:pt x="596" y="292"/>
                  </a:lnTo>
                  <a:lnTo>
                    <a:pt x="597" y="292"/>
                  </a:lnTo>
                  <a:lnTo>
                    <a:pt x="599" y="291"/>
                  </a:lnTo>
                  <a:lnTo>
                    <a:pt x="600" y="291"/>
                  </a:lnTo>
                  <a:lnTo>
                    <a:pt x="602" y="289"/>
                  </a:lnTo>
                  <a:lnTo>
                    <a:pt x="603" y="289"/>
                  </a:lnTo>
                  <a:lnTo>
                    <a:pt x="605" y="288"/>
                  </a:lnTo>
                  <a:lnTo>
                    <a:pt x="606" y="286"/>
                  </a:lnTo>
                  <a:lnTo>
                    <a:pt x="609" y="286"/>
                  </a:lnTo>
                  <a:lnTo>
                    <a:pt x="611" y="285"/>
                  </a:lnTo>
                  <a:lnTo>
                    <a:pt x="612" y="283"/>
                  </a:lnTo>
                  <a:lnTo>
                    <a:pt x="615" y="282"/>
                  </a:lnTo>
                  <a:lnTo>
                    <a:pt x="617" y="282"/>
                  </a:lnTo>
                  <a:lnTo>
                    <a:pt x="618" y="280"/>
                  </a:lnTo>
                  <a:lnTo>
                    <a:pt x="621" y="279"/>
                  </a:lnTo>
                  <a:lnTo>
                    <a:pt x="623" y="279"/>
                  </a:lnTo>
                  <a:lnTo>
                    <a:pt x="624" y="277"/>
                  </a:lnTo>
                  <a:lnTo>
                    <a:pt x="625" y="276"/>
                  </a:lnTo>
                  <a:lnTo>
                    <a:pt x="627" y="276"/>
                  </a:lnTo>
                  <a:lnTo>
                    <a:pt x="628" y="274"/>
                  </a:lnTo>
                  <a:lnTo>
                    <a:pt x="630" y="274"/>
                  </a:lnTo>
                  <a:lnTo>
                    <a:pt x="631" y="273"/>
                  </a:lnTo>
                  <a:lnTo>
                    <a:pt x="633" y="273"/>
                  </a:lnTo>
                  <a:lnTo>
                    <a:pt x="633" y="271"/>
                  </a:lnTo>
                  <a:lnTo>
                    <a:pt x="634" y="271"/>
                  </a:lnTo>
                  <a:lnTo>
                    <a:pt x="636" y="270"/>
                  </a:lnTo>
                  <a:lnTo>
                    <a:pt x="637" y="270"/>
                  </a:lnTo>
                  <a:lnTo>
                    <a:pt x="639" y="268"/>
                  </a:lnTo>
                  <a:lnTo>
                    <a:pt x="640" y="267"/>
                  </a:lnTo>
                  <a:lnTo>
                    <a:pt x="642" y="267"/>
                  </a:lnTo>
                  <a:lnTo>
                    <a:pt x="643" y="266"/>
                  </a:lnTo>
                  <a:lnTo>
                    <a:pt x="645" y="266"/>
                  </a:lnTo>
                  <a:lnTo>
                    <a:pt x="646" y="264"/>
                  </a:lnTo>
                  <a:lnTo>
                    <a:pt x="648" y="264"/>
                  </a:lnTo>
                  <a:lnTo>
                    <a:pt x="648" y="263"/>
                  </a:lnTo>
                  <a:lnTo>
                    <a:pt x="649" y="261"/>
                  </a:lnTo>
                  <a:lnTo>
                    <a:pt x="651" y="261"/>
                  </a:lnTo>
                  <a:lnTo>
                    <a:pt x="654" y="260"/>
                  </a:lnTo>
                  <a:lnTo>
                    <a:pt x="655" y="258"/>
                  </a:lnTo>
                  <a:lnTo>
                    <a:pt x="657" y="257"/>
                  </a:lnTo>
                  <a:lnTo>
                    <a:pt x="658" y="257"/>
                  </a:lnTo>
                  <a:lnTo>
                    <a:pt x="660" y="255"/>
                  </a:lnTo>
                  <a:lnTo>
                    <a:pt x="661" y="255"/>
                  </a:lnTo>
                  <a:lnTo>
                    <a:pt x="663" y="254"/>
                  </a:lnTo>
                  <a:lnTo>
                    <a:pt x="663" y="252"/>
                  </a:lnTo>
                  <a:lnTo>
                    <a:pt x="664" y="252"/>
                  </a:lnTo>
                  <a:lnTo>
                    <a:pt x="666" y="251"/>
                  </a:lnTo>
                  <a:lnTo>
                    <a:pt x="667" y="251"/>
                  </a:lnTo>
                  <a:lnTo>
                    <a:pt x="667" y="249"/>
                  </a:lnTo>
                  <a:lnTo>
                    <a:pt x="668" y="249"/>
                  </a:lnTo>
                  <a:lnTo>
                    <a:pt x="670" y="249"/>
                  </a:lnTo>
                  <a:lnTo>
                    <a:pt x="670" y="248"/>
                  </a:lnTo>
                  <a:lnTo>
                    <a:pt x="671" y="248"/>
                  </a:lnTo>
                  <a:lnTo>
                    <a:pt x="673" y="246"/>
                  </a:lnTo>
                  <a:lnTo>
                    <a:pt x="674" y="246"/>
                  </a:lnTo>
                  <a:lnTo>
                    <a:pt x="674" y="245"/>
                  </a:lnTo>
                  <a:lnTo>
                    <a:pt x="676" y="245"/>
                  </a:lnTo>
                  <a:lnTo>
                    <a:pt x="676" y="243"/>
                  </a:lnTo>
                  <a:lnTo>
                    <a:pt x="677" y="243"/>
                  </a:lnTo>
                  <a:lnTo>
                    <a:pt x="679" y="242"/>
                  </a:lnTo>
                  <a:lnTo>
                    <a:pt x="680" y="240"/>
                  </a:lnTo>
                  <a:lnTo>
                    <a:pt x="682" y="239"/>
                  </a:lnTo>
                  <a:lnTo>
                    <a:pt x="683" y="239"/>
                  </a:lnTo>
                  <a:lnTo>
                    <a:pt x="683" y="237"/>
                  </a:lnTo>
                  <a:lnTo>
                    <a:pt x="685" y="237"/>
                  </a:lnTo>
                  <a:lnTo>
                    <a:pt x="686" y="236"/>
                  </a:lnTo>
                  <a:lnTo>
                    <a:pt x="688" y="236"/>
                  </a:lnTo>
                  <a:lnTo>
                    <a:pt x="688" y="234"/>
                  </a:lnTo>
                  <a:lnTo>
                    <a:pt x="689" y="233"/>
                  </a:lnTo>
                  <a:lnTo>
                    <a:pt x="691" y="233"/>
                  </a:lnTo>
                  <a:lnTo>
                    <a:pt x="691" y="231"/>
                  </a:lnTo>
                  <a:lnTo>
                    <a:pt x="692" y="231"/>
                  </a:lnTo>
                  <a:lnTo>
                    <a:pt x="694" y="231"/>
                  </a:lnTo>
                  <a:lnTo>
                    <a:pt x="694" y="230"/>
                  </a:lnTo>
                  <a:lnTo>
                    <a:pt x="695" y="230"/>
                  </a:lnTo>
                  <a:lnTo>
                    <a:pt x="695" y="228"/>
                  </a:lnTo>
                  <a:lnTo>
                    <a:pt x="697" y="228"/>
                  </a:lnTo>
                  <a:lnTo>
                    <a:pt x="698" y="227"/>
                  </a:lnTo>
                  <a:lnTo>
                    <a:pt x="700" y="225"/>
                  </a:lnTo>
                  <a:lnTo>
                    <a:pt x="701" y="225"/>
                  </a:lnTo>
                  <a:lnTo>
                    <a:pt x="701" y="224"/>
                  </a:lnTo>
                  <a:lnTo>
                    <a:pt x="703" y="224"/>
                  </a:lnTo>
                  <a:lnTo>
                    <a:pt x="704" y="223"/>
                  </a:lnTo>
                  <a:lnTo>
                    <a:pt x="706" y="223"/>
                  </a:lnTo>
                  <a:lnTo>
                    <a:pt x="706" y="221"/>
                  </a:lnTo>
                  <a:lnTo>
                    <a:pt x="707" y="221"/>
                  </a:lnTo>
                  <a:lnTo>
                    <a:pt x="709" y="220"/>
                  </a:lnTo>
                  <a:lnTo>
                    <a:pt x="710" y="218"/>
                  </a:lnTo>
                  <a:lnTo>
                    <a:pt x="711" y="218"/>
                  </a:lnTo>
                  <a:lnTo>
                    <a:pt x="713" y="217"/>
                  </a:lnTo>
                  <a:lnTo>
                    <a:pt x="714" y="215"/>
                  </a:lnTo>
                  <a:lnTo>
                    <a:pt x="716" y="215"/>
                  </a:lnTo>
                  <a:lnTo>
                    <a:pt x="716" y="214"/>
                  </a:lnTo>
                  <a:lnTo>
                    <a:pt x="717" y="214"/>
                  </a:lnTo>
                  <a:lnTo>
                    <a:pt x="719" y="212"/>
                  </a:lnTo>
                  <a:lnTo>
                    <a:pt x="720" y="212"/>
                  </a:lnTo>
                  <a:lnTo>
                    <a:pt x="720" y="211"/>
                  </a:lnTo>
                  <a:lnTo>
                    <a:pt x="722" y="211"/>
                  </a:lnTo>
                  <a:lnTo>
                    <a:pt x="723" y="209"/>
                  </a:lnTo>
                  <a:lnTo>
                    <a:pt x="725" y="209"/>
                  </a:lnTo>
                  <a:lnTo>
                    <a:pt x="725" y="208"/>
                  </a:lnTo>
                  <a:lnTo>
                    <a:pt x="726" y="208"/>
                  </a:lnTo>
                  <a:lnTo>
                    <a:pt x="726" y="206"/>
                  </a:lnTo>
                  <a:lnTo>
                    <a:pt x="728" y="206"/>
                  </a:lnTo>
                  <a:lnTo>
                    <a:pt x="729" y="205"/>
                  </a:lnTo>
                  <a:lnTo>
                    <a:pt x="731" y="203"/>
                  </a:lnTo>
                  <a:lnTo>
                    <a:pt x="732" y="202"/>
                  </a:lnTo>
                  <a:lnTo>
                    <a:pt x="734" y="200"/>
                  </a:lnTo>
                  <a:lnTo>
                    <a:pt x="735" y="199"/>
                  </a:lnTo>
                  <a:lnTo>
                    <a:pt x="737" y="197"/>
                  </a:lnTo>
                  <a:lnTo>
                    <a:pt x="738" y="196"/>
                  </a:lnTo>
                  <a:lnTo>
                    <a:pt x="740" y="194"/>
                  </a:lnTo>
                  <a:lnTo>
                    <a:pt x="741" y="193"/>
                  </a:lnTo>
                  <a:lnTo>
                    <a:pt x="741" y="191"/>
                  </a:lnTo>
                  <a:lnTo>
                    <a:pt x="743" y="190"/>
                  </a:lnTo>
                  <a:lnTo>
                    <a:pt x="744" y="188"/>
                  </a:lnTo>
                  <a:lnTo>
                    <a:pt x="746" y="187"/>
                  </a:lnTo>
                  <a:lnTo>
                    <a:pt x="747" y="185"/>
                  </a:lnTo>
                  <a:lnTo>
                    <a:pt x="749" y="185"/>
                  </a:lnTo>
                  <a:lnTo>
                    <a:pt x="750" y="184"/>
                  </a:lnTo>
                  <a:lnTo>
                    <a:pt x="752" y="182"/>
                  </a:lnTo>
                  <a:lnTo>
                    <a:pt x="752" y="181"/>
                  </a:lnTo>
                  <a:lnTo>
                    <a:pt x="753" y="180"/>
                  </a:lnTo>
                  <a:lnTo>
                    <a:pt x="754" y="180"/>
                  </a:lnTo>
                  <a:lnTo>
                    <a:pt x="754" y="178"/>
                  </a:lnTo>
                  <a:lnTo>
                    <a:pt x="756" y="177"/>
                  </a:lnTo>
                  <a:lnTo>
                    <a:pt x="757" y="175"/>
                  </a:lnTo>
                  <a:lnTo>
                    <a:pt x="759" y="174"/>
                  </a:lnTo>
                  <a:lnTo>
                    <a:pt x="760" y="172"/>
                  </a:lnTo>
                  <a:lnTo>
                    <a:pt x="762" y="171"/>
                  </a:lnTo>
                  <a:lnTo>
                    <a:pt x="762" y="169"/>
                  </a:lnTo>
                  <a:lnTo>
                    <a:pt x="763" y="169"/>
                  </a:lnTo>
                  <a:lnTo>
                    <a:pt x="763" y="168"/>
                  </a:lnTo>
                  <a:lnTo>
                    <a:pt x="765" y="166"/>
                  </a:lnTo>
                  <a:lnTo>
                    <a:pt x="766" y="166"/>
                  </a:lnTo>
                  <a:lnTo>
                    <a:pt x="766" y="165"/>
                  </a:lnTo>
                  <a:lnTo>
                    <a:pt x="768" y="163"/>
                  </a:lnTo>
                  <a:lnTo>
                    <a:pt x="769" y="162"/>
                  </a:lnTo>
                  <a:lnTo>
                    <a:pt x="771" y="160"/>
                  </a:lnTo>
                  <a:lnTo>
                    <a:pt x="771" y="159"/>
                  </a:lnTo>
                  <a:lnTo>
                    <a:pt x="772" y="157"/>
                  </a:lnTo>
                  <a:lnTo>
                    <a:pt x="774" y="156"/>
                  </a:lnTo>
                  <a:lnTo>
                    <a:pt x="775" y="154"/>
                  </a:lnTo>
                  <a:lnTo>
                    <a:pt x="777" y="151"/>
                  </a:lnTo>
                  <a:lnTo>
                    <a:pt x="778" y="150"/>
                  </a:lnTo>
                  <a:lnTo>
                    <a:pt x="781" y="148"/>
                  </a:lnTo>
                  <a:lnTo>
                    <a:pt x="783" y="145"/>
                  </a:lnTo>
                  <a:lnTo>
                    <a:pt x="784" y="144"/>
                  </a:lnTo>
                  <a:lnTo>
                    <a:pt x="786" y="142"/>
                  </a:lnTo>
                  <a:lnTo>
                    <a:pt x="786" y="141"/>
                  </a:lnTo>
                  <a:lnTo>
                    <a:pt x="787" y="139"/>
                  </a:lnTo>
                  <a:lnTo>
                    <a:pt x="789" y="138"/>
                  </a:lnTo>
                  <a:lnTo>
                    <a:pt x="790" y="137"/>
                  </a:lnTo>
                  <a:lnTo>
                    <a:pt x="792" y="135"/>
                  </a:lnTo>
                  <a:lnTo>
                    <a:pt x="792" y="134"/>
                  </a:lnTo>
                  <a:lnTo>
                    <a:pt x="793" y="134"/>
                  </a:lnTo>
                  <a:lnTo>
                    <a:pt x="795" y="132"/>
                  </a:lnTo>
                  <a:lnTo>
                    <a:pt x="795" y="131"/>
                  </a:lnTo>
                  <a:lnTo>
                    <a:pt x="796" y="129"/>
                  </a:lnTo>
                  <a:lnTo>
                    <a:pt x="796" y="128"/>
                  </a:lnTo>
                  <a:lnTo>
                    <a:pt x="797" y="128"/>
                  </a:lnTo>
                  <a:lnTo>
                    <a:pt x="797" y="126"/>
                  </a:lnTo>
                  <a:lnTo>
                    <a:pt x="799" y="125"/>
                  </a:lnTo>
                  <a:lnTo>
                    <a:pt x="800" y="123"/>
                  </a:lnTo>
                  <a:lnTo>
                    <a:pt x="802" y="122"/>
                  </a:lnTo>
                  <a:lnTo>
                    <a:pt x="803" y="120"/>
                  </a:lnTo>
                  <a:lnTo>
                    <a:pt x="803" y="119"/>
                  </a:lnTo>
                  <a:lnTo>
                    <a:pt x="805" y="117"/>
                  </a:lnTo>
                  <a:lnTo>
                    <a:pt x="806" y="116"/>
                  </a:lnTo>
                  <a:lnTo>
                    <a:pt x="808" y="114"/>
                  </a:lnTo>
                  <a:lnTo>
                    <a:pt x="808" y="113"/>
                  </a:lnTo>
                  <a:lnTo>
                    <a:pt x="809" y="110"/>
                  </a:lnTo>
                  <a:lnTo>
                    <a:pt x="811" y="108"/>
                  </a:lnTo>
                  <a:lnTo>
                    <a:pt x="812" y="107"/>
                  </a:lnTo>
                  <a:lnTo>
                    <a:pt x="814" y="104"/>
                  </a:lnTo>
                  <a:lnTo>
                    <a:pt x="815" y="102"/>
                  </a:lnTo>
                  <a:lnTo>
                    <a:pt x="818" y="99"/>
                  </a:lnTo>
                  <a:lnTo>
                    <a:pt x="820" y="98"/>
                  </a:lnTo>
                  <a:lnTo>
                    <a:pt x="821" y="95"/>
                  </a:lnTo>
                  <a:lnTo>
                    <a:pt x="823" y="94"/>
                  </a:lnTo>
                  <a:lnTo>
                    <a:pt x="823" y="92"/>
                  </a:lnTo>
                  <a:lnTo>
                    <a:pt x="824" y="89"/>
                  </a:lnTo>
                  <a:lnTo>
                    <a:pt x="826" y="88"/>
                  </a:lnTo>
                  <a:lnTo>
                    <a:pt x="827" y="86"/>
                  </a:lnTo>
                  <a:lnTo>
                    <a:pt x="829" y="85"/>
                  </a:lnTo>
                  <a:lnTo>
                    <a:pt x="829" y="83"/>
                  </a:lnTo>
                  <a:lnTo>
                    <a:pt x="830" y="82"/>
                  </a:lnTo>
                  <a:lnTo>
                    <a:pt x="832" y="80"/>
                  </a:lnTo>
                  <a:lnTo>
                    <a:pt x="833" y="79"/>
                  </a:lnTo>
                  <a:lnTo>
                    <a:pt x="833" y="77"/>
                  </a:lnTo>
                  <a:lnTo>
                    <a:pt x="835" y="76"/>
                  </a:lnTo>
                  <a:lnTo>
                    <a:pt x="836" y="74"/>
                  </a:lnTo>
                  <a:lnTo>
                    <a:pt x="836" y="73"/>
                  </a:lnTo>
                  <a:lnTo>
                    <a:pt x="838" y="71"/>
                  </a:lnTo>
                  <a:lnTo>
                    <a:pt x="839" y="70"/>
                  </a:lnTo>
                  <a:lnTo>
                    <a:pt x="840" y="68"/>
                  </a:lnTo>
                  <a:lnTo>
                    <a:pt x="842" y="67"/>
                  </a:lnTo>
                  <a:lnTo>
                    <a:pt x="842" y="65"/>
                  </a:lnTo>
                  <a:lnTo>
                    <a:pt x="843" y="64"/>
                  </a:lnTo>
                  <a:lnTo>
                    <a:pt x="845" y="61"/>
                  </a:lnTo>
                  <a:lnTo>
                    <a:pt x="846" y="59"/>
                  </a:lnTo>
                  <a:lnTo>
                    <a:pt x="848" y="58"/>
                  </a:lnTo>
                  <a:lnTo>
                    <a:pt x="849" y="56"/>
                  </a:lnTo>
                  <a:lnTo>
                    <a:pt x="851" y="53"/>
                  </a:lnTo>
                  <a:lnTo>
                    <a:pt x="852" y="52"/>
                  </a:lnTo>
                  <a:lnTo>
                    <a:pt x="854" y="49"/>
                  </a:lnTo>
                  <a:lnTo>
                    <a:pt x="855" y="46"/>
                  </a:lnTo>
                  <a:lnTo>
                    <a:pt x="857" y="45"/>
                  </a:lnTo>
                  <a:lnTo>
                    <a:pt x="858" y="42"/>
                  </a:lnTo>
                  <a:lnTo>
                    <a:pt x="860" y="40"/>
                  </a:lnTo>
                  <a:lnTo>
                    <a:pt x="861" y="39"/>
                  </a:lnTo>
                  <a:lnTo>
                    <a:pt x="863" y="37"/>
                  </a:lnTo>
                  <a:lnTo>
                    <a:pt x="864" y="34"/>
                  </a:lnTo>
                  <a:lnTo>
                    <a:pt x="866" y="33"/>
                  </a:lnTo>
                  <a:lnTo>
                    <a:pt x="866" y="31"/>
                  </a:lnTo>
                  <a:lnTo>
                    <a:pt x="867" y="30"/>
                  </a:lnTo>
                  <a:lnTo>
                    <a:pt x="869" y="28"/>
                  </a:lnTo>
                  <a:lnTo>
                    <a:pt x="869" y="27"/>
                  </a:lnTo>
                  <a:lnTo>
                    <a:pt x="870" y="27"/>
                  </a:lnTo>
                  <a:lnTo>
                    <a:pt x="872" y="25"/>
                  </a:lnTo>
                  <a:lnTo>
                    <a:pt x="872" y="24"/>
                  </a:lnTo>
                  <a:lnTo>
                    <a:pt x="873" y="22"/>
                  </a:lnTo>
                  <a:lnTo>
                    <a:pt x="873" y="21"/>
                  </a:lnTo>
                  <a:lnTo>
                    <a:pt x="875" y="21"/>
                  </a:lnTo>
                  <a:lnTo>
                    <a:pt x="875" y="19"/>
                  </a:lnTo>
                  <a:lnTo>
                    <a:pt x="876" y="18"/>
                  </a:lnTo>
                  <a:lnTo>
                    <a:pt x="876" y="16"/>
                  </a:lnTo>
                  <a:lnTo>
                    <a:pt x="878" y="16"/>
                  </a:lnTo>
                  <a:lnTo>
                    <a:pt x="878" y="15"/>
                  </a:lnTo>
                  <a:lnTo>
                    <a:pt x="879" y="13"/>
                  </a:lnTo>
                  <a:lnTo>
                    <a:pt x="879" y="12"/>
                  </a:lnTo>
                  <a:lnTo>
                    <a:pt x="881" y="10"/>
                  </a:lnTo>
                  <a:lnTo>
                    <a:pt x="881" y="9"/>
                  </a:lnTo>
                  <a:lnTo>
                    <a:pt x="882" y="8"/>
                  </a:lnTo>
                  <a:lnTo>
                    <a:pt x="883" y="6"/>
                  </a:lnTo>
                  <a:lnTo>
                    <a:pt x="883" y="3"/>
                  </a:lnTo>
                  <a:lnTo>
                    <a:pt x="885" y="2"/>
                  </a:lnTo>
                  <a:lnTo>
                    <a:pt x="886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19" name="Freeform 8">
              <a:extLst>
                <a:ext uri="{FF2B5EF4-FFF2-40B4-BE49-F238E27FC236}">
                  <a16:creationId xmlns:a16="http://schemas.microsoft.com/office/drawing/2014/main" id="{EDD867B7-B76B-44E5-884E-64A5C3433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5963" y="2492375"/>
              <a:ext cx="82550" cy="282575"/>
            </a:xfrm>
            <a:custGeom>
              <a:avLst/>
              <a:gdLst>
                <a:gd name="T0" fmla="*/ 2147483646 w 105"/>
                <a:gd name="T1" fmla="*/ 2147483646 h 354"/>
                <a:gd name="T2" fmla="*/ 2147483646 w 105"/>
                <a:gd name="T3" fmla="*/ 2147483646 h 354"/>
                <a:gd name="T4" fmla="*/ 2147483646 w 105"/>
                <a:gd name="T5" fmla="*/ 2147483646 h 354"/>
                <a:gd name="T6" fmla="*/ 2147483646 w 105"/>
                <a:gd name="T7" fmla="*/ 2147483646 h 354"/>
                <a:gd name="T8" fmla="*/ 2147483646 w 105"/>
                <a:gd name="T9" fmla="*/ 2147483646 h 354"/>
                <a:gd name="T10" fmla="*/ 2147483646 w 105"/>
                <a:gd name="T11" fmla="*/ 2147483646 h 354"/>
                <a:gd name="T12" fmla="*/ 2147483646 w 105"/>
                <a:gd name="T13" fmla="*/ 2147483646 h 354"/>
                <a:gd name="T14" fmla="*/ 2147483646 w 105"/>
                <a:gd name="T15" fmla="*/ 2147483646 h 354"/>
                <a:gd name="T16" fmla="*/ 2147483646 w 105"/>
                <a:gd name="T17" fmla="*/ 2147483646 h 354"/>
                <a:gd name="T18" fmla="*/ 2147483646 w 105"/>
                <a:gd name="T19" fmla="*/ 2147483646 h 354"/>
                <a:gd name="T20" fmla="*/ 2147483646 w 105"/>
                <a:gd name="T21" fmla="*/ 2147483646 h 354"/>
                <a:gd name="T22" fmla="*/ 2147483646 w 105"/>
                <a:gd name="T23" fmla="*/ 2147483646 h 354"/>
                <a:gd name="T24" fmla="*/ 2147483646 w 105"/>
                <a:gd name="T25" fmla="*/ 2147483646 h 354"/>
                <a:gd name="T26" fmla="*/ 2147483646 w 105"/>
                <a:gd name="T27" fmla="*/ 2147483646 h 354"/>
                <a:gd name="T28" fmla="*/ 2147483646 w 105"/>
                <a:gd name="T29" fmla="*/ 2147483646 h 354"/>
                <a:gd name="T30" fmla="*/ 2147483646 w 105"/>
                <a:gd name="T31" fmla="*/ 2147483646 h 354"/>
                <a:gd name="T32" fmla="*/ 2147483646 w 105"/>
                <a:gd name="T33" fmla="*/ 2147483646 h 354"/>
                <a:gd name="T34" fmla="*/ 2147483646 w 105"/>
                <a:gd name="T35" fmla="*/ 2147483646 h 354"/>
                <a:gd name="T36" fmla="*/ 2147483646 w 105"/>
                <a:gd name="T37" fmla="*/ 2147483646 h 354"/>
                <a:gd name="T38" fmla="*/ 2147483646 w 105"/>
                <a:gd name="T39" fmla="*/ 2147483646 h 354"/>
                <a:gd name="T40" fmla="*/ 2147483646 w 105"/>
                <a:gd name="T41" fmla="*/ 2147483646 h 354"/>
                <a:gd name="T42" fmla="*/ 2147483646 w 105"/>
                <a:gd name="T43" fmla="*/ 2147483646 h 354"/>
                <a:gd name="T44" fmla="*/ 2147483646 w 105"/>
                <a:gd name="T45" fmla="*/ 2147483646 h 354"/>
                <a:gd name="T46" fmla="*/ 2147483646 w 105"/>
                <a:gd name="T47" fmla="*/ 2147483646 h 354"/>
                <a:gd name="T48" fmla="*/ 2147483646 w 105"/>
                <a:gd name="T49" fmla="*/ 2147483646 h 354"/>
                <a:gd name="T50" fmla="*/ 2147483646 w 105"/>
                <a:gd name="T51" fmla="*/ 2147483646 h 354"/>
                <a:gd name="T52" fmla="*/ 2147483646 w 105"/>
                <a:gd name="T53" fmla="*/ 2147483646 h 354"/>
                <a:gd name="T54" fmla="*/ 2147483646 w 105"/>
                <a:gd name="T55" fmla="*/ 2147483646 h 354"/>
                <a:gd name="T56" fmla="*/ 2147483646 w 105"/>
                <a:gd name="T57" fmla="*/ 2147483646 h 354"/>
                <a:gd name="T58" fmla="*/ 2147483646 w 105"/>
                <a:gd name="T59" fmla="*/ 2147483646 h 354"/>
                <a:gd name="T60" fmla="*/ 2147483646 w 105"/>
                <a:gd name="T61" fmla="*/ 2147483646 h 354"/>
                <a:gd name="T62" fmla="*/ 2147483646 w 105"/>
                <a:gd name="T63" fmla="*/ 2147483646 h 354"/>
                <a:gd name="T64" fmla="*/ 2147483646 w 105"/>
                <a:gd name="T65" fmla="*/ 2147483646 h 354"/>
                <a:gd name="T66" fmla="*/ 2147483646 w 105"/>
                <a:gd name="T67" fmla="*/ 2147483646 h 354"/>
                <a:gd name="T68" fmla="*/ 2147483646 w 105"/>
                <a:gd name="T69" fmla="*/ 2147483646 h 354"/>
                <a:gd name="T70" fmla="*/ 2147483646 w 105"/>
                <a:gd name="T71" fmla="*/ 2147483646 h 354"/>
                <a:gd name="T72" fmla="*/ 2147483646 w 105"/>
                <a:gd name="T73" fmla="*/ 2147483646 h 354"/>
                <a:gd name="T74" fmla="*/ 2147483646 w 105"/>
                <a:gd name="T75" fmla="*/ 2147483646 h 354"/>
                <a:gd name="T76" fmla="*/ 2147483646 w 105"/>
                <a:gd name="T77" fmla="*/ 2147483646 h 354"/>
                <a:gd name="T78" fmla="*/ 2147483646 w 105"/>
                <a:gd name="T79" fmla="*/ 2147483646 h 354"/>
                <a:gd name="T80" fmla="*/ 2147483646 w 105"/>
                <a:gd name="T81" fmla="*/ 2147483646 h 354"/>
                <a:gd name="T82" fmla="*/ 2147483646 w 105"/>
                <a:gd name="T83" fmla="*/ 2147483646 h 354"/>
                <a:gd name="T84" fmla="*/ 2147483646 w 105"/>
                <a:gd name="T85" fmla="*/ 2147483646 h 354"/>
                <a:gd name="T86" fmla="*/ 2147483646 w 105"/>
                <a:gd name="T87" fmla="*/ 2147483646 h 354"/>
                <a:gd name="T88" fmla="*/ 2147483646 w 105"/>
                <a:gd name="T89" fmla="*/ 2147483646 h 354"/>
                <a:gd name="T90" fmla="*/ 2147483646 w 105"/>
                <a:gd name="T91" fmla="*/ 2147483646 h 354"/>
                <a:gd name="T92" fmla="*/ 2147483646 w 105"/>
                <a:gd name="T93" fmla="*/ 2147483646 h 354"/>
                <a:gd name="T94" fmla="*/ 2147483646 w 105"/>
                <a:gd name="T95" fmla="*/ 2147483646 h 354"/>
                <a:gd name="T96" fmla="*/ 2147483646 w 105"/>
                <a:gd name="T97" fmla="*/ 2147483646 h 354"/>
                <a:gd name="T98" fmla="*/ 2147483646 w 105"/>
                <a:gd name="T99" fmla="*/ 2147483646 h 354"/>
                <a:gd name="T100" fmla="*/ 2147483646 w 105"/>
                <a:gd name="T101" fmla="*/ 2147483646 h 354"/>
                <a:gd name="T102" fmla="*/ 2147483646 w 105"/>
                <a:gd name="T103" fmla="*/ 2147483646 h 354"/>
                <a:gd name="T104" fmla="*/ 2147483646 w 105"/>
                <a:gd name="T105" fmla="*/ 2147483646 h 354"/>
                <a:gd name="T106" fmla="*/ 2147483646 w 105"/>
                <a:gd name="T107" fmla="*/ 2147483646 h 354"/>
                <a:gd name="T108" fmla="*/ 2147483646 w 105"/>
                <a:gd name="T109" fmla="*/ 2147483646 h 354"/>
                <a:gd name="T110" fmla="*/ 2147483646 w 105"/>
                <a:gd name="T111" fmla="*/ 2147483646 h 354"/>
                <a:gd name="T112" fmla="*/ 2147483646 w 105"/>
                <a:gd name="T113" fmla="*/ 2147483646 h 35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05" h="354">
                  <a:moveTo>
                    <a:pt x="0" y="0"/>
                  </a:moveTo>
                  <a:lnTo>
                    <a:pt x="3" y="4"/>
                  </a:lnTo>
                  <a:lnTo>
                    <a:pt x="4" y="7"/>
                  </a:lnTo>
                  <a:lnTo>
                    <a:pt x="6" y="10"/>
                  </a:lnTo>
                  <a:lnTo>
                    <a:pt x="9" y="15"/>
                  </a:lnTo>
                  <a:lnTo>
                    <a:pt x="10" y="17"/>
                  </a:lnTo>
                  <a:lnTo>
                    <a:pt x="12" y="19"/>
                  </a:lnTo>
                  <a:lnTo>
                    <a:pt x="13" y="22"/>
                  </a:lnTo>
                  <a:lnTo>
                    <a:pt x="15" y="25"/>
                  </a:lnTo>
                  <a:lnTo>
                    <a:pt x="16" y="26"/>
                  </a:lnTo>
                  <a:lnTo>
                    <a:pt x="16" y="29"/>
                  </a:lnTo>
                  <a:lnTo>
                    <a:pt x="18" y="31"/>
                  </a:lnTo>
                  <a:lnTo>
                    <a:pt x="19" y="34"/>
                  </a:lnTo>
                  <a:lnTo>
                    <a:pt x="19" y="35"/>
                  </a:lnTo>
                  <a:lnTo>
                    <a:pt x="21" y="37"/>
                  </a:lnTo>
                  <a:lnTo>
                    <a:pt x="22" y="38"/>
                  </a:lnTo>
                  <a:lnTo>
                    <a:pt x="22" y="40"/>
                  </a:lnTo>
                  <a:lnTo>
                    <a:pt x="24" y="41"/>
                  </a:lnTo>
                  <a:lnTo>
                    <a:pt x="24" y="43"/>
                  </a:lnTo>
                  <a:lnTo>
                    <a:pt x="25" y="44"/>
                  </a:lnTo>
                  <a:lnTo>
                    <a:pt x="25" y="46"/>
                  </a:lnTo>
                  <a:lnTo>
                    <a:pt x="27" y="47"/>
                  </a:lnTo>
                  <a:lnTo>
                    <a:pt x="27" y="49"/>
                  </a:lnTo>
                  <a:lnTo>
                    <a:pt x="27" y="50"/>
                  </a:lnTo>
                  <a:lnTo>
                    <a:pt x="28" y="52"/>
                  </a:lnTo>
                  <a:lnTo>
                    <a:pt x="28" y="53"/>
                  </a:lnTo>
                  <a:lnTo>
                    <a:pt x="29" y="55"/>
                  </a:lnTo>
                  <a:lnTo>
                    <a:pt x="29" y="56"/>
                  </a:lnTo>
                  <a:lnTo>
                    <a:pt x="31" y="58"/>
                  </a:lnTo>
                  <a:lnTo>
                    <a:pt x="31" y="59"/>
                  </a:lnTo>
                  <a:lnTo>
                    <a:pt x="32" y="60"/>
                  </a:lnTo>
                  <a:lnTo>
                    <a:pt x="32" y="62"/>
                  </a:lnTo>
                  <a:lnTo>
                    <a:pt x="34" y="65"/>
                  </a:lnTo>
                  <a:lnTo>
                    <a:pt x="34" y="66"/>
                  </a:lnTo>
                  <a:lnTo>
                    <a:pt x="35" y="68"/>
                  </a:lnTo>
                  <a:lnTo>
                    <a:pt x="35" y="71"/>
                  </a:lnTo>
                  <a:lnTo>
                    <a:pt x="37" y="72"/>
                  </a:lnTo>
                  <a:lnTo>
                    <a:pt x="37" y="74"/>
                  </a:lnTo>
                  <a:lnTo>
                    <a:pt x="38" y="75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40" y="80"/>
                  </a:lnTo>
                  <a:lnTo>
                    <a:pt x="40" y="81"/>
                  </a:lnTo>
                  <a:lnTo>
                    <a:pt x="41" y="83"/>
                  </a:lnTo>
                  <a:lnTo>
                    <a:pt x="41" y="84"/>
                  </a:lnTo>
                  <a:lnTo>
                    <a:pt x="41" y="86"/>
                  </a:lnTo>
                  <a:lnTo>
                    <a:pt x="43" y="86"/>
                  </a:lnTo>
                  <a:lnTo>
                    <a:pt x="43" y="87"/>
                  </a:lnTo>
                  <a:lnTo>
                    <a:pt x="43" y="89"/>
                  </a:lnTo>
                  <a:lnTo>
                    <a:pt x="44" y="90"/>
                  </a:lnTo>
                  <a:lnTo>
                    <a:pt x="44" y="92"/>
                  </a:lnTo>
                  <a:lnTo>
                    <a:pt x="46" y="93"/>
                  </a:lnTo>
                  <a:lnTo>
                    <a:pt x="46" y="95"/>
                  </a:lnTo>
                  <a:lnTo>
                    <a:pt x="46" y="96"/>
                  </a:lnTo>
                  <a:lnTo>
                    <a:pt x="47" y="98"/>
                  </a:lnTo>
                  <a:lnTo>
                    <a:pt x="47" y="99"/>
                  </a:lnTo>
                  <a:lnTo>
                    <a:pt x="49" y="102"/>
                  </a:lnTo>
                  <a:lnTo>
                    <a:pt x="49" y="103"/>
                  </a:lnTo>
                  <a:lnTo>
                    <a:pt x="50" y="105"/>
                  </a:lnTo>
                  <a:lnTo>
                    <a:pt x="50" y="106"/>
                  </a:lnTo>
                  <a:lnTo>
                    <a:pt x="52" y="109"/>
                  </a:lnTo>
                  <a:lnTo>
                    <a:pt x="52" y="111"/>
                  </a:lnTo>
                  <a:lnTo>
                    <a:pt x="53" y="114"/>
                  </a:lnTo>
                  <a:lnTo>
                    <a:pt x="55" y="117"/>
                  </a:lnTo>
                  <a:lnTo>
                    <a:pt x="55" y="118"/>
                  </a:lnTo>
                  <a:lnTo>
                    <a:pt x="56" y="121"/>
                  </a:lnTo>
                  <a:lnTo>
                    <a:pt x="56" y="123"/>
                  </a:lnTo>
                  <a:lnTo>
                    <a:pt x="58" y="124"/>
                  </a:lnTo>
                  <a:lnTo>
                    <a:pt x="58" y="127"/>
                  </a:lnTo>
                  <a:lnTo>
                    <a:pt x="59" y="129"/>
                  </a:lnTo>
                  <a:lnTo>
                    <a:pt x="59" y="130"/>
                  </a:lnTo>
                  <a:lnTo>
                    <a:pt x="59" y="132"/>
                  </a:lnTo>
                  <a:lnTo>
                    <a:pt x="61" y="133"/>
                  </a:lnTo>
                  <a:lnTo>
                    <a:pt x="61" y="135"/>
                  </a:lnTo>
                  <a:lnTo>
                    <a:pt x="61" y="136"/>
                  </a:lnTo>
                  <a:lnTo>
                    <a:pt x="62" y="136"/>
                  </a:lnTo>
                  <a:lnTo>
                    <a:pt x="62" y="138"/>
                  </a:lnTo>
                  <a:lnTo>
                    <a:pt x="62" y="139"/>
                  </a:lnTo>
                  <a:lnTo>
                    <a:pt x="64" y="141"/>
                  </a:lnTo>
                  <a:lnTo>
                    <a:pt x="64" y="142"/>
                  </a:lnTo>
                  <a:lnTo>
                    <a:pt x="64" y="144"/>
                  </a:lnTo>
                  <a:lnTo>
                    <a:pt x="64" y="145"/>
                  </a:lnTo>
                  <a:lnTo>
                    <a:pt x="65" y="146"/>
                  </a:lnTo>
                  <a:lnTo>
                    <a:pt x="65" y="148"/>
                  </a:lnTo>
                  <a:lnTo>
                    <a:pt x="67" y="149"/>
                  </a:lnTo>
                  <a:lnTo>
                    <a:pt x="67" y="151"/>
                  </a:lnTo>
                  <a:lnTo>
                    <a:pt x="67" y="154"/>
                  </a:lnTo>
                  <a:lnTo>
                    <a:pt x="68" y="155"/>
                  </a:lnTo>
                  <a:lnTo>
                    <a:pt x="68" y="157"/>
                  </a:lnTo>
                  <a:lnTo>
                    <a:pt x="68" y="158"/>
                  </a:lnTo>
                  <a:lnTo>
                    <a:pt x="70" y="161"/>
                  </a:lnTo>
                  <a:lnTo>
                    <a:pt x="70" y="163"/>
                  </a:lnTo>
                  <a:lnTo>
                    <a:pt x="71" y="166"/>
                  </a:lnTo>
                  <a:lnTo>
                    <a:pt x="71" y="167"/>
                  </a:lnTo>
                  <a:lnTo>
                    <a:pt x="72" y="170"/>
                  </a:lnTo>
                  <a:lnTo>
                    <a:pt x="72" y="172"/>
                  </a:lnTo>
                  <a:lnTo>
                    <a:pt x="74" y="175"/>
                  </a:lnTo>
                  <a:lnTo>
                    <a:pt x="74" y="176"/>
                  </a:lnTo>
                  <a:lnTo>
                    <a:pt x="75" y="179"/>
                  </a:lnTo>
                  <a:lnTo>
                    <a:pt x="75" y="181"/>
                  </a:lnTo>
                  <a:lnTo>
                    <a:pt x="75" y="182"/>
                  </a:lnTo>
                  <a:lnTo>
                    <a:pt x="77" y="184"/>
                  </a:lnTo>
                  <a:lnTo>
                    <a:pt x="77" y="185"/>
                  </a:lnTo>
                  <a:lnTo>
                    <a:pt x="77" y="187"/>
                  </a:lnTo>
                  <a:lnTo>
                    <a:pt x="78" y="188"/>
                  </a:lnTo>
                  <a:lnTo>
                    <a:pt x="78" y="189"/>
                  </a:lnTo>
                  <a:lnTo>
                    <a:pt x="78" y="191"/>
                  </a:lnTo>
                  <a:lnTo>
                    <a:pt x="78" y="192"/>
                  </a:lnTo>
                  <a:lnTo>
                    <a:pt x="80" y="194"/>
                  </a:lnTo>
                  <a:lnTo>
                    <a:pt x="80" y="195"/>
                  </a:lnTo>
                  <a:lnTo>
                    <a:pt x="80" y="197"/>
                  </a:lnTo>
                  <a:lnTo>
                    <a:pt x="81" y="198"/>
                  </a:lnTo>
                  <a:lnTo>
                    <a:pt x="81" y="200"/>
                  </a:lnTo>
                  <a:lnTo>
                    <a:pt x="81" y="201"/>
                  </a:lnTo>
                  <a:lnTo>
                    <a:pt x="83" y="203"/>
                  </a:lnTo>
                  <a:lnTo>
                    <a:pt x="83" y="204"/>
                  </a:lnTo>
                  <a:lnTo>
                    <a:pt x="83" y="206"/>
                  </a:lnTo>
                  <a:lnTo>
                    <a:pt x="83" y="207"/>
                  </a:lnTo>
                  <a:lnTo>
                    <a:pt x="84" y="209"/>
                  </a:lnTo>
                  <a:lnTo>
                    <a:pt x="84" y="210"/>
                  </a:lnTo>
                  <a:lnTo>
                    <a:pt x="86" y="212"/>
                  </a:lnTo>
                  <a:lnTo>
                    <a:pt x="86" y="215"/>
                  </a:lnTo>
                  <a:lnTo>
                    <a:pt x="86" y="216"/>
                  </a:lnTo>
                  <a:lnTo>
                    <a:pt x="87" y="219"/>
                  </a:lnTo>
                  <a:lnTo>
                    <a:pt x="87" y="221"/>
                  </a:lnTo>
                  <a:lnTo>
                    <a:pt x="89" y="224"/>
                  </a:lnTo>
                  <a:lnTo>
                    <a:pt x="89" y="227"/>
                  </a:lnTo>
                  <a:lnTo>
                    <a:pt x="90" y="228"/>
                  </a:lnTo>
                  <a:lnTo>
                    <a:pt x="90" y="230"/>
                  </a:lnTo>
                  <a:lnTo>
                    <a:pt x="92" y="232"/>
                  </a:lnTo>
                  <a:lnTo>
                    <a:pt x="92" y="234"/>
                  </a:lnTo>
                  <a:lnTo>
                    <a:pt x="92" y="235"/>
                  </a:lnTo>
                  <a:lnTo>
                    <a:pt x="93" y="237"/>
                  </a:lnTo>
                  <a:lnTo>
                    <a:pt x="93" y="238"/>
                  </a:lnTo>
                  <a:lnTo>
                    <a:pt x="93" y="240"/>
                  </a:lnTo>
                  <a:lnTo>
                    <a:pt x="95" y="241"/>
                  </a:lnTo>
                  <a:lnTo>
                    <a:pt x="95" y="243"/>
                  </a:lnTo>
                  <a:lnTo>
                    <a:pt x="95" y="244"/>
                  </a:lnTo>
                  <a:lnTo>
                    <a:pt x="95" y="246"/>
                  </a:lnTo>
                  <a:lnTo>
                    <a:pt x="95" y="247"/>
                  </a:lnTo>
                  <a:lnTo>
                    <a:pt x="96" y="247"/>
                  </a:lnTo>
                  <a:lnTo>
                    <a:pt x="96" y="249"/>
                  </a:lnTo>
                  <a:lnTo>
                    <a:pt x="96" y="250"/>
                  </a:lnTo>
                  <a:lnTo>
                    <a:pt x="96" y="252"/>
                  </a:lnTo>
                  <a:lnTo>
                    <a:pt x="96" y="253"/>
                  </a:lnTo>
                  <a:lnTo>
                    <a:pt x="96" y="255"/>
                  </a:lnTo>
                  <a:lnTo>
                    <a:pt x="96" y="256"/>
                  </a:lnTo>
                  <a:lnTo>
                    <a:pt x="98" y="258"/>
                  </a:lnTo>
                  <a:lnTo>
                    <a:pt x="98" y="259"/>
                  </a:lnTo>
                  <a:lnTo>
                    <a:pt x="98" y="261"/>
                  </a:lnTo>
                  <a:lnTo>
                    <a:pt x="98" y="262"/>
                  </a:lnTo>
                  <a:lnTo>
                    <a:pt x="98" y="264"/>
                  </a:lnTo>
                  <a:lnTo>
                    <a:pt x="98" y="265"/>
                  </a:lnTo>
                  <a:lnTo>
                    <a:pt x="98" y="267"/>
                  </a:lnTo>
                  <a:lnTo>
                    <a:pt x="98" y="270"/>
                  </a:lnTo>
                  <a:lnTo>
                    <a:pt x="98" y="271"/>
                  </a:lnTo>
                  <a:lnTo>
                    <a:pt x="99" y="274"/>
                  </a:lnTo>
                  <a:lnTo>
                    <a:pt x="99" y="275"/>
                  </a:lnTo>
                  <a:lnTo>
                    <a:pt x="99" y="277"/>
                  </a:lnTo>
                  <a:lnTo>
                    <a:pt x="99" y="278"/>
                  </a:lnTo>
                  <a:lnTo>
                    <a:pt x="99" y="281"/>
                  </a:lnTo>
                  <a:lnTo>
                    <a:pt x="99" y="283"/>
                  </a:lnTo>
                  <a:lnTo>
                    <a:pt x="99" y="284"/>
                  </a:lnTo>
                  <a:lnTo>
                    <a:pt x="99" y="286"/>
                  </a:lnTo>
                  <a:lnTo>
                    <a:pt x="99" y="287"/>
                  </a:lnTo>
                  <a:lnTo>
                    <a:pt x="99" y="289"/>
                  </a:lnTo>
                  <a:lnTo>
                    <a:pt x="99" y="290"/>
                  </a:lnTo>
                  <a:lnTo>
                    <a:pt x="101" y="290"/>
                  </a:lnTo>
                  <a:lnTo>
                    <a:pt x="101" y="292"/>
                  </a:lnTo>
                  <a:lnTo>
                    <a:pt x="101" y="293"/>
                  </a:lnTo>
                  <a:lnTo>
                    <a:pt x="101" y="295"/>
                  </a:lnTo>
                  <a:lnTo>
                    <a:pt x="101" y="296"/>
                  </a:lnTo>
                  <a:lnTo>
                    <a:pt x="101" y="298"/>
                  </a:lnTo>
                  <a:lnTo>
                    <a:pt x="101" y="299"/>
                  </a:lnTo>
                  <a:lnTo>
                    <a:pt x="101" y="301"/>
                  </a:lnTo>
                  <a:lnTo>
                    <a:pt x="102" y="301"/>
                  </a:lnTo>
                  <a:lnTo>
                    <a:pt x="102" y="302"/>
                  </a:lnTo>
                  <a:lnTo>
                    <a:pt x="102" y="304"/>
                  </a:lnTo>
                  <a:lnTo>
                    <a:pt x="102" y="305"/>
                  </a:lnTo>
                  <a:lnTo>
                    <a:pt x="102" y="307"/>
                  </a:lnTo>
                  <a:lnTo>
                    <a:pt x="102" y="308"/>
                  </a:lnTo>
                  <a:lnTo>
                    <a:pt x="104" y="310"/>
                  </a:lnTo>
                  <a:lnTo>
                    <a:pt x="104" y="311"/>
                  </a:lnTo>
                  <a:lnTo>
                    <a:pt x="104" y="313"/>
                  </a:lnTo>
                  <a:lnTo>
                    <a:pt x="104" y="314"/>
                  </a:lnTo>
                  <a:lnTo>
                    <a:pt x="104" y="316"/>
                  </a:lnTo>
                  <a:lnTo>
                    <a:pt x="105" y="316"/>
                  </a:lnTo>
                  <a:lnTo>
                    <a:pt x="105" y="317"/>
                  </a:lnTo>
                  <a:lnTo>
                    <a:pt x="105" y="319"/>
                  </a:lnTo>
                  <a:lnTo>
                    <a:pt x="105" y="320"/>
                  </a:lnTo>
                  <a:lnTo>
                    <a:pt x="105" y="321"/>
                  </a:lnTo>
                  <a:lnTo>
                    <a:pt x="105" y="323"/>
                  </a:lnTo>
                  <a:lnTo>
                    <a:pt x="105" y="324"/>
                  </a:lnTo>
                  <a:lnTo>
                    <a:pt x="105" y="326"/>
                  </a:lnTo>
                  <a:lnTo>
                    <a:pt x="105" y="327"/>
                  </a:lnTo>
                  <a:lnTo>
                    <a:pt x="105" y="329"/>
                  </a:lnTo>
                  <a:lnTo>
                    <a:pt x="105" y="330"/>
                  </a:lnTo>
                  <a:lnTo>
                    <a:pt x="105" y="332"/>
                  </a:lnTo>
                  <a:lnTo>
                    <a:pt x="105" y="333"/>
                  </a:lnTo>
                  <a:lnTo>
                    <a:pt x="105" y="335"/>
                  </a:lnTo>
                  <a:lnTo>
                    <a:pt x="105" y="338"/>
                  </a:lnTo>
                  <a:lnTo>
                    <a:pt x="105" y="339"/>
                  </a:lnTo>
                  <a:lnTo>
                    <a:pt x="105" y="341"/>
                  </a:lnTo>
                  <a:lnTo>
                    <a:pt x="105" y="344"/>
                  </a:lnTo>
                  <a:lnTo>
                    <a:pt x="104" y="345"/>
                  </a:lnTo>
                  <a:lnTo>
                    <a:pt x="104" y="348"/>
                  </a:lnTo>
                  <a:lnTo>
                    <a:pt x="104" y="351"/>
                  </a:lnTo>
                  <a:lnTo>
                    <a:pt x="104" y="35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20" name="Freeform 9">
              <a:extLst>
                <a:ext uri="{FF2B5EF4-FFF2-40B4-BE49-F238E27FC236}">
                  <a16:creationId xmlns:a16="http://schemas.microsoft.com/office/drawing/2014/main" id="{9005F172-1CA0-4D93-905B-2BFD7DE51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5963" y="2773362"/>
              <a:ext cx="82550" cy="279400"/>
            </a:xfrm>
            <a:custGeom>
              <a:avLst/>
              <a:gdLst>
                <a:gd name="T0" fmla="*/ 2147483646 w 105"/>
                <a:gd name="T1" fmla="*/ 2147483646 h 353"/>
                <a:gd name="T2" fmla="*/ 2147483646 w 105"/>
                <a:gd name="T3" fmla="*/ 2147483646 h 353"/>
                <a:gd name="T4" fmla="*/ 2147483646 w 105"/>
                <a:gd name="T5" fmla="*/ 2147483646 h 353"/>
                <a:gd name="T6" fmla="*/ 2147483646 w 105"/>
                <a:gd name="T7" fmla="*/ 2147483646 h 353"/>
                <a:gd name="T8" fmla="*/ 2147483646 w 105"/>
                <a:gd name="T9" fmla="*/ 2147483646 h 353"/>
                <a:gd name="T10" fmla="*/ 2147483646 w 105"/>
                <a:gd name="T11" fmla="*/ 2147483646 h 353"/>
                <a:gd name="T12" fmla="*/ 2147483646 w 105"/>
                <a:gd name="T13" fmla="*/ 2147483646 h 353"/>
                <a:gd name="T14" fmla="*/ 2147483646 w 105"/>
                <a:gd name="T15" fmla="*/ 2147483646 h 353"/>
                <a:gd name="T16" fmla="*/ 2147483646 w 105"/>
                <a:gd name="T17" fmla="*/ 2147483646 h 353"/>
                <a:gd name="T18" fmla="*/ 2147483646 w 105"/>
                <a:gd name="T19" fmla="*/ 2147483646 h 353"/>
                <a:gd name="T20" fmla="*/ 2147483646 w 105"/>
                <a:gd name="T21" fmla="*/ 2147483646 h 353"/>
                <a:gd name="T22" fmla="*/ 2147483646 w 105"/>
                <a:gd name="T23" fmla="*/ 2147483646 h 353"/>
                <a:gd name="T24" fmla="*/ 2147483646 w 105"/>
                <a:gd name="T25" fmla="*/ 2147483646 h 353"/>
                <a:gd name="T26" fmla="*/ 2147483646 w 105"/>
                <a:gd name="T27" fmla="*/ 2147483646 h 353"/>
                <a:gd name="T28" fmla="*/ 2147483646 w 105"/>
                <a:gd name="T29" fmla="*/ 2147483646 h 353"/>
                <a:gd name="T30" fmla="*/ 2147483646 w 105"/>
                <a:gd name="T31" fmla="*/ 2147483646 h 353"/>
                <a:gd name="T32" fmla="*/ 2147483646 w 105"/>
                <a:gd name="T33" fmla="*/ 2147483646 h 353"/>
                <a:gd name="T34" fmla="*/ 2147483646 w 105"/>
                <a:gd name="T35" fmla="*/ 2147483646 h 353"/>
                <a:gd name="T36" fmla="*/ 2147483646 w 105"/>
                <a:gd name="T37" fmla="*/ 2147483646 h 353"/>
                <a:gd name="T38" fmla="*/ 2147483646 w 105"/>
                <a:gd name="T39" fmla="*/ 2147483646 h 353"/>
                <a:gd name="T40" fmla="*/ 2147483646 w 105"/>
                <a:gd name="T41" fmla="*/ 2147483646 h 353"/>
                <a:gd name="T42" fmla="*/ 2147483646 w 105"/>
                <a:gd name="T43" fmla="*/ 2147483646 h 353"/>
                <a:gd name="T44" fmla="*/ 2147483646 w 105"/>
                <a:gd name="T45" fmla="*/ 2147483646 h 353"/>
                <a:gd name="T46" fmla="*/ 2147483646 w 105"/>
                <a:gd name="T47" fmla="*/ 2147483646 h 353"/>
                <a:gd name="T48" fmla="*/ 2147483646 w 105"/>
                <a:gd name="T49" fmla="*/ 2147483646 h 353"/>
                <a:gd name="T50" fmla="*/ 2147483646 w 105"/>
                <a:gd name="T51" fmla="*/ 2147483646 h 353"/>
                <a:gd name="T52" fmla="*/ 2147483646 w 105"/>
                <a:gd name="T53" fmla="*/ 2147483646 h 353"/>
                <a:gd name="T54" fmla="*/ 2147483646 w 105"/>
                <a:gd name="T55" fmla="*/ 2147483646 h 353"/>
                <a:gd name="T56" fmla="*/ 2147483646 w 105"/>
                <a:gd name="T57" fmla="*/ 2147483646 h 353"/>
                <a:gd name="T58" fmla="*/ 2147483646 w 105"/>
                <a:gd name="T59" fmla="*/ 2147483646 h 353"/>
                <a:gd name="T60" fmla="*/ 2147483646 w 105"/>
                <a:gd name="T61" fmla="*/ 2147483646 h 353"/>
                <a:gd name="T62" fmla="*/ 2147483646 w 105"/>
                <a:gd name="T63" fmla="*/ 2147483646 h 353"/>
                <a:gd name="T64" fmla="*/ 2147483646 w 105"/>
                <a:gd name="T65" fmla="*/ 2147483646 h 353"/>
                <a:gd name="T66" fmla="*/ 2147483646 w 105"/>
                <a:gd name="T67" fmla="*/ 2147483646 h 353"/>
                <a:gd name="T68" fmla="*/ 2147483646 w 105"/>
                <a:gd name="T69" fmla="*/ 2147483646 h 353"/>
                <a:gd name="T70" fmla="*/ 2147483646 w 105"/>
                <a:gd name="T71" fmla="*/ 2147483646 h 353"/>
                <a:gd name="T72" fmla="*/ 2147483646 w 105"/>
                <a:gd name="T73" fmla="*/ 2147483646 h 353"/>
                <a:gd name="T74" fmla="*/ 2147483646 w 105"/>
                <a:gd name="T75" fmla="*/ 2147483646 h 353"/>
                <a:gd name="T76" fmla="*/ 2147483646 w 105"/>
                <a:gd name="T77" fmla="*/ 2147483646 h 353"/>
                <a:gd name="T78" fmla="*/ 2147483646 w 105"/>
                <a:gd name="T79" fmla="*/ 2147483646 h 353"/>
                <a:gd name="T80" fmla="*/ 2147483646 w 105"/>
                <a:gd name="T81" fmla="*/ 2147483646 h 353"/>
                <a:gd name="T82" fmla="*/ 2147483646 w 105"/>
                <a:gd name="T83" fmla="*/ 2147483646 h 353"/>
                <a:gd name="T84" fmla="*/ 2147483646 w 105"/>
                <a:gd name="T85" fmla="*/ 2147483646 h 353"/>
                <a:gd name="T86" fmla="*/ 2147483646 w 105"/>
                <a:gd name="T87" fmla="*/ 2147483646 h 353"/>
                <a:gd name="T88" fmla="*/ 2147483646 w 105"/>
                <a:gd name="T89" fmla="*/ 2147483646 h 353"/>
                <a:gd name="T90" fmla="*/ 2147483646 w 105"/>
                <a:gd name="T91" fmla="*/ 2147483646 h 353"/>
                <a:gd name="T92" fmla="*/ 2147483646 w 105"/>
                <a:gd name="T93" fmla="*/ 2147483646 h 353"/>
                <a:gd name="T94" fmla="*/ 2147483646 w 105"/>
                <a:gd name="T95" fmla="*/ 2147483646 h 353"/>
                <a:gd name="T96" fmla="*/ 2147483646 w 105"/>
                <a:gd name="T97" fmla="*/ 2147483646 h 353"/>
                <a:gd name="T98" fmla="*/ 2147483646 w 105"/>
                <a:gd name="T99" fmla="*/ 2147483646 h 353"/>
                <a:gd name="T100" fmla="*/ 2147483646 w 105"/>
                <a:gd name="T101" fmla="*/ 2147483646 h 353"/>
                <a:gd name="T102" fmla="*/ 2147483646 w 105"/>
                <a:gd name="T103" fmla="*/ 2147483646 h 353"/>
                <a:gd name="T104" fmla="*/ 2147483646 w 105"/>
                <a:gd name="T105" fmla="*/ 2147483646 h 353"/>
                <a:gd name="T106" fmla="*/ 2147483646 w 105"/>
                <a:gd name="T107" fmla="*/ 2147483646 h 353"/>
                <a:gd name="T108" fmla="*/ 2147483646 w 105"/>
                <a:gd name="T109" fmla="*/ 2147483646 h 353"/>
                <a:gd name="T110" fmla="*/ 2147483646 w 105"/>
                <a:gd name="T111" fmla="*/ 2147483646 h 353"/>
                <a:gd name="T112" fmla="*/ 2147483646 w 105"/>
                <a:gd name="T113" fmla="*/ 2147483646 h 35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05" h="353">
                  <a:moveTo>
                    <a:pt x="0" y="353"/>
                  </a:moveTo>
                  <a:lnTo>
                    <a:pt x="3" y="350"/>
                  </a:lnTo>
                  <a:lnTo>
                    <a:pt x="4" y="345"/>
                  </a:lnTo>
                  <a:lnTo>
                    <a:pt x="6" y="342"/>
                  </a:lnTo>
                  <a:lnTo>
                    <a:pt x="9" y="339"/>
                  </a:lnTo>
                  <a:lnTo>
                    <a:pt x="10" y="336"/>
                  </a:lnTo>
                  <a:lnTo>
                    <a:pt x="12" y="333"/>
                  </a:lnTo>
                  <a:lnTo>
                    <a:pt x="13" y="330"/>
                  </a:lnTo>
                  <a:lnTo>
                    <a:pt x="15" y="329"/>
                  </a:lnTo>
                  <a:lnTo>
                    <a:pt x="16" y="326"/>
                  </a:lnTo>
                  <a:lnTo>
                    <a:pt x="16" y="324"/>
                  </a:lnTo>
                  <a:lnTo>
                    <a:pt x="18" y="321"/>
                  </a:lnTo>
                  <a:lnTo>
                    <a:pt x="19" y="320"/>
                  </a:lnTo>
                  <a:lnTo>
                    <a:pt x="19" y="318"/>
                  </a:lnTo>
                  <a:lnTo>
                    <a:pt x="21" y="317"/>
                  </a:lnTo>
                  <a:lnTo>
                    <a:pt x="22" y="314"/>
                  </a:lnTo>
                  <a:lnTo>
                    <a:pt x="22" y="313"/>
                  </a:lnTo>
                  <a:lnTo>
                    <a:pt x="24" y="311"/>
                  </a:lnTo>
                  <a:lnTo>
                    <a:pt x="24" y="310"/>
                  </a:lnTo>
                  <a:lnTo>
                    <a:pt x="25" y="308"/>
                  </a:lnTo>
                  <a:lnTo>
                    <a:pt x="25" y="307"/>
                  </a:lnTo>
                  <a:lnTo>
                    <a:pt x="27" y="307"/>
                  </a:lnTo>
                  <a:lnTo>
                    <a:pt x="27" y="305"/>
                  </a:lnTo>
                  <a:lnTo>
                    <a:pt x="27" y="304"/>
                  </a:lnTo>
                  <a:lnTo>
                    <a:pt x="28" y="302"/>
                  </a:lnTo>
                  <a:lnTo>
                    <a:pt x="28" y="301"/>
                  </a:lnTo>
                  <a:lnTo>
                    <a:pt x="29" y="299"/>
                  </a:lnTo>
                  <a:lnTo>
                    <a:pt x="29" y="298"/>
                  </a:lnTo>
                  <a:lnTo>
                    <a:pt x="31" y="296"/>
                  </a:lnTo>
                  <a:lnTo>
                    <a:pt x="31" y="293"/>
                  </a:lnTo>
                  <a:lnTo>
                    <a:pt x="32" y="292"/>
                  </a:lnTo>
                  <a:lnTo>
                    <a:pt x="32" y="290"/>
                  </a:lnTo>
                  <a:lnTo>
                    <a:pt x="34" y="289"/>
                  </a:lnTo>
                  <a:lnTo>
                    <a:pt x="34" y="286"/>
                  </a:lnTo>
                  <a:lnTo>
                    <a:pt x="35" y="284"/>
                  </a:lnTo>
                  <a:lnTo>
                    <a:pt x="35" y="283"/>
                  </a:lnTo>
                  <a:lnTo>
                    <a:pt x="37" y="281"/>
                  </a:lnTo>
                  <a:lnTo>
                    <a:pt x="37" y="280"/>
                  </a:lnTo>
                  <a:lnTo>
                    <a:pt x="38" y="278"/>
                  </a:lnTo>
                  <a:lnTo>
                    <a:pt x="38" y="277"/>
                  </a:lnTo>
                  <a:lnTo>
                    <a:pt x="38" y="275"/>
                  </a:lnTo>
                  <a:lnTo>
                    <a:pt x="40" y="274"/>
                  </a:lnTo>
                  <a:lnTo>
                    <a:pt x="40" y="272"/>
                  </a:lnTo>
                  <a:lnTo>
                    <a:pt x="40" y="271"/>
                  </a:lnTo>
                  <a:lnTo>
                    <a:pt x="41" y="269"/>
                  </a:lnTo>
                  <a:lnTo>
                    <a:pt x="41" y="268"/>
                  </a:lnTo>
                  <a:lnTo>
                    <a:pt x="43" y="267"/>
                  </a:lnTo>
                  <a:lnTo>
                    <a:pt x="43" y="265"/>
                  </a:lnTo>
                  <a:lnTo>
                    <a:pt x="43" y="264"/>
                  </a:lnTo>
                  <a:lnTo>
                    <a:pt x="44" y="264"/>
                  </a:lnTo>
                  <a:lnTo>
                    <a:pt x="44" y="262"/>
                  </a:lnTo>
                  <a:lnTo>
                    <a:pt x="44" y="261"/>
                  </a:lnTo>
                  <a:lnTo>
                    <a:pt x="46" y="259"/>
                  </a:lnTo>
                  <a:lnTo>
                    <a:pt x="46" y="258"/>
                  </a:lnTo>
                  <a:lnTo>
                    <a:pt x="46" y="256"/>
                  </a:lnTo>
                  <a:lnTo>
                    <a:pt x="47" y="255"/>
                  </a:lnTo>
                  <a:lnTo>
                    <a:pt x="47" y="253"/>
                  </a:lnTo>
                  <a:lnTo>
                    <a:pt x="49" y="252"/>
                  </a:lnTo>
                  <a:lnTo>
                    <a:pt x="49" y="250"/>
                  </a:lnTo>
                  <a:lnTo>
                    <a:pt x="50" y="247"/>
                  </a:lnTo>
                  <a:lnTo>
                    <a:pt x="50" y="246"/>
                  </a:lnTo>
                  <a:lnTo>
                    <a:pt x="52" y="244"/>
                  </a:lnTo>
                  <a:lnTo>
                    <a:pt x="52" y="241"/>
                  </a:lnTo>
                  <a:lnTo>
                    <a:pt x="53" y="238"/>
                  </a:lnTo>
                  <a:lnTo>
                    <a:pt x="55" y="237"/>
                  </a:lnTo>
                  <a:lnTo>
                    <a:pt x="55" y="234"/>
                  </a:lnTo>
                  <a:lnTo>
                    <a:pt x="56" y="232"/>
                  </a:lnTo>
                  <a:lnTo>
                    <a:pt x="56" y="229"/>
                  </a:lnTo>
                  <a:lnTo>
                    <a:pt x="58" y="228"/>
                  </a:lnTo>
                  <a:lnTo>
                    <a:pt x="58" y="226"/>
                  </a:lnTo>
                  <a:lnTo>
                    <a:pt x="59" y="225"/>
                  </a:lnTo>
                  <a:lnTo>
                    <a:pt x="59" y="224"/>
                  </a:lnTo>
                  <a:lnTo>
                    <a:pt x="59" y="222"/>
                  </a:lnTo>
                  <a:lnTo>
                    <a:pt x="61" y="221"/>
                  </a:lnTo>
                  <a:lnTo>
                    <a:pt x="61" y="219"/>
                  </a:lnTo>
                  <a:lnTo>
                    <a:pt x="61" y="218"/>
                  </a:lnTo>
                  <a:lnTo>
                    <a:pt x="62" y="216"/>
                  </a:lnTo>
                  <a:lnTo>
                    <a:pt x="62" y="215"/>
                  </a:lnTo>
                  <a:lnTo>
                    <a:pt x="62" y="213"/>
                  </a:lnTo>
                  <a:lnTo>
                    <a:pt x="64" y="212"/>
                  </a:lnTo>
                  <a:lnTo>
                    <a:pt x="64" y="210"/>
                  </a:lnTo>
                  <a:lnTo>
                    <a:pt x="64" y="209"/>
                  </a:lnTo>
                  <a:lnTo>
                    <a:pt x="65" y="207"/>
                  </a:lnTo>
                  <a:lnTo>
                    <a:pt x="65" y="206"/>
                  </a:lnTo>
                  <a:lnTo>
                    <a:pt x="65" y="204"/>
                  </a:lnTo>
                  <a:lnTo>
                    <a:pt x="67" y="203"/>
                  </a:lnTo>
                  <a:lnTo>
                    <a:pt x="67" y="201"/>
                  </a:lnTo>
                  <a:lnTo>
                    <a:pt x="67" y="200"/>
                  </a:lnTo>
                  <a:lnTo>
                    <a:pt x="68" y="198"/>
                  </a:lnTo>
                  <a:lnTo>
                    <a:pt x="68" y="197"/>
                  </a:lnTo>
                  <a:lnTo>
                    <a:pt x="68" y="194"/>
                  </a:lnTo>
                  <a:lnTo>
                    <a:pt x="70" y="192"/>
                  </a:lnTo>
                  <a:lnTo>
                    <a:pt x="70" y="189"/>
                  </a:lnTo>
                  <a:lnTo>
                    <a:pt x="71" y="188"/>
                  </a:lnTo>
                  <a:lnTo>
                    <a:pt x="71" y="185"/>
                  </a:lnTo>
                  <a:lnTo>
                    <a:pt x="72" y="183"/>
                  </a:lnTo>
                  <a:lnTo>
                    <a:pt x="72" y="181"/>
                  </a:lnTo>
                  <a:lnTo>
                    <a:pt x="74" y="179"/>
                  </a:lnTo>
                  <a:lnTo>
                    <a:pt x="74" y="176"/>
                  </a:lnTo>
                  <a:lnTo>
                    <a:pt x="75" y="175"/>
                  </a:lnTo>
                  <a:lnTo>
                    <a:pt x="75" y="173"/>
                  </a:lnTo>
                  <a:lnTo>
                    <a:pt x="75" y="172"/>
                  </a:lnTo>
                  <a:lnTo>
                    <a:pt x="77" y="169"/>
                  </a:lnTo>
                  <a:lnTo>
                    <a:pt x="77" y="167"/>
                  </a:lnTo>
                  <a:lnTo>
                    <a:pt x="77" y="166"/>
                  </a:lnTo>
                  <a:lnTo>
                    <a:pt x="78" y="164"/>
                  </a:lnTo>
                  <a:lnTo>
                    <a:pt x="78" y="163"/>
                  </a:lnTo>
                  <a:lnTo>
                    <a:pt x="78" y="161"/>
                  </a:lnTo>
                  <a:lnTo>
                    <a:pt x="80" y="160"/>
                  </a:lnTo>
                  <a:lnTo>
                    <a:pt x="80" y="158"/>
                  </a:lnTo>
                  <a:lnTo>
                    <a:pt x="80" y="157"/>
                  </a:lnTo>
                  <a:lnTo>
                    <a:pt x="80" y="155"/>
                  </a:lnTo>
                  <a:lnTo>
                    <a:pt x="81" y="154"/>
                  </a:lnTo>
                  <a:lnTo>
                    <a:pt x="81" y="152"/>
                  </a:lnTo>
                  <a:lnTo>
                    <a:pt x="83" y="151"/>
                  </a:lnTo>
                  <a:lnTo>
                    <a:pt x="83" y="149"/>
                  </a:lnTo>
                  <a:lnTo>
                    <a:pt x="83" y="148"/>
                  </a:lnTo>
                  <a:lnTo>
                    <a:pt x="83" y="146"/>
                  </a:lnTo>
                  <a:lnTo>
                    <a:pt x="84" y="145"/>
                  </a:lnTo>
                  <a:lnTo>
                    <a:pt x="84" y="142"/>
                  </a:lnTo>
                  <a:lnTo>
                    <a:pt x="86" y="140"/>
                  </a:lnTo>
                  <a:lnTo>
                    <a:pt x="86" y="139"/>
                  </a:lnTo>
                  <a:lnTo>
                    <a:pt x="86" y="136"/>
                  </a:lnTo>
                  <a:lnTo>
                    <a:pt x="87" y="135"/>
                  </a:lnTo>
                  <a:lnTo>
                    <a:pt x="87" y="132"/>
                  </a:lnTo>
                  <a:lnTo>
                    <a:pt x="89" y="129"/>
                  </a:lnTo>
                  <a:lnTo>
                    <a:pt x="89" y="127"/>
                  </a:lnTo>
                  <a:lnTo>
                    <a:pt x="90" y="124"/>
                  </a:lnTo>
                  <a:lnTo>
                    <a:pt x="90" y="123"/>
                  </a:lnTo>
                  <a:lnTo>
                    <a:pt x="92" y="121"/>
                  </a:lnTo>
                  <a:lnTo>
                    <a:pt x="92" y="118"/>
                  </a:lnTo>
                  <a:lnTo>
                    <a:pt x="92" y="117"/>
                  </a:lnTo>
                  <a:lnTo>
                    <a:pt x="93" y="115"/>
                  </a:lnTo>
                  <a:lnTo>
                    <a:pt x="93" y="114"/>
                  </a:lnTo>
                  <a:lnTo>
                    <a:pt x="93" y="112"/>
                  </a:lnTo>
                  <a:lnTo>
                    <a:pt x="95" y="111"/>
                  </a:lnTo>
                  <a:lnTo>
                    <a:pt x="95" y="109"/>
                  </a:lnTo>
                  <a:lnTo>
                    <a:pt x="95" y="108"/>
                  </a:lnTo>
                  <a:lnTo>
                    <a:pt x="95" y="106"/>
                  </a:lnTo>
                  <a:lnTo>
                    <a:pt x="96" y="105"/>
                  </a:lnTo>
                  <a:lnTo>
                    <a:pt x="96" y="103"/>
                  </a:lnTo>
                  <a:lnTo>
                    <a:pt x="96" y="102"/>
                  </a:lnTo>
                  <a:lnTo>
                    <a:pt x="96" y="100"/>
                  </a:lnTo>
                  <a:lnTo>
                    <a:pt x="96" y="99"/>
                  </a:lnTo>
                  <a:lnTo>
                    <a:pt x="96" y="97"/>
                  </a:lnTo>
                  <a:lnTo>
                    <a:pt x="96" y="96"/>
                  </a:lnTo>
                  <a:lnTo>
                    <a:pt x="98" y="96"/>
                  </a:lnTo>
                  <a:lnTo>
                    <a:pt x="98" y="95"/>
                  </a:lnTo>
                  <a:lnTo>
                    <a:pt x="98" y="93"/>
                  </a:lnTo>
                  <a:lnTo>
                    <a:pt x="98" y="92"/>
                  </a:lnTo>
                  <a:lnTo>
                    <a:pt x="98" y="89"/>
                  </a:lnTo>
                  <a:lnTo>
                    <a:pt x="98" y="87"/>
                  </a:lnTo>
                  <a:lnTo>
                    <a:pt x="98" y="86"/>
                  </a:lnTo>
                  <a:lnTo>
                    <a:pt x="98" y="84"/>
                  </a:lnTo>
                  <a:lnTo>
                    <a:pt x="98" y="81"/>
                  </a:lnTo>
                  <a:lnTo>
                    <a:pt x="99" y="80"/>
                  </a:lnTo>
                  <a:lnTo>
                    <a:pt x="99" y="77"/>
                  </a:lnTo>
                  <a:lnTo>
                    <a:pt x="99" y="75"/>
                  </a:lnTo>
                  <a:lnTo>
                    <a:pt x="99" y="74"/>
                  </a:lnTo>
                  <a:lnTo>
                    <a:pt x="99" y="72"/>
                  </a:lnTo>
                  <a:lnTo>
                    <a:pt x="99" y="71"/>
                  </a:lnTo>
                  <a:lnTo>
                    <a:pt x="99" y="69"/>
                  </a:lnTo>
                  <a:lnTo>
                    <a:pt x="99" y="68"/>
                  </a:lnTo>
                  <a:lnTo>
                    <a:pt x="99" y="66"/>
                  </a:lnTo>
                  <a:lnTo>
                    <a:pt x="99" y="65"/>
                  </a:lnTo>
                  <a:lnTo>
                    <a:pt x="99" y="63"/>
                  </a:lnTo>
                  <a:lnTo>
                    <a:pt x="101" y="62"/>
                  </a:lnTo>
                  <a:lnTo>
                    <a:pt x="101" y="60"/>
                  </a:lnTo>
                  <a:lnTo>
                    <a:pt x="101" y="59"/>
                  </a:lnTo>
                  <a:lnTo>
                    <a:pt x="101" y="57"/>
                  </a:lnTo>
                  <a:lnTo>
                    <a:pt x="101" y="56"/>
                  </a:lnTo>
                  <a:lnTo>
                    <a:pt x="101" y="54"/>
                  </a:lnTo>
                  <a:lnTo>
                    <a:pt x="101" y="53"/>
                  </a:lnTo>
                  <a:lnTo>
                    <a:pt x="102" y="52"/>
                  </a:lnTo>
                  <a:lnTo>
                    <a:pt x="102" y="50"/>
                  </a:lnTo>
                  <a:lnTo>
                    <a:pt x="102" y="49"/>
                  </a:lnTo>
                  <a:lnTo>
                    <a:pt x="102" y="47"/>
                  </a:lnTo>
                  <a:lnTo>
                    <a:pt x="102" y="46"/>
                  </a:lnTo>
                  <a:lnTo>
                    <a:pt x="102" y="44"/>
                  </a:lnTo>
                  <a:lnTo>
                    <a:pt x="104" y="43"/>
                  </a:lnTo>
                  <a:lnTo>
                    <a:pt x="104" y="41"/>
                  </a:lnTo>
                  <a:lnTo>
                    <a:pt x="104" y="40"/>
                  </a:lnTo>
                  <a:lnTo>
                    <a:pt x="104" y="38"/>
                  </a:lnTo>
                  <a:lnTo>
                    <a:pt x="105" y="37"/>
                  </a:lnTo>
                  <a:lnTo>
                    <a:pt x="105" y="35"/>
                  </a:lnTo>
                  <a:lnTo>
                    <a:pt x="105" y="34"/>
                  </a:lnTo>
                  <a:lnTo>
                    <a:pt x="105" y="32"/>
                  </a:lnTo>
                  <a:lnTo>
                    <a:pt x="105" y="31"/>
                  </a:lnTo>
                  <a:lnTo>
                    <a:pt x="105" y="29"/>
                  </a:lnTo>
                  <a:lnTo>
                    <a:pt x="105" y="28"/>
                  </a:lnTo>
                  <a:lnTo>
                    <a:pt x="105" y="26"/>
                  </a:lnTo>
                  <a:lnTo>
                    <a:pt x="105" y="25"/>
                  </a:lnTo>
                  <a:lnTo>
                    <a:pt x="105" y="23"/>
                  </a:lnTo>
                  <a:lnTo>
                    <a:pt x="105" y="22"/>
                  </a:lnTo>
                  <a:lnTo>
                    <a:pt x="105" y="20"/>
                  </a:lnTo>
                  <a:lnTo>
                    <a:pt x="105" y="19"/>
                  </a:lnTo>
                  <a:lnTo>
                    <a:pt x="105" y="17"/>
                  </a:lnTo>
                  <a:lnTo>
                    <a:pt x="105" y="16"/>
                  </a:lnTo>
                  <a:lnTo>
                    <a:pt x="105" y="14"/>
                  </a:lnTo>
                  <a:lnTo>
                    <a:pt x="105" y="11"/>
                  </a:lnTo>
                  <a:lnTo>
                    <a:pt x="105" y="10"/>
                  </a:lnTo>
                  <a:lnTo>
                    <a:pt x="104" y="7"/>
                  </a:lnTo>
                  <a:lnTo>
                    <a:pt x="104" y="4"/>
                  </a:lnTo>
                  <a:lnTo>
                    <a:pt x="104" y="3"/>
                  </a:lnTo>
                  <a:lnTo>
                    <a:pt x="104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21" name="Freeform 10">
              <a:extLst>
                <a:ext uri="{FF2B5EF4-FFF2-40B4-BE49-F238E27FC236}">
                  <a16:creationId xmlns:a16="http://schemas.microsoft.com/office/drawing/2014/main" id="{4A8429DA-9D8E-4C43-A446-53094C53B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713" y="2779712"/>
              <a:ext cx="187325" cy="1588"/>
            </a:xfrm>
            <a:custGeom>
              <a:avLst/>
              <a:gdLst>
                <a:gd name="T0" fmla="*/ 2147483646 w 237"/>
                <a:gd name="T1" fmla="*/ 0 h 1588"/>
                <a:gd name="T2" fmla="*/ 0 w 237"/>
                <a:gd name="T3" fmla="*/ 0 h 1588"/>
                <a:gd name="T4" fmla="*/ 2147483646 w 237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7" h="1588">
                  <a:moveTo>
                    <a:pt x="237" y="0"/>
                  </a:moveTo>
                  <a:lnTo>
                    <a:pt x="0" y="0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22" name="Line 11">
              <a:extLst>
                <a:ext uri="{FF2B5EF4-FFF2-40B4-BE49-F238E27FC236}">
                  <a16:creationId xmlns:a16="http://schemas.microsoft.com/office/drawing/2014/main" id="{67C41DDB-0A6C-4F3D-ACE2-129FC22B8B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1713" y="2779712"/>
              <a:ext cx="1873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23" name="Freeform 12">
              <a:extLst>
                <a:ext uri="{FF2B5EF4-FFF2-40B4-BE49-F238E27FC236}">
                  <a16:creationId xmlns:a16="http://schemas.microsoft.com/office/drawing/2014/main" id="{7CF7B1A6-BA67-4CEB-B38C-38E95D9D7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2943225"/>
              <a:ext cx="330200" cy="1587"/>
            </a:xfrm>
            <a:custGeom>
              <a:avLst/>
              <a:gdLst>
                <a:gd name="T0" fmla="*/ 2147483646 w 415"/>
                <a:gd name="T1" fmla="*/ 0 h 1587"/>
                <a:gd name="T2" fmla="*/ 0 w 415"/>
                <a:gd name="T3" fmla="*/ 0 h 1587"/>
                <a:gd name="T4" fmla="*/ 2147483646 w 415"/>
                <a:gd name="T5" fmla="*/ 0 h 1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7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24" name="Line 13">
              <a:extLst>
                <a:ext uri="{FF2B5EF4-FFF2-40B4-BE49-F238E27FC236}">
                  <a16:creationId xmlns:a16="http://schemas.microsoft.com/office/drawing/2014/main" id="{3BFD617B-67FC-4F6D-80B9-C301E03778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2943225"/>
              <a:ext cx="33020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25" name="Freeform 14">
              <a:extLst>
                <a:ext uri="{FF2B5EF4-FFF2-40B4-BE49-F238E27FC236}">
                  <a16:creationId xmlns:a16="http://schemas.microsoft.com/office/drawing/2014/main" id="{5F2AE7BB-174D-4738-B870-A437F1EE8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2614612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26" name="Line 15">
              <a:extLst>
                <a:ext uri="{FF2B5EF4-FFF2-40B4-BE49-F238E27FC236}">
                  <a16:creationId xmlns:a16="http://schemas.microsoft.com/office/drawing/2014/main" id="{814A1F91-075D-499A-BBAF-53E7EE993D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2614612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27" name="Line 16">
              <a:extLst>
                <a:ext uri="{FF2B5EF4-FFF2-40B4-BE49-F238E27FC236}">
                  <a16:creationId xmlns:a16="http://schemas.microsoft.com/office/drawing/2014/main" id="{EE95ABB5-CAF5-4877-9536-70C058CDBD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2500" y="2411412"/>
              <a:ext cx="1588" cy="2032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28" name="Line 17">
              <a:extLst>
                <a:ext uri="{FF2B5EF4-FFF2-40B4-BE49-F238E27FC236}">
                  <a16:creationId xmlns:a16="http://schemas.microsoft.com/office/drawing/2014/main" id="{F4845B46-7A0E-440A-B991-2DF301FF2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500" y="1766887"/>
              <a:ext cx="1588" cy="2587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29" name="Freeform 18">
              <a:extLst>
                <a:ext uri="{FF2B5EF4-FFF2-40B4-BE49-F238E27FC236}">
                  <a16:creationId xmlns:a16="http://schemas.microsoft.com/office/drawing/2014/main" id="{06D9AD60-BE59-4DB9-97B2-AEE48277D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988" y="1954212"/>
              <a:ext cx="328612" cy="330200"/>
            </a:xfrm>
            <a:custGeom>
              <a:avLst/>
              <a:gdLst>
                <a:gd name="T0" fmla="*/ 2147483646 w 416"/>
                <a:gd name="T1" fmla="*/ 2147483646 h 415"/>
                <a:gd name="T2" fmla="*/ 0 w 416"/>
                <a:gd name="T3" fmla="*/ 0 h 415"/>
                <a:gd name="T4" fmla="*/ 2147483646 w 416"/>
                <a:gd name="T5" fmla="*/ 0 h 415"/>
                <a:gd name="T6" fmla="*/ 2147483646 w 416"/>
                <a:gd name="T7" fmla="*/ 2147483646 h 4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6" h="415">
                  <a:moveTo>
                    <a:pt x="208" y="415"/>
                  </a:moveTo>
                  <a:lnTo>
                    <a:pt x="0" y="0"/>
                  </a:lnTo>
                  <a:lnTo>
                    <a:pt x="416" y="0"/>
                  </a:lnTo>
                  <a:lnTo>
                    <a:pt x="208" y="415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30" name="Freeform 19">
              <a:extLst>
                <a:ext uri="{FF2B5EF4-FFF2-40B4-BE49-F238E27FC236}">
                  <a16:creationId xmlns:a16="http://schemas.microsoft.com/office/drawing/2014/main" id="{9B7B0BC4-FABC-4068-9D42-8BEAF58C7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3288" y="2305050"/>
              <a:ext cx="106362" cy="106362"/>
            </a:xfrm>
            <a:custGeom>
              <a:avLst/>
              <a:gdLst>
                <a:gd name="T0" fmla="*/ 2147483646 w 135"/>
                <a:gd name="T1" fmla="*/ 2147483646 h 135"/>
                <a:gd name="T2" fmla="*/ 2147483646 w 135"/>
                <a:gd name="T3" fmla="*/ 2147483646 h 135"/>
                <a:gd name="T4" fmla="*/ 2147483646 w 135"/>
                <a:gd name="T5" fmla="*/ 2147483646 h 135"/>
                <a:gd name="T6" fmla="*/ 2147483646 w 135"/>
                <a:gd name="T7" fmla="*/ 2147483646 h 135"/>
                <a:gd name="T8" fmla="*/ 2147483646 w 135"/>
                <a:gd name="T9" fmla="*/ 2147483646 h 135"/>
                <a:gd name="T10" fmla="*/ 2147483646 w 135"/>
                <a:gd name="T11" fmla="*/ 2147483646 h 135"/>
                <a:gd name="T12" fmla="*/ 2147483646 w 135"/>
                <a:gd name="T13" fmla="*/ 2147483646 h 135"/>
                <a:gd name="T14" fmla="*/ 2147483646 w 135"/>
                <a:gd name="T15" fmla="*/ 2147483646 h 135"/>
                <a:gd name="T16" fmla="*/ 2147483646 w 135"/>
                <a:gd name="T17" fmla="*/ 2147483646 h 135"/>
                <a:gd name="T18" fmla="*/ 2147483646 w 135"/>
                <a:gd name="T19" fmla="*/ 2147483646 h 135"/>
                <a:gd name="T20" fmla="*/ 2147483646 w 135"/>
                <a:gd name="T21" fmla="*/ 0 h 135"/>
                <a:gd name="T22" fmla="*/ 2147483646 w 135"/>
                <a:gd name="T23" fmla="*/ 0 h 135"/>
                <a:gd name="T24" fmla="*/ 2147483646 w 135"/>
                <a:gd name="T25" fmla="*/ 2147483646 h 135"/>
                <a:gd name="T26" fmla="*/ 2147483646 w 135"/>
                <a:gd name="T27" fmla="*/ 2147483646 h 135"/>
                <a:gd name="T28" fmla="*/ 2147483646 w 135"/>
                <a:gd name="T29" fmla="*/ 2147483646 h 135"/>
                <a:gd name="T30" fmla="*/ 2147483646 w 135"/>
                <a:gd name="T31" fmla="*/ 2147483646 h 135"/>
                <a:gd name="T32" fmla="*/ 2147483646 w 135"/>
                <a:gd name="T33" fmla="*/ 2147483646 h 135"/>
                <a:gd name="T34" fmla="*/ 2147483646 w 135"/>
                <a:gd name="T35" fmla="*/ 2147483646 h 135"/>
                <a:gd name="T36" fmla="*/ 2147483646 w 135"/>
                <a:gd name="T37" fmla="*/ 2147483646 h 135"/>
                <a:gd name="T38" fmla="*/ 2147483646 w 135"/>
                <a:gd name="T39" fmla="*/ 2147483646 h 135"/>
                <a:gd name="T40" fmla="*/ 2147483646 w 135"/>
                <a:gd name="T41" fmla="*/ 2147483646 h 135"/>
                <a:gd name="T42" fmla="*/ 0 w 135"/>
                <a:gd name="T43" fmla="*/ 2147483646 h 135"/>
                <a:gd name="T44" fmla="*/ 2147483646 w 135"/>
                <a:gd name="T45" fmla="*/ 2147483646 h 135"/>
                <a:gd name="T46" fmla="*/ 2147483646 w 135"/>
                <a:gd name="T47" fmla="*/ 2147483646 h 135"/>
                <a:gd name="T48" fmla="*/ 2147483646 w 135"/>
                <a:gd name="T49" fmla="*/ 2147483646 h 135"/>
                <a:gd name="T50" fmla="*/ 2147483646 w 135"/>
                <a:gd name="T51" fmla="*/ 2147483646 h 135"/>
                <a:gd name="T52" fmla="*/ 2147483646 w 135"/>
                <a:gd name="T53" fmla="*/ 2147483646 h 135"/>
                <a:gd name="T54" fmla="*/ 2147483646 w 135"/>
                <a:gd name="T55" fmla="*/ 2147483646 h 135"/>
                <a:gd name="T56" fmla="*/ 2147483646 w 135"/>
                <a:gd name="T57" fmla="*/ 2147483646 h 135"/>
                <a:gd name="T58" fmla="*/ 2147483646 w 135"/>
                <a:gd name="T59" fmla="*/ 2147483646 h 135"/>
                <a:gd name="T60" fmla="*/ 2147483646 w 135"/>
                <a:gd name="T61" fmla="*/ 2147483646 h 135"/>
                <a:gd name="T62" fmla="*/ 2147483646 w 135"/>
                <a:gd name="T63" fmla="*/ 2147483646 h 135"/>
                <a:gd name="T64" fmla="*/ 2147483646 w 135"/>
                <a:gd name="T65" fmla="*/ 2147483646 h 135"/>
                <a:gd name="T66" fmla="*/ 2147483646 w 135"/>
                <a:gd name="T67" fmla="*/ 2147483646 h 135"/>
                <a:gd name="T68" fmla="*/ 2147483646 w 135"/>
                <a:gd name="T69" fmla="*/ 2147483646 h 135"/>
                <a:gd name="T70" fmla="*/ 2147483646 w 135"/>
                <a:gd name="T71" fmla="*/ 2147483646 h 135"/>
                <a:gd name="T72" fmla="*/ 2147483646 w 135"/>
                <a:gd name="T73" fmla="*/ 2147483646 h 135"/>
                <a:gd name="T74" fmla="*/ 2147483646 w 135"/>
                <a:gd name="T75" fmla="*/ 2147483646 h 135"/>
                <a:gd name="T76" fmla="*/ 2147483646 w 135"/>
                <a:gd name="T77" fmla="*/ 2147483646 h 135"/>
                <a:gd name="T78" fmla="*/ 2147483646 w 135"/>
                <a:gd name="T79" fmla="*/ 2147483646 h 135"/>
                <a:gd name="T80" fmla="*/ 2147483646 w 135"/>
                <a:gd name="T81" fmla="*/ 2147483646 h 135"/>
                <a:gd name="T82" fmla="*/ 2147483646 w 135"/>
                <a:gd name="T83" fmla="*/ 2147483646 h 135"/>
                <a:gd name="T84" fmla="*/ 2147483646 w 135"/>
                <a:gd name="T85" fmla="*/ 2147483646 h 135"/>
                <a:gd name="T86" fmla="*/ 2147483646 w 135"/>
                <a:gd name="T87" fmla="*/ 2147483646 h 13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35" h="135">
                  <a:moveTo>
                    <a:pt x="135" y="69"/>
                  </a:moveTo>
                  <a:lnTo>
                    <a:pt x="135" y="64"/>
                  </a:lnTo>
                  <a:lnTo>
                    <a:pt x="135" y="61"/>
                  </a:lnTo>
                  <a:lnTo>
                    <a:pt x="135" y="58"/>
                  </a:lnTo>
                  <a:lnTo>
                    <a:pt x="134" y="54"/>
                  </a:lnTo>
                  <a:lnTo>
                    <a:pt x="134" y="51"/>
                  </a:lnTo>
                  <a:lnTo>
                    <a:pt x="132" y="48"/>
                  </a:lnTo>
                  <a:lnTo>
                    <a:pt x="131" y="45"/>
                  </a:lnTo>
                  <a:lnTo>
                    <a:pt x="131" y="42"/>
                  </a:lnTo>
                  <a:lnTo>
                    <a:pt x="129" y="39"/>
                  </a:lnTo>
                  <a:lnTo>
                    <a:pt x="128" y="36"/>
                  </a:lnTo>
                  <a:lnTo>
                    <a:pt x="126" y="33"/>
                  </a:lnTo>
                  <a:lnTo>
                    <a:pt x="123" y="30"/>
                  </a:lnTo>
                  <a:lnTo>
                    <a:pt x="122" y="27"/>
                  </a:lnTo>
                  <a:lnTo>
                    <a:pt x="120" y="26"/>
                  </a:lnTo>
                  <a:lnTo>
                    <a:pt x="117" y="23"/>
                  </a:lnTo>
                  <a:lnTo>
                    <a:pt x="116" y="20"/>
                  </a:lnTo>
                  <a:lnTo>
                    <a:pt x="113" y="18"/>
                  </a:lnTo>
                  <a:lnTo>
                    <a:pt x="111" y="17"/>
                  </a:lnTo>
                  <a:lnTo>
                    <a:pt x="108" y="14"/>
                  </a:lnTo>
                  <a:lnTo>
                    <a:pt x="105" y="12"/>
                  </a:lnTo>
                  <a:lnTo>
                    <a:pt x="102" y="11"/>
                  </a:lnTo>
                  <a:lnTo>
                    <a:pt x="100" y="9"/>
                  </a:lnTo>
                  <a:lnTo>
                    <a:pt x="97" y="8"/>
                  </a:lnTo>
                  <a:lnTo>
                    <a:pt x="94" y="6"/>
                  </a:lnTo>
                  <a:lnTo>
                    <a:pt x="91" y="5"/>
                  </a:lnTo>
                  <a:lnTo>
                    <a:pt x="88" y="3"/>
                  </a:lnTo>
                  <a:lnTo>
                    <a:pt x="85" y="3"/>
                  </a:lnTo>
                  <a:lnTo>
                    <a:pt x="82" y="2"/>
                  </a:lnTo>
                  <a:lnTo>
                    <a:pt x="79" y="2"/>
                  </a:lnTo>
                  <a:lnTo>
                    <a:pt x="74" y="0"/>
                  </a:lnTo>
                  <a:lnTo>
                    <a:pt x="71" y="0"/>
                  </a:lnTo>
                  <a:lnTo>
                    <a:pt x="68" y="0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8" y="2"/>
                  </a:lnTo>
                  <a:lnTo>
                    <a:pt x="55" y="2"/>
                  </a:lnTo>
                  <a:lnTo>
                    <a:pt x="51" y="3"/>
                  </a:lnTo>
                  <a:lnTo>
                    <a:pt x="48" y="3"/>
                  </a:lnTo>
                  <a:lnTo>
                    <a:pt x="45" y="5"/>
                  </a:lnTo>
                  <a:lnTo>
                    <a:pt x="42" y="6"/>
                  </a:lnTo>
                  <a:lnTo>
                    <a:pt x="39" y="8"/>
                  </a:lnTo>
                  <a:lnTo>
                    <a:pt x="36" y="9"/>
                  </a:lnTo>
                  <a:lnTo>
                    <a:pt x="33" y="11"/>
                  </a:lnTo>
                  <a:lnTo>
                    <a:pt x="30" y="12"/>
                  </a:lnTo>
                  <a:lnTo>
                    <a:pt x="28" y="14"/>
                  </a:lnTo>
                  <a:lnTo>
                    <a:pt x="25" y="17"/>
                  </a:lnTo>
                  <a:lnTo>
                    <a:pt x="22" y="18"/>
                  </a:lnTo>
                  <a:lnTo>
                    <a:pt x="21" y="20"/>
                  </a:lnTo>
                  <a:lnTo>
                    <a:pt x="18" y="23"/>
                  </a:lnTo>
                  <a:lnTo>
                    <a:pt x="16" y="26"/>
                  </a:lnTo>
                  <a:lnTo>
                    <a:pt x="14" y="27"/>
                  </a:lnTo>
                  <a:lnTo>
                    <a:pt x="12" y="30"/>
                  </a:lnTo>
                  <a:lnTo>
                    <a:pt x="11" y="33"/>
                  </a:lnTo>
                  <a:lnTo>
                    <a:pt x="9" y="36"/>
                  </a:lnTo>
                  <a:lnTo>
                    <a:pt x="8" y="39"/>
                  </a:lnTo>
                  <a:lnTo>
                    <a:pt x="6" y="42"/>
                  </a:lnTo>
                  <a:lnTo>
                    <a:pt x="5" y="45"/>
                  </a:lnTo>
                  <a:lnTo>
                    <a:pt x="3" y="48"/>
                  </a:lnTo>
                  <a:lnTo>
                    <a:pt x="3" y="51"/>
                  </a:lnTo>
                  <a:lnTo>
                    <a:pt x="2" y="54"/>
                  </a:lnTo>
                  <a:lnTo>
                    <a:pt x="2" y="58"/>
                  </a:lnTo>
                  <a:lnTo>
                    <a:pt x="2" y="61"/>
                  </a:lnTo>
                  <a:lnTo>
                    <a:pt x="0" y="64"/>
                  </a:lnTo>
                  <a:lnTo>
                    <a:pt x="0" y="69"/>
                  </a:lnTo>
                  <a:lnTo>
                    <a:pt x="0" y="72"/>
                  </a:lnTo>
                  <a:lnTo>
                    <a:pt x="2" y="75"/>
                  </a:lnTo>
                  <a:lnTo>
                    <a:pt x="2" y="78"/>
                  </a:lnTo>
                  <a:lnTo>
                    <a:pt x="2" y="82"/>
                  </a:lnTo>
                  <a:lnTo>
                    <a:pt x="3" y="85"/>
                  </a:lnTo>
                  <a:lnTo>
                    <a:pt x="3" y="88"/>
                  </a:lnTo>
                  <a:lnTo>
                    <a:pt x="5" y="91"/>
                  </a:lnTo>
                  <a:lnTo>
                    <a:pt x="6" y="94"/>
                  </a:lnTo>
                  <a:lnTo>
                    <a:pt x="8" y="97"/>
                  </a:lnTo>
                  <a:lnTo>
                    <a:pt x="9" y="100"/>
                  </a:lnTo>
                  <a:lnTo>
                    <a:pt x="11" y="103"/>
                  </a:lnTo>
                  <a:lnTo>
                    <a:pt x="12" y="106"/>
                  </a:lnTo>
                  <a:lnTo>
                    <a:pt x="14" y="109"/>
                  </a:lnTo>
                  <a:lnTo>
                    <a:pt x="16" y="110"/>
                  </a:lnTo>
                  <a:lnTo>
                    <a:pt x="18" y="113"/>
                  </a:lnTo>
                  <a:lnTo>
                    <a:pt x="21" y="116"/>
                  </a:lnTo>
                  <a:lnTo>
                    <a:pt x="22" y="118"/>
                  </a:lnTo>
                  <a:lnTo>
                    <a:pt x="25" y="121"/>
                  </a:lnTo>
                  <a:lnTo>
                    <a:pt x="28" y="122"/>
                  </a:lnTo>
                  <a:lnTo>
                    <a:pt x="30" y="123"/>
                  </a:lnTo>
                  <a:lnTo>
                    <a:pt x="33" y="125"/>
                  </a:lnTo>
                  <a:lnTo>
                    <a:pt x="36" y="126"/>
                  </a:lnTo>
                  <a:lnTo>
                    <a:pt x="39" y="128"/>
                  </a:lnTo>
                  <a:lnTo>
                    <a:pt x="42" y="129"/>
                  </a:lnTo>
                  <a:lnTo>
                    <a:pt x="45" y="131"/>
                  </a:lnTo>
                  <a:lnTo>
                    <a:pt x="48" y="132"/>
                  </a:lnTo>
                  <a:lnTo>
                    <a:pt x="51" y="134"/>
                  </a:lnTo>
                  <a:lnTo>
                    <a:pt x="55" y="134"/>
                  </a:lnTo>
                  <a:lnTo>
                    <a:pt x="58" y="134"/>
                  </a:lnTo>
                  <a:lnTo>
                    <a:pt x="61" y="135"/>
                  </a:lnTo>
                  <a:lnTo>
                    <a:pt x="64" y="135"/>
                  </a:lnTo>
                  <a:lnTo>
                    <a:pt x="68" y="135"/>
                  </a:lnTo>
                  <a:lnTo>
                    <a:pt x="71" y="135"/>
                  </a:lnTo>
                  <a:lnTo>
                    <a:pt x="74" y="135"/>
                  </a:lnTo>
                  <a:lnTo>
                    <a:pt x="79" y="134"/>
                  </a:lnTo>
                  <a:lnTo>
                    <a:pt x="82" y="134"/>
                  </a:lnTo>
                  <a:lnTo>
                    <a:pt x="85" y="134"/>
                  </a:lnTo>
                  <a:lnTo>
                    <a:pt x="88" y="132"/>
                  </a:lnTo>
                  <a:lnTo>
                    <a:pt x="91" y="131"/>
                  </a:lnTo>
                  <a:lnTo>
                    <a:pt x="94" y="129"/>
                  </a:lnTo>
                  <a:lnTo>
                    <a:pt x="97" y="128"/>
                  </a:lnTo>
                  <a:lnTo>
                    <a:pt x="100" y="126"/>
                  </a:lnTo>
                  <a:lnTo>
                    <a:pt x="102" y="125"/>
                  </a:lnTo>
                  <a:lnTo>
                    <a:pt x="105" y="123"/>
                  </a:lnTo>
                  <a:lnTo>
                    <a:pt x="108" y="122"/>
                  </a:lnTo>
                  <a:lnTo>
                    <a:pt x="111" y="121"/>
                  </a:lnTo>
                  <a:lnTo>
                    <a:pt x="113" y="118"/>
                  </a:lnTo>
                  <a:lnTo>
                    <a:pt x="116" y="116"/>
                  </a:lnTo>
                  <a:lnTo>
                    <a:pt x="117" y="113"/>
                  </a:lnTo>
                  <a:lnTo>
                    <a:pt x="120" y="110"/>
                  </a:lnTo>
                  <a:lnTo>
                    <a:pt x="122" y="109"/>
                  </a:lnTo>
                  <a:lnTo>
                    <a:pt x="123" y="106"/>
                  </a:lnTo>
                  <a:lnTo>
                    <a:pt x="126" y="103"/>
                  </a:lnTo>
                  <a:lnTo>
                    <a:pt x="128" y="100"/>
                  </a:lnTo>
                  <a:lnTo>
                    <a:pt x="129" y="97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8"/>
                  </a:lnTo>
                  <a:lnTo>
                    <a:pt x="134" y="85"/>
                  </a:lnTo>
                  <a:lnTo>
                    <a:pt x="134" y="82"/>
                  </a:lnTo>
                  <a:lnTo>
                    <a:pt x="135" y="78"/>
                  </a:lnTo>
                  <a:lnTo>
                    <a:pt x="135" y="75"/>
                  </a:lnTo>
                  <a:lnTo>
                    <a:pt x="135" y="72"/>
                  </a:lnTo>
                  <a:lnTo>
                    <a:pt x="135" y="69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31" name="Freeform 20">
              <a:extLst>
                <a:ext uri="{FF2B5EF4-FFF2-40B4-BE49-F238E27FC236}">
                  <a16:creationId xmlns:a16="http://schemas.microsoft.com/office/drawing/2014/main" id="{B2926CC8-1119-43DA-8DCE-314D74F68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713" y="3932237"/>
              <a:ext cx="187325" cy="1588"/>
            </a:xfrm>
            <a:custGeom>
              <a:avLst/>
              <a:gdLst>
                <a:gd name="T0" fmla="*/ 2147483646 w 237"/>
                <a:gd name="T1" fmla="*/ 0 h 1588"/>
                <a:gd name="T2" fmla="*/ 0 w 237"/>
                <a:gd name="T3" fmla="*/ 0 h 1588"/>
                <a:gd name="T4" fmla="*/ 2147483646 w 237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7" h="1588">
                  <a:moveTo>
                    <a:pt x="237" y="0"/>
                  </a:moveTo>
                  <a:lnTo>
                    <a:pt x="0" y="0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32" name="Line 21">
              <a:extLst>
                <a:ext uri="{FF2B5EF4-FFF2-40B4-BE49-F238E27FC236}">
                  <a16:creationId xmlns:a16="http://schemas.microsoft.com/office/drawing/2014/main" id="{CF07174B-113D-41D0-B6B0-BF970C4EC8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1713" y="3932237"/>
              <a:ext cx="1873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33" name="Freeform 22">
              <a:extLst>
                <a:ext uri="{FF2B5EF4-FFF2-40B4-BE49-F238E27FC236}">
                  <a16:creationId xmlns:a16="http://schemas.microsoft.com/office/drawing/2014/main" id="{0CE8DB29-03D3-403E-A254-A774CEBAF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4097337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34" name="Line 23">
              <a:extLst>
                <a:ext uri="{FF2B5EF4-FFF2-40B4-BE49-F238E27FC236}">
                  <a16:creationId xmlns:a16="http://schemas.microsoft.com/office/drawing/2014/main" id="{96410BAA-76B5-4855-B4FE-C7EFADF96B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4097337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35" name="Freeform 24">
              <a:extLst>
                <a:ext uri="{FF2B5EF4-FFF2-40B4-BE49-F238E27FC236}">
                  <a16:creationId xmlns:a16="http://schemas.microsoft.com/office/drawing/2014/main" id="{2BD17EC7-5B89-4BD8-A012-454B5A5BE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3767137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36" name="Line 25">
              <a:extLst>
                <a:ext uri="{FF2B5EF4-FFF2-40B4-BE49-F238E27FC236}">
                  <a16:creationId xmlns:a16="http://schemas.microsoft.com/office/drawing/2014/main" id="{FBD52B02-BDF1-41FA-BB12-55B31556B1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3767137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37" name="Line 26">
              <a:extLst>
                <a:ext uri="{FF2B5EF4-FFF2-40B4-BE49-F238E27FC236}">
                  <a16:creationId xmlns:a16="http://schemas.microsoft.com/office/drawing/2014/main" id="{8C499807-D6A7-4342-B017-B60CD8A35C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6163" y="1436687"/>
              <a:ext cx="1506537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38" name="Line 27">
              <a:extLst>
                <a:ext uri="{FF2B5EF4-FFF2-40B4-BE49-F238E27FC236}">
                  <a16:creationId xmlns:a16="http://schemas.microsoft.com/office/drawing/2014/main" id="{8D0EEC40-3811-459E-9F9F-8B1FD79D73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6163" y="1766887"/>
              <a:ext cx="1506537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39" name="Line 28">
              <a:extLst>
                <a:ext uri="{FF2B5EF4-FFF2-40B4-BE49-F238E27FC236}">
                  <a16:creationId xmlns:a16="http://schemas.microsoft.com/office/drawing/2014/main" id="{078B711F-F6B6-4A53-9512-8D6FA13C5D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500" y="2614612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40" name="Line 29">
              <a:extLst>
                <a:ext uri="{FF2B5EF4-FFF2-40B4-BE49-F238E27FC236}">
                  <a16:creationId xmlns:a16="http://schemas.microsoft.com/office/drawing/2014/main" id="{B3ABE59B-077F-40AC-8F5F-DCB8C103BD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3688" y="3752850"/>
              <a:ext cx="0" cy="1793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41" name="Line 30">
              <a:extLst>
                <a:ext uri="{FF2B5EF4-FFF2-40B4-BE49-F238E27FC236}">
                  <a16:creationId xmlns:a16="http://schemas.microsoft.com/office/drawing/2014/main" id="{C633C709-C4E9-4819-A980-CEF8D8AC9C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3688" y="3108325"/>
              <a:ext cx="3175" cy="25876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42" name="Freeform 31">
              <a:extLst>
                <a:ext uri="{FF2B5EF4-FFF2-40B4-BE49-F238E27FC236}">
                  <a16:creationId xmlns:a16="http://schemas.microsoft.com/office/drawing/2014/main" id="{5B7A89FE-CD5B-4DBA-9687-82A79515F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588" y="3297237"/>
              <a:ext cx="330200" cy="328613"/>
            </a:xfrm>
            <a:custGeom>
              <a:avLst/>
              <a:gdLst>
                <a:gd name="T0" fmla="*/ 2147483646 w 415"/>
                <a:gd name="T1" fmla="*/ 2147483646 h 415"/>
                <a:gd name="T2" fmla="*/ 0 w 415"/>
                <a:gd name="T3" fmla="*/ 0 h 415"/>
                <a:gd name="T4" fmla="*/ 2147483646 w 415"/>
                <a:gd name="T5" fmla="*/ 0 h 415"/>
                <a:gd name="T6" fmla="*/ 2147483646 w 415"/>
                <a:gd name="T7" fmla="*/ 2147483646 h 4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5" h="415">
                  <a:moveTo>
                    <a:pt x="208" y="415"/>
                  </a:moveTo>
                  <a:lnTo>
                    <a:pt x="0" y="0"/>
                  </a:lnTo>
                  <a:lnTo>
                    <a:pt x="415" y="0"/>
                  </a:lnTo>
                  <a:lnTo>
                    <a:pt x="208" y="415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43" name="Freeform 32">
              <a:extLst>
                <a:ext uri="{FF2B5EF4-FFF2-40B4-BE49-F238E27FC236}">
                  <a16:creationId xmlns:a16="http://schemas.microsoft.com/office/drawing/2014/main" id="{B99BCD4D-62E8-4228-9AC7-E8C009400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888" y="3646487"/>
              <a:ext cx="107950" cy="106363"/>
            </a:xfrm>
            <a:custGeom>
              <a:avLst/>
              <a:gdLst>
                <a:gd name="T0" fmla="*/ 2147483646 w 135"/>
                <a:gd name="T1" fmla="*/ 2147483646 h 135"/>
                <a:gd name="T2" fmla="*/ 2147483646 w 135"/>
                <a:gd name="T3" fmla="*/ 2147483646 h 135"/>
                <a:gd name="T4" fmla="*/ 2147483646 w 135"/>
                <a:gd name="T5" fmla="*/ 2147483646 h 135"/>
                <a:gd name="T6" fmla="*/ 2147483646 w 135"/>
                <a:gd name="T7" fmla="*/ 2147483646 h 135"/>
                <a:gd name="T8" fmla="*/ 2147483646 w 135"/>
                <a:gd name="T9" fmla="*/ 2147483646 h 135"/>
                <a:gd name="T10" fmla="*/ 2147483646 w 135"/>
                <a:gd name="T11" fmla="*/ 2147483646 h 135"/>
                <a:gd name="T12" fmla="*/ 2147483646 w 135"/>
                <a:gd name="T13" fmla="*/ 2147483646 h 135"/>
                <a:gd name="T14" fmla="*/ 2147483646 w 135"/>
                <a:gd name="T15" fmla="*/ 2147483646 h 135"/>
                <a:gd name="T16" fmla="*/ 2147483646 w 135"/>
                <a:gd name="T17" fmla="*/ 2147483646 h 135"/>
                <a:gd name="T18" fmla="*/ 2147483646 w 135"/>
                <a:gd name="T19" fmla="*/ 2147483646 h 135"/>
                <a:gd name="T20" fmla="*/ 2147483646 w 135"/>
                <a:gd name="T21" fmla="*/ 0 h 135"/>
                <a:gd name="T22" fmla="*/ 2147483646 w 135"/>
                <a:gd name="T23" fmla="*/ 0 h 135"/>
                <a:gd name="T24" fmla="*/ 2147483646 w 135"/>
                <a:gd name="T25" fmla="*/ 2147483646 h 135"/>
                <a:gd name="T26" fmla="*/ 2147483646 w 135"/>
                <a:gd name="T27" fmla="*/ 2147483646 h 135"/>
                <a:gd name="T28" fmla="*/ 2147483646 w 135"/>
                <a:gd name="T29" fmla="*/ 2147483646 h 135"/>
                <a:gd name="T30" fmla="*/ 2147483646 w 135"/>
                <a:gd name="T31" fmla="*/ 2147483646 h 135"/>
                <a:gd name="T32" fmla="*/ 2147483646 w 135"/>
                <a:gd name="T33" fmla="*/ 2147483646 h 135"/>
                <a:gd name="T34" fmla="*/ 2147483646 w 135"/>
                <a:gd name="T35" fmla="*/ 2147483646 h 135"/>
                <a:gd name="T36" fmla="*/ 2147483646 w 135"/>
                <a:gd name="T37" fmla="*/ 2147483646 h 135"/>
                <a:gd name="T38" fmla="*/ 2147483646 w 135"/>
                <a:gd name="T39" fmla="*/ 2147483646 h 135"/>
                <a:gd name="T40" fmla="*/ 2147483646 w 135"/>
                <a:gd name="T41" fmla="*/ 2147483646 h 135"/>
                <a:gd name="T42" fmla="*/ 0 w 135"/>
                <a:gd name="T43" fmla="*/ 2147483646 h 135"/>
                <a:gd name="T44" fmla="*/ 2147483646 w 135"/>
                <a:gd name="T45" fmla="*/ 2147483646 h 135"/>
                <a:gd name="T46" fmla="*/ 2147483646 w 135"/>
                <a:gd name="T47" fmla="*/ 2147483646 h 135"/>
                <a:gd name="T48" fmla="*/ 2147483646 w 135"/>
                <a:gd name="T49" fmla="*/ 2147483646 h 135"/>
                <a:gd name="T50" fmla="*/ 2147483646 w 135"/>
                <a:gd name="T51" fmla="*/ 2147483646 h 135"/>
                <a:gd name="T52" fmla="*/ 2147483646 w 135"/>
                <a:gd name="T53" fmla="*/ 2147483646 h 135"/>
                <a:gd name="T54" fmla="*/ 2147483646 w 135"/>
                <a:gd name="T55" fmla="*/ 2147483646 h 135"/>
                <a:gd name="T56" fmla="*/ 2147483646 w 135"/>
                <a:gd name="T57" fmla="*/ 2147483646 h 135"/>
                <a:gd name="T58" fmla="*/ 2147483646 w 135"/>
                <a:gd name="T59" fmla="*/ 2147483646 h 135"/>
                <a:gd name="T60" fmla="*/ 2147483646 w 135"/>
                <a:gd name="T61" fmla="*/ 2147483646 h 135"/>
                <a:gd name="T62" fmla="*/ 2147483646 w 135"/>
                <a:gd name="T63" fmla="*/ 2147483646 h 135"/>
                <a:gd name="T64" fmla="*/ 2147483646 w 135"/>
                <a:gd name="T65" fmla="*/ 2147483646 h 135"/>
                <a:gd name="T66" fmla="*/ 2147483646 w 135"/>
                <a:gd name="T67" fmla="*/ 2147483646 h 135"/>
                <a:gd name="T68" fmla="*/ 2147483646 w 135"/>
                <a:gd name="T69" fmla="*/ 2147483646 h 135"/>
                <a:gd name="T70" fmla="*/ 2147483646 w 135"/>
                <a:gd name="T71" fmla="*/ 2147483646 h 135"/>
                <a:gd name="T72" fmla="*/ 2147483646 w 135"/>
                <a:gd name="T73" fmla="*/ 2147483646 h 135"/>
                <a:gd name="T74" fmla="*/ 2147483646 w 135"/>
                <a:gd name="T75" fmla="*/ 2147483646 h 135"/>
                <a:gd name="T76" fmla="*/ 2147483646 w 135"/>
                <a:gd name="T77" fmla="*/ 2147483646 h 135"/>
                <a:gd name="T78" fmla="*/ 2147483646 w 135"/>
                <a:gd name="T79" fmla="*/ 2147483646 h 135"/>
                <a:gd name="T80" fmla="*/ 2147483646 w 135"/>
                <a:gd name="T81" fmla="*/ 2147483646 h 135"/>
                <a:gd name="T82" fmla="*/ 2147483646 w 135"/>
                <a:gd name="T83" fmla="*/ 2147483646 h 135"/>
                <a:gd name="T84" fmla="*/ 2147483646 w 135"/>
                <a:gd name="T85" fmla="*/ 2147483646 h 135"/>
                <a:gd name="T86" fmla="*/ 2147483646 w 135"/>
                <a:gd name="T87" fmla="*/ 2147483646 h 13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35" h="135">
                  <a:moveTo>
                    <a:pt x="135" y="68"/>
                  </a:moveTo>
                  <a:lnTo>
                    <a:pt x="135" y="64"/>
                  </a:lnTo>
                  <a:lnTo>
                    <a:pt x="135" y="61"/>
                  </a:lnTo>
                  <a:lnTo>
                    <a:pt x="135" y="58"/>
                  </a:lnTo>
                  <a:lnTo>
                    <a:pt x="133" y="53"/>
                  </a:lnTo>
                  <a:lnTo>
                    <a:pt x="133" y="50"/>
                  </a:lnTo>
                  <a:lnTo>
                    <a:pt x="132" y="47"/>
                  </a:lnTo>
                  <a:lnTo>
                    <a:pt x="130" y="44"/>
                  </a:lnTo>
                  <a:lnTo>
                    <a:pt x="130" y="41"/>
                  </a:lnTo>
                  <a:lnTo>
                    <a:pt x="129" y="38"/>
                  </a:lnTo>
                  <a:lnTo>
                    <a:pt x="127" y="36"/>
                  </a:lnTo>
                  <a:lnTo>
                    <a:pt x="126" y="33"/>
                  </a:lnTo>
                  <a:lnTo>
                    <a:pt x="123" y="30"/>
                  </a:lnTo>
                  <a:lnTo>
                    <a:pt x="121" y="27"/>
                  </a:lnTo>
                  <a:lnTo>
                    <a:pt x="120" y="25"/>
                  </a:lnTo>
                  <a:lnTo>
                    <a:pt x="117" y="22"/>
                  </a:lnTo>
                  <a:lnTo>
                    <a:pt x="115" y="19"/>
                  </a:lnTo>
                  <a:lnTo>
                    <a:pt x="112" y="18"/>
                  </a:lnTo>
                  <a:lnTo>
                    <a:pt x="111" y="16"/>
                  </a:lnTo>
                  <a:lnTo>
                    <a:pt x="108" y="13"/>
                  </a:lnTo>
                  <a:lnTo>
                    <a:pt x="105" y="12"/>
                  </a:lnTo>
                  <a:lnTo>
                    <a:pt x="102" y="10"/>
                  </a:lnTo>
                  <a:lnTo>
                    <a:pt x="99" y="9"/>
                  </a:lnTo>
                  <a:lnTo>
                    <a:pt x="96" y="7"/>
                  </a:lnTo>
                  <a:lnTo>
                    <a:pt x="93" y="6"/>
                  </a:lnTo>
                  <a:lnTo>
                    <a:pt x="90" y="4"/>
                  </a:lnTo>
                  <a:lnTo>
                    <a:pt x="87" y="3"/>
                  </a:lnTo>
                  <a:lnTo>
                    <a:pt x="84" y="3"/>
                  </a:lnTo>
                  <a:lnTo>
                    <a:pt x="81" y="1"/>
                  </a:lnTo>
                  <a:lnTo>
                    <a:pt x="78" y="1"/>
                  </a:lnTo>
                  <a:lnTo>
                    <a:pt x="74" y="0"/>
                  </a:lnTo>
                  <a:lnTo>
                    <a:pt x="71" y="0"/>
                  </a:lnTo>
                  <a:lnTo>
                    <a:pt x="68" y="0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8" y="1"/>
                  </a:lnTo>
                  <a:lnTo>
                    <a:pt x="55" y="1"/>
                  </a:lnTo>
                  <a:lnTo>
                    <a:pt x="50" y="3"/>
                  </a:lnTo>
                  <a:lnTo>
                    <a:pt x="47" y="3"/>
                  </a:lnTo>
                  <a:lnTo>
                    <a:pt x="44" y="4"/>
                  </a:lnTo>
                  <a:lnTo>
                    <a:pt x="41" y="6"/>
                  </a:lnTo>
                  <a:lnTo>
                    <a:pt x="38" y="7"/>
                  </a:lnTo>
                  <a:lnTo>
                    <a:pt x="35" y="9"/>
                  </a:lnTo>
                  <a:lnTo>
                    <a:pt x="32" y="10"/>
                  </a:lnTo>
                  <a:lnTo>
                    <a:pt x="29" y="12"/>
                  </a:lnTo>
                  <a:lnTo>
                    <a:pt x="28" y="13"/>
                  </a:lnTo>
                  <a:lnTo>
                    <a:pt x="25" y="16"/>
                  </a:lnTo>
                  <a:lnTo>
                    <a:pt x="22" y="18"/>
                  </a:lnTo>
                  <a:lnTo>
                    <a:pt x="21" y="19"/>
                  </a:lnTo>
                  <a:lnTo>
                    <a:pt x="18" y="22"/>
                  </a:lnTo>
                  <a:lnTo>
                    <a:pt x="16" y="25"/>
                  </a:lnTo>
                  <a:lnTo>
                    <a:pt x="13" y="27"/>
                  </a:lnTo>
                  <a:lnTo>
                    <a:pt x="12" y="30"/>
                  </a:lnTo>
                  <a:lnTo>
                    <a:pt x="10" y="33"/>
                  </a:lnTo>
                  <a:lnTo>
                    <a:pt x="9" y="36"/>
                  </a:lnTo>
                  <a:lnTo>
                    <a:pt x="7" y="38"/>
                  </a:lnTo>
                  <a:lnTo>
                    <a:pt x="6" y="41"/>
                  </a:lnTo>
                  <a:lnTo>
                    <a:pt x="4" y="44"/>
                  </a:lnTo>
                  <a:lnTo>
                    <a:pt x="3" y="47"/>
                  </a:lnTo>
                  <a:lnTo>
                    <a:pt x="3" y="50"/>
                  </a:lnTo>
                  <a:lnTo>
                    <a:pt x="1" y="53"/>
                  </a:lnTo>
                  <a:lnTo>
                    <a:pt x="1" y="58"/>
                  </a:lnTo>
                  <a:lnTo>
                    <a:pt x="1" y="61"/>
                  </a:lnTo>
                  <a:lnTo>
                    <a:pt x="0" y="64"/>
                  </a:lnTo>
                  <a:lnTo>
                    <a:pt x="0" y="68"/>
                  </a:lnTo>
                  <a:lnTo>
                    <a:pt x="0" y="71"/>
                  </a:lnTo>
                  <a:lnTo>
                    <a:pt x="1" y="74"/>
                  </a:lnTo>
                  <a:lnTo>
                    <a:pt x="1" y="77"/>
                  </a:lnTo>
                  <a:lnTo>
                    <a:pt x="1" y="81"/>
                  </a:lnTo>
                  <a:lnTo>
                    <a:pt x="3" y="84"/>
                  </a:lnTo>
                  <a:lnTo>
                    <a:pt x="3" y="87"/>
                  </a:lnTo>
                  <a:lnTo>
                    <a:pt x="4" y="90"/>
                  </a:lnTo>
                  <a:lnTo>
                    <a:pt x="6" y="93"/>
                  </a:lnTo>
                  <a:lnTo>
                    <a:pt x="7" y="96"/>
                  </a:lnTo>
                  <a:lnTo>
                    <a:pt x="9" y="99"/>
                  </a:lnTo>
                  <a:lnTo>
                    <a:pt x="10" y="102"/>
                  </a:lnTo>
                  <a:lnTo>
                    <a:pt x="12" y="105"/>
                  </a:lnTo>
                  <a:lnTo>
                    <a:pt x="13" y="108"/>
                  </a:lnTo>
                  <a:lnTo>
                    <a:pt x="16" y="110"/>
                  </a:lnTo>
                  <a:lnTo>
                    <a:pt x="18" y="113"/>
                  </a:lnTo>
                  <a:lnTo>
                    <a:pt x="21" y="116"/>
                  </a:lnTo>
                  <a:lnTo>
                    <a:pt x="22" y="117"/>
                  </a:lnTo>
                  <a:lnTo>
                    <a:pt x="25" y="120"/>
                  </a:lnTo>
                  <a:lnTo>
                    <a:pt x="28" y="122"/>
                  </a:lnTo>
                  <a:lnTo>
                    <a:pt x="29" y="123"/>
                  </a:lnTo>
                  <a:lnTo>
                    <a:pt x="32" y="124"/>
                  </a:lnTo>
                  <a:lnTo>
                    <a:pt x="35" y="126"/>
                  </a:lnTo>
                  <a:lnTo>
                    <a:pt x="38" y="127"/>
                  </a:lnTo>
                  <a:lnTo>
                    <a:pt x="41" y="129"/>
                  </a:lnTo>
                  <a:lnTo>
                    <a:pt x="44" y="130"/>
                  </a:lnTo>
                  <a:lnTo>
                    <a:pt x="47" y="132"/>
                  </a:lnTo>
                  <a:lnTo>
                    <a:pt x="50" y="133"/>
                  </a:lnTo>
                  <a:lnTo>
                    <a:pt x="55" y="133"/>
                  </a:lnTo>
                  <a:lnTo>
                    <a:pt x="58" y="133"/>
                  </a:lnTo>
                  <a:lnTo>
                    <a:pt x="61" y="135"/>
                  </a:lnTo>
                  <a:lnTo>
                    <a:pt x="64" y="135"/>
                  </a:lnTo>
                  <a:lnTo>
                    <a:pt x="68" y="135"/>
                  </a:lnTo>
                  <a:lnTo>
                    <a:pt x="71" y="135"/>
                  </a:lnTo>
                  <a:lnTo>
                    <a:pt x="74" y="135"/>
                  </a:lnTo>
                  <a:lnTo>
                    <a:pt x="78" y="133"/>
                  </a:lnTo>
                  <a:lnTo>
                    <a:pt x="81" y="133"/>
                  </a:lnTo>
                  <a:lnTo>
                    <a:pt x="84" y="133"/>
                  </a:lnTo>
                  <a:lnTo>
                    <a:pt x="87" y="132"/>
                  </a:lnTo>
                  <a:lnTo>
                    <a:pt x="90" y="130"/>
                  </a:lnTo>
                  <a:lnTo>
                    <a:pt x="93" y="129"/>
                  </a:lnTo>
                  <a:lnTo>
                    <a:pt x="96" y="127"/>
                  </a:lnTo>
                  <a:lnTo>
                    <a:pt x="99" y="126"/>
                  </a:lnTo>
                  <a:lnTo>
                    <a:pt x="102" y="124"/>
                  </a:lnTo>
                  <a:lnTo>
                    <a:pt x="105" y="123"/>
                  </a:lnTo>
                  <a:lnTo>
                    <a:pt x="108" y="122"/>
                  </a:lnTo>
                  <a:lnTo>
                    <a:pt x="111" y="120"/>
                  </a:lnTo>
                  <a:lnTo>
                    <a:pt x="112" y="117"/>
                  </a:lnTo>
                  <a:lnTo>
                    <a:pt x="115" y="116"/>
                  </a:lnTo>
                  <a:lnTo>
                    <a:pt x="117" y="113"/>
                  </a:lnTo>
                  <a:lnTo>
                    <a:pt x="120" y="110"/>
                  </a:lnTo>
                  <a:lnTo>
                    <a:pt x="121" y="108"/>
                  </a:lnTo>
                  <a:lnTo>
                    <a:pt x="123" y="105"/>
                  </a:lnTo>
                  <a:lnTo>
                    <a:pt x="126" y="102"/>
                  </a:lnTo>
                  <a:lnTo>
                    <a:pt x="127" y="99"/>
                  </a:lnTo>
                  <a:lnTo>
                    <a:pt x="129" y="96"/>
                  </a:lnTo>
                  <a:lnTo>
                    <a:pt x="130" y="93"/>
                  </a:lnTo>
                  <a:lnTo>
                    <a:pt x="130" y="90"/>
                  </a:lnTo>
                  <a:lnTo>
                    <a:pt x="132" y="87"/>
                  </a:lnTo>
                  <a:lnTo>
                    <a:pt x="133" y="84"/>
                  </a:lnTo>
                  <a:lnTo>
                    <a:pt x="133" y="81"/>
                  </a:lnTo>
                  <a:lnTo>
                    <a:pt x="135" y="77"/>
                  </a:lnTo>
                  <a:lnTo>
                    <a:pt x="135" y="74"/>
                  </a:lnTo>
                  <a:lnTo>
                    <a:pt x="135" y="71"/>
                  </a:lnTo>
                  <a:lnTo>
                    <a:pt x="135" y="68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44" name="Line 33">
              <a:extLst>
                <a:ext uri="{FF2B5EF4-FFF2-40B4-BE49-F238E27FC236}">
                  <a16:creationId xmlns:a16="http://schemas.microsoft.com/office/drawing/2014/main" id="{281B8294-2A2B-4F30-A94E-9CD6CACCEE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3688" y="1766887"/>
              <a:ext cx="3175" cy="134143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45" name="Freeform 34">
              <a:extLst>
                <a:ext uri="{FF2B5EF4-FFF2-40B4-BE49-F238E27FC236}">
                  <a16:creationId xmlns:a16="http://schemas.microsoft.com/office/drawing/2014/main" id="{370D6289-BD41-4E58-9AB1-FE041738E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3862387"/>
              <a:ext cx="989012" cy="234950"/>
            </a:xfrm>
            <a:custGeom>
              <a:avLst/>
              <a:gdLst>
                <a:gd name="T0" fmla="*/ 0 w 1245"/>
                <a:gd name="T1" fmla="*/ 0 h 297"/>
                <a:gd name="T2" fmla="*/ 0 w 1245"/>
                <a:gd name="T3" fmla="*/ 2147483646 h 297"/>
                <a:gd name="T4" fmla="*/ 2147483646 w 1245"/>
                <a:gd name="T5" fmla="*/ 2147483646 h 2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45" h="297">
                  <a:moveTo>
                    <a:pt x="0" y="0"/>
                  </a:moveTo>
                  <a:lnTo>
                    <a:pt x="0" y="297"/>
                  </a:lnTo>
                  <a:lnTo>
                    <a:pt x="1245" y="297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46" name="Freeform 35">
              <a:extLst>
                <a:ext uri="{FF2B5EF4-FFF2-40B4-BE49-F238E27FC236}">
                  <a16:creationId xmlns:a16="http://schemas.microsoft.com/office/drawing/2014/main" id="{4B804C13-76D8-4110-AF67-D219B0937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500" y="2614612"/>
              <a:ext cx="330200" cy="1152525"/>
            </a:xfrm>
            <a:custGeom>
              <a:avLst/>
              <a:gdLst>
                <a:gd name="T0" fmla="*/ 0 w 415"/>
                <a:gd name="T1" fmla="*/ 0 h 1454"/>
                <a:gd name="T2" fmla="*/ 0 w 415"/>
                <a:gd name="T3" fmla="*/ 2147483646 h 1454"/>
                <a:gd name="T4" fmla="*/ 2147483646 w 415"/>
                <a:gd name="T5" fmla="*/ 2147483646 h 14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454">
                  <a:moveTo>
                    <a:pt x="0" y="0"/>
                  </a:moveTo>
                  <a:lnTo>
                    <a:pt x="0" y="1454"/>
                  </a:lnTo>
                  <a:lnTo>
                    <a:pt x="415" y="145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47" name="Line 36">
              <a:extLst>
                <a:ext uri="{FF2B5EF4-FFF2-40B4-BE49-F238E27FC236}">
                  <a16:creationId xmlns:a16="http://schemas.microsoft.com/office/drawing/2014/main" id="{D77B72BF-9FED-405E-88DC-D1C977CC6A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3688" y="2943225"/>
              <a:ext cx="989012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48" name="Freeform 37">
              <a:extLst>
                <a:ext uri="{FF2B5EF4-FFF2-40B4-BE49-F238E27FC236}">
                  <a16:creationId xmlns:a16="http://schemas.microsoft.com/office/drawing/2014/main" id="{C76EADF7-77A2-434D-9DBC-451B5AE13E9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00350" y="2909887"/>
              <a:ext cx="74613" cy="73025"/>
            </a:xfrm>
            <a:custGeom>
              <a:avLst/>
              <a:gdLst>
                <a:gd name="T0" fmla="*/ 2147483646 w 59"/>
                <a:gd name="T1" fmla="*/ 0 h 59"/>
                <a:gd name="T2" fmla="*/ 2147483646 w 59"/>
                <a:gd name="T3" fmla="*/ 0 h 59"/>
                <a:gd name="T4" fmla="*/ 2147483646 w 59"/>
                <a:gd name="T5" fmla="*/ 2147483646 h 59"/>
                <a:gd name="T6" fmla="*/ 2147483646 w 59"/>
                <a:gd name="T7" fmla="*/ 2147483646 h 59"/>
                <a:gd name="T8" fmla="*/ 2147483646 w 59"/>
                <a:gd name="T9" fmla="*/ 2147483646 h 59"/>
                <a:gd name="T10" fmla="*/ 2147483646 w 59"/>
                <a:gd name="T11" fmla="*/ 2147483646 h 59"/>
                <a:gd name="T12" fmla="*/ 2147483646 w 59"/>
                <a:gd name="T13" fmla="*/ 2147483646 h 59"/>
                <a:gd name="T14" fmla="*/ 2147483646 w 59"/>
                <a:gd name="T15" fmla="*/ 2147483646 h 59"/>
                <a:gd name="T16" fmla="*/ 2147483646 w 59"/>
                <a:gd name="T17" fmla="*/ 2147483646 h 59"/>
                <a:gd name="T18" fmla="*/ 0 w 59"/>
                <a:gd name="T19" fmla="*/ 2147483646 h 59"/>
                <a:gd name="T20" fmla="*/ 0 w 59"/>
                <a:gd name="T21" fmla="*/ 2147483646 h 59"/>
                <a:gd name="T22" fmla="*/ 0 w 59"/>
                <a:gd name="T23" fmla="*/ 2147483646 h 59"/>
                <a:gd name="T24" fmla="*/ 0 w 59"/>
                <a:gd name="T25" fmla="*/ 2147483646 h 59"/>
                <a:gd name="T26" fmla="*/ 2147483646 w 59"/>
                <a:gd name="T27" fmla="*/ 2147483646 h 59"/>
                <a:gd name="T28" fmla="*/ 2147483646 w 59"/>
                <a:gd name="T29" fmla="*/ 2147483646 h 59"/>
                <a:gd name="T30" fmla="*/ 2147483646 w 59"/>
                <a:gd name="T31" fmla="*/ 2147483646 h 59"/>
                <a:gd name="T32" fmla="*/ 2147483646 w 59"/>
                <a:gd name="T33" fmla="*/ 2147483646 h 59"/>
                <a:gd name="T34" fmla="*/ 2147483646 w 59"/>
                <a:gd name="T35" fmla="*/ 2147483646 h 59"/>
                <a:gd name="T36" fmla="*/ 2147483646 w 59"/>
                <a:gd name="T37" fmla="*/ 2147483646 h 59"/>
                <a:gd name="T38" fmla="*/ 2147483646 w 59"/>
                <a:gd name="T39" fmla="*/ 2147483646 h 59"/>
                <a:gd name="T40" fmla="*/ 2147483646 w 59"/>
                <a:gd name="T41" fmla="*/ 2147483646 h 59"/>
                <a:gd name="T42" fmla="*/ 2147483646 w 59"/>
                <a:gd name="T43" fmla="*/ 2147483646 h 59"/>
                <a:gd name="T44" fmla="*/ 2147483646 w 59"/>
                <a:gd name="T45" fmla="*/ 2147483646 h 59"/>
                <a:gd name="T46" fmla="*/ 2147483646 w 59"/>
                <a:gd name="T47" fmla="*/ 2147483646 h 59"/>
                <a:gd name="T48" fmla="*/ 2147483646 w 59"/>
                <a:gd name="T49" fmla="*/ 2147483646 h 59"/>
                <a:gd name="T50" fmla="*/ 2147483646 w 59"/>
                <a:gd name="T51" fmla="*/ 2147483646 h 59"/>
                <a:gd name="T52" fmla="*/ 2147483646 w 59"/>
                <a:gd name="T53" fmla="*/ 2147483646 h 59"/>
                <a:gd name="T54" fmla="*/ 2147483646 w 59"/>
                <a:gd name="T55" fmla="*/ 2147483646 h 59"/>
                <a:gd name="T56" fmla="*/ 2147483646 w 59"/>
                <a:gd name="T57" fmla="*/ 2147483646 h 59"/>
                <a:gd name="T58" fmla="*/ 2147483646 w 59"/>
                <a:gd name="T59" fmla="*/ 2147483646 h 59"/>
                <a:gd name="T60" fmla="*/ 2147483646 w 59"/>
                <a:gd name="T61" fmla="*/ 2147483646 h 59"/>
                <a:gd name="T62" fmla="*/ 2147483646 w 59"/>
                <a:gd name="T63" fmla="*/ 2147483646 h 59"/>
                <a:gd name="T64" fmla="*/ 2147483646 w 59"/>
                <a:gd name="T65" fmla="*/ 2147483646 h 59"/>
                <a:gd name="T66" fmla="*/ 2147483646 w 59"/>
                <a:gd name="T67" fmla="*/ 2147483646 h 59"/>
                <a:gd name="T68" fmla="*/ 2147483646 w 59"/>
                <a:gd name="T69" fmla="*/ 2147483646 h 59"/>
                <a:gd name="T70" fmla="*/ 2147483646 w 59"/>
                <a:gd name="T71" fmla="*/ 2147483646 h 59"/>
                <a:gd name="T72" fmla="*/ 2147483646 w 59"/>
                <a:gd name="T73" fmla="*/ 2147483646 h 59"/>
                <a:gd name="T74" fmla="*/ 2147483646 w 59"/>
                <a:gd name="T75" fmla="*/ 2147483646 h 59"/>
                <a:gd name="T76" fmla="*/ 2147483646 w 59"/>
                <a:gd name="T77" fmla="*/ 2147483646 h 59"/>
                <a:gd name="T78" fmla="*/ 2147483646 w 59"/>
                <a:gd name="T79" fmla="*/ 2147483646 h 59"/>
                <a:gd name="T80" fmla="*/ 2147483646 w 59"/>
                <a:gd name="T81" fmla="*/ 2147483646 h 59"/>
                <a:gd name="T82" fmla="*/ 2147483646 w 59"/>
                <a:gd name="T83" fmla="*/ 2147483646 h 59"/>
                <a:gd name="T84" fmla="*/ 2147483646 w 59"/>
                <a:gd name="T85" fmla="*/ 0 h 59"/>
                <a:gd name="T86" fmla="*/ 2147483646 w 59"/>
                <a:gd name="T87" fmla="*/ 0 h 59"/>
                <a:gd name="T88" fmla="*/ 2147483646 w 59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9" h="59">
                  <a:moveTo>
                    <a:pt x="30" y="30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6" y="3"/>
                  </a:lnTo>
                  <a:lnTo>
                    <a:pt x="15" y="4"/>
                  </a:lnTo>
                  <a:lnTo>
                    <a:pt x="13" y="4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7"/>
                  </a:lnTo>
                  <a:lnTo>
                    <a:pt x="9" y="9"/>
                  </a:lnTo>
                  <a:lnTo>
                    <a:pt x="7" y="9"/>
                  </a:lnTo>
                  <a:lnTo>
                    <a:pt x="7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4" y="43"/>
                  </a:lnTo>
                  <a:lnTo>
                    <a:pt x="4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7" y="49"/>
                  </a:lnTo>
                  <a:lnTo>
                    <a:pt x="9" y="50"/>
                  </a:lnTo>
                  <a:lnTo>
                    <a:pt x="10" y="52"/>
                  </a:lnTo>
                  <a:lnTo>
                    <a:pt x="12" y="53"/>
                  </a:lnTo>
                  <a:lnTo>
                    <a:pt x="13" y="53"/>
                  </a:lnTo>
                  <a:lnTo>
                    <a:pt x="15" y="55"/>
                  </a:lnTo>
                  <a:lnTo>
                    <a:pt x="16" y="55"/>
                  </a:lnTo>
                  <a:lnTo>
                    <a:pt x="16" y="56"/>
                  </a:lnTo>
                  <a:lnTo>
                    <a:pt x="18" y="56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5" y="58"/>
                  </a:lnTo>
                  <a:lnTo>
                    <a:pt x="37" y="58"/>
                  </a:lnTo>
                  <a:lnTo>
                    <a:pt x="38" y="58"/>
                  </a:lnTo>
                  <a:lnTo>
                    <a:pt x="40" y="58"/>
                  </a:lnTo>
                  <a:lnTo>
                    <a:pt x="41" y="56"/>
                  </a:lnTo>
                  <a:lnTo>
                    <a:pt x="43" y="56"/>
                  </a:lnTo>
                  <a:lnTo>
                    <a:pt x="44" y="55"/>
                  </a:lnTo>
                  <a:lnTo>
                    <a:pt x="46" y="53"/>
                  </a:lnTo>
                  <a:lnTo>
                    <a:pt x="47" y="53"/>
                  </a:lnTo>
                  <a:lnTo>
                    <a:pt x="49" y="52"/>
                  </a:lnTo>
                  <a:lnTo>
                    <a:pt x="50" y="52"/>
                  </a:lnTo>
                  <a:lnTo>
                    <a:pt x="50" y="50"/>
                  </a:lnTo>
                  <a:lnTo>
                    <a:pt x="52" y="49"/>
                  </a:lnTo>
                  <a:lnTo>
                    <a:pt x="53" y="49"/>
                  </a:lnTo>
                  <a:lnTo>
                    <a:pt x="53" y="47"/>
                  </a:lnTo>
                  <a:lnTo>
                    <a:pt x="55" y="46"/>
                  </a:lnTo>
                  <a:lnTo>
                    <a:pt x="55" y="44"/>
                  </a:lnTo>
                  <a:lnTo>
                    <a:pt x="56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39"/>
                  </a:lnTo>
                  <a:lnTo>
                    <a:pt x="58" y="37"/>
                  </a:lnTo>
                  <a:lnTo>
                    <a:pt x="59" y="36"/>
                  </a:lnTo>
                  <a:lnTo>
                    <a:pt x="59" y="34"/>
                  </a:lnTo>
                  <a:lnTo>
                    <a:pt x="59" y="33"/>
                  </a:lnTo>
                  <a:lnTo>
                    <a:pt x="59" y="31"/>
                  </a:lnTo>
                  <a:lnTo>
                    <a:pt x="59" y="30"/>
                  </a:lnTo>
                  <a:lnTo>
                    <a:pt x="59" y="28"/>
                  </a:lnTo>
                  <a:lnTo>
                    <a:pt x="59" y="27"/>
                  </a:lnTo>
                  <a:lnTo>
                    <a:pt x="59" y="25"/>
                  </a:lnTo>
                  <a:lnTo>
                    <a:pt x="59" y="24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6" y="16"/>
                  </a:lnTo>
                  <a:lnTo>
                    <a:pt x="56" y="15"/>
                  </a:lnTo>
                  <a:lnTo>
                    <a:pt x="55" y="13"/>
                  </a:lnTo>
                  <a:lnTo>
                    <a:pt x="53" y="12"/>
                  </a:lnTo>
                  <a:lnTo>
                    <a:pt x="53" y="10"/>
                  </a:lnTo>
                  <a:lnTo>
                    <a:pt x="52" y="9"/>
                  </a:lnTo>
                  <a:lnTo>
                    <a:pt x="50" y="9"/>
                  </a:lnTo>
                  <a:lnTo>
                    <a:pt x="50" y="7"/>
                  </a:lnTo>
                  <a:lnTo>
                    <a:pt x="49" y="6"/>
                  </a:lnTo>
                  <a:lnTo>
                    <a:pt x="47" y="6"/>
                  </a:lnTo>
                  <a:lnTo>
                    <a:pt x="46" y="4"/>
                  </a:lnTo>
                  <a:lnTo>
                    <a:pt x="44" y="4"/>
                  </a:lnTo>
                  <a:lnTo>
                    <a:pt x="44" y="3"/>
                  </a:lnTo>
                  <a:lnTo>
                    <a:pt x="43" y="3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1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49" name="Freeform 38">
              <a:extLst>
                <a:ext uri="{FF2B5EF4-FFF2-40B4-BE49-F238E27FC236}">
                  <a16:creationId xmlns:a16="http://schemas.microsoft.com/office/drawing/2014/main" id="{1A63A249-BDBA-41DD-A1D0-A7DBE1A5F4D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59163" y="2576512"/>
              <a:ext cx="69850" cy="73025"/>
            </a:xfrm>
            <a:custGeom>
              <a:avLst/>
              <a:gdLst>
                <a:gd name="T0" fmla="*/ 2147483646 w 60"/>
                <a:gd name="T1" fmla="*/ 0 h 59"/>
                <a:gd name="T2" fmla="*/ 2147483646 w 60"/>
                <a:gd name="T3" fmla="*/ 0 h 59"/>
                <a:gd name="T4" fmla="*/ 2147483646 w 60"/>
                <a:gd name="T5" fmla="*/ 2147483646 h 59"/>
                <a:gd name="T6" fmla="*/ 2147483646 w 60"/>
                <a:gd name="T7" fmla="*/ 2147483646 h 59"/>
                <a:gd name="T8" fmla="*/ 2147483646 w 60"/>
                <a:gd name="T9" fmla="*/ 2147483646 h 59"/>
                <a:gd name="T10" fmla="*/ 2147483646 w 60"/>
                <a:gd name="T11" fmla="*/ 2147483646 h 59"/>
                <a:gd name="T12" fmla="*/ 2147483646 w 60"/>
                <a:gd name="T13" fmla="*/ 2147483646 h 59"/>
                <a:gd name="T14" fmla="*/ 2147483646 w 60"/>
                <a:gd name="T15" fmla="*/ 2147483646 h 59"/>
                <a:gd name="T16" fmla="*/ 2147483646 w 60"/>
                <a:gd name="T17" fmla="*/ 2147483646 h 59"/>
                <a:gd name="T18" fmla="*/ 0 w 60"/>
                <a:gd name="T19" fmla="*/ 2147483646 h 59"/>
                <a:gd name="T20" fmla="*/ 0 w 60"/>
                <a:gd name="T21" fmla="*/ 2147483646 h 59"/>
                <a:gd name="T22" fmla="*/ 0 w 60"/>
                <a:gd name="T23" fmla="*/ 2147483646 h 59"/>
                <a:gd name="T24" fmla="*/ 0 w 60"/>
                <a:gd name="T25" fmla="*/ 2147483646 h 59"/>
                <a:gd name="T26" fmla="*/ 2147483646 w 60"/>
                <a:gd name="T27" fmla="*/ 2147483646 h 59"/>
                <a:gd name="T28" fmla="*/ 2147483646 w 60"/>
                <a:gd name="T29" fmla="*/ 2147483646 h 59"/>
                <a:gd name="T30" fmla="*/ 2147483646 w 60"/>
                <a:gd name="T31" fmla="*/ 2147483646 h 59"/>
                <a:gd name="T32" fmla="*/ 2147483646 w 60"/>
                <a:gd name="T33" fmla="*/ 2147483646 h 59"/>
                <a:gd name="T34" fmla="*/ 2147483646 w 60"/>
                <a:gd name="T35" fmla="*/ 2147483646 h 59"/>
                <a:gd name="T36" fmla="*/ 2147483646 w 60"/>
                <a:gd name="T37" fmla="*/ 2147483646 h 59"/>
                <a:gd name="T38" fmla="*/ 2147483646 w 60"/>
                <a:gd name="T39" fmla="*/ 2147483646 h 59"/>
                <a:gd name="T40" fmla="*/ 2147483646 w 60"/>
                <a:gd name="T41" fmla="*/ 2147483646 h 59"/>
                <a:gd name="T42" fmla="*/ 2147483646 w 60"/>
                <a:gd name="T43" fmla="*/ 2147483646 h 59"/>
                <a:gd name="T44" fmla="*/ 2147483646 w 60"/>
                <a:gd name="T45" fmla="*/ 2147483646 h 59"/>
                <a:gd name="T46" fmla="*/ 2147483646 w 60"/>
                <a:gd name="T47" fmla="*/ 2147483646 h 59"/>
                <a:gd name="T48" fmla="*/ 2147483646 w 60"/>
                <a:gd name="T49" fmla="*/ 2147483646 h 59"/>
                <a:gd name="T50" fmla="*/ 2147483646 w 60"/>
                <a:gd name="T51" fmla="*/ 2147483646 h 59"/>
                <a:gd name="T52" fmla="*/ 2147483646 w 60"/>
                <a:gd name="T53" fmla="*/ 2147483646 h 59"/>
                <a:gd name="T54" fmla="*/ 2147483646 w 60"/>
                <a:gd name="T55" fmla="*/ 2147483646 h 59"/>
                <a:gd name="T56" fmla="*/ 2147483646 w 60"/>
                <a:gd name="T57" fmla="*/ 2147483646 h 59"/>
                <a:gd name="T58" fmla="*/ 2147483646 w 60"/>
                <a:gd name="T59" fmla="*/ 2147483646 h 59"/>
                <a:gd name="T60" fmla="*/ 2147483646 w 60"/>
                <a:gd name="T61" fmla="*/ 2147483646 h 59"/>
                <a:gd name="T62" fmla="*/ 2147483646 w 60"/>
                <a:gd name="T63" fmla="*/ 2147483646 h 59"/>
                <a:gd name="T64" fmla="*/ 2147483646 w 60"/>
                <a:gd name="T65" fmla="*/ 2147483646 h 59"/>
                <a:gd name="T66" fmla="*/ 2147483646 w 60"/>
                <a:gd name="T67" fmla="*/ 2147483646 h 59"/>
                <a:gd name="T68" fmla="*/ 2147483646 w 60"/>
                <a:gd name="T69" fmla="*/ 2147483646 h 59"/>
                <a:gd name="T70" fmla="*/ 2147483646 w 60"/>
                <a:gd name="T71" fmla="*/ 2147483646 h 59"/>
                <a:gd name="T72" fmla="*/ 2147483646 w 60"/>
                <a:gd name="T73" fmla="*/ 2147483646 h 59"/>
                <a:gd name="T74" fmla="*/ 2147483646 w 60"/>
                <a:gd name="T75" fmla="*/ 2147483646 h 59"/>
                <a:gd name="T76" fmla="*/ 2147483646 w 60"/>
                <a:gd name="T77" fmla="*/ 2147483646 h 59"/>
                <a:gd name="T78" fmla="*/ 2147483646 w 60"/>
                <a:gd name="T79" fmla="*/ 2147483646 h 59"/>
                <a:gd name="T80" fmla="*/ 2147483646 w 60"/>
                <a:gd name="T81" fmla="*/ 2147483646 h 59"/>
                <a:gd name="T82" fmla="*/ 2147483646 w 60"/>
                <a:gd name="T83" fmla="*/ 2147483646 h 59"/>
                <a:gd name="T84" fmla="*/ 2147483646 w 60"/>
                <a:gd name="T85" fmla="*/ 0 h 59"/>
                <a:gd name="T86" fmla="*/ 2147483646 w 60"/>
                <a:gd name="T87" fmla="*/ 0 h 59"/>
                <a:gd name="T88" fmla="*/ 2147483646 w 60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0" h="59">
                  <a:moveTo>
                    <a:pt x="30" y="29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7" y="3"/>
                  </a:lnTo>
                  <a:lnTo>
                    <a:pt x="15" y="4"/>
                  </a:lnTo>
                  <a:lnTo>
                    <a:pt x="14" y="4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1" y="7"/>
                  </a:lnTo>
                  <a:lnTo>
                    <a:pt x="9" y="9"/>
                  </a:lnTo>
                  <a:lnTo>
                    <a:pt x="8" y="9"/>
                  </a:lnTo>
                  <a:lnTo>
                    <a:pt x="8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2" y="40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8" y="49"/>
                  </a:lnTo>
                  <a:lnTo>
                    <a:pt x="9" y="50"/>
                  </a:lnTo>
                  <a:lnTo>
                    <a:pt x="11" y="52"/>
                  </a:lnTo>
                  <a:lnTo>
                    <a:pt x="12" y="53"/>
                  </a:lnTo>
                  <a:lnTo>
                    <a:pt x="14" y="53"/>
                  </a:lnTo>
                  <a:lnTo>
                    <a:pt x="15" y="55"/>
                  </a:lnTo>
                  <a:lnTo>
                    <a:pt x="17" y="55"/>
                  </a:lnTo>
                  <a:lnTo>
                    <a:pt x="17" y="56"/>
                  </a:lnTo>
                  <a:lnTo>
                    <a:pt x="18" y="56"/>
                  </a:lnTo>
                  <a:lnTo>
                    <a:pt x="20" y="58"/>
                  </a:lnTo>
                  <a:lnTo>
                    <a:pt x="21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6" y="58"/>
                  </a:lnTo>
                  <a:lnTo>
                    <a:pt x="37" y="58"/>
                  </a:lnTo>
                  <a:lnTo>
                    <a:pt x="39" y="58"/>
                  </a:lnTo>
                  <a:lnTo>
                    <a:pt x="40" y="58"/>
                  </a:lnTo>
                  <a:lnTo>
                    <a:pt x="42" y="56"/>
                  </a:lnTo>
                  <a:lnTo>
                    <a:pt x="43" y="56"/>
                  </a:lnTo>
                  <a:lnTo>
                    <a:pt x="45" y="55"/>
                  </a:lnTo>
                  <a:lnTo>
                    <a:pt x="46" y="53"/>
                  </a:lnTo>
                  <a:lnTo>
                    <a:pt x="48" y="53"/>
                  </a:lnTo>
                  <a:lnTo>
                    <a:pt x="49" y="52"/>
                  </a:lnTo>
                  <a:lnTo>
                    <a:pt x="51" y="52"/>
                  </a:lnTo>
                  <a:lnTo>
                    <a:pt x="51" y="50"/>
                  </a:lnTo>
                  <a:lnTo>
                    <a:pt x="52" y="49"/>
                  </a:lnTo>
                  <a:lnTo>
                    <a:pt x="54" y="49"/>
                  </a:lnTo>
                  <a:lnTo>
                    <a:pt x="54" y="47"/>
                  </a:lnTo>
                  <a:lnTo>
                    <a:pt x="55" y="46"/>
                  </a:lnTo>
                  <a:lnTo>
                    <a:pt x="55" y="44"/>
                  </a:lnTo>
                  <a:lnTo>
                    <a:pt x="57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38"/>
                  </a:lnTo>
                  <a:lnTo>
                    <a:pt x="58" y="37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60" y="32"/>
                  </a:lnTo>
                  <a:lnTo>
                    <a:pt x="60" y="31"/>
                  </a:lnTo>
                  <a:lnTo>
                    <a:pt x="60" y="29"/>
                  </a:lnTo>
                  <a:lnTo>
                    <a:pt x="60" y="28"/>
                  </a:lnTo>
                  <a:lnTo>
                    <a:pt x="60" y="26"/>
                  </a:lnTo>
                  <a:lnTo>
                    <a:pt x="60" y="25"/>
                  </a:lnTo>
                  <a:lnTo>
                    <a:pt x="60" y="23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7" y="16"/>
                  </a:lnTo>
                  <a:lnTo>
                    <a:pt x="57" y="15"/>
                  </a:lnTo>
                  <a:lnTo>
                    <a:pt x="55" y="13"/>
                  </a:lnTo>
                  <a:lnTo>
                    <a:pt x="54" y="12"/>
                  </a:lnTo>
                  <a:lnTo>
                    <a:pt x="54" y="10"/>
                  </a:lnTo>
                  <a:lnTo>
                    <a:pt x="52" y="9"/>
                  </a:lnTo>
                  <a:lnTo>
                    <a:pt x="51" y="9"/>
                  </a:lnTo>
                  <a:lnTo>
                    <a:pt x="51" y="7"/>
                  </a:lnTo>
                  <a:lnTo>
                    <a:pt x="49" y="6"/>
                  </a:lnTo>
                  <a:lnTo>
                    <a:pt x="48" y="6"/>
                  </a:lnTo>
                  <a:lnTo>
                    <a:pt x="46" y="4"/>
                  </a:lnTo>
                  <a:lnTo>
                    <a:pt x="45" y="4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50" name="Freeform 39">
              <a:extLst>
                <a:ext uri="{FF2B5EF4-FFF2-40B4-BE49-F238E27FC236}">
                  <a16:creationId xmlns:a16="http://schemas.microsoft.com/office/drawing/2014/main" id="{B4EE33F3-75A9-4F13-AEFC-66DC26AE94C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60750" y="1403350"/>
              <a:ext cx="69850" cy="73025"/>
            </a:xfrm>
            <a:custGeom>
              <a:avLst/>
              <a:gdLst>
                <a:gd name="T0" fmla="*/ 2147483646 w 60"/>
                <a:gd name="T1" fmla="*/ 0 h 59"/>
                <a:gd name="T2" fmla="*/ 2147483646 w 60"/>
                <a:gd name="T3" fmla="*/ 0 h 59"/>
                <a:gd name="T4" fmla="*/ 2147483646 w 60"/>
                <a:gd name="T5" fmla="*/ 2147483646 h 59"/>
                <a:gd name="T6" fmla="*/ 2147483646 w 60"/>
                <a:gd name="T7" fmla="*/ 2147483646 h 59"/>
                <a:gd name="T8" fmla="*/ 2147483646 w 60"/>
                <a:gd name="T9" fmla="*/ 2147483646 h 59"/>
                <a:gd name="T10" fmla="*/ 2147483646 w 60"/>
                <a:gd name="T11" fmla="*/ 2147483646 h 59"/>
                <a:gd name="T12" fmla="*/ 2147483646 w 60"/>
                <a:gd name="T13" fmla="*/ 2147483646 h 59"/>
                <a:gd name="T14" fmla="*/ 2147483646 w 60"/>
                <a:gd name="T15" fmla="*/ 2147483646 h 59"/>
                <a:gd name="T16" fmla="*/ 2147483646 w 60"/>
                <a:gd name="T17" fmla="*/ 2147483646 h 59"/>
                <a:gd name="T18" fmla="*/ 0 w 60"/>
                <a:gd name="T19" fmla="*/ 2147483646 h 59"/>
                <a:gd name="T20" fmla="*/ 0 w 60"/>
                <a:gd name="T21" fmla="*/ 2147483646 h 59"/>
                <a:gd name="T22" fmla="*/ 0 w 60"/>
                <a:gd name="T23" fmla="*/ 2147483646 h 59"/>
                <a:gd name="T24" fmla="*/ 0 w 60"/>
                <a:gd name="T25" fmla="*/ 2147483646 h 59"/>
                <a:gd name="T26" fmla="*/ 2147483646 w 60"/>
                <a:gd name="T27" fmla="*/ 2147483646 h 59"/>
                <a:gd name="T28" fmla="*/ 2147483646 w 60"/>
                <a:gd name="T29" fmla="*/ 2147483646 h 59"/>
                <a:gd name="T30" fmla="*/ 2147483646 w 60"/>
                <a:gd name="T31" fmla="*/ 2147483646 h 59"/>
                <a:gd name="T32" fmla="*/ 2147483646 w 60"/>
                <a:gd name="T33" fmla="*/ 2147483646 h 59"/>
                <a:gd name="T34" fmla="*/ 2147483646 w 60"/>
                <a:gd name="T35" fmla="*/ 2147483646 h 59"/>
                <a:gd name="T36" fmla="*/ 2147483646 w 60"/>
                <a:gd name="T37" fmla="*/ 2147483646 h 59"/>
                <a:gd name="T38" fmla="*/ 2147483646 w 60"/>
                <a:gd name="T39" fmla="*/ 2147483646 h 59"/>
                <a:gd name="T40" fmla="*/ 2147483646 w 60"/>
                <a:gd name="T41" fmla="*/ 2147483646 h 59"/>
                <a:gd name="T42" fmla="*/ 2147483646 w 60"/>
                <a:gd name="T43" fmla="*/ 2147483646 h 59"/>
                <a:gd name="T44" fmla="*/ 2147483646 w 60"/>
                <a:gd name="T45" fmla="*/ 2147483646 h 59"/>
                <a:gd name="T46" fmla="*/ 2147483646 w 60"/>
                <a:gd name="T47" fmla="*/ 2147483646 h 59"/>
                <a:gd name="T48" fmla="*/ 2147483646 w 60"/>
                <a:gd name="T49" fmla="*/ 2147483646 h 59"/>
                <a:gd name="T50" fmla="*/ 2147483646 w 60"/>
                <a:gd name="T51" fmla="*/ 2147483646 h 59"/>
                <a:gd name="T52" fmla="*/ 2147483646 w 60"/>
                <a:gd name="T53" fmla="*/ 2147483646 h 59"/>
                <a:gd name="T54" fmla="*/ 2147483646 w 60"/>
                <a:gd name="T55" fmla="*/ 2147483646 h 59"/>
                <a:gd name="T56" fmla="*/ 2147483646 w 60"/>
                <a:gd name="T57" fmla="*/ 2147483646 h 59"/>
                <a:gd name="T58" fmla="*/ 2147483646 w 60"/>
                <a:gd name="T59" fmla="*/ 2147483646 h 59"/>
                <a:gd name="T60" fmla="*/ 2147483646 w 60"/>
                <a:gd name="T61" fmla="*/ 2147483646 h 59"/>
                <a:gd name="T62" fmla="*/ 2147483646 w 60"/>
                <a:gd name="T63" fmla="*/ 2147483646 h 59"/>
                <a:gd name="T64" fmla="*/ 2147483646 w 60"/>
                <a:gd name="T65" fmla="*/ 2147483646 h 59"/>
                <a:gd name="T66" fmla="*/ 2147483646 w 60"/>
                <a:gd name="T67" fmla="*/ 2147483646 h 59"/>
                <a:gd name="T68" fmla="*/ 2147483646 w 60"/>
                <a:gd name="T69" fmla="*/ 2147483646 h 59"/>
                <a:gd name="T70" fmla="*/ 2147483646 w 60"/>
                <a:gd name="T71" fmla="*/ 2147483646 h 59"/>
                <a:gd name="T72" fmla="*/ 2147483646 w 60"/>
                <a:gd name="T73" fmla="*/ 2147483646 h 59"/>
                <a:gd name="T74" fmla="*/ 2147483646 w 60"/>
                <a:gd name="T75" fmla="*/ 2147483646 h 59"/>
                <a:gd name="T76" fmla="*/ 2147483646 w 60"/>
                <a:gd name="T77" fmla="*/ 2147483646 h 59"/>
                <a:gd name="T78" fmla="*/ 2147483646 w 60"/>
                <a:gd name="T79" fmla="*/ 2147483646 h 59"/>
                <a:gd name="T80" fmla="*/ 2147483646 w 60"/>
                <a:gd name="T81" fmla="*/ 2147483646 h 59"/>
                <a:gd name="T82" fmla="*/ 2147483646 w 60"/>
                <a:gd name="T83" fmla="*/ 2147483646 h 59"/>
                <a:gd name="T84" fmla="*/ 2147483646 w 60"/>
                <a:gd name="T85" fmla="*/ 0 h 59"/>
                <a:gd name="T86" fmla="*/ 2147483646 w 60"/>
                <a:gd name="T87" fmla="*/ 0 h 59"/>
                <a:gd name="T88" fmla="*/ 2147483646 w 60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0" h="59">
                  <a:moveTo>
                    <a:pt x="30" y="30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7" y="3"/>
                  </a:lnTo>
                  <a:lnTo>
                    <a:pt x="15" y="4"/>
                  </a:lnTo>
                  <a:lnTo>
                    <a:pt x="14" y="4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1" y="7"/>
                  </a:lnTo>
                  <a:lnTo>
                    <a:pt x="9" y="9"/>
                  </a:lnTo>
                  <a:lnTo>
                    <a:pt x="8" y="9"/>
                  </a:lnTo>
                  <a:lnTo>
                    <a:pt x="8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2" y="40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8" y="49"/>
                  </a:lnTo>
                  <a:lnTo>
                    <a:pt x="9" y="50"/>
                  </a:lnTo>
                  <a:lnTo>
                    <a:pt x="11" y="52"/>
                  </a:lnTo>
                  <a:lnTo>
                    <a:pt x="12" y="53"/>
                  </a:lnTo>
                  <a:lnTo>
                    <a:pt x="14" y="53"/>
                  </a:lnTo>
                  <a:lnTo>
                    <a:pt x="15" y="55"/>
                  </a:lnTo>
                  <a:lnTo>
                    <a:pt x="17" y="55"/>
                  </a:lnTo>
                  <a:lnTo>
                    <a:pt x="17" y="56"/>
                  </a:lnTo>
                  <a:lnTo>
                    <a:pt x="18" y="56"/>
                  </a:lnTo>
                  <a:lnTo>
                    <a:pt x="20" y="58"/>
                  </a:lnTo>
                  <a:lnTo>
                    <a:pt x="21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6" y="58"/>
                  </a:lnTo>
                  <a:lnTo>
                    <a:pt x="37" y="58"/>
                  </a:lnTo>
                  <a:lnTo>
                    <a:pt x="39" y="58"/>
                  </a:lnTo>
                  <a:lnTo>
                    <a:pt x="40" y="58"/>
                  </a:lnTo>
                  <a:lnTo>
                    <a:pt x="42" y="56"/>
                  </a:lnTo>
                  <a:lnTo>
                    <a:pt x="43" y="56"/>
                  </a:lnTo>
                  <a:lnTo>
                    <a:pt x="45" y="55"/>
                  </a:lnTo>
                  <a:lnTo>
                    <a:pt x="46" y="53"/>
                  </a:lnTo>
                  <a:lnTo>
                    <a:pt x="48" y="53"/>
                  </a:lnTo>
                  <a:lnTo>
                    <a:pt x="49" y="52"/>
                  </a:lnTo>
                  <a:lnTo>
                    <a:pt x="51" y="52"/>
                  </a:lnTo>
                  <a:lnTo>
                    <a:pt x="51" y="50"/>
                  </a:lnTo>
                  <a:lnTo>
                    <a:pt x="52" y="49"/>
                  </a:lnTo>
                  <a:lnTo>
                    <a:pt x="54" y="49"/>
                  </a:lnTo>
                  <a:lnTo>
                    <a:pt x="54" y="47"/>
                  </a:lnTo>
                  <a:lnTo>
                    <a:pt x="55" y="46"/>
                  </a:lnTo>
                  <a:lnTo>
                    <a:pt x="55" y="44"/>
                  </a:lnTo>
                  <a:lnTo>
                    <a:pt x="57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38"/>
                  </a:lnTo>
                  <a:lnTo>
                    <a:pt x="58" y="37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60" y="32"/>
                  </a:lnTo>
                  <a:lnTo>
                    <a:pt x="60" y="31"/>
                  </a:lnTo>
                  <a:lnTo>
                    <a:pt x="60" y="30"/>
                  </a:lnTo>
                  <a:lnTo>
                    <a:pt x="60" y="28"/>
                  </a:lnTo>
                  <a:lnTo>
                    <a:pt x="60" y="27"/>
                  </a:lnTo>
                  <a:lnTo>
                    <a:pt x="60" y="25"/>
                  </a:lnTo>
                  <a:lnTo>
                    <a:pt x="60" y="24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7" y="16"/>
                  </a:lnTo>
                  <a:lnTo>
                    <a:pt x="57" y="15"/>
                  </a:lnTo>
                  <a:lnTo>
                    <a:pt x="55" y="13"/>
                  </a:lnTo>
                  <a:lnTo>
                    <a:pt x="54" y="12"/>
                  </a:lnTo>
                  <a:lnTo>
                    <a:pt x="54" y="10"/>
                  </a:lnTo>
                  <a:lnTo>
                    <a:pt x="52" y="9"/>
                  </a:lnTo>
                  <a:lnTo>
                    <a:pt x="51" y="9"/>
                  </a:lnTo>
                  <a:lnTo>
                    <a:pt x="51" y="7"/>
                  </a:lnTo>
                  <a:lnTo>
                    <a:pt x="49" y="6"/>
                  </a:lnTo>
                  <a:lnTo>
                    <a:pt x="48" y="6"/>
                  </a:lnTo>
                  <a:lnTo>
                    <a:pt x="46" y="4"/>
                  </a:lnTo>
                  <a:lnTo>
                    <a:pt x="45" y="4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51" name="Freeform 40">
              <a:extLst>
                <a:ext uri="{FF2B5EF4-FFF2-40B4-BE49-F238E27FC236}">
                  <a16:creationId xmlns:a16="http://schemas.microsoft.com/office/drawing/2014/main" id="{58D32319-CADA-4BAC-9E6F-769592873FD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00350" y="1733550"/>
              <a:ext cx="74613" cy="73025"/>
            </a:xfrm>
            <a:custGeom>
              <a:avLst/>
              <a:gdLst>
                <a:gd name="T0" fmla="*/ 2147483646 w 59"/>
                <a:gd name="T1" fmla="*/ 0 h 59"/>
                <a:gd name="T2" fmla="*/ 2147483646 w 59"/>
                <a:gd name="T3" fmla="*/ 0 h 59"/>
                <a:gd name="T4" fmla="*/ 2147483646 w 59"/>
                <a:gd name="T5" fmla="*/ 2147483646 h 59"/>
                <a:gd name="T6" fmla="*/ 2147483646 w 59"/>
                <a:gd name="T7" fmla="*/ 2147483646 h 59"/>
                <a:gd name="T8" fmla="*/ 2147483646 w 59"/>
                <a:gd name="T9" fmla="*/ 2147483646 h 59"/>
                <a:gd name="T10" fmla="*/ 2147483646 w 59"/>
                <a:gd name="T11" fmla="*/ 2147483646 h 59"/>
                <a:gd name="T12" fmla="*/ 2147483646 w 59"/>
                <a:gd name="T13" fmla="*/ 2147483646 h 59"/>
                <a:gd name="T14" fmla="*/ 2147483646 w 59"/>
                <a:gd name="T15" fmla="*/ 2147483646 h 59"/>
                <a:gd name="T16" fmla="*/ 2147483646 w 59"/>
                <a:gd name="T17" fmla="*/ 2147483646 h 59"/>
                <a:gd name="T18" fmla="*/ 0 w 59"/>
                <a:gd name="T19" fmla="*/ 2147483646 h 59"/>
                <a:gd name="T20" fmla="*/ 0 w 59"/>
                <a:gd name="T21" fmla="*/ 2147483646 h 59"/>
                <a:gd name="T22" fmla="*/ 0 w 59"/>
                <a:gd name="T23" fmla="*/ 2147483646 h 59"/>
                <a:gd name="T24" fmla="*/ 0 w 59"/>
                <a:gd name="T25" fmla="*/ 2147483646 h 59"/>
                <a:gd name="T26" fmla="*/ 2147483646 w 59"/>
                <a:gd name="T27" fmla="*/ 2147483646 h 59"/>
                <a:gd name="T28" fmla="*/ 2147483646 w 59"/>
                <a:gd name="T29" fmla="*/ 2147483646 h 59"/>
                <a:gd name="T30" fmla="*/ 2147483646 w 59"/>
                <a:gd name="T31" fmla="*/ 2147483646 h 59"/>
                <a:gd name="T32" fmla="*/ 2147483646 w 59"/>
                <a:gd name="T33" fmla="*/ 2147483646 h 59"/>
                <a:gd name="T34" fmla="*/ 2147483646 w 59"/>
                <a:gd name="T35" fmla="*/ 2147483646 h 59"/>
                <a:gd name="T36" fmla="*/ 2147483646 w 59"/>
                <a:gd name="T37" fmla="*/ 2147483646 h 59"/>
                <a:gd name="T38" fmla="*/ 2147483646 w 59"/>
                <a:gd name="T39" fmla="*/ 2147483646 h 59"/>
                <a:gd name="T40" fmla="*/ 2147483646 w 59"/>
                <a:gd name="T41" fmla="*/ 2147483646 h 59"/>
                <a:gd name="T42" fmla="*/ 2147483646 w 59"/>
                <a:gd name="T43" fmla="*/ 2147483646 h 59"/>
                <a:gd name="T44" fmla="*/ 2147483646 w 59"/>
                <a:gd name="T45" fmla="*/ 2147483646 h 59"/>
                <a:gd name="T46" fmla="*/ 2147483646 w 59"/>
                <a:gd name="T47" fmla="*/ 2147483646 h 59"/>
                <a:gd name="T48" fmla="*/ 2147483646 w 59"/>
                <a:gd name="T49" fmla="*/ 2147483646 h 59"/>
                <a:gd name="T50" fmla="*/ 2147483646 w 59"/>
                <a:gd name="T51" fmla="*/ 2147483646 h 59"/>
                <a:gd name="T52" fmla="*/ 2147483646 w 59"/>
                <a:gd name="T53" fmla="*/ 2147483646 h 59"/>
                <a:gd name="T54" fmla="*/ 2147483646 w 59"/>
                <a:gd name="T55" fmla="*/ 2147483646 h 59"/>
                <a:gd name="T56" fmla="*/ 2147483646 w 59"/>
                <a:gd name="T57" fmla="*/ 2147483646 h 59"/>
                <a:gd name="T58" fmla="*/ 2147483646 w 59"/>
                <a:gd name="T59" fmla="*/ 2147483646 h 59"/>
                <a:gd name="T60" fmla="*/ 2147483646 w 59"/>
                <a:gd name="T61" fmla="*/ 2147483646 h 59"/>
                <a:gd name="T62" fmla="*/ 2147483646 w 59"/>
                <a:gd name="T63" fmla="*/ 2147483646 h 59"/>
                <a:gd name="T64" fmla="*/ 2147483646 w 59"/>
                <a:gd name="T65" fmla="*/ 2147483646 h 59"/>
                <a:gd name="T66" fmla="*/ 2147483646 w 59"/>
                <a:gd name="T67" fmla="*/ 2147483646 h 59"/>
                <a:gd name="T68" fmla="*/ 2147483646 w 59"/>
                <a:gd name="T69" fmla="*/ 2147483646 h 59"/>
                <a:gd name="T70" fmla="*/ 2147483646 w 59"/>
                <a:gd name="T71" fmla="*/ 2147483646 h 59"/>
                <a:gd name="T72" fmla="*/ 2147483646 w 59"/>
                <a:gd name="T73" fmla="*/ 2147483646 h 59"/>
                <a:gd name="T74" fmla="*/ 2147483646 w 59"/>
                <a:gd name="T75" fmla="*/ 2147483646 h 59"/>
                <a:gd name="T76" fmla="*/ 2147483646 w 59"/>
                <a:gd name="T77" fmla="*/ 2147483646 h 59"/>
                <a:gd name="T78" fmla="*/ 2147483646 w 59"/>
                <a:gd name="T79" fmla="*/ 2147483646 h 59"/>
                <a:gd name="T80" fmla="*/ 2147483646 w 59"/>
                <a:gd name="T81" fmla="*/ 2147483646 h 59"/>
                <a:gd name="T82" fmla="*/ 2147483646 w 59"/>
                <a:gd name="T83" fmla="*/ 2147483646 h 59"/>
                <a:gd name="T84" fmla="*/ 2147483646 w 59"/>
                <a:gd name="T85" fmla="*/ 0 h 59"/>
                <a:gd name="T86" fmla="*/ 2147483646 w 59"/>
                <a:gd name="T87" fmla="*/ 0 h 59"/>
                <a:gd name="T88" fmla="*/ 2147483646 w 59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9" h="59">
                  <a:moveTo>
                    <a:pt x="30" y="30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2"/>
                  </a:lnTo>
                  <a:lnTo>
                    <a:pt x="19" y="2"/>
                  </a:lnTo>
                  <a:lnTo>
                    <a:pt x="18" y="2"/>
                  </a:lnTo>
                  <a:lnTo>
                    <a:pt x="16" y="3"/>
                  </a:lnTo>
                  <a:lnTo>
                    <a:pt x="15" y="5"/>
                  </a:lnTo>
                  <a:lnTo>
                    <a:pt x="13" y="5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7"/>
                  </a:lnTo>
                  <a:lnTo>
                    <a:pt x="9" y="9"/>
                  </a:lnTo>
                  <a:lnTo>
                    <a:pt x="7" y="9"/>
                  </a:lnTo>
                  <a:lnTo>
                    <a:pt x="7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3" y="42"/>
                  </a:lnTo>
                  <a:lnTo>
                    <a:pt x="3" y="43"/>
                  </a:lnTo>
                  <a:lnTo>
                    <a:pt x="4" y="43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50"/>
                  </a:lnTo>
                  <a:lnTo>
                    <a:pt x="10" y="52"/>
                  </a:lnTo>
                  <a:lnTo>
                    <a:pt x="12" y="53"/>
                  </a:lnTo>
                  <a:lnTo>
                    <a:pt x="13" y="53"/>
                  </a:lnTo>
                  <a:lnTo>
                    <a:pt x="15" y="55"/>
                  </a:lnTo>
                  <a:lnTo>
                    <a:pt x="16" y="55"/>
                  </a:lnTo>
                  <a:lnTo>
                    <a:pt x="16" y="56"/>
                  </a:lnTo>
                  <a:lnTo>
                    <a:pt x="18" y="56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5" y="58"/>
                  </a:lnTo>
                  <a:lnTo>
                    <a:pt x="37" y="58"/>
                  </a:lnTo>
                  <a:lnTo>
                    <a:pt x="38" y="58"/>
                  </a:lnTo>
                  <a:lnTo>
                    <a:pt x="40" y="58"/>
                  </a:lnTo>
                  <a:lnTo>
                    <a:pt x="41" y="56"/>
                  </a:lnTo>
                  <a:lnTo>
                    <a:pt x="43" y="56"/>
                  </a:lnTo>
                  <a:lnTo>
                    <a:pt x="44" y="55"/>
                  </a:lnTo>
                  <a:lnTo>
                    <a:pt x="46" y="53"/>
                  </a:lnTo>
                  <a:lnTo>
                    <a:pt x="47" y="53"/>
                  </a:lnTo>
                  <a:lnTo>
                    <a:pt x="49" y="52"/>
                  </a:lnTo>
                  <a:lnTo>
                    <a:pt x="50" y="52"/>
                  </a:lnTo>
                  <a:lnTo>
                    <a:pt x="50" y="50"/>
                  </a:lnTo>
                  <a:lnTo>
                    <a:pt x="52" y="49"/>
                  </a:lnTo>
                  <a:lnTo>
                    <a:pt x="53" y="49"/>
                  </a:lnTo>
                  <a:lnTo>
                    <a:pt x="53" y="48"/>
                  </a:lnTo>
                  <a:lnTo>
                    <a:pt x="55" y="46"/>
                  </a:lnTo>
                  <a:lnTo>
                    <a:pt x="55" y="45"/>
                  </a:lnTo>
                  <a:lnTo>
                    <a:pt x="56" y="43"/>
                  </a:lnTo>
                  <a:lnTo>
                    <a:pt x="58" y="42"/>
                  </a:lnTo>
                  <a:lnTo>
                    <a:pt x="58" y="40"/>
                  </a:lnTo>
                  <a:lnTo>
                    <a:pt x="58" y="39"/>
                  </a:lnTo>
                  <a:lnTo>
                    <a:pt x="58" y="37"/>
                  </a:lnTo>
                  <a:lnTo>
                    <a:pt x="59" y="36"/>
                  </a:lnTo>
                  <a:lnTo>
                    <a:pt x="59" y="34"/>
                  </a:lnTo>
                  <a:lnTo>
                    <a:pt x="59" y="33"/>
                  </a:lnTo>
                  <a:lnTo>
                    <a:pt x="59" y="31"/>
                  </a:lnTo>
                  <a:lnTo>
                    <a:pt x="59" y="30"/>
                  </a:lnTo>
                  <a:lnTo>
                    <a:pt x="59" y="28"/>
                  </a:lnTo>
                  <a:lnTo>
                    <a:pt x="59" y="27"/>
                  </a:lnTo>
                  <a:lnTo>
                    <a:pt x="59" y="25"/>
                  </a:lnTo>
                  <a:lnTo>
                    <a:pt x="59" y="24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6" y="16"/>
                  </a:lnTo>
                  <a:lnTo>
                    <a:pt x="56" y="15"/>
                  </a:lnTo>
                  <a:lnTo>
                    <a:pt x="55" y="13"/>
                  </a:lnTo>
                  <a:lnTo>
                    <a:pt x="53" y="12"/>
                  </a:lnTo>
                  <a:lnTo>
                    <a:pt x="53" y="10"/>
                  </a:lnTo>
                  <a:lnTo>
                    <a:pt x="52" y="9"/>
                  </a:lnTo>
                  <a:lnTo>
                    <a:pt x="50" y="9"/>
                  </a:lnTo>
                  <a:lnTo>
                    <a:pt x="50" y="7"/>
                  </a:lnTo>
                  <a:lnTo>
                    <a:pt x="49" y="6"/>
                  </a:lnTo>
                  <a:lnTo>
                    <a:pt x="47" y="6"/>
                  </a:lnTo>
                  <a:lnTo>
                    <a:pt x="46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3"/>
                  </a:lnTo>
                  <a:lnTo>
                    <a:pt x="41" y="2"/>
                  </a:lnTo>
                  <a:lnTo>
                    <a:pt x="40" y="2"/>
                  </a:lnTo>
                  <a:lnTo>
                    <a:pt x="38" y="2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52" name="Line 41">
              <a:extLst>
                <a:ext uri="{FF2B5EF4-FFF2-40B4-BE49-F238E27FC236}">
                  <a16:creationId xmlns:a16="http://schemas.microsoft.com/office/drawing/2014/main" id="{47C09C9B-457A-4DF2-902F-007AD93E10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9038" y="2779712"/>
              <a:ext cx="4953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53" name="Freeform 42">
              <a:extLst>
                <a:ext uri="{FF2B5EF4-FFF2-40B4-BE49-F238E27FC236}">
                  <a16:creationId xmlns:a16="http://schemas.microsoft.com/office/drawing/2014/main" id="{296690D2-5CCE-4CF0-A577-025FA469C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038" y="1601787"/>
              <a:ext cx="495300" cy="1012825"/>
            </a:xfrm>
            <a:custGeom>
              <a:avLst/>
              <a:gdLst>
                <a:gd name="T0" fmla="*/ 2147483646 w 623"/>
                <a:gd name="T1" fmla="*/ 2147483646 h 1275"/>
                <a:gd name="T2" fmla="*/ 2147483646 w 623"/>
                <a:gd name="T3" fmla="*/ 2147483646 h 1275"/>
                <a:gd name="T4" fmla="*/ 2147483646 w 623"/>
                <a:gd name="T5" fmla="*/ 0 h 1275"/>
                <a:gd name="T6" fmla="*/ 0 w 623"/>
                <a:gd name="T7" fmla="*/ 0 h 12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3" h="1275">
                  <a:moveTo>
                    <a:pt x="623" y="1275"/>
                  </a:moveTo>
                  <a:lnTo>
                    <a:pt x="415" y="1275"/>
                  </a:lnTo>
                  <a:lnTo>
                    <a:pt x="415" y="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54" name="Freeform 43">
              <a:extLst>
                <a:ext uri="{FF2B5EF4-FFF2-40B4-BE49-F238E27FC236}">
                  <a16:creationId xmlns:a16="http://schemas.microsoft.com/office/drawing/2014/main" id="{0FE4BA3E-1B81-4D72-8DAD-91ABDAB06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038" y="2943225"/>
              <a:ext cx="495300" cy="989012"/>
            </a:xfrm>
            <a:custGeom>
              <a:avLst/>
              <a:gdLst>
                <a:gd name="T0" fmla="*/ 2147483646 w 623"/>
                <a:gd name="T1" fmla="*/ 0 h 1245"/>
                <a:gd name="T2" fmla="*/ 2147483646 w 623"/>
                <a:gd name="T3" fmla="*/ 0 h 1245"/>
                <a:gd name="T4" fmla="*/ 2147483646 w 623"/>
                <a:gd name="T5" fmla="*/ 2147483646 h 1245"/>
                <a:gd name="T6" fmla="*/ 0 w 623"/>
                <a:gd name="T7" fmla="*/ 2147483646 h 12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3" h="1245">
                  <a:moveTo>
                    <a:pt x="623" y="0"/>
                  </a:moveTo>
                  <a:lnTo>
                    <a:pt x="415" y="0"/>
                  </a:lnTo>
                  <a:lnTo>
                    <a:pt x="415" y="1245"/>
                  </a:lnTo>
                  <a:lnTo>
                    <a:pt x="0" y="1245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55" name="Line 44">
              <a:extLst>
                <a:ext uri="{FF2B5EF4-FFF2-40B4-BE49-F238E27FC236}">
                  <a16:creationId xmlns:a16="http://schemas.microsoft.com/office/drawing/2014/main" id="{7949BE90-66F6-4489-AC0D-604FD5FD10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72263" y="2779712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56" name="Rectangle 45">
              <a:extLst>
                <a:ext uri="{FF2B5EF4-FFF2-40B4-BE49-F238E27FC236}">
                  <a16:creationId xmlns:a16="http://schemas.microsoft.com/office/drawing/2014/main" id="{6061DD81-1E6A-4E04-8539-A39C118F3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4863" y="2670175"/>
              <a:ext cx="200025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57" name="Freeform 63">
              <a:extLst>
                <a:ext uri="{FF2B5EF4-FFF2-40B4-BE49-F238E27FC236}">
                  <a16:creationId xmlns:a16="http://schemas.microsoft.com/office/drawing/2014/main" id="{1DD2EFC7-4980-496F-A96A-BB38DF036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713" y="1601787"/>
              <a:ext cx="187325" cy="1588"/>
            </a:xfrm>
            <a:custGeom>
              <a:avLst/>
              <a:gdLst>
                <a:gd name="T0" fmla="*/ 2147483646 w 237"/>
                <a:gd name="T1" fmla="*/ 0 h 1588"/>
                <a:gd name="T2" fmla="*/ 0 w 237"/>
                <a:gd name="T3" fmla="*/ 0 h 1588"/>
                <a:gd name="T4" fmla="*/ 2147483646 w 237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7" h="1588">
                  <a:moveTo>
                    <a:pt x="237" y="0"/>
                  </a:moveTo>
                  <a:lnTo>
                    <a:pt x="0" y="0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58" name="Line 64">
              <a:extLst>
                <a:ext uri="{FF2B5EF4-FFF2-40B4-BE49-F238E27FC236}">
                  <a16:creationId xmlns:a16="http://schemas.microsoft.com/office/drawing/2014/main" id="{EF90803F-0065-4B5C-A144-BE363DD451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1713" y="1601787"/>
              <a:ext cx="1873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59" name="Freeform 65">
              <a:extLst>
                <a:ext uri="{FF2B5EF4-FFF2-40B4-BE49-F238E27FC236}">
                  <a16:creationId xmlns:a16="http://schemas.microsoft.com/office/drawing/2014/main" id="{2BE73339-5381-429C-AFEB-58E18D722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1766887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60" name="Line 66">
              <a:extLst>
                <a:ext uri="{FF2B5EF4-FFF2-40B4-BE49-F238E27FC236}">
                  <a16:creationId xmlns:a16="http://schemas.microsoft.com/office/drawing/2014/main" id="{A15947AE-CE15-4F7C-A22F-BFBC4DD984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1766887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61" name="Freeform 67">
              <a:extLst>
                <a:ext uri="{FF2B5EF4-FFF2-40B4-BE49-F238E27FC236}">
                  <a16:creationId xmlns:a16="http://schemas.microsoft.com/office/drawing/2014/main" id="{4B58A295-0617-4939-9B50-A41398F44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1436687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62" name="Line 68">
              <a:extLst>
                <a:ext uri="{FF2B5EF4-FFF2-40B4-BE49-F238E27FC236}">
                  <a16:creationId xmlns:a16="http://schemas.microsoft.com/office/drawing/2014/main" id="{3E5B69FB-9581-4035-8DC6-1340B65520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1436687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63" name="Line 69">
              <a:extLst>
                <a:ext uri="{FF2B5EF4-FFF2-40B4-BE49-F238E27FC236}">
                  <a16:creationId xmlns:a16="http://schemas.microsoft.com/office/drawing/2014/main" id="{CDEA1D47-C424-4721-AC06-49E9D9C03E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500" y="1436687"/>
              <a:ext cx="1588" cy="3302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64" name="Rectangle 75">
              <a:extLst>
                <a:ext uri="{FF2B5EF4-FFF2-40B4-BE49-F238E27FC236}">
                  <a16:creationId xmlns:a16="http://schemas.microsoft.com/office/drawing/2014/main" id="{0235BD3F-21E8-4F94-BCF5-A7CD482E8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1284287"/>
              <a:ext cx="236538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65" name="Rectangle 76">
              <a:extLst>
                <a:ext uri="{FF2B5EF4-FFF2-40B4-BE49-F238E27FC236}">
                  <a16:creationId xmlns:a16="http://schemas.microsoft.com/office/drawing/2014/main" id="{11F73D69-3D24-40FC-BACF-505892029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588" y="1390650"/>
              <a:ext cx="206375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66" name="Rectangle 77">
              <a:extLst>
                <a:ext uri="{FF2B5EF4-FFF2-40B4-BE49-F238E27FC236}">
                  <a16:creationId xmlns:a16="http://schemas.microsoft.com/office/drawing/2014/main" id="{8037C575-AE8D-437B-AF71-63A0148EE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1630362"/>
              <a:ext cx="236538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67" name="Rectangle 78">
              <a:extLst>
                <a:ext uri="{FF2B5EF4-FFF2-40B4-BE49-F238E27FC236}">
                  <a16:creationId xmlns:a16="http://schemas.microsoft.com/office/drawing/2014/main" id="{8B4BA04E-AE71-4F02-A2A7-DB88B2E3A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588" y="1736725"/>
              <a:ext cx="206375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43068" name="Group 80">
              <a:extLst>
                <a:ext uri="{FF2B5EF4-FFF2-40B4-BE49-F238E27FC236}">
                  <a16:creationId xmlns:a16="http://schemas.microsoft.com/office/drawing/2014/main" id="{5D7CD5D1-F7FF-4681-A6C0-7647C65F6D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4963" y="1320800"/>
              <a:ext cx="666750" cy="561975"/>
              <a:chOff x="3435" y="821"/>
              <a:chExt cx="421" cy="354"/>
            </a:xfrm>
          </p:grpSpPr>
          <p:sp>
            <p:nvSpPr>
              <p:cNvPr id="43081" name="Line 81">
                <a:extLst>
                  <a:ext uri="{FF2B5EF4-FFF2-40B4-BE49-F238E27FC236}">
                    <a16:creationId xmlns:a16="http://schemas.microsoft.com/office/drawing/2014/main" id="{D9BD4AFF-11B5-45BC-8432-54FACEF1F5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82" name="Line 82">
                <a:extLst>
                  <a:ext uri="{FF2B5EF4-FFF2-40B4-BE49-F238E27FC236}">
                    <a16:creationId xmlns:a16="http://schemas.microsoft.com/office/drawing/2014/main" id="{B6F6B23F-4E24-477E-AB25-1D2C023940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83" name="Arc 83">
                <a:extLst>
                  <a:ext uri="{FF2B5EF4-FFF2-40B4-BE49-F238E27FC236}">
                    <a16:creationId xmlns:a16="http://schemas.microsoft.com/office/drawing/2014/main" id="{CC2DB735-DCB1-4D9D-8F4D-2C22B28BDB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84" name="Arc 84">
                <a:extLst>
                  <a:ext uri="{FF2B5EF4-FFF2-40B4-BE49-F238E27FC236}">
                    <a16:creationId xmlns:a16="http://schemas.microsoft.com/office/drawing/2014/main" id="{8DF56076-6E32-4A4A-8685-F552A715E29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85" name="Line 85">
                <a:extLst>
                  <a:ext uri="{FF2B5EF4-FFF2-40B4-BE49-F238E27FC236}">
                    <a16:creationId xmlns:a16="http://schemas.microsoft.com/office/drawing/2014/main" id="{E932C09B-ECA2-4C64-AC9B-C2EB957865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3069" name="Group 86">
              <a:extLst>
                <a:ext uri="{FF2B5EF4-FFF2-40B4-BE49-F238E27FC236}">
                  <a16:creationId xmlns:a16="http://schemas.microsoft.com/office/drawing/2014/main" id="{587D63CF-62E6-41F3-A42B-2EF8C00DD9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2900" y="2500312"/>
              <a:ext cx="668338" cy="561975"/>
              <a:chOff x="3435" y="821"/>
              <a:chExt cx="421" cy="354"/>
            </a:xfrm>
          </p:grpSpPr>
          <p:sp>
            <p:nvSpPr>
              <p:cNvPr id="43076" name="Line 87">
                <a:extLst>
                  <a:ext uri="{FF2B5EF4-FFF2-40B4-BE49-F238E27FC236}">
                    <a16:creationId xmlns:a16="http://schemas.microsoft.com/office/drawing/2014/main" id="{23F2B11F-A046-498F-9EF3-5BC00ACD23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77" name="Line 88">
                <a:extLst>
                  <a:ext uri="{FF2B5EF4-FFF2-40B4-BE49-F238E27FC236}">
                    <a16:creationId xmlns:a16="http://schemas.microsoft.com/office/drawing/2014/main" id="{98939D45-59F9-46D0-B4D0-7E8C6522DC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78" name="Arc 89">
                <a:extLst>
                  <a:ext uri="{FF2B5EF4-FFF2-40B4-BE49-F238E27FC236}">
                    <a16:creationId xmlns:a16="http://schemas.microsoft.com/office/drawing/2014/main" id="{9433D884-7A18-4F17-88D2-BA993F3751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79" name="Arc 90">
                <a:extLst>
                  <a:ext uri="{FF2B5EF4-FFF2-40B4-BE49-F238E27FC236}">
                    <a16:creationId xmlns:a16="http://schemas.microsoft.com/office/drawing/2014/main" id="{38AFF7D8-E6EE-43F5-8D4A-15149139249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80" name="Line 91">
                <a:extLst>
                  <a:ext uri="{FF2B5EF4-FFF2-40B4-BE49-F238E27FC236}">
                    <a16:creationId xmlns:a16="http://schemas.microsoft.com/office/drawing/2014/main" id="{CF21F15C-AF8D-4D89-A664-8A73D82CF2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3070" name="Group 92">
              <a:extLst>
                <a:ext uri="{FF2B5EF4-FFF2-40B4-BE49-F238E27FC236}">
                  <a16:creationId xmlns:a16="http://schemas.microsoft.com/office/drawing/2014/main" id="{3162182A-2E07-4A1B-8CC3-2603E44356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7663" y="3651250"/>
              <a:ext cx="666750" cy="561975"/>
              <a:chOff x="3435" y="821"/>
              <a:chExt cx="421" cy="354"/>
            </a:xfrm>
          </p:grpSpPr>
          <p:sp>
            <p:nvSpPr>
              <p:cNvPr id="43071" name="Line 93">
                <a:extLst>
                  <a:ext uri="{FF2B5EF4-FFF2-40B4-BE49-F238E27FC236}">
                    <a16:creationId xmlns:a16="http://schemas.microsoft.com/office/drawing/2014/main" id="{6AE319D9-1422-44B4-92E9-A37CF3FD45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72" name="Line 94">
                <a:extLst>
                  <a:ext uri="{FF2B5EF4-FFF2-40B4-BE49-F238E27FC236}">
                    <a16:creationId xmlns:a16="http://schemas.microsoft.com/office/drawing/2014/main" id="{E11F79E8-47C0-4A04-A4A4-1931E3093D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73" name="Arc 95">
                <a:extLst>
                  <a:ext uri="{FF2B5EF4-FFF2-40B4-BE49-F238E27FC236}">
                    <a16:creationId xmlns:a16="http://schemas.microsoft.com/office/drawing/2014/main" id="{C9F9283D-EEC3-4552-9F9F-F93573BE8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74" name="Arc 96">
                <a:extLst>
                  <a:ext uri="{FF2B5EF4-FFF2-40B4-BE49-F238E27FC236}">
                    <a16:creationId xmlns:a16="http://schemas.microsoft.com/office/drawing/2014/main" id="{1920EB73-A989-4D11-BF3A-EC2A1020BF5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75" name="Line 97">
                <a:extLst>
                  <a:ext uri="{FF2B5EF4-FFF2-40B4-BE49-F238E27FC236}">
                    <a16:creationId xmlns:a16="http://schemas.microsoft.com/office/drawing/2014/main" id="{B46C1122-403D-4122-B078-E5C053E995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pic>
        <p:nvPicPr>
          <p:cNvPr id="43012" name="Picture 3" descr="Screen shot 2013-09-06 at 1.33.34 PM.png">
            <a:extLst>
              <a:ext uri="{FF2B5EF4-FFF2-40B4-BE49-F238E27FC236}">
                <a16:creationId xmlns:a16="http://schemas.microsoft.com/office/drawing/2014/main" id="{0BCA0289-411E-4FA8-9548-6ECDACD3A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257800"/>
            <a:ext cx="67056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" name="Picture 48" descr="Screen shot 2013-09-06 at 12.55.52 PM.png">
            <a:extLst>
              <a:ext uri="{FF2B5EF4-FFF2-40B4-BE49-F238E27FC236}">
                <a16:creationId xmlns:a16="http://schemas.microsoft.com/office/drawing/2014/main" id="{695C8A54-18DB-4B1C-9BE6-1B9CD4CE3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03" y="2819400"/>
            <a:ext cx="600097" cy="335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" name="Picture 2" descr="Screen shot 2013-09-06 at 12.55.33 PM.png">
            <a:extLst>
              <a:ext uri="{FF2B5EF4-FFF2-40B4-BE49-F238E27FC236}">
                <a16:creationId xmlns:a16="http://schemas.microsoft.com/office/drawing/2014/main" id="{9382CB44-9E06-49E4-B621-4B66781973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090" y="1550988"/>
            <a:ext cx="801548" cy="494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Picture 3" descr="Screen shot 2013-09-06 at 12.55.41 PM.png">
            <a:extLst>
              <a:ext uri="{FF2B5EF4-FFF2-40B4-BE49-F238E27FC236}">
                <a16:creationId xmlns:a16="http://schemas.microsoft.com/office/drawing/2014/main" id="{0C6535BB-1A19-4855-98ED-EA8D1FF840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138" y="4488657"/>
            <a:ext cx="739126" cy="418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9644989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0FB1045A-B1D9-4F9B-8A50-3AE609472D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225"/>
            <a:ext cx="9144000" cy="685800"/>
          </a:xfrm>
        </p:spPr>
        <p:txBody>
          <a:bodyPr/>
          <a:lstStyle/>
          <a:p>
            <a:r>
              <a:rPr lang="en-US" altLang="en-US" sz="3200"/>
              <a:t>Canonical Sum-Of-Products (SOP)</a:t>
            </a:r>
          </a:p>
        </p:txBody>
      </p:sp>
      <p:sp>
        <p:nvSpPr>
          <p:cNvPr id="43010" name="TextBox 125">
            <a:extLst>
              <a:ext uri="{FF2B5EF4-FFF2-40B4-BE49-F238E27FC236}">
                <a16:creationId xmlns:a16="http://schemas.microsoft.com/office/drawing/2014/main" id="{B1F4B422-9026-4B72-A455-F29C58AC9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477000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2.20a from the textbook ]</a:t>
            </a:r>
          </a:p>
        </p:txBody>
      </p:sp>
      <p:grpSp>
        <p:nvGrpSpPr>
          <p:cNvPr id="43011" name="Group 2">
            <a:extLst>
              <a:ext uri="{FF2B5EF4-FFF2-40B4-BE49-F238E27FC236}">
                <a16:creationId xmlns:a16="http://schemas.microsoft.com/office/drawing/2014/main" id="{8DEBED0A-4621-4F68-A2DE-EDF2567A25D8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752600"/>
            <a:ext cx="5297487" cy="2928938"/>
            <a:chOff x="2057400" y="1284287"/>
            <a:chExt cx="5297488" cy="2928938"/>
          </a:xfrm>
        </p:grpSpPr>
        <p:sp>
          <p:nvSpPr>
            <p:cNvPr id="43013" name="Line 2">
              <a:extLst>
                <a:ext uri="{FF2B5EF4-FFF2-40B4-BE49-F238E27FC236}">
                  <a16:creationId xmlns:a16="http://schemas.microsoft.com/office/drawing/2014/main" id="{5829A55A-6ADA-4403-BB95-BA4131E276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4338" y="2779712"/>
              <a:ext cx="3778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14" name="Line 3">
              <a:extLst>
                <a:ext uri="{FF2B5EF4-FFF2-40B4-BE49-F238E27FC236}">
                  <a16:creationId xmlns:a16="http://schemas.microsoft.com/office/drawing/2014/main" id="{AE41677B-7665-43D0-8EA2-07B0A0D54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4338" y="2614612"/>
              <a:ext cx="3524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15" name="Line 4">
              <a:extLst>
                <a:ext uri="{FF2B5EF4-FFF2-40B4-BE49-F238E27FC236}">
                  <a16:creationId xmlns:a16="http://schemas.microsoft.com/office/drawing/2014/main" id="{D25ABA9B-61C7-4B39-8569-D21F93B0C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4338" y="2943225"/>
              <a:ext cx="352425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16" name="Line 5">
              <a:extLst>
                <a:ext uri="{FF2B5EF4-FFF2-40B4-BE49-F238E27FC236}">
                  <a16:creationId xmlns:a16="http://schemas.microsoft.com/office/drawing/2014/main" id="{1F6B2D6F-8A6A-4AD3-A979-208631E464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83350" y="2779712"/>
              <a:ext cx="188913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17" name="Freeform 6">
              <a:extLst>
                <a:ext uri="{FF2B5EF4-FFF2-40B4-BE49-F238E27FC236}">
                  <a16:creationId xmlns:a16="http://schemas.microsoft.com/office/drawing/2014/main" id="{AC09479F-62BE-4C03-9304-F1DDB95AA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2313" y="2492375"/>
              <a:ext cx="704850" cy="280987"/>
            </a:xfrm>
            <a:custGeom>
              <a:avLst/>
              <a:gdLst>
                <a:gd name="T0" fmla="*/ 2147483646 w 886"/>
                <a:gd name="T1" fmla="*/ 0 h 353"/>
                <a:gd name="T2" fmla="*/ 2147483646 w 886"/>
                <a:gd name="T3" fmla="*/ 0 h 353"/>
                <a:gd name="T4" fmla="*/ 2147483646 w 886"/>
                <a:gd name="T5" fmla="*/ 0 h 353"/>
                <a:gd name="T6" fmla="*/ 2147483646 w 886"/>
                <a:gd name="T7" fmla="*/ 2147483646 h 353"/>
                <a:gd name="T8" fmla="*/ 2147483646 w 886"/>
                <a:gd name="T9" fmla="*/ 2147483646 h 353"/>
                <a:gd name="T10" fmla="*/ 2147483646 w 886"/>
                <a:gd name="T11" fmla="*/ 2147483646 h 353"/>
                <a:gd name="T12" fmla="*/ 2147483646 w 886"/>
                <a:gd name="T13" fmla="*/ 2147483646 h 353"/>
                <a:gd name="T14" fmla="*/ 2147483646 w 886"/>
                <a:gd name="T15" fmla="*/ 2147483646 h 353"/>
                <a:gd name="T16" fmla="*/ 2147483646 w 886"/>
                <a:gd name="T17" fmla="*/ 2147483646 h 353"/>
                <a:gd name="T18" fmla="*/ 2147483646 w 886"/>
                <a:gd name="T19" fmla="*/ 2147483646 h 353"/>
                <a:gd name="T20" fmla="*/ 2147483646 w 886"/>
                <a:gd name="T21" fmla="*/ 2147483646 h 353"/>
                <a:gd name="T22" fmla="*/ 2147483646 w 886"/>
                <a:gd name="T23" fmla="*/ 2147483646 h 353"/>
                <a:gd name="T24" fmla="*/ 2147483646 w 886"/>
                <a:gd name="T25" fmla="*/ 2147483646 h 353"/>
                <a:gd name="T26" fmla="*/ 2147483646 w 886"/>
                <a:gd name="T27" fmla="*/ 2147483646 h 353"/>
                <a:gd name="T28" fmla="*/ 2147483646 w 886"/>
                <a:gd name="T29" fmla="*/ 2147483646 h 353"/>
                <a:gd name="T30" fmla="*/ 2147483646 w 886"/>
                <a:gd name="T31" fmla="*/ 2147483646 h 353"/>
                <a:gd name="T32" fmla="*/ 2147483646 w 886"/>
                <a:gd name="T33" fmla="*/ 2147483646 h 353"/>
                <a:gd name="T34" fmla="*/ 2147483646 w 886"/>
                <a:gd name="T35" fmla="*/ 2147483646 h 353"/>
                <a:gd name="T36" fmla="*/ 2147483646 w 886"/>
                <a:gd name="T37" fmla="*/ 2147483646 h 353"/>
                <a:gd name="T38" fmla="*/ 2147483646 w 886"/>
                <a:gd name="T39" fmla="*/ 2147483646 h 353"/>
                <a:gd name="T40" fmla="*/ 2147483646 w 886"/>
                <a:gd name="T41" fmla="*/ 2147483646 h 353"/>
                <a:gd name="T42" fmla="*/ 2147483646 w 886"/>
                <a:gd name="T43" fmla="*/ 2147483646 h 353"/>
                <a:gd name="T44" fmla="*/ 2147483646 w 886"/>
                <a:gd name="T45" fmla="*/ 2147483646 h 353"/>
                <a:gd name="T46" fmla="*/ 2147483646 w 886"/>
                <a:gd name="T47" fmla="*/ 2147483646 h 353"/>
                <a:gd name="T48" fmla="*/ 2147483646 w 886"/>
                <a:gd name="T49" fmla="*/ 2147483646 h 353"/>
                <a:gd name="T50" fmla="*/ 2147483646 w 886"/>
                <a:gd name="T51" fmla="*/ 2147483646 h 353"/>
                <a:gd name="T52" fmla="*/ 2147483646 w 886"/>
                <a:gd name="T53" fmla="*/ 2147483646 h 353"/>
                <a:gd name="T54" fmla="*/ 2147483646 w 886"/>
                <a:gd name="T55" fmla="*/ 2147483646 h 353"/>
                <a:gd name="T56" fmla="*/ 2147483646 w 886"/>
                <a:gd name="T57" fmla="*/ 2147483646 h 353"/>
                <a:gd name="T58" fmla="*/ 2147483646 w 886"/>
                <a:gd name="T59" fmla="*/ 2147483646 h 353"/>
                <a:gd name="T60" fmla="*/ 2147483646 w 886"/>
                <a:gd name="T61" fmla="*/ 2147483646 h 353"/>
                <a:gd name="T62" fmla="*/ 2147483646 w 886"/>
                <a:gd name="T63" fmla="*/ 2147483646 h 353"/>
                <a:gd name="T64" fmla="*/ 2147483646 w 886"/>
                <a:gd name="T65" fmla="*/ 2147483646 h 353"/>
                <a:gd name="T66" fmla="*/ 2147483646 w 886"/>
                <a:gd name="T67" fmla="*/ 2147483646 h 353"/>
                <a:gd name="T68" fmla="*/ 2147483646 w 886"/>
                <a:gd name="T69" fmla="*/ 2147483646 h 353"/>
                <a:gd name="T70" fmla="*/ 2147483646 w 886"/>
                <a:gd name="T71" fmla="*/ 2147483646 h 353"/>
                <a:gd name="T72" fmla="*/ 2147483646 w 886"/>
                <a:gd name="T73" fmla="*/ 2147483646 h 353"/>
                <a:gd name="T74" fmla="*/ 2147483646 w 886"/>
                <a:gd name="T75" fmla="*/ 2147483646 h 353"/>
                <a:gd name="T76" fmla="*/ 2147483646 w 886"/>
                <a:gd name="T77" fmla="*/ 2147483646 h 353"/>
                <a:gd name="T78" fmla="*/ 2147483646 w 886"/>
                <a:gd name="T79" fmla="*/ 2147483646 h 353"/>
                <a:gd name="T80" fmla="*/ 2147483646 w 886"/>
                <a:gd name="T81" fmla="*/ 2147483646 h 353"/>
                <a:gd name="T82" fmla="*/ 2147483646 w 886"/>
                <a:gd name="T83" fmla="*/ 2147483646 h 353"/>
                <a:gd name="T84" fmla="*/ 2147483646 w 886"/>
                <a:gd name="T85" fmla="*/ 2147483646 h 353"/>
                <a:gd name="T86" fmla="*/ 2147483646 w 886"/>
                <a:gd name="T87" fmla="*/ 2147483646 h 353"/>
                <a:gd name="T88" fmla="*/ 2147483646 w 886"/>
                <a:gd name="T89" fmla="*/ 2147483646 h 353"/>
                <a:gd name="T90" fmla="*/ 2147483646 w 886"/>
                <a:gd name="T91" fmla="*/ 2147483646 h 353"/>
                <a:gd name="T92" fmla="*/ 2147483646 w 886"/>
                <a:gd name="T93" fmla="*/ 2147483646 h 353"/>
                <a:gd name="T94" fmla="*/ 2147483646 w 886"/>
                <a:gd name="T95" fmla="*/ 2147483646 h 353"/>
                <a:gd name="T96" fmla="*/ 2147483646 w 886"/>
                <a:gd name="T97" fmla="*/ 2147483646 h 353"/>
                <a:gd name="T98" fmla="*/ 2147483646 w 886"/>
                <a:gd name="T99" fmla="*/ 2147483646 h 353"/>
                <a:gd name="T100" fmla="*/ 2147483646 w 886"/>
                <a:gd name="T101" fmla="*/ 2147483646 h 353"/>
                <a:gd name="T102" fmla="*/ 2147483646 w 886"/>
                <a:gd name="T103" fmla="*/ 2147483646 h 353"/>
                <a:gd name="T104" fmla="*/ 2147483646 w 886"/>
                <a:gd name="T105" fmla="*/ 2147483646 h 353"/>
                <a:gd name="T106" fmla="*/ 2147483646 w 886"/>
                <a:gd name="T107" fmla="*/ 2147483646 h 353"/>
                <a:gd name="T108" fmla="*/ 2147483646 w 886"/>
                <a:gd name="T109" fmla="*/ 2147483646 h 353"/>
                <a:gd name="T110" fmla="*/ 2147483646 w 886"/>
                <a:gd name="T111" fmla="*/ 2147483646 h 353"/>
                <a:gd name="T112" fmla="*/ 2147483646 w 886"/>
                <a:gd name="T113" fmla="*/ 2147483646 h 353"/>
                <a:gd name="T114" fmla="*/ 2147483646 w 886"/>
                <a:gd name="T115" fmla="*/ 2147483646 h 353"/>
                <a:gd name="T116" fmla="*/ 2147483646 w 886"/>
                <a:gd name="T117" fmla="*/ 2147483646 h 353"/>
                <a:gd name="T118" fmla="*/ 2147483646 w 886"/>
                <a:gd name="T119" fmla="*/ 2147483646 h 353"/>
                <a:gd name="T120" fmla="*/ 2147483646 w 886"/>
                <a:gd name="T121" fmla="*/ 2147483646 h 3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6" h="353">
                  <a:moveTo>
                    <a:pt x="0" y="0"/>
                  </a:moveTo>
                  <a:lnTo>
                    <a:pt x="34" y="0"/>
                  </a:lnTo>
                  <a:lnTo>
                    <a:pt x="66" y="0"/>
                  </a:lnTo>
                  <a:lnTo>
                    <a:pt x="96" y="0"/>
                  </a:lnTo>
                  <a:lnTo>
                    <a:pt x="123" y="0"/>
                  </a:lnTo>
                  <a:lnTo>
                    <a:pt x="149" y="0"/>
                  </a:lnTo>
                  <a:lnTo>
                    <a:pt x="173" y="0"/>
                  </a:lnTo>
                  <a:lnTo>
                    <a:pt x="195" y="0"/>
                  </a:lnTo>
                  <a:lnTo>
                    <a:pt x="216" y="0"/>
                  </a:lnTo>
                  <a:lnTo>
                    <a:pt x="235" y="0"/>
                  </a:lnTo>
                  <a:lnTo>
                    <a:pt x="253" y="0"/>
                  </a:lnTo>
                  <a:lnTo>
                    <a:pt x="268" y="0"/>
                  </a:lnTo>
                  <a:lnTo>
                    <a:pt x="283" y="0"/>
                  </a:lnTo>
                  <a:lnTo>
                    <a:pt x="296" y="0"/>
                  </a:lnTo>
                  <a:lnTo>
                    <a:pt x="310" y="0"/>
                  </a:lnTo>
                  <a:lnTo>
                    <a:pt x="320" y="0"/>
                  </a:lnTo>
                  <a:lnTo>
                    <a:pt x="330" y="0"/>
                  </a:lnTo>
                  <a:lnTo>
                    <a:pt x="339" y="0"/>
                  </a:lnTo>
                  <a:lnTo>
                    <a:pt x="347" y="0"/>
                  </a:lnTo>
                  <a:lnTo>
                    <a:pt x="354" y="0"/>
                  </a:lnTo>
                  <a:lnTo>
                    <a:pt x="360" y="0"/>
                  </a:lnTo>
                  <a:lnTo>
                    <a:pt x="366" y="0"/>
                  </a:lnTo>
                  <a:lnTo>
                    <a:pt x="370" y="0"/>
                  </a:lnTo>
                  <a:lnTo>
                    <a:pt x="375" y="1"/>
                  </a:lnTo>
                  <a:lnTo>
                    <a:pt x="378" y="1"/>
                  </a:lnTo>
                  <a:lnTo>
                    <a:pt x="382" y="1"/>
                  </a:lnTo>
                  <a:lnTo>
                    <a:pt x="385" y="1"/>
                  </a:lnTo>
                  <a:lnTo>
                    <a:pt x="388" y="1"/>
                  </a:lnTo>
                  <a:lnTo>
                    <a:pt x="390" y="1"/>
                  </a:lnTo>
                  <a:lnTo>
                    <a:pt x="393" y="1"/>
                  </a:lnTo>
                  <a:lnTo>
                    <a:pt x="396" y="1"/>
                  </a:lnTo>
                  <a:lnTo>
                    <a:pt x="397" y="1"/>
                  </a:lnTo>
                  <a:lnTo>
                    <a:pt x="400" y="1"/>
                  </a:lnTo>
                  <a:lnTo>
                    <a:pt x="403" y="3"/>
                  </a:lnTo>
                  <a:lnTo>
                    <a:pt x="405" y="3"/>
                  </a:lnTo>
                  <a:lnTo>
                    <a:pt x="407" y="3"/>
                  </a:lnTo>
                  <a:lnTo>
                    <a:pt x="409" y="3"/>
                  </a:lnTo>
                  <a:lnTo>
                    <a:pt x="410" y="3"/>
                  </a:lnTo>
                  <a:lnTo>
                    <a:pt x="412" y="3"/>
                  </a:lnTo>
                  <a:lnTo>
                    <a:pt x="413" y="3"/>
                  </a:lnTo>
                  <a:lnTo>
                    <a:pt x="416" y="3"/>
                  </a:lnTo>
                  <a:lnTo>
                    <a:pt x="418" y="3"/>
                  </a:lnTo>
                  <a:lnTo>
                    <a:pt x="419" y="3"/>
                  </a:lnTo>
                  <a:lnTo>
                    <a:pt x="421" y="3"/>
                  </a:lnTo>
                  <a:lnTo>
                    <a:pt x="422" y="4"/>
                  </a:lnTo>
                  <a:lnTo>
                    <a:pt x="424" y="4"/>
                  </a:lnTo>
                  <a:lnTo>
                    <a:pt x="425" y="4"/>
                  </a:lnTo>
                  <a:lnTo>
                    <a:pt x="427" y="4"/>
                  </a:lnTo>
                  <a:lnTo>
                    <a:pt x="428" y="4"/>
                  </a:lnTo>
                  <a:lnTo>
                    <a:pt x="430" y="4"/>
                  </a:lnTo>
                  <a:lnTo>
                    <a:pt x="431" y="4"/>
                  </a:lnTo>
                  <a:lnTo>
                    <a:pt x="433" y="4"/>
                  </a:lnTo>
                  <a:lnTo>
                    <a:pt x="434" y="4"/>
                  </a:lnTo>
                  <a:lnTo>
                    <a:pt x="436" y="6"/>
                  </a:lnTo>
                  <a:lnTo>
                    <a:pt x="437" y="6"/>
                  </a:lnTo>
                  <a:lnTo>
                    <a:pt x="439" y="6"/>
                  </a:lnTo>
                  <a:lnTo>
                    <a:pt x="440" y="6"/>
                  </a:lnTo>
                  <a:lnTo>
                    <a:pt x="442" y="6"/>
                  </a:lnTo>
                  <a:lnTo>
                    <a:pt x="445" y="6"/>
                  </a:lnTo>
                  <a:lnTo>
                    <a:pt x="446" y="6"/>
                  </a:lnTo>
                  <a:lnTo>
                    <a:pt x="448" y="7"/>
                  </a:lnTo>
                  <a:lnTo>
                    <a:pt x="451" y="7"/>
                  </a:lnTo>
                  <a:lnTo>
                    <a:pt x="452" y="7"/>
                  </a:lnTo>
                  <a:lnTo>
                    <a:pt x="455" y="7"/>
                  </a:lnTo>
                  <a:lnTo>
                    <a:pt x="458" y="7"/>
                  </a:lnTo>
                  <a:lnTo>
                    <a:pt x="459" y="9"/>
                  </a:lnTo>
                  <a:lnTo>
                    <a:pt x="461" y="9"/>
                  </a:lnTo>
                  <a:lnTo>
                    <a:pt x="464" y="9"/>
                  </a:lnTo>
                  <a:lnTo>
                    <a:pt x="465" y="9"/>
                  </a:lnTo>
                  <a:lnTo>
                    <a:pt x="467" y="9"/>
                  </a:lnTo>
                  <a:lnTo>
                    <a:pt x="468" y="10"/>
                  </a:lnTo>
                  <a:lnTo>
                    <a:pt x="470" y="10"/>
                  </a:lnTo>
                  <a:lnTo>
                    <a:pt x="471" y="10"/>
                  </a:lnTo>
                  <a:lnTo>
                    <a:pt x="473" y="10"/>
                  </a:lnTo>
                  <a:lnTo>
                    <a:pt x="474" y="10"/>
                  </a:lnTo>
                  <a:lnTo>
                    <a:pt x="476" y="12"/>
                  </a:lnTo>
                  <a:lnTo>
                    <a:pt x="477" y="12"/>
                  </a:lnTo>
                  <a:lnTo>
                    <a:pt x="479" y="12"/>
                  </a:lnTo>
                  <a:lnTo>
                    <a:pt x="480" y="12"/>
                  </a:lnTo>
                  <a:lnTo>
                    <a:pt x="482" y="13"/>
                  </a:lnTo>
                  <a:lnTo>
                    <a:pt x="483" y="13"/>
                  </a:lnTo>
                  <a:lnTo>
                    <a:pt x="485" y="13"/>
                  </a:lnTo>
                  <a:lnTo>
                    <a:pt x="486" y="13"/>
                  </a:lnTo>
                  <a:lnTo>
                    <a:pt x="488" y="15"/>
                  </a:lnTo>
                  <a:lnTo>
                    <a:pt x="489" y="15"/>
                  </a:lnTo>
                  <a:lnTo>
                    <a:pt x="491" y="15"/>
                  </a:lnTo>
                  <a:lnTo>
                    <a:pt x="492" y="16"/>
                  </a:lnTo>
                  <a:lnTo>
                    <a:pt x="494" y="16"/>
                  </a:lnTo>
                  <a:lnTo>
                    <a:pt x="496" y="16"/>
                  </a:lnTo>
                  <a:lnTo>
                    <a:pt x="498" y="17"/>
                  </a:lnTo>
                  <a:lnTo>
                    <a:pt x="501" y="17"/>
                  </a:lnTo>
                  <a:lnTo>
                    <a:pt x="502" y="19"/>
                  </a:lnTo>
                  <a:lnTo>
                    <a:pt x="505" y="19"/>
                  </a:lnTo>
                  <a:lnTo>
                    <a:pt x="508" y="20"/>
                  </a:lnTo>
                  <a:lnTo>
                    <a:pt x="511" y="20"/>
                  </a:lnTo>
                  <a:lnTo>
                    <a:pt x="513" y="22"/>
                  </a:lnTo>
                  <a:lnTo>
                    <a:pt x="516" y="22"/>
                  </a:lnTo>
                  <a:lnTo>
                    <a:pt x="519" y="23"/>
                  </a:lnTo>
                  <a:lnTo>
                    <a:pt x="520" y="23"/>
                  </a:lnTo>
                  <a:lnTo>
                    <a:pt x="522" y="25"/>
                  </a:lnTo>
                  <a:lnTo>
                    <a:pt x="525" y="25"/>
                  </a:lnTo>
                  <a:lnTo>
                    <a:pt x="526" y="26"/>
                  </a:lnTo>
                  <a:lnTo>
                    <a:pt x="528" y="26"/>
                  </a:lnTo>
                  <a:lnTo>
                    <a:pt x="529" y="26"/>
                  </a:lnTo>
                  <a:lnTo>
                    <a:pt x="531" y="28"/>
                  </a:lnTo>
                  <a:lnTo>
                    <a:pt x="532" y="28"/>
                  </a:lnTo>
                  <a:lnTo>
                    <a:pt x="534" y="28"/>
                  </a:lnTo>
                  <a:lnTo>
                    <a:pt x="535" y="29"/>
                  </a:lnTo>
                  <a:lnTo>
                    <a:pt x="537" y="29"/>
                  </a:lnTo>
                  <a:lnTo>
                    <a:pt x="538" y="29"/>
                  </a:lnTo>
                  <a:lnTo>
                    <a:pt x="538" y="31"/>
                  </a:lnTo>
                  <a:lnTo>
                    <a:pt x="539" y="31"/>
                  </a:lnTo>
                  <a:lnTo>
                    <a:pt x="541" y="31"/>
                  </a:lnTo>
                  <a:lnTo>
                    <a:pt x="542" y="32"/>
                  </a:lnTo>
                  <a:lnTo>
                    <a:pt x="544" y="32"/>
                  </a:lnTo>
                  <a:lnTo>
                    <a:pt x="545" y="34"/>
                  </a:lnTo>
                  <a:lnTo>
                    <a:pt x="547" y="34"/>
                  </a:lnTo>
                  <a:lnTo>
                    <a:pt x="548" y="35"/>
                  </a:lnTo>
                  <a:lnTo>
                    <a:pt x="550" y="35"/>
                  </a:lnTo>
                  <a:lnTo>
                    <a:pt x="551" y="37"/>
                  </a:lnTo>
                  <a:lnTo>
                    <a:pt x="553" y="37"/>
                  </a:lnTo>
                  <a:lnTo>
                    <a:pt x="556" y="38"/>
                  </a:lnTo>
                  <a:lnTo>
                    <a:pt x="557" y="40"/>
                  </a:lnTo>
                  <a:lnTo>
                    <a:pt x="559" y="40"/>
                  </a:lnTo>
                  <a:lnTo>
                    <a:pt x="562" y="41"/>
                  </a:lnTo>
                  <a:lnTo>
                    <a:pt x="563" y="43"/>
                  </a:lnTo>
                  <a:lnTo>
                    <a:pt x="566" y="44"/>
                  </a:lnTo>
                  <a:lnTo>
                    <a:pt x="569" y="44"/>
                  </a:lnTo>
                  <a:lnTo>
                    <a:pt x="571" y="46"/>
                  </a:lnTo>
                  <a:lnTo>
                    <a:pt x="572" y="47"/>
                  </a:lnTo>
                  <a:lnTo>
                    <a:pt x="574" y="47"/>
                  </a:lnTo>
                  <a:lnTo>
                    <a:pt x="577" y="49"/>
                  </a:lnTo>
                  <a:lnTo>
                    <a:pt x="578" y="50"/>
                  </a:lnTo>
                  <a:lnTo>
                    <a:pt x="580" y="50"/>
                  </a:lnTo>
                  <a:lnTo>
                    <a:pt x="581" y="52"/>
                  </a:lnTo>
                  <a:lnTo>
                    <a:pt x="582" y="52"/>
                  </a:lnTo>
                  <a:lnTo>
                    <a:pt x="584" y="53"/>
                  </a:lnTo>
                  <a:lnTo>
                    <a:pt x="585" y="53"/>
                  </a:lnTo>
                  <a:lnTo>
                    <a:pt x="587" y="55"/>
                  </a:lnTo>
                  <a:lnTo>
                    <a:pt x="588" y="55"/>
                  </a:lnTo>
                  <a:lnTo>
                    <a:pt x="590" y="56"/>
                  </a:lnTo>
                  <a:lnTo>
                    <a:pt x="591" y="56"/>
                  </a:lnTo>
                  <a:lnTo>
                    <a:pt x="593" y="58"/>
                  </a:lnTo>
                  <a:lnTo>
                    <a:pt x="594" y="58"/>
                  </a:lnTo>
                  <a:lnTo>
                    <a:pt x="596" y="59"/>
                  </a:lnTo>
                  <a:lnTo>
                    <a:pt x="597" y="60"/>
                  </a:lnTo>
                  <a:lnTo>
                    <a:pt x="599" y="60"/>
                  </a:lnTo>
                  <a:lnTo>
                    <a:pt x="600" y="62"/>
                  </a:lnTo>
                  <a:lnTo>
                    <a:pt x="602" y="62"/>
                  </a:lnTo>
                  <a:lnTo>
                    <a:pt x="603" y="63"/>
                  </a:lnTo>
                  <a:lnTo>
                    <a:pt x="605" y="65"/>
                  </a:lnTo>
                  <a:lnTo>
                    <a:pt x="606" y="65"/>
                  </a:lnTo>
                  <a:lnTo>
                    <a:pt x="609" y="66"/>
                  </a:lnTo>
                  <a:lnTo>
                    <a:pt x="611" y="68"/>
                  </a:lnTo>
                  <a:lnTo>
                    <a:pt x="612" y="68"/>
                  </a:lnTo>
                  <a:lnTo>
                    <a:pt x="615" y="69"/>
                  </a:lnTo>
                  <a:lnTo>
                    <a:pt x="617" y="71"/>
                  </a:lnTo>
                  <a:lnTo>
                    <a:pt x="618" y="72"/>
                  </a:lnTo>
                  <a:lnTo>
                    <a:pt x="621" y="72"/>
                  </a:lnTo>
                  <a:lnTo>
                    <a:pt x="623" y="74"/>
                  </a:lnTo>
                  <a:lnTo>
                    <a:pt x="624" y="74"/>
                  </a:lnTo>
                  <a:lnTo>
                    <a:pt x="625" y="75"/>
                  </a:lnTo>
                  <a:lnTo>
                    <a:pt x="627" y="77"/>
                  </a:lnTo>
                  <a:lnTo>
                    <a:pt x="628" y="77"/>
                  </a:lnTo>
                  <a:lnTo>
                    <a:pt x="630" y="78"/>
                  </a:lnTo>
                  <a:lnTo>
                    <a:pt x="631" y="78"/>
                  </a:lnTo>
                  <a:lnTo>
                    <a:pt x="633" y="80"/>
                  </a:lnTo>
                  <a:lnTo>
                    <a:pt x="634" y="81"/>
                  </a:lnTo>
                  <a:lnTo>
                    <a:pt x="636" y="81"/>
                  </a:lnTo>
                  <a:lnTo>
                    <a:pt x="637" y="83"/>
                  </a:lnTo>
                  <a:lnTo>
                    <a:pt x="639" y="83"/>
                  </a:lnTo>
                  <a:lnTo>
                    <a:pt x="639" y="84"/>
                  </a:lnTo>
                  <a:lnTo>
                    <a:pt x="640" y="84"/>
                  </a:lnTo>
                  <a:lnTo>
                    <a:pt x="642" y="84"/>
                  </a:lnTo>
                  <a:lnTo>
                    <a:pt x="642" y="86"/>
                  </a:lnTo>
                  <a:lnTo>
                    <a:pt x="643" y="86"/>
                  </a:lnTo>
                  <a:lnTo>
                    <a:pt x="645" y="87"/>
                  </a:lnTo>
                  <a:lnTo>
                    <a:pt x="646" y="87"/>
                  </a:lnTo>
                  <a:lnTo>
                    <a:pt x="648" y="89"/>
                  </a:lnTo>
                  <a:lnTo>
                    <a:pt x="648" y="90"/>
                  </a:lnTo>
                  <a:lnTo>
                    <a:pt x="649" y="90"/>
                  </a:lnTo>
                  <a:lnTo>
                    <a:pt x="651" y="92"/>
                  </a:lnTo>
                  <a:lnTo>
                    <a:pt x="654" y="92"/>
                  </a:lnTo>
                  <a:lnTo>
                    <a:pt x="655" y="93"/>
                  </a:lnTo>
                  <a:lnTo>
                    <a:pt x="657" y="95"/>
                  </a:lnTo>
                  <a:lnTo>
                    <a:pt x="658" y="96"/>
                  </a:lnTo>
                  <a:lnTo>
                    <a:pt x="660" y="96"/>
                  </a:lnTo>
                  <a:lnTo>
                    <a:pt x="661" y="98"/>
                  </a:lnTo>
                  <a:lnTo>
                    <a:pt x="663" y="99"/>
                  </a:lnTo>
                  <a:lnTo>
                    <a:pt x="664" y="101"/>
                  </a:lnTo>
                  <a:lnTo>
                    <a:pt x="666" y="101"/>
                  </a:lnTo>
                  <a:lnTo>
                    <a:pt x="667" y="102"/>
                  </a:lnTo>
                  <a:lnTo>
                    <a:pt x="668" y="102"/>
                  </a:lnTo>
                  <a:lnTo>
                    <a:pt x="670" y="103"/>
                  </a:lnTo>
                  <a:lnTo>
                    <a:pt x="671" y="105"/>
                  </a:lnTo>
                  <a:lnTo>
                    <a:pt x="673" y="105"/>
                  </a:lnTo>
                  <a:lnTo>
                    <a:pt x="673" y="106"/>
                  </a:lnTo>
                  <a:lnTo>
                    <a:pt x="674" y="106"/>
                  </a:lnTo>
                  <a:lnTo>
                    <a:pt x="676" y="108"/>
                  </a:lnTo>
                  <a:lnTo>
                    <a:pt x="677" y="108"/>
                  </a:lnTo>
                  <a:lnTo>
                    <a:pt x="677" y="109"/>
                  </a:lnTo>
                  <a:lnTo>
                    <a:pt x="679" y="109"/>
                  </a:lnTo>
                  <a:lnTo>
                    <a:pt x="679" y="111"/>
                  </a:lnTo>
                  <a:lnTo>
                    <a:pt x="680" y="111"/>
                  </a:lnTo>
                  <a:lnTo>
                    <a:pt x="682" y="112"/>
                  </a:lnTo>
                  <a:lnTo>
                    <a:pt x="683" y="112"/>
                  </a:lnTo>
                  <a:lnTo>
                    <a:pt x="683" y="114"/>
                  </a:lnTo>
                  <a:lnTo>
                    <a:pt x="685" y="115"/>
                  </a:lnTo>
                  <a:lnTo>
                    <a:pt x="686" y="115"/>
                  </a:lnTo>
                  <a:lnTo>
                    <a:pt x="688" y="117"/>
                  </a:lnTo>
                  <a:lnTo>
                    <a:pt x="689" y="118"/>
                  </a:lnTo>
                  <a:lnTo>
                    <a:pt x="691" y="118"/>
                  </a:lnTo>
                  <a:lnTo>
                    <a:pt x="691" y="120"/>
                  </a:lnTo>
                  <a:lnTo>
                    <a:pt x="692" y="120"/>
                  </a:lnTo>
                  <a:lnTo>
                    <a:pt x="694" y="121"/>
                  </a:lnTo>
                  <a:lnTo>
                    <a:pt x="695" y="123"/>
                  </a:lnTo>
                  <a:lnTo>
                    <a:pt x="697" y="123"/>
                  </a:lnTo>
                  <a:lnTo>
                    <a:pt x="697" y="124"/>
                  </a:lnTo>
                  <a:lnTo>
                    <a:pt x="698" y="124"/>
                  </a:lnTo>
                  <a:lnTo>
                    <a:pt x="698" y="126"/>
                  </a:lnTo>
                  <a:lnTo>
                    <a:pt x="700" y="126"/>
                  </a:lnTo>
                  <a:lnTo>
                    <a:pt x="701" y="127"/>
                  </a:lnTo>
                  <a:lnTo>
                    <a:pt x="703" y="127"/>
                  </a:lnTo>
                  <a:lnTo>
                    <a:pt x="703" y="129"/>
                  </a:lnTo>
                  <a:lnTo>
                    <a:pt x="704" y="129"/>
                  </a:lnTo>
                  <a:lnTo>
                    <a:pt x="706" y="130"/>
                  </a:lnTo>
                  <a:lnTo>
                    <a:pt x="707" y="132"/>
                  </a:lnTo>
                  <a:lnTo>
                    <a:pt x="709" y="132"/>
                  </a:lnTo>
                  <a:lnTo>
                    <a:pt x="709" y="133"/>
                  </a:lnTo>
                  <a:lnTo>
                    <a:pt x="710" y="133"/>
                  </a:lnTo>
                  <a:lnTo>
                    <a:pt x="711" y="135"/>
                  </a:lnTo>
                  <a:lnTo>
                    <a:pt x="713" y="135"/>
                  </a:lnTo>
                  <a:lnTo>
                    <a:pt x="714" y="136"/>
                  </a:lnTo>
                  <a:lnTo>
                    <a:pt x="716" y="138"/>
                  </a:lnTo>
                  <a:lnTo>
                    <a:pt x="717" y="139"/>
                  </a:lnTo>
                  <a:lnTo>
                    <a:pt x="719" y="139"/>
                  </a:lnTo>
                  <a:lnTo>
                    <a:pt x="720" y="141"/>
                  </a:lnTo>
                  <a:lnTo>
                    <a:pt x="722" y="142"/>
                  </a:lnTo>
                  <a:lnTo>
                    <a:pt x="723" y="142"/>
                  </a:lnTo>
                  <a:lnTo>
                    <a:pt x="723" y="144"/>
                  </a:lnTo>
                  <a:lnTo>
                    <a:pt x="725" y="144"/>
                  </a:lnTo>
                  <a:lnTo>
                    <a:pt x="726" y="145"/>
                  </a:lnTo>
                  <a:lnTo>
                    <a:pt x="728" y="146"/>
                  </a:lnTo>
                  <a:lnTo>
                    <a:pt x="729" y="146"/>
                  </a:lnTo>
                  <a:lnTo>
                    <a:pt x="729" y="148"/>
                  </a:lnTo>
                  <a:lnTo>
                    <a:pt x="731" y="148"/>
                  </a:lnTo>
                  <a:lnTo>
                    <a:pt x="731" y="149"/>
                  </a:lnTo>
                  <a:lnTo>
                    <a:pt x="732" y="149"/>
                  </a:lnTo>
                  <a:lnTo>
                    <a:pt x="732" y="151"/>
                  </a:lnTo>
                  <a:lnTo>
                    <a:pt x="734" y="151"/>
                  </a:lnTo>
                  <a:lnTo>
                    <a:pt x="734" y="152"/>
                  </a:lnTo>
                  <a:lnTo>
                    <a:pt x="735" y="152"/>
                  </a:lnTo>
                  <a:lnTo>
                    <a:pt x="737" y="154"/>
                  </a:lnTo>
                  <a:lnTo>
                    <a:pt x="737" y="155"/>
                  </a:lnTo>
                  <a:lnTo>
                    <a:pt x="738" y="157"/>
                  </a:lnTo>
                  <a:lnTo>
                    <a:pt x="740" y="157"/>
                  </a:lnTo>
                  <a:lnTo>
                    <a:pt x="741" y="158"/>
                  </a:lnTo>
                  <a:lnTo>
                    <a:pt x="741" y="160"/>
                  </a:lnTo>
                  <a:lnTo>
                    <a:pt x="743" y="161"/>
                  </a:lnTo>
                  <a:lnTo>
                    <a:pt x="744" y="163"/>
                  </a:lnTo>
                  <a:lnTo>
                    <a:pt x="746" y="164"/>
                  </a:lnTo>
                  <a:lnTo>
                    <a:pt x="747" y="166"/>
                  </a:lnTo>
                  <a:lnTo>
                    <a:pt x="749" y="167"/>
                  </a:lnTo>
                  <a:lnTo>
                    <a:pt x="750" y="169"/>
                  </a:lnTo>
                  <a:lnTo>
                    <a:pt x="752" y="170"/>
                  </a:lnTo>
                  <a:lnTo>
                    <a:pt x="753" y="172"/>
                  </a:lnTo>
                  <a:lnTo>
                    <a:pt x="754" y="173"/>
                  </a:lnTo>
                  <a:lnTo>
                    <a:pt x="754" y="175"/>
                  </a:lnTo>
                  <a:lnTo>
                    <a:pt x="756" y="175"/>
                  </a:lnTo>
                  <a:lnTo>
                    <a:pt x="756" y="176"/>
                  </a:lnTo>
                  <a:lnTo>
                    <a:pt x="757" y="176"/>
                  </a:lnTo>
                  <a:lnTo>
                    <a:pt x="759" y="178"/>
                  </a:lnTo>
                  <a:lnTo>
                    <a:pt x="759" y="179"/>
                  </a:lnTo>
                  <a:lnTo>
                    <a:pt x="760" y="179"/>
                  </a:lnTo>
                  <a:lnTo>
                    <a:pt x="760" y="181"/>
                  </a:lnTo>
                  <a:lnTo>
                    <a:pt x="762" y="182"/>
                  </a:lnTo>
                  <a:lnTo>
                    <a:pt x="763" y="184"/>
                  </a:lnTo>
                  <a:lnTo>
                    <a:pt x="765" y="185"/>
                  </a:lnTo>
                  <a:lnTo>
                    <a:pt x="766" y="187"/>
                  </a:lnTo>
                  <a:lnTo>
                    <a:pt x="766" y="188"/>
                  </a:lnTo>
                  <a:lnTo>
                    <a:pt x="768" y="189"/>
                  </a:lnTo>
                  <a:lnTo>
                    <a:pt x="769" y="189"/>
                  </a:lnTo>
                  <a:lnTo>
                    <a:pt x="771" y="191"/>
                  </a:lnTo>
                  <a:lnTo>
                    <a:pt x="771" y="192"/>
                  </a:lnTo>
                  <a:lnTo>
                    <a:pt x="772" y="194"/>
                  </a:lnTo>
                  <a:lnTo>
                    <a:pt x="774" y="197"/>
                  </a:lnTo>
                  <a:lnTo>
                    <a:pt x="775" y="198"/>
                  </a:lnTo>
                  <a:lnTo>
                    <a:pt x="777" y="200"/>
                  </a:lnTo>
                  <a:lnTo>
                    <a:pt x="778" y="201"/>
                  </a:lnTo>
                  <a:lnTo>
                    <a:pt x="781" y="204"/>
                  </a:lnTo>
                  <a:lnTo>
                    <a:pt x="783" y="206"/>
                  </a:lnTo>
                  <a:lnTo>
                    <a:pt x="784" y="207"/>
                  </a:lnTo>
                  <a:lnTo>
                    <a:pt x="786" y="209"/>
                  </a:lnTo>
                  <a:lnTo>
                    <a:pt x="786" y="210"/>
                  </a:lnTo>
                  <a:lnTo>
                    <a:pt x="787" y="213"/>
                  </a:lnTo>
                  <a:lnTo>
                    <a:pt x="789" y="213"/>
                  </a:lnTo>
                  <a:lnTo>
                    <a:pt x="790" y="215"/>
                  </a:lnTo>
                  <a:lnTo>
                    <a:pt x="792" y="216"/>
                  </a:lnTo>
                  <a:lnTo>
                    <a:pt x="792" y="218"/>
                  </a:lnTo>
                  <a:lnTo>
                    <a:pt x="793" y="219"/>
                  </a:lnTo>
                  <a:lnTo>
                    <a:pt x="795" y="221"/>
                  </a:lnTo>
                  <a:lnTo>
                    <a:pt x="796" y="222"/>
                  </a:lnTo>
                  <a:lnTo>
                    <a:pt x="796" y="224"/>
                  </a:lnTo>
                  <a:lnTo>
                    <a:pt x="797" y="225"/>
                  </a:lnTo>
                  <a:lnTo>
                    <a:pt x="797" y="227"/>
                  </a:lnTo>
                  <a:lnTo>
                    <a:pt x="799" y="227"/>
                  </a:lnTo>
                  <a:lnTo>
                    <a:pt x="800" y="228"/>
                  </a:lnTo>
                  <a:lnTo>
                    <a:pt x="800" y="230"/>
                  </a:lnTo>
                  <a:lnTo>
                    <a:pt x="802" y="231"/>
                  </a:lnTo>
                  <a:lnTo>
                    <a:pt x="803" y="232"/>
                  </a:lnTo>
                  <a:lnTo>
                    <a:pt x="803" y="234"/>
                  </a:lnTo>
                  <a:lnTo>
                    <a:pt x="805" y="235"/>
                  </a:lnTo>
                  <a:lnTo>
                    <a:pt x="806" y="237"/>
                  </a:lnTo>
                  <a:lnTo>
                    <a:pt x="808" y="238"/>
                  </a:lnTo>
                  <a:lnTo>
                    <a:pt x="808" y="240"/>
                  </a:lnTo>
                  <a:lnTo>
                    <a:pt x="809" y="241"/>
                  </a:lnTo>
                  <a:lnTo>
                    <a:pt x="811" y="243"/>
                  </a:lnTo>
                  <a:lnTo>
                    <a:pt x="812" y="246"/>
                  </a:lnTo>
                  <a:lnTo>
                    <a:pt x="814" y="247"/>
                  </a:lnTo>
                  <a:lnTo>
                    <a:pt x="815" y="250"/>
                  </a:lnTo>
                  <a:lnTo>
                    <a:pt x="818" y="252"/>
                  </a:lnTo>
                  <a:lnTo>
                    <a:pt x="820" y="255"/>
                  </a:lnTo>
                  <a:lnTo>
                    <a:pt x="821" y="256"/>
                  </a:lnTo>
                  <a:lnTo>
                    <a:pt x="823" y="259"/>
                  </a:lnTo>
                  <a:lnTo>
                    <a:pt x="823" y="261"/>
                  </a:lnTo>
                  <a:lnTo>
                    <a:pt x="824" y="262"/>
                  </a:lnTo>
                  <a:lnTo>
                    <a:pt x="826" y="264"/>
                  </a:lnTo>
                  <a:lnTo>
                    <a:pt x="827" y="265"/>
                  </a:lnTo>
                  <a:lnTo>
                    <a:pt x="829" y="267"/>
                  </a:lnTo>
                  <a:lnTo>
                    <a:pt x="829" y="268"/>
                  </a:lnTo>
                  <a:lnTo>
                    <a:pt x="830" y="270"/>
                  </a:lnTo>
                  <a:lnTo>
                    <a:pt x="832" y="271"/>
                  </a:lnTo>
                  <a:lnTo>
                    <a:pt x="832" y="273"/>
                  </a:lnTo>
                  <a:lnTo>
                    <a:pt x="833" y="274"/>
                  </a:lnTo>
                  <a:lnTo>
                    <a:pt x="833" y="275"/>
                  </a:lnTo>
                  <a:lnTo>
                    <a:pt x="835" y="275"/>
                  </a:lnTo>
                  <a:lnTo>
                    <a:pt x="836" y="277"/>
                  </a:lnTo>
                  <a:lnTo>
                    <a:pt x="836" y="278"/>
                  </a:lnTo>
                  <a:lnTo>
                    <a:pt x="838" y="280"/>
                  </a:lnTo>
                  <a:lnTo>
                    <a:pt x="838" y="281"/>
                  </a:lnTo>
                  <a:lnTo>
                    <a:pt x="839" y="283"/>
                  </a:lnTo>
                  <a:lnTo>
                    <a:pt x="840" y="284"/>
                  </a:lnTo>
                  <a:lnTo>
                    <a:pt x="842" y="286"/>
                  </a:lnTo>
                  <a:lnTo>
                    <a:pt x="842" y="287"/>
                  </a:lnTo>
                  <a:lnTo>
                    <a:pt x="843" y="289"/>
                  </a:lnTo>
                  <a:lnTo>
                    <a:pt x="845" y="290"/>
                  </a:lnTo>
                  <a:lnTo>
                    <a:pt x="846" y="292"/>
                  </a:lnTo>
                  <a:lnTo>
                    <a:pt x="848" y="293"/>
                  </a:lnTo>
                  <a:lnTo>
                    <a:pt x="849" y="296"/>
                  </a:lnTo>
                  <a:lnTo>
                    <a:pt x="851" y="298"/>
                  </a:lnTo>
                  <a:lnTo>
                    <a:pt x="852" y="301"/>
                  </a:lnTo>
                  <a:lnTo>
                    <a:pt x="854" y="302"/>
                  </a:lnTo>
                  <a:lnTo>
                    <a:pt x="855" y="305"/>
                  </a:lnTo>
                  <a:lnTo>
                    <a:pt x="857" y="308"/>
                  </a:lnTo>
                  <a:lnTo>
                    <a:pt x="858" y="310"/>
                  </a:lnTo>
                  <a:lnTo>
                    <a:pt x="860" y="311"/>
                  </a:lnTo>
                  <a:lnTo>
                    <a:pt x="861" y="314"/>
                  </a:lnTo>
                  <a:lnTo>
                    <a:pt x="863" y="316"/>
                  </a:lnTo>
                  <a:lnTo>
                    <a:pt x="864" y="317"/>
                  </a:lnTo>
                  <a:lnTo>
                    <a:pt x="866" y="319"/>
                  </a:lnTo>
                  <a:lnTo>
                    <a:pt x="866" y="320"/>
                  </a:lnTo>
                  <a:lnTo>
                    <a:pt x="867" y="321"/>
                  </a:lnTo>
                  <a:lnTo>
                    <a:pt x="869" y="323"/>
                  </a:lnTo>
                  <a:lnTo>
                    <a:pt x="869" y="324"/>
                  </a:lnTo>
                  <a:lnTo>
                    <a:pt x="870" y="326"/>
                  </a:lnTo>
                  <a:lnTo>
                    <a:pt x="872" y="327"/>
                  </a:lnTo>
                  <a:lnTo>
                    <a:pt x="873" y="329"/>
                  </a:lnTo>
                  <a:lnTo>
                    <a:pt x="873" y="330"/>
                  </a:lnTo>
                  <a:lnTo>
                    <a:pt x="875" y="332"/>
                  </a:lnTo>
                  <a:lnTo>
                    <a:pt x="875" y="333"/>
                  </a:lnTo>
                  <a:lnTo>
                    <a:pt x="876" y="333"/>
                  </a:lnTo>
                  <a:lnTo>
                    <a:pt x="876" y="335"/>
                  </a:lnTo>
                  <a:lnTo>
                    <a:pt x="878" y="336"/>
                  </a:lnTo>
                  <a:lnTo>
                    <a:pt x="878" y="338"/>
                  </a:lnTo>
                  <a:lnTo>
                    <a:pt x="879" y="339"/>
                  </a:lnTo>
                  <a:lnTo>
                    <a:pt x="879" y="341"/>
                  </a:lnTo>
                  <a:lnTo>
                    <a:pt x="881" y="342"/>
                  </a:lnTo>
                  <a:lnTo>
                    <a:pt x="881" y="344"/>
                  </a:lnTo>
                  <a:lnTo>
                    <a:pt x="882" y="345"/>
                  </a:lnTo>
                  <a:lnTo>
                    <a:pt x="883" y="347"/>
                  </a:lnTo>
                  <a:lnTo>
                    <a:pt x="883" y="348"/>
                  </a:lnTo>
                  <a:lnTo>
                    <a:pt x="885" y="350"/>
                  </a:lnTo>
                  <a:lnTo>
                    <a:pt x="886" y="35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18" name="Freeform 7">
              <a:extLst>
                <a:ext uri="{FF2B5EF4-FFF2-40B4-BE49-F238E27FC236}">
                  <a16:creationId xmlns:a16="http://schemas.microsoft.com/office/drawing/2014/main" id="{82488C69-058D-4F17-93DE-AC611462D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2313" y="2774950"/>
              <a:ext cx="704850" cy="277812"/>
            </a:xfrm>
            <a:custGeom>
              <a:avLst/>
              <a:gdLst>
                <a:gd name="T0" fmla="*/ 2147483646 w 886"/>
                <a:gd name="T1" fmla="*/ 2147483646 h 352"/>
                <a:gd name="T2" fmla="*/ 2147483646 w 886"/>
                <a:gd name="T3" fmla="*/ 2147483646 h 352"/>
                <a:gd name="T4" fmla="*/ 2147483646 w 886"/>
                <a:gd name="T5" fmla="*/ 2147483646 h 352"/>
                <a:gd name="T6" fmla="*/ 2147483646 w 886"/>
                <a:gd name="T7" fmla="*/ 2147483646 h 352"/>
                <a:gd name="T8" fmla="*/ 2147483646 w 886"/>
                <a:gd name="T9" fmla="*/ 2147483646 h 352"/>
                <a:gd name="T10" fmla="*/ 2147483646 w 886"/>
                <a:gd name="T11" fmla="*/ 2147483646 h 352"/>
                <a:gd name="T12" fmla="*/ 2147483646 w 886"/>
                <a:gd name="T13" fmla="*/ 2147483646 h 352"/>
                <a:gd name="T14" fmla="*/ 2147483646 w 886"/>
                <a:gd name="T15" fmla="*/ 2147483646 h 352"/>
                <a:gd name="T16" fmla="*/ 2147483646 w 886"/>
                <a:gd name="T17" fmla="*/ 2147483646 h 352"/>
                <a:gd name="T18" fmla="*/ 2147483646 w 886"/>
                <a:gd name="T19" fmla="*/ 2147483646 h 352"/>
                <a:gd name="T20" fmla="*/ 2147483646 w 886"/>
                <a:gd name="T21" fmla="*/ 2147483646 h 352"/>
                <a:gd name="T22" fmla="*/ 2147483646 w 886"/>
                <a:gd name="T23" fmla="*/ 2147483646 h 352"/>
                <a:gd name="T24" fmla="*/ 2147483646 w 886"/>
                <a:gd name="T25" fmla="*/ 2147483646 h 352"/>
                <a:gd name="T26" fmla="*/ 2147483646 w 886"/>
                <a:gd name="T27" fmla="*/ 2147483646 h 352"/>
                <a:gd name="T28" fmla="*/ 2147483646 w 886"/>
                <a:gd name="T29" fmla="*/ 2147483646 h 352"/>
                <a:gd name="T30" fmla="*/ 2147483646 w 886"/>
                <a:gd name="T31" fmla="*/ 2147483646 h 352"/>
                <a:gd name="T32" fmla="*/ 2147483646 w 886"/>
                <a:gd name="T33" fmla="*/ 2147483646 h 352"/>
                <a:gd name="T34" fmla="*/ 2147483646 w 886"/>
                <a:gd name="T35" fmla="*/ 2147483646 h 352"/>
                <a:gd name="T36" fmla="*/ 2147483646 w 886"/>
                <a:gd name="T37" fmla="*/ 2147483646 h 352"/>
                <a:gd name="T38" fmla="*/ 2147483646 w 886"/>
                <a:gd name="T39" fmla="*/ 2147483646 h 352"/>
                <a:gd name="T40" fmla="*/ 2147483646 w 886"/>
                <a:gd name="T41" fmla="*/ 2147483646 h 352"/>
                <a:gd name="T42" fmla="*/ 2147483646 w 886"/>
                <a:gd name="T43" fmla="*/ 2147483646 h 352"/>
                <a:gd name="T44" fmla="*/ 2147483646 w 886"/>
                <a:gd name="T45" fmla="*/ 2147483646 h 352"/>
                <a:gd name="T46" fmla="*/ 2147483646 w 886"/>
                <a:gd name="T47" fmla="*/ 2147483646 h 352"/>
                <a:gd name="T48" fmla="*/ 2147483646 w 886"/>
                <a:gd name="T49" fmla="*/ 2147483646 h 352"/>
                <a:gd name="T50" fmla="*/ 2147483646 w 886"/>
                <a:gd name="T51" fmla="*/ 2147483646 h 352"/>
                <a:gd name="T52" fmla="*/ 2147483646 w 886"/>
                <a:gd name="T53" fmla="*/ 2147483646 h 352"/>
                <a:gd name="T54" fmla="*/ 2147483646 w 886"/>
                <a:gd name="T55" fmla="*/ 2147483646 h 352"/>
                <a:gd name="T56" fmla="*/ 2147483646 w 886"/>
                <a:gd name="T57" fmla="*/ 2147483646 h 352"/>
                <a:gd name="T58" fmla="*/ 2147483646 w 886"/>
                <a:gd name="T59" fmla="*/ 2147483646 h 352"/>
                <a:gd name="T60" fmla="*/ 2147483646 w 886"/>
                <a:gd name="T61" fmla="*/ 2147483646 h 352"/>
                <a:gd name="T62" fmla="*/ 2147483646 w 886"/>
                <a:gd name="T63" fmla="*/ 2147483646 h 352"/>
                <a:gd name="T64" fmla="*/ 2147483646 w 886"/>
                <a:gd name="T65" fmla="*/ 2147483646 h 352"/>
                <a:gd name="T66" fmla="*/ 2147483646 w 886"/>
                <a:gd name="T67" fmla="*/ 2147483646 h 352"/>
                <a:gd name="T68" fmla="*/ 2147483646 w 886"/>
                <a:gd name="T69" fmla="*/ 2147483646 h 352"/>
                <a:gd name="T70" fmla="*/ 2147483646 w 886"/>
                <a:gd name="T71" fmla="*/ 2147483646 h 352"/>
                <a:gd name="T72" fmla="*/ 2147483646 w 886"/>
                <a:gd name="T73" fmla="*/ 2147483646 h 352"/>
                <a:gd name="T74" fmla="*/ 2147483646 w 886"/>
                <a:gd name="T75" fmla="*/ 2147483646 h 352"/>
                <a:gd name="T76" fmla="*/ 2147483646 w 886"/>
                <a:gd name="T77" fmla="*/ 2147483646 h 352"/>
                <a:gd name="T78" fmla="*/ 2147483646 w 886"/>
                <a:gd name="T79" fmla="*/ 2147483646 h 352"/>
                <a:gd name="T80" fmla="*/ 2147483646 w 886"/>
                <a:gd name="T81" fmla="*/ 2147483646 h 352"/>
                <a:gd name="T82" fmla="*/ 2147483646 w 886"/>
                <a:gd name="T83" fmla="*/ 2147483646 h 352"/>
                <a:gd name="T84" fmla="*/ 2147483646 w 886"/>
                <a:gd name="T85" fmla="*/ 2147483646 h 352"/>
                <a:gd name="T86" fmla="*/ 2147483646 w 886"/>
                <a:gd name="T87" fmla="*/ 2147483646 h 352"/>
                <a:gd name="T88" fmla="*/ 2147483646 w 886"/>
                <a:gd name="T89" fmla="*/ 2147483646 h 352"/>
                <a:gd name="T90" fmla="*/ 2147483646 w 886"/>
                <a:gd name="T91" fmla="*/ 2147483646 h 352"/>
                <a:gd name="T92" fmla="*/ 2147483646 w 886"/>
                <a:gd name="T93" fmla="*/ 2147483646 h 352"/>
                <a:gd name="T94" fmla="*/ 2147483646 w 886"/>
                <a:gd name="T95" fmla="*/ 2147483646 h 352"/>
                <a:gd name="T96" fmla="*/ 2147483646 w 886"/>
                <a:gd name="T97" fmla="*/ 2147483646 h 352"/>
                <a:gd name="T98" fmla="*/ 2147483646 w 886"/>
                <a:gd name="T99" fmla="*/ 2147483646 h 352"/>
                <a:gd name="T100" fmla="*/ 2147483646 w 886"/>
                <a:gd name="T101" fmla="*/ 2147483646 h 352"/>
                <a:gd name="T102" fmla="*/ 2147483646 w 886"/>
                <a:gd name="T103" fmla="*/ 2147483646 h 352"/>
                <a:gd name="T104" fmla="*/ 2147483646 w 886"/>
                <a:gd name="T105" fmla="*/ 2147483646 h 352"/>
                <a:gd name="T106" fmla="*/ 2147483646 w 886"/>
                <a:gd name="T107" fmla="*/ 2147483646 h 352"/>
                <a:gd name="T108" fmla="*/ 2147483646 w 886"/>
                <a:gd name="T109" fmla="*/ 2147483646 h 352"/>
                <a:gd name="T110" fmla="*/ 2147483646 w 886"/>
                <a:gd name="T111" fmla="*/ 2147483646 h 352"/>
                <a:gd name="T112" fmla="*/ 2147483646 w 886"/>
                <a:gd name="T113" fmla="*/ 2147483646 h 352"/>
                <a:gd name="T114" fmla="*/ 2147483646 w 886"/>
                <a:gd name="T115" fmla="*/ 2147483646 h 352"/>
                <a:gd name="T116" fmla="*/ 2147483646 w 886"/>
                <a:gd name="T117" fmla="*/ 2147483646 h 352"/>
                <a:gd name="T118" fmla="*/ 2147483646 w 886"/>
                <a:gd name="T119" fmla="*/ 2147483646 h 352"/>
                <a:gd name="T120" fmla="*/ 2147483646 w 886"/>
                <a:gd name="T121" fmla="*/ 2147483646 h 3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6" h="352">
                  <a:moveTo>
                    <a:pt x="0" y="352"/>
                  </a:moveTo>
                  <a:lnTo>
                    <a:pt x="34" y="352"/>
                  </a:lnTo>
                  <a:lnTo>
                    <a:pt x="66" y="352"/>
                  </a:lnTo>
                  <a:lnTo>
                    <a:pt x="96" y="352"/>
                  </a:lnTo>
                  <a:lnTo>
                    <a:pt x="123" y="352"/>
                  </a:lnTo>
                  <a:lnTo>
                    <a:pt x="149" y="352"/>
                  </a:lnTo>
                  <a:lnTo>
                    <a:pt x="173" y="352"/>
                  </a:lnTo>
                  <a:lnTo>
                    <a:pt x="195" y="352"/>
                  </a:lnTo>
                  <a:lnTo>
                    <a:pt x="216" y="352"/>
                  </a:lnTo>
                  <a:lnTo>
                    <a:pt x="235" y="352"/>
                  </a:lnTo>
                  <a:lnTo>
                    <a:pt x="253" y="352"/>
                  </a:lnTo>
                  <a:lnTo>
                    <a:pt x="268" y="352"/>
                  </a:lnTo>
                  <a:lnTo>
                    <a:pt x="283" y="352"/>
                  </a:lnTo>
                  <a:lnTo>
                    <a:pt x="296" y="352"/>
                  </a:lnTo>
                  <a:lnTo>
                    <a:pt x="310" y="352"/>
                  </a:lnTo>
                  <a:lnTo>
                    <a:pt x="320" y="352"/>
                  </a:lnTo>
                  <a:lnTo>
                    <a:pt x="330" y="352"/>
                  </a:lnTo>
                  <a:lnTo>
                    <a:pt x="339" y="352"/>
                  </a:lnTo>
                  <a:lnTo>
                    <a:pt x="347" y="352"/>
                  </a:lnTo>
                  <a:lnTo>
                    <a:pt x="354" y="352"/>
                  </a:lnTo>
                  <a:lnTo>
                    <a:pt x="360" y="352"/>
                  </a:lnTo>
                  <a:lnTo>
                    <a:pt x="366" y="352"/>
                  </a:lnTo>
                  <a:lnTo>
                    <a:pt x="370" y="352"/>
                  </a:lnTo>
                  <a:lnTo>
                    <a:pt x="375" y="352"/>
                  </a:lnTo>
                  <a:lnTo>
                    <a:pt x="378" y="352"/>
                  </a:lnTo>
                  <a:lnTo>
                    <a:pt x="382" y="352"/>
                  </a:lnTo>
                  <a:lnTo>
                    <a:pt x="385" y="352"/>
                  </a:lnTo>
                  <a:lnTo>
                    <a:pt x="388" y="352"/>
                  </a:lnTo>
                  <a:lnTo>
                    <a:pt x="390" y="352"/>
                  </a:lnTo>
                  <a:lnTo>
                    <a:pt x="393" y="350"/>
                  </a:lnTo>
                  <a:lnTo>
                    <a:pt x="396" y="350"/>
                  </a:lnTo>
                  <a:lnTo>
                    <a:pt x="397" y="350"/>
                  </a:lnTo>
                  <a:lnTo>
                    <a:pt x="400" y="350"/>
                  </a:lnTo>
                  <a:lnTo>
                    <a:pt x="403" y="350"/>
                  </a:lnTo>
                  <a:lnTo>
                    <a:pt x="405" y="350"/>
                  </a:lnTo>
                  <a:lnTo>
                    <a:pt x="407" y="350"/>
                  </a:lnTo>
                  <a:lnTo>
                    <a:pt x="409" y="350"/>
                  </a:lnTo>
                  <a:lnTo>
                    <a:pt x="410" y="350"/>
                  </a:lnTo>
                  <a:lnTo>
                    <a:pt x="412" y="349"/>
                  </a:lnTo>
                  <a:lnTo>
                    <a:pt x="413" y="349"/>
                  </a:lnTo>
                  <a:lnTo>
                    <a:pt x="416" y="349"/>
                  </a:lnTo>
                  <a:lnTo>
                    <a:pt x="418" y="349"/>
                  </a:lnTo>
                  <a:lnTo>
                    <a:pt x="419" y="349"/>
                  </a:lnTo>
                  <a:lnTo>
                    <a:pt x="421" y="349"/>
                  </a:lnTo>
                  <a:lnTo>
                    <a:pt x="422" y="349"/>
                  </a:lnTo>
                  <a:lnTo>
                    <a:pt x="424" y="349"/>
                  </a:lnTo>
                  <a:lnTo>
                    <a:pt x="425" y="349"/>
                  </a:lnTo>
                  <a:lnTo>
                    <a:pt x="427" y="349"/>
                  </a:lnTo>
                  <a:lnTo>
                    <a:pt x="428" y="349"/>
                  </a:lnTo>
                  <a:lnTo>
                    <a:pt x="430" y="349"/>
                  </a:lnTo>
                  <a:lnTo>
                    <a:pt x="430" y="347"/>
                  </a:lnTo>
                  <a:lnTo>
                    <a:pt x="431" y="347"/>
                  </a:lnTo>
                  <a:lnTo>
                    <a:pt x="433" y="347"/>
                  </a:lnTo>
                  <a:lnTo>
                    <a:pt x="434" y="347"/>
                  </a:lnTo>
                  <a:lnTo>
                    <a:pt x="436" y="347"/>
                  </a:lnTo>
                  <a:lnTo>
                    <a:pt x="437" y="347"/>
                  </a:lnTo>
                  <a:lnTo>
                    <a:pt x="439" y="347"/>
                  </a:lnTo>
                  <a:lnTo>
                    <a:pt x="440" y="347"/>
                  </a:lnTo>
                  <a:lnTo>
                    <a:pt x="442" y="346"/>
                  </a:lnTo>
                  <a:lnTo>
                    <a:pt x="445" y="346"/>
                  </a:lnTo>
                  <a:lnTo>
                    <a:pt x="446" y="346"/>
                  </a:lnTo>
                  <a:lnTo>
                    <a:pt x="448" y="346"/>
                  </a:lnTo>
                  <a:lnTo>
                    <a:pt x="451" y="346"/>
                  </a:lnTo>
                  <a:lnTo>
                    <a:pt x="452" y="344"/>
                  </a:lnTo>
                  <a:lnTo>
                    <a:pt x="455" y="344"/>
                  </a:lnTo>
                  <a:lnTo>
                    <a:pt x="458" y="344"/>
                  </a:lnTo>
                  <a:lnTo>
                    <a:pt x="459" y="344"/>
                  </a:lnTo>
                  <a:lnTo>
                    <a:pt x="461" y="344"/>
                  </a:lnTo>
                  <a:lnTo>
                    <a:pt x="464" y="343"/>
                  </a:lnTo>
                  <a:lnTo>
                    <a:pt x="465" y="343"/>
                  </a:lnTo>
                  <a:lnTo>
                    <a:pt x="467" y="343"/>
                  </a:lnTo>
                  <a:lnTo>
                    <a:pt x="468" y="343"/>
                  </a:lnTo>
                  <a:lnTo>
                    <a:pt x="470" y="343"/>
                  </a:lnTo>
                  <a:lnTo>
                    <a:pt x="471" y="341"/>
                  </a:lnTo>
                  <a:lnTo>
                    <a:pt x="473" y="341"/>
                  </a:lnTo>
                  <a:lnTo>
                    <a:pt x="474" y="341"/>
                  </a:lnTo>
                  <a:lnTo>
                    <a:pt x="476" y="341"/>
                  </a:lnTo>
                  <a:lnTo>
                    <a:pt x="477" y="341"/>
                  </a:lnTo>
                  <a:lnTo>
                    <a:pt x="479" y="340"/>
                  </a:lnTo>
                  <a:lnTo>
                    <a:pt x="480" y="340"/>
                  </a:lnTo>
                  <a:lnTo>
                    <a:pt x="482" y="340"/>
                  </a:lnTo>
                  <a:lnTo>
                    <a:pt x="483" y="340"/>
                  </a:lnTo>
                  <a:lnTo>
                    <a:pt x="485" y="338"/>
                  </a:lnTo>
                  <a:lnTo>
                    <a:pt x="486" y="338"/>
                  </a:lnTo>
                  <a:lnTo>
                    <a:pt x="488" y="338"/>
                  </a:lnTo>
                  <a:lnTo>
                    <a:pt x="489" y="338"/>
                  </a:lnTo>
                  <a:lnTo>
                    <a:pt x="491" y="337"/>
                  </a:lnTo>
                  <a:lnTo>
                    <a:pt x="492" y="337"/>
                  </a:lnTo>
                  <a:lnTo>
                    <a:pt x="494" y="337"/>
                  </a:lnTo>
                  <a:lnTo>
                    <a:pt x="496" y="335"/>
                  </a:lnTo>
                  <a:lnTo>
                    <a:pt x="498" y="335"/>
                  </a:lnTo>
                  <a:lnTo>
                    <a:pt x="501" y="334"/>
                  </a:lnTo>
                  <a:lnTo>
                    <a:pt x="502" y="334"/>
                  </a:lnTo>
                  <a:lnTo>
                    <a:pt x="505" y="332"/>
                  </a:lnTo>
                  <a:lnTo>
                    <a:pt x="508" y="332"/>
                  </a:lnTo>
                  <a:lnTo>
                    <a:pt x="511" y="331"/>
                  </a:lnTo>
                  <a:lnTo>
                    <a:pt x="513" y="331"/>
                  </a:lnTo>
                  <a:lnTo>
                    <a:pt x="516" y="329"/>
                  </a:lnTo>
                  <a:lnTo>
                    <a:pt x="519" y="329"/>
                  </a:lnTo>
                  <a:lnTo>
                    <a:pt x="520" y="328"/>
                  </a:lnTo>
                  <a:lnTo>
                    <a:pt x="522" y="328"/>
                  </a:lnTo>
                  <a:lnTo>
                    <a:pt x="525" y="326"/>
                  </a:lnTo>
                  <a:lnTo>
                    <a:pt x="526" y="326"/>
                  </a:lnTo>
                  <a:lnTo>
                    <a:pt x="528" y="326"/>
                  </a:lnTo>
                  <a:lnTo>
                    <a:pt x="529" y="325"/>
                  </a:lnTo>
                  <a:lnTo>
                    <a:pt x="531" y="325"/>
                  </a:lnTo>
                  <a:lnTo>
                    <a:pt x="532" y="323"/>
                  </a:lnTo>
                  <a:lnTo>
                    <a:pt x="534" y="323"/>
                  </a:lnTo>
                  <a:lnTo>
                    <a:pt x="535" y="323"/>
                  </a:lnTo>
                  <a:lnTo>
                    <a:pt x="537" y="322"/>
                  </a:lnTo>
                  <a:lnTo>
                    <a:pt x="538" y="322"/>
                  </a:lnTo>
                  <a:lnTo>
                    <a:pt x="539" y="320"/>
                  </a:lnTo>
                  <a:lnTo>
                    <a:pt x="541" y="320"/>
                  </a:lnTo>
                  <a:lnTo>
                    <a:pt x="542" y="320"/>
                  </a:lnTo>
                  <a:lnTo>
                    <a:pt x="544" y="319"/>
                  </a:lnTo>
                  <a:lnTo>
                    <a:pt x="545" y="319"/>
                  </a:lnTo>
                  <a:lnTo>
                    <a:pt x="547" y="317"/>
                  </a:lnTo>
                  <a:lnTo>
                    <a:pt x="548" y="317"/>
                  </a:lnTo>
                  <a:lnTo>
                    <a:pt x="550" y="316"/>
                  </a:lnTo>
                  <a:lnTo>
                    <a:pt x="551" y="316"/>
                  </a:lnTo>
                  <a:lnTo>
                    <a:pt x="553" y="314"/>
                  </a:lnTo>
                  <a:lnTo>
                    <a:pt x="556" y="314"/>
                  </a:lnTo>
                  <a:lnTo>
                    <a:pt x="557" y="313"/>
                  </a:lnTo>
                  <a:lnTo>
                    <a:pt x="559" y="312"/>
                  </a:lnTo>
                  <a:lnTo>
                    <a:pt x="562" y="310"/>
                  </a:lnTo>
                  <a:lnTo>
                    <a:pt x="563" y="310"/>
                  </a:lnTo>
                  <a:lnTo>
                    <a:pt x="566" y="309"/>
                  </a:lnTo>
                  <a:lnTo>
                    <a:pt x="569" y="307"/>
                  </a:lnTo>
                  <a:lnTo>
                    <a:pt x="571" y="306"/>
                  </a:lnTo>
                  <a:lnTo>
                    <a:pt x="572" y="306"/>
                  </a:lnTo>
                  <a:lnTo>
                    <a:pt x="574" y="304"/>
                  </a:lnTo>
                  <a:lnTo>
                    <a:pt x="577" y="304"/>
                  </a:lnTo>
                  <a:lnTo>
                    <a:pt x="578" y="303"/>
                  </a:lnTo>
                  <a:lnTo>
                    <a:pt x="580" y="301"/>
                  </a:lnTo>
                  <a:lnTo>
                    <a:pt x="581" y="301"/>
                  </a:lnTo>
                  <a:lnTo>
                    <a:pt x="582" y="300"/>
                  </a:lnTo>
                  <a:lnTo>
                    <a:pt x="584" y="300"/>
                  </a:lnTo>
                  <a:lnTo>
                    <a:pt x="585" y="298"/>
                  </a:lnTo>
                  <a:lnTo>
                    <a:pt x="587" y="298"/>
                  </a:lnTo>
                  <a:lnTo>
                    <a:pt x="588" y="297"/>
                  </a:lnTo>
                  <a:lnTo>
                    <a:pt x="590" y="297"/>
                  </a:lnTo>
                  <a:lnTo>
                    <a:pt x="590" y="295"/>
                  </a:lnTo>
                  <a:lnTo>
                    <a:pt x="591" y="295"/>
                  </a:lnTo>
                  <a:lnTo>
                    <a:pt x="593" y="295"/>
                  </a:lnTo>
                  <a:lnTo>
                    <a:pt x="594" y="294"/>
                  </a:lnTo>
                  <a:lnTo>
                    <a:pt x="596" y="294"/>
                  </a:lnTo>
                  <a:lnTo>
                    <a:pt x="596" y="292"/>
                  </a:lnTo>
                  <a:lnTo>
                    <a:pt x="597" y="292"/>
                  </a:lnTo>
                  <a:lnTo>
                    <a:pt x="599" y="291"/>
                  </a:lnTo>
                  <a:lnTo>
                    <a:pt x="600" y="291"/>
                  </a:lnTo>
                  <a:lnTo>
                    <a:pt x="602" y="289"/>
                  </a:lnTo>
                  <a:lnTo>
                    <a:pt x="603" y="289"/>
                  </a:lnTo>
                  <a:lnTo>
                    <a:pt x="605" y="288"/>
                  </a:lnTo>
                  <a:lnTo>
                    <a:pt x="606" y="286"/>
                  </a:lnTo>
                  <a:lnTo>
                    <a:pt x="609" y="286"/>
                  </a:lnTo>
                  <a:lnTo>
                    <a:pt x="611" y="285"/>
                  </a:lnTo>
                  <a:lnTo>
                    <a:pt x="612" y="283"/>
                  </a:lnTo>
                  <a:lnTo>
                    <a:pt x="615" y="282"/>
                  </a:lnTo>
                  <a:lnTo>
                    <a:pt x="617" y="282"/>
                  </a:lnTo>
                  <a:lnTo>
                    <a:pt x="618" y="280"/>
                  </a:lnTo>
                  <a:lnTo>
                    <a:pt x="621" y="279"/>
                  </a:lnTo>
                  <a:lnTo>
                    <a:pt x="623" y="279"/>
                  </a:lnTo>
                  <a:lnTo>
                    <a:pt x="624" y="277"/>
                  </a:lnTo>
                  <a:lnTo>
                    <a:pt x="625" y="276"/>
                  </a:lnTo>
                  <a:lnTo>
                    <a:pt x="627" y="276"/>
                  </a:lnTo>
                  <a:lnTo>
                    <a:pt x="628" y="274"/>
                  </a:lnTo>
                  <a:lnTo>
                    <a:pt x="630" y="274"/>
                  </a:lnTo>
                  <a:lnTo>
                    <a:pt x="631" y="273"/>
                  </a:lnTo>
                  <a:lnTo>
                    <a:pt x="633" y="273"/>
                  </a:lnTo>
                  <a:lnTo>
                    <a:pt x="633" y="271"/>
                  </a:lnTo>
                  <a:lnTo>
                    <a:pt x="634" y="271"/>
                  </a:lnTo>
                  <a:lnTo>
                    <a:pt x="636" y="270"/>
                  </a:lnTo>
                  <a:lnTo>
                    <a:pt x="637" y="270"/>
                  </a:lnTo>
                  <a:lnTo>
                    <a:pt x="639" y="268"/>
                  </a:lnTo>
                  <a:lnTo>
                    <a:pt x="640" y="267"/>
                  </a:lnTo>
                  <a:lnTo>
                    <a:pt x="642" y="267"/>
                  </a:lnTo>
                  <a:lnTo>
                    <a:pt x="643" y="266"/>
                  </a:lnTo>
                  <a:lnTo>
                    <a:pt x="645" y="266"/>
                  </a:lnTo>
                  <a:lnTo>
                    <a:pt x="646" y="264"/>
                  </a:lnTo>
                  <a:lnTo>
                    <a:pt x="648" y="264"/>
                  </a:lnTo>
                  <a:lnTo>
                    <a:pt x="648" y="263"/>
                  </a:lnTo>
                  <a:lnTo>
                    <a:pt x="649" y="261"/>
                  </a:lnTo>
                  <a:lnTo>
                    <a:pt x="651" y="261"/>
                  </a:lnTo>
                  <a:lnTo>
                    <a:pt x="654" y="260"/>
                  </a:lnTo>
                  <a:lnTo>
                    <a:pt x="655" y="258"/>
                  </a:lnTo>
                  <a:lnTo>
                    <a:pt x="657" y="257"/>
                  </a:lnTo>
                  <a:lnTo>
                    <a:pt x="658" y="257"/>
                  </a:lnTo>
                  <a:lnTo>
                    <a:pt x="660" y="255"/>
                  </a:lnTo>
                  <a:lnTo>
                    <a:pt x="661" y="255"/>
                  </a:lnTo>
                  <a:lnTo>
                    <a:pt x="663" y="254"/>
                  </a:lnTo>
                  <a:lnTo>
                    <a:pt x="663" y="252"/>
                  </a:lnTo>
                  <a:lnTo>
                    <a:pt x="664" y="252"/>
                  </a:lnTo>
                  <a:lnTo>
                    <a:pt x="666" y="251"/>
                  </a:lnTo>
                  <a:lnTo>
                    <a:pt x="667" y="251"/>
                  </a:lnTo>
                  <a:lnTo>
                    <a:pt x="667" y="249"/>
                  </a:lnTo>
                  <a:lnTo>
                    <a:pt x="668" y="249"/>
                  </a:lnTo>
                  <a:lnTo>
                    <a:pt x="670" y="249"/>
                  </a:lnTo>
                  <a:lnTo>
                    <a:pt x="670" y="248"/>
                  </a:lnTo>
                  <a:lnTo>
                    <a:pt x="671" y="248"/>
                  </a:lnTo>
                  <a:lnTo>
                    <a:pt x="673" y="246"/>
                  </a:lnTo>
                  <a:lnTo>
                    <a:pt x="674" y="246"/>
                  </a:lnTo>
                  <a:lnTo>
                    <a:pt x="674" y="245"/>
                  </a:lnTo>
                  <a:lnTo>
                    <a:pt x="676" y="245"/>
                  </a:lnTo>
                  <a:lnTo>
                    <a:pt x="676" y="243"/>
                  </a:lnTo>
                  <a:lnTo>
                    <a:pt x="677" y="243"/>
                  </a:lnTo>
                  <a:lnTo>
                    <a:pt x="679" y="242"/>
                  </a:lnTo>
                  <a:lnTo>
                    <a:pt x="680" y="240"/>
                  </a:lnTo>
                  <a:lnTo>
                    <a:pt x="682" y="239"/>
                  </a:lnTo>
                  <a:lnTo>
                    <a:pt x="683" y="239"/>
                  </a:lnTo>
                  <a:lnTo>
                    <a:pt x="683" y="237"/>
                  </a:lnTo>
                  <a:lnTo>
                    <a:pt x="685" y="237"/>
                  </a:lnTo>
                  <a:lnTo>
                    <a:pt x="686" y="236"/>
                  </a:lnTo>
                  <a:lnTo>
                    <a:pt x="688" y="236"/>
                  </a:lnTo>
                  <a:lnTo>
                    <a:pt x="688" y="234"/>
                  </a:lnTo>
                  <a:lnTo>
                    <a:pt x="689" y="233"/>
                  </a:lnTo>
                  <a:lnTo>
                    <a:pt x="691" y="233"/>
                  </a:lnTo>
                  <a:lnTo>
                    <a:pt x="691" y="231"/>
                  </a:lnTo>
                  <a:lnTo>
                    <a:pt x="692" y="231"/>
                  </a:lnTo>
                  <a:lnTo>
                    <a:pt x="694" y="231"/>
                  </a:lnTo>
                  <a:lnTo>
                    <a:pt x="694" y="230"/>
                  </a:lnTo>
                  <a:lnTo>
                    <a:pt x="695" y="230"/>
                  </a:lnTo>
                  <a:lnTo>
                    <a:pt x="695" y="228"/>
                  </a:lnTo>
                  <a:lnTo>
                    <a:pt x="697" y="228"/>
                  </a:lnTo>
                  <a:lnTo>
                    <a:pt x="698" y="227"/>
                  </a:lnTo>
                  <a:lnTo>
                    <a:pt x="700" y="225"/>
                  </a:lnTo>
                  <a:lnTo>
                    <a:pt x="701" y="225"/>
                  </a:lnTo>
                  <a:lnTo>
                    <a:pt x="701" y="224"/>
                  </a:lnTo>
                  <a:lnTo>
                    <a:pt x="703" y="224"/>
                  </a:lnTo>
                  <a:lnTo>
                    <a:pt x="704" y="223"/>
                  </a:lnTo>
                  <a:lnTo>
                    <a:pt x="706" y="223"/>
                  </a:lnTo>
                  <a:lnTo>
                    <a:pt x="706" y="221"/>
                  </a:lnTo>
                  <a:lnTo>
                    <a:pt x="707" y="221"/>
                  </a:lnTo>
                  <a:lnTo>
                    <a:pt x="709" y="220"/>
                  </a:lnTo>
                  <a:lnTo>
                    <a:pt x="710" y="218"/>
                  </a:lnTo>
                  <a:lnTo>
                    <a:pt x="711" y="218"/>
                  </a:lnTo>
                  <a:lnTo>
                    <a:pt x="713" y="217"/>
                  </a:lnTo>
                  <a:lnTo>
                    <a:pt x="714" y="215"/>
                  </a:lnTo>
                  <a:lnTo>
                    <a:pt x="716" y="215"/>
                  </a:lnTo>
                  <a:lnTo>
                    <a:pt x="716" y="214"/>
                  </a:lnTo>
                  <a:lnTo>
                    <a:pt x="717" y="214"/>
                  </a:lnTo>
                  <a:lnTo>
                    <a:pt x="719" y="212"/>
                  </a:lnTo>
                  <a:lnTo>
                    <a:pt x="720" y="212"/>
                  </a:lnTo>
                  <a:lnTo>
                    <a:pt x="720" y="211"/>
                  </a:lnTo>
                  <a:lnTo>
                    <a:pt x="722" y="211"/>
                  </a:lnTo>
                  <a:lnTo>
                    <a:pt x="723" y="209"/>
                  </a:lnTo>
                  <a:lnTo>
                    <a:pt x="725" y="209"/>
                  </a:lnTo>
                  <a:lnTo>
                    <a:pt x="725" y="208"/>
                  </a:lnTo>
                  <a:lnTo>
                    <a:pt x="726" y="208"/>
                  </a:lnTo>
                  <a:lnTo>
                    <a:pt x="726" y="206"/>
                  </a:lnTo>
                  <a:lnTo>
                    <a:pt x="728" y="206"/>
                  </a:lnTo>
                  <a:lnTo>
                    <a:pt x="729" y="205"/>
                  </a:lnTo>
                  <a:lnTo>
                    <a:pt x="731" y="203"/>
                  </a:lnTo>
                  <a:lnTo>
                    <a:pt x="732" y="202"/>
                  </a:lnTo>
                  <a:lnTo>
                    <a:pt x="734" y="200"/>
                  </a:lnTo>
                  <a:lnTo>
                    <a:pt x="735" y="199"/>
                  </a:lnTo>
                  <a:lnTo>
                    <a:pt x="737" y="197"/>
                  </a:lnTo>
                  <a:lnTo>
                    <a:pt x="738" y="196"/>
                  </a:lnTo>
                  <a:lnTo>
                    <a:pt x="740" y="194"/>
                  </a:lnTo>
                  <a:lnTo>
                    <a:pt x="741" y="193"/>
                  </a:lnTo>
                  <a:lnTo>
                    <a:pt x="741" y="191"/>
                  </a:lnTo>
                  <a:lnTo>
                    <a:pt x="743" y="190"/>
                  </a:lnTo>
                  <a:lnTo>
                    <a:pt x="744" y="188"/>
                  </a:lnTo>
                  <a:lnTo>
                    <a:pt x="746" y="187"/>
                  </a:lnTo>
                  <a:lnTo>
                    <a:pt x="747" y="185"/>
                  </a:lnTo>
                  <a:lnTo>
                    <a:pt x="749" y="185"/>
                  </a:lnTo>
                  <a:lnTo>
                    <a:pt x="750" y="184"/>
                  </a:lnTo>
                  <a:lnTo>
                    <a:pt x="752" y="182"/>
                  </a:lnTo>
                  <a:lnTo>
                    <a:pt x="752" y="181"/>
                  </a:lnTo>
                  <a:lnTo>
                    <a:pt x="753" y="180"/>
                  </a:lnTo>
                  <a:lnTo>
                    <a:pt x="754" y="180"/>
                  </a:lnTo>
                  <a:lnTo>
                    <a:pt x="754" y="178"/>
                  </a:lnTo>
                  <a:lnTo>
                    <a:pt x="756" y="177"/>
                  </a:lnTo>
                  <a:lnTo>
                    <a:pt x="757" y="175"/>
                  </a:lnTo>
                  <a:lnTo>
                    <a:pt x="759" y="174"/>
                  </a:lnTo>
                  <a:lnTo>
                    <a:pt x="760" y="172"/>
                  </a:lnTo>
                  <a:lnTo>
                    <a:pt x="762" y="171"/>
                  </a:lnTo>
                  <a:lnTo>
                    <a:pt x="762" y="169"/>
                  </a:lnTo>
                  <a:lnTo>
                    <a:pt x="763" y="169"/>
                  </a:lnTo>
                  <a:lnTo>
                    <a:pt x="763" y="168"/>
                  </a:lnTo>
                  <a:lnTo>
                    <a:pt x="765" y="166"/>
                  </a:lnTo>
                  <a:lnTo>
                    <a:pt x="766" y="166"/>
                  </a:lnTo>
                  <a:lnTo>
                    <a:pt x="766" y="165"/>
                  </a:lnTo>
                  <a:lnTo>
                    <a:pt x="768" y="163"/>
                  </a:lnTo>
                  <a:lnTo>
                    <a:pt x="769" y="162"/>
                  </a:lnTo>
                  <a:lnTo>
                    <a:pt x="771" y="160"/>
                  </a:lnTo>
                  <a:lnTo>
                    <a:pt x="771" y="159"/>
                  </a:lnTo>
                  <a:lnTo>
                    <a:pt x="772" y="157"/>
                  </a:lnTo>
                  <a:lnTo>
                    <a:pt x="774" y="156"/>
                  </a:lnTo>
                  <a:lnTo>
                    <a:pt x="775" y="154"/>
                  </a:lnTo>
                  <a:lnTo>
                    <a:pt x="777" y="151"/>
                  </a:lnTo>
                  <a:lnTo>
                    <a:pt x="778" y="150"/>
                  </a:lnTo>
                  <a:lnTo>
                    <a:pt x="781" y="148"/>
                  </a:lnTo>
                  <a:lnTo>
                    <a:pt x="783" y="145"/>
                  </a:lnTo>
                  <a:lnTo>
                    <a:pt x="784" y="144"/>
                  </a:lnTo>
                  <a:lnTo>
                    <a:pt x="786" y="142"/>
                  </a:lnTo>
                  <a:lnTo>
                    <a:pt x="786" y="141"/>
                  </a:lnTo>
                  <a:lnTo>
                    <a:pt x="787" y="139"/>
                  </a:lnTo>
                  <a:lnTo>
                    <a:pt x="789" y="138"/>
                  </a:lnTo>
                  <a:lnTo>
                    <a:pt x="790" y="137"/>
                  </a:lnTo>
                  <a:lnTo>
                    <a:pt x="792" y="135"/>
                  </a:lnTo>
                  <a:lnTo>
                    <a:pt x="792" y="134"/>
                  </a:lnTo>
                  <a:lnTo>
                    <a:pt x="793" y="134"/>
                  </a:lnTo>
                  <a:lnTo>
                    <a:pt x="795" y="132"/>
                  </a:lnTo>
                  <a:lnTo>
                    <a:pt x="795" y="131"/>
                  </a:lnTo>
                  <a:lnTo>
                    <a:pt x="796" y="129"/>
                  </a:lnTo>
                  <a:lnTo>
                    <a:pt x="796" y="128"/>
                  </a:lnTo>
                  <a:lnTo>
                    <a:pt x="797" y="128"/>
                  </a:lnTo>
                  <a:lnTo>
                    <a:pt x="797" y="126"/>
                  </a:lnTo>
                  <a:lnTo>
                    <a:pt x="799" y="125"/>
                  </a:lnTo>
                  <a:lnTo>
                    <a:pt x="800" y="123"/>
                  </a:lnTo>
                  <a:lnTo>
                    <a:pt x="802" y="122"/>
                  </a:lnTo>
                  <a:lnTo>
                    <a:pt x="803" y="120"/>
                  </a:lnTo>
                  <a:lnTo>
                    <a:pt x="803" y="119"/>
                  </a:lnTo>
                  <a:lnTo>
                    <a:pt x="805" y="117"/>
                  </a:lnTo>
                  <a:lnTo>
                    <a:pt x="806" y="116"/>
                  </a:lnTo>
                  <a:lnTo>
                    <a:pt x="808" y="114"/>
                  </a:lnTo>
                  <a:lnTo>
                    <a:pt x="808" y="113"/>
                  </a:lnTo>
                  <a:lnTo>
                    <a:pt x="809" y="110"/>
                  </a:lnTo>
                  <a:lnTo>
                    <a:pt x="811" y="108"/>
                  </a:lnTo>
                  <a:lnTo>
                    <a:pt x="812" y="107"/>
                  </a:lnTo>
                  <a:lnTo>
                    <a:pt x="814" y="104"/>
                  </a:lnTo>
                  <a:lnTo>
                    <a:pt x="815" y="102"/>
                  </a:lnTo>
                  <a:lnTo>
                    <a:pt x="818" y="99"/>
                  </a:lnTo>
                  <a:lnTo>
                    <a:pt x="820" y="98"/>
                  </a:lnTo>
                  <a:lnTo>
                    <a:pt x="821" y="95"/>
                  </a:lnTo>
                  <a:lnTo>
                    <a:pt x="823" y="94"/>
                  </a:lnTo>
                  <a:lnTo>
                    <a:pt x="823" y="92"/>
                  </a:lnTo>
                  <a:lnTo>
                    <a:pt x="824" y="89"/>
                  </a:lnTo>
                  <a:lnTo>
                    <a:pt x="826" y="88"/>
                  </a:lnTo>
                  <a:lnTo>
                    <a:pt x="827" y="86"/>
                  </a:lnTo>
                  <a:lnTo>
                    <a:pt x="829" y="85"/>
                  </a:lnTo>
                  <a:lnTo>
                    <a:pt x="829" y="83"/>
                  </a:lnTo>
                  <a:lnTo>
                    <a:pt x="830" y="82"/>
                  </a:lnTo>
                  <a:lnTo>
                    <a:pt x="832" y="80"/>
                  </a:lnTo>
                  <a:lnTo>
                    <a:pt x="833" y="79"/>
                  </a:lnTo>
                  <a:lnTo>
                    <a:pt x="833" y="77"/>
                  </a:lnTo>
                  <a:lnTo>
                    <a:pt x="835" y="76"/>
                  </a:lnTo>
                  <a:lnTo>
                    <a:pt x="836" y="74"/>
                  </a:lnTo>
                  <a:lnTo>
                    <a:pt x="836" y="73"/>
                  </a:lnTo>
                  <a:lnTo>
                    <a:pt x="838" y="71"/>
                  </a:lnTo>
                  <a:lnTo>
                    <a:pt x="839" y="70"/>
                  </a:lnTo>
                  <a:lnTo>
                    <a:pt x="840" y="68"/>
                  </a:lnTo>
                  <a:lnTo>
                    <a:pt x="842" y="67"/>
                  </a:lnTo>
                  <a:lnTo>
                    <a:pt x="842" y="65"/>
                  </a:lnTo>
                  <a:lnTo>
                    <a:pt x="843" y="64"/>
                  </a:lnTo>
                  <a:lnTo>
                    <a:pt x="845" y="61"/>
                  </a:lnTo>
                  <a:lnTo>
                    <a:pt x="846" y="59"/>
                  </a:lnTo>
                  <a:lnTo>
                    <a:pt x="848" y="58"/>
                  </a:lnTo>
                  <a:lnTo>
                    <a:pt x="849" y="56"/>
                  </a:lnTo>
                  <a:lnTo>
                    <a:pt x="851" y="53"/>
                  </a:lnTo>
                  <a:lnTo>
                    <a:pt x="852" y="52"/>
                  </a:lnTo>
                  <a:lnTo>
                    <a:pt x="854" y="49"/>
                  </a:lnTo>
                  <a:lnTo>
                    <a:pt x="855" y="46"/>
                  </a:lnTo>
                  <a:lnTo>
                    <a:pt x="857" y="45"/>
                  </a:lnTo>
                  <a:lnTo>
                    <a:pt x="858" y="42"/>
                  </a:lnTo>
                  <a:lnTo>
                    <a:pt x="860" y="40"/>
                  </a:lnTo>
                  <a:lnTo>
                    <a:pt x="861" y="39"/>
                  </a:lnTo>
                  <a:lnTo>
                    <a:pt x="863" y="37"/>
                  </a:lnTo>
                  <a:lnTo>
                    <a:pt x="864" y="34"/>
                  </a:lnTo>
                  <a:lnTo>
                    <a:pt x="866" y="33"/>
                  </a:lnTo>
                  <a:lnTo>
                    <a:pt x="866" y="31"/>
                  </a:lnTo>
                  <a:lnTo>
                    <a:pt x="867" y="30"/>
                  </a:lnTo>
                  <a:lnTo>
                    <a:pt x="869" y="28"/>
                  </a:lnTo>
                  <a:lnTo>
                    <a:pt x="869" y="27"/>
                  </a:lnTo>
                  <a:lnTo>
                    <a:pt x="870" y="27"/>
                  </a:lnTo>
                  <a:lnTo>
                    <a:pt x="872" y="25"/>
                  </a:lnTo>
                  <a:lnTo>
                    <a:pt x="872" y="24"/>
                  </a:lnTo>
                  <a:lnTo>
                    <a:pt x="873" y="22"/>
                  </a:lnTo>
                  <a:lnTo>
                    <a:pt x="873" y="21"/>
                  </a:lnTo>
                  <a:lnTo>
                    <a:pt x="875" y="21"/>
                  </a:lnTo>
                  <a:lnTo>
                    <a:pt x="875" y="19"/>
                  </a:lnTo>
                  <a:lnTo>
                    <a:pt x="876" y="18"/>
                  </a:lnTo>
                  <a:lnTo>
                    <a:pt x="876" y="16"/>
                  </a:lnTo>
                  <a:lnTo>
                    <a:pt x="878" y="16"/>
                  </a:lnTo>
                  <a:lnTo>
                    <a:pt x="878" y="15"/>
                  </a:lnTo>
                  <a:lnTo>
                    <a:pt x="879" y="13"/>
                  </a:lnTo>
                  <a:lnTo>
                    <a:pt x="879" y="12"/>
                  </a:lnTo>
                  <a:lnTo>
                    <a:pt x="881" y="10"/>
                  </a:lnTo>
                  <a:lnTo>
                    <a:pt x="881" y="9"/>
                  </a:lnTo>
                  <a:lnTo>
                    <a:pt x="882" y="8"/>
                  </a:lnTo>
                  <a:lnTo>
                    <a:pt x="883" y="6"/>
                  </a:lnTo>
                  <a:lnTo>
                    <a:pt x="883" y="3"/>
                  </a:lnTo>
                  <a:lnTo>
                    <a:pt x="885" y="2"/>
                  </a:lnTo>
                  <a:lnTo>
                    <a:pt x="886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19" name="Freeform 8">
              <a:extLst>
                <a:ext uri="{FF2B5EF4-FFF2-40B4-BE49-F238E27FC236}">
                  <a16:creationId xmlns:a16="http://schemas.microsoft.com/office/drawing/2014/main" id="{EDD867B7-B76B-44E5-884E-64A5C3433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5963" y="2492375"/>
              <a:ext cx="82550" cy="282575"/>
            </a:xfrm>
            <a:custGeom>
              <a:avLst/>
              <a:gdLst>
                <a:gd name="T0" fmla="*/ 2147483646 w 105"/>
                <a:gd name="T1" fmla="*/ 2147483646 h 354"/>
                <a:gd name="T2" fmla="*/ 2147483646 w 105"/>
                <a:gd name="T3" fmla="*/ 2147483646 h 354"/>
                <a:gd name="T4" fmla="*/ 2147483646 w 105"/>
                <a:gd name="T5" fmla="*/ 2147483646 h 354"/>
                <a:gd name="T6" fmla="*/ 2147483646 w 105"/>
                <a:gd name="T7" fmla="*/ 2147483646 h 354"/>
                <a:gd name="T8" fmla="*/ 2147483646 w 105"/>
                <a:gd name="T9" fmla="*/ 2147483646 h 354"/>
                <a:gd name="T10" fmla="*/ 2147483646 w 105"/>
                <a:gd name="T11" fmla="*/ 2147483646 h 354"/>
                <a:gd name="T12" fmla="*/ 2147483646 w 105"/>
                <a:gd name="T13" fmla="*/ 2147483646 h 354"/>
                <a:gd name="T14" fmla="*/ 2147483646 w 105"/>
                <a:gd name="T15" fmla="*/ 2147483646 h 354"/>
                <a:gd name="T16" fmla="*/ 2147483646 w 105"/>
                <a:gd name="T17" fmla="*/ 2147483646 h 354"/>
                <a:gd name="T18" fmla="*/ 2147483646 w 105"/>
                <a:gd name="T19" fmla="*/ 2147483646 h 354"/>
                <a:gd name="T20" fmla="*/ 2147483646 w 105"/>
                <a:gd name="T21" fmla="*/ 2147483646 h 354"/>
                <a:gd name="T22" fmla="*/ 2147483646 w 105"/>
                <a:gd name="T23" fmla="*/ 2147483646 h 354"/>
                <a:gd name="T24" fmla="*/ 2147483646 w 105"/>
                <a:gd name="T25" fmla="*/ 2147483646 h 354"/>
                <a:gd name="T26" fmla="*/ 2147483646 w 105"/>
                <a:gd name="T27" fmla="*/ 2147483646 h 354"/>
                <a:gd name="T28" fmla="*/ 2147483646 w 105"/>
                <a:gd name="T29" fmla="*/ 2147483646 h 354"/>
                <a:gd name="T30" fmla="*/ 2147483646 w 105"/>
                <a:gd name="T31" fmla="*/ 2147483646 h 354"/>
                <a:gd name="T32" fmla="*/ 2147483646 w 105"/>
                <a:gd name="T33" fmla="*/ 2147483646 h 354"/>
                <a:gd name="T34" fmla="*/ 2147483646 w 105"/>
                <a:gd name="T35" fmla="*/ 2147483646 h 354"/>
                <a:gd name="T36" fmla="*/ 2147483646 w 105"/>
                <a:gd name="T37" fmla="*/ 2147483646 h 354"/>
                <a:gd name="T38" fmla="*/ 2147483646 w 105"/>
                <a:gd name="T39" fmla="*/ 2147483646 h 354"/>
                <a:gd name="T40" fmla="*/ 2147483646 w 105"/>
                <a:gd name="T41" fmla="*/ 2147483646 h 354"/>
                <a:gd name="T42" fmla="*/ 2147483646 w 105"/>
                <a:gd name="T43" fmla="*/ 2147483646 h 354"/>
                <a:gd name="T44" fmla="*/ 2147483646 w 105"/>
                <a:gd name="T45" fmla="*/ 2147483646 h 354"/>
                <a:gd name="T46" fmla="*/ 2147483646 w 105"/>
                <a:gd name="T47" fmla="*/ 2147483646 h 354"/>
                <a:gd name="T48" fmla="*/ 2147483646 w 105"/>
                <a:gd name="T49" fmla="*/ 2147483646 h 354"/>
                <a:gd name="T50" fmla="*/ 2147483646 w 105"/>
                <a:gd name="T51" fmla="*/ 2147483646 h 354"/>
                <a:gd name="T52" fmla="*/ 2147483646 w 105"/>
                <a:gd name="T53" fmla="*/ 2147483646 h 354"/>
                <a:gd name="T54" fmla="*/ 2147483646 w 105"/>
                <a:gd name="T55" fmla="*/ 2147483646 h 354"/>
                <a:gd name="T56" fmla="*/ 2147483646 w 105"/>
                <a:gd name="T57" fmla="*/ 2147483646 h 354"/>
                <a:gd name="T58" fmla="*/ 2147483646 w 105"/>
                <a:gd name="T59" fmla="*/ 2147483646 h 354"/>
                <a:gd name="T60" fmla="*/ 2147483646 w 105"/>
                <a:gd name="T61" fmla="*/ 2147483646 h 354"/>
                <a:gd name="T62" fmla="*/ 2147483646 w 105"/>
                <a:gd name="T63" fmla="*/ 2147483646 h 354"/>
                <a:gd name="T64" fmla="*/ 2147483646 w 105"/>
                <a:gd name="T65" fmla="*/ 2147483646 h 354"/>
                <a:gd name="T66" fmla="*/ 2147483646 w 105"/>
                <a:gd name="T67" fmla="*/ 2147483646 h 354"/>
                <a:gd name="T68" fmla="*/ 2147483646 w 105"/>
                <a:gd name="T69" fmla="*/ 2147483646 h 354"/>
                <a:gd name="T70" fmla="*/ 2147483646 w 105"/>
                <a:gd name="T71" fmla="*/ 2147483646 h 354"/>
                <a:gd name="T72" fmla="*/ 2147483646 w 105"/>
                <a:gd name="T73" fmla="*/ 2147483646 h 354"/>
                <a:gd name="T74" fmla="*/ 2147483646 w 105"/>
                <a:gd name="T75" fmla="*/ 2147483646 h 354"/>
                <a:gd name="T76" fmla="*/ 2147483646 w 105"/>
                <a:gd name="T77" fmla="*/ 2147483646 h 354"/>
                <a:gd name="T78" fmla="*/ 2147483646 w 105"/>
                <a:gd name="T79" fmla="*/ 2147483646 h 354"/>
                <a:gd name="T80" fmla="*/ 2147483646 w 105"/>
                <a:gd name="T81" fmla="*/ 2147483646 h 354"/>
                <a:gd name="T82" fmla="*/ 2147483646 w 105"/>
                <a:gd name="T83" fmla="*/ 2147483646 h 354"/>
                <a:gd name="T84" fmla="*/ 2147483646 w 105"/>
                <a:gd name="T85" fmla="*/ 2147483646 h 354"/>
                <a:gd name="T86" fmla="*/ 2147483646 w 105"/>
                <a:gd name="T87" fmla="*/ 2147483646 h 354"/>
                <a:gd name="T88" fmla="*/ 2147483646 w 105"/>
                <a:gd name="T89" fmla="*/ 2147483646 h 354"/>
                <a:gd name="T90" fmla="*/ 2147483646 w 105"/>
                <a:gd name="T91" fmla="*/ 2147483646 h 354"/>
                <a:gd name="T92" fmla="*/ 2147483646 w 105"/>
                <a:gd name="T93" fmla="*/ 2147483646 h 354"/>
                <a:gd name="T94" fmla="*/ 2147483646 w 105"/>
                <a:gd name="T95" fmla="*/ 2147483646 h 354"/>
                <a:gd name="T96" fmla="*/ 2147483646 w 105"/>
                <a:gd name="T97" fmla="*/ 2147483646 h 354"/>
                <a:gd name="T98" fmla="*/ 2147483646 w 105"/>
                <a:gd name="T99" fmla="*/ 2147483646 h 354"/>
                <a:gd name="T100" fmla="*/ 2147483646 w 105"/>
                <a:gd name="T101" fmla="*/ 2147483646 h 354"/>
                <a:gd name="T102" fmla="*/ 2147483646 w 105"/>
                <a:gd name="T103" fmla="*/ 2147483646 h 354"/>
                <a:gd name="T104" fmla="*/ 2147483646 w 105"/>
                <a:gd name="T105" fmla="*/ 2147483646 h 354"/>
                <a:gd name="T106" fmla="*/ 2147483646 w 105"/>
                <a:gd name="T107" fmla="*/ 2147483646 h 354"/>
                <a:gd name="T108" fmla="*/ 2147483646 w 105"/>
                <a:gd name="T109" fmla="*/ 2147483646 h 354"/>
                <a:gd name="T110" fmla="*/ 2147483646 w 105"/>
                <a:gd name="T111" fmla="*/ 2147483646 h 354"/>
                <a:gd name="T112" fmla="*/ 2147483646 w 105"/>
                <a:gd name="T113" fmla="*/ 2147483646 h 35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05" h="354">
                  <a:moveTo>
                    <a:pt x="0" y="0"/>
                  </a:moveTo>
                  <a:lnTo>
                    <a:pt x="3" y="4"/>
                  </a:lnTo>
                  <a:lnTo>
                    <a:pt x="4" y="7"/>
                  </a:lnTo>
                  <a:lnTo>
                    <a:pt x="6" y="10"/>
                  </a:lnTo>
                  <a:lnTo>
                    <a:pt x="9" y="15"/>
                  </a:lnTo>
                  <a:lnTo>
                    <a:pt x="10" y="17"/>
                  </a:lnTo>
                  <a:lnTo>
                    <a:pt x="12" y="19"/>
                  </a:lnTo>
                  <a:lnTo>
                    <a:pt x="13" y="22"/>
                  </a:lnTo>
                  <a:lnTo>
                    <a:pt x="15" y="25"/>
                  </a:lnTo>
                  <a:lnTo>
                    <a:pt x="16" y="26"/>
                  </a:lnTo>
                  <a:lnTo>
                    <a:pt x="16" y="29"/>
                  </a:lnTo>
                  <a:lnTo>
                    <a:pt x="18" y="31"/>
                  </a:lnTo>
                  <a:lnTo>
                    <a:pt x="19" y="34"/>
                  </a:lnTo>
                  <a:lnTo>
                    <a:pt x="19" y="35"/>
                  </a:lnTo>
                  <a:lnTo>
                    <a:pt x="21" y="37"/>
                  </a:lnTo>
                  <a:lnTo>
                    <a:pt x="22" y="38"/>
                  </a:lnTo>
                  <a:lnTo>
                    <a:pt x="22" y="40"/>
                  </a:lnTo>
                  <a:lnTo>
                    <a:pt x="24" y="41"/>
                  </a:lnTo>
                  <a:lnTo>
                    <a:pt x="24" y="43"/>
                  </a:lnTo>
                  <a:lnTo>
                    <a:pt x="25" y="44"/>
                  </a:lnTo>
                  <a:lnTo>
                    <a:pt x="25" y="46"/>
                  </a:lnTo>
                  <a:lnTo>
                    <a:pt x="27" y="47"/>
                  </a:lnTo>
                  <a:lnTo>
                    <a:pt x="27" y="49"/>
                  </a:lnTo>
                  <a:lnTo>
                    <a:pt x="27" y="50"/>
                  </a:lnTo>
                  <a:lnTo>
                    <a:pt x="28" y="52"/>
                  </a:lnTo>
                  <a:lnTo>
                    <a:pt x="28" y="53"/>
                  </a:lnTo>
                  <a:lnTo>
                    <a:pt x="29" y="55"/>
                  </a:lnTo>
                  <a:lnTo>
                    <a:pt x="29" y="56"/>
                  </a:lnTo>
                  <a:lnTo>
                    <a:pt x="31" y="58"/>
                  </a:lnTo>
                  <a:lnTo>
                    <a:pt x="31" y="59"/>
                  </a:lnTo>
                  <a:lnTo>
                    <a:pt x="32" y="60"/>
                  </a:lnTo>
                  <a:lnTo>
                    <a:pt x="32" y="62"/>
                  </a:lnTo>
                  <a:lnTo>
                    <a:pt x="34" y="65"/>
                  </a:lnTo>
                  <a:lnTo>
                    <a:pt x="34" y="66"/>
                  </a:lnTo>
                  <a:lnTo>
                    <a:pt x="35" y="68"/>
                  </a:lnTo>
                  <a:lnTo>
                    <a:pt x="35" y="71"/>
                  </a:lnTo>
                  <a:lnTo>
                    <a:pt x="37" y="72"/>
                  </a:lnTo>
                  <a:lnTo>
                    <a:pt x="37" y="74"/>
                  </a:lnTo>
                  <a:lnTo>
                    <a:pt x="38" y="75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40" y="80"/>
                  </a:lnTo>
                  <a:lnTo>
                    <a:pt x="40" y="81"/>
                  </a:lnTo>
                  <a:lnTo>
                    <a:pt x="41" y="83"/>
                  </a:lnTo>
                  <a:lnTo>
                    <a:pt x="41" y="84"/>
                  </a:lnTo>
                  <a:lnTo>
                    <a:pt x="41" y="86"/>
                  </a:lnTo>
                  <a:lnTo>
                    <a:pt x="43" y="86"/>
                  </a:lnTo>
                  <a:lnTo>
                    <a:pt x="43" y="87"/>
                  </a:lnTo>
                  <a:lnTo>
                    <a:pt x="43" y="89"/>
                  </a:lnTo>
                  <a:lnTo>
                    <a:pt x="44" y="90"/>
                  </a:lnTo>
                  <a:lnTo>
                    <a:pt x="44" y="92"/>
                  </a:lnTo>
                  <a:lnTo>
                    <a:pt x="46" y="93"/>
                  </a:lnTo>
                  <a:lnTo>
                    <a:pt x="46" y="95"/>
                  </a:lnTo>
                  <a:lnTo>
                    <a:pt x="46" y="96"/>
                  </a:lnTo>
                  <a:lnTo>
                    <a:pt x="47" y="98"/>
                  </a:lnTo>
                  <a:lnTo>
                    <a:pt x="47" y="99"/>
                  </a:lnTo>
                  <a:lnTo>
                    <a:pt x="49" y="102"/>
                  </a:lnTo>
                  <a:lnTo>
                    <a:pt x="49" y="103"/>
                  </a:lnTo>
                  <a:lnTo>
                    <a:pt x="50" y="105"/>
                  </a:lnTo>
                  <a:lnTo>
                    <a:pt x="50" y="106"/>
                  </a:lnTo>
                  <a:lnTo>
                    <a:pt x="52" y="109"/>
                  </a:lnTo>
                  <a:lnTo>
                    <a:pt x="52" y="111"/>
                  </a:lnTo>
                  <a:lnTo>
                    <a:pt x="53" y="114"/>
                  </a:lnTo>
                  <a:lnTo>
                    <a:pt x="55" y="117"/>
                  </a:lnTo>
                  <a:lnTo>
                    <a:pt x="55" y="118"/>
                  </a:lnTo>
                  <a:lnTo>
                    <a:pt x="56" y="121"/>
                  </a:lnTo>
                  <a:lnTo>
                    <a:pt x="56" y="123"/>
                  </a:lnTo>
                  <a:lnTo>
                    <a:pt x="58" y="124"/>
                  </a:lnTo>
                  <a:lnTo>
                    <a:pt x="58" y="127"/>
                  </a:lnTo>
                  <a:lnTo>
                    <a:pt x="59" y="129"/>
                  </a:lnTo>
                  <a:lnTo>
                    <a:pt x="59" y="130"/>
                  </a:lnTo>
                  <a:lnTo>
                    <a:pt x="59" y="132"/>
                  </a:lnTo>
                  <a:lnTo>
                    <a:pt x="61" y="133"/>
                  </a:lnTo>
                  <a:lnTo>
                    <a:pt x="61" y="135"/>
                  </a:lnTo>
                  <a:lnTo>
                    <a:pt x="61" y="136"/>
                  </a:lnTo>
                  <a:lnTo>
                    <a:pt x="62" y="136"/>
                  </a:lnTo>
                  <a:lnTo>
                    <a:pt x="62" y="138"/>
                  </a:lnTo>
                  <a:lnTo>
                    <a:pt x="62" y="139"/>
                  </a:lnTo>
                  <a:lnTo>
                    <a:pt x="64" y="141"/>
                  </a:lnTo>
                  <a:lnTo>
                    <a:pt x="64" y="142"/>
                  </a:lnTo>
                  <a:lnTo>
                    <a:pt x="64" y="144"/>
                  </a:lnTo>
                  <a:lnTo>
                    <a:pt x="64" y="145"/>
                  </a:lnTo>
                  <a:lnTo>
                    <a:pt x="65" y="146"/>
                  </a:lnTo>
                  <a:lnTo>
                    <a:pt x="65" y="148"/>
                  </a:lnTo>
                  <a:lnTo>
                    <a:pt x="67" y="149"/>
                  </a:lnTo>
                  <a:lnTo>
                    <a:pt x="67" y="151"/>
                  </a:lnTo>
                  <a:lnTo>
                    <a:pt x="67" y="154"/>
                  </a:lnTo>
                  <a:lnTo>
                    <a:pt x="68" y="155"/>
                  </a:lnTo>
                  <a:lnTo>
                    <a:pt x="68" y="157"/>
                  </a:lnTo>
                  <a:lnTo>
                    <a:pt x="68" y="158"/>
                  </a:lnTo>
                  <a:lnTo>
                    <a:pt x="70" y="161"/>
                  </a:lnTo>
                  <a:lnTo>
                    <a:pt x="70" y="163"/>
                  </a:lnTo>
                  <a:lnTo>
                    <a:pt x="71" y="166"/>
                  </a:lnTo>
                  <a:lnTo>
                    <a:pt x="71" y="167"/>
                  </a:lnTo>
                  <a:lnTo>
                    <a:pt x="72" y="170"/>
                  </a:lnTo>
                  <a:lnTo>
                    <a:pt x="72" y="172"/>
                  </a:lnTo>
                  <a:lnTo>
                    <a:pt x="74" y="175"/>
                  </a:lnTo>
                  <a:lnTo>
                    <a:pt x="74" y="176"/>
                  </a:lnTo>
                  <a:lnTo>
                    <a:pt x="75" y="179"/>
                  </a:lnTo>
                  <a:lnTo>
                    <a:pt x="75" y="181"/>
                  </a:lnTo>
                  <a:lnTo>
                    <a:pt x="75" y="182"/>
                  </a:lnTo>
                  <a:lnTo>
                    <a:pt x="77" y="184"/>
                  </a:lnTo>
                  <a:lnTo>
                    <a:pt x="77" y="185"/>
                  </a:lnTo>
                  <a:lnTo>
                    <a:pt x="77" y="187"/>
                  </a:lnTo>
                  <a:lnTo>
                    <a:pt x="78" y="188"/>
                  </a:lnTo>
                  <a:lnTo>
                    <a:pt x="78" y="189"/>
                  </a:lnTo>
                  <a:lnTo>
                    <a:pt x="78" y="191"/>
                  </a:lnTo>
                  <a:lnTo>
                    <a:pt x="78" y="192"/>
                  </a:lnTo>
                  <a:lnTo>
                    <a:pt x="80" y="194"/>
                  </a:lnTo>
                  <a:lnTo>
                    <a:pt x="80" y="195"/>
                  </a:lnTo>
                  <a:lnTo>
                    <a:pt x="80" y="197"/>
                  </a:lnTo>
                  <a:lnTo>
                    <a:pt x="81" y="198"/>
                  </a:lnTo>
                  <a:lnTo>
                    <a:pt x="81" y="200"/>
                  </a:lnTo>
                  <a:lnTo>
                    <a:pt x="81" y="201"/>
                  </a:lnTo>
                  <a:lnTo>
                    <a:pt x="83" y="203"/>
                  </a:lnTo>
                  <a:lnTo>
                    <a:pt x="83" y="204"/>
                  </a:lnTo>
                  <a:lnTo>
                    <a:pt x="83" y="206"/>
                  </a:lnTo>
                  <a:lnTo>
                    <a:pt x="83" y="207"/>
                  </a:lnTo>
                  <a:lnTo>
                    <a:pt x="84" y="209"/>
                  </a:lnTo>
                  <a:lnTo>
                    <a:pt x="84" y="210"/>
                  </a:lnTo>
                  <a:lnTo>
                    <a:pt x="86" y="212"/>
                  </a:lnTo>
                  <a:lnTo>
                    <a:pt x="86" y="215"/>
                  </a:lnTo>
                  <a:lnTo>
                    <a:pt x="86" y="216"/>
                  </a:lnTo>
                  <a:lnTo>
                    <a:pt x="87" y="219"/>
                  </a:lnTo>
                  <a:lnTo>
                    <a:pt x="87" y="221"/>
                  </a:lnTo>
                  <a:lnTo>
                    <a:pt x="89" y="224"/>
                  </a:lnTo>
                  <a:lnTo>
                    <a:pt x="89" y="227"/>
                  </a:lnTo>
                  <a:lnTo>
                    <a:pt x="90" y="228"/>
                  </a:lnTo>
                  <a:lnTo>
                    <a:pt x="90" y="230"/>
                  </a:lnTo>
                  <a:lnTo>
                    <a:pt x="92" y="232"/>
                  </a:lnTo>
                  <a:lnTo>
                    <a:pt x="92" y="234"/>
                  </a:lnTo>
                  <a:lnTo>
                    <a:pt x="92" y="235"/>
                  </a:lnTo>
                  <a:lnTo>
                    <a:pt x="93" y="237"/>
                  </a:lnTo>
                  <a:lnTo>
                    <a:pt x="93" y="238"/>
                  </a:lnTo>
                  <a:lnTo>
                    <a:pt x="93" y="240"/>
                  </a:lnTo>
                  <a:lnTo>
                    <a:pt x="95" y="241"/>
                  </a:lnTo>
                  <a:lnTo>
                    <a:pt x="95" y="243"/>
                  </a:lnTo>
                  <a:lnTo>
                    <a:pt x="95" y="244"/>
                  </a:lnTo>
                  <a:lnTo>
                    <a:pt x="95" y="246"/>
                  </a:lnTo>
                  <a:lnTo>
                    <a:pt x="95" y="247"/>
                  </a:lnTo>
                  <a:lnTo>
                    <a:pt x="96" y="247"/>
                  </a:lnTo>
                  <a:lnTo>
                    <a:pt x="96" y="249"/>
                  </a:lnTo>
                  <a:lnTo>
                    <a:pt x="96" y="250"/>
                  </a:lnTo>
                  <a:lnTo>
                    <a:pt x="96" y="252"/>
                  </a:lnTo>
                  <a:lnTo>
                    <a:pt x="96" y="253"/>
                  </a:lnTo>
                  <a:lnTo>
                    <a:pt x="96" y="255"/>
                  </a:lnTo>
                  <a:lnTo>
                    <a:pt x="96" y="256"/>
                  </a:lnTo>
                  <a:lnTo>
                    <a:pt x="98" y="258"/>
                  </a:lnTo>
                  <a:lnTo>
                    <a:pt x="98" y="259"/>
                  </a:lnTo>
                  <a:lnTo>
                    <a:pt x="98" y="261"/>
                  </a:lnTo>
                  <a:lnTo>
                    <a:pt x="98" y="262"/>
                  </a:lnTo>
                  <a:lnTo>
                    <a:pt x="98" y="264"/>
                  </a:lnTo>
                  <a:lnTo>
                    <a:pt x="98" y="265"/>
                  </a:lnTo>
                  <a:lnTo>
                    <a:pt x="98" y="267"/>
                  </a:lnTo>
                  <a:lnTo>
                    <a:pt x="98" y="270"/>
                  </a:lnTo>
                  <a:lnTo>
                    <a:pt x="98" y="271"/>
                  </a:lnTo>
                  <a:lnTo>
                    <a:pt x="99" y="274"/>
                  </a:lnTo>
                  <a:lnTo>
                    <a:pt x="99" y="275"/>
                  </a:lnTo>
                  <a:lnTo>
                    <a:pt x="99" y="277"/>
                  </a:lnTo>
                  <a:lnTo>
                    <a:pt x="99" y="278"/>
                  </a:lnTo>
                  <a:lnTo>
                    <a:pt x="99" y="281"/>
                  </a:lnTo>
                  <a:lnTo>
                    <a:pt x="99" y="283"/>
                  </a:lnTo>
                  <a:lnTo>
                    <a:pt x="99" y="284"/>
                  </a:lnTo>
                  <a:lnTo>
                    <a:pt x="99" y="286"/>
                  </a:lnTo>
                  <a:lnTo>
                    <a:pt x="99" y="287"/>
                  </a:lnTo>
                  <a:lnTo>
                    <a:pt x="99" y="289"/>
                  </a:lnTo>
                  <a:lnTo>
                    <a:pt x="99" y="290"/>
                  </a:lnTo>
                  <a:lnTo>
                    <a:pt x="101" y="290"/>
                  </a:lnTo>
                  <a:lnTo>
                    <a:pt x="101" y="292"/>
                  </a:lnTo>
                  <a:lnTo>
                    <a:pt x="101" y="293"/>
                  </a:lnTo>
                  <a:lnTo>
                    <a:pt x="101" y="295"/>
                  </a:lnTo>
                  <a:lnTo>
                    <a:pt x="101" y="296"/>
                  </a:lnTo>
                  <a:lnTo>
                    <a:pt x="101" y="298"/>
                  </a:lnTo>
                  <a:lnTo>
                    <a:pt x="101" y="299"/>
                  </a:lnTo>
                  <a:lnTo>
                    <a:pt x="101" y="301"/>
                  </a:lnTo>
                  <a:lnTo>
                    <a:pt x="102" y="301"/>
                  </a:lnTo>
                  <a:lnTo>
                    <a:pt x="102" y="302"/>
                  </a:lnTo>
                  <a:lnTo>
                    <a:pt x="102" y="304"/>
                  </a:lnTo>
                  <a:lnTo>
                    <a:pt x="102" y="305"/>
                  </a:lnTo>
                  <a:lnTo>
                    <a:pt x="102" y="307"/>
                  </a:lnTo>
                  <a:lnTo>
                    <a:pt x="102" y="308"/>
                  </a:lnTo>
                  <a:lnTo>
                    <a:pt x="104" y="310"/>
                  </a:lnTo>
                  <a:lnTo>
                    <a:pt x="104" y="311"/>
                  </a:lnTo>
                  <a:lnTo>
                    <a:pt x="104" y="313"/>
                  </a:lnTo>
                  <a:lnTo>
                    <a:pt x="104" y="314"/>
                  </a:lnTo>
                  <a:lnTo>
                    <a:pt x="104" y="316"/>
                  </a:lnTo>
                  <a:lnTo>
                    <a:pt x="105" y="316"/>
                  </a:lnTo>
                  <a:lnTo>
                    <a:pt x="105" y="317"/>
                  </a:lnTo>
                  <a:lnTo>
                    <a:pt x="105" y="319"/>
                  </a:lnTo>
                  <a:lnTo>
                    <a:pt x="105" y="320"/>
                  </a:lnTo>
                  <a:lnTo>
                    <a:pt x="105" y="321"/>
                  </a:lnTo>
                  <a:lnTo>
                    <a:pt x="105" y="323"/>
                  </a:lnTo>
                  <a:lnTo>
                    <a:pt x="105" y="324"/>
                  </a:lnTo>
                  <a:lnTo>
                    <a:pt x="105" y="326"/>
                  </a:lnTo>
                  <a:lnTo>
                    <a:pt x="105" y="327"/>
                  </a:lnTo>
                  <a:lnTo>
                    <a:pt x="105" y="329"/>
                  </a:lnTo>
                  <a:lnTo>
                    <a:pt x="105" y="330"/>
                  </a:lnTo>
                  <a:lnTo>
                    <a:pt x="105" y="332"/>
                  </a:lnTo>
                  <a:lnTo>
                    <a:pt x="105" y="333"/>
                  </a:lnTo>
                  <a:lnTo>
                    <a:pt x="105" y="335"/>
                  </a:lnTo>
                  <a:lnTo>
                    <a:pt x="105" y="338"/>
                  </a:lnTo>
                  <a:lnTo>
                    <a:pt x="105" y="339"/>
                  </a:lnTo>
                  <a:lnTo>
                    <a:pt x="105" y="341"/>
                  </a:lnTo>
                  <a:lnTo>
                    <a:pt x="105" y="344"/>
                  </a:lnTo>
                  <a:lnTo>
                    <a:pt x="104" y="345"/>
                  </a:lnTo>
                  <a:lnTo>
                    <a:pt x="104" y="348"/>
                  </a:lnTo>
                  <a:lnTo>
                    <a:pt x="104" y="351"/>
                  </a:lnTo>
                  <a:lnTo>
                    <a:pt x="104" y="35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20" name="Freeform 9">
              <a:extLst>
                <a:ext uri="{FF2B5EF4-FFF2-40B4-BE49-F238E27FC236}">
                  <a16:creationId xmlns:a16="http://schemas.microsoft.com/office/drawing/2014/main" id="{9005F172-1CA0-4D93-905B-2BFD7DE51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5963" y="2773362"/>
              <a:ext cx="82550" cy="279400"/>
            </a:xfrm>
            <a:custGeom>
              <a:avLst/>
              <a:gdLst>
                <a:gd name="T0" fmla="*/ 2147483646 w 105"/>
                <a:gd name="T1" fmla="*/ 2147483646 h 353"/>
                <a:gd name="T2" fmla="*/ 2147483646 w 105"/>
                <a:gd name="T3" fmla="*/ 2147483646 h 353"/>
                <a:gd name="T4" fmla="*/ 2147483646 w 105"/>
                <a:gd name="T5" fmla="*/ 2147483646 h 353"/>
                <a:gd name="T6" fmla="*/ 2147483646 w 105"/>
                <a:gd name="T7" fmla="*/ 2147483646 h 353"/>
                <a:gd name="T8" fmla="*/ 2147483646 w 105"/>
                <a:gd name="T9" fmla="*/ 2147483646 h 353"/>
                <a:gd name="T10" fmla="*/ 2147483646 w 105"/>
                <a:gd name="T11" fmla="*/ 2147483646 h 353"/>
                <a:gd name="T12" fmla="*/ 2147483646 w 105"/>
                <a:gd name="T13" fmla="*/ 2147483646 h 353"/>
                <a:gd name="T14" fmla="*/ 2147483646 w 105"/>
                <a:gd name="T15" fmla="*/ 2147483646 h 353"/>
                <a:gd name="T16" fmla="*/ 2147483646 w 105"/>
                <a:gd name="T17" fmla="*/ 2147483646 h 353"/>
                <a:gd name="T18" fmla="*/ 2147483646 w 105"/>
                <a:gd name="T19" fmla="*/ 2147483646 h 353"/>
                <a:gd name="T20" fmla="*/ 2147483646 w 105"/>
                <a:gd name="T21" fmla="*/ 2147483646 h 353"/>
                <a:gd name="T22" fmla="*/ 2147483646 w 105"/>
                <a:gd name="T23" fmla="*/ 2147483646 h 353"/>
                <a:gd name="T24" fmla="*/ 2147483646 w 105"/>
                <a:gd name="T25" fmla="*/ 2147483646 h 353"/>
                <a:gd name="T26" fmla="*/ 2147483646 w 105"/>
                <a:gd name="T27" fmla="*/ 2147483646 h 353"/>
                <a:gd name="T28" fmla="*/ 2147483646 w 105"/>
                <a:gd name="T29" fmla="*/ 2147483646 h 353"/>
                <a:gd name="T30" fmla="*/ 2147483646 w 105"/>
                <a:gd name="T31" fmla="*/ 2147483646 h 353"/>
                <a:gd name="T32" fmla="*/ 2147483646 w 105"/>
                <a:gd name="T33" fmla="*/ 2147483646 h 353"/>
                <a:gd name="T34" fmla="*/ 2147483646 w 105"/>
                <a:gd name="T35" fmla="*/ 2147483646 h 353"/>
                <a:gd name="T36" fmla="*/ 2147483646 w 105"/>
                <a:gd name="T37" fmla="*/ 2147483646 h 353"/>
                <a:gd name="T38" fmla="*/ 2147483646 w 105"/>
                <a:gd name="T39" fmla="*/ 2147483646 h 353"/>
                <a:gd name="T40" fmla="*/ 2147483646 w 105"/>
                <a:gd name="T41" fmla="*/ 2147483646 h 353"/>
                <a:gd name="T42" fmla="*/ 2147483646 w 105"/>
                <a:gd name="T43" fmla="*/ 2147483646 h 353"/>
                <a:gd name="T44" fmla="*/ 2147483646 w 105"/>
                <a:gd name="T45" fmla="*/ 2147483646 h 353"/>
                <a:gd name="T46" fmla="*/ 2147483646 w 105"/>
                <a:gd name="T47" fmla="*/ 2147483646 h 353"/>
                <a:gd name="T48" fmla="*/ 2147483646 w 105"/>
                <a:gd name="T49" fmla="*/ 2147483646 h 353"/>
                <a:gd name="T50" fmla="*/ 2147483646 w 105"/>
                <a:gd name="T51" fmla="*/ 2147483646 h 353"/>
                <a:gd name="T52" fmla="*/ 2147483646 w 105"/>
                <a:gd name="T53" fmla="*/ 2147483646 h 353"/>
                <a:gd name="T54" fmla="*/ 2147483646 w 105"/>
                <a:gd name="T55" fmla="*/ 2147483646 h 353"/>
                <a:gd name="T56" fmla="*/ 2147483646 w 105"/>
                <a:gd name="T57" fmla="*/ 2147483646 h 353"/>
                <a:gd name="T58" fmla="*/ 2147483646 w 105"/>
                <a:gd name="T59" fmla="*/ 2147483646 h 353"/>
                <a:gd name="T60" fmla="*/ 2147483646 w 105"/>
                <a:gd name="T61" fmla="*/ 2147483646 h 353"/>
                <a:gd name="T62" fmla="*/ 2147483646 w 105"/>
                <a:gd name="T63" fmla="*/ 2147483646 h 353"/>
                <a:gd name="T64" fmla="*/ 2147483646 w 105"/>
                <a:gd name="T65" fmla="*/ 2147483646 h 353"/>
                <a:gd name="T66" fmla="*/ 2147483646 w 105"/>
                <a:gd name="T67" fmla="*/ 2147483646 h 353"/>
                <a:gd name="T68" fmla="*/ 2147483646 w 105"/>
                <a:gd name="T69" fmla="*/ 2147483646 h 353"/>
                <a:gd name="T70" fmla="*/ 2147483646 w 105"/>
                <a:gd name="T71" fmla="*/ 2147483646 h 353"/>
                <a:gd name="T72" fmla="*/ 2147483646 w 105"/>
                <a:gd name="T73" fmla="*/ 2147483646 h 353"/>
                <a:gd name="T74" fmla="*/ 2147483646 w 105"/>
                <a:gd name="T75" fmla="*/ 2147483646 h 353"/>
                <a:gd name="T76" fmla="*/ 2147483646 w 105"/>
                <a:gd name="T77" fmla="*/ 2147483646 h 353"/>
                <a:gd name="T78" fmla="*/ 2147483646 w 105"/>
                <a:gd name="T79" fmla="*/ 2147483646 h 353"/>
                <a:gd name="T80" fmla="*/ 2147483646 w 105"/>
                <a:gd name="T81" fmla="*/ 2147483646 h 353"/>
                <a:gd name="T82" fmla="*/ 2147483646 w 105"/>
                <a:gd name="T83" fmla="*/ 2147483646 h 353"/>
                <a:gd name="T84" fmla="*/ 2147483646 w 105"/>
                <a:gd name="T85" fmla="*/ 2147483646 h 353"/>
                <a:gd name="T86" fmla="*/ 2147483646 w 105"/>
                <a:gd name="T87" fmla="*/ 2147483646 h 353"/>
                <a:gd name="T88" fmla="*/ 2147483646 w 105"/>
                <a:gd name="T89" fmla="*/ 2147483646 h 353"/>
                <a:gd name="T90" fmla="*/ 2147483646 w 105"/>
                <a:gd name="T91" fmla="*/ 2147483646 h 353"/>
                <a:gd name="T92" fmla="*/ 2147483646 w 105"/>
                <a:gd name="T93" fmla="*/ 2147483646 h 353"/>
                <a:gd name="T94" fmla="*/ 2147483646 w 105"/>
                <a:gd name="T95" fmla="*/ 2147483646 h 353"/>
                <a:gd name="T96" fmla="*/ 2147483646 w 105"/>
                <a:gd name="T97" fmla="*/ 2147483646 h 353"/>
                <a:gd name="T98" fmla="*/ 2147483646 w 105"/>
                <a:gd name="T99" fmla="*/ 2147483646 h 353"/>
                <a:gd name="T100" fmla="*/ 2147483646 w 105"/>
                <a:gd name="T101" fmla="*/ 2147483646 h 353"/>
                <a:gd name="T102" fmla="*/ 2147483646 w 105"/>
                <a:gd name="T103" fmla="*/ 2147483646 h 353"/>
                <a:gd name="T104" fmla="*/ 2147483646 w 105"/>
                <a:gd name="T105" fmla="*/ 2147483646 h 353"/>
                <a:gd name="T106" fmla="*/ 2147483646 w 105"/>
                <a:gd name="T107" fmla="*/ 2147483646 h 353"/>
                <a:gd name="T108" fmla="*/ 2147483646 w 105"/>
                <a:gd name="T109" fmla="*/ 2147483646 h 353"/>
                <a:gd name="T110" fmla="*/ 2147483646 w 105"/>
                <a:gd name="T111" fmla="*/ 2147483646 h 353"/>
                <a:gd name="T112" fmla="*/ 2147483646 w 105"/>
                <a:gd name="T113" fmla="*/ 2147483646 h 35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05" h="353">
                  <a:moveTo>
                    <a:pt x="0" y="353"/>
                  </a:moveTo>
                  <a:lnTo>
                    <a:pt x="3" y="350"/>
                  </a:lnTo>
                  <a:lnTo>
                    <a:pt x="4" y="345"/>
                  </a:lnTo>
                  <a:lnTo>
                    <a:pt x="6" y="342"/>
                  </a:lnTo>
                  <a:lnTo>
                    <a:pt x="9" y="339"/>
                  </a:lnTo>
                  <a:lnTo>
                    <a:pt x="10" y="336"/>
                  </a:lnTo>
                  <a:lnTo>
                    <a:pt x="12" y="333"/>
                  </a:lnTo>
                  <a:lnTo>
                    <a:pt x="13" y="330"/>
                  </a:lnTo>
                  <a:lnTo>
                    <a:pt x="15" y="329"/>
                  </a:lnTo>
                  <a:lnTo>
                    <a:pt x="16" y="326"/>
                  </a:lnTo>
                  <a:lnTo>
                    <a:pt x="16" y="324"/>
                  </a:lnTo>
                  <a:lnTo>
                    <a:pt x="18" y="321"/>
                  </a:lnTo>
                  <a:lnTo>
                    <a:pt x="19" y="320"/>
                  </a:lnTo>
                  <a:lnTo>
                    <a:pt x="19" y="318"/>
                  </a:lnTo>
                  <a:lnTo>
                    <a:pt x="21" y="317"/>
                  </a:lnTo>
                  <a:lnTo>
                    <a:pt x="22" y="314"/>
                  </a:lnTo>
                  <a:lnTo>
                    <a:pt x="22" y="313"/>
                  </a:lnTo>
                  <a:lnTo>
                    <a:pt x="24" y="311"/>
                  </a:lnTo>
                  <a:lnTo>
                    <a:pt x="24" y="310"/>
                  </a:lnTo>
                  <a:lnTo>
                    <a:pt x="25" y="308"/>
                  </a:lnTo>
                  <a:lnTo>
                    <a:pt x="25" y="307"/>
                  </a:lnTo>
                  <a:lnTo>
                    <a:pt x="27" y="307"/>
                  </a:lnTo>
                  <a:lnTo>
                    <a:pt x="27" y="305"/>
                  </a:lnTo>
                  <a:lnTo>
                    <a:pt x="27" y="304"/>
                  </a:lnTo>
                  <a:lnTo>
                    <a:pt x="28" y="302"/>
                  </a:lnTo>
                  <a:lnTo>
                    <a:pt x="28" y="301"/>
                  </a:lnTo>
                  <a:lnTo>
                    <a:pt x="29" y="299"/>
                  </a:lnTo>
                  <a:lnTo>
                    <a:pt x="29" y="298"/>
                  </a:lnTo>
                  <a:lnTo>
                    <a:pt x="31" y="296"/>
                  </a:lnTo>
                  <a:lnTo>
                    <a:pt x="31" y="293"/>
                  </a:lnTo>
                  <a:lnTo>
                    <a:pt x="32" y="292"/>
                  </a:lnTo>
                  <a:lnTo>
                    <a:pt x="32" y="290"/>
                  </a:lnTo>
                  <a:lnTo>
                    <a:pt x="34" y="289"/>
                  </a:lnTo>
                  <a:lnTo>
                    <a:pt x="34" y="286"/>
                  </a:lnTo>
                  <a:lnTo>
                    <a:pt x="35" y="284"/>
                  </a:lnTo>
                  <a:lnTo>
                    <a:pt x="35" y="283"/>
                  </a:lnTo>
                  <a:lnTo>
                    <a:pt x="37" y="281"/>
                  </a:lnTo>
                  <a:lnTo>
                    <a:pt x="37" y="280"/>
                  </a:lnTo>
                  <a:lnTo>
                    <a:pt x="38" y="278"/>
                  </a:lnTo>
                  <a:lnTo>
                    <a:pt x="38" y="277"/>
                  </a:lnTo>
                  <a:lnTo>
                    <a:pt x="38" y="275"/>
                  </a:lnTo>
                  <a:lnTo>
                    <a:pt x="40" y="274"/>
                  </a:lnTo>
                  <a:lnTo>
                    <a:pt x="40" y="272"/>
                  </a:lnTo>
                  <a:lnTo>
                    <a:pt x="40" y="271"/>
                  </a:lnTo>
                  <a:lnTo>
                    <a:pt x="41" y="269"/>
                  </a:lnTo>
                  <a:lnTo>
                    <a:pt x="41" y="268"/>
                  </a:lnTo>
                  <a:lnTo>
                    <a:pt x="43" y="267"/>
                  </a:lnTo>
                  <a:lnTo>
                    <a:pt x="43" y="265"/>
                  </a:lnTo>
                  <a:lnTo>
                    <a:pt x="43" y="264"/>
                  </a:lnTo>
                  <a:lnTo>
                    <a:pt x="44" y="264"/>
                  </a:lnTo>
                  <a:lnTo>
                    <a:pt x="44" y="262"/>
                  </a:lnTo>
                  <a:lnTo>
                    <a:pt x="44" y="261"/>
                  </a:lnTo>
                  <a:lnTo>
                    <a:pt x="46" y="259"/>
                  </a:lnTo>
                  <a:lnTo>
                    <a:pt x="46" y="258"/>
                  </a:lnTo>
                  <a:lnTo>
                    <a:pt x="46" y="256"/>
                  </a:lnTo>
                  <a:lnTo>
                    <a:pt x="47" y="255"/>
                  </a:lnTo>
                  <a:lnTo>
                    <a:pt x="47" y="253"/>
                  </a:lnTo>
                  <a:lnTo>
                    <a:pt x="49" y="252"/>
                  </a:lnTo>
                  <a:lnTo>
                    <a:pt x="49" y="250"/>
                  </a:lnTo>
                  <a:lnTo>
                    <a:pt x="50" y="247"/>
                  </a:lnTo>
                  <a:lnTo>
                    <a:pt x="50" y="246"/>
                  </a:lnTo>
                  <a:lnTo>
                    <a:pt x="52" y="244"/>
                  </a:lnTo>
                  <a:lnTo>
                    <a:pt x="52" y="241"/>
                  </a:lnTo>
                  <a:lnTo>
                    <a:pt x="53" y="238"/>
                  </a:lnTo>
                  <a:lnTo>
                    <a:pt x="55" y="237"/>
                  </a:lnTo>
                  <a:lnTo>
                    <a:pt x="55" y="234"/>
                  </a:lnTo>
                  <a:lnTo>
                    <a:pt x="56" y="232"/>
                  </a:lnTo>
                  <a:lnTo>
                    <a:pt x="56" y="229"/>
                  </a:lnTo>
                  <a:lnTo>
                    <a:pt x="58" y="228"/>
                  </a:lnTo>
                  <a:lnTo>
                    <a:pt x="58" y="226"/>
                  </a:lnTo>
                  <a:lnTo>
                    <a:pt x="59" y="225"/>
                  </a:lnTo>
                  <a:lnTo>
                    <a:pt x="59" y="224"/>
                  </a:lnTo>
                  <a:lnTo>
                    <a:pt x="59" y="222"/>
                  </a:lnTo>
                  <a:lnTo>
                    <a:pt x="61" y="221"/>
                  </a:lnTo>
                  <a:lnTo>
                    <a:pt x="61" y="219"/>
                  </a:lnTo>
                  <a:lnTo>
                    <a:pt x="61" y="218"/>
                  </a:lnTo>
                  <a:lnTo>
                    <a:pt x="62" y="216"/>
                  </a:lnTo>
                  <a:lnTo>
                    <a:pt x="62" y="215"/>
                  </a:lnTo>
                  <a:lnTo>
                    <a:pt x="62" y="213"/>
                  </a:lnTo>
                  <a:lnTo>
                    <a:pt x="64" y="212"/>
                  </a:lnTo>
                  <a:lnTo>
                    <a:pt x="64" y="210"/>
                  </a:lnTo>
                  <a:lnTo>
                    <a:pt x="64" y="209"/>
                  </a:lnTo>
                  <a:lnTo>
                    <a:pt x="65" y="207"/>
                  </a:lnTo>
                  <a:lnTo>
                    <a:pt x="65" y="206"/>
                  </a:lnTo>
                  <a:lnTo>
                    <a:pt x="65" y="204"/>
                  </a:lnTo>
                  <a:lnTo>
                    <a:pt x="67" y="203"/>
                  </a:lnTo>
                  <a:lnTo>
                    <a:pt x="67" y="201"/>
                  </a:lnTo>
                  <a:lnTo>
                    <a:pt x="67" y="200"/>
                  </a:lnTo>
                  <a:lnTo>
                    <a:pt x="68" y="198"/>
                  </a:lnTo>
                  <a:lnTo>
                    <a:pt x="68" y="197"/>
                  </a:lnTo>
                  <a:lnTo>
                    <a:pt x="68" y="194"/>
                  </a:lnTo>
                  <a:lnTo>
                    <a:pt x="70" y="192"/>
                  </a:lnTo>
                  <a:lnTo>
                    <a:pt x="70" y="189"/>
                  </a:lnTo>
                  <a:lnTo>
                    <a:pt x="71" y="188"/>
                  </a:lnTo>
                  <a:lnTo>
                    <a:pt x="71" y="185"/>
                  </a:lnTo>
                  <a:lnTo>
                    <a:pt x="72" y="183"/>
                  </a:lnTo>
                  <a:lnTo>
                    <a:pt x="72" y="181"/>
                  </a:lnTo>
                  <a:lnTo>
                    <a:pt x="74" y="179"/>
                  </a:lnTo>
                  <a:lnTo>
                    <a:pt x="74" y="176"/>
                  </a:lnTo>
                  <a:lnTo>
                    <a:pt x="75" y="175"/>
                  </a:lnTo>
                  <a:lnTo>
                    <a:pt x="75" y="173"/>
                  </a:lnTo>
                  <a:lnTo>
                    <a:pt x="75" y="172"/>
                  </a:lnTo>
                  <a:lnTo>
                    <a:pt x="77" y="169"/>
                  </a:lnTo>
                  <a:lnTo>
                    <a:pt x="77" y="167"/>
                  </a:lnTo>
                  <a:lnTo>
                    <a:pt x="77" y="166"/>
                  </a:lnTo>
                  <a:lnTo>
                    <a:pt x="78" y="164"/>
                  </a:lnTo>
                  <a:lnTo>
                    <a:pt x="78" y="163"/>
                  </a:lnTo>
                  <a:lnTo>
                    <a:pt x="78" y="161"/>
                  </a:lnTo>
                  <a:lnTo>
                    <a:pt x="80" y="160"/>
                  </a:lnTo>
                  <a:lnTo>
                    <a:pt x="80" y="158"/>
                  </a:lnTo>
                  <a:lnTo>
                    <a:pt x="80" y="157"/>
                  </a:lnTo>
                  <a:lnTo>
                    <a:pt x="80" y="155"/>
                  </a:lnTo>
                  <a:lnTo>
                    <a:pt x="81" y="154"/>
                  </a:lnTo>
                  <a:lnTo>
                    <a:pt x="81" y="152"/>
                  </a:lnTo>
                  <a:lnTo>
                    <a:pt x="83" y="151"/>
                  </a:lnTo>
                  <a:lnTo>
                    <a:pt x="83" y="149"/>
                  </a:lnTo>
                  <a:lnTo>
                    <a:pt x="83" y="148"/>
                  </a:lnTo>
                  <a:lnTo>
                    <a:pt x="83" y="146"/>
                  </a:lnTo>
                  <a:lnTo>
                    <a:pt x="84" y="145"/>
                  </a:lnTo>
                  <a:lnTo>
                    <a:pt x="84" y="142"/>
                  </a:lnTo>
                  <a:lnTo>
                    <a:pt x="86" y="140"/>
                  </a:lnTo>
                  <a:lnTo>
                    <a:pt x="86" y="139"/>
                  </a:lnTo>
                  <a:lnTo>
                    <a:pt x="86" y="136"/>
                  </a:lnTo>
                  <a:lnTo>
                    <a:pt x="87" y="135"/>
                  </a:lnTo>
                  <a:lnTo>
                    <a:pt x="87" y="132"/>
                  </a:lnTo>
                  <a:lnTo>
                    <a:pt x="89" y="129"/>
                  </a:lnTo>
                  <a:lnTo>
                    <a:pt x="89" y="127"/>
                  </a:lnTo>
                  <a:lnTo>
                    <a:pt x="90" y="124"/>
                  </a:lnTo>
                  <a:lnTo>
                    <a:pt x="90" y="123"/>
                  </a:lnTo>
                  <a:lnTo>
                    <a:pt x="92" y="121"/>
                  </a:lnTo>
                  <a:lnTo>
                    <a:pt x="92" y="118"/>
                  </a:lnTo>
                  <a:lnTo>
                    <a:pt x="92" y="117"/>
                  </a:lnTo>
                  <a:lnTo>
                    <a:pt x="93" y="115"/>
                  </a:lnTo>
                  <a:lnTo>
                    <a:pt x="93" y="114"/>
                  </a:lnTo>
                  <a:lnTo>
                    <a:pt x="93" y="112"/>
                  </a:lnTo>
                  <a:lnTo>
                    <a:pt x="95" y="111"/>
                  </a:lnTo>
                  <a:lnTo>
                    <a:pt x="95" y="109"/>
                  </a:lnTo>
                  <a:lnTo>
                    <a:pt x="95" y="108"/>
                  </a:lnTo>
                  <a:lnTo>
                    <a:pt x="95" y="106"/>
                  </a:lnTo>
                  <a:lnTo>
                    <a:pt x="96" y="105"/>
                  </a:lnTo>
                  <a:lnTo>
                    <a:pt x="96" y="103"/>
                  </a:lnTo>
                  <a:lnTo>
                    <a:pt x="96" y="102"/>
                  </a:lnTo>
                  <a:lnTo>
                    <a:pt x="96" y="100"/>
                  </a:lnTo>
                  <a:lnTo>
                    <a:pt x="96" y="99"/>
                  </a:lnTo>
                  <a:lnTo>
                    <a:pt x="96" y="97"/>
                  </a:lnTo>
                  <a:lnTo>
                    <a:pt x="96" y="96"/>
                  </a:lnTo>
                  <a:lnTo>
                    <a:pt x="98" y="96"/>
                  </a:lnTo>
                  <a:lnTo>
                    <a:pt x="98" y="95"/>
                  </a:lnTo>
                  <a:lnTo>
                    <a:pt x="98" y="93"/>
                  </a:lnTo>
                  <a:lnTo>
                    <a:pt x="98" y="92"/>
                  </a:lnTo>
                  <a:lnTo>
                    <a:pt x="98" y="89"/>
                  </a:lnTo>
                  <a:lnTo>
                    <a:pt x="98" y="87"/>
                  </a:lnTo>
                  <a:lnTo>
                    <a:pt x="98" y="86"/>
                  </a:lnTo>
                  <a:lnTo>
                    <a:pt x="98" y="84"/>
                  </a:lnTo>
                  <a:lnTo>
                    <a:pt x="98" y="81"/>
                  </a:lnTo>
                  <a:lnTo>
                    <a:pt x="99" y="80"/>
                  </a:lnTo>
                  <a:lnTo>
                    <a:pt x="99" y="77"/>
                  </a:lnTo>
                  <a:lnTo>
                    <a:pt x="99" y="75"/>
                  </a:lnTo>
                  <a:lnTo>
                    <a:pt x="99" y="74"/>
                  </a:lnTo>
                  <a:lnTo>
                    <a:pt x="99" y="72"/>
                  </a:lnTo>
                  <a:lnTo>
                    <a:pt x="99" y="71"/>
                  </a:lnTo>
                  <a:lnTo>
                    <a:pt x="99" y="69"/>
                  </a:lnTo>
                  <a:lnTo>
                    <a:pt x="99" y="68"/>
                  </a:lnTo>
                  <a:lnTo>
                    <a:pt x="99" y="66"/>
                  </a:lnTo>
                  <a:lnTo>
                    <a:pt x="99" y="65"/>
                  </a:lnTo>
                  <a:lnTo>
                    <a:pt x="99" y="63"/>
                  </a:lnTo>
                  <a:lnTo>
                    <a:pt x="101" y="62"/>
                  </a:lnTo>
                  <a:lnTo>
                    <a:pt x="101" y="60"/>
                  </a:lnTo>
                  <a:lnTo>
                    <a:pt x="101" y="59"/>
                  </a:lnTo>
                  <a:lnTo>
                    <a:pt x="101" y="57"/>
                  </a:lnTo>
                  <a:lnTo>
                    <a:pt x="101" y="56"/>
                  </a:lnTo>
                  <a:lnTo>
                    <a:pt x="101" y="54"/>
                  </a:lnTo>
                  <a:lnTo>
                    <a:pt x="101" y="53"/>
                  </a:lnTo>
                  <a:lnTo>
                    <a:pt x="102" y="52"/>
                  </a:lnTo>
                  <a:lnTo>
                    <a:pt x="102" y="50"/>
                  </a:lnTo>
                  <a:lnTo>
                    <a:pt x="102" y="49"/>
                  </a:lnTo>
                  <a:lnTo>
                    <a:pt x="102" y="47"/>
                  </a:lnTo>
                  <a:lnTo>
                    <a:pt x="102" y="46"/>
                  </a:lnTo>
                  <a:lnTo>
                    <a:pt x="102" y="44"/>
                  </a:lnTo>
                  <a:lnTo>
                    <a:pt x="104" y="43"/>
                  </a:lnTo>
                  <a:lnTo>
                    <a:pt x="104" y="41"/>
                  </a:lnTo>
                  <a:lnTo>
                    <a:pt x="104" y="40"/>
                  </a:lnTo>
                  <a:lnTo>
                    <a:pt x="104" y="38"/>
                  </a:lnTo>
                  <a:lnTo>
                    <a:pt x="105" y="37"/>
                  </a:lnTo>
                  <a:lnTo>
                    <a:pt x="105" y="35"/>
                  </a:lnTo>
                  <a:lnTo>
                    <a:pt x="105" y="34"/>
                  </a:lnTo>
                  <a:lnTo>
                    <a:pt x="105" y="32"/>
                  </a:lnTo>
                  <a:lnTo>
                    <a:pt x="105" y="31"/>
                  </a:lnTo>
                  <a:lnTo>
                    <a:pt x="105" y="29"/>
                  </a:lnTo>
                  <a:lnTo>
                    <a:pt x="105" y="28"/>
                  </a:lnTo>
                  <a:lnTo>
                    <a:pt x="105" y="26"/>
                  </a:lnTo>
                  <a:lnTo>
                    <a:pt x="105" y="25"/>
                  </a:lnTo>
                  <a:lnTo>
                    <a:pt x="105" y="23"/>
                  </a:lnTo>
                  <a:lnTo>
                    <a:pt x="105" y="22"/>
                  </a:lnTo>
                  <a:lnTo>
                    <a:pt x="105" y="20"/>
                  </a:lnTo>
                  <a:lnTo>
                    <a:pt x="105" y="19"/>
                  </a:lnTo>
                  <a:lnTo>
                    <a:pt x="105" y="17"/>
                  </a:lnTo>
                  <a:lnTo>
                    <a:pt x="105" y="16"/>
                  </a:lnTo>
                  <a:lnTo>
                    <a:pt x="105" y="14"/>
                  </a:lnTo>
                  <a:lnTo>
                    <a:pt x="105" y="11"/>
                  </a:lnTo>
                  <a:lnTo>
                    <a:pt x="105" y="10"/>
                  </a:lnTo>
                  <a:lnTo>
                    <a:pt x="104" y="7"/>
                  </a:lnTo>
                  <a:lnTo>
                    <a:pt x="104" y="4"/>
                  </a:lnTo>
                  <a:lnTo>
                    <a:pt x="104" y="3"/>
                  </a:lnTo>
                  <a:lnTo>
                    <a:pt x="104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21" name="Freeform 10">
              <a:extLst>
                <a:ext uri="{FF2B5EF4-FFF2-40B4-BE49-F238E27FC236}">
                  <a16:creationId xmlns:a16="http://schemas.microsoft.com/office/drawing/2014/main" id="{4A8429DA-9D8E-4C43-A446-53094C53BD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713" y="2779712"/>
              <a:ext cx="187325" cy="1588"/>
            </a:xfrm>
            <a:custGeom>
              <a:avLst/>
              <a:gdLst>
                <a:gd name="T0" fmla="*/ 2147483646 w 237"/>
                <a:gd name="T1" fmla="*/ 0 h 1588"/>
                <a:gd name="T2" fmla="*/ 0 w 237"/>
                <a:gd name="T3" fmla="*/ 0 h 1588"/>
                <a:gd name="T4" fmla="*/ 2147483646 w 237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7" h="1588">
                  <a:moveTo>
                    <a:pt x="237" y="0"/>
                  </a:moveTo>
                  <a:lnTo>
                    <a:pt x="0" y="0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22" name="Line 11">
              <a:extLst>
                <a:ext uri="{FF2B5EF4-FFF2-40B4-BE49-F238E27FC236}">
                  <a16:creationId xmlns:a16="http://schemas.microsoft.com/office/drawing/2014/main" id="{67C41DDB-0A6C-4F3D-ACE2-129FC22B8B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1713" y="2779712"/>
              <a:ext cx="1873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23" name="Freeform 12">
              <a:extLst>
                <a:ext uri="{FF2B5EF4-FFF2-40B4-BE49-F238E27FC236}">
                  <a16:creationId xmlns:a16="http://schemas.microsoft.com/office/drawing/2014/main" id="{7CF7B1A6-BA67-4CEB-B38C-38E95D9D7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2943225"/>
              <a:ext cx="330200" cy="1587"/>
            </a:xfrm>
            <a:custGeom>
              <a:avLst/>
              <a:gdLst>
                <a:gd name="T0" fmla="*/ 2147483646 w 415"/>
                <a:gd name="T1" fmla="*/ 0 h 1587"/>
                <a:gd name="T2" fmla="*/ 0 w 415"/>
                <a:gd name="T3" fmla="*/ 0 h 1587"/>
                <a:gd name="T4" fmla="*/ 2147483646 w 415"/>
                <a:gd name="T5" fmla="*/ 0 h 1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7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24" name="Line 13">
              <a:extLst>
                <a:ext uri="{FF2B5EF4-FFF2-40B4-BE49-F238E27FC236}">
                  <a16:creationId xmlns:a16="http://schemas.microsoft.com/office/drawing/2014/main" id="{3BFD617B-67FC-4F6D-80B9-C301E03778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2943225"/>
              <a:ext cx="33020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25" name="Freeform 14">
              <a:extLst>
                <a:ext uri="{FF2B5EF4-FFF2-40B4-BE49-F238E27FC236}">
                  <a16:creationId xmlns:a16="http://schemas.microsoft.com/office/drawing/2014/main" id="{5F2AE7BB-174D-4738-B870-A437F1EE8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2614612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26" name="Line 15">
              <a:extLst>
                <a:ext uri="{FF2B5EF4-FFF2-40B4-BE49-F238E27FC236}">
                  <a16:creationId xmlns:a16="http://schemas.microsoft.com/office/drawing/2014/main" id="{814A1F91-075D-499A-BBAF-53E7EE993D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2614612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27" name="Line 16">
              <a:extLst>
                <a:ext uri="{FF2B5EF4-FFF2-40B4-BE49-F238E27FC236}">
                  <a16:creationId xmlns:a16="http://schemas.microsoft.com/office/drawing/2014/main" id="{EE95ABB5-CAF5-4877-9536-70C058CDBD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2500" y="2411412"/>
              <a:ext cx="1588" cy="2032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28" name="Line 17">
              <a:extLst>
                <a:ext uri="{FF2B5EF4-FFF2-40B4-BE49-F238E27FC236}">
                  <a16:creationId xmlns:a16="http://schemas.microsoft.com/office/drawing/2014/main" id="{F4845B46-7A0E-440A-B991-2DF301FF2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500" y="1766887"/>
              <a:ext cx="1588" cy="2587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29" name="Freeform 18">
              <a:extLst>
                <a:ext uri="{FF2B5EF4-FFF2-40B4-BE49-F238E27FC236}">
                  <a16:creationId xmlns:a16="http://schemas.microsoft.com/office/drawing/2014/main" id="{06D9AD60-BE59-4DB9-97B2-AEE48277D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988" y="1954212"/>
              <a:ext cx="328612" cy="330200"/>
            </a:xfrm>
            <a:custGeom>
              <a:avLst/>
              <a:gdLst>
                <a:gd name="T0" fmla="*/ 2147483646 w 416"/>
                <a:gd name="T1" fmla="*/ 2147483646 h 415"/>
                <a:gd name="T2" fmla="*/ 0 w 416"/>
                <a:gd name="T3" fmla="*/ 0 h 415"/>
                <a:gd name="T4" fmla="*/ 2147483646 w 416"/>
                <a:gd name="T5" fmla="*/ 0 h 415"/>
                <a:gd name="T6" fmla="*/ 2147483646 w 416"/>
                <a:gd name="T7" fmla="*/ 2147483646 h 4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6" h="415">
                  <a:moveTo>
                    <a:pt x="208" y="415"/>
                  </a:moveTo>
                  <a:lnTo>
                    <a:pt x="0" y="0"/>
                  </a:lnTo>
                  <a:lnTo>
                    <a:pt x="416" y="0"/>
                  </a:lnTo>
                  <a:lnTo>
                    <a:pt x="208" y="415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30" name="Freeform 19">
              <a:extLst>
                <a:ext uri="{FF2B5EF4-FFF2-40B4-BE49-F238E27FC236}">
                  <a16:creationId xmlns:a16="http://schemas.microsoft.com/office/drawing/2014/main" id="{9B7B0BC4-FABC-4068-9D42-8BEAF58C7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3288" y="2305050"/>
              <a:ext cx="106362" cy="106362"/>
            </a:xfrm>
            <a:custGeom>
              <a:avLst/>
              <a:gdLst>
                <a:gd name="T0" fmla="*/ 2147483646 w 135"/>
                <a:gd name="T1" fmla="*/ 2147483646 h 135"/>
                <a:gd name="T2" fmla="*/ 2147483646 w 135"/>
                <a:gd name="T3" fmla="*/ 2147483646 h 135"/>
                <a:gd name="T4" fmla="*/ 2147483646 w 135"/>
                <a:gd name="T5" fmla="*/ 2147483646 h 135"/>
                <a:gd name="T6" fmla="*/ 2147483646 w 135"/>
                <a:gd name="T7" fmla="*/ 2147483646 h 135"/>
                <a:gd name="T8" fmla="*/ 2147483646 w 135"/>
                <a:gd name="T9" fmla="*/ 2147483646 h 135"/>
                <a:gd name="T10" fmla="*/ 2147483646 w 135"/>
                <a:gd name="T11" fmla="*/ 2147483646 h 135"/>
                <a:gd name="T12" fmla="*/ 2147483646 w 135"/>
                <a:gd name="T13" fmla="*/ 2147483646 h 135"/>
                <a:gd name="T14" fmla="*/ 2147483646 w 135"/>
                <a:gd name="T15" fmla="*/ 2147483646 h 135"/>
                <a:gd name="T16" fmla="*/ 2147483646 w 135"/>
                <a:gd name="T17" fmla="*/ 2147483646 h 135"/>
                <a:gd name="T18" fmla="*/ 2147483646 w 135"/>
                <a:gd name="T19" fmla="*/ 2147483646 h 135"/>
                <a:gd name="T20" fmla="*/ 2147483646 w 135"/>
                <a:gd name="T21" fmla="*/ 0 h 135"/>
                <a:gd name="T22" fmla="*/ 2147483646 w 135"/>
                <a:gd name="T23" fmla="*/ 0 h 135"/>
                <a:gd name="T24" fmla="*/ 2147483646 w 135"/>
                <a:gd name="T25" fmla="*/ 2147483646 h 135"/>
                <a:gd name="T26" fmla="*/ 2147483646 w 135"/>
                <a:gd name="T27" fmla="*/ 2147483646 h 135"/>
                <a:gd name="T28" fmla="*/ 2147483646 w 135"/>
                <a:gd name="T29" fmla="*/ 2147483646 h 135"/>
                <a:gd name="T30" fmla="*/ 2147483646 w 135"/>
                <a:gd name="T31" fmla="*/ 2147483646 h 135"/>
                <a:gd name="T32" fmla="*/ 2147483646 w 135"/>
                <a:gd name="T33" fmla="*/ 2147483646 h 135"/>
                <a:gd name="T34" fmla="*/ 2147483646 w 135"/>
                <a:gd name="T35" fmla="*/ 2147483646 h 135"/>
                <a:gd name="T36" fmla="*/ 2147483646 w 135"/>
                <a:gd name="T37" fmla="*/ 2147483646 h 135"/>
                <a:gd name="T38" fmla="*/ 2147483646 w 135"/>
                <a:gd name="T39" fmla="*/ 2147483646 h 135"/>
                <a:gd name="T40" fmla="*/ 2147483646 w 135"/>
                <a:gd name="T41" fmla="*/ 2147483646 h 135"/>
                <a:gd name="T42" fmla="*/ 0 w 135"/>
                <a:gd name="T43" fmla="*/ 2147483646 h 135"/>
                <a:gd name="T44" fmla="*/ 2147483646 w 135"/>
                <a:gd name="T45" fmla="*/ 2147483646 h 135"/>
                <a:gd name="T46" fmla="*/ 2147483646 w 135"/>
                <a:gd name="T47" fmla="*/ 2147483646 h 135"/>
                <a:gd name="T48" fmla="*/ 2147483646 w 135"/>
                <a:gd name="T49" fmla="*/ 2147483646 h 135"/>
                <a:gd name="T50" fmla="*/ 2147483646 w 135"/>
                <a:gd name="T51" fmla="*/ 2147483646 h 135"/>
                <a:gd name="T52" fmla="*/ 2147483646 w 135"/>
                <a:gd name="T53" fmla="*/ 2147483646 h 135"/>
                <a:gd name="T54" fmla="*/ 2147483646 w 135"/>
                <a:gd name="T55" fmla="*/ 2147483646 h 135"/>
                <a:gd name="T56" fmla="*/ 2147483646 w 135"/>
                <a:gd name="T57" fmla="*/ 2147483646 h 135"/>
                <a:gd name="T58" fmla="*/ 2147483646 w 135"/>
                <a:gd name="T59" fmla="*/ 2147483646 h 135"/>
                <a:gd name="T60" fmla="*/ 2147483646 w 135"/>
                <a:gd name="T61" fmla="*/ 2147483646 h 135"/>
                <a:gd name="T62" fmla="*/ 2147483646 w 135"/>
                <a:gd name="T63" fmla="*/ 2147483646 h 135"/>
                <a:gd name="T64" fmla="*/ 2147483646 w 135"/>
                <a:gd name="T65" fmla="*/ 2147483646 h 135"/>
                <a:gd name="T66" fmla="*/ 2147483646 w 135"/>
                <a:gd name="T67" fmla="*/ 2147483646 h 135"/>
                <a:gd name="T68" fmla="*/ 2147483646 w 135"/>
                <a:gd name="T69" fmla="*/ 2147483646 h 135"/>
                <a:gd name="T70" fmla="*/ 2147483646 w 135"/>
                <a:gd name="T71" fmla="*/ 2147483646 h 135"/>
                <a:gd name="T72" fmla="*/ 2147483646 w 135"/>
                <a:gd name="T73" fmla="*/ 2147483646 h 135"/>
                <a:gd name="T74" fmla="*/ 2147483646 w 135"/>
                <a:gd name="T75" fmla="*/ 2147483646 h 135"/>
                <a:gd name="T76" fmla="*/ 2147483646 w 135"/>
                <a:gd name="T77" fmla="*/ 2147483646 h 135"/>
                <a:gd name="T78" fmla="*/ 2147483646 w 135"/>
                <a:gd name="T79" fmla="*/ 2147483646 h 135"/>
                <a:gd name="T80" fmla="*/ 2147483646 w 135"/>
                <a:gd name="T81" fmla="*/ 2147483646 h 135"/>
                <a:gd name="T82" fmla="*/ 2147483646 w 135"/>
                <a:gd name="T83" fmla="*/ 2147483646 h 135"/>
                <a:gd name="T84" fmla="*/ 2147483646 w 135"/>
                <a:gd name="T85" fmla="*/ 2147483646 h 135"/>
                <a:gd name="T86" fmla="*/ 2147483646 w 135"/>
                <a:gd name="T87" fmla="*/ 2147483646 h 13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35" h="135">
                  <a:moveTo>
                    <a:pt x="135" y="69"/>
                  </a:moveTo>
                  <a:lnTo>
                    <a:pt x="135" y="64"/>
                  </a:lnTo>
                  <a:lnTo>
                    <a:pt x="135" y="61"/>
                  </a:lnTo>
                  <a:lnTo>
                    <a:pt x="135" y="58"/>
                  </a:lnTo>
                  <a:lnTo>
                    <a:pt x="134" y="54"/>
                  </a:lnTo>
                  <a:lnTo>
                    <a:pt x="134" y="51"/>
                  </a:lnTo>
                  <a:lnTo>
                    <a:pt x="132" y="48"/>
                  </a:lnTo>
                  <a:lnTo>
                    <a:pt x="131" y="45"/>
                  </a:lnTo>
                  <a:lnTo>
                    <a:pt x="131" y="42"/>
                  </a:lnTo>
                  <a:lnTo>
                    <a:pt x="129" y="39"/>
                  </a:lnTo>
                  <a:lnTo>
                    <a:pt x="128" y="36"/>
                  </a:lnTo>
                  <a:lnTo>
                    <a:pt x="126" y="33"/>
                  </a:lnTo>
                  <a:lnTo>
                    <a:pt x="123" y="30"/>
                  </a:lnTo>
                  <a:lnTo>
                    <a:pt x="122" y="27"/>
                  </a:lnTo>
                  <a:lnTo>
                    <a:pt x="120" y="26"/>
                  </a:lnTo>
                  <a:lnTo>
                    <a:pt x="117" y="23"/>
                  </a:lnTo>
                  <a:lnTo>
                    <a:pt x="116" y="20"/>
                  </a:lnTo>
                  <a:lnTo>
                    <a:pt x="113" y="18"/>
                  </a:lnTo>
                  <a:lnTo>
                    <a:pt x="111" y="17"/>
                  </a:lnTo>
                  <a:lnTo>
                    <a:pt x="108" y="14"/>
                  </a:lnTo>
                  <a:lnTo>
                    <a:pt x="105" y="12"/>
                  </a:lnTo>
                  <a:lnTo>
                    <a:pt x="102" y="11"/>
                  </a:lnTo>
                  <a:lnTo>
                    <a:pt x="100" y="9"/>
                  </a:lnTo>
                  <a:lnTo>
                    <a:pt x="97" y="8"/>
                  </a:lnTo>
                  <a:lnTo>
                    <a:pt x="94" y="6"/>
                  </a:lnTo>
                  <a:lnTo>
                    <a:pt x="91" y="5"/>
                  </a:lnTo>
                  <a:lnTo>
                    <a:pt x="88" y="3"/>
                  </a:lnTo>
                  <a:lnTo>
                    <a:pt x="85" y="3"/>
                  </a:lnTo>
                  <a:lnTo>
                    <a:pt x="82" y="2"/>
                  </a:lnTo>
                  <a:lnTo>
                    <a:pt x="79" y="2"/>
                  </a:lnTo>
                  <a:lnTo>
                    <a:pt x="74" y="0"/>
                  </a:lnTo>
                  <a:lnTo>
                    <a:pt x="71" y="0"/>
                  </a:lnTo>
                  <a:lnTo>
                    <a:pt x="68" y="0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8" y="2"/>
                  </a:lnTo>
                  <a:lnTo>
                    <a:pt x="55" y="2"/>
                  </a:lnTo>
                  <a:lnTo>
                    <a:pt x="51" y="3"/>
                  </a:lnTo>
                  <a:lnTo>
                    <a:pt x="48" y="3"/>
                  </a:lnTo>
                  <a:lnTo>
                    <a:pt x="45" y="5"/>
                  </a:lnTo>
                  <a:lnTo>
                    <a:pt x="42" y="6"/>
                  </a:lnTo>
                  <a:lnTo>
                    <a:pt x="39" y="8"/>
                  </a:lnTo>
                  <a:lnTo>
                    <a:pt x="36" y="9"/>
                  </a:lnTo>
                  <a:lnTo>
                    <a:pt x="33" y="11"/>
                  </a:lnTo>
                  <a:lnTo>
                    <a:pt x="30" y="12"/>
                  </a:lnTo>
                  <a:lnTo>
                    <a:pt x="28" y="14"/>
                  </a:lnTo>
                  <a:lnTo>
                    <a:pt x="25" y="17"/>
                  </a:lnTo>
                  <a:lnTo>
                    <a:pt x="22" y="18"/>
                  </a:lnTo>
                  <a:lnTo>
                    <a:pt x="21" y="20"/>
                  </a:lnTo>
                  <a:lnTo>
                    <a:pt x="18" y="23"/>
                  </a:lnTo>
                  <a:lnTo>
                    <a:pt x="16" y="26"/>
                  </a:lnTo>
                  <a:lnTo>
                    <a:pt x="14" y="27"/>
                  </a:lnTo>
                  <a:lnTo>
                    <a:pt x="12" y="30"/>
                  </a:lnTo>
                  <a:lnTo>
                    <a:pt x="11" y="33"/>
                  </a:lnTo>
                  <a:lnTo>
                    <a:pt x="9" y="36"/>
                  </a:lnTo>
                  <a:lnTo>
                    <a:pt x="8" y="39"/>
                  </a:lnTo>
                  <a:lnTo>
                    <a:pt x="6" y="42"/>
                  </a:lnTo>
                  <a:lnTo>
                    <a:pt x="5" y="45"/>
                  </a:lnTo>
                  <a:lnTo>
                    <a:pt x="3" y="48"/>
                  </a:lnTo>
                  <a:lnTo>
                    <a:pt x="3" y="51"/>
                  </a:lnTo>
                  <a:lnTo>
                    <a:pt x="2" y="54"/>
                  </a:lnTo>
                  <a:lnTo>
                    <a:pt x="2" y="58"/>
                  </a:lnTo>
                  <a:lnTo>
                    <a:pt x="2" y="61"/>
                  </a:lnTo>
                  <a:lnTo>
                    <a:pt x="0" y="64"/>
                  </a:lnTo>
                  <a:lnTo>
                    <a:pt x="0" y="69"/>
                  </a:lnTo>
                  <a:lnTo>
                    <a:pt x="0" y="72"/>
                  </a:lnTo>
                  <a:lnTo>
                    <a:pt x="2" y="75"/>
                  </a:lnTo>
                  <a:lnTo>
                    <a:pt x="2" y="78"/>
                  </a:lnTo>
                  <a:lnTo>
                    <a:pt x="2" y="82"/>
                  </a:lnTo>
                  <a:lnTo>
                    <a:pt x="3" y="85"/>
                  </a:lnTo>
                  <a:lnTo>
                    <a:pt x="3" y="88"/>
                  </a:lnTo>
                  <a:lnTo>
                    <a:pt x="5" y="91"/>
                  </a:lnTo>
                  <a:lnTo>
                    <a:pt x="6" y="94"/>
                  </a:lnTo>
                  <a:lnTo>
                    <a:pt x="8" y="97"/>
                  </a:lnTo>
                  <a:lnTo>
                    <a:pt x="9" y="100"/>
                  </a:lnTo>
                  <a:lnTo>
                    <a:pt x="11" y="103"/>
                  </a:lnTo>
                  <a:lnTo>
                    <a:pt x="12" y="106"/>
                  </a:lnTo>
                  <a:lnTo>
                    <a:pt x="14" y="109"/>
                  </a:lnTo>
                  <a:lnTo>
                    <a:pt x="16" y="110"/>
                  </a:lnTo>
                  <a:lnTo>
                    <a:pt x="18" y="113"/>
                  </a:lnTo>
                  <a:lnTo>
                    <a:pt x="21" y="116"/>
                  </a:lnTo>
                  <a:lnTo>
                    <a:pt x="22" y="118"/>
                  </a:lnTo>
                  <a:lnTo>
                    <a:pt x="25" y="121"/>
                  </a:lnTo>
                  <a:lnTo>
                    <a:pt x="28" y="122"/>
                  </a:lnTo>
                  <a:lnTo>
                    <a:pt x="30" y="123"/>
                  </a:lnTo>
                  <a:lnTo>
                    <a:pt x="33" y="125"/>
                  </a:lnTo>
                  <a:lnTo>
                    <a:pt x="36" y="126"/>
                  </a:lnTo>
                  <a:lnTo>
                    <a:pt x="39" y="128"/>
                  </a:lnTo>
                  <a:lnTo>
                    <a:pt x="42" y="129"/>
                  </a:lnTo>
                  <a:lnTo>
                    <a:pt x="45" y="131"/>
                  </a:lnTo>
                  <a:lnTo>
                    <a:pt x="48" y="132"/>
                  </a:lnTo>
                  <a:lnTo>
                    <a:pt x="51" y="134"/>
                  </a:lnTo>
                  <a:lnTo>
                    <a:pt x="55" y="134"/>
                  </a:lnTo>
                  <a:lnTo>
                    <a:pt x="58" y="134"/>
                  </a:lnTo>
                  <a:lnTo>
                    <a:pt x="61" y="135"/>
                  </a:lnTo>
                  <a:lnTo>
                    <a:pt x="64" y="135"/>
                  </a:lnTo>
                  <a:lnTo>
                    <a:pt x="68" y="135"/>
                  </a:lnTo>
                  <a:lnTo>
                    <a:pt x="71" y="135"/>
                  </a:lnTo>
                  <a:lnTo>
                    <a:pt x="74" y="135"/>
                  </a:lnTo>
                  <a:lnTo>
                    <a:pt x="79" y="134"/>
                  </a:lnTo>
                  <a:lnTo>
                    <a:pt x="82" y="134"/>
                  </a:lnTo>
                  <a:lnTo>
                    <a:pt x="85" y="134"/>
                  </a:lnTo>
                  <a:lnTo>
                    <a:pt x="88" y="132"/>
                  </a:lnTo>
                  <a:lnTo>
                    <a:pt x="91" y="131"/>
                  </a:lnTo>
                  <a:lnTo>
                    <a:pt x="94" y="129"/>
                  </a:lnTo>
                  <a:lnTo>
                    <a:pt x="97" y="128"/>
                  </a:lnTo>
                  <a:lnTo>
                    <a:pt x="100" y="126"/>
                  </a:lnTo>
                  <a:lnTo>
                    <a:pt x="102" y="125"/>
                  </a:lnTo>
                  <a:lnTo>
                    <a:pt x="105" y="123"/>
                  </a:lnTo>
                  <a:lnTo>
                    <a:pt x="108" y="122"/>
                  </a:lnTo>
                  <a:lnTo>
                    <a:pt x="111" y="121"/>
                  </a:lnTo>
                  <a:lnTo>
                    <a:pt x="113" y="118"/>
                  </a:lnTo>
                  <a:lnTo>
                    <a:pt x="116" y="116"/>
                  </a:lnTo>
                  <a:lnTo>
                    <a:pt x="117" y="113"/>
                  </a:lnTo>
                  <a:lnTo>
                    <a:pt x="120" y="110"/>
                  </a:lnTo>
                  <a:lnTo>
                    <a:pt x="122" y="109"/>
                  </a:lnTo>
                  <a:lnTo>
                    <a:pt x="123" y="106"/>
                  </a:lnTo>
                  <a:lnTo>
                    <a:pt x="126" y="103"/>
                  </a:lnTo>
                  <a:lnTo>
                    <a:pt x="128" y="100"/>
                  </a:lnTo>
                  <a:lnTo>
                    <a:pt x="129" y="97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8"/>
                  </a:lnTo>
                  <a:lnTo>
                    <a:pt x="134" y="85"/>
                  </a:lnTo>
                  <a:lnTo>
                    <a:pt x="134" y="82"/>
                  </a:lnTo>
                  <a:lnTo>
                    <a:pt x="135" y="78"/>
                  </a:lnTo>
                  <a:lnTo>
                    <a:pt x="135" y="75"/>
                  </a:lnTo>
                  <a:lnTo>
                    <a:pt x="135" y="72"/>
                  </a:lnTo>
                  <a:lnTo>
                    <a:pt x="135" y="69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31" name="Freeform 20">
              <a:extLst>
                <a:ext uri="{FF2B5EF4-FFF2-40B4-BE49-F238E27FC236}">
                  <a16:creationId xmlns:a16="http://schemas.microsoft.com/office/drawing/2014/main" id="{B2926CC8-1119-43DA-8DCE-314D74F68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713" y="3932237"/>
              <a:ext cx="187325" cy="1588"/>
            </a:xfrm>
            <a:custGeom>
              <a:avLst/>
              <a:gdLst>
                <a:gd name="T0" fmla="*/ 2147483646 w 237"/>
                <a:gd name="T1" fmla="*/ 0 h 1588"/>
                <a:gd name="T2" fmla="*/ 0 w 237"/>
                <a:gd name="T3" fmla="*/ 0 h 1588"/>
                <a:gd name="T4" fmla="*/ 2147483646 w 237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7" h="1588">
                  <a:moveTo>
                    <a:pt x="237" y="0"/>
                  </a:moveTo>
                  <a:lnTo>
                    <a:pt x="0" y="0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32" name="Line 21">
              <a:extLst>
                <a:ext uri="{FF2B5EF4-FFF2-40B4-BE49-F238E27FC236}">
                  <a16:creationId xmlns:a16="http://schemas.microsoft.com/office/drawing/2014/main" id="{CF07174B-113D-41D0-B6B0-BF970C4EC8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1713" y="3932237"/>
              <a:ext cx="1873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33" name="Freeform 22">
              <a:extLst>
                <a:ext uri="{FF2B5EF4-FFF2-40B4-BE49-F238E27FC236}">
                  <a16:creationId xmlns:a16="http://schemas.microsoft.com/office/drawing/2014/main" id="{0CE8DB29-03D3-403E-A254-A774CEBAF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4097337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34" name="Line 23">
              <a:extLst>
                <a:ext uri="{FF2B5EF4-FFF2-40B4-BE49-F238E27FC236}">
                  <a16:creationId xmlns:a16="http://schemas.microsoft.com/office/drawing/2014/main" id="{96410BAA-76B5-4855-B4FE-C7EFADF96B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4097337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35" name="Freeform 24">
              <a:extLst>
                <a:ext uri="{FF2B5EF4-FFF2-40B4-BE49-F238E27FC236}">
                  <a16:creationId xmlns:a16="http://schemas.microsoft.com/office/drawing/2014/main" id="{2BD17EC7-5B89-4BD8-A012-454B5A5BE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3767137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36" name="Line 25">
              <a:extLst>
                <a:ext uri="{FF2B5EF4-FFF2-40B4-BE49-F238E27FC236}">
                  <a16:creationId xmlns:a16="http://schemas.microsoft.com/office/drawing/2014/main" id="{FBD52B02-BDF1-41FA-BB12-55B31556B1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3767137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37" name="Line 26">
              <a:extLst>
                <a:ext uri="{FF2B5EF4-FFF2-40B4-BE49-F238E27FC236}">
                  <a16:creationId xmlns:a16="http://schemas.microsoft.com/office/drawing/2014/main" id="{8C499807-D6A7-4342-B017-B60CD8A35C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6163" y="1436687"/>
              <a:ext cx="1506537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38" name="Line 27">
              <a:extLst>
                <a:ext uri="{FF2B5EF4-FFF2-40B4-BE49-F238E27FC236}">
                  <a16:creationId xmlns:a16="http://schemas.microsoft.com/office/drawing/2014/main" id="{8D0EEC40-3811-459E-9F9F-8B1FD79D73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6163" y="1766887"/>
              <a:ext cx="1506537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39" name="Line 28">
              <a:extLst>
                <a:ext uri="{FF2B5EF4-FFF2-40B4-BE49-F238E27FC236}">
                  <a16:creationId xmlns:a16="http://schemas.microsoft.com/office/drawing/2014/main" id="{078B711F-F6B6-4A53-9512-8D6FA13C5D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500" y="2614612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40" name="Line 29">
              <a:extLst>
                <a:ext uri="{FF2B5EF4-FFF2-40B4-BE49-F238E27FC236}">
                  <a16:creationId xmlns:a16="http://schemas.microsoft.com/office/drawing/2014/main" id="{B3ABE59B-077F-40AC-8F5F-DCB8C103BD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3688" y="3752850"/>
              <a:ext cx="0" cy="1793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41" name="Line 30">
              <a:extLst>
                <a:ext uri="{FF2B5EF4-FFF2-40B4-BE49-F238E27FC236}">
                  <a16:creationId xmlns:a16="http://schemas.microsoft.com/office/drawing/2014/main" id="{C633C709-C4E9-4819-A980-CEF8D8AC9C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3688" y="3108325"/>
              <a:ext cx="3175" cy="25876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42" name="Freeform 31">
              <a:extLst>
                <a:ext uri="{FF2B5EF4-FFF2-40B4-BE49-F238E27FC236}">
                  <a16:creationId xmlns:a16="http://schemas.microsoft.com/office/drawing/2014/main" id="{5B7A89FE-CD5B-4DBA-9687-82A79515F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588" y="3297237"/>
              <a:ext cx="330200" cy="328613"/>
            </a:xfrm>
            <a:custGeom>
              <a:avLst/>
              <a:gdLst>
                <a:gd name="T0" fmla="*/ 2147483646 w 415"/>
                <a:gd name="T1" fmla="*/ 2147483646 h 415"/>
                <a:gd name="T2" fmla="*/ 0 w 415"/>
                <a:gd name="T3" fmla="*/ 0 h 415"/>
                <a:gd name="T4" fmla="*/ 2147483646 w 415"/>
                <a:gd name="T5" fmla="*/ 0 h 415"/>
                <a:gd name="T6" fmla="*/ 2147483646 w 415"/>
                <a:gd name="T7" fmla="*/ 2147483646 h 4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5" h="415">
                  <a:moveTo>
                    <a:pt x="208" y="415"/>
                  </a:moveTo>
                  <a:lnTo>
                    <a:pt x="0" y="0"/>
                  </a:lnTo>
                  <a:lnTo>
                    <a:pt x="415" y="0"/>
                  </a:lnTo>
                  <a:lnTo>
                    <a:pt x="208" y="415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43" name="Freeform 32">
              <a:extLst>
                <a:ext uri="{FF2B5EF4-FFF2-40B4-BE49-F238E27FC236}">
                  <a16:creationId xmlns:a16="http://schemas.microsoft.com/office/drawing/2014/main" id="{B99BCD4D-62E8-4228-9AC7-E8C009400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888" y="3646487"/>
              <a:ext cx="107950" cy="106363"/>
            </a:xfrm>
            <a:custGeom>
              <a:avLst/>
              <a:gdLst>
                <a:gd name="T0" fmla="*/ 2147483646 w 135"/>
                <a:gd name="T1" fmla="*/ 2147483646 h 135"/>
                <a:gd name="T2" fmla="*/ 2147483646 w 135"/>
                <a:gd name="T3" fmla="*/ 2147483646 h 135"/>
                <a:gd name="T4" fmla="*/ 2147483646 w 135"/>
                <a:gd name="T5" fmla="*/ 2147483646 h 135"/>
                <a:gd name="T6" fmla="*/ 2147483646 w 135"/>
                <a:gd name="T7" fmla="*/ 2147483646 h 135"/>
                <a:gd name="T8" fmla="*/ 2147483646 w 135"/>
                <a:gd name="T9" fmla="*/ 2147483646 h 135"/>
                <a:gd name="T10" fmla="*/ 2147483646 w 135"/>
                <a:gd name="T11" fmla="*/ 2147483646 h 135"/>
                <a:gd name="T12" fmla="*/ 2147483646 w 135"/>
                <a:gd name="T13" fmla="*/ 2147483646 h 135"/>
                <a:gd name="T14" fmla="*/ 2147483646 w 135"/>
                <a:gd name="T15" fmla="*/ 2147483646 h 135"/>
                <a:gd name="T16" fmla="*/ 2147483646 w 135"/>
                <a:gd name="T17" fmla="*/ 2147483646 h 135"/>
                <a:gd name="T18" fmla="*/ 2147483646 w 135"/>
                <a:gd name="T19" fmla="*/ 2147483646 h 135"/>
                <a:gd name="T20" fmla="*/ 2147483646 w 135"/>
                <a:gd name="T21" fmla="*/ 0 h 135"/>
                <a:gd name="T22" fmla="*/ 2147483646 w 135"/>
                <a:gd name="T23" fmla="*/ 0 h 135"/>
                <a:gd name="T24" fmla="*/ 2147483646 w 135"/>
                <a:gd name="T25" fmla="*/ 2147483646 h 135"/>
                <a:gd name="T26" fmla="*/ 2147483646 w 135"/>
                <a:gd name="T27" fmla="*/ 2147483646 h 135"/>
                <a:gd name="T28" fmla="*/ 2147483646 w 135"/>
                <a:gd name="T29" fmla="*/ 2147483646 h 135"/>
                <a:gd name="T30" fmla="*/ 2147483646 w 135"/>
                <a:gd name="T31" fmla="*/ 2147483646 h 135"/>
                <a:gd name="T32" fmla="*/ 2147483646 w 135"/>
                <a:gd name="T33" fmla="*/ 2147483646 h 135"/>
                <a:gd name="T34" fmla="*/ 2147483646 w 135"/>
                <a:gd name="T35" fmla="*/ 2147483646 h 135"/>
                <a:gd name="T36" fmla="*/ 2147483646 w 135"/>
                <a:gd name="T37" fmla="*/ 2147483646 h 135"/>
                <a:gd name="T38" fmla="*/ 2147483646 w 135"/>
                <a:gd name="T39" fmla="*/ 2147483646 h 135"/>
                <a:gd name="T40" fmla="*/ 2147483646 w 135"/>
                <a:gd name="T41" fmla="*/ 2147483646 h 135"/>
                <a:gd name="T42" fmla="*/ 0 w 135"/>
                <a:gd name="T43" fmla="*/ 2147483646 h 135"/>
                <a:gd name="T44" fmla="*/ 2147483646 w 135"/>
                <a:gd name="T45" fmla="*/ 2147483646 h 135"/>
                <a:gd name="T46" fmla="*/ 2147483646 w 135"/>
                <a:gd name="T47" fmla="*/ 2147483646 h 135"/>
                <a:gd name="T48" fmla="*/ 2147483646 w 135"/>
                <a:gd name="T49" fmla="*/ 2147483646 h 135"/>
                <a:gd name="T50" fmla="*/ 2147483646 w 135"/>
                <a:gd name="T51" fmla="*/ 2147483646 h 135"/>
                <a:gd name="T52" fmla="*/ 2147483646 w 135"/>
                <a:gd name="T53" fmla="*/ 2147483646 h 135"/>
                <a:gd name="T54" fmla="*/ 2147483646 w 135"/>
                <a:gd name="T55" fmla="*/ 2147483646 h 135"/>
                <a:gd name="T56" fmla="*/ 2147483646 w 135"/>
                <a:gd name="T57" fmla="*/ 2147483646 h 135"/>
                <a:gd name="T58" fmla="*/ 2147483646 w 135"/>
                <a:gd name="T59" fmla="*/ 2147483646 h 135"/>
                <a:gd name="T60" fmla="*/ 2147483646 w 135"/>
                <a:gd name="T61" fmla="*/ 2147483646 h 135"/>
                <a:gd name="T62" fmla="*/ 2147483646 w 135"/>
                <a:gd name="T63" fmla="*/ 2147483646 h 135"/>
                <a:gd name="T64" fmla="*/ 2147483646 w 135"/>
                <a:gd name="T65" fmla="*/ 2147483646 h 135"/>
                <a:gd name="T66" fmla="*/ 2147483646 w 135"/>
                <a:gd name="T67" fmla="*/ 2147483646 h 135"/>
                <a:gd name="T68" fmla="*/ 2147483646 w 135"/>
                <a:gd name="T69" fmla="*/ 2147483646 h 135"/>
                <a:gd name="T70" fmla="*/ 2147483646 w 135"/>
                <a:gd name="T71" fmla="*/ 2147483646 h 135"/>
                <a:gd name="T72" fmla="*/ 2147483646 w 135"/>
                <a:gd name="T73" fmla="*/ 2147483646 h 135"/>
                <a:gd name="T74" fmla="*/ 2147483646 w 135"/>
                <a:gd name="T75" fmla="*/ 2147483646 h 135"/>
                <a:gd name="T76" fmla="*/ 2147483646 w 135"/>
                <a:gd name="T77" fmla="*/ 2147483646 h 135"/>
                <a:gd name="T78" fmla="*/ 2147483646 w 135"/>
                <a:gd name="T79" fmla="*/ 2147483646 h 135"/>
                <a:gd name="T80" fmla="*/ 2147483646 w 135"/>
                <a:gd name="T81" fmla="*/ 2147483646 h 135"/>
                <a:gd name="T82" fmla="*/ 2147483646 w 135"/>
                <a:gd name="T83" fmla="*/ 2147483646 h 135"/>
                <a:gd name="T84" fmla="*/ 2147483646 w 135"/>
                <a:gd name="T85" fmla="*/ 2147483646 h 135"/>
                <a:gd name="T86" fmla="*/ 2147483646 w 135"/>
                <a:gd name="T87" fmla="*/ 2147483646 h 13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35" h="135">
                  <a:moveTo>
                    <a:pt x="135" y="68"/>
                  </a:moveTo>
                  <a:lnTo>
                    <a:pt x="135" y="64"/>
                  </a:lnTo>
                  <a:lnTo>
                    <a:pt x="135" y="61"/>
                  </a:lnTo>
                  <a:lnTo>
                    <a:pt x="135" y="58"/>
                  </a:lnTo>
                  <a:lnTo>
                    <a:pt x="133" y="53"/>
                  </a:lnTo>
                  <a:lnTo>
                    <a:pt x="133" y="50"/>
                  </a:lnTo>
                  <a:lnTo>
                    <a:pt x="132" y="47"/>
                  </a:lnTo>
                  <a:lnTo>
                    <a:pt x="130" y="44"/>
                  </a:lnTo>
                  <a:lnTo>
                    <a:pt x="130" y="41"/>
                  </a:lnTo>
                  <a:lnTo>
                    <a:pt x="129" y="38"/>
                  </a:lnTo>
                  <a:lnTo>
                    <a:pt x="127" y="36"/>
                  </a:lnTo>
                  <a:lnTo>
                    <a:pt x="126" y="33"/>
                  </a:lnTo>
                  <a:lnTo>
                    <a:pt x="123" y="30"/>
                  </a:lnTo>
                  <a:lnTo>
                    <a:pt x="121" y="27"/>
                  </a:lnTo>
                  <a:lnTo>
                    <a:pt x="120" y="25"/>
                  </a:lnTo>
                  <a:lnTo>
                    <a:pt x="117" y="22"/>
                  </a:lnTo>
                  <a:lnTo>
                    <a:pt x="115" y="19"/>
                  </a:lnTo>
                  <a:lnTo>
                    <a:pt x="112" y="18"/>
                  </a:lnTo>
                  <a:lnTo>
                    <a:pt x="111" y="16"/>
                  </a:lnTo>
                  <a:lnTo>
                    <a:pt x="108" y="13"/>
                  </a:lnTo>
                  <a:lnTo>
                    <a:pt x="105" y="12"/>
                  </a:lnTo>
                  <a:lnTo>
                    <a:pt x="102" y="10"/>
                  </a:lnTo>
                  <a:lnTo>
                    <a:pt x="99" y="9"/>
                  </a:lnTo>
                  <a:lnTo>
                    <a:pt x="96" y="7"/>
                  </a:lnTo>
                  <a:lnTo>
                    <a:pt x="93" y="6"/>
                  </a:lnTo>
                  <a:lnTo>
                    <a:pt x="90" y="4"/>
                  </a:lnTo>
                  <a:lnTo>
                    <a:pt x="87" y="3"/>
                  </a:lnTo>
                  <a:lnTo>
                    <a:pt x="84" y="3"/>
                  </a:lnTo>
                  <a:lnTo>
                    <a:pt x="81" y="1"/>
                  </a:lnTo>
                  <a:lnTo>
                    <a:pt x="78" y="1"/>
                  </a:lnTo>
                  <a:lnTo>
                    <a:pt x="74" y="0"/>
                  </a:lnTo>
                  <a:lnTo>
                    <a:pt x="71" y="0"/>
                  </a:lnTo>
                  <a:lnTo>
                    <a:pt x="68" y="0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8" y="1"/>
                  </a:lnTo>
                  <a:lnTo>
                    <a:pt x="55" y="1"/>
                  </a:lnTo>
                  <a:lnTo>
                    <a:pt x="50" y="3"/>
                  </a:lnTo>
                  <a:lnTo>
                    <a:pt x="47" y="3"/>
                  </a:lnTo>
                  <a:lnTo>
                    <a:pt x="44" y="4"/>
                  </a:lnTo>
                  <a:lnTo>
                    <a:pt x="41" y="6"/>
                  </a:lnTo>
                  <a:lnTo>
                    <a:pt x="38" y="7"/>
                  </a:lnTo>
                  <a:lnTo>
                    <a:pt x="35" y="9"/>
                  </a:lnTo>
                  <a:lnTo>
                    <a:pt x="32" y="10"/>
                  </a:lnTo>
                  <a:lnTo>
                    <a:pt x="29" y="12"/>
                  </a:lnTo>
                  <a:lnTo>
                    <a:pt x="28" y="13"/>
                  </a:lnTo>
                  <a:lnTo>
                    <a:pt x="25" y="16"/>
                  </a:lnTo>
                  <a:lnTo>
                    <a:pt x="22" y="18"/>
                  </a:lnTo>
                  <a:lnTo>
                    <a:pt x="21" y="19"/>
                  </a:lnTo>
                  <a:lnTo>
                    <a:pt x="18" y="22"/>
                  </a:lnTo>
                  <a:lnTo>
                    <a:pt x="16" y="25"/>
                  </a:lnTo>
                  <a:lnTo>
                    <a:pt x="13" y="27"/>
                  </a:lnTo>
                  <a:lnTo>
                    <a:pt x="12" y="30"/>
                  </a:lnTo>
                  <a:lnTo>
                    <a:pt x="10" y="33"/>
                  </a:lnTo>
                  <a:lnTo>
                    <a:pt x="9" y="36"/>
                  </a:lnTo>
                  <a:lnTo>
                    <a:pt x="7" y="38"/>
                  </a:lnTo>
                  <a:lnTo>
                    <a:pt x="6" y="41"/>
                  </a:lnTo>
                  <a:lnTo>
                    <a:pt x="4" y="44"/>
                  </a:lnTo>
                  <a:lnTo>
                    <a:pt x="3" y="47"/>
                  </a:lnTo>
                  <a:lnTo>
                    <a:pt x="3" y="50"/>
                  </a:lnTo>
                  <a:lnTo>
                    <a:pt x="1" y="53"/>
                  </a:lnTo>
                  <a:lnTo>
                    <a:pt x="1" y="58"/>
                  </a:lnTo>
                  <a:lnTo>
                    <a:pt x="1" y="61"/>
                  </a:lnTo>
                  <a:lnTo>
                    <a:pt x="0" y="64"/>
                  </a:lnTo>
                  <a:lnTo>
                    <a:pt x="0" y="68"/>
                  </a:lnTo>
                  <a:lnTo>
                    <a:pt x="0" y="71"/>
                  </a:lnTo>
                  <a:lnTo>
                    <a:pt x="1" y="74"/>
                  </a:lnTo>
                  <a:lnTo>
                    <a:pt x="1" y="77"/>
                  </a:lnTo>
                  <a:lnTo>
                    <a:pt x="1" y="81"/>
                  </a:lnTo>
                  <a:lnTo>
                    <a:pt x="3" y="84"/>
                  </a:lnTo>
                  <a:lnTo>
                    <a:pt x="3" y="87"/>
                  </a:lnTo>
                  <a:lnTo>
                    <a:pt x="4" y="90"/>
                  </a:lnTo>
                  <a:lnTo>
                    <a:pt x="6" y="93"/>
                  </a:lnTo>
                  <a:lnTo>
                    <a:pt x="7" y="96"/>
                  </a:lnTo>
                  <a:lnTo>
                    <a:pt x="9" y="99"/>
                  </a:lnTo>
                  <a:lnTo>
                    <a:pt x="10" y="102"/>
                  </a:lnTo>
                  <a:lnTo>
                    <a:pt x="12" y="105"/>
                  </a:lnTo>
                  <a:lnTo>
                    <a:pt x="13" y="108"/>
                  </a:lnTo>
                  <a:lnTo>
                    <a:pt x="16" y="110"/>
                  </a:lnTo>
                  <a:lnTo>
                    <a:pt x="18" y="113"/>
                  </a:lnTo>
                  <a:lnTo>
                    <a:pt x="21" y="116"/>
                  </a:lnTo>
                  <a:lnTo>
                    <a:pt x="22" y="117"/>
                  </a:lnTo>
                  <a:lnTo>
                    <a:pt x="25" y="120"/>
                  </a:lnTo>
                  <a:lnTo>
                    <a:pt x="28" y="122"/>
                  </a:lnTo>
                  <a:lnTo>
                    <a:pt x="29" y="123"/>
                  </a:lnTo>
                  <a:lnTo>
                    <a:pt x="32" y="124"/>
                  </a:lnTo>
                  <a:lnTo>
                    <a:pt x="35" y="126"/>
                  </a:lnTo>
                  <a:lnTo>
                    <a:pt x="38" y="127"/>
                  </a:lnTo>
                  <a:lnTo>
                    <a:pt x="41" y="129"/>
                  </a:lnTo>
                  <a:lnTo>
                    <a:pt x="44" y="130"/>
                  </a:lnTo>
                  <a:lnTo>
                    <a:pt x="47" y="132"/>
                  </a:lnTo>
                  <a:lnTo>
                    <a:pt x="50" y="133"/>
                  </a:lnTo>
                  <a:lnTo>
                    <a:pt x="55" y="133"/>
                  </a:lnTo>
                  <a:lnTo>
                    <a:pt x="58" y="133"/>
                  </a:lnTo>
                  <a:lnTo>
                    <a:pt x="61" y="135"/>
                  </a:lnTo>
                  <a:lnTo>
                    <a:pt x="64" y="135"/>
                  </a:lnTo>
                  <a:lnTo>
                    <a:pt x="68" y="135"/>
                  </a:lnTo>
                  <a:lnTo>
                    <a:pt x="71" y="135"/>
                  </a:lnTo>
                  <a:lnTo>
                    <a:pt x="74" y="135"/>
                  </a:lnTo>
                  <a:lnTo>
                    <a:pt x="78" y="133"/>
                  </a:lnTo>
                  <a:lnTo>
                    <a:pt x="81" y="133"/>
                  </a:lnTo>
                  <a:lnTo>
                    <a:pt x="84" y="133"/>
                  </a:lnTo>
                  <a:lnTo>
                    <a:pt x="87" y="132"/>
                  </a:lnTo>
                  <a:lnTo>
                    <a:pt x="90" y="130"/>
                  </a:lnTo>
                  <a:lnTo>
                    <a:pt x="93" y="129"/>
                  </a:lnTo>
                  <a:lnTo>
                    <a:pt x="96" y="127"/>
                  </a:lnTo>
                  <a:lnTo>
                    <a:pt x="99" y="126"/>
                  </a:lnTo>
                  <a:lnTo>
                    <a:pt x="102" y="124"/>
                  </a:lnTo>
                  <a:lnTo>
                    <a:pt x="105" y="123"/>
                  </a:lnTo>
                  <a:lnTo>
                    <a:pt x="108" y="122"/>
                  </a:lnTo>
                  <a:lnTo>
                    <a:pt x="111" y="120"/>
                  </a:lnTo>
                  <a:lnTo>
                    <a:pt x="112" y="117"/>
                  </a:lnTo>
                  <a:lnTo>
                    <a:pt x="115" y="116"/>
                  </a:lnTo>
                  <a:lnTo>
                    <a:pt x="117" y="113"/>
                  </a:lnTo>
                  <a:lnTo>
                    <a:pt x="120" y="110"/>
                  </a:lnTo>
                  <a:lnTo>
                    <a:pt x="121" y="108"/>
                  </a:lnTo>
                  <a:lnTo>
                    <a:pt x="123" y="105"/>
                  </a:lnTo>
                  <a:lnTo>
                    <a:pt x="126" y="102"/>
                  </a:lnTo>
                  <a:lnTo>
                    <a:pt x="127" y="99"/>
                  </a:lnTo>
                  <a:lnTo>
                    <a:pt x="129" y="96"/>
                  </a:lnTo>
                  <a:lnTo>
                    <a:pt x="130" y="93"/>
                  </a:lnTo>
                  <a:lnTo>
                    <a:pt x="130" y="90"/>
                  </a:lnTo>
                  <a:lnTo>
                    <a:pt x="132" y="87"/>
                  </a:lnTo>
                  <a:lnTo>
                    <a:pt x="133" y="84"/>
                  </a:lnTo>
                  <a:lnTo>
                    <a:pt x="133" y="81"/>
                  </a:lnTo>
                  <a:lnTo>
                    <a:pt x="135" y="77"/>
                  </a:lnTo>
                  <a:lnTo>
                    <a:pt x="135" y="74"/>
                  </a:lnTo>
                  <a:lnTo>
                    <a:pt x="135" y="71"/>
                  </a:lnTo>
                  <a:lnTo>
                    <a:pt x="135" y="68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44" name="Line 33">
              <a:extLst>
                <a:ext uri="{FF2B5EF4-FFF2-40B4-BE49-F238E27FC236}">
                  <a16:creationId xmlns:a16="http://schemas.microsoft.com/office/drawing/2014/main" id="{281B8294-2A2B-4F30-A94E-9CD6CACCEE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3688" y="1766887"/>
              <a:ext cx="3175" cy="134143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45" name="Freeform 34">
              <a:extLst>
                <a:ext uri="{FF2B5EF4-FFF2-40B4-BE49-F238E27FC236}">
                  <a16:creationId xmlns:a16="http://schemas.microsoft.com/office/drawing/2014/main" id="{370D6289-BD41-4E58-9AB1-FE041738E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3862387"/>
              <a:ext cx="989012" cy="234950"/>
            </a:xfrm>
            <a:custGeom>
              <a:avLst/>
              <a:gdLst>
                <a:gd name="T0" fmla="*/ 0 w 1245"/>
                <a:gd name="T1" fmla="*/ 0 h 297"/>
                <a:gd name="T2" fmla="*/ 0 w 1245"/>
                <a:gd name="T3" fmla="*/ 2147483646 h 297"/>
                <a:gd name="T4" fmla="*/ 2147483646 w 1245"/>
                <a:gd name="T5" fmla="*/ 2147483646 h 2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45" h="297">
                  <a:moveTo>
                    <a:pt x="0" y="0"/>
                  </a:moveTo>
                  <a:lnTo>
                    <a:pt x="0" y="297"/>
                  </a:lnTo>
                  <a:lnTo>
                    <a:pt x="1245" y="297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46" name="Freeform 35">
              <a:extLst>
                <a:ext uri="{FF2B5EF4-FFF2-40B4-BE49-F238E27FC236}">
                  <a16:creationId xmlns:a16="http://schemas.microsoft.com/office/drawing/2014/main" id="{4B804C13-76D8-4110-AF67-D219B0937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500" y="2614612"/>
              <a:ext cx="330200" cy="1152525"/>
            </a:xfrm>
            <a:custGeom>
              <a:avLst/>
              <a:gdLst>
                <a:gd name="T0" fmla="*/ 0 w 415"/>
                <a:gd name="T1" fmla="*/ 0 h 1454"/>
                <a:gd name="T2" fmla="*/ 0 w 415"/>
                <a:gd name="T3" fmla="*/ 2147483646 h 1454"/>
                <a:gd name="T4" fmla="*/ 2147483646 w 415"/>
                <a:gd name="T5" fmla="*/ 2147483646 h 14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454">
                  <a:moveTo>
                    <a:pt x="0" y="0"/>
                  </a:moveTo>
                  <a:lnTo>
                    <a:pt x="0" y="1454"/>
                  </a:lnTo>
                  <a:lnTo>
                    <a:pt x="415" y="145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47" name="Line 36">
              <a:extLst>
                <a:ext uri="{FF2B5EF4-FFF2-40B4-BE49-F238E27FC236}">
                  <a16:creationId xmlns:a16="http://schemas.microsoft.com/office/drawing/2014/main" id="{D77B72BF-9FED-405E-88DC-D1C977CC6A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3688" y="2943225"/>
              <a:ext cx="989012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48" name="Freeform 37">
              <a:extLst>
                <a:ext uri="{FF2B5EF4-FFF2-40B4-BE49-F238E27FC236}">
                  <a16:creationId xmlns:a16="http://schemas.microsoft.com/office/drawing/2014/main" id="{C76EADF7-77A2-434D-9DBC-451B5AE13E9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00350" y="2909887"/>
              <a:ext cx="74613" cy="73025"/>
            </a:xfrm>
            <a:custGeom>
              <a:avLst/>
              <a:gdLst>
                <a:gd name="T0" fmla="*/ 2147483646 w 59"/>
                <a:gd name="T1" fmla="*/ 0 h 59"/>
                <a:gd name="T2" fmla="*/ 2147483646 w 59"/>
                <a:gd name="T3" fmla="*/ 0 h 59"/>
                <a:gd name="T4" fmla="*/ 2147483646 w 59"/>
                <a:gd name="T5" fmla="*/ 2147483646 h 59"/>
                <a:gd name="T6" fmla="*/ 2147483646 w 59"/>
                <a:gd name="T7" fmla="*/ 2147483646 h 59"/>
                <a:gd name="T8" fmla="*/ 2147483646 w 59"/>
                <a:gd name="T9" fmla="*/ 2147483646 h 59"/>
                <a:gd name="T10" fmla="*/ 2147483646 w 59"/>
                <a:gd name="T11" fmla="*/ 2147483646 h 59"/>
                <a:gd name="T12" fmla="*/ 2147483646 w 59"/>
                <a:gd name="T13" fmla="*/ 2147483646 h 59"/>
                <a:gd name="T14" fmla="*/ 2147483646 w 59"/>
                <a:gd name="T15" fmla="*/ 2147483646 h 59"/>
                <a:gd name="T16" fmla="*/ 2147483646 w 59"/>
                <a:gd name="T17" fmla="*/ 2147483646 h 59"/>
                <a:gd name="T18" fmla="*/ 0 w 59"/>
                <a:gd name="T19" fmla="*/ 2147483646 h 59"/>
                <a:gd name="T20" fmla="*/ 0 w 59"/>
                <a:gd name="T21" fmla="*/ 2147483646 h 59"/>
                <a:gd name="T22" fmla="*/ 0 w 59"/>
                <a:gd name="T23" fmla="*/ 2147483646 h 59"/>
                <a:gd name="T24" fmla="*/ 0 w 59"/>
                <a:gd name="T25" fmla="*/ 2147483646 h 59"/>
                <a:gd name="T26" fmla="*/ 2147483646 w 59"/>
                <a:gd name="T27" fmla="*/ 2147483646 h 59"/>
                <a:gd name="T28" fmla="*/ 2147483646 w 59"/>
                <a:gd name="T29" fmla="*/ 2147483646 h 59"/>
                <a:gd name="T30" fmla="*/ 2147483646 w 59"/>
                <a:gd name="T31" fmla="*/ 2147483646 h 59"/>
                <a:gd name="T32" fmla="*/ 2147483646 w 59"/>
                <a:gd name="T33" fmla="*/ 2147483646 h 59"/>
                <a:gd name="T34" fmla="*/ 2147483646 w 59"/>
                <a:gd name="T35" fmla="*/ 2147483646 h 59"/>
                <a:gd name="T36" fmla="*/ 2147483646 w 59"/>
                <a:gd name="T37" fmla="*/ 2147483646 h 59"/>
                <a:gd name="T38" fmla="*/ 2147483646 w 59"/>
                <a:gd name="T39" fmla="*/ 2147483646 h 59"/>
                <a:gd name="T40" fmla="*/ 2147483646 w 59"/>
                <a:gd name="T41" fmla="*/ 2147483646 h 59"/>
                <a:gd name="T42" fmla="*/ 2147483646 w 59"/>
                <a:gd name="T43" fmla="*/ 2147483646 h 59"/>
                <a:gd name="T44" fmla="*/ 2147483646 w 59"/>
                <a:gd name="T45" fmla="*/ 2147483646 h 59"/>
                <a:gd name="T46" fmla="*/ 2147483646 w 59"/>
                <a:gd name="T47" fmla="*/ 2147483646 h 59"/>
                <a:gd name="T48" fmla="*/ 2147483646 w 59"/>
                <a:gd name="T49" fmla="*/ 2147483646 h 59"/>
                <a:gd name="T50" fmla="*/ 2147483646 w 59"/>
                <a:gd name="T51" fmla="*/ 2147483646 h 59"/>
                <a:gd name="T52" fmla="*/ 2147483646 w 59"/>
                <a:gd name="T53" fmla="*/ 2147483646 h 59"/>
                <a:gd name="T54" fmla="*/ 2147483646 w 59"/>
                <a:gd name="T55" fmla="*/ 2147483646 h 59"/>
                <a:gd name="T56" fmla="*/ 2147483646 w 59"/>
                <a:gd name="T57" fmla="*/ 2147483646 h 59"/>
                <a:gd name="T58" fmla="*/ 2147483646 w 59"/>
                <a:gd name="T59" fmla="*/ 2147483646 h 59"/>
                <a:gd name="T60" fmla="*/ 2147483646 w 59"/>
                <a:gd name="T61" fmla="*/ 2147483646 h 59"/>
                <a:gd name="T62" fmla="*/ 2147483646 w 59"/>
                <a:gd name="T63" fmla="*/ 2147483646 h 59"/>
                <a:gd name="T64" fmla="*/ 2147483646 w 59"/>
                <a:gd name="T65" fmla="*/ 2147483646 h 59"/>
                <a:gd name="T66" fmla="*/ 2147483646 w 59"/>
                <a:gd name="T67" fmla="*/ 2147483646 h 59"/>
                <a:gd name="T68" fmla="*/ 2147483646 w 59"/>
                <a:gd name="T69" fmla="*/ 2147483646 h 59"/>
                <a:gd name="T70" fmla="*/ 2147483646 w 59"/>
                <a:gd name="T71" fmla="*/ 2147483646 h 59"/>
                <a:gd name="T72" fmla="*/ 2147483646 w 59"/>
                <a:gd name="T73" fmla="*/ 2147483646 h 59"/>
                <a:gd name="T74" fmla="*/ 2147483646 w 59"/>
                <a:gd name="T75" fmla="*/ 2147483646 h 59"/>
                <a:gd name="T76" fmla="*/ 2147483646 w 59"/>
                <a:gd name="T77" fmla="*/ 2147483646 h 59"/>
                <a:gd name="T78" fmla="*/ 2147483646 w 59"/>
                <a:gd name="T79" fmla="*/ 2147483646 h 59"/>
                <a:gd name="T80" fmla="*/ 2147483646 w 59"/>
                <a:gd name="T81" fmla="*/ 2147483646 h 59"/>
                <a:gd name="T82" fmla="*/ 2147483646 w 59"/>
                <a:gd name="T83" fmla="*/ 2147483646 h 59"/>
                <a:gd name="T84" fmla="*/ 2147483646 w 59"/>
                <a:gd name="T85" fmla="*/ 0 h 59"/>
                <a:gd name="T86" fmla="*/ 2147483646 w 59"/>
                <a:gd name="T87" fmla="*/ 0 h 59"/>
                <a:gd name="T88" fmla="*/ 2147483646 w 59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9" h="59">
                  <a:moveTo>
                    <a:pt x="30" y="30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6" y="3"/>
                  </a:lnTo>
                  <a:lnTo>
                    <a:pt x="15" y="4"/>
                  </a:lnTo>
                  <a:lnTo>
                    <a:pt x="13" y="4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7"/>
                  </a:lnTo>
                  <a:lnTo>
                    <a:pt x="9" y="9"/>
                  </a:lnTo>
                  <a:lnTo>
                    <a:pt x="7" y="9"/>
                  </a:lnTo>
                  <a:lnTo>
                    <a:pt x="7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4" y="43"/>
                  </a:lnTo>
                  <a:lnTo>
                    <a:pt x="4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7" y="49"/>
                  </a:lnTo>
                  <a:lnTo>
                    <a:pt x="9" y="50"/>
                  </a:lnTo>
                  <a:lnTo>
                    <a:pt x="10" y="52"/>
                  </a:lnTo>
                  <a:lnTo>
                    <a:pt x="12" y="53"/>
                  </a:lnTo>
                  <a:lnTo>
                    <a:pt x="13" y="53"/>
                  </a:lnTo>
                  <a:lnTo>
                    <a:pt x="15" y="55"/>
                  </a:lnTo>
                  <a:lnTo>
                    <a:pt x="16" y="55"/>
                  </a:lnTo>
                  <a:lnTo>
                    <a:pt x="16" y="56"/>
                  </a:lnTo>
                  <a:lnTo>
                    <a:pt x="18" y="56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5" y="58"/>
                  </a:lnTo>
                  <a:lnTo>
                    <a:pt x="37" y="58"/>
                  </a:lnTo>
                  <a:lnTo>
                    <a:pt x="38" y="58"/>
                  </a:lnTo>
                  <a:lnTo>
                    <a:pt x="40" y="58"/>
                  </a:lnTo>
                  <a:lnTo>
                    <a:pt x="41" y="56"/>
                  </a:lnTo>
                  <a:lnTo>
                    <a:pt x="43" y="56"/>
                  </a:lnTo>
                  <a:lnTo>
                    <a:pt x="44" y="55"/>
                  </a:lnTo>
                  <a:lnTo>
                    <a:pt x="46" y="53"/>
                  </a:lnTo>
                  <a:lnTo>
                    <a:pt x="47" y="53"/>
                  </a:lnTo>
                  <a:lnTo>
                    <a:pt x="49" y="52"/>
                  </a:lnTo>
                  <a:lnTo>
                    <a:pt x="50" y="52"/>
                  </a:lnTo>
                  <a:lnTo>
                    <a:pt x="50" y="50"/>
                  </a:lnTo>
                  <a:lnTo>
                    <a:pt x="52" y="49"/>
                  </a:lnTo>
                  <a:lnTo>
                    <a:pt x="53" y="49"/>
                  </a:lnTo>
                  <a:lnTo>
                    <a:pt x="53" y="47"/>
                  </a:lnTo>
                  <a:lnTo>
                    <a:pt x="55" y="46"/>
                  </a:lnTo>
                  <a:lnTo>
                    <a:pt x="55" y="44"/>
                  </a:lnTo>
                  <a:lnTo>
                    <a:pt x="56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39"/>
                  </a:lnTo>
                  <a:lnTo>
                    <a:pt x="58" y="37"/>
                  </a:lnTo>
                  <a:lnTo>
                    <a:pt x="59" y="36"/>
                  </a:lnTo>
                  <a:lnTo>
                    <a:pt x="59" y="34"/>
                  </a:lnTo>
                  <a:lnTo>
                    <a:pt x="59" y="33"/>
                  </a:lnTo>
                  <a:lnTo>
                    <a:pt x="59" y="31"/>
                  </a:lnTo>
                  <a:lnTo>
                    <a:pt x="59" y="30"/>
                  </a:lnTo>
                  <a:lnTo>
                    <a:pt x="59" y="28"/>
                  </a:lnTo>
                  <a:lnTo>
                    <a:pt x="59" y="27"/>
                  </a:lnTo>
                  <a:lnTo>
                    <a:pt x="59" y="25"/>
                  </a:lnTo>
                  <a:lnTo>
                    <a:pt x="59" y="24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6" y="16"/>
                  </a:lnTo>
                  <a:lnTo>
                    <a:pt x="56" y="15"/>
                  </a:lnTo>
                  <a:lnTo>
                    <a:pt x="55" y="13"/>
                  </a:lnTo>
                  <a:lnTo>
                    <a:pt x="53" y="12"/>
                  </a:lnTo>
                  <a:lnTo>
                    <a:pt x="53" y="10"/>
                  </a:lnTo>
                  <a:lnTo>
                    <a:pt x="52" y="9"/>
                  </a:lnTo>
                  <a:lnTo>
                    <a:pt x="50" y="9"/>
                  </a:lnTo>
                  <a:lnTo>
                    <a:pt x="50" y="7"/>
                  </a:lnTo>
                  <a:lnTo>
                    <a:pt x="49" y="6"/>
                  </a:lnTo>
                  <a:lnTo>
                    <a:pt x="47" y="6"/>
                  </a:lnTo>
                  <a:lnTo>
                    <a:pt x="46" y="4"/>
                  </a:lnTo>
                  <a:lnTo>
                    <a:pt x="44" y="4"/>
                  </a:lnTo>
                  <a:lnTo>
                    <a:pt x="44" y="3"/>
                  </a:lnTo>
                  <a:lnTo>
                    <a:pt x="43" y="3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1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49" name="Freeform 38">
              <a:extLst>
                <a:ext uri="{FF2B5EF4-FFF2-40B4-BE49-F238E27FC236}">
                  <a16:creationId xmlns:a16="http://schemas.microsoft.com/office/drawing/2014/main" id="{1A63A249-BDBA-41DD-A1D0-A7DBE1A5F4D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59163" y="2576512"/>
              <a:ext cx="69850" cy="73025"/>
            </a:xfrm>
            <a:custGeom>
              <a:avLst/>
              <a:gdLst>
                <a:gd name="T0" fmla="*/ 2147483646 w 60"/>
                <a:gd name="T1" fmla="*/ 0 h 59"/>
                <a:gd name="T2" fmla="*/ 2147483646 w 60"/>
                <a:gd name="T3" fmla="*/ 0 h 59"/>
                <a:gd name="T4" fmla="*/ 2147483646 w 60"/>
                <a:gd name="T5" fmla="*/ 2147483646 h 59"/>
                <a:gd name="T6" fmla="*/ 2147483646 w 60"/>
                <a:gd name="T7" fmla="*/ 2147483646 h 59"/>
                <a:gd name="T8" fmla="*/ 2147483646 w 60"/>
                <a:gd name="T9" fmla="*/ 2147483646 h 59"/>
                <a:gd name="T10" fmla="*/ 2147483646 w 60"/>
                <a:gd name="T11" fmla="*/ 2147483646 h 59"/>
                <a:gd name="T12" fmla="*/ 2147483646 w 60"/>
                <a:gd name="T13" fmla="*/ 2147483646 h 59"/>
                <a:gd name="T14" fmla="*/ 2147483646 w 60"/>
                <a:gd name="T15" fmla="*/ 2147483646 h 59"/>
                <a:gd name="T16" fmla="*/ 2147483646 w 60"/>
                <a:gd name="T17" fmla="*/ 2147483646 h 59"/>
                <a:gd name="T18" fmla="*/ 0 w 60"/>
                <a:gd name="T19" fmla="*/ 2147483646 h 59"/>
                <a:gd name="T20" fmla="*/ 0 w 60"/>
                <a:gd name="T21" fmla="*/ 2147483646 h 59"/>
                <a:gd name="T22" fmla="*/ 0 w 60"/>
                <a:gd name="T23" fmla="*/ 2147483646 h 59"/>
                <a:gd name="T24" fmla="*/ 0 w 60"/>
                <a:gd name="T25" fmla="*/ 2147483646 h 59"/>
                <a:gd name="T26" fmla="*/ 2147483646 w 60"/>
                <a:gd name="T27" fmla="*/ 2147483646 h 59"/>
                <a:gd name="T28" fmla="*/ 2147483646 w 60"/>
                <a:gd name="T29" fmla="*/ 2147483646 h 59"/>
                <a:gd name="T30" fmla="*/ 2147483646 w 60"/>
                <a:gd name="T31" fmla="*/ 2147483646 h 59"/>
                <a:gd name="T32" fmla="*/ 2147483646 w 60"/>
                <a:gd name="T33" fmla="*/ 2147483646 h 59"/>
                <a:gd name="T34" fmla="*/ 2147483646 w 60"/>
                <a:gd name="T35" fmla="*/ 2147483646 h 59"/>
                <a:gd name="T36" fmla="*/ 2147483646 w 60"/>
                <a:gd name="T37" fmla="*/ 2147483646 h 59"/>
                <a:gd name="T38" fmla="*/ 2147483646 w 60"/>
                <a:gd name="T39" fmla="*/ 2147483646 h 59"/>
                <a:gd name="T40" fmla="*/ 2147483646 w 60"/>
                <a:gd name="T41" fmla="*/ 2147483646 h 59"/>
                <a:gd name="T42" fmla="*/ 2147483646 w 60"/>
                <a:gd name="T43" fmla="*/ 2147483646 h 59"/>
                <a:gd name="T44" fmla="*/ 2147483646 w 60"/>
                <a:gd name="T45" fmla="*/ 2147483646 h 59"/>
                <a:gd name="T46" fmla="*/ 2147483646 w 60"/>
                <a:gd name="T47" fmla="*/ 2147483646 h 59"/>
                <a:gd name="T48" fmla="*/ 2147483646 w 60"/>
                <a:gd name="T49" fmla="*/ 2147483646 h 59"/>
                <a:gd name="T50" fmla="*/ 2147483646 w 60"/>
                <a:gd name="T51" fmla="*/ 2147483646 h 59"/>
                <a:gd name="T52" fmla="*/ 2147483646 w 60"/>
                <a:gd name="T53" fmla="*/ 2147483646 h 59"/>
                <a:gd name="T54" fmla="*/ 2147483646 w 60"/>
                <a:gd name="T55" fmla="*/ 2147483646 h 59"/>
                <a:gd name="T56" fmla="*/ 2147483646 w 60"/>
                <a:gd name="T57" fmla="*/ 2147483646 h 59"/>
                <a:gd name="T58" fmla="*/ 2147483646 w 60"/>
                <a:gd name="T59" fmla="*/ 2147483646 h 59"/>
                <a:gd name="T60" fmla="*/ 2147483646 w 60"/>
                <a:gd name="T61" fmla="*/ 2147483646 h 59"/>
                <a:gd name="T62" fmla="*/ 2147483646 w 60"/>
                <a:gd name="T63" fmla="*/ 2147483646 h 59"/>
                <a:gd name="T64" fmla="*/ 2147483646 w 60"/>
                <a:gd name="T65" fmla="*/ 2147483646 h 59"/>
                <a:gd name="T66" fmla="*/ 2147483646 w 60"/>
                <a:gd name="T67" fmla="*/ 2147483646 h 59"/>
                <a:gd name="T68" fmla="*/ 2147483646 w 60"/>
                <a:gd name="T69" fmla="*/ 2147483646 h 59"/>
                <a:gd name="T70" fmla="*/ 2147483646 w 60"/>
                <a:gd name="T71" fmla="*/ 2147483646 h 59"/>
                <a:gd name="T72" fmla="*/ 2147483646 w 60"/>
                <a:gd name="T73" fmla="*/ 2147483646 h 59"/>
                <a:gd name="T74" fmla="*/ 2147483646 w 60"/>
                <a:gd name="T75" fmla="*/ 2147483646 h 59"/>
                <a:gd name="T76" fmla="*/ 2147483646 w 60"/>
                <a:gd name="T77" fmla="*/ 2147483646 h 59"/>
                <a:gd name="T78" fmla="*/ 2147483646 w 60"/>
                <a:gd name="T79" fmla="*/ 2147483646 h 59"/>
                <a:gd name="T80" fmla="*/ 2147483646 w 60"/>
                <a:gd name="T81" fmla="*/ 2147483646 h 59"/>
                <a:gd name="T82" fmla="*/ 2147483646 w 60"/>
                <a:gd name="T83" fmla="*/ 2147483646 h 59"/>
                <a:gd name="T84" fmla="*/ 2147483646 w 60"/>
                <a:gd name="T85" fmla="*/ 0 h 59"/>
                <a:gd name="T86" fmla="*/ 2147483646 w 60"/>
                <a:gd name="T87" fmla="*/ 0 h 59"/>
                <a:gd name="T88" fmla="*/ 2147483646 w 60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0" h="59">
                  <a:moveTo>
                    <a:pt x="30" y="29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7" y="3"/>
                  </a:lnTo>
                  <a:lnTo>
                    <a:pt x="15" y="4"/>
                  </a:lnTo>
                  <a:lnTo>
                    <a:pt x="14" y="4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1" y="7"/>
                  </a:lnTo>
                  <a:lnTo>
                    <a:pt x="9" y="9"/>
                  </a:lnTo>
                  <a:lnTo>
                    <a:pt x="8" y="9"/>
                  </a:lnTo>
                  <a:lnTo>
                    <a:pt x="8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2" y="40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8" y="49"/>
                  </a:lnTo>
                  <a:lnTo>
                    <a:pt x="9" y="50"/>
                  </a:lnTo>
                  <a:lnTo>
                    <a:pt x="11" y="52"/>
                  </a:lnTo>
                  <a:lnTo>
                    <a:pt x="12" y="53"/>
                  </a:lnTo>
                  <a:lnTo>
                    <a:pt x="14" y="53"/>
                  </a:lnTo>
                  <a:lnTo>
                    <a:pt x="15" y="55"/>
                  </a:lnTo>
                  <a:lnTo>
                    <a:pt x="17" y="55"/>
                  </a:lnTo>
                  <a:lnTo>
                    <a:pt x="17" y="56"/>
                  </a:lnTo>
                  <a:lnTo>
                    <a:pt x="18" y="56"/>
                  </a:lnTo>
                  <a:lnTo>
                    <a:pt x="20" y="58"/>
                  </a:lnTo>
                  <a:lnTo>
                    <a:pt x="21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6" y="58"/>
                  </a:lnTo>
                  <a:lnTo>
                    <a:pt x="37" y="58"/>
                  </a:lnTo>
                  <a:lnTo>
                    <a:pt x="39" y="58"/>
                  </a:lnTo>
                  <a:lnTo>
                    <a:pt x="40" y="58"/>
                  </a:lnTo>
                  <a:lnTo>
                    <a:pt x="42" y="56"/>
                  </a:lnTo>
                  <a:lnTo>
                    <a:pt x="43" y="56"/>
                  </a:lnTo>
                  <a:lnTo>
                    <a:pt x="45" y="55"/>
                  </a:lnTo>
                  <a:lnTo>
                    <a:pt x="46" y="53"/>
                  </a:lnTo>
                  <a:lnTo>
                    <a:pt x="48" y="53"/>
                  </a:lnTo>
                  <a:lnTo>
                    <a:pt x="49" y="52"/>
                  </a:lnTo>
                  <a:lnTo>
                    <a:pt x="51" y="52"/>
                  </a:lnTo>
                  <a:lnTo>
                    <a:pt x="51" y="50"/>
                  </a:lnTo>
                  <a:lnTo>
                    <a:pt x="52" y="49"/>
                  </a:lnTo>
                  <a:lnTo>
                    <a:pt x="54" y="49"/>
                  </a:lnTo>
                  <a:lnTo>
                    <a:pt x="54" y="47"/>
                  </a:lnTo>
                  <a:lnTo>
                    <a:pt x="55" y="46"/>
                  </a:lnTo>
                  <a:lnTo>
                    <a:pt x="55" y="44"/>
                  </a:lnTo>
                  <a:lnTo>
                    <a:pt x="57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38"/>
                  </a:lnTo>
                  <a:lnTo>
                    <a:pt x="58" y="37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60" y="32"/>
                  </a:lnTo>
                  <a:lnTo>
                    <a:pt x="60" y="31"/>
                  </a:lnTo>
                  <a:lnTo>
                    <a:pt x="60" y="29"/>
                  </a:lnTo>
                  <a:lnTo>
                    <a:pt x="60" y="28"/>
                  </a:lnTo>
                  <a:lnTo>
                    <a:pt x="60" y="26"/>
                  </a:lnTo>
                  <a:lnTo>
                    <a:pt x="60" y="25"/>
                  </a:lnTo>
                  <a:lnTo>
                    <a:pt x="60" y="23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7" y="16"/>
                  </a:lnTo>
                  <a:lnTo>
                    <a:pt x="57" y="15"/>
                  </a:lnTo>
                  <a:lnTo>
                    <a:pt x="55" y="13"/>
                  </a:lnTo>
                  <a:lnTo>
                    <a:pt x="54" y="12"/>
                  </a:lnTo>
                  <a:lnTo>
                    <a:pt x="54" y="10"/>
                  </a:lnTo>
                  <a:lnTo>
                    <a:pt x="52" y="9"/>
                  </a:lnTo>
                  <a:lnTo>
                    <a:pt x="51" y="9"/>
                  </a:lnTo>
                  <a:lnTo>
                    <a:pt x="51" y="7"/>
                  </a:lnTo>
                  <a:lnTo>
                    <a:pt x="49" y="6"/>
                  </a:lnTo>
                  <a:lnTo>
                    <a:pt x="48" y="6"/>
                  </a:lnTo>
                  <a:lnTo>
                    <a:pt x="46" y="4"/>
                  </a:lnTo>
                  <a:lnTo>
                    <a:pt x="45" y="4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50" name="Freeform 39">
              <a:extLst>
                <a:ext uri="{FF2B5EF4-FFF2-40B4-BE49-F238E27FC236}">
                  <a16:creationId xmlns:a16="http://schemas.microsoft.com/office/drawing/2014/main" id="{B4EE33F3-75A9-4F13-AEFC-66DC26AE94C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60750" y="1403350"/>
              <a:ext cx="69850" cy="73025"/>
            </a:xfrm>
            <a:custGeom>
              <a:avLst/>
              <a:gdLst>
                <a:gd name="T0" fmla="*/ 2147483646 w 60"/>
                <a:gd name="T1" fmla="*/ 0 h 59"/>
                <a:gd name="T2" fmla="*/ 2147483646 w 60"/>
                <a:gd name="T3" fmla="*/ 0 h 59"/>
                <a:gd name="T4" fmla="*/ 2147483646 w 60"/>
                <a:gd name="T5" fmla="*/ 2147483646 h 59"/>
                <a:gd name="T6" fmla="*/ 2147483646 w 60"/>
                <a:gd name="T7" fmla="*/ 2147483646 h 59"/>
                <a:gd name="T8" fmla="*/ 2147483646 w 60"/>
                <a:gd name="T9" fmla="*/ 2147483646 h 59"/>
                <a:gd name="T10" fmla="*/ 2147483646 w 60"/>
                <a:gd name="T11" fmla="*/ 2147483646 h 59"/>
                <a:gd name="T12" fmla="*/ 2147483646 w 60"/>
                <a:gd name="T13" fmla="*/ 2147483646 h 59"/>
                <a:gd name="T14" fmla="*/ 2147483646 w 60"/>
                <a:gd name="T15" fmla="*/ 2147483646 h 59"/>
                <a:gd name="T16" fmla="*/ 2147483646 w 60"/>
                <a:gd name="T17" fmla="*/ 2147483646 h 59"/>
                <a:gd name="T18" fmla="*/ 0 w 60"/>
                <a:gd name="T19" fmla="*/ 2147483646 h 59"/>
                <a:gd name="T20" fmla="*/ 0 w 60"/>
                <a:gd name="T21" fmla="*/ 2147483646 h 59"/>
                <a:gd name="T22" fmla="*/ 0 w 60"/>
                <a:gd name="T23" fmla="*/ 2147483646 h 59"/>
                <a:gd name="T24" fmla="*/ 0 w 60"/>
                <a:gd name="T25" fmla="*/ 2147483646 h 59"/>
                <a:gd name="T26" fmla="*/ 2147483646 w 60"/>
                <a:gd name="T27" fmla="*/ 2147483646 h 59"/>
                <a:gd name="T28" fmla="*/ 2147483646 w 60"/>
                <a:gd name="T29" fmla="*/ 2147483646 h 59"/>
                <a:gd name="T30" fmla="*/ 2147483646 w 60"/>
                <a:gd name="T31" fmla="*/ 2147483646 h 59"/>
                <a:gd name="T32" fmla="*/ 2147483646 w 60"/>
                <a:gd name="T33" fmla="*/ 2147483646 h 59"/>
                <a:gd name="T34" fmla="*/ 2147483646 w 60"/>
                <a:gd name="T35" fmla="*/ 2147483646 h 59"/>
                <a:gd name="T36" fmla="*/ 2147483646 w 60"/>
                <a:gd name="T37" fmla="*/ 2147483646 h 59"/>
                <a:gd name="T38" fmla="*/ 2147483646 w 60"/>
                <a:gd name="T39" fmla="*/ 2147483646 h 59"/>
                <a:gd name="T40" fmla="*/ 2147483646 w 60"/>
                <a:gd name="T41" fmla="*/ 2147483646 h 59"/>
                <a:gd name="T42" fmla="*/ 2147483646 w 60"/>
                <a:gd name="T43" fmla="*/ 2147483646 h 59"/>
                <a:gd name="T44" fmla="*/ 2147483646 w 60"/>
                <a:gd name="T45" fmla="*/ 2147483646 h 59"/>
                <a:gd name="T46" fmla="*/ 2147483646 w 60"/>
                <a:gd name="T47" fmla="*/ 2147483646 h 59"/>
                <a:gd name="T48" fmla="*/ 2147483646 w 60"/>
                <a:gd name="T49" fmla="*/ 2147483646 h 59"/>
                <a:gd name="T50" fmla="*/ 2147483646 w 60"/>
                <a:gd name="T51" fmla="*/ 2147483646 h 59"/>
                <a:gd name="T52" fmla="*/ 2147483646 w 60"/>
                <a:gd name="T53" fmla="*/ 2147483646 h 59"/>
                <a:gd name="T54" fmla="*/ 2147483646 w 60"/>
                <a:gd name="T55" fmla="*/ 2147483646 h 59"/>
                <a:gd name="T56" fmla="*/ 2147483646 w 60"/>
                <a:gd name="T57" fmla="*/ 2147483646 h 59"/>
                <a:gd name="T58" fmla="*/ 2147483646 w 60"/>
                <a:gd name="T59" fmla="*/ 2147483646 h 59"/>
                <a:gd name="T60" fmla="*/ 2147483646 w 60"/>
                <a:gd name="T61" fmla="*/ 2147483646 h 59"/>
                <a:gd name="T62" fmla="*/ 2147483646 w 60"/>
                <a:gd name="T63" fmla="*/ 2147483646 h 59"/>
                <a:gd name="T64" fmla="*/ 2147483646 w 60"/>
                <a:gd name="T65" fmla="*/ 2147483646 h 59"/>
                <a:gd name="T66" fmla="*/ 2147483646 w 60"/>
                <a:gd name="T67" fmla="*/ 2147483646 h 59"/>
                <a:gd name="T68" fmla="*/ 2147483646 w 60"/>
                <a:gd name="T69" fmla="*/ 2147483646 h 59"/>
                <a:gd name="T70" fmla="*/ 2147483646 w 60"/>
                <a:gd name="T71" fmla="*/ 2147483646 h 59"/>
                <a:gd name="T72" fmla="*/ 2147483646 w 60"/>
                <a:gd name="T73" fmla="*/ 2147483646 h 59"/>
                <a:gd name="T74" fmla="*/ 2147483646 w 60"/>
                <a:gd name="T75" fmla="*/ 2147483646 h 59"/>
                <a:gd name="T76" fmla="*/ 2147483646 w 60"/>
                <a:gd name="T77" fmla="*/ 2147483646 h 59"/>
                <a:gd name="T78" fmla="*/ 2147483646 w 60"/>
                <a:gd name="T79" fmla="*/ 2147483646 h 59"/>
                <a:gd name="T80" fmla="*/ 2147483646 w 60"/>
                <a:gd name="T81" fmla="*/ 2147483646 h 59"/>
                <a:gd name="T82" fmla="*/ 2147483646 w 60"/>
                <a:gd name="T83" fmla="*/ 2147483646 h 59"/>
                <a:gd name="T84" fmla="*/ 2147483646 w 60"/>
                <a:gd name="T85" fmla="*/ 0 h 59"/>
                <a:gd name="T86" fmla="*/ 2147483646 w 60"/>
                <a:gd name="T87" fmla="*/ 0 h 59"/>
                <a:gd name="T88" fmla="*/ 2147483646 w 60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0" h="59">
                  <a:moveTo>
                    <a:pt x="30" y="30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7" y="3"/>
                  </a:lnTo>
                  <a:lnTo>
                    <a:pt x="15" y="4"/>
                  </a:lnTo>
                  <a:lnTo>
                    <a:pt x="14" y="4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1" y="7"/>
                  </a:lnTo>
                  <a:lnTo>
                    <a:pt x="9" y="9"/>
                  </a:lnTo>
                  <a:lnTo>
                    <a:pt x="8" y="9"/>
                  </a:lnTo>
                  <a:lnTo>
                    <a:pt x="8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2" y="40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8" y="49"/>
                  </a:lnTo>
                  <a:lnTo>
                    <a:pt x="9" y="50"/>
                  </a:lnTo>
                  <a:lnTo>
                    <a:pt x="11" y="52"/>
                  </a:lnTo>
                  <a:lnTo>
                    <a:pt x="12" y="53"/>
                  </a:lnTo>
                  <a:lnTo>
                    <a:pt x="14" y="53"/>
                  </a:lnTo>
                  <a:lnTo>
                    <a:pt x="15" y="55"/>
                  </a:lnTo>
                  <a:lnTo>
                    <a:pt x="17" y="55"/>
                  </a:lnTo>
                  <a:lnTo>
                    <a:pt x="17" y="56"/>
                  </a:lnTo>
                  <a:lnTo>
                    <a:pt x="18" y="56"/>
                  </a:lnTo>
                  <a:lnTo>
                    <a:pt x="20" y="58"/>
                  </a:lnTo>
                  <a:lnTo>
                    <a:pt x="21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6" y="58"/>
                  </a:lnTo>
                  <a:lnTo>
                    <a:pt x="37" y="58"/>
                  </a:lnTo>
                  <a:lnTo>
                    <a:pt x="39" y="58"/>
                  </a:lnTo>
                  <a:lnTo>
                    <a:pt x="40" y="58"/>
                  </a:lnTo>
                  <a:lnTo>
                    <a:pt x="42" y="56"/>
                  </a:lnTo>
                  <a:lnTo>
                    <a:pt x="43" y="56"/>
                  </a:lnTo>
                  <a:lnTo>
                    <a:pt x="45" y="55"/>
                  </a:lnTo>
                  <a:lnTo>
                    <a:pt x="46" y="53"/>
                  </a:lnTo>
                  <a:lnTo>
                    <a:pt x="48" y="53"/>
                  </a:lnTo>
                  <a:lnTo>
                    <a:pt x="49" y="52"/>
                  </a:lnTo>
                  <a:lnTo>
                    <a:pt x="51" y="52"/>
                  </a:lnTo>
                  <a:lnTo>
                    <a:pt x="51" y="50"/>
                  </a:lnTo>
                  <a:lnTo>
                    <a:pt x="52" y="49"/>
                  </a:lnTo>
                  <a:lnTo>
                    <a:pt x="54" y="49"/>
                  </a:lnTo>
                  <a:lnTo>
                    <a:pt x="54" y="47"/>
                  </a:lnTo>
                  <a:lnTo>
                    <a:pt x="55" y="46"/>
                  </a:lnTo>
                  <a:lnTo>
                    <a:pt x="55" y="44"/>
                  </a:lnTo>
                  <a:lnTo>
                    <a:pt x="57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38"/>
                  </a:lnTo>
                  <a:lnTo>
                    <a:pt x="58" y="37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60" y="32"/>
                  </a:lnTo>
                  <a:lnTo>
                    <a:pt x="60" y="31"/>
                  </a:lnTo>
                  <a:lnTo>
                    <a:pt x="60" y="30"/>
                  </a:lnTo>
                  <a:lnTo>
                    <a:pt x="60" y="28"/>
                  </a:lnTo>
                  <a:lnTo>
                    <a:pt x="60" y="27"/>
                  </a:lnTo>
                  <a:lnTo>
                    <a:pt x="60" y="25"/>
                  </a:lnTo>
                  <a:lnTo>
                    <a:pt x="60" y="24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7" y="16"/>
                  </a:lnTo>
                  <a:lnTo>
                    <a:pt x="57" y="15"/>
                  </a:lnTo>
                  <a:lnTo>
                    <a:pt x="55" y="13"/>
                  </a:lnTo>
                  <a:lnTo>
                    <a:pt x="54" y="12"/>
                  </a:lnTo>
                  <a:lnTo>
                    <a:pt x="54" y="10"/>
                  </a:lnTo>
                  <a:lnTo>
                    <a:pt x="52" y="9"/>
                  </a:lnTo>
                  <a:lnTo>
                    <a:pt x="51" y="9"/>
                  </a:lnTo>
                  <a:lnTo>
                    <a:pt x="51" y="7"/>
                  </a:lnTo>
                  <a:lnTo>
                    <a:pt x="49" y="6"/>
                  </a:lnTo>
                  <a:lnTo>
                    <a:pt x="48" y="6"/>
                  </a:lnTo>
                  <a:lnTo>
                    <a:pt x="46" y="4"/>
                  </a:lnTo>
                  <a:lnTo>
                    <a:pt x="45" y="4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51" name="Freeform 40">
              <a:extLst>
                <a:ext uri="{FF2B5EF4-FFF2-40B4-BE49-F238E27FC236}">
                  <a16:creationId xmlns:a16="http://schemas.microsoft.com/office/drawing/2014/main" id="{58D32319-CADA-4BAC-9E6F-769592873FD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00350" y="1733550"/>
              <a:ext cx="74613" cy="73025"/>
            </a:xfrm>
            <a:custGeom>
              <a:avLst/>
              <a:gdLst>
                <a:gd name="T0" fmla="*/ 2147483646 w 59"/>
                <a:gd name="T1" fmla="*/ 0 h 59"/>
                <a:gd name="T2" fmla="*/ 2147483646 w 59"/>
                <a:gd name="T3" fmla="*/ 0 h 59"/>
                <a:gd name="T4" fmla="*/ 2147483646 w 59"/>
                <a:gd name="T5" fmla="*/ 2147483646 h 59"/>
                <a:gd name="T6" fmla="*/ 2147483646 w 59"/>
                <a:gd name="T7" fmla="*/ 2147483646 h 59"/>
                <a:gd name="T8" fmla="*/ 2147483646 w 59"/>
                <a:gd name="T9" fmla="*/ 2147483646 h 59"/>
                <a:gd name="T10" fmla="*/ 2147483646 w 59"/>
                <a:gd name="T11" fmla="*/ 2147483646 h 59"/>
                <a:gd name="T12" fmla="*/ 2147483646 w 59"/>
                <a:gd name="T13" fmla="*/ 2147483646 h 59"/>
                <a:gd name="T14" fmla="*/ 2147483646 w 59"/>
                <a:gd name="T15" fmla="*/ 2147483646 h 59"/>
                <a:gd name="T16" fmla="*/ 2147483646 w 59"/>
                <a:gd name="T17" fmla="*/ 2147483646 h 59"/>
                <a:gd name="T18" fmla="*/ 0 w 59"/>
                <a:gd name="T19" fmla="*/ 2147483646 h 59"/>
                <a:gd name="T20" fmla="*/ 0 w 59"/>
                <a:gd name="T21" fmla="*/ 2147483646 h 59"/>
                <a:gd name="T22" fmla="*/ 0 w 59"/>
                <a:gd name="T23" fmla="*/ 2147483646 h 59"/>
                <a:gd name="T24" fmla="*/ 0 w 59"/>
                <a:gd name="T25" fmla="*/ 2147483646 h 59"/>
                <a:gd name="T26" fmla="*/ 2147483646 w 59"/>
                <a:gd name="T27" fmla="*/ 2147483646 h 59"/>
                <a:gd name="T28" fmla="*/ 2147483646 w 59"/>
                <a:gd name="T29" fmla="*/ 2147483646 h 59"/>
                <a:gd name="T30" fmla="*/ 2147483646 w 59"/>
                <a:gd name="T31" fmla="*/ 2147483646 h 59"/>
                <a:gd name="T32" fmla="*/ 2147483646 w 59"/>
                <a:gd name="T33" fmla="*/ 2147483646 h 59"/>
                <a:gd name="T34" fmla="*/ 2147483646 w 59"/>
                <a:gd name="T35" fmla="*/ 2147483646 h 59"/>
                <a:gd name="T36" fmla="*/ 2147483646 w 59"/>
                <a:gd name="T37" fmla="*/ 2147483646 h 59"/>
                <a:gd name="T38" fmla="*/ 2147483646 w 59"/>
                <a:gd name="T39" fmla="*/ 2147483646 h 59"/>
                <a:gd name="T40" fmla="*/ 2147483646 w 59"/>
                <a:gd name="T41" fmla="*/ 2147483646 h 59"/>
                <a:gd name="T42" fmla="*/ 2147483646 w 59"/>
                <a:gd name="T43" fmla="*/ 2147483646 h 59"/>
                <a:gd name="T44" fmla="*/ 2147483646 w 59"/>
                <a:gd name="T45" fmla="*/ 2147483646 h 59"/>
                <a:gd name="T46" fmla="*/ 2147483646 w 59"/>
                <a:gd name="T47" fmla="*/ 2147483646 h 59"/>
                <a:gd name="T48" fmla="*/ 2147483646 w 59"/>
                <a:gd name="T49" fmla="*/ 2147483646 h 59"/>
                <a:gd name="T50" fmla="*/ 2147483646 w 59"/>
                <a:gd name="T51" fmla="*/ 2147483646 h 59"/>
                <a:gd name="T52" fmla="*/ 2147483646 w 59"/>
                <a:gd name="T53" fmla="*/ 2147483646 h 59"/>
                <a:gd name="T54" fmla="*/ 2147483646 w 59"/>
                <a:gd name="T55" fmla="*/ 2147483646 h 59"/>
                <a:gd name="T56" fmla="*/ 2147483646 w 59"/>
                <a:gd name="T57" fmla="*/ 2147483646 h 59"/>
                <a:gd name="T58" fmla="*/ 2147483646 w 59"/>
                <a:gd name="T59" fmla="*/ 2147483646 h 59"/>
                <a:gd name="T60" fmla="*/ 2147483646 w 59"/>
                <a:gd name="T61" fmla="*/ 2147483646 h 59"/>
                <a:gd name="T62" fmla="*/ 2147483646 w 59"/>
                <a:gd name="T63" fmla="*/ 2147483646 h 59"/>
                <a:gd name="T64" fmla="*/ 2147483646 w 59"/>
                <a:gd name="T65" fmla="*/ 2147483646 h 59"/>
                <a:gd name="T66" fmla="*/ 2147483646 w 59"/>
                <a:gd name="T67" fmla="*/ 2147483646 h 59"/>
                <a:gd name="T68" fmla="*/ 2147483646 w 59"/>
                <a:gd name="T69" fmla="*/ 2147483646 h 59"/>
                <a:gd name="T70" fmla="*/ 2147483646 w 59"/>
                <a:gd name="T71" fmla="*/ 2147483646 h 59"/>
                <a:gd name="T72" fmla="*/ 2147483646 w 59"/>
                <a:gd name="T73" fmla="*/ 2147483646 h 59"/>
                <a:gd name="T74" fmla="*/ 2147483646 w 59"/>
                <a:gd name="T75" fmla="*/ 2147483646 h 59"/>
                <a:gd name="T76" fmla="*/ 2147483646 w 59"/>
                <a:gd name="T77" fmla="*/ 2147483646 h 59"/>
                <a:gd name="T78" fmla="*/ 2147483646 w 59"/>
                <a:gd name="T79" fmla="*/ 2147483646 h 59"/>
                <a:gd name="T80" fmla="*/ 2147483646 w 59"/>
                <a:gd name="T81" fmla="*/ 2147483646 h 59"/>
                <a:gd name="T82" fmla="*/ 2147483646 w 59"/>
                <a:gd name="T83" fmla="*/ 2147483646 h 59"/>
                <a:gd name="T84" fmla="*/ 2147483646 w 59"/>
                <a:gd name="T85" fmla="*/ 0 h 59"/>
                <a:gd name="T86" fmla="*/ 2147483646 w 59"/>
                <a:gd name="T87" fmla="*/ 0 h 59"/>
                <a:gd name="T88" fmla="*/ 2147483646 w 59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9" h="59">
                  <a:moveTo>
                    <a:pt x="30" y="30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2"/>
                  </a:lnTo>
                  <a:lnTo>
                    <a:pt x="19" y="2"/>
                  </a:lnTo>
                  <a:lnTo>
                    <a:pt x="18" y="2"/>
                  </a:lnTo>
                  <a:lnTo>
                    <a:pt x="16" y="3"/>
                  </a:lnTo>
                  <a:lnTo>
                    <a:pt x="15" y="5"/>
                  </a:lnTo>
                  <a:lnTo>
                    <a:pt x="13" y="5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7"/>
                  </a:lnTo>
                  <a:lnTo>
                    <a:pt x="9" y="9"/>
                  </a:lnTo>
                  <a:lnTo>
                    <a:pt x="7" y="9"/>
                  </a:lnTo>
                  <a:lnTo>
                    <a:pt x="7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3" y="42"/>
                  </a:lnTo>
                  <a:lnTo>
                    <a:pt x="3" y="43"/>
                  </a:lnTo>
                  <a:lnTo>
                    <a:pt x="4" y="43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50"/>
                  </a:lnTo>
                  <a:lnTo>
                    <a:pt x="10" y="52"/>
                  </a:lnTo>
                  <a:lnTo>
                    <a:pt x="12" y="53"/>
                  </a:lnTo>
                  <a:lnTo>
                    <a:pt x="13" y="53"/>
                  </a:lnTo>
                  <a:lnTo>
                    <a:pt x="15" y="55"/>
                  </a:lnTo>
                  <a:lnTo>
                    <a:pt x="16" y="55"/>
                  </a:lnTo>
                  <a:lnTo>
                    <a:pt x="16" y="56"/>
                  </a:lnTo>
                  <a:lnTo>
                    <a:pt x="18" y="56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5" y="58"/>
                  </a:lnTo>
                  <a:lnTo>
                    <a:pt x="37" y="58"/>
                  </a:lnTo>
                  <a:lnTo>
                    <a:pt x="38" y="58"/>
                  </a:lnTo>
                  <a:lnTo>
                    <a:pt x="40" y="58"/>
                  </a:lnTo>
                  <a:lnTo>
                    <a:pt x="41" y="56"/>
                  </a:lnTo>
                  <a:lnTo>
                    <a:pt x="43" y="56"/>
                  </a:lnTo>
                  <a:lnTo>
                    <a:pt x="44" y="55"/>
                  </a:lnTo>
                  <a:lnTo>
                    <a:pt x="46" y="53"/>
                  </a:lnTo>
                  <a:lnTo>
                    <a:pt x="47" y="53"/>
                  </a:lnTo>
                  <a:lnTo>
                    <a:pt x="49" y="52"/>
                  </a:lnTo>
                  <a:lnTo>
                    <a:pt x="50" y="52"/>
                  </a:lnTo>
                  <a:lnTo>
                    <a:pt x="50" y="50"/>
                  </a:lnTo>
                  <a:lnTo>
                    <a:pt x="52" y="49"/>
                  </a:lnTo>
                  <a:lnTo>
                    <a:pt x="53" y="49"/>
                  </a:lnTo>
                  <a:lnTo>
                    <a:pt x="53" y="48"/>
                  </a:lnTo>
                  <a:lnTo>
                    <a:pt x="55" y="46"/>
                  </a:lnTo>
                  <a:lnTo>
                    <a:pt x="55" y="45"/>
                  </a:lnTo>
                  <a:lnTo>
                    <a:pt x="56" y="43"/>
                  </a:lnTo>
                  <a:lnTo>
                    <a:pt x="58" y="42"/>
                  </a:lnTo>
                  <a:lnTo>
                    <a:pt x="58" y="40"/>
                  </a:lnTo>
                  <a:lnTo>
                    <a:pt x="58" y="39"/>
                  </a:lnTo>
                  <a:lnTo>
                    <a:pt x="58" y="37"/>
                  </a:lnTo>
                  <a:lnTo>
                    <a:pt x="59" y="36"/>
                  </a:lnTo>
                  <a:lnTo>
                    <a:pt x="59" y="34"/>
                  </a:lnTo>
                  <a:lnTo>
                    <a:pt x="59" y="33"/>
                  </a:lnTo>
                  <a:lnTo>
                    <a:pt x="59" y="31"/>
                  </a:lnTo>
                  <a:lnTo>
                    <a:pt x="59" y="30"/>
                  </a:lnTo>
                  <a:lnTo>
                    <a:pt x="59" y="28"/>
                  </a:lnTo>
                  <a:lnTo>
                    <a:pt x="59" y="27"/>
                  </a:lnTo>
                  <a:lnTo>
                    <a:pt x="59" y="25"/>
                  </a:lnTo>
                  <a:lnTo>
                    <a:pt x="59" y="24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6" y="16"/>
                  </a:lnTo>
                  <a:lnTo>
                    <a:pt x="56" y="15"/>
                  </a:lnTo>
                  <a:lnTo>
                    <a:pt x="55" y="13"/>
                  </a:lnTo>
                  <a:lnTo>
                    <a:pt x="53" y="12"/>
                  </a:lnTo>
                  <a:lnTo>
                    <a:pt x="53" y="10"/>
                  </a:lnTo>
                  <a:lnTo>
                    <a:pt x="52" y="9"/>
                  </a:lnTo>
                  <a:lnTo>
                    <a:pt x="50" y="9"/>
                  </a:lnTo>
                  <a:lnTo>
                    <a:pt x="50" y="7"/>
                  </a:lnTo>
                  <a:lnTo>
                    <a:pt x="49" y="6"/>
                  </a:lnTo>
                  <a:lnTo>
                    <a:pt x="47" y="6"/>
                  </a:lnTo>
                  <a:lnTo>
                    <a:pt x="46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3"/>
                  </a:lnTo>
                  <a:lnTo>
                    <a:pt x="41" y="2"/>
                  </a:lnTo>
                  <a:lnTo>
                    <a:pt x="40" y="2"/>
                  </a:lnTo>
                  <a:lnTo>
                    <a:pt x="38" y="2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52" name="Line 41">
              <a:extLst>
                <a:ext uri="{FF2B5EF4-FFF2-40B4-BE49-F238E27FC236}">
                  <a16:creationId xmlns:a16="http://schemas.microsoft.com/office/drawing/2014/main" id="{47C09C9B-457A-4DF2-902F-007AD93E10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9038" y="2779712"/>
              <a:ext cx="4953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53" name="Freeform 42">
              <a:extLst>
                <a:ext uri="{FF2B5EF4-FFF2-40B4-BE49-F238E27FC236}">
                  <a16:creationId xmlns:a16="http://schemas.microsoft.com/office/drawing/2014/main" id="{296690D2-5CCE-4CF0-A577-025FA469C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038" y="1601787"/>
              <a:ext cx="495300" cy="1012825"/>
            </a:xfrm>
            <a:custGeom>
              <a:avLst/>
              <a:gdLst>
                <a:gd name="T0" fmla="*/ 2147483646 w 623"/>
                <a:gd name="T1" fmla="*/ 2147483646 h 1275"/>
                <a:gd name="T2" fmla="*/ 2147483646 w 623"/>
                <a:gd name="T3" fmla="*/ 2147483646 h 1275"/>
                <a:gd name="T4" fmla="*/ 2147483646 w 623"/>
                <a:gd name="T5" fmla="*/ 0 h 1275"/>
                <a:gd name="T6" fmla="*/ 0 w 623"/>
                <a:gd name="T7" fmla="*/ 0 h 12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3" h="1275">
                  <a:moveTo>
                    <a:pt x="623" y="1275"/>
                  </a:moveTo>
                  <a:lnTo>
                    <a:pt x="415" y="1275"/>
                  </a:lnTo>
                  <a:lnTo>
                    <a:pt x="415" y="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54" name="Freeform 43">
              <a:extLst>
                <a:ext uri="{FF2B5EF4-FFF2-40B4-BE49-F238E27FC236}">
                  <a16:creationId xmlns:a16="http://schemas.microsoft.com/office/drawing/2014/main" id="{0FE4BA3E-1B81-4D72-8DAD-91ABDAB06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038" y="2943225"/>
              <a:ext cx="495300" cy="989012"/>
            </a:xfrm>
            <a:custGeom>
              <a:avLst/>
              <a:gdLst>
                <a:gd name="T0" fmla="*/ 2147483646 w 623"/>
                <a:gd name="T1" fmla="*/ 0 h 1245"/>
                <a:gd name="T2" fmla="*/ 2147483646 w 623"/>
                <a:gd name="T3" fmla="*/ 0 h 1245"/>
                <a:gd name="T4" fmla="*/ 2147483646 w 623"/>
                <a:gd name="T5" fmla="*/ 2147483646 h 1245"/>
                <a:gd name="T6" fmla="*/ 0 w 623"/>
                <a:gd name="T7" fmla="*/ 2147483646 h 12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3" h="1245">
                  <a:moveTo>
                    <a:pt x="623" y="0"/>
                  </a:moveTo>
                  <a:lnTo>
                    <a:pt x="415" y="0"/>
                  </a:lnTo>
                  <a:lnTo>
                    <a:pt x="415" y="1245"/>
                  </a:lnTo>
                  <a:lnTo>
                    <a:pt x="0" y="1245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55" name="Line 44">
              <a:extLst>
                <a:ext uri="{FF2B5EF4-FFF2-40B4-BE49-F238E27FC236}">
                  <a16:creationId xmlns:a16="http://schemas.microsoft.com/office/drawing/2014/main" id="{7949BE90-66F6-4489-AC0D-604FD5FD10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72263" y="2779712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56" name="Rectangle 45">
              <a:extLst>
                <a:ext uri="{FF2B5EF4-FFF2-40B4-BE49-F238E27FC236}">
                  <a16:creationId xmlns:a16="http://schemas.microsoft.com/office/drawing/2014/main" id="{6061DD81-1E6A-4E04-8539-A39C118F3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4863" y="2670175"/>
              <a:ext cx="200025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57" name="Freeform 63">
              <a:extLst>
                <a:ext uri="{FF2B5EF4-FFF2-40B4-BE49-F238E27FC236}">
                  <a16:creationId xmlns:a16="http://schemas.microsoft.com/office/drawing/2014/main" id="{1DD2EFC7-4980-496F-A96A-BB38DF036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713" y="1601787"/>
              <a:ext cx="187325" cy="1588"/>
            </a:xfrm>
            <a:custGeom>
              <a:avLst/>
              <a:gdLst>
                <a:gd name="T0" fmla="*/ 2147483646 w 237"/>
                <a:gd name="T1" fmla="*/ 0 h 1588"/>
                <a:gd name="T2" fmla="*/ 0 w 237"/>
                <a:gd name="T3" fmla="*/ 0 h 1588"/>
                <a:gd name="T4" fmla="*/ 2147483646 w 237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7" h="1588">
                  <a:moveTo>
                    <a:pt x="237" y="0"/>
                  </a:moveTo>
                  <a:lnTo>
                    <a:pt x="0" y="0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58" name="Line 64">
              <a:extLst>
                <a:ext uri="{FF2B5EF4-FFF2-40B4-BE49-F238E27FC236}">
                  <a16:creationId xmlns:a16="http://schemas.microsoft.com/office/drawing/2014/main" id="{EF90803F-0065-4B5C-A144-BE363DD451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1713" y="1601787"/>
              <a:ext cx="1873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59" name="Freeform 65">
              <a:extLst>
                <a:ext uri="{FF2B5EF4-FFF2-40B4-BE49-F238E27FC236}">
                  <a16:creationId xmlns:a16="http://schemas.microsoft.com/office/drawing/2014/main" id="{2BE73339-5381-429C-AFEB-58E18D722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1766887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60" name="Line 66">
              <a:extLst>
                <a:ext uri="{FF2B5EF4-FFF2-40B4-BE49-F238E27FC236}">
                  <a16:creationId xmlns:a16="http://schemas.microsoft.com/office/drawing/2014/main" id="{A15947AE-CE15-4F7C-A22F-BFBC4DD984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1766887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61" name="Freeform 67">
              <a:extLst>
                <a:ext uri="{FF2B5EF4-FFF2-40B4-BE49-F238E27FC236}">
                  <a16:creationId xmlns:a16="http://schemas.microsoft.com/office/drawing/2014/main" id="{4B58A295-0617-4939-9B50-A41398F44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1436687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62" name="Line 68">
              <a:extLst>
                <a:ext uri="{FF2B5EF4-FFF2-40B4-BE49-F238E27FC236}">
                  <a16:creationId xmlns:a16="http://schemas.microsoft.com/office/drawing/2014/main" id="{3E5B69FB-9581-4035-8DC6-1340B65520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1436687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63" name="Line 69">
              <a:extLst>
                <a:ext uri="{FF2B5EF4-FFF2-40B4-BE49-F238E27FC236}">
                  <a16:creationId xmlns:a16="http://schemas.microsoft.com/office/drawing/2014/main" id="{CDEA1D47-C424-4721-AC06-49E9D9C03E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500" y="1436687"/>
              <a:ext cx="1588" cy="3302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64" name="Rectangle 75">
              <a:extLst>
                <a:ext uri="{FF2B5EF4-FFF2-40B4-BE49-F238E27FC236}">
                  <a16:creationId xmlns:a16="http://schemas.microsoft.com/office/drawing/2014/main" id="{0235BD3F-21E8-4F94-BCF5-A7CD482E8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1284287"/>
              <a:ext cx="236538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65" name="Rectangle 76">
              <a:extLst>
                <a:ext uri="{FF2B5EF4-FFF2-40B4-BE49-F238E27FC236}">
                  <a16:creationId xmlns:a16="http://schemas.microsoft.com/office/drawing/2014/main" id="{11F73D69-3D24-40FC-BACF-505892029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588" y="1390650"/>
              <a:ext cx="206375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66" name="Rectangle 77">
              <a:extLst>
                <a:ext uri="{FF2B5EF4-FFF2-40B4-BE49-F238E27FC236}">
                  <a16:creationId xmlns:a16="http://schemas.microsoft.com/office/drawing/2014/main" id="{8037C575-AE8D-437B-AF71-63A0148EE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1630362"/>
              <a:ext cx="236538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3067" name="Rectangle 78">
              <a:extLst>
                <a:ext uri="{FF2B5EF4-FFF2-40B4-BE49-F238E27FC236}">
                  <a16:creationId xmlns:a16="http://schemas.microsoft.com/office/drawing/2014/main" id="{8B4BA04E-AE71-4F02-A2A7-DB88B2E3A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588" y="1736725"/>
              <a:ext cx="206375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43068" name="Group 80">
              <a:extLst>
                <a:ext uri="{FF2B5EF4-FFF2-40B4-BE49-F238E27FC236}">
                  <a16:creationId xmlns:a16="http://schemas.microsoft.com/office/drawing/2014/main" id="{5D7CD5D1-F7FF-4681-A6C0-7647C65F6D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4963" y="1320800"/>
              <a:ext cx="666750" cy="561975"/>
              <a:chOff x="3435" y="821"/>
              <a:chExt cx="421" cy="354"/>
            </a:xfrm>
          </p:grpSpPr>
          <p:sp>
            <p:nvSpPr>
              <p:cNvPr id="43081" name="Line 81">
                <a:extLst>
                  <a:ext uri="{FF2B5EF4-FFF2-40B4-BE49-F238E27FC236}">
                    <a16:creationId xmlns:a16="http://schemas.microsoft.com/office/drawing/2014/main" id="{D9BD4AFF-11B5-45BC-8432-54FACEF1F5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82" name="Line 82">
                <a:extLst>
                  <a:ext uri="{FF2B5EF4-FFF2-40B4-BE49-F238E27FC236}">
                    <a16:creationId xmlns:a16="http://schemas.microsoft.com/office/drawing/2014/main" id="{B6F6B23F-4E24-477E-AB25-1D2C023940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83" name="Arc 83">
                <a:extLst>
                  <a:ext uri="{FF2B5EF4-FFF2-40B4-BE49-F238E27FC236}">
                    <a16:creationId xmlns:a16="http://schemas.microsoft.com/office/drawing/2014/main" id="{CC2DB735-DCB1-4D9D-8F4D-2C22B28BDB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84" name="Arc 84">
                <a:extLst>
                  <a:ext uri="{FF2B5EF4-FFF2-40B4-BE49-F238E27FC236}">
                    <a16:creationId xmlns:a16="http://schemas.microsoft.com/office/drawing/2014/main" id="{8DF56076-6E32-4A4A-8685-F552A715E29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85" name="Line 85">
                <a:extLst>
                  <a:ext uri="{FF2B5EF4-FFF2-40B4-BE49-F238E27FC236}">
                    <a16:creationId xmlns:a16="http://schemas.microsoft.com/office/drawing/2014/main" id="{E932C09B-ECA2-4C64-AC9B-C2EB957865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3069" name="Group 86">
              <a:extLst>
                <a:ext uri="{FF2B5EF4-FFF2-40B4-BE49-F238E27FC236}">
                  <a16:creationId xmlns:a16="http://schemas.microsoft.com/office/drawing/2014/main" id="{587D63CF-62E6-41F3-A42B-2EF8C00DD9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2900" y="2500312"/>
              <a:ext cx="668338" cy="561975"/>
              <a:chOff x="3435" y="821"/>
              <a:chExt cx="421" cy="354"/>
            </a:xfrm>
          </p:grpSpPr>
          <p:sp>
            <p:nvSpPr>
              <p:cNvPr id="43076" name="Line 87">
                <a:extLst>
                  <a:ext uri="{FF2B5EF4-FFF2-40B4-BE49-F238E27FC236}">
                    <a16:creationId xmlns:a16="http://schemas.microsoft.com/office/drawing/2014/main" id="{23F2B11F-A046-498F-9EF3-5BC00ACD23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77" name="Line 88">
                <a:extLst>
                  <a:ext uri="{FF2B5EF4-FFF2-40B4-BE49-F238E27FC236}">
                    <a16:creationId xmlns:a16="http://schemas.microsoft.com/office/drawing/2014/main" id="{98939D45-59F9-46D0-B4D0-7E8C6522DC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78" name="Arc 89">
                <a:extLst>
                  <a:ext uri="{FF2B5EF4-FFF2-40B4-BE49-F238E27FC236}">
                    <a16:creationId xmlns:a16="http://schemas.microsoft.com/office/drawing/2014/main" id="{9433D884-7A18-4F17-88D2-BA993F3751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79" name="Arc 90">
                <a:extLst>
                  <a:ext uri="{FF2B5EF4-FFF2-40B4-BE49-F238E27FC236}">
                    <a16:creationId xmlns:a16="http://schemas.microsoft.com/office/drawing/2014/main" id="{38AFF7D8-E6EE-43F5-8D4A-15149139249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80" name="Line 91">
                <a:extLst>
                  <a:ext uri="{FF2B5EF4-FFF2-40B4-BE49-F238E27FC236}">
                    <a16:creationId xmlns:a16="http://schemas.microsoft.com/office/drawing/2014/main" id="{CF21F15C-AF8D-4D89-A664-8A73D82CF2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3070" name="Group 92">
              <a:extLst>
                <a:ext uri="{FF2B5EF4-FFF2-40B4-BE49-F238E27FC236}">
                  <a16:creationId xmlns:a16="http://schemas.microsoft.com/office/drawing/2014/main" id="{3162182A-2E07-4A1B-8CC3-2603E44356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7663" y="3651250"/>
              <a:ext cx="666750" cy="561975"/>
              <a:chOff x="3435" y="821"/>
              <a:chExt cx="421" cy="354"/>
            </a:xfrm>
          </p:grpSpPr>
          <p:sp>
            <p:nvSpPr>
              <p:cNvPr id="43071" name="Line 93">
                <a:extLst>
                  <a:ext uri="{FF2B5EF4-FFF2-40B4-BE49-F238E27FC236}">
                    <a16:creationId xmlns:a16="http://schemas.microsoft.com/office/drawing/2014/main" id="{6AE319D9-1422-44B4-92E9-A37CF3FD45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72" name="Line 94">
                <a:extLst>
                  <a:ext uri="{FF2B5EF4-FFF2-40B4-BE49-F238E27FC236}">
                    <a16:creationId xmlns:a16="http://schemas.microsoft.com/office/drawing/2014/main" id="{E11F79E8-47C0-4A04-A4A4-1931E3093D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73" name="Arc 95">
                <a:extLst>
                  <a:ext uri="{FF2B5EF4-FFF2-40B4-BE49-F238E27FC236}">
                    <a16:creationId xmlns:a16="http://schemas.microsoft.com/office/drawing/2014/main" id="{C9F9283D-EEC3-4552-9F9F-F93573BE8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74" name="Arc 96">
                <a:extLst>
                  <a:ext uri="{FF2B5EF4-FFF2-40B4-BE49-F238E27FC236}">
                    <a16:creationId xmlns:a16="http://schemas.microsoft.com/office/drawing/2014/main" id="{1920EB73-A989-4D11-BF3A-EC2A1020BF5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3075" name="Line 97">
                <a:extLst>
                  <a:ext uri="{FF2B5EF4-FFF2-40B4-BE49-F238E27FC236}">
                    <a16:creationId xmlns:a16="http://schemas.microsoft.com/office/drawing/2014/main" id="{B46C1122-403D-4122-B078-E5C053E995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pic>
        <p:nvPicPr>
          <p:cNvPr id="43012" name="Picture 3" descr="Screen shot 2013-09-06 at 1.33.34 PM.png">
            <a:extLst>
              <a:ext uri="{FF2B5EF4-FFF2-40B4-BE49-F238E27FC236}">
                <a16:creationId xmlns:a16="http://schemas.microsoft.com/office/drawing/2014/main" id="{0BCA0289-411E-4FA8-9548-6ECDACD3A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257800"/>
            <a:ext cx="67056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" name="Picture 48" descr="Screen shot 2013-09-06 at 12.55.52 PM.png">
            <a:extLst>
              <a:ext uri="{FF2B5EF4-FFF2-40B4-BE49-F238E27FC236}">
                <a16:creationId xmlns:a16="http://schemas.microsoft.com/office/drawing/2014/main" id="{695C8A54-18DB-4B1C-9BE6-1B9CD4CE3F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612" y="2845895"/>
            <a:ext cx="600097" cy="335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" name="Picture 2" descr="Screen shot 2013-09-06 at 12.55.33 PM.png">
            <a:extLst>
              <a:ext uri="{FF2B5EF4-FFF2-40B4-BE49-F238E27FC236}">
                <a16:creationId xmlns:a16="http://schemas.microsoft.com/office/drawing/2014/main" id="{9382CB44-9E06-49E4-B621-4B66781973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090" y="1550988"/>
            <a:ext cx="801548" cy="494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Picture 3" descr="Screen shot 2013-09-06 at 12.55.41 PM.png">
            <a:extLst>
              <a:ext uri="{FF2B5EF4-FFF2-40B4-BE49-F238E27FC236}">
                <a16:creationId xmlns:a16="http://schemas.microsoft.com/office/drawing/2014/main" id="{0C6535BB-1A19-4855-98ED-EA8D1FF840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138" y="4488657"/>
            <a:ext cx="739126" cy="418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" name="Picture 79" descr="Screen shot 2013-09-06 at 1.33.34 PM.png">
            <a:extLst>
              <a:ext uri="{FF2B5EF4-FFF2-40B4-BE49-F238E27FC236}">
                <a16:creationId xmlns:a16="http://schemas.microsoft.com/office/drawing/2014/main" id="{56DB0EFE-EB7F-491A-8FB8-0DEB7C33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459" y="2353150"/>
            <a:ext cx="4103688" cy="46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4879450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5DCEF67D-5F40-4092-8217-A752D8EE1B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33400"/>
          </a:xfrm>
        </p:spPr>
        <p:txBody>
          <a:bodyPr/>
          <a:lstStyle/>
          <a:p>
            <a:r>
              <a:rPr lang="en-US" altLang="en-US" sz="3400" dirty="0"/>
              <a:t>Summary of This Procedure</a:t>
            </a:r>
          </a:p>
        </p:txBody>
      </p:sp>
      <p:sp>
        <p:nvSpPr>
          <p:cNvPr id="44034" name="Content Placeholder 2">
            <a:extLst>
              <a:ext uri="{FF2B5EF4-FFF2-40B4-BE49-F238E27FC236}">
                <a16:creationId xmlns:a16="http://schemas.microsoft.com/office/drawing/2014/main" id="{1FF1AAA9-0741-45A4-B470-A9365A6628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27432" y="560833"/>
            <a:ext cx="9144000" cy="3182268"/>
          </a:xfrm>
        </p:spPr>
        <p:txBody>
          <a:bodyPr/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altLang="en-US" b="0" dirty="0"/>
              <a:t>Get the truth table of the function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altLang="en-US" b="0" dirty="0"/>
              <a:t>Form a product term (AND gate) for each row of the table for which the function is 1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altLang="en-US" b="0" dirty="0"/>
              <a:t>Each product term contains all input variables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altLang="en-US" b="0" dirty="0"/>
              <a:t>In each row, if </a:t>
            </a:r>
            <a:r>
              <a:rPr lang="en-US" altLang="en-US" b="0" i="1" dirty="0"/>
              <a:t>x</a:t>
            </a:r>
            <a:r>
              <a:rPr lang="en-US" altLang="en-US" b="0" i="1" baseline="-25000" dirty="0"/>
              <a:t>i </a:t>
            </a:r>
            <a:r>
              <a:rPr lang="en-US" altLang="en-US" b="0" dirty="0"/>
              <a:t>=1 enter it as </a:t>
            </a:r>
            <a:r>
              <a:rPr lang="en-US" altLang="en-US" b="0" i="1" dirty="0"/>
              <a:t>x</a:t>
            </a:r>
            <a:r>
              <a:rPr lang="en-US" altLang="en-US" b="0" i="1" baseline="-25000" dirty="0"/>
              <a:t>i </a:t>
            </a:r>
            <a:r>
              <a:rPr lang="en-US" altLang="en-US" b="0" dirty="0"/>
              <a:t>, otherwise use </a:t>
            </a:r>
            <a:r>
              <a:rPr lang="en-US" altLang="en-US" b="0" i="1" dirty="0"/>
              <a:t>x</a:t>
            </a:r>
            <a:r>
              <a:rPr lang="en-US" altLang="en-US" b="0" i="1" baseline="-25000" dirty="0"/>
              <a:t>i</a:t>
            </a:r>
          </a:p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altLang="en-US" b="0" dirty="0"/>
              <a:t>Sum all of these products (OR gate) to get the function </a:t>
            </a:r>
          </a:p>
        </p:txBody>
      </p:sp>
      <p:cxnSp>
        <p:nvCxnSpPr>
          <p:cNvPr id="44035" name="Straight Connector 4">
            <a:extLst>
              <a:ext uri="{FF2B5EF4-FFF2-40B4-BE49-F238E27FC236}">
                <a16:creationId xmlns:a16="http://schemas.microsoft.com/office/drawing/2014/main" id="{80A7674C-BDB8-4CCA-BE43-1297CBF0F60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10400" y="2819400"/>
            <a:ext cx="2286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13E1B097-C654-4BE9-A279-409745D9F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743100"/>
            <a:ext cx="4132330" cy="31149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A0EA3BF-D43E-4908-8562-B376B921ADDF}"/>
                  </a:ext>
                </a:extLst>
              </p14:cNvPr>
              <p14:cNvContentPartPr/>
              <p14:nvPr/>
            </p14:nvContentPartPr>
            <p14:xfrm>
              <a:off x="4471560" y="1943280"/>
              <a:ext cx="4217040" cy="4811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A0EA3BF-D43E-4908-8562-B376B921AD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62200" y="1933920"/>
                <a:ext cx="4235760" cy="48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49AF10A-0BB6-4E86-913E-DBA115C61BFB}"/>
                  </a:ext>
                </a:extLst>
              </p14:cNvPr>
              <p14:cNvContentPartPr/>
              <p14:nvPr/>
            </p14:nvContentPartPr>
            <p14:xfrm>
              <a:off x="7145094" y="5078253"/>
              <a:ext cx="329040" cy="381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49AF10A-0BB6-4E86-913E-DBA115C61B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36094" y="5069253"/>
                <a:ext cx="34668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44770A2-115C-4260-A2B8-6D8EB7A87B4C}"/>
                  </a:ext>
                </a:extLst>
              </p14:cNvPr>
              <p14:cNvContentPartPr/>
              <p14:nvPr/>
            </p14:nvContentPartPr>
            <p14:xfrm>
              <a:off x="7254360" y="237240"/>
              <a:ext cx="1253160" cy="727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44770A2-115C-4260-A2B8-6D8EB7A87B4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45000" y="227880"/>
                <a:ext cx="1271880" cy="74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083217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60B920D0-CCBE-4600-867C-A6E7F1E55C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225"/>
            <a:ext cx="9144000" cy="685800"/>
          </a:xfrm>
        </p:spPr>
        <p:txBody>
          <a:bodyPr/>
          <a:lstStyle/>
          <a:p>
            <a:r>
              <a:rPr lang="en-US" altLang="en-US" sz="3200"/>
              <a:t>Two implementations for the same function</a:t>
            </a:r>
          </a:p>
        </p:txBody>
      </p:sp>
      <p:grpSp>
        <p:nvGrpSpPr>
          <p:cNvPr id="45058" name="Group 3">
            <a:extLst>
              <a:ext uri="{FF2B5EF4-FFF2-40B4-BE49-F238E27FC236}">
                <a16:creationId xmlns:a16="http://schemas.microsoft.com/office/drawing/2014/main" id="{5BB414B2-A0B8-40E6-B0B5-8824218EBB6F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284288"/>
            <a:ext cx="5297488" cy="5345112"/>
            <a:chOff x="2228850" y="558800"/>
            <a:chExt cx="5297488" cy="5345113"/>
          </a:xfrm>
        </p:grpSpPr>
        <p:sp>
          <p:nvSpPr>
            <p:cNvPr id="45060" name="Line 2">
              <a:extLst>
                <a:ext uri="{FF2B5EF4-FFF2-40B4-BE49-F238E27FC236}">
                  <a16:creationId xmlns:a16="http://schemas.microsoft.com/office/drawing/2014/main" id="{2F1673F3-C6FC-4C9D-BBA0-F1C8B8F24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65788" y="2054225"/>
              <a:ext cx="3778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61" name="Line 3">
              <a:extLst>
                <a:ext uri="{FF2B5EF4-FFF2-40B4-BE49-F238E27FC236}">
                  <a16:creationId xmlns:a16="http://schemas.microsoft.com/office/drawing/2014/main" id="{5B86ED6B-5777-4DFA-9451-2B65F9F26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65788" y="1889125"/>
              <a:ext cx="3524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62" name="Line 4">
              <a:extLst>
                <a:ext uri="{FF2B5EF4-FFF2-40B4-BE49-F238E27FC236}">
                  <a16:creationId xmlns:a16="http://schemas.microsoft.com/office/drawing/2014/main" id="{F655A4AD-95AD-4F8E-B564-88300BF62A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65788" y="2217738"/>
              <a:ext cx="352425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63" name="Line 5">
              <a:extLst>
                <a:ext uri="{FF2B5EF4-FFF2-40B4-BE49-F238E27FC236}">
                  <a16:creationId xmlns:a16="http://schemas.microsoft.com/office/drawing/2014/main" id="{FF5D418D-8363-43F8-9F75-2942662D97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54800" y="2054225"/>
              <a:ext cx="188913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64" name="Freeform 6">
              <a:extLst>
                <a:ext uri="{FF2B5EF4-FFF2-40B4-BE49-F238E27FC236}">
                  <a16:creationId xmlns:a16="http://schemas.microsoft.com/office/drawing/2014/main" id="{461A40DC-6D5C-41AB-9E7D-E69663CA7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3763" y="1766888"/>
              <a:ext cx="704850" cy="280987"/>
            </a:xfrm>
            <a:custGeom>
              <a:avLst/>
              <a:gdLst>
                <a:gd name="T0" fmla="*/ 2147483646 w 886"/>
                <a:gd name="T1" fmla="*/ 0 h 353"/>
                <a:gd name="T2" fmla="*/ 2147483646 w 886"/>
                <a:gd name="T3" fmla="*/ 0 h 353"/>
                <a:gd name="T4" fmla="*/ 2147483646 w 886"/>
                <a:gd name="T5" fmla="*/ 0 h 353"/>
                <a:gd name="T6" fmla="*/ 2147483646 w 886"/>
                <a:gd name="T7" fmla="*/ 2147483646 h 353"/>
                <a:gd name="T8" fmla="*/ 2147483646 w 886"/>
                <a:gd name="T9" fmla="*/ 2147483646 h 353"/>
                <a:gd name="T10" fmla="*/ 2147483646 w 886"/>
                <a:gd name="T11" fmla="*/ 2147483646 h 353"/>
                <a:gd name="T12" fmla="*/ 2147483646 w 886"/>
                <a:gd name="T13" fmla="*/ 2147483646 h 353"/>
                <a:gd name="T14" fmla="*/ 2147483646 w 886"/>
                <a:gd name="T15" fmla="*/ 2147483646 h 353"/>
                <a:gd name="T16" fmla="*/ 2147483646 w 886"/>
                <a:gd name="T17" fmla="*/ 2147483646 h 353"/>
                <a:gd name="T18" fmla="*/ 2147483646 w 886"/>
                <a:gd name="T19" fmla="*/ 2147483646 h 353"/>
                <a:gd name="T20" fmla="*/ 2147483646 w 886"/>
                <a:gd name="T21" fmla="*/ 2147483646 h 353"/>
                <a:gd name="T22" fmla="*/ 2147483646 w 886"/>
                <a:gd name="T23" fmla="*/ 2147483646 h 353"/>
                <a:gd name="T24" fmla="*/ 2147483646 w 886"/>
                <a:gd name="T25" fmla="*/ 2147483646 h 353"/>
                <a:gd name="T26" fmla="*/ 2147483646 w 886"/>
                <a:gd name="T27" fmla="*/ 2147483646 h 353"/>
                <a:gd name="T28" fmla="*/ 2147483646 w 886"/>
                <a:gd name="T29" fmla="*/ 2147483646 h 353"/>
                <a:gd name="T30" fmla="*/ 2147483646 w 886"/>
                <a:gd name="T31" fmla="*/ 2147483646 h 353"/>
                <a:gd name="T32" fmla="*/ 2147483646 w 886"/>
                <a:gd name="T33" fmla="*/ 2147483646 h 353"/>
                <a:gd name="T34" fmla="*/ 2147483646 w 886"/>
                <a:gd name="T35" fmla="*/ 2147483646 h 353"/>
                <a:gd name="T36" fmla="*/ 2147483646 w 886"/>
                <a:gd name="T37" fmla="*/ 2147483646 h 353"/>
                <a:gd name="T38" fmla="*/ 2147483646 w 886"/>
                <a:gd name="T39" fmla="*/ 2147483646 h 353"/>
                <a:gd name="T40" fmla="*/ 2147483646 w 886"/>
                <a:gd name="T41" fmla="*/ 2147483646 h 353"/>
                <a:gd name="T42" fmla="*/ 2147483646 w 886"/>
                <a:gd name="T43" fmla="*/ 2147483646 h 353"/>
                <a:gd name="T44" fmla="*/ 2147483646 w 886"/>
                <a:gd name="T45" fmla="*/ 2147483646 h 353"/>
                <a:gd name="T46" fmla="*/ 2147483646 w 886"/>
                <a:gd name="T47" fmla="*/ 2147483646 h 353"/>
                <a:gd name="T48" fmla="*/ 2147483646 w 886"/>
                <a:gd name="T49" fmla="*/ 2147483646 h 353"/>
                <a:gd name="T50" fmla="*/ 2147483646 w 886"/>
                <a:gd name="T51" fmla="*/ 2147483646 h 353"/>
                <a:gd name="T52" fmla="*/ 2147483646 w 886"/>
                <a:gd name="T53" fmla="*/ 2147483646 h 353"/>
                <a:gd name="T54" fmla="*/ 2147483646 w 886"/>
                <a:gd name="T55" fmla="*/ 2147483646 h 353"/>
                <a:gd name="T56" fmla="*/ 2147483646 w 886"/>
                <a:gd name="T57" fmla="*/ 2147483646 h 353"/>
                <a:gd name="T58" fmla="*/ 2147483646 w 886"/>
                <a:gd name="T59" fmla="*/ 2147483646 h 353"/>
                <a:gd name="T60" fmla="*/ 2147483646 w 886"/>
                <a:gd name="T61" fmla="*/ 2147483646 h 353"/>
                <a:gd name="T62" fmla="*/ 2147483646 w 886"/>
                <a:gd name="T63" fmla="*/ 2147483646 h 353"/>
                <a:gd name="T64" fmla="*/ 2147483646 w 886"/>
                <a:gd name="T65" fmla="*/ 2147483646 h 353"/>
                <a:gd name="T66" fmla="*/ 2147483646 w 886"/>
                <a:gd name="T67" fmla="*/ 2147483646 h 353"/>
                <a:gd name="T68" fmla="*/ 2147483646 w 886"/>
                <a:gd name="T69" fmla="*/ 2147483646 h 353"/>
                <a:gd name="T70" fmla="*/ 2147483646 w 886"/>
                <a:gd name="T71" fmla="*/ 2147483646 h 353"/>
                <a:gd name="T72" fmla="*/ 2147483646 w 886"/>
                <a:gd name="T73" fmla="*/ 2147483646 h 353"/>
                <a:gd name="T74" fmla="*/ 2147483646 w 886"/>
                <a:gd name="T75" fmla="*/ 2147483646 h 353"/>
                <a:gd name="T76" fmla="*/ 2147483646 w 886"/>
                <a:gd name="T77" fmla="*/ 2147483646 h 353"/>
                <a:gd name="T78" fmla="*/ 2147483646 w 886"/>
                <a:gd name="T79" fmla="*/ 2147483646 h 353"/>
                <a:gd name="T80" fmla="*/ 2147483646 w 886"/>
                <a:gd name="T81" fmla="*/ 2147483646 h 353"/>
                <a:gd name="T82" fmla="*/ 2147483646 w 886"/>
                <a:gd name="T83" fmla="*/ 2147483646 h 353"/>
                <a:gd name="T84" fmla="*/ 2147483646 w 886"/>
                <a:gd name="T85" fmla="*/ 2147483646 h 353"/>
                <a:gd name="T86" fmla="*/ 2147483646 w 886"/>
                <a:gd name="T87" fmla="*/ 2147483646 h 353"/>
                <a:gd name="T88" fmla="*/ 2147483646 w 886"/>
                <a:gd name="T89" fmla="*/ 2147483646 h 353"/>
                <a:gd name="T90" fmla="*/ 2147483646 w 886"/>
                <a:gd name="T91" fmla="*/ 2147483646 h 353"/>
                <a:gd name="T92" fmla="*/ 2147483646 w 886"/>
                <a:gd name="T93" fmla="*/ 2147483646 h 353"/>
                <a:gd name="T94" fmla="*/ 2147483646 w 886"/>
                <a:gd name="T95" fmla="*/ 2147483646 h 353"/>
                <a:gd name="T96" fmla="*/ 2147483646 w 886"/>
                <a:gd name="T97" fmla="*/ 2147483646 h 353"/>
                <a:gd name="T98" fmla="*/ 2147483646 w 886"/>
                <a:gd name="T99" fmla="*/ 2147483646 h 353"/>
                <a:gd name="T100" fmla="*/ 2147483646 w 886"/>
                <a:gd name="T101" fmla="*/ 2147483646 h 353"/>
                <a:gd name="T102" fmla="*/ 2147483646 w 886"/>
                <a:gd name="T103" fmla="*/ 2147483646 h 353"/>
                <a:gd name="T104" fmla="*/ 2147483646 w 886"/>
                <a:gd name="T105" fmla="*/ 2147483646 h 353"/>
                <a:gd name="T106" fmla="*/ 2147483646 w 886"/>
                <a:gd name="T107" fmla="*/ 2147483646 h 353"/>
                <a:gd name="T108" fmla="*/ 2147483646 w 886"/>
                <a:gd name="T109" fmla="*/ 2147483646 h 353"/>
                <a:gd name="T110" fmla="*/ 2147483646 w 886"/>
                <a:gd name="T111" fmla="*/ 2147483646 h 353"/>
                <a:gd name="T112" fmla="*/ 2147483646 w 886"/>
                <a:gd name="T113" fmla="*/ 2147483646 h 353"/>
                <a:gd name="T114" fmla="*/ 2147483646 w 886"/>
                <a:gd name="T115" fmla="*/ 2147483646 h 353"/>
                <a:gd name="T116" fmla="*/ 2147483646 w 886"/>
                <a:gd name="T117" fmla="*/ 2147483646 h 353"/>
                <a:gd name="T118" fmla="*/ 2147483646 w 886"/>
                <a:gd name="T119" fmla="*/ 2147483646 h 353"/>
                <a:gd name="T120" fmla="*/ 2147483646 w 886"/>
                <a:gd name="T121" fmla="*/ 2147483646 h 3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6" h="353">
                  <a:moveTo>
                    <a:pt x="0" y="0"/>
                  </a:moveTo>
                  <a:lnTo>
                    <a:pt x="34" y="0"/>
                  </a:lnTo>
                  <a:lnTo>
                    <a:pt x="66" y="0"/>
                  </a:lnTo>
                  <a:lnTo>
                    <a:pt x="96" y="0"/>
                  </a:lnTo>
                  <a:lnTo>
                    <a:pt x="123" y="0"/>
                  </a:lnTo>
                  <a:lnTo>
                    <a:pt x="149" y="0"/>
                  </a:lnTo>
                  <a:lnTo>
                    <a:pt x="173" y="0"/>
                  </a:lnTo>
                  <a:lnTo>
                    <a:pt x="195" y="0"/>
                  </a:lnTo>
                  <a:lnTo>
                    <a:pt x="216" y="0"/>
                  </a:lnTo>
                  <a:lnTo>
                    <a:pt x="235" y="0"/>
                  </a:lnTo>
                  <a:lnTo>
                    <a:pt x="253" y="0"/>
                  </a:lnTo>
                  <a:lnTo>
                    <a:pt x="268" y="0"/>
                  </a:lnTo>
                  <a:lnTo>
                    <a:pt x="283" y="0"/>
                  </a:lnTo>
                  <a:lnTo>
                    <a:pt x="296" y="0"/>
                  </a:lnTo>
                  <a:lnTo>
                    <a:pt x="310" y="0"/>
                  </a:lnTo>
                  <a:lnTo>
                    <a:pt x="320" y="0"/>
                  </a:lnTo>
                  <a:lnTo>
                    <a:pt x="330" y="0"/>
                  </a:lnTo>
                  <a:lnTo>
                    <a:pt x="339" y="0"/>
                  </a:lnTo>
                  <a:lnTo>
                    <a:pt x="347" y="0"/>
                  </a:lnTo>
                  <a:lnTo>
                    <a:pt x="354" y="0"/>
                  </a:lnTo>
                  <a:lnTo>
                    <a:pt x="360" y="0"/>
                  </a:lnTo>
                  <a:lnTo>
                    <a:pt x="366" y="0"/>
                  </a:lnTo>
                  <a:lnTo>
                    <a:pt x="370" y="0"/>
                  </a:lnTo>
                  <a:lnTo>
                    <a:pt x="375" y="1"/>
                  </a:lnTo>
                  <a:lnTo>
                    <a:pt x="378" y="1"/>
                  </a:lnTo>
                  <a:lnTo>
                    <a:pt x="382" y="1"/>
                  </a:lnTo>
                  <a:lnTo>
                    <a:pt x="385" y="1"/>
                  </a:lnTo>
                  <a:lnTo>
                    <a:pt x="388" y="1"/>
                  </a:lnTo>
                  <a:lnTo>
                    <a:pt x="390" y="1"/>
                  </a:lnTo>
                  <a:lnTo>
                    <a:pt x="393" y="1"/>
                  </a:lnTo>
                  <a:lnTo>
                    <a:pt x="396" y="1"/>
                  </a:lnTo>
                  <a:lnTo>
                    <a:pt x="397" y="1"/>
                  </a:lnTo>
                  <a:lnTo>
                    <a:pt x="400" y="1"/>
                  </a:lnTo>
                  <a:lnTo>
                    <a:pt x="403" y="3"/>
                  </a:lnTo>
                  <a:lnTo>
                    <a:pt x="405" y="3"/>
                  </a:lnTo>
                  <a:lnTo>
                    <a:pt x="407" y="3"/>
                  </a:lnTo>
                  <a:lnTo>
                    <a:pt x="409" y="3"/>
                  </a:lnTo>
                  <a:lnTo>
                    <a:pt x="410" y="3"/>
                  </a:lnTo>
                  <a:lnTo>
                    <a:pt x="412" y="3"/>
                  </a:lnTo>
                  <a:lnTo>
                    <a:pt x="413" y="3"/>
                  </a:lnTo>
                  <a:lnTo>
                    <a:pt x="416" y="3"/>
                  </a:lnTo>
                  <a:lnTo>
                    <a:pt x="418" y="3"/>
                  </a:lnTo>
                  <a:lnTo>
                    <a:pt x="419" y="3"/>
                  </a:lnTo>
                  <a:lnTo>
                    <a:pt x="421" y="3"/>
                  </a:lnTo>
                  <a:lnTo>
                    <a:pt x="422" y="4"/>
                  </a:lnTo>
                  <a:lnTo>
                    <a:pt x="424" y="4"/>
                  </a:lnTo>
                  <a:lnTo>
                    <a:pt x="425" y="4"/>
                  </a:lnTo>
                  <a:lnTo>
                    <a:pt x="427" y="4"/>
                  </a:lnTo>
                  <a:lnTo>
                    <a:pt x="428" y="4"/>
                  </a:lnTo>
                  <a:lnTo>
                    <a:pt x="430" y="4"/>
                  </a:lnTo>
                  <a:lnTo>
                    <a:pt x="431" y="4"/>
                  </a:lnTo>
                  <a:lnTo>
                    <a:pt x="433" y="4"/>
                  </a:lnTo>
                  <a:lnTo>
                    <a:pt x="434" y="4"/>
                  </a:lnTo>
                  <a:lnTo>
                    <a:pt x="436" y="6"/>
                  </a:lnTo>
                  <a:lnTo>
                    <a:pt x="437" y="6"/>
                  </a:lnTo>
                  <a:lnTo>
                    <a:pt x="439" y="6"/>
                  </a:lnTo>
                  <a:lnTo>
                    <a:pt x="440" y="6"/>
                  </a:lnTo>
                  <a:lnTo>
                    <a:pt x="442" y="6"/>
                  </a:lnTo>
                  <a:lnTo>
                    <a:pt x="445" y="6"/>
                  </a:lnTo>
                  <a:lnTo>
                    <a:pt x="446" y="6"/>
                  </a:lnTo>
                  <a:lnTo>
                    <a:pt x="448" y="7"/>
                  </a:lnTo>
                  <a:lnTo>
                    <a:pt x="451" y="7"/>
                  </a:lnTo>
                  <a:lnTo>
                    <a:pt x="452" y="7"/>
                  </a:lnTo>
                  <a:lnTo>
                    <a:pt x="455" y="7"/>
                  </a:lnTo>
                  <a:lnTo>
                    <a:pt x="458" y="7"/>
                  </a:lnTo>
                  <a:lnTo>
                    <a:pt x="459" y="9"/>
                  </a:lnTo>
                  <a:lnTo>
                    <a:pt x="461" y="9"/>
                  </a:lnTo>
                  <a:lnTo>
                    <a:pt x="464" y="9"/>
                  </a:lnTo>
                  <a:lnTo>
                    <a:pt x="465" y="9"/>
                  </a:lnTo>
                  <a:lnTo>
                    <a:pt x="467" y="9"/>
                  </a:lnTo>
                  <a:lnTo>
                    <a:pt x="468" y="10"/>
                  </a:lnTo>
                  <a:lnTo>
                    <a:pt x="470" y="10"/>
                  </a:lnTo>
                  <a:lnTo>
                    <a:pt x="471" y="10"/>
                  </a:lnTo>
                  <a:lnTo>
                    <a:pt x="473" y="10"/>
                  </a:lnTo>
                  <a:lnTo>
                    <a:pt x="474" y="10"/>
                  </a:lnTo>
                  <a:lnTo>
                    <a:pt x="476" y="12"/>
                  </a:lnTo>
                  <a:lnTo>
                    <a:pt x="477" y="12"/>
                  </a:lnTo>
                  <a:lnTo>
                    <a:pt x="479" y="12"/>
                  </a:lnTo>
                  <a:lnTo>
                    <a:pt x="480" y="12"/>
                  </a:lnTo>
                  <a:lnTo>
                    <a:pt x="482" y="13"/>
                  </a:lnTo>
                  <a:lnTo>
                    <a:pt x="483" y="13"/>
                  </a:lnTo>
                  <a:lnTo>
                    <a:pt x="485" y="13"/>
                  </a:lnTo>
                  <a:lnTo>
                    <a:pt x="486" y="13"/>
                  </a:lnTo>
                  <a:lnTo>
                    <a:pt x="488" y="15"/>
                  </a:lnTo>
                  <a:lnTo>
                    <a:pt x="489" y="15"/>
                  </a:lnTo>
                  <a:lnTo>
                    <a:pt x="491" y="15"/>
                  </a:lnTo>
                  <a:lnTo>
                    <a:pt x="492" y="16"/>
                  </a:lnTo>
                  <a:lnTo>
                    <a:pt x="494" y="16"/>
                  </a:lnTo>
                  <a:lnTo>
                    <a:pt x="496" y="16"/>
                  </a:lnTo>
                  <a:lnTo>
                    <a:pt x="498" y="17"/>
                  </a:lnTo>
                  <a:lnTo>
                    <a:pt x="501" y="17"/>
                  </a:lnTo>
                  <a:lnTo>
                    <a:pt x="502" y="19"/>
                  </a:lnTo>
                  <a:lnTo>
                    <a:pt x="505" y="19"/>
                  </a:lnTo>
                  <a:lnTo>
                    <a:pt x="508" y="20"/>
                  </a:lnTo>
                  <a:lnTo>
                    <a:pt x="511" y="20"/>
                  </a:lnTo>
                  <a:lnTo>
                    <a:pt x="513" y="22"/>
                  </a:lnTo>
                  <a:lnTo>
                    <a:pt x="516" y="22"/>
                  </a:lnTo>
                  <a:lnTo>
                    <a:pt x="519" y="23"/>
                  </a:lnTo>
                  <a:lnTo>
                    <a:pt x="520" y="23"/>
                  </a:lnTo>
                  <a:lnTo>
                    <a:pt x="522" y="25"/>
                  </a:lnTo>
                  <a:lnTo>
                    <a:pt x="525" y="25"/>
                  </a:lnTo>
                  <a:lnTo>
                    <a:pt x="526" y="26"/>
                  </a:lnTo>
                  <a:lnTo>
                    <a:pt x="528" y="26"/>
                  </a:lnTo>
                  <a:lnTo>
                    <a:pt x="529" y="26"/>
                  </a:lnTo>
                  <a:lnTo>
                    <a:pt x="531" y="28"/>
                  </a:lnTo>
                  <a:lnTo>
                    <a:pt x="532" y="28"/>
                  </a:lnTo>
                  <a:lnTo>
                    <a:pt x="534" y="28"/>
                  </a:lnTo>
                  <a:lnTo>
                    <a:pt x="535" y="29"/>
                  </a:lnTo>
                  <a:lnTo>
                    <a:pt x="537" y="29"/>
                  </a:lnTo>
                  <a:lnTo>
                    <a:pt x="538" y="29"/>
                  </a:lnTo>
                  <a:lnTo>
                    <a:pt x="538" y="31"/>
                  </a:lnTo>
                  <a:lnTo>
                    <a:pt x="539" y="31"/>
                  </a:lnTo>
                  <a:lnTo>
                    <a:pt x="541" y="31"/>
                  </a:lnTo>
                  <a:lnTo>
                    <a:pt x="542" y="32"/>
                  </a:lnTo>
                  <a:lnTo>
                    <a:pt x="544" y="32"/>
                  </a:lnTo>
                  <a:lnTo>
                    <a:pt x="545" y="34"/>
                  </a:lnTo>
                  <a:lnTo>
                    <a:pt x="547" y="34"/>
                  </a:lnTo>
                  <a:lnTo>
                    <a:pt x="548" y="35"/>
                  </a:lnTo>
                  <a:lnTo>
                    <a:pt x="550" y="35"/>
                  </a:lnTo>
                  <a:lnTo>
                    <a:pt x="551" y="37"/>
                  </a:lnTo>
                  <a:lnTo>
                    <a:pt x="553" y="37"/>
                  </a:lnTo>
                  <a:lnTo>
                    <a:pt x="556" y="38"/>
                  </a:lnTo>
                  <a:lnTo>
                    <a:pt x="557" y="40"/>
                  </a:lnTo>
                  <a:lnTo>
                    <a:pt x="559" y="40"/>
                  </a:lnTo>
                  <a:lnTo>
                    <a:pt x="562" y="41"/>
                  </a:lnTo>
                  <a:lnTo>
                    <a:pt x="563" y="43"/>
                  </a:lnTo>
                  <a:lnTo>
                    <a:pt x="566" y="44"/>
                  </a:lnTo>
                  <a:lnTo>
                    <a:pt x="569" y="44"/>
                  </a:lnTo>
                  <a:lnTo>
                    <a:pt x="571" y="46"/>
                  </a:lnTo>
                  <a:lnTo>
                    <a:pt x="572" y="47"/>
                  </a:lnTo>
                  <a:lnTo>
                    <a:pt x="574" y="47"/>
                  </a:lnTo>
                  <a:lnTo>
                    <a:pt x="577" y="49"/>
                  </a:lnTo>
                  <a:lnTo>
                    <a:pt x="578" y="50"/>
                  </a:lnTo>
                  <a:lnTo>
                    <a:pt x="580" y="50"/>
                  </a:lnTo>
                  <a:lnTo>
                    <a:pt x="581" y="52"/>
                  </a:lnTo>
                  <a:lnTo>
                    <a:pt x="582" y="52"/>
                  </a:lnTo>
                  <a:lnTo>
                    <a:pt x="584" y="53"/>
                  </a:lnTo>
                  <a:lnTo>
                    <a:pt x="585" y="53"/>
                  </a:lnTo>
                  <a:lnTo>
                    <a:pt x="587" y="55"/>
                  </a:lnTo>
                  <a:lnTo>
                    <a:pt x="588" y="55"/>
                  </a:lnTo>
                  <a:lnTo>
                    <a:pt x="590" y="56"/>
                  </a:lnTo>
                  <a:lnTo>
                    <a:pt x="591" y="56"/>
                  </a:lnTo>
                  <a:lnTo>
                    <a:pt x="593" y="58"/>
                  </a:lnTo>
                  <a:lnTo>
                    <a:pt x="594" y="58"/>
                  </a:lnTo>
                  <a:lnTo>
                    <a:pt x="596" y="59"/>
                  </a:lnTo>
                  <a:lnTo>
                    <a:pt x="597" y="60"/>
                  </a:lnTo>
                  <a:lnTo>
                    <a:pt x="599" y="60"/>
                  </a:lnTo>
                  <a:lnTo>
                    <a:pt x="600" y="62"/>
                  </a:lnTo>
                  <a:lnTo>
                    <a:pt x="602" y="62"/>
                  </a:lnTo>
                  <a:lnTo>
                    <a:pt x="603" y="63"/>
                  </a:lnTo>
                  <a:lnTo>
                    <a:pt x="605" y="65"/>
                  </a:lnTo>
                  <a:lnTo>
                    <a:pt x="606" y="65"/>
                  </a:lnTo>
                  <a:lnTo>
                    <a:pt x="609" y="66"/>
                  </a:lnTo>
                  <a:lnTo>
                    <a:pt x="611" y="68"/>
                  </a:lnTo>
                  <a:lnTo>
                    <a:pt x="612" y="68"/>
                  </a:lnTo>
                  <a:lnTo>
                    <a:pt x="615" y="69"/>
                  </a:lnTo>
                  <a:lnTo>
                    <a:pt x="617" y="71"/>
                  </a:lnTo>
                  <a:lnTo>
                    <a:pt x="618" y="72"/>
                  </a:lnTo>
                  <a:lnTo>
                    <a:pt x="621" y="72"/>
                  </a:lnTo>
                  <a:lnTo>
                    <a:pt x="623" y="74"/>
                  </a:lnTo>
                  <a:lnTo>
                    <a:pt x="624" y="74"/>
                  </a:lnTo>
                  <a:lnTo>
                    <a:pt x="625" y="75"/>
                  </a:lnTo>
                  <a:lnTo>
                    <a:pt x="627" y="77"/>
                  </a:lnTo>
                  <a:lnTo>
                    <a:pt x="628" y="77"/>
                  </a:lnTo>
                  <a:lnTo>
                    <a:pt x="630" y="78"/>
                  </a:lnTo>
                  <a:lnTo>
                    <a:pt x="631" y="78"/>
                  </a:lnTo>
                  <a:lnTo>
                    <a:pt x="633" y="80"/>
                  </a:lnTo>
                  <a:lnTo>
                    <a:pt x="634" y="81"/>
                  </a:lnTo>
                  <a:lnTo>
                    <a:pt x="636" y="81"/>
                  </a:lnTo>
                  <a:lnTo>
                    <a:pt x="637" y="83"/>
                  </a:lnTo>
                  <a:lnTo>
                    <a:pt x="639" y="83"/>
                  </a:lnTo>
                  <a:lnTo>
                    <a:pt x="639" y="84"/>
                  </a:lnTo>
                  <a:lnTo>
                    <a:pt x="640" y="84"/>
                  </a:lnTo>
                  <a:lnTo>
                    <a:pt x="642" y="84"/>
                  </a:lnTo>
                  <a:lnTo>
                    <a:pt x="642" y="86"/>
                  </a:lnTo>
                  <a:lnTo>
                    <a:pt x="643" y="86"/>
                  </a:lnTo>
                  <a:lnTo>
                    <a:pt x="645" y="87"/>
                  </a:lnTo>
                  <a:lnTo>
                    <a:pt x="646" y="87"/>
                  </a:lnTo>
                  <a:lnTo>
                    <a:pt x="648" y="89"/>
                  </a:lnTo>
                  <a:lnTo>
                    <a:pt x="648" y="90"/>
                  </a:lnTo>
                  <a:lnTo>
                    <a:pt x="649" y="90"/>
                  </a:lnTo>
                  <a:lnTo>
                    <a:pt x="651" y="92"/>
                  </a:lnTo>
                  <a:lnTo>
                    <a:pt x="654" y="92"/>
                  </a:lnTo>
                  <a:lnTo>
                    <a:pt x="655" y="93"/>
                  </a:lnTo>
                  <a:lnTo>
                    <a:pt x="657" y="95"/>
                  </a:lnTo>
                  <a:lnTo>
                    <a:pt x="658" y="96"/>
                  </a:lnTo>
                  <a:lnTo>
                    <a:pt x="660" y="96"/>
                  </a:lnTo>
                  <a:lnTo>
                    <a:pt x="661" y="98"/>
                  </a:lnTo>
                  <a:lnTo>
                    <a:pt x="663" y="99"/>
                  </a:lnTo>
                  <a:lnTo>
                    <a:pt x="664" y="101"/>
                  </a:lnTo>
                  <a:lnTo>
                    <a:pt x="666" y="101"/>
                  </a:lnTo>
                  <a:lnTo>
                    <a:pt x="667" y="102"/>
                  </a:lnTo>
                  <a:lnTo>
                    <a:pt x="668" y="102"/>
                  </a:lnTo>
                  <a:lnTo>
                    <a:pt x="670" y="103"/>
                  </a:lnTo>
                  <a:lnTo>
                    <a:pt x="671" y="105"/>
                  </a:lnTo>
                  <a:lnTo>
                    <a:pt x="673" y="105"/>
                  </a:lnTo>
                  <a:lnTo>
                    <a:pt x="673" y="106"/>
                  </a:lnTo>
                  <a:lnTo>
                    <a:pt x="674" y="106"/>
                  </a:lnTo>
                  <a:lnTo>
                    <a:pt x="676" y="108"/>
                  </a:lnTo>
                  <a:lnTo>
                    <a:pt x="677" y="108"/>
                  </a:lnTo>
                  <a:lnTo>
                    <a:pt x="677" y="109"/>
                  </a:lnTo>
                  <a:lnTo>
                    <a:pt x="679" y="109"/>
                  </a:lnTo>
                  <a:lnTo>
                    <a:pt x="679" y="111"/>
                  </a:lnTo>
                  <a:lnTo>
                    <a:pt x="680" y="111"/>
                  </a:lnTo>
                  <a:lnTo>
                    <a:pt x="682" y="112"/>
                  </a:lnTo>
                  <a:lnTo>
                    <a:pt x="683" y="112"/>
                  </a:lnTo>
                  <a:lnTo>
                    <a:pt x="683" y="114"/>
                  </a:lnTo>
                  <a:lnTo>
                    <a:pt x="685" y="115"/>
                  </a:lnTo>
                  <a:lnTo>
                    <a:pt x="686" y="115"/>
                  </a:lnTo>
                  <a:lnTo>
                    <a:pt x="688" y="117"/>
                  </a:lnTo>
                  <a:lnTo>
                    <a:pt x="689" y="118"/>
                  </a:lnTo>
                  <a:lnTo>
                    <a:pt x="691" y="118"/>
                  </a:lnTo>
                  <a:lnTo>
                    <a:pt x="691" y="120"/>
                  </a:lnTo>
                  <a:lnTo>
                    <a:pt x="692" y="120"/>
                  </a:lnTo>
                  <a:lnTo>
                    <a:pt x="694" y="121"/>
                  </a:lnTo>
                  <a:lnTo>
                    <a:pt x="695" y="123"/>
                  </a:lnTo>
                  <a:lnTo>
                    <a:pt x="697" y="123"/>
                  </a:lnTo>
                  <a:lnTo>
                    <a:pt x="697" y="124"/>
                  </a:lnTo>
                  <a:lnTo>
                    <a:pt x="698" y="124"/>
                  </a:lnTo>
                  <a:lnTo>
                    <a:pt x="698" y="126"/>
                  </a:lnTo>
                  <a:lnTo>
                    <a:pt x="700" y="126"/>
                  </a:lnTo>
                  <a:lnTo>
                    <a:pt x="701" y="127"/>
                  </a:lnTo>
                  <a:lnTo>
                    <a:pt x="703" y="127"/>
                  </a:lnTo>
                  <a:lnTo>
                    <a:pt x="703" y="129"/>
                  </a:lnTo>
                  <a:lnTo>
                    <a:pt x="704" y="129"/>
                  </a:lnTo>
                  <a:lnTo>
                    <a:pt x="706" y="130"/>
                  </a:lnTo>
                  <a:lnTo>
                    <a:pt x="707" y="132"/>
                  </a:lnTo>
                  <a:lnTo>
                    <a:pt x="709" y="132"/>
                  </a:lnTo>
                  <a:lnTo>
                    <a:pt x="709" y="133"/>
                  </a:lnTo>
                  <a:lnTo>
                    <a:pt x="710" y="133"/>
                  </a:lnTo>
                  <a:lnTo>
                    <a:pt x="711" y="135"/>
                  </a:lnTo>
                  <a:lnTo>
                    <a:pt x="713" y="135"/>
                  </a:lnTo>
                  <a:lnTo>
                    <a:pt x="714" y="136"/>
                  </a:lnTo>
                  <a:lnTo>
                    <a:pt x="716" y="138"/>
                  </a:lnTo>
                  <a:lnTo>
                    <a:pt x="717" y="139"/>
                  </a:lnTo>
                  <a:lnTo>
                    <a:pt x="719" y="139"/>
                  </a:lnTo>
                  <a:lnTo>
                    <a:pt x="720" y="141"/>
                  </a:lnTo>
                  <a:lnTo>
                    <a:pt x="722" y="142"/>
                  </a:lnTo>
                  <a:lnTo>
                    <a:pt x="723" y="142"/>
                  </a:lnTo>
                  <a:lnTo>
                    <a:pt x="723" y="144"/>
                  </a:lnTo>
                  <a:lnTo>
                    <a:pt x="725" y="144"/>
                  </a:lnTo>
                  <a:lnTo>
                    <a:pt x="726" y="145"/>
                  </a:lnTo>
                  <a:lnTo>
                    <a:pt x="728" y="146"/>
                  </a:lnTo>
                  <a:lnTo>
                    <a:pt x="729" y="146"/>
                  </a:lnTo>
                  <a:lnTo>
                    <a:pt x="729" y="148"/>
                  </a:lnTo>
                  <a:lnTo>
                    <a:pt x="731" y="148"/>
                  </a:lnTo>
                  <a:lnTo>
                    <a:pt x="731" y="149"/>
                  </a:lnTo>
                  <a:lnTo>
                    <a:pt x="732" y="149"/>
                  </a:lnTo>
                  <a:lnTo>
                    <a:pt x="732" y="151"/>
                  </a:lnTo>
                  <a:lnTo>
                    <a:pt x="734" y="151"/>
                  </a:lnTo>
                  <a:lnTo>
                    <a:pt x="734" y="152"/>
                  </a:lnTo>
                  <a:lnTo>
                    <a:pt x="735" y="152"/>
                  </a:lnTo>
                  <a:lnTo>
                    <a:pt x="737" y="154"/>
                  </a:lnTo>
                  <a:lnTo>
                    <a:pt x="737" y="155"/>
                  </a:lnTo>
                  <a:lnTo>
                    <a:pt x="738" y="157"/>
                  </a:lnTo>
                  <a:lnTo>
                    <a:pt x="740" y="157"/>
                  </a:lnTo>
                  <a:lnTo>
                    <a:pt x="741" y="158"/>
                  </a:lnTo>
                  <a:lnTo>
                    <a:pt x="741" y="160"/>
                  </a:lnTo>
                  <a:lnTo>
                    <a:pt x="743" y="161"/>
                  </a:lnTo>
                  <a:lnTo>
                    <a:pt x="744" y="163"/>
                  </a:lnTo>
                  <a:lnTo>
                    <a:pt x="746" y="164"/>
                  </a:lnTo>
                  <a:lnTo>
                    <a:pt x="747" y="166"/>
                  </a:lnTo>
                  <a:lnTo>
                    <a:pt x="749" y="167"/>
                  </a:lnTo>
                  <a:lnTo>
                    <a:pt x="750" y="169"/>
                  </a:lnTo>
                  <a:lnTo>
                    <a:pt x="752" y="170"/>
                  </a:lnTo>
                  <a:lnTo>
                    <a:pt x="753" y="172"/>
                  </a:lnTo>
                  <a:lnTo>
                    <a:pt x="754" y="173"/>
                  </a:lnTo>
                  <a:lnTo>
                    <a:pt x="754" y="175"/>
                  </a:lnTo>
                  <a:lnTo>
                    <a:pt x="756" y="175"/>
                  </a:lnTo>
                  <a:lnTo>
                    <a:pt x="756" y="176"/>
                  </a:lnTo>
                  <a:lnTo>
                    <a:pt x="757" y="176"/>
                  </a:lnTo>
                  <a:lnTo>
                    <a:pt x="759" y="178"/>
                  </a:lnTo>
                  <a:lnTo>
                    <a:pt x="759" y="179"/>
                  </a:lnTo>
                  <a:lnTo>
                    <a:pt x="760" y="179"/>
                  </a:lnTo>
                  <a:lnTo>
                    <a:pt x="760" y="181"/>
                  </a:lnTo>
                  <a:lnTo>
                    <a:pt x="762" y="182"/>
                  </a:lnTo>
                  <a:lnTo>
                    <a:pt x="763" y="184"/>
                  </a:lnTo>
                  <a:lnTo>
                    <a:pt x="765" y="185"/>
                  </a:lnTo>
                  <a:lnTo>
                    <a:pt x="766" y="187"/>
                  </a:lnTo>
                  <a:lnTo>
                    <a:pt x="766" y="188"/>
                  </a:lnTo>
                  <a:lnTo>
                    <a:pt x="768" y="189"/>
                  </a:lnTo>
                  <a:lnTo>
                    <a:pt x="769" y="189"/>
                  </a:lnTo>
                  <a:lnTo>
                    <a:pt x="771" y="191"/>
                  </a:lnTo>
                  <a:lnTo>
                    <a:pt x="771" y="192"/>
                  </a:lnTo>
                  <a:lnTo>
                    <a:pt x="772" y="194"/>
                  </a:lnTo>
                  <a:lnTo>
                    <a:pt x="774" y="197"/>
                  </a:lnTo>
                  <a:lnTo>
                    <a:pt x="775" y="198"/>
                  </a:lnTo>
                  <a:lnTo>
                    <a:pt x="777" y="200"/>
                  </a:lnTo>
                  <a:lnTo>
                    <a:pt x="778" y="201"/>
                  </a:lnTo>
                  <a:lnTo>
                    <a:pt x="781" y="204"/>
                  </a:lnTo>
                  <a:lnTo>
                    <a:pt x="783" y="206"/>
                  </a:lnTo>
                  <a:lnTo>
                    <a:pt x="784" y="207"/>
                  </a:lnTo>
                  <a:lnTo>
                    <a:pt x="786" y="209"/>
                  </a:lnTo>
                  <a:lnTo>
                    <a:pt x="786" y="210"/>
                  </a:lnTo>
                  <a:lnTo>
                    <a:pt x="787" y="213"/>
                  </a:lnTo>
                  <a:lnTo>
                    <a:pt x="789" y="213"/>
                  </a:lnTo>
                  <a:lnTo>
                    <a:pt x="790" y="215"/>
                  </a:lnTo>
                  <a:lnTo>
                    <a:pt x="792" y="216"/>
                  </a:lnTo>
                  <a:lnTo>
                    <a:pt x="792" y="218"/>
                  </a:lnTo>
                  <a:lnTo>
                    <a:pt x="793" y="219"/>
                  </a:lnTo>
                  <a:lnTo>
                    <a:pt x="795" y="221"/>
                  </a:lnTo>
                  <a:lnTo>
                    <a:pt x="796" y="222"/>
                  </a:lnTo>
                  <a:lnTo>
                    <a:pt x="796" y="224"/>
                  </a:lnTo>
                  <a:lnTo>
                    <a:pt x="797" y="225"/>
                  </a:lnTo>
                  <a:lnTo>
                    <a:pt x="797" y="227"/>
                  </a:lnTo>
                  <a:lnTo>
                    <a:pt x="799" y="227"/>
                  </a:lnTo>
                  <a:lnTo>
                    <a:pt x="800" y="228"/>
                  </a:lnTo>
                  <a:lnTo>
                    <a:pt x="800" y="230"/>
                  </a:lnTo>
                  <a:lnTo>
                    <a:pt x="802" y="231"/>
                  </a:lnTo>
                  <a:lnTo>
                    <a:pt x="803" y="232"/>
                  </a:lnTo>
                  <a:lnTo>
                    <a:pt x="803" y="234"/>
                  </a:lnTo>
                  <a:lnTo>
                    <a:pt x="805" y="235"/>
                  </a:lnTo>
                  <a:lnTo>
                    <a:pt x="806" y="237"/>
                  </a:lnTo>
                  <a:lnTo>
                    <a:pt x="808" y="238"/>
                  </a:lnTo>
                  <a:lnTo>
                    <a:pt x="808" y="240"/>
                  </a:lnTo>
                  <a:lnTo>
                    <a:pt x="809" y="241"/>
                  </a:lnTo>
                  <a:lnTo>
                    <a:pt x="811" y="243"/>
                  </a:lnTo>
                  <a:lnTo>
                    <a:pt x="812" y="246"/>
                  </a:lnTo>
                  <a:lnTo>
                    <a:pt x="814" y="247"/>
                  </a:lnTo>
                  <a:lnTo>
                    <a:pt x="815" y="250"/>
                  </a:lnTo>
                  <a:lnTo>
                    <a:pt x="818" y="252"/>
                  </a:lnTo>
                  <a:lnTo>
                    <a:pt x="820" y="255"/>
                  </a:lnTo>
                  <a:lnTo>
                    <a:pt x="821" y="256"/>
                  </a:lnTo>
                  <a:lnTo>
                    <a:pt x="823" y="259"/>
                  </a:lnTo>
                  <a:lnTo>
                    <a:pt x="823" y="261"/>
                  </a:lnTo>
                  <a:lnTo>
                    <a:pt x="824" y="262"/>
                  </a:lnTo>
                  <a:lnTo>
                    <a:pt x="826" y="264"/>
                  </a:lnTo>
                  <a:lnTo>
                    <a:pt x="827" y="265"/>
                  </a:lnTo>
                  <a:lnTo>
                    <a:pt x="829" y="267"/>
                  </a:lnTo>
                  <a:lnTo>
                    <a:pt x="829" y="268"/>
                  </a:lnTo>
                  <a:lnTo>
                    <a:pt x="830" y="270"/>
                  </a:lnTo>
                  <a:lnTo>
                    <a:pt x="832" y="271"/>
                  </a:lnTo>
                  <a:lnTo>
                    <a:pt x="832" y="273"/>
                  </a:lnTo>
                  <a:lnTo>
                    <a:pt x="833" y="274"/>
                  </a:lnTo>
                  <a:lnTo>
                    <a:pt x="833" y="275"/>
                  </a:lnTo>
                  <a:lnTo>
                    <a:pt x="835" y="275"/>
                  </a:lnTo>
                  <a:lnTo>
                    <a:pt x="836" y="277"/>
                  </a:lnTo>
                  <a:lnTo>
                    <a:pt x="836" y="278"/>
                  </a:lnTo>
                  <a:lnTo>
                    <a:pt x="838" y="280"/>
                  </a:lnTo>
                  <a:lnTo>
                    <a:pt x="838" y="281"/>
                  </a:lnTo>
                  <a:lnTo>
                    <a:pt x="839" y="283"/>
                  </a:lnTo>
                  <a:lnTo>
                    <a:pt x="840" y="284"/>
                  </a:lnTo>
                  <a:lnTo>
                    <a:pt x="842" y="286"/>
                  </a:lnTo>
                  <a:lnTo>
                    <a:pt x="842" y="287"/>
                  </a:lnTo>
                  <a:lnTo>
                    <a:pt x="843" y="289"/>
                  </a:lnTo>
                  <a:lnTo>
                    <a:pt x="845" y="290"/>
                  </a:lnTo>
                  <a:lnTo>
                    <a:pt x="846" y="292"/>
                  </a:lnTo>
                  <a:lnTo>
                    <a:pt x="848" y="293"/>
                  </a:lnTo>
                  <a:lnTo>
                    <a:pt x="849" y="296"/>
                  </a:lnTo>
                  <a:lnTo>
                    <a:pt x="851" y="298"/>
                  </a:lnTo>
                  <a:lnTo>
                    <a:pt x="852" y="301"/>
                  </a:lnTo>
                  <a:lnTo>
                    <a:pt x="854" y="302"/>
                  </a:lnTo>
                  <a:lnTo>
                    <a:pt x="855" y="305"/>
                  </a:lnTo>
                  <a:lnTo>
                    <a:pt x="857" y="308"/>
                  </a:lnTo>
                  <a:lnTo>
                    <a:pt x="858" y="310"/>
                  </a:lnTo>
                  <a:lnTo>
                    <a:pt x="860" y="311"/>
                  </a:lnTo>
                  <a:lnTo>
                    <a:pt x="861" y="314"/>
                  </a:lnTo>
                  <a:lnTo>
                    <a:pt x="863" y="316"/>
                  </a:lnTo>
                  <a:lnTo>
                    <a:pt x="864" y="317"/>
                  </a:lnTo>
                  <a:lnTo>
                    <a:pt x="866" y="319"/>
                  </a:lnTo>
                  <a:lnTo>
                    <a:pt x="866" y="320"/>
                  </a:lnTo>
                  <a:lnTo>
                    <a:pt x="867" y="321"/>
                  </a:lnTo>
                  <a:lnTo>
                    <a:pt x="869" y="323"/>
                  </a:lnTo>
                  <a:lnTo>
                    <a:pt x="869" y="324"/>
                  </a:lnTo>
                  <a:lnTo>
                    <a:pt x="870" y="326"/>
                  </a:lnTo>
                  <a:lnTo>
                    <a:pt x="872" y="327"/>
                  </a:lnTo>
                  <a:lnTo>
                    <a:pt x="873" y="329"/>
                  </a:lnTo>
                  <a:lnTo>
                    <a:pt x="873" y="330"/>
                  </a:lnTo>
                  <a:lnTo>
                    <a:pt x="875" y="332"/>
                  </a:lnTo>
                  <a:lnTo>
                    <a:pt x="875" y="333"/>
                  </a:lnTo>
                  <a:lnTo>
                    <a:pt x="876" y="333"/>
                  </a:lnTo>
                  <a:lnTo>
                    <a:pt x="876" y="335"/>
                  </a:lnTo>
                  <a:lnTo>
                    <a:pt x="878" y="336"/>
                  </a:lnTo>
                  <a:lnTo>
                    <a:pt x="878" y="338"/>
                  </a:lnTo>
                  <a:lnTo>
                    <a:pt x="879" y="339"/>
                  </a:lnTo>
                  <a:lnTo>
                    <a:pt x="879" y="341"/>
                  </a:lnTo>
                  <a:lnTo>
                    <a:pt x="881" y="342"/>
                  </a:lnTo>
                  <a:lnTo>
                    <a:pt x="881" y="344"/>
                  </a:lnTo>
                  <a:lnTo>
                    <a:pt x="882" y="345"/>
                  </a:lnTo>
                  <a:lnTo>
                    <a:pt x="883" y="347"/>
                  </a:lnTo>
                  <a:lnTo>
                    <a:pt x="883" y="348"/>
                  </a:lnTo>
                  <a:lnTo>
                    <a:pt x="885" y="350"/>
                  </a:lnTo>
                  <a:lnTo>
                    <a:pt x="886" y="35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65" name="Freeform 7">
              <a:extLst>
                <a:ext uri="{FF2B5EF4-FFF2-40B4-BE49-F238E27FC236}">
                  <a16:creationId xmlns:a16="http://schemas.microsoft.com/office/drawing/2014/main" id="{26A16C2C-FE90-470C-9CE4-F943477A1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3763" y="2049463"/>
              <a:ext cx="704850" cy="277812"/>
            </a:xfrm>
            <a:custGeom>
              <a:avLst/>
              <a:gdLst>
                <a:gd name="T0" fmla="*/ 2147483646 w 886"/>
                <a:gd name="T1" fmla="*/ 2147483646 h 352"/>
                <a:gd name="T2" fmla="*/ 2147483646 w 886"/>
                <a:gd name="T3" fmla="*/ 2147483646 h 352"/>
                <a:gd name="T4" fmla="*/ 2147483646 w 886"/>
                <a:gd name="T5" fmla="*/ 2147483646 h 352"/>
                <a:gd name="T6" fmla="*/ 2147483646 w 886"/>
                <a:gd name="T7" fmla="*/ 2147483646 h 352"/>
                <a:gd name="T8" fmla="*/ 2147483646 w 886"/>
                <a:gd name="T9" fmla="*/ 2147483646 h 352"/>
                <a:gd name="T10" fmla="*/ 2147483646 w 886"/>
                <a:gd name="T11" fmla="*/ 2147483646 h 352"/>
                <a:gd name="T12" fmla="*/ 2147483646 w 886"/>
                <a:gd name="T13" fmla="*/ 2147483646 h 352"/>
                <a:gd name="T14" fmla="*/ 2147483646 w 886"/>
                <a:gd name="T15" fmla="*/ 2147483646 h 352"/>
                <a:gd name="T16" fmla="*/ 2147483646 w 886"/>
                <a:gd name="T17" fmla="*/ 2147483646 h 352"/>
                <a:gd name="T18" fmla="*/ 2147483646 w 886"/>
                <a:gd name="T19" fmla="*/ 2147483646 h 352"/>
                <a:gd name="T20" fmla="*/ 2147483646 w 886"/>
                <a:gd name="T21" fmla="*/ 2147483646 h 352"/>
                <a:gd name="T22" fmla="*/ 2147483646 w 886"/>
                <a:gd name="T23" fmla="*/ 2147483646 h 352"/>
                <a:gd name="T24" fmla="*/ 2147483646 w 886"/>
                <a:gd name="T25" fmla="*/ 2147483646 h 352"/>
                <a:gd name="T26" fmla="*/ 2147483646 w 886"/>
                <a:gd name="T27" fmla="*/ 2147483646 h 352"/>
                <a:gd name="T28" fmla="*/ 2147483646 w 886"/>
                <a:gd name="T29" fmla="*/ 2147483646 h 352"/>
                <a:gd name="T30" fmla="*/ 2147483646 w 886"/>
                <a:gd name="T31" fmla="*/ 2147483646 h 352"/>
                <a:gd name="T32" fmla="*/ 2147483646 w 886"/>
                <a:gd name="T33" fmla="*/ 2147483646 h 352"/>
                <a:gd name="T34" fmla="*/ 2147483646 w 886"/>
                <a:gd name="T35" fmla="*/ 2147483646 h 352"/>
                <a:gd name="T36" fmla="*/ 2147483646 w 886"/>
                <a:gd name="T37" fmla="*/ 2147483646 h 352"/>
                <a:gd name="T38" fmla="*/ 2147483646 w 886"/>
                <a:gd name="T39" fmla="*/ 2147483646 h 352"/>
                <a:gd name="T40" fmla="*/ 2147483646 w 886"/>
                <a:gd name="T41" fmla="*/ 2147483646 h 352"/>
                <a:gd name="T42" fmla="*/ 2147483646 w 886"/>
                <a:gd name="T43" fmla="*/ 2147483646 h 352"/>
                <a:gd name="T44" fmla="*/ 2147483646 w 886"/>
                <a:gd name="T45" fmla="*/ 2147483646 h 352"/>
                <a:gd name="T46" fmla="*/ 2147483646 w 886"/>
                <a:gd name="T47" fmla="*/ 2147483646 h 352"/>
                <a:gd name="T48" fmla="*/ 2147483646 w 886"/>
                <a:gd name="T49" fmla="*/ 2147483646 h 352"/>
                <a:gd name="T50" fmla="*/ 2147483646 w 886"/>
                <a:gd name="T51" fmla="*/ 2147483646 h 352"/>
                <a:gd name="T52" fmla="*/ 2147483646 w 886"/>
                <a:gd name="T53" fmla="*/ 2147483646 h 352"/>
                <a:gd name="T54" fmla="*/ 2147483646 w 886"/>
                <a:gd name="T55" fmla="*/ 2147483646 h 352"/>
                <a:gd name="T56" fmla="*/ 2147483646 w 886"/>
                <a:gd name="T57" fmla="*/ 2147483646 h 352"/>
                <a:gd name="T58" fmla="*/ 2147483646 w 886"/>
                <a:gd name="T59" fmla="*/ 2147483646 h 352"/>
                <a:gd name="T60" fmla="*/ 2147483646 w 886"/>
                <a:gd name="T61" fmla="*/ 2147483646 h 352"/>
                <a:gd name="T62" fmla="*/ 2147483646 w 886"/>
                <a:gd name="T63" fmla="*/ 2147483646 h 352"/>
                <a:gd name="T64" fmla="*/ 2147483646 w 886"/>
                <a:gd name="T65" fmla="*/ 2147483646 h 352"/>
                <a:gd name="T66" fmla="*/ 2147483646 w 886"/>
                <a:gd name="T67" fmla="*/ 2147483646 h 352"/>
                <a:gd name="T68" fmla="*/ 2147483646 w 886"/>
                <a:gd name="T69" fmla="*/ 2147483646 h 352"/>
                <a:gd name="T70" fmla="*/ 2147483646 w 886"/>
                <a:gd name="T71" fmla="*/ 2147483646 h 352"/>
                <a:gd name="T72" fmla="*/ 2147483646 w 886"/>
                <a:gd name="T73" fmla="*/ 2147483646 h 352"/>
                <a:gd name="T74" fmla="*/ 2147483646 w 886"/>
                <a:gd name="T75" fmla="*/ 2147483646 h 352"/>
                <a:gd name="T76" fmla="*/ 2147483646 w 886"/>
                <a:gd name="T77" fmla="*/ 2147483646 h 352"/>
                <a:gd name="T78" fmla="*/ 2147483646 w 886"/>
                <a:gd name="T79" fmla="*/ 2147483646 h 352"/>
                <a:gd name="T80" fmla="*/ 2147483646 w 886"/>
                <a:gd name="T81" fmla="*/ 2147483646 h 352"/>
                <a:gd name="T82" fmla="*/ 2147483646 w 886"/>
                <a:gd name="T83" fmla="*/ 2147483646 h 352"/>
                <a:gd name="T84" fmla="*/ 2147483646 w 886"/>
                <a:gd name="T85" fmla="*/ 2147483646 h 352"/>
                <a:gd name="T86" fmla="*/ 2147483646 w 886"/>
                <a:gd name="T87" fmla="*/ 2147483646 h 352"/>
                <a:gd name="T88" fmla="*/ 2147483646 w 886"/>
                <a:gd name="T89" fmla="*/ 2147483646 h 352"/>
                <a:gd name="T90" fmla="*/ 2147483646 w 886"/>
                <a:gd name="T91" fmla="*/ 2147483646 h 352"/>
                <a:gd name="T92" fmla="*/ 2147483646 w 886"/>
                <a:gd name="T93" fmla="*/ 2147483646 h 352"/>
                <a:gd name="T94" fmla="*/ 2147483646 w 886"/>
                <a:gd name="T95" fmla="*/ 2147483646 h 352"/>
                <a:gd name="T96" fmla="*/ 2147483646 w 886"/>
                <a:gd name="T97" fmla="*/ 2147483646 h 352"/>
                <a:gd name="T98" fmla="*/ 2147483646 w 886"/>
                <a:gd name="T99" fmla="*/ 2147483646 h 352"/>
                <a:gd name="T100" fmla="*/ 2147483646 w 886"/>
                <a:gd name="T101" fmla="*/ 2147483646 h 352"/>
                <a:gd name="T102" fmla="*/ 2147483646 w 886"/>
                <a:gd name="T103" fmla="*/ 2147483646 h 352"/>
                <a:gd name="T104" fmla="*/ 2147483646 w 886"/>
                <a:gd name="T105" fmla="*/ 2147483646 h 352"/>
                <a:gd name="T106" fmla="*/ 2147483646 w 886"/>
                <a:gd name="T107" fmla="*/ 2147483646 h 352"/>
                <a:gd name="T108" fmla="*/ 2147483646 w 886"/>
                <a:gd name="T109" fmla="*/ 2147483646 h 352"/>
                <a:gd name="T110" fmla="*/ 2147483646 w 886"/>
                <a:gd name="T111" fmla="*/ 2147483646 h 352"/>
                <a:gd name="T112" fmla="*/ 2147483646 w 886"/>
                <a:gd name="T113" fmla="*/ 2147483646 h 352"/>
                <a:gd name="T114" fmla="*/ 2147483646 w 886"/>
                <a:gd name="T115" fmla="*/ 2147483646 h 352"/>
                <a:gd name="T116" fmla="*/ 2147483646 w 886"/>
                <a:gd name="T117" fmla="*/ 2147483646 h 352"/>
                <a:gd name="T118" fmla="*/ 2147483646 w 886"/>
                <a:gd name="T119" fmla="*/ 2147483646 h 352"/>
                <a:gd name="T120" fmla="*/ 2147483646 w 886"/>
                <a:gd name="T121" fmla="*/ 2147483646 h 3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6" h="352">
                  <a:moveTo>
                    <a:pt x="0" y="352"/>
                  </a:moveTo>
                  <a:lnTo>
                    <a:pt x="34" y="352"/>
                  </a:lnTo>
                  <a:lnTo>
                    <a:pt x="66" y="352"/>
                  </a:lnTo>
                  <a:lnTo>
                    <a:pt x="96" y="352"/>
                  </a:lnTo>
                  <a:lnTo>
                    <a:pt x="123" y="352"/>
                  </a:lnTo>
                  <a:lnTo>
                    <a:pt x="149" y="352"/>
                  </a:lnTo>
                  <a:lnTo>
                    <a:pt x="173" y="352"/>
                  </a:lnTo>
                  <a:lnTo>
                    <a:pt x="195" y="352"/>
                  </a:lnTo>
                  <a:lnTo>
                    <a:pt x="216" y="352"/>
                  </a:lnTo>
                  <a:lnTo>
                    <a:pt x="235" y="352"/>
                  </a:lnTo>
                  <a:lnTo>
                    <a:pt x="253" y="352"/>
                  </a:lnTo>
                  <a:lnTo>
                    <a:pt x="268" y="352"/>
                  </a:lnTo>
                  <a:lnTo>
                    <a:pt x="283" y="352"/>
                  </a:lnTo>
                  <a:lnTo>
                    <a:pt x="296" y="352"/>
                  </a:lnTo>
                  <a:lnTo>
                    <a:pt x="310" y="352"/>
                  </a:lnTo>
                  <a:lnTo>
                    <a:pt x="320" y="352"/>
                  </a:lnTo>
                  <a:lnTo>
                    <a:pt x="330" y="352"/>
                  </a:lnTo>
                  <a:lnTo>
                    <a:pt x="339" y="352"/>
                  </a:lnTo>
                  <a:lnTo>
                    <a:pt x="347" y="352"/>
                  </a:lnTo>
                  <a:lnTo>
                    <a:pt x="354" y="352"/>
                  </a:lnTo>
                  <a:lnTo>
                    <a:pt x="360" y="352"/>
                  </a:lnTo>
                  <a:lnTo>
                    <a:pt x="366" y="352"/>
                  </a:lnTo>
                  <a:lnTo>
                    <a:pt x="370" y="352"/>
                  </a:lnTo>
                  <a:lnTo>
                    <a:pt x="375" y="352"/>
                  </a:lnTo>
                  <a:lnTo>
                    <a:pt x="378" y="352"/>
                  </a:lnTo>
                  <a:lnTo>
                    <a:pt x="382" y="352"/>
                  </a:lnTo>
                  <a:lnTo>
                    <a:pt x="385" y="352"/>
                  </a:lnTo>
                  <a:lnTo>
                    <a:pt x="388" y="352"/>
                  </a:lnTo>
                  <a:lnTo>
                    <a:pt x="390" y="352"/>
                  </a:lnTo>
                  <a:lnTo>
                    <a:pt x="393" y="350"/>
                  </a:lnTo>
                  <a:lnTo>
                    <a:pt x="396" y="350"/>
                  </a:lnTo>
                  <a:lnTo>
                    <a:pt x="397" y="350"/>
                  </a:lnTo>
                  <a:lnTo>
                    <a:pt x="400" y="350"/>
                  </a:lnTo>
                  <a:lnTo>
                    <a:pt x="403" y="350"/>
                  </a:lnTo>
                  <a:lnTo>
                    <a:pt x="405" y="350"/>
                  </a:lnTo>
                  <a:lnTo>
                    <a:pt x="407" y="350"/>
                  </a:lnTo>
                  <a:lnTo>
                    <a:pt x="409" y="350"/>
                  </a:lnTo>
                  <a:lnTo>
                    <a:pt x="410" y="350"/>
                  </a:lnTo>
                  <a:lnTo>
                    <a:pt x="412" y="349"/>
                  </a:lnTo>
                  <a:lnTo>
                    <a:pt x="413" y="349"/>
                  </a:lnTo>
                  <a:lnTo>
                    <a:pt x="416" y="349"/>
                  </a:lnTo>
                  <a:lnTo>
                    <a:pt x="418" y="349"/>
                  </a:lnTo>
                  <a:lnTo>
                    <a:pt x="419" y="349"/>
                  </a:lnTo>
                  <a:lnTo>
                    <a:pt x="421" y="349"/>
                  </a:lnTo>
                  <a:lnTo>
                    <a:pt x="422" y="349"/>
                  </a:lnTo>
                  <a:lnTo>
                    <a:pt x="424" y="349"/>
                  </a:lnTo>
                  <a:lnTo>
                    <a:pt x="425" y="349"/>
                  </a:lnTo>
                  <a:lnTo>
                    <a:pt x="427" y="349"/>
                  </a:lnTo>
                  <a:lnTo>
                    <a:pt x="428" y="349"/>
                  </a:lnTo>
                  <a:lnTo>
                    <a:pt x="430" y="349"/>
                  </a:lnTo>
                  <a:lnTo>
                    <a:pt x="430" y="347"/>
                  </a:lnTo>
                  <a:lnTo>
                    <a:pt x="431" y="347"/>
                  </a:lnTo>
                  <a:lnTo>
                    <a:pt x="433" y="347"/>
                  </a:lnTo>
                  <a:lnTo>
                    <a:pt x="434" y="347"/>
                  </a:lnTo>
                  <a:lnTo>
                    <a:pt x="436" y="347"/>
                  </a:lnTo>
                  <a:lnTo>
                    <a:pt x="437" y="347"/>
                  </a:lnTo>
                  <a:lnTo>
                    <a:pt x="439" y="347"/>
                  </a:lnTo>
                  <a:lnTo>
                    <a:pt x="440" y="347"/>
                  </a:lnTo>
                  <a:lnTo>
                    <a:pt x="442" y="346"/>
                  </a:lnTo>
                  <a:lnTo>
                    <a:pt x="445" y="346"/>
                  </a:lnTo>
                  <a:lnTo>
                    <a:pt x="446" y="346"/>
                  </a:lnTo>
                  <a:lnTo>
                    <a:pt x="448" y="346"/>
                  </a:lnTo>
                  <a:lnTo>
                    <a:pt x="451" y="346"/>
                  </a:lnTo>
                  <a:lnTo>
                    <a:pt x="452" y="344"/>
                  </a:lnTo>
                  <a:lnTo>
                    <a:pt x="455" y="344"/>
                  </a:lnTo>
                  <a:lnTo>
                    <a:pt x="458" y="344"/>
                  </a:lnTo>
                  <a:lnTo>
                    <a:pt x="459" y="344"/>
                  </a:lnTo>
                  <a:lnTo>
                    <a:pt x="461" y="344"/>
                  </a:lnTo>
                  <a:lnTo>
                    <a:pt x="464" y="343"/>
                  </a:lnTo>
                  <a:lnTo>
                    <a:pt x="465" y="343"/>
                  </a:lnTo>
                  <a:lnTo>
                    <a:pt x="467" y="343"/>
                  </a:lnTo>
                  <a:lnTo>
                    <a:pt x="468" y="343"/>
                  </a:lnTo>
                  <a:lnTo>
                    <a:pt x="470" y="343"/>
                  </a:lnTo>
                  <a:lnTo>
                    <a:pt x="471" y="341"/>
                  </a:lnTo>
                  <a:lnTo>
                    <a:pt x="473" y="341"/>
                  </a:lnTo>
                  <a:lnTo>
                    <a:pt x="474" y="341"/>
                  </a:lnTo>
                  <a:lnTo>
                    <a:pt x="476" y="341"/>
                  </a:lnTo>
                  <a:lnTo>
                    <a:pt x="477" y="341"/>
                  </a:lnTo>
                  <a:lnTo>
                    <a:pt x="479" y="340"/>
                  </a:lnTo>
                  <a:lnTo>
                    <a:pt x="480" y="340"/>
                  </a:lnTo>
                  <a:lnTo>
                    <a:pt x="482" y="340"/>
                  </a:lnTo>
                  <a:lnTo>
                    <a:pt x="483" y="340"/>
                  </a:lnTo>
                  <a:lnTo>
                    <a:pt x="485" y="338"/>
                  </a:lnTo>
                  <a:lnTo>
                    <a:pt x="486" y="338"/>
                  </a:lnTo>
                  <a:lnTo>
                    <a:pt x="488" y="338"/>
                  </a:lnTo>
                  <a:lnTo>
                    <a:pt x="489" y="338"/>
                  </a:lnTo>
                  <a:lnTo>
                    <a:pt x="491" y="337"/>
                  </a:lnTo>
                  <a:lnTo>
                    <a:pt x="492" y="337"/>
                  </a:lnTo>
                  <a:lnTo>
                    <a:pt x="494" y="337"/>
                  </a:lnTo>
                  <a:lnTo>
                    <a:pt x="496" y="335"/>
                  </a:lnTo>
                  <a:lnTo>
                    <a:pt x="498" y="335"/>
                  </a:lnTo>
                  <a:lnTo>
                    <a:pt x="501" y="334"/>
                  </a:lnTo>
                  <a:lnTo>
                    <a:pt x="502" y="334"/>
                  </a:lnTo>
                  <a:lnTo>
                    <a:pt x="505" y="332"/>
                  </a:lnTo>
                  <a:lnTo>
                    <a:pt x="508" y="332"/>
                  </a:lnTo>
                  <a:lnTo>
                    <a:pt x="511" y="331"/>
                  </a:lnTo>
                  <a:lnTo>
                    <a:pt x="513" y="331"/>
                  </a:lnTo>
                  <a:lnTo>
                    <a:pt x="516" y="329"/>
                  </a:lnTo>
                  <a:lnTo>
                    <a:pt x="519" y="329"/>
                  </a:lnTo>
                  <a:lnTo>
                    <a:pt x="520" y="328"/>
                  </a:lnTo>
                  <a:lnTo>
                    <a:pt x="522" y="328"/>
                  </a:lnTo>
                  <a:lnTo>
                    <a:pt x="525" y="326"/>
                  </a:lnTo>
                  <a:lnTo>
                    <a:pt x="526" y="326"/>
                  </a:lnTo>
                  <a:lnTo>
                    <a:pt x="528" y="326"/>
                  </a:lnTo>
                  <a:lnTo>
                    <a:pt x="529" y="325"/>
                  </a:lnTo>
                  <a:lnTo>
                    <a:pt x="531" y="325"/>
                  </a:lnTo>
                  <a:lnTo>
                    <a:pt x="532" y="323"/>
                  </a:lnTo>
                  <a:lnTo>
                    <a:pt x="534" y="323"/>
                  </a:lnTo>
                  <a:lnTo>
                    <a:pt x="535" y="323"/>
                  </a:lnTo>
                  <a:lnTo>
                    <a:pt x="537" y="322"/>
                  </a:lnTo>
                  <a:lnTo>
                    <a:pt x="538" y="322"/>
                  </a:lnTo>
                  <a:lnTo>
                    <a:pt x="539" y="320"/>
                  </a:lnTo>
                  <a:lnTo>
                    <a:pt x="541" y="320"/>
                  </a:lnTo>
                  <a:lnTo>
                    <a:pt x="542" y="320"/>
                  </a:lnTo>
                  <a:lnTo>
                    <a:pt x="544" y="319"/>
                  </a:lnTo>
                  <a:lnTo>
                    <a:pt x="545" y="319"/>
                  </a:lnTo>
                  <a:lnTo>
                    <a:pt x="547" y="317"/>
                  </a:lnTo>
                  <a:lnTo>
                    <a:pt x="548" y="317"/>
                  </a:lnTo>
                  <a:lnTo>
                    <a:pt x="550" y="316"/>
                  </a:lnTo>
                  <a:lnTo>
                    <a:pt x="551" y="316"/>
                  </a:lnTo>
                  <a:lnTo>
                    <a:pt x="553" y="314"/>
                  </a:lnTo>
                  <a:lnTo>
                    <a:pt x="556" y="314"/>
                  </a:lnTo>
                  <a:lnTo>
                    <a:pt x="557" y="313"/>
                  </a:lnTo>
                  <a:lnTo>
                    <a:pt x="559" y="312"/>
                  </a:lnTo>
                  <a:lnTo>
                    <a:pt x="562" y="310"/>
                  </a:lnTo>
                  <a:lnTo>
                    <a:pt x="563" y="310"/>
                  </a:lnTo>
                  <a:lnTo>
                    <a:pt x="566" y="309"/>
                  </a:lnTo>
                  <a:lnTo>
                    <a:pt x="569" y="307"/>
                  </a:lnTo>
                  <a:lnTo>
                    <a:pt x="571" y="306"/>
                  </a:lnTo>
                  <a:lnTo>
                    <a:pt x="572" y="306"/>
                  </a:lnTo>
                  <a:lnTo>
                    <a:pt x="574" y="304"/>
                  </a:lnTo>
                  <a:lnTo>
                    <a:pt x="577" y="304"/>
                  </a:lnTo>
                  <a:lnTo>
                    <a:pt x="578" y="303"/>
                  </a:lnTo>
                  <a:lnTo>
                    <a:pt x="580" y="301"/>
                  </a:lnTo>
                  <a:lnTo>
                    <a:pt x="581" y="301"/>
                  </a:lnTo>
                  <a:lnTo>
                    <a:pt x="582" y="300"/>
                  </a:lnTo>
                  <a:lnTo>
                    <a:pt x="584" y="300"/>
                  </a:lnTo>
                  <a:lnTo>
                    <a:pt x="585" y="298"/>
                  </a:lnTo>
                  <a:lnTo>
                    <a:pt x="587" y="298"/>
                  </a:lnTo>
                  <a:lnTo>
                    <a:pt x="588" y="297"/>
                  </a:lnTo>
                  <a:lnTo>
                    <a:pt x="590" y="297"/>
                  </a:lnTo>
                  <a:lnTo>
                    <a:pt x="590" y="295"/>
                  </a:lnTo>
                  <a:lnTo>
                    <a:pt x="591" y="295"/>
                  </a:lnTo>
                  <a:lnTo>
                    <a:pt x="593" y="295"/>
                  </a:lnTo>
                  <a:lnTo>
                    <a:pt x="594" y="294"/>
                  </a:lnTo>
                  <a:lnTo>
                    <a:pt x="596" y="294"/>
                  </a:lnTo>
                  <a:lnTo>
                    <a:pt x="596" y="292"/>
                  </a:lnTo>
                  <a:lnTo>
                    <a:pt x="597" y="292"/>
                  </a:lnTo>
                  <a:lnTo>
                    <a:pt x="599" y="291"/>
                  </a:lnTo>
                  <a:lnTo>
                    <a:pt x="600" y="291"/>
                  </a:lnTo>
                  <a:lnTo>
                    <a:pt x="602" y="289"/>
                  </a:lnTo>
                  <a:lnTo>
                    <a:pt x="603" y="289"/>
                  </a:lnTo>
                  <a:lnTo>
                    <a:pt x="605" y="288"/>
                  </a:lnTo>
                  <a:lnTo>
                    <a:pt x="606" y="286"/>
                  </a:lnTo>
                  <a:lnTo>
                    <a:pt x="609" y="286"/>
                  </a:lnTo>
                  <a:lnTo>
                    <a:pt x="611" y="285"/>
                  </a:lnTo>
                  <a:lnTo>
                    <a:pt x="612" y="283"/>
                  </a:lnTo>
                  <a:lnTo>
                    <a:pt x="615" y="282"/>
                  </a:lnTo>
                  <a:lnTo>
                    <a:pt x="617" y="282"/>
                  </a:lnTo>
                  <a:lnTo>
                    <a:pt x="618" y="280"/>
                  </a:lnTo>
                  <a:lnTo>
                    <a:pt x="621" y="279"/>
                  </a:lnTo>
                  <a:lnTo>
                    <a:pt x="623" y="279"/>
                  </a:lnTo>
                  <a:lnTo>
                    <a:pt x="624" y="277"/>
                  </a:lnTo>
                  <a:lnTo>
                    <a:pt x="625" y="276"/>
                  </a:lnTo>
                  <a:lnTo>
                    <a:pt x="627" y="276"/>
                  </a:lnTo>
                  <a:lnTo>
                    <a:pt x="628" y="274"/>
                  </a:lnTo>
                  <a:lnTo>
                    <a:pt x="630" y="274"/>
                  </a:lnTo>
                  <a:lnTo>
                    <a:pt x="631" y="273"/>
                  </a:lnTo>
                  <a:lnTo>
                    <a:pt x="633" y="273"/>
                  </a:lnTo>
                  <a:lnTo>
                    <a:pt x="633" y="271"/>
                  </a:lnTo>
                  <a:lnTo>
                    <a:pt x="634" y="271"/>
                  </a:lnTo>
                  <a:lnTo>
                    <a:pt x="636" y="270"/>
                  </a:lnTo>
                  <a:lnTo>
                    <a:pt x="637" y="270"/>
                  </a:lnTo>
                  <a:lnTo>
                    <a:pt x="639" y="268"/>
                  </a:lnTo>
                  <a:lnTo>
                    <a:pt x="640" y="267"/>
                  </a:lnTo>
                  <a:lnTo>
                    <a:pt x="642" y="267"/>
                  </a:lnTo>
                  <a:lnTo>
                    <a:pt x="643" y="266"/>
                  </a:lnTo>
                  <a:lnTo>
                    <a:pt x="645" y="266"/>
                  </a:lnTo>
                  <a:lnTo>
                    <a:pt x="646" y="264"/>
                  </a:lnTo>
                  <a:lnTo>
                    <a:pt x="648" y="264"/>
                  </a:lnTo>
                  <a:lnTo>
                    <a:pt x="648" y="263"/>
                  </a:lnTo>
                  <a:lnTo>
                    <a:pt x="649" y="261"/>
                  </a:lnTo>
                  <a:lnTo>
                    <a:pt x="651" y="261"/>
                  </a:lnTo>
                  <a:lnTo>
                    <a:pt x="654" y="260"/>
                  </a:lnTo>
                  <a:lnTo>
                    <a:pt x="655" y="258"/>
                  </a:lnTo>
                  <a:lnTo>
                    <a:pt x="657" y="257"/>
                  </a:lnTo>
                  <a:lnTo>
                    <a:pt x="658" y="257"/>
                  </a:lnTo>
                  <a:lnTo>
                    <a:pt x="660" y="255"/>
                  </a:lnTo>
                  <a:lnTo>
                    <a:pt x="661" y="255"/>
                  </a:lnTo>
                  <a:lnTo>
                    <a:pt x="663" y="254"/>
                  </a:lnTo>
                  <a:lnTo>
                    <a:pt x="663" y="252"/>
                  </a:lnTo>
                  <a:lnTo>
                    <a:pt x="664" y="252"/>
                  </a:lnTo>
                  <a:lnTo>
                    <a:pt x="666" y="251"/>
                  </a:lnTo>
                  <a:lnTo>
                    <a:pt x="667" y="251"/>
                  </a:lnTo>
                  <a:lnTo>
                    <a:pt x="667" y="249"/>
                  </a:lnTo>
                  <a:lnTo>
                    <a:pt x="668" y="249"/>
                  </a:lnTo>
                  <a:lnTo>
                    <a:pt x="670" y="249"/>
                  </a:lnTo>
                  <a:lnTo>
                    <a:pt x="670" y="248"/>
                  </a:lnTo>
                  <a:lnTo>
                    <a:pt x="671" y="248"/>
                  </a:lnTo>
                  <a:lnTo>
                    <a:pt x="673" y="246"/>
                  </a:lnTo>
                  <a:lnTo>
                    <a:pt x="674" y="246"/>
                  </a:lnTo>
                  <a:lnTo>
                    <a:pt x="674" y="245"/>
                  </a:lnTo>
                  <a:lnTo>
                    <a:pt x="676" y="245"/>
                  </a:lnTo>
                  <a:lnTo>
                    <a:pt x="676" y="243"/>
                  </a:lnTo>
                  <a:lnTo>
                    <a:pt x="677" y="243"/>
                  </a:lnTo>
                  <a:lnTo>
                    <a:pt x="679" y="242"/>
                  </a:lnTo>
                  <a:lnTo>
                    <a:pt x="680" y="240"/>
                  </a:lnTo>
                  <a:lnTo>
                    <a:pt x="682" y="239"/>
                  </a:lnTo>
                  <a:lnTo>
                    <a:pt x="683" y="239"/>
                  </a:lnTo>
                  <a:lnTo>
                    <a:pt x="683" y="237"/>
                  </a:lnTo>
                  <a:lnTo>
                    <a:pt x="685" y="237"/>
                  </a:lnTo>
                  <a:lnTo>
                    <a:pt x="686" y="236"/>
                  </a:lnTo>
                  <a:lnTo>
                    <a:pt x="688" y="236"/>
                  </a:lnTo>
                  <a:lnTo>
                    <a:pt x="688" y="234"/>
                  </a:lnTo>
                  <a:lnTo>
                    <a:pt x="689" y="233"/>
                  </a:lnTo>
                  <a:lnTo>
                    <a:pt x="691" y="233"/>
                  </a:lnTo>
                  <a:lnTo>
                    <a:pt x="691" y="231"/>
                  </a:lnTo>
                  <a:lnTo>
                    <a:pt x="692" y="231"/>
                  </a:lnTo>
                  <a:lnTo>
                    <a:pt x="694" y="231"/>
                  </a:lnTo>
                  <a:lnTo>
                    <a:pt x="694" y="230"/>
                  </a:lnTo>
                  <a:lnTo>
                    <a:pt x="695" y="230"/>
                  </a:lnTo>
                  <a:lnTo>
                    <a:pt x="695" y="228"/>
                  </a:lnTo>
                  <a:lnTo>
                    <a:pt x="697" y="228"/>
                  </a:lnTo>
                  <a:lnTo>
                    <a:pt x="698" y="227"/>
                  </a:lnTo>
                  <a:lnTo>
                    <a:pt x="700" y="225"/>
                  </a:lnTo>
                  <a:lnTo>
                    <a:pt x="701" y="225"/>
                  </a:lnTo>
                  <a:lnTo>
                    <a:pt x="701" y="224"/>
                  </a:lnTo>
                  <a:lnTo>
                    <a:pt x="703" y="224"/>
                  </a:lnTo>
                  <a:lnTo>
                    <a:pt x="704" y="223"/>
                  </a:lnTo>
                  <a:lnTo>
                    <a:pt x="706" y="223"/>
                  </a:lnTo>
                  <a:lnTo>
                    <a:pt x="706" y="221"/>
                  </a:lnTo>
                  <a:lnTo>
                    <a:pt x="707" y="221"/>
                  </a:lnTo>
                  <a:lnTo>
                    <a:pt x="709" y="220"/>
                  </a:lnTo>
                  <a:lnTo>
                    <a:pt x="710" y="218"/>
                  </a:lnTo>
                  <a:lnTo>
                    <a:pt x="711" y="218"/>
                  </a:lnTo>
                  <a:lnTo>
                    <a:pt x="713" y="217"/>
                  </a:lnTo>
                  <a:lnTo>
                    <a:pt x="714" y="215"/>
                  </a:lnTo>
                  <a:lnTo>
                    <a:pt x="716" y="215"/>
                  </a:lnTo>
                  <a:lnTo>
                    <a:pt x="716" y="214"/>
                  </a:lnTo>
                  <a:lnTo>
                    <a:pt x="717" y="214"/>
                  </a:lnTo>
                  <a:lnTo>
                    <a:pt x="719" y="212"/>
                  </a:lnTo>
                  <a:lnTo>
                    <a:pt x="720" y="212"/>
                  </a:lnTo>
                  <a:lnTo>
                    <a:pt x="720" y="211"/>
                  </a:lnTo>
                  <a:lnTo>
                    <a:pt x="722" y="211"/>
                  </a:lnTo>
                  <a:lnTo>
                    <a:pt x="723" y="209"/>
                  </a:lnTo>
                  <a:lnTo>
                    <a:pt x="725" y="209"/>
                  </a:lnTo>
                  <a:lnTo>
                    <a:pt x="725" y="208"/>
                  </a:lnTo>
                  <a:lnTo>
                    <a:pt x="726" y="208"/>
                  </a:lnTo>
                  <a:lnTo>
                    <a:pt x="726" y="206"/>
                  </a:lnTo>
                  <a:lnTo>
                    <a:pt x="728" y="206"/>
                  </a:lnTo>
                  <a:lnTo>
                    <a:pt x="729" y="205"/>
                  </a:lnTo>
                  <a:lnTo>
                    <a:pt x="731" y="203"/>
                  </a:lnTo>
                  <a:lnTo>
                    <a:pt x="732" y="202"/>
                  </a:lnTo>
                  <a:lnTo>
                    <a:pt x="734" y="200"/>
                  </a:lnTo>
                  <a:lnTo>
                    <a:pt x="735" y="199"/>
                  </a:lnTo>
                  <a:lnTo>
                    <a:pt x="737" y="197"/>
                  </a:lnTo>
                  <a:lnTo>
                    <a:pt x="738" y="196"/>
                  </a:lnTo>
                  <a:lnTo>
                    <a:pt x="740" y="194"/>
                  </a:lnTo>
                  <a:lnTo>
                    <a:pt x="741" y="193"/>
                  </a:lnTo>
                  <a:lnTo>
                    <a:pt x="741" y="191"/>
                  </a:lnTo>
                  <a:lnTo>
                    <a:pt x="743" y="190"/>
                  </a:lnTo>
                  <a:lnTo>
                    <a:pt x="744" y="188"/>
                  </a:lnTo>
                  <a:lnTo>
                    <a:pt x="746" y="187"/>
                  </a:lnTo>
                  <a:lnTo>
                    <a:pt x="747" y="185"/>
                  </a:lnTo>
                  <a:lnTo>
                    <a:pt x="749" y="185"/>
                  </a:lnTo>
                  <a:lnTo>
                    <a:pt x="750" y="184"/>
                  </a:lnTo>
                  <a:lnTo>
                    <a:pt x="752" y="182"/>
                  </a:lnTo>
                  <a:lnTo>
                    <a:pt x="752" y="181"/>
                  </a:lnTo>
                  <a:lnTo>
                    <a:pt x="753" y="180"/>
                  </a:lnTo>
                  <a:lnTo>
                    <a:pt x="754" y="180"/>
                  </a:lnTo>
                  <a:lnTo>
                    <a:pt x="754" y="178"/>
                  </a:lnTo>
                  <a:lnTo>
                    <a:pt x="756" y="177"/>
                  </a:lnTo>
                  <a:lnTo>
                    <a:pt x="757" y="175"/>
                  </a:lnTo>
                  <a:lnTo>
                    <a:pt x="759" y="174"/>
                  </a:lnTo>
                  <a:lnTo>
                    <a:pt x="760" y="172"/>
                  </a:lnTo>
                  <a:lnTo>
                    <a:pt x="762" y="171"/>
                  </a:lnTo>
                  <a:lnTo>
                    <a:pt x="762" y="169"/>
                  </a:lnTo>
                  <a:lnTo>
                    <a:pt x="763" y="169"/>
                  </a:lnTo>
                  <a:lnTo>
                    <a:pt x="763" y="168"/>
                  </a:lnTo>
                  <a:lnTo>
                    <a:pt x="765" y="166"/>
                  </a:lnTo>
                  <a:lnTo>
                    <a:pt x="766" y="166"/>
                  </a:lnTo>
                  <a:lnTo>
                    <a:pt x="766" y="165"/>
                  </a:lnTo>
                  <a:lnTo>
                    <a:pt x="768" y="163"/>
                  </a:lnTo>
                  <a:lnTo>
                    <a:pt x="769" y="162"/>
                  </a:lnTo>
                  <a:lnTo>
                    <a:pt x="771" y="160"/>
                  </a:lnTo>
                  <a:lnTo>
                    <a:pt x="771" y="159"/>
                  </a:lnTo>
                  <a:lnTo>
                    <a:pt x="772" y="157"/>
                  </a:lnTo>
                  <a:lnTo>
                    <a:pt x="774" y="156"/>
                  </a:lnTo>
                  <a:lnTo>
                    <a:pt x="775" y="154"/>
                  </a:lnTo>
                  <a:lnTo>
                    <a:pt x="777" y="151"/>
                  </a:lnTo>
                  <a:lnTo>
                    <a:pt x="778" y="150"/>
                  </a:lnTo>
                  <a:lnTo>
                    <a:pt x="781" y="148"/>
                  </a:lnTo>
                  <a:lnTo>
                    <a:pt x="783" y="145"/>
                  </a:lnTo>
                  <a:lnTo>
                    <a:pt x="784" y="144"/>
                  </a:lnTo>
                  <a:lnTo>
                    <a:pt x="786" y="142"/>
                  </a:lnTo>
                  <a:lnTo>
                    <a:pt x="786" y="141"/>
                  </a:lnTo>
                  <a:lnTo>
                    <a:pt x="787" y="139"/>
                  </a:lnTo>
                  <a:lnTo>
                    <a:pt x="789" y="138"/>
                  </a:lnTo>
                  <a:lnTo>
                    <a:pt x="790" y="137"/>
                  </a:lnTo>
                  <a:lnTo>
                    <a:pt x="792" y="135"/>
                  </a:lnTo>
                  <a:lnTo>
                    <a:pt x="792" y="134"/>
                  </a:lnTo>
                  <a:lnTo>
                    <a:pt x="793" y="134"/>
                  </a:lnTo>
                  <a:lnTo>
                    <a:pt x="795" y="132"/>
                  </a:lnTo>
                  <a:lnTo>
                    <a:pt x="795" y="131"/>
                  </a:lnTo>
                  <a:lnTo>
                    <a:pt x="796" y="129"/>
                  </a:lnTo>
                  <a:lnTo>
                    <a:pt x="796" y="128"/>
                  </a:lnTo>
                  <a:lnTo>
                    <a:pt x="797" y="128"/>
                  </a:lnTo>
                  <a:lnTo>
                    <a:pt x="797" y="126"/>
                  </a:lnTo>
                  <a:lnTo>
                    <a:pt x="799" y="125"/>
                  </a:lnTo>
                  <a:lnTo>
                    <a:pt x="800" y="123"/>
                  </a:lnTo>
                  <a:lnTo>
                    <a:pt x="802" y="122"/>
                  </a:lnTo>
                  <a:lnTo>
                    <a:pt x="803" y="120"/>
                  </a:lnTo>
                  <a:lnTo>
                    <a:pt x="803" y="119"/>
                  </a:lnTo>
                  <a:lnTo>
                    <a:pt x="805" y="117"/>
                  </a:lnTo>
                  <a:lnTo>
                    <a:pt x="806" y="116"/>
                  </a:lnTo>
                  <a:lnTo>
                    <a:pt x="808" y="114"/>
                  </a:lnTo>
                  <a:lnTo>
                    <a:pt x="808" y="113"/>
                  </a:lnTo>
                  <a:lnTo>
                    <a:pt x="809" y="110"/>
                  </a:lnTo>
                  <a:lnTo>
                    <a:pt x="811" y="108"/>
                  </a:lnTo>
                  <a:lnTo>
                    <a:pt x="812" y="107"/>
                  </a:lnTo>
                  <a:lnTo>
                    <a:pt x="814" y="104"/>
                  </a:lnTo>
                  <a:lnTo>
                    <a:pt x="815" y="102"/>
                  </a:lnTo>
                  <a:lnTo>
                    <a:pt x="818" y="99"/>
                  </a:lnTo>
                  <a:lnTo>
                    <a:pt x="820" y="98"/>
                  </a:lnTo>
                  <a:lnTo>
                    <a:pt x="821" y="95"/>
                  </a:lnTo>
                  <a:lnTo>
                    <a:pt x="823" y="94"/>
                  </a:lnTo>
                  <a:lnTo>
                    <a:pt x="823" y="92"/>
                  </a:lnTo>
                  <a:lnTo>
                    <a:pt x="824" y="89"/>
                  </a:lnTo>
                  <a:lnTo>
                    <a:pt x="826" y="88"/>
                  </a:lnTo>
                  <a:lnTo>
                    <a:pt x="827" y="86"/>
                  </a:lnTo>
                  <a:lnTo>
                    <a:pt x="829" y="85"/>
                  </a:lnTo>
                  <a:lnTo>
                    <a:pt x="829" y="83"/>
                  </a:lnTo>
                  <a:lnTo>
                    <a:pt x="830" y="82"/>
                  </a:lnTo>
                  <a:lnTo>
                    <a:pt x="832" y="80"/>
                  </a:lnTo>
                  <a:lnTo>
                    <a:pt x="833" y="79"/>
                  </a:lnTo>
                  <a:lnTo>
                    <a:pt x="833" y="77"/>
                  </a:lnTo>
                  <a:lnTo>
                    <a:pt x="835" y="76"/>
                  </a:lnTo>
                  <a:lnTo>
                    <a:pt x="836" y="74"/>
                  </a:lnTo>
                  <a:lnTo>
                    <a:pt x="836" y="73"/>
                  </a:lnTo>
                  <a:lnTo>
                    <a:pt x="838" y="71"/>
                  </a:lnTo>
                  <a:lnTo>
                    <a:pt x="839" y="70"/>
                  </a:lnTo>
                  <a:lnTo>
                    <a:pt x="840" y="68"/>
                  </a:lnTo>
                  <a:lnTo>
                    <a:pt x="842" y="67"/>
                  </a:lnTo>
                  <a:lnTo>
                    <a:pt x="842" y="65"/>
                  </a:lnTo>
                  <a:lnTo>
                    <a:pt x="843" y="64"/>
                  </a:lnTo>
                  <a:lnTo>
                    <a:pt x="845" y="61"/>
                  </a:lnTo>
                  <a:lnTo>
                    <a:pt x="846" y="59"/>
                  </a:lnTo>
                  <a:lnTo>
                    <a:pt x="848" y="58"/>
                  </a:lnTo>
                  <a:lnTo>
                    <a:pt x="849" y="56"/>
                  </a:lnTo>
                  <a:lnTo>
                    <a:pt x="851" y="53"/>
                  </a:lnTo>
                  <a:lnTo>
                    <a:pt x="852" y="52"/>
                  </a:lnTo>
                  <a:lnTo>
                    <a:pt x="854" y="49"/>
                  </a:lnTo>
                  <a:lnTo>
                    <a:pt x="855" y="46"/>
                  </a:lnTo>
                  <a:lnTo>
                    <a:pt x="857" y="45"/>
                  </a:lnTo>
                  <a:lnTo>
                    <a:pt x="858" y="42"/>
                  </a:lnTo>
                  <a:lnTo>
                    <a:pt x="860" y="40"/>
                  </a:lnTo>
                  <a:lnTo>
                    <a:pt x="861" y="39"/>
                  </a:lnTo>
                  <a:lnTo>
                    <a:pt x="863" y="37"/>
                  </a:lnTo>
                  <a:lnTo>
                    <a:pt x="864" y="34"/>
                  </a:lnTo>
                  <a:lnTo>
                    <a:pt x="866" y="33"/>
                  </a:lnTo>
                  <a:lnTo>
                    <a:pt x="866" y="31"/>
                  </a:lnTo>
                  <a:lnTo>
                    <a:pt x="867" y="30"/>
                  </a:lnTo>
                  <a:lnTo>
                    <a:pt x="869" y="28"/>
                  </a:lnTo>
                  <a:lnTo>
                    <a:pt x="869" y="27"/>
                  </a:lnTo>
                  <a:lnTo>
                    <a:pt x="870" y="27"/>
                  </a:lnTo>
                  <a:lnTo>
                    <a:pt x="872" y="25"/>
                  </a:lnTo>
                  <a:lnTo>
                    <a:pt x="872" y="24"/>
                  </a:lnTo>
                  <a:lnTo>
                    <a:pt x="873" y="22"/>
                  </a:lnTo>
                  <a:lnTo>
                    <a:pt x="873" y="21"/>
                  </a:lnTo>
                  <a:lnTo>
                    <a:pt x="875" y="21"/>
                  </a:lnTo>
                  <a:lnTo>
                    <a:pt x="875" y="19"/>
                  </a:lnTo>
                  <a:lnTo>
                    <a:pt x="876" y="18"/>
                  </a:lnTo>
                  <a:lnTo>
                    <a:pt x="876" y="16"/>
                  </a:lnTo>
                  <a:lnTo>
                    <a:pt x="878" y="16"/>
                  </a:lnTo>
                  <a:lnTo>
                    <a:pt x="878" y="15"/>
                  </a:lnTo>
                  <a:lnTo>
                    <a:pt x="879" y="13"/>
                  </a:lnTo>
                  <a:lnTo>
                    <a:pt x="879" y="12"/>
                  </a:lnTo>
                  <a:lnTo>
                    <a:pt x="881" y="10"/>
                  </a:lnTo>
                  <a:lnTo>
                    <a:pt x="881" y="9"/>
                  </a:lnTo>
                  <a:lnTo>
                    <a:pt x="882" y="8"/>
                  </a:lnTo>
                  <a:lnTo>
                    <a:pt x="883" y="6"/>
                  </a:lnTo>
                  <a:lnTo>
                    <a:pt x="883" y="3"/>
                  </a:lnTo>
                  <a:lnTo>
                    <a:pt x="885" y="2"/>
                  </a:lnTo>
                  <a:lnTo>
                    <a:pt x="886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66" name="Freeform 8">
              <a:extLst>
                <a:ext uri="{FF2B5EF4-FFF2-40B4-BE49-F238E27FC236}">
                  <a16:creationId xmlns:a16="http://schemas.microsoft.com/office/drawing/2014/main" id="{6E5DFA98-19C3-4E21-A2E3-F64D3FA6C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7413" y="1766888"/>
              <a:ext cx="82550" cy="282575"/>
            </a:xfrm>
            <a:custGeom>
              <a:avLst/>
              <a:gdLst>
                <a:gd name="T0" fmla="*/ 2147483646 w 105"/>
                <a:gd name="T1" fmla="*/ 2147483646 h 354"/>
                <a:gd name="T2" fmla="*/ 2147483646 w 105"/>
                <a:gd name="T3" fmla="*/ 2147483646 h 354"/>
                <a:gd name="T4" fmla="*/ 2147483646 w 105"/>
                <a:gd name="T5" fmla="*/ 2147483646 h 354"/>
                <a:gd name="T6" fmla="*/ 2147483646 w 105"/>
                <a:gd name="T7" fmla="*/ 2147483646 h 354"/>
                <a:gd name="T8" fmla="*/ 2147483646 w 105"/>
                <a:gd name="T9" fmla="*/ 2147483646 h 354"/>
                <a:gd name="T10" fmla="*/ 2147483646 w 105"/>
                <a:gd name="T11" fmla="*/ 2147483646 h 354"/>
                <a:gd name="T12" fmla="*/ 2147483646 w 105"/>
                <a:gd name="T13" fmla="*/ 2147483646 h 354"/>
                <a:gd name="T14" fmla="*/ 2147483646 w 105"/>
                <a:gd name="T15" fmla="*/ 2147483646 h 354"/>
                <a:gd name="T16" fmla="*/ 2147483646 w 105"/>
                <a:gd name="T17" fmla="*/ 2147483646 h 354"/>
                <a:gd name="T18" fmla="*/ 2147483646 w 105"/>
                <a:gd name="T19" fmla="*/ 2147483646 h 354"/>
                <a:gd name="T20" fmla="*/ 2147483646 w 105"/>
                <a:gd name="T21" fmla="*/ 2147483646 h 354"/>
                <a:gd name="T22" fmla="*/ 2147483646 w 105"/>
                <a:gd name="T23" fmla="*/ 2147483646 h 354"/>
                <a:gd name="T24" fmla="*/ 2147483646 w 105"/>
                <a:gd name="T25" fmla="*/ 2147483646 h 354"/>
                <a:gd name="T26" fmla="*/ 2147483646 w 105"/>
                <a:gd name="T27" fmla="*/ 2147483646 h 354"/>
                <a:gd name="T28" fmla="*/ 2147483646 w 105"/>
                <a:gd name="T29" fmla="*/ 2147483646 h 354"/>
                <a:gd name="T30" fmla="*/ 2147483646 w 105"/>
                <a:gd name="T31" fmla="*/ 2147483646 h 354"/>
                <a:gd name="T32" fmla="*/ 2147483646 w 105"/>
                <a:gd name="T33" fmla="*/ 2147483646 h 354"/>
                <a:gd name="T34" fmla="*/ 2147483646 w 105"/>
                <a:gd name="T35" fmla="*/ 2147483646 h 354"/>
                <a:gd name="T36" fmla="*/ 2147483646 w 105"/>
                <a:gd name="T37" fmla="*/ 2147483646 h 354"/>
                <a:gd name="T38" fmla="*/ 2147483646 w 105"/>
                <a:gd name="T39" fmla="*/ 2147483646 h 354"/>
                <a:gd name="T40" fmla="*/ 2147483646 w 105"/>
                <a:gd name="T41" fmla="*/ 2147483646 h 354"/>
                <a:gd name="T42" fmla="*/ 2147483646 w 105"/>
                <a:gd name="T43" fmla="*/ 2147483646 h 354"/>
                <a:gd name="T44" fmla="*/ 2147483646 w 105"/>
                <a:gd name="T45" fmla="*/ 2147483646 h 354"/>
                <a:gd name="T46" fmla="*/ 2147483646 w 105"/>
                <a:gd name="T47" fmla="*/ 2147483646 h 354"/>
                <a:gd name="T48" fmla="*/ 2147483646 w 105"/>
                <a:gd name="T49" fmla="*/ 2147483646 h 354"/>
                <a:gd name="T50" fmla="*/ 2147483646 w 105"/>
                <a:gd name="T51" fmla="*/ 2147483646 h 354"/>
                <a:gd name="T52" fmla="*/ 2147483646 w 105"/>
                <a:gd name="T53" fmla="*/ 2147483646 h 354"/>
                <a:gd name="T54" fmla="*/ 2147483646 w 105"/>
                <a:gd name="T55" fmla="*/ 2147483646 h 354"/>
                <a:gd name="T56" fmla="*/ 2147483646 w 105"/>
                <a:gd name="T57" fmla="*/ 2147483646 h 354"/>
                <a:gd name="T58" fmla="*/ 2147483646 w 105"/>
                <a:gd name="T59" fmla="*/ 2147483646 h 354"/>
                <a:gd name="T60" fmla="*/ 2147483646 w 105"/>
                <a:gd name="T61" fmla="*/ 2147483646 h 354"/>
                <a:gd name="T62" fmla="*/ 2147483646 w 105"/>
                <a:gd name="T63" fmla="*/ 2147483646 h 354"/>
                <a:gd name="T64" fmla="*/ 2147483646 w 105"/>
                <a:gd name="T65" fmla="*/ 2147483646 h 354"/>
                <a:gd name="T66" fmla="*/ 2147483646 w 105"/>
                <a:gd name="T67" fmla="*/ 2147483646 h 354"/>
                <a:gd name="T68" fmla="*/ 2147483646 w 105"/>
                <a:gd name="T69" fmla="*/ 2147483646 h 354"/>
                <a:gd name="T70" fmla="*/ 2147483646 w 105"/>
                <a:gd name="T71" fmla="*/ 2147483646 h 354"/>
                <a:gd name="T72" fmla="*/ 2147483646 w 105"/>
                <a:gd name="T73" fmla="*/ 2147483646 h 354"/>
                <a:gd name="T74" fmla="*/ 2147483646 w 105"/>
                <a:gd name="T75" fmla="*/ 2147483646 h 354"/>
                <a:gd name="T76" fmla="*/ 2147483646 w 105"/>
                <a:gd name="T77" fmla="*/ 2147483646 h 354"/>
                <a:gd name="T78" fmla="*/ 2147483646 w 105"/>
                <a:gd name="T79" fmla="*/ 2147483646 h 354"/>
                <a:gd name="T80" fmla="*/ 2147483646 w 105"/>
                <a:gd name="T81" fmla="*/ 2147483646 h 354"/>
                <a:gd name="T82" fmla="*/ 2147483646 w 105"/>
                <a:gd name="T83" fmla="*/ 2147483646 h 354"/>
                <a:gd name="T84" fmla="*/ 2147483646 w 105"/>
                <a:gd name="T85" fmla="*/ 2147483646 h 354"/>
                <a:gd name="T86" fmla="*/ 2147483646 w 105"/>
                <a:gd name="T87" fmla="*/ 2147483646 h 354"/>
                <a:gd name="T88" fmla="*/ 2147483646 w 105"/>
                <a:gd name="T89" fmla="*/ 2147483646 h 354"/>
                <a:gd name="T90" fmla="*/ 2147483646 w 105"/>
                <a:gd name="T91" fmla="*/ 2147483646 h 354"/>
                <a:gd name="T92" fmla="*/ 2147483646 w 105"/>
                <a:gd name="T93" fmla="*/ 2147483646 h 354"/>
                <a:gd name="T94" fmla="*/ 2147483646 w 105"/>
                <a:gd name="T95" fmla="*/ 2147483646 h 354"/>
                <a:gd name="T96" fmla="*/ 2147483646 w 105"/>
                <a:gd name="T97" fmla="*/ 2147483646 h 354"/>
                <a:gd name="T98" fmla="*/ 2147483646 w 105"/>
                <a:gd name="T99" fmla="*/ 2147483646 h 354"/>
                <a:gd name="T100" fmla="*/ 2147483646 w 105"/>
                <a:gd name="T101" fmla="*/ 2147483646 h 354"/>
                <a:gd name="T102" fmla="*/ 2147483646 w 105"/>
                <a:gd name="T103" fmla="*/ 2147483646 h 354"/>
                <a:gd name="T104" fmla="*/ 2147483646 w 105"/>
                <a:gd name="T105" fmla="*/ 2147483646 h 354"/>
                <a:gd name="T106" fmla="*/ 2147483646 w 105"/>
                <a:gd name="T107" fmla="*/ 2147483646 h 354"/>
                <a:gd name="T108" fmla="*/ 2147483646 w 105"/>
                <a:gd name="T109" fmla="*/ 2147483646 h 354"/>
                <a:gd name="T110" fmla="*/ 2147483646 w 105"/>
                <a:gd name="T111" fmla="*/ 2147483646 h 354"/>
                <a:gd name="T112" fmla="*/ 2147483646 w 105"/>
                <a:gd name="T113" fmla="*/ 2147483646 h 35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05" h="354">
                  <a:moveTo>
                    <a:pt x="0" y="0"/>
                  </a:moveTo>
                  <a:lnTo>
                    <a:pt x="3" y="4"/>
                  </a:lnTo>
                  <a:lnTo>
                    <a:pt x="4" y="7"/>
                  </a:lnTo>
                  <a:lnTo>
                    <a:pt x="6" y="10"/>
                  </a:lnTo>
                  <a:lnTo>
                    <a:pt x="9" y="15"/>
                  </a:lnTo>
                  <a:lnTo>
                    <a:pt x="10" y="17"/>
                  </a:lnTo>
                  <a:lnTo>
                    <a:pt x="12" y="19"/>
                  </a:lnTo>
                  <a:lnTo>
                    <a:pt x="13" y="22"/>
                  </a:lnTo>
                  <a:lnTo>
                    <a:pt x="15" y="25"/>
                  </a:lnTo>
                  <a:lnTo>
                    <a:pt x="16" y="26"/>
                  </a:lnTo>
                  <a:lnTo>
                    <a:pt x="16" y="29"/>
                  </a:lnTo>
                  <a:lnTo>
                    <a:pt x="18" y="31"/>
                  </a:lnTo>
                  <a:lnTo>
                    <a:pt x="19" y="34"/>
                  </a:lnTo>
                  <a:lnTo>
                    <a:pt x="19" y="35"/>
                  </a:lnTo>
                  <a:lnTo>
                    <a:pt x="21" y="37"/>
                  </a:lnTo>
                  <a:lnTo>
                    <a:pt x="22" y="38"/>
                  </a:lnTo>
                  <a:lnTo>
                    <a:pt x="22" y="40"/>
                  </a:lnTo>
                  <a:lnTo>
                    <a:pt x="24" y="41"/>
                  </a:lnTo>
                  <a:lnTo>
                    <a:pt x="24" y="43"/>
                  </a:lnTo>
                  <a:lnTo>
                    <a:pt x="25" y="44"/>
                  </a:lnTo>
                  <a:lnTo>
                    <a:pt x="25" y="46"/>
                  </a:lnTo>
                  <a:lnTo>
                    <a:pt x="27" y="47"/>
                  </a:lnTo>
                  <a:lnTo>
                    <a:pt x="27" y="49"/>
                  </a:lnTo>
                  <a:lnTo>
                    <a:pt x="27" y="50"/>
                  </a:lnTo>
                  <a:lnTo>
                    <a:pt x="28" y="52"/>
                  </a:lnTo>
                  <a:lnTo>
                    <a:pt x="28" y="53"/>
                  </a:lnTo>
                  <a:lnTo>
                    <a:pt x="29" y="55"/>
                  </a:lnTo>
                  <a:lnTo>
                    <a:pt x="29" y="56"/>
                  </a:lnTo>
                  <a:lnTo>
                    <a:pt x="31" y="58"/>
                  </a:lnTo>
                  <a:lnTo>
                    <a:pt x="31" y="59"/>
                  </a:lnTo>
                  <a:lnTo>
                    <a:pt x="32" y="60"/>
                  </a:lnTo>
                  <a:lnTo>
                    <a:pt x="32" y="62"/>
                  </a:lnTo>
                  <a:lnTo>
                    <a:pt x="34" y="65"/>
                  </a:lnTo>
                  <a:lnTo>
                    <a:pt x="34" y="66"/>
                  </a:lnTo>
                  <a:lnTo>
                    <a:pt x="35" y="68"/>
                  </a:lnTo>
                  <a:lnTo>
                    <a:pt x="35" y="71"/>
                  </a:lnTo>
                  <a:lnTo>
                    <a:pt x="37" y="72"/>
                  </a:lnTo>
                  <a:lnTo>
                    <a:pt x="37" y="74"/>
                  </a:lnTo>
                  <a:lnTo>
                    <a:pt x="38" y="75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40" y="80"/>
                  </a:lnTo>
                  <a:lnTo>
                    <a:pt x="40" y="81"/>
                  </a:lnTo>
                  <a:lnTo>
                    <a:pt x="41" y="83"/>
                  </a:lnTo>
                  <a:lnTo>
                    <a:pt x="41" y="84"/>
                  </a:lnTo>
                  <a:lnTo>
                    <a:pt x="41" y="86"/>
                  </a:lnTo>
                  <a:lnTo>
                    <a:pt x="43" y="86"/>
                  </a:lnTo>
                  <a:lnTo>
                    <a:pt x="43" y="87"/>
                  </a:lnTo>
                  <a:lnTo>
                    <a:pt x="43" y="89"/>
                  </a:lnTo>
                  <a:lnTo>
                    <a:pt x="44" y="90"/>
                  </a:lnTo>
                  <a:lnTo>
                    <a:pt x="44" y="92"/>
                  </a:lnTo>
                  <a:lnTo>
                    <a:pt x="46" y="93"/>
                  </a:lnTo>
                  <a:lnTo>
                    <a:pt x="46" y="95"/>
                  </a:lnTo>
                  <a:lnTo>
                    <a:pt x="46" y="96"/>
                  </a:lnTo>
                  <a:lnTo>
                    <a:pt x="47" y="98"/>
                  </a:lnTo>
                  <a:lnTo>
                    <a:pt x="47" y="99"/>
                  </a:lnTo>
                  <a:lnTo>
                    <a:pt x="49" y="102"/>
                  </a:lnTo>
                  <a:lnTo>
                    <a:pt x="49" y="103"/>
                  </a:lnTo>
                  <a:lnTo>
                    <a:pt x="50" y="105"/>
                  </a:lnTo>
                  <a:lnTo>
                    <a:pt x="50" y="106"/>
                  </a:lnTo>
                  <a:lnTo>
                    <a:pt x="52" y="109"/>
                  </a:lnTo>
                  <a:lnTo>
                    <a:pt x="52" y="111"/>
                  </a:lnTo>
                  <a:lnTo>
                    <a:pt x="53" y="114"/>
                  </a:lnTo>
                  <a:lnTo>
                    <a:pt x="55" y="117"/>
                  </a:lnTo>
                  <a:lnTo>
                    <a:pt x="55" y="118"/>
                  </a:lnTo>
                  <a:lnTo>
                    <a:pt x="56" y="121"/>
                  </a:lnTo>
                  <a:lnTo>
                    <a:pt x="56" y="123"/>
                  </a:lnTo>
                  <a:lnTo>
                    <a:pt x="58" y="124"/>
                  </a:lnTo>
                  <a:lnTo>
                    <a:pt x="58" y="127"/>
                  </a:lnTo>
                  <a:lnTo>
                    <a:pt x="59" y="129"/>
                  </a:lnTo>
                  <a:lnTo>
                    <a:pt x="59" y="130"/>
                  </a:lnTo>
                  <a:lnTo>
                    <a:pt x="59" y="132"/>
                  </a:lnTo>
                  <a:lnTo>
                    <a:pt x="61" y="133"/>
                  </a:lnTo>
                  <a:lnTo>
                    <a:pt x="61" y="135"/>
                  </a:lnTo>
                  <a:lnTo>
                    <a:pt x="61" y="136"/>
                  </a:lnTo>
                  <a:lnTo>
                    <a:pt x="62" y="136"/>
                  </a:lnTo>
                  <a:lnTo>
                    <a:pt x="62" y="138"/>
                  </a:lnTo>
                  <a:lnTo>
                    <a:pt x="62" y="139"/>
                  </a:lnTo>
                  <a:lnTo>
                    <a:pt x="64" y="141"/>
                  </a:lnTo>
                  <a:lnTo>
                    <a:pt x="64" y="142"/>
                  </a:lnTo>
                  <a:lnTo>
                    <a:pt x="64" y="144"/>
                  </a:lnTo>
                  <a:lnTo>
                    <a:pt x="64" y="145"/>
                  </a:lnTo>
                  <a:lnTo>
                    <a:pt x="65" y="146"/>
                  </a:lnTo>
                  <a:lnTo>
                    <a:pt x="65" y="148"/>
                  </a:lnTo>
                  <a:lnTo>
                    <a:pt x="67" y="149"/>
                  </a:lnTo>
                  <a:lnTo>
                    <a:pt x="67" y="151"/>
                  </a:lnTo>
                  <a:lnTo>
                    <a:pt x="67" y="154"/>
                  </a:lnTo>
                  <a:lnTo>
                    <a:pt x="68" y="155"/>
                  </a:lnTo>
                  <a:lnTo>
                    <a:pt x="68" y="157"/>
                  </a:lnTo>
                  <a:lnTo>
                    <a:pt x="68" y="158"/>
                  </a:lnTo>
                  <a:lnTo>
                    <a:pt x="70" y="161"/>
                  </a:lnTo>
                  <a:lnTo>
                    <a:pt x="70" y="163"/>
                  </a:lnTo>
                  <a:lnTo>
                    <a:pt x="71" y="166"/>
                  </a:lnTo>
                  <a:lnTo>
                    <a:pt x="71" y="167"/>
                  </a:lnTo>
                  <a:lnTo>
                    <a:pt x="72" y="170"/>
                  </a:lnTo>
                  <a:lnTo>
                    <a:pt x="72" y="172"/>
                  </a:lnTo>
                  <a:lnTo>
                    <a:pt x="74" y="175"/>
                  </a:lnTo>
                  <a:lnTo>
                    <a:pt x="74" y="176"/>
                  </a:lnTo>
                  <a:lnTo>
                    <a:pt x="75" y="179"/>
                  </a:lnTo>
                  <a:lnTo>
                    <a:pt x="75" y="181"/>
                  </a:lnTo>
                  <a:lnTo>
                    <a:pt x="75" y="182"/>
                  </a:lnTo>
                  <a:lnTo>
                    <a:pt x="77" y="184"/>
                  </a:lnTo>
                  <a:lnTo>
                    <a:pt x="77" y="185"/>
                  </a:lnTo>
                  <a:lnTo>
                    <a:pt x="77" y="187"/>
                  </a:lnTo>
                  <a:lnTo>
                    <a:pt x="78" y="188"/>
                  </a:lnTo>
                  <a:lnTo>
                    <a:pt x="78" y="189"/>
                  </a:lnTo>
                  <a:lnTo>
                    <a:pt x="78" y="191"/>
                  </a:lnTo>
                  <a:lnTo>
                    <a:pt x="78" y="192"/>
                  </a:lnTo>
                  <a:lnTo>
                    <a:pt x="80" y="194"/>
                  </a:lnTo>
                  <a:lnTo>
                    <a:pt x="80" y="195"/>
                  </a:lnTo>
                  <a:lnTo>
                    <a:pt x="80" y="197"/>
                  </a:lnTo>
                  <a:lnTo>
                    <a:pt x="81" y="198"/>
                  </a:lnTo>
                  <a:lnTo>
                    <a:pt x="81" y="200"/>
                  </a:lnTo>
                  <a:lnTo>
                    <a:pt x="81" y="201"/>
                  </a:lnTo>
                  <a:lnTo>
                    <a:pt x="83" y="203"/>
                  </a:lnTo>
                  <a:lnTo>
                    <a:pt x="83" y="204"/>
                  </a:lnTo>
                  <a:lnTo>
                    <a:pt x="83" y="206"/>
                  </a:lnTo>
                  <a:lnTo>
                    <a:pt x="83" y="207"/>
                  </a:lnTo>
                  <a:lnTo>
                    <a:pt x="84" y="209"/>
                  </a:lnTo>
                  <a:lnTo>
                    <a:pt x="84" y="210"/>
                  </a:lnTo>
                  <a:lnTo>
                    <a:pt x="86" y="212"/>
                  </a:lnTo>
                  <a:lnTo>
                    <a:pt x="86" y="215"/>
                  </a:lnTo>
                  <a:lnTo>
                    <a:pt x="86" y="216"/>
                  </a:lnTo>
                  <a:lnTo>
                    <a:pt x="87" y="219"/>
                  </a:lnTo>
                  <a:lnTo>
                    <a:pt x="87" y="221"/>
                  </a:lnTo>
                  <a:lnTo>
                    <a:pt x="89" y="224"/>
                  </a:lnTo>
                  <a:lnTo>
                    <a:pt x="89" y="227"/>
                  </a:lnTo>
                  <a:lnTo>
                    <a:pt x="90" y="228"/>
                  </a:lnTo>
                  <a:lnTo>
                    <a:pt x="90" y="230"/>
                  </a:lnTo>
                  <a:lnTo>
                    <a:pt x="92" y="232"/>
                  </a:lnTo>
                  <a:lnTo>
                    <a:pt x="92" y="234"/>
                  </a:lnTo>
                  <a:lnTo>
                    <a:pt x="92" y="235"/>
                  </a:lnTo>
                  <a:lnTo>
                    <a:pt x="93" y="237"/>
                  </a:lnTo>
                  <a:lnTo>
                    <a:pt x="93" y="238"/>
                  </a:lnTo>
                  <a:lnTo>
                    <a:pt x="93" y="240"/>
                  </a:lnTo>
                  <a:lnTo>
                    <a:pt x="95" y="241"/>
                  </a:lnTo>
                  <a:lnTo>
                    <a:pt x="95" y="243"/>
                  </a:lnTo>
                  <a:lnTo>
                    <a:pt x="95" y="244"/>
                  </a:lnTo>
                  <a:lnTo>
                    <a:pt x="95" y="246"/>
                  </a:lnTo>
                  <a:lnTo>
                    <a:pt x="95" y="247"/>
                  </a:lnTo>
                  <a:lnTo>
                    <a:pt x="96" y="247"/>
                  </a:lnTo>
                  <a:lnTo>
                    <a:pt x="96" y="249"/>
                  </a:lnTo>
                  <a:lnTo>
                    <a:pt x="96" y="250"/>
                  </a:lnTo>
                  <a:lnTo>
                    <a:pt x="96" y="252"/>
                  </a:lnTo>
                  <a:lnTo>
                    <a:pt x="96" y="253"/>
                  </a:lnTo>
                  <a:lnTo>
                    <a:pt x="96" y="255"/>
                  </a:lnTo>
                  <a:lnTo>
                    <a:pt x="96" y="256"/>
                  </a:lnTo>
                  <a:lnTo>
                    <a:pt x="98" y="258"/>
                  </a:lnTo>
                  <a:lnTo>
                    <a:pt x="98" y="259"/>
                  </a:lnTo>
                  <a:lnTo>
                    <a:pt x="98" y="261"/>
                  </a:lnTo>
                  <a:lnTo>
                    <a:pt x="98" y="262"/>
                  </a:lnTo>
                  <a:lnTo>
                    <a:pt x="98" y="264"/>
                  </a:lnTo>
                  <a:lnTo>
                    <a:pt x="98" y="265"/>
                  </a:lnTo>
                  <a:lnTo>
                    <a:pt x="98" y="267"/>
                  </a:lnTo>
                  <a:lnTo>
                    <a:pt x="98" y="270"/>
                  </a:lnTo>
                  <a:lnTo>
                    <a:pt x="98" y="271"/>
                  </a:lnTo>
                  <a:lnTo>
                    <a:pt x="99" y="274"/>
                  </a:lnTo>
                  <a:lnTo>
                    <a:pt x="99" y="275"/>
                  </a:lnTo>
                  <a:lnTo>
                    <a:pt x="99" y="277"/>
                  </a:lnTo>
                  <a:lnTo>
                    <a:pt x="99" y="278"/>
                  </a:lnTo>
                  <a:lnTo>
                    <a:pt x="99" y="281"/>
                  </a:lnTo>
                  <a:lnTo>
                    <a:pt x="99" y="283"/>
                  </a:lnTo>
                  <a:lnTo>
                    <a:pt x="99" y="284"/>
                  </a:lnTo>
                  <a:lnTo>
                    <a:pt x="99" y="286"/>
                  </a:lnTo>
                  <a:lnTo>
                    <a:pt x="99" y="287"/>
                  </a:lnTo>
                  <a:lnTo>
                    <a:pt x="99" y="289"/>
                  </a:lnTo>
                  <a:lnTo>
                    <a:pt x="99" y="290"/>
                  </a:lnTo>
                  <a:lnTo>
                    <a:pt x="101" y="290"/>
                  </a:lnTo>
                  <a:lnTo>
                    <a:pt x="101" y="292"/>
                  </a:lnTo>
                  <a:lnTo>
                    <a:pt x="101" y="293"/>
                  </a:lnTo>
                  <a:lnTo>
                    <a:pt x="101" y="295"/>
                  </a:lnTo>
                  <a:lnTo>
                    <a:pt x="101" y="296"/>
                  </a:lnTo>
                  <a:lnTo>
                    <a:pt x="101" y="298"/>
                  </a:lnTo>
                  <a:lnTo>
                    <a:pt x="101" y="299"/>
                  </a:lnTo>
                  <a:lnTo>
                    <a:pt x="101" y="301"/>
                  </a:lnTo>
                  <a:lnTo>
                    <a:pt x="102" y="301"/>
                  </a:lnTo>
                  <a:lnTo>
                    <a:pt x="102" y="302"/>
                  </a:lnTo>
                  <a:lnTo>
                    <a:pt x="102" y="304"/>
                  </a:lnTo>
                  <a:lnTo>
                    <a:pt x="102" y="305"/>
                  </a:lnTo>
                  <a:lnTo>
                    <a:pt x="102" y="307"/>
                  </a:lnTo>
                  <a:lnTo>
                    <a:pt x="102" y="308"/>
                  </a:lnTo>
                  <a:lnTo>
                    <a:pt x="104" y="310"/>
                  </a:lnTo>
                  <a:lnTo>
                    <a:pt x="104" y="311"/>
                  </a:lnTo>
                  <a:lnTo>
                    <a:pt x="104" y="313"/>
                  </a:lnTo>
                  <a:lnTo>
                    <a:pt x="104" y="314"/>
                  </a:lnTo>
                  <a:lnTo>
                    <a:pt x="104" y="316"/>
                  </a:lnTo>
                  <a:lnTo>
                    <a:pt x="105" y="316"/>
                  </a:lnTo>
                  <a:lnTo>
                    <a:pt x="105" y="317"/>
                  </a:lnTo>
                  <a:lnTo>
                    <a:pt x="105" y="319"/>
                  </a:lnTo>
                  <a:lnTo>
                    <a:pt x="105" y="320"/>
                  </a:lnTo>
                  <a:lnTo>
                    <a:pt x="105" y="321"/>
                  </a:lnTo>
                  <a:lnTo>
                    <a:pt x="105" y="323"/>
                  </a:lnTo>
                  <a:lnTo>
                    <a:pt x="105" y="324"/>
                  </a:lnTo>
                  <a:lnTo>
                    <a:pt x="105" y="326"/>
                  </a:lnTo>
                  <a:lnTo>
                    <a:pt x="105" y="327"/>
                  </a:lnTo>
                  <a:lnTo>
                    <a:pt x="105" y="329"/>
                  </a:lnTo>
                  <a:lnTo>
                    <a:pt x="105" y="330"/>
                  </a:lnTo>
                  <a:lnTo>
                    <a:pt x="105" y="332"/>
                  </a:lnTo>
                  <a:lnTo>
                    <a:pt x="105" y="333"/>
                  </a:lnTo>
                  <a:lnTo>
                    <a:pt x="105" y="335"/>
                  </a:lnTo>
                  <a:lnTo>
                    <a:pt x="105" y="338"/>
                  </a:lnTo>
                  <a:lnTo>
                    <a:pt x="105" y="339"/>
                  </a:lnTo>
                  <a:lnTo>
                    <a:pt x="105" y="341"/>
                  </a:lnTo>
                  <a:lnTo>
                    <a:pt x="105" y="344"/>
                  </a:lnTo>
                  <a:lnTo>
                    <a:pt x="104" y="345"/>
                  </a:lnTo>
                  <a:lnTo>
                    <a:pt x="104" y="348"/>
                  </a:lnTo>
                  <a:lnTo>
                    <a:pt x="104" y="351"/>
                  </a:lnTo>
                  <a:lnTo>
                    <a:pt x="104" y="35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67" name="Freeform 9">
              <a:extLst>
                <a:ext uri="{FF2B5EF4-FFF2-40B4-BE49-F238E27FC236}">
                  <a16:creationId xmlns:a16="http://schemas.microsoft.com/office/drawing/2014/main" id="{3DFC25F0-EE70-40D9-A8AD-701459886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7413" y="2047875"/>
              <a:ext cx="82550" cy="279400"/>
            </a:xfrm>
            <a:custGeom>
              <a:avLst/>
              <a:gdLst>
                <a:gd name="T0" fmla="*/ 2147483646 w 105"/>
                <a:gd name="T1" fmla="*/ 2147483646 h 353"/>
                <a:gd name="T2" fmla="*/ 2147483646 w 105"/>
                <a:gd name="T3" fmla="*/ 2147483646 h 353"/>
                <a:gd name="T4" fmla="*/ 2147483646 w 105"/>
                <a:gd name="T5" fmla="*/ 2147483646 h 353"/>
                <a:gd name="T6" fmla="*/ 2147483646 w 105"/>
                <a:gd name="T7" fmla="*/ 2147483646 h 353"/>
                <a:gd name="T8" fmla="*/ 2147483646 w 105"/>
                <a:gd name="T9" fmla="*/ 2147483646 h 353"/>
                <a:gd name="T10" fmla="*/ 2147483646 w 105"/>
                <a:gd name="T11" fmla="*/ 2147483646 h 353"/>
                <a:gd name="T12" fmla="*/ 2147483646 w 105"/>
                <a:gd name="T13" fmla="*/ 2147483646 h 353"/>
                <a:gd name="T14" fmla="*/ 2147483646 w 105"/>
                <a:gd name="T15" fmla="*/ 2147483646 h 353"/>
                <a:gd name="T16" fmla="*/ 2147483646 w 105"/>
                <a:gd name="T17" fmla="*/ 2147483646 h 353"/>
                <a:gd name="T18" fmla="*/ 2147483646 w 105"/>
                <a:gd name="T19" fmla="*/ 2147483646 h 353"/>
                <a:gd name="T20" fmla="*/ 2147483646 w 105"/>
                <a:gd name="T21" fmla="*/ 2147483646 h 353"/>
                <a:gd name="T22" fmla="*/ 2147483646 w 105"/>
                <a:gd name="T23" fmla="*/ 2147483646 h 353"/>
                <a:gd name="T24" fmla="*/ 2147483646 w 105"/>
                <a:gd name="T25" fmla="*/ 2147483646 h 353"/>
                <a:gd name="T26" fmla="*/ 2147483646 w 105"/>
                <a:gd name="T27" fmla="*/ 2147483646 h 353"/>
                <a:gd name="T28" fmla="*/ 2147483646 w 105"/>
                <a:gd name="T29" fmla="*/ 2147483646 h 353"/>
                <a:gd name="T30" fmla="*/ 2147483646 w 105"/>
                <a:gd name="T31" fmla="*/ 2147483646 h 353"/>
                <a:gd name="T32" fmla="*/ 2147483646 w 105"/>
                <a:gd name="T33" fmla="*/ 2147483646 h 353"/>
                <a:gd name="T34" fmla="*/ 2147483646 w 105"/>
                <a:gd name="T35" fmla="*/ 2147483646 h 353"/>
                <a:gd name="T36" fmla="*/ 2147483646 w 105"/>
                <a:gd name="T37" fmla="*/ 2147483646 h 353"/>
                <a:gd name="T38" fmla="*/ 2147483646 w 105"/>
                <a:gd name="T39" fmla="*/ 2147483646 h 353"/>
                <a:gd name="T40" fmla="*/ 2147483646 w 105"/>
                <a:gd name="T41" fmla="*/ 2147483646 h 353"/>
                <a:gd name="T42" fmla="*/ 2147483646 w 105"/>
                <a:gd name="T43" fmla="*/ 2147483646 h 353"/>
                <a:gd name="T44" fmla="*/ 2147483646 w 105"/>
                <a:gd name="T45" fmla="*/ 2147483646 h 353"/>
                <a:gd name="T46" fmla="*/ 2147483646 w 105"/>
                <a:gd name="T47" fmla="*/ 2147483646 h 353"/>
                <a:gd name="T48" fmla="*/ 2147483646 w 105"/>
                <a:gd name="T49" fmla="*/ 2147483646 h 353"/>
                <a:gd name="T50" fmla="*/ 2147483646 w 105"/>
                <a:gd name="T51" fmla="*/ 2147483646 h 353"/>
                <a:gd name="T52" fmla="*/ 2147483646 w 105"/>
                <a:gd name="T53" fmla="*/ 2147483646 h 353"/>
                <a:gd name="T54" fmla="*/ 2147483646 w 105"/>
                <a:gd name="T55" fmla="*/ 2147483646 h 353"/>
                <a:gd name="T56" fmla="*/ 2147483646 w 105"/>
                <a:gd name="T57" fmla="*/ 2147483646 h 353"/>
                <a:gd name="T58" fmla="*/ 2147483646 w 105"/>
                <a:gd name="T59" fmla="*/ 2147483646 h 353"/>
                <a:gd name="T60" fmla="*/ 2147483646 w 105"/>
                <a:gd name="T61" fmla="*/ 2147483646 h 353"/>
                <a:gd name="T62" fmla="*/ 2147483646 w 105"/>
                <a:gd name="T63" fmla="*/ 2147483646 h 353"/>
                <a:gd name="T64" fmla="*/ 2147483646 w 105"/>
                <a:gd name="T65" fmla="*/ 2147483646 h 353"/>
                <a:gd name="T66" fmla="*/ 2147483646 w 105"/>
                <a:gd name="T67" fmla="*/ 2147483646 h 353"/>
                <a:gd name="T68" fmla="*/ 2147483646 w 105"/>
                <a:gd name="T69" fmla="*/ 2147483646 h 353"/>
                <a:gd name="T70" fmla="*/ 2147483646 w 105"/>
                <a:gd name="T71" fmla="*/ 2147483646 h 353"/>
                <a:gd name="T72" fmla="*/ 2147483646 w 105"/>
                <a:gd name="T73" fmla="*/ 2147483646 h 353"/>
                <a:gd name="T74" fmla="*/ 2147483646 w 105"/>
                <a:gd name="T75" fmla="*/ 2147483646 h 353"/>
                <a:gd name="T76" fmla="*/ 2147483646 w 105"/>
                <a:gd name="T77" fmla="*/ 2147483646 h 353"/>
                <a:gd name="T78" fmla="*/ 2147483646 w 105"/>
                <a:gd name="T79" fmla="*/ 2147483646 h 353"/>
                <a:gd name="T80" fmla="*/ 2147483646 w 105"/>
                <a:gd name="T81" fmla="*/ 2147483646 h 353"/>
                <a:gd name="T82" fmla="*/ 2147483646 w 105"/>
                <a:gd name="T83" fmla="*/ 2147483646 h 353"/>
                <a:gd name="T84" fmla="*/ 2147483646 w 105"/>
                <a:gd name="T85" fmla="*/ 2147483646 h 353"/>
                <a:gd name="T86" fmla="*/ 2147483646 w 105"/>
                <a:gd name="T87" fmla="*/ 2147483646 h 353"/>
                <a:gd name="T88" fmla="*/ 2147483646 w 105"/>
                <a:gd name="T89" fmla="*/ 2147483646 h 353"/>
                <a:gd name="T90" fmla="*/ 2147483646 w 105"/>
                <a:gd name="T91" fmla="*/ 2147483646 h 353"/>
                <a:gd name="T92" fmla="*/ 2147483646 w 105"/>
                <a:gd name="T93" fmla="*/ 2147483646 h 353"/>
                <a:gd name="T94" fmla="*/ 2147483646 w 105"/>
                <a:gd name="T95" fmla="*/ 2147483646 h 353"/>
                <a:gd name="T96" fmla="*/ 2147483646 w 105"/>
                <a:gd name="T97" fmla="*/ 2147483646 h 353"/>
                <a:gd name="T98" fmla="*/ 2147483646 w 105"/>
                <a:gd name="T99" fmla="*/ 2147483646 h 353"/>
                <a:gd name="T100" fmla="*/ 2147483646 w 105"/>
                <a:gd name="T101" fmla="*/ 2147483646 h 353"/>
                <a:gd name="T102" fmla="*/ 2147483646 w 105"/>
                <a:gd name="T103" fmla="*/ 2147483646 h 353"/>
                <a:gd name="T104" fmla="*/ 2147483646 w 105"/>
                <a:gd name="T105" fmla="*/ 2147483646 h 353"/>
                <a:gd name="T106" fmla="*/ 2147483646 w 105"/>
                <a:gd name="T107" fmla="*/ 2147483646 h 353"/>
                <a:gd name="T108" fmla="*/ 2147483646 w 105"/>
                <a:gd name="T109" fmla="*/ 2147483646 h 353"/>
                <a:gd name="T110" fmla="*/ 2147483646 w 105"/>
                <a:gd name="T111" fmla="*/ 2147483646 h 353"/>
                <a:gd name="T112" fmla="*/ 2147483646 w 105"/>
                <a:gd name="T113" fmla="*/ 2147483646 h 35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05" h="353">
                  <a:moveTo>
                    <a:pt x="0" y="353"/>
                  </a:moveTo>
                  <a:lnTo>
                    <a:pt x="3" y="350"/>
                  </a:lnTo>
                  <a:lnTo>
                    <a:pt x="4" y="345"/>
                  </a:lnTo>
                  <a:lnTo>
                    <a:pt x="6" y="342"/>
                  </a:lnTo>
                  <a:lnTo>
                    <a:pt x="9" y="339"/>
                  </a:lnTo>
                  <a:lnTo>
                    <a:pt x="10" y="336"/>
                  </a:lnTo>
                  <a:lnTo>
                    <a:pt x="12" y="333"/>
                  </a:lnTo>
                  <a:lnTo>
                    <a:pt x="13" y="330"/>
                  </a:lnTo>
                  <a:lnTo>
                    <a:pt x="15" y="329"/>
                  </a:lnTo>
                  <a:lnTo>
                    <a:pt x="16" y="326"/>
                  </a:lnTo>
                  <a:lnTo>
                    <a:pt x="16" y="324"/>
                  </a:lnTo>
                  <a:lnTo>
                    <a:pt x="18" y="321"/>
                  </a:lnTo>
                  <a:lnTo>
                    <a:pt x="19" y="320"/>
                  </a:lnTo>
                  <a:lnTo>
                    <a:pt x="19" y="318"/>
                  </a:lnTo>
                  <a:lnTo>
                    <a:pt x="21" y="317"/>
                  </a:lnTo>
                  <a:lnTo>
                    <a:pt x="22" y="314"/>
                  </a:lnTo>
                  <a:lnTo>
                    <a:pt x="22" y="313"/>
                  </a:lnTo>
                  <a:lnTo>
                    <a:pt x="24" y="311"/>
                  </a:lnTo>
                  <a:lnTo>
                    <a:pt x="24" y="310"/>
                  </a:lnTo>
                  <a:lnTo>
                    <a:pt x="25" y="308"/>
                  </a:lnTo>
                  <a:lnTo>
                    <a:pt x="25" y="307"/>
                  </a:lnTo>
                  <a:lnTo>
                    <a:pt x="27" y="307"/>
                  </a:lnTo>
                  <a:lnTo>
                    <a:pt x="27" y="305"/>
                  </a:lnTo>
                  <a:lnTo>
                    <a:pt x="27" y="304"/>
                  </a:lnTo>
                  <a:lnTo>
                    <a:pt x="28" y="302"/>
                  </a:lnTo>
                  <a:lnTo>
                    <a:pt x="28" y="301"/>
                  </a:lnTo>
                  <a:lnTo>
                    <a:pt x="29" y="299"/>
                  </a:lnTo>
                  <a:lnTo>
                    <a:pt x="29" y="298"/>
                  </a:lnTo>
                  <a:lnTo>
                    <a:pt x="31" y="296"/>
                  </a:lnTo>
                  <a:lnTo>
                    <a:pt x="31" y="293"/>
                  </a:lnTo>
                  <a:lnTo>
                    <a:pt x="32" y="292"/>
                  </a:lnTo>
                  <a:lnTo>
                    <a:pt x="32" y="290"/>
                  </a:lnTo>
                  <a:lnTo>
                    <a:pt x="34" y="289"/>
                  </a:lnTo>
                  <a:lnTo>
                    <a:pt x="34" y="286"/>
                  </a:lnTo>
                  <a:lnTo>
                    <a:pt x="35" y="284"/>
                  </a:lnTo>
                  <a:lnTo>
                    <a:pt x="35" y="283"/>
                  </a:lnTo>
                  <a:lnTo>
                    <a:pt x="37" y="281"/>
                  </a:lnTo>
                  <a:lnTo>
                    <a:pt x="37" y="280"/>
                  </a:lnTo>
                  <a:lnTo>
                    <a:pt x="38" y="278"/>
                  </a:lnTo>
                  <a:lnTo>
                    <a:pt x="38" y="277"/>
                  </a:lnTo>
                  <a:lnTo>
                    <a:pt x="38" y="275"/>
                  </a:lnTo>
                  <a:lnTo>
                    <a:pt x="40" y="274"/>
                  </a:lnTo>
                  <a:lnTo>
                    <a:pt x="40" y="272"/>
                  </a:lnTo>
                  <a:lnTo>
                    <a:pt x="40" y="271"/>
                  </a:lnTo>
                  <a:lnTo>
                    <a:pt x="41" y="269"/>
                  </a:lnTo>
                  <a:lnTo>
                    <a:pt x="41" y="268"/>
                  </a:lnTo>
                  <a:lnTo>
                    <a:pt x="43" y="267"/>
                  </a:lnTo>
                  <a:lnTo>
                    <a:pt x="43" y="265"/>
                  </a:lnTo>
                  <a:lnTo>
                    <a:pt x="43" y="264"/>
                  </a:lnTo>
                  <a:lnTo>
                    <a:pt x="44" y="264"/>
                  </a:lnTo>
                  <a:lnTo>
                    <a:pt x="44" y="262"/>
                  </a:lnTo>
                  <a:lnTo>
                    <a:pt x="44" y="261"/>
                  </a:lnTo>
                  <a:lnTo>
                    <a:pt x="46" y="259"/>
                  </a:lnTo>
                  <a:lnTo>
                    <a:pt x="46" y="258"/>
                  </a:lnTo>
                  <a:lnTo>
                    <a:pt x="46" y="256"/>
                  </a:lnTo>
                  <a:lnTo>
                    <a:pt x="47" y="255"/>
                  </a:lnTo>
                  <a:lnTo>
                    <a:pt x="47" y="253"/>
                  </a:lnTo>
                  <a:lnTo>
                    <a:pt x="49" y="252"/>
                  </a:lnTo>
                  <a:lnTo>
                    <a:pt x="49" y="250"/>
                  </a:lnTo>
                  <a:lnTo>
                    <a:pt x="50" y="247"/>
                  </a:lnTo>
                  <a:lnTo>
                    <a:pt x="50" y="246"/>
                  </a:lnTo>
                  <a:lnTo>
                    <a:pt x="52" y="244"/>
                  </a:lnTo>
                  <a:lnTo>
                    <a:pt x="52" y="241"/>
                  </a:lnTo>
                  <a:lnTo>
                    <a:pt x="53" y="238"/>
                  </a:lnTo>
                  <a:lnTo>
                    <a:pt x="55" y="237"/>
                  </a:lnTo>
                  <a:lnTo>
                    <a:pt x="55" y="234"/>
                  </a:lnTo>
                  <a:lnTo>
                    <a:pt x="56" y="232"/>
                  </a:lnTo>
                  <a:lnTo>
                    <a:pt x="56" y="229"/>
                  </a:lnTo>
                  <a:lnTo>
                    <a:pt x="58" y="228"/>
                  </a:lnTo>
                  <a:lnTo>
                    <a:pt x="58" y="226"/>
                  </a:lnTo>
                  <a:lnTo>
                    <a:pt x="59" y="225"/>
                  </a:lnTo>
                  <a:lnTo>
                    <a:pt x="59" y="224"/>
                  </a:lnTo>
                  <a:lnTo>
                    <a:pt x="59" y="222"/>
                  </a:lnTo>
                  <a:lnTo>
                    <a:pt x="61" y="221"/>
                  </a:lnTo>
                  <a:lnTo>
                    <a:pt x="61" y="219"/>
                  </a:lnTo>
                  <a:lnTo>
                    <a:pt x="61" y="218"/>
                  </a:lnTo>
                  <a:lnTo>
                    <a:pt x="62" y="216"/>
                  </a:lnTo>
                  <a:lnTo>
                    <a:pt x="62" y="215"/>
                  </a:lnTo>
                  <a:lnTo>
                    <a:pt x="62" y="213"/>
                  </a:lnTo>
                  <a:lnTo>
                    <a:pt x="64" y="212"/>
                  </a:lnTo>
                  <a:lnTo>
                    <a:pt x="64" y="210"/>
                  </a:lnTo>
                  <a:lnTo>
                    <a:pt x="64" y="209"/>
                  </a:lnTo>
                  <a:lnTo>
                    <a:pt x="65" y="207"/>
                  </a:lnTo>
                  <a:lnTo>
                    <a:pt x="65" y="206"/>
                  </a:lnTo>
                  <a:lnTo>
                    <a:pt x="65" y="204"/>
                  </a:lnTo>
                  <a:lnTo>
                    <a:pt x="67" y="203"/>
                  </a:lnTo>
                  <a:lnTo>
                    <a:pt x="67" y="201"/>
                  </a:lnTo>
                  <a:lnTo>
                    <a:pt x="67" y="200"/>
                  </a:lnTo>
                  <a:lnTo>
                    <a:pt x="68" y="198"/>
                  </a:lnTo>
                  <a:lnTo>
                    <a:pt x="68" y="197"/>
                  </a:lnTo>
                  <a:lnTo>
                    <a:pt x="68" y="194"/>
                  </a:lnTo>
                  <a:lnTo>
                    <a:pt x="70" y="192"/>
                  </a:lnTo>
                  <a:lnTo>
                    <a:pt x="70" y="189"/>
                  </a:lnTo>
                  <a:lnTo>
                    <a:pt x="71" y="188"/>
                  </a:lnTo>
                  <a:lnTo>
                    <a:pt x="71" y="185"/>
                  </a:lnTo>
                  <a:lnTo>
                    <a:pt x="72" y="183"/>
                  </a:lnTo>
                  <a:lnTo>
                    <a:pt x="72" y="181"/>
                  </a:lnTo>
                  <a:lnTo>
                    <a:pt x="74" y="179"/>
                  </a:lnTo>
                  <a:lnTo>
                    <a:pt x="74" y="176"/>
                  </a:lnTo>
                  <a:lnTo>
                    <a:pt x="75" y="175"/>
                  </a:lnTo>
                  <a:lnTo>
                    <a:pt x="75" y="173"/>
                  </a:lnTo>
                  <a:lnTo>
                    <a:pt x="75" y="172"/>
                  </a:lnTo>
                  <a:lnTo>
                    <a:pt x="77" y="169"/>
                  </a:lnTo>
                  <a:lnTo>
                    <a:pt x="77" y="167"/>
                  </a:lnTo>
                  <a:lnTo>
                    <a:pt x="77" y="166"/>
                  </a:lnTo>
                  <a:lnTo>
                    <a:pt x="78" y="164"/>
                  </a:lnTo>
                  <a:lnTo>
                    <a:pt x="78" y="163"/>
                  </a:lnTo>
                  <a:lnTo>
                    <a:pt x="78" y="161"/>
                  </a:lnTo>
                  <a:lnTo>
                    <a:pt x="80" y="160"/>
                  </a:lnTo>
                  <a:lnTo>
                    <a:pt x="80" y="158"/>
                  </a:lnTo>
                  <a:lnTo>
                    <a:pt x="80" y="157"/>
                  </a:lnTo>
                  <a:lnTo>
                    <a:pt x="80" y="155"/>
                  </a:lnTo>
                  <a:lnTo>
                    <a:pt x="81" y="154"/>
                  </a:lnTo>
                  <a:lnTo>
                    <a:pt x="81" y="152"/>
                  </a:lnTo>
                  <a:lnTo>
                    <a:pt x="83" y="151"/>
                  </a:lnTo>
                  <a:lnTo>
                    <a:pt x="83" y="149"/>
                  </a:lnTo>
                  <a:lnTo>
                    <a:pt x="83" y="148"/>
                  </a:lnTo>
                  <a:lnTo>
                    <a:pt x="83" y="146"/>
                  </a:lnTo>
                  <a:lnTo>
                    <a:pt x="84" y="145"/>
                  </a:lnTo>
                  <a:lnTo>
                    <a:pt x="84" y="142"/>
                  </a:lnTo>
                  <a:lnTo>
                    <a:pt x="86" y="140"/>
                  </a:lnTo>
                  <a:lnTo>
                    <a:pt x="86" y="139"/>
                  </a:lnTo>
                  <a:lnTo>
                    <a:pt x="86" y="136"/>
                  </a:lnTo>
                  <a:lnTo>
                    <a:pt x="87" y="135"/>
                  </a:lnTo>
                  <a:lnTo>
                    <a:pt x="87" y="132"/>
                  </a:lnTo>
                  <a:lnTo>
                    <a:pt x="89" y="129"/>
                  </a:lnTo>
                  <a:lnTo>
                    <a:pt x="89" y="127"/>
                  </a:lnTo>
                  <a:lnTo>
                    <a:pt x="90" y="124"/>
                  </a:lnTo>
                  <a:lnTo>
                    <a:pt x="90" y="123"/>
                  </a:lnTo>
                  <a:lnTo>
                    <a:pt x="92" y="121"/>
                  </a:lnTo>
                  <a:lnTo>
                    <a:pt x="92" y="118"/>
                  </a:lnTo>
                  <a:lnTo>
                    <a:pt x="92" y="117"/>
                  </a:lnTo>
                  <a:lnTo>
                    <a:pt x="93" y="115"/>
                  </a:lnTo>
                  <a:lnTo>
                    <a:pt x="93" y="114"/>
                  </a:lnTo>
                  <a:lnTo>
                    <a:pt x="93" y="112"/>
                  </a:lnTo>
                  <a:lnTo>
                    <a:pt x="95" y="111"/>
                  </a:lnTo>
                  <a:lnTo>
                    <a:pt x="95" y="109"/>
                  </a:lnTo>
                  <a:lnTo>
                    <a:pt x="95" y="108"/>
                  </a:lnTo>
                  <a:lnTo>
                    <a:pt x="95" y="106"/>
                  </a:lnTo>
                  <a:lnTo>
                    <a:pt x="96" y="105"/>
                  </a:lnTo>
                  <a:lnTo>
                    <a:pt x="96" y="103"/>
                  </a:lnTo>
                  <a:lnTo>
                    <a:pt x="96" y="102"/>
                  </a:lnTo>
                  <a:lnTo>
                    <a:pt x="96" y="100"/>
                  </a:lnTo>
                  <a:lnTo>
                    <a:pt x="96" y="99"/>
                  </a:lnTo>
                  <a:lnTo>
                    <a:pt x="96" y="97"/>
                  </a:lnTo>
                  <a:lnTo>
                    <a:pt x="96" y="96"/>
                  </a:lnTo>
                  <a:lnTo>
                    <a:pt x="98" y="96"/>
                  </a:lnTo>
                  <a:lnTo>
                    <a:pt x="98" y="95"/>
                  </a:lnTo>
                  <a:lnTo>
                    <a:pt x="98" y="93"/>
                  </a:lnTo>
                  <a:lnTo>
                    <a:pt x="98" y="92"/>
                  </a:lnTo>
                  <a:lnTo>
                    <a:pt x="98" y="89"/>
                  </a:lnTo>
                  <a:lnTo>
                    <a:pt x="98" y="87"/>
                  </a:lnTo>
                  <a:lnTo>
                    <a:pt x="98" y="86"/>
                  </a:lnTo>
                  <a:lnTo>
                    <a:pt x="98" y="84"/>
                  </a:lnTo>
                  <a:lnTo>
                    <a:pt x="98" y="81"/>
                  </a:lnTo>
                  <a:lnTo>
                    <a:pt x="99" y="80"/>
                  </a:lnTo>
                  <a:lnTo>
                    <a:pt x="99" y="77"/>
                  </a:lnTo>
                  <a:lnTo>
                    <a:pt x="99" y="75"/>
                  </a:lnTo>
                  <a:lnTo>
                    <a:pt x="99" y="74"/>
                  </a:lnTo>
                  <a:lnTo>
                    <a:pt x="99" y="72"/>
                  </a:lnTo>
                  <a:lnTo>
                    <a:pt x="99" y="71"/>
                  </a:lnTo>
                  <a:lnTo>
                    <a:pt x="99" y="69"/>
                  </a:lnTo>
                  <a:lnTo>
                    <a:pt x="99" y="68"/>
                  </a:lnTo>
                  <a:lnTo>
                    <a:pt x="99" y="66"/>
                  </a:lnTo>
                  <a:lnTo>
                    <a:pt x="99" y="65"/>
                  </a:lnTo>
                  <a:lnTo>
                    <a:pt x="99" y="63"/>
                  </a:lnTo>
                  <a:lnTo>
                    <a:pt x="101" y="62"/>
                  </a:lnTo>
                  <a:lnTo>
                    <a:pt x="101" y="60"/>
                  </a:lnTo>
                  <a:lnTo>
                    <a:pt x="101" y="59"/>
                  </a:lnTo>
                  <a:lnTo>
                    <a:pt x="101" y="57"/>
                  </a:lnTo>
                  <a:lnTo>
                    <a:pt x="101" y="56"/>
                  </a:lnTo>
                  <a:lnTo>
                    <a:pt x="101" y="54"/>
                  </a:lnTo>
                  <a:lnTo>
                    <a:pt x="101" y="53"/>
                  </a:lnTo>
                  <a:lnTo>
                    <a:pt x="102" y="52"/>
                  </a:lnTo>
                  <a:lnTo>
                    <a:pt x="102" y="50"/>
                  </a:lnTo>
                  <a:lnTo>
                    <a:pt x="102" y="49"/>
                  </a:lnTo>
                  <a:lnTo>
                    <a:pt x="102" y="47"/>
                  </a:lnTo>
                  <a:lnTo>
                    <a:pt x="102" y="46"/>
                  </a:lnTo>
                  <a:lnTo>
                    <a:pt x="102" y="44"/>
                  </a:lnTo>
                  <a:lnTo>
                    <a:pt x="104" y="43"/>
                  </a:lnTo>
                  <a:lnTo>
                    <a:pt x="104" y="41"/>
                  </a:lnTo>
                  <a:lnTo>
                    <a:pt x="104" y="40"/>
                  </a:lnTo>
                  <a:lnTo>
                    <a:pt x="104" y="38"/>
                  </a:lnTo>
                  <a:lnTo>
                    <a:pt x="105" y="37"/>
                  </a:lnTo>
                  <a:lnTo>
                    <a:pt x="105" y="35"/>
                  </a:lnTo>
                  <a:lnTo>
                    <a:pt x="105" y="34"/>
                  </a:lnTo>
                  <a:lnTo>
                    <a:pt x="105" y="32"/>
                  </a:lnTo>
                  <a:lnTo>
                    <a:pt x="105" y="31"/>
                  </a:lnTo>
                  <a:lnTo>
                    <a:pt x="105" y="29"/>
                  </a:lnTo>
                  <a:lnTo>
                    <a:pt x="105" y="28"/>
                  </a:lnTo>
                  <a:lnTo>
                    <a:pt x="105" y="26"/>
                  </a:lnTo>
                  <a:lnTo>
                    <a:pt x="105" y="25"/>
                  </a:lnTo>
                  <a:lnTo>
                    <a:pt x="105" y="23"/>
                  </a:lnTo>
                  <a:lnTo>
                    <a:pt x="105" y="22"/>
                  </a:lnTo>
                  <a:lnTo>
                    <a:pt x="105" y="20"/>
                  </a:lnTo>
                  <a:lnTo>
                    <a:pt x="105" y="19"/>
                  </a:lnTo>
                  <a:lnTo>
                    <a:pt x="105" y="17"/>
                  </a:lnTo>
                  <a:lnTo>
                    <a:pt x="105" y="16"/>
                  </a:lnTo>
                  <a:lnTo>
                    <a:pt x="105" y="14"/>
                  </a:lnTo>
                  <a:lnTo>
                    <a:pt x="105" y="11"/>
                  </a:lnTo>
                  <a:lnTo>
                    <a:pt x="105" y="10"/>
                  </a:lnTo>
                  <a:lnTo>
                    <a:pt x="104" y="7"/>
                  </a:lnTo>
                  <a:lnTo>
                    <a:pt x="104" y="4"/>
                  </a:lnTo>
                  <a:lnTo>
                    <a:pt x="104" y="3"/>
                  </a:lnTo>
                  <a:lnTo>
                    <a:pt x="104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68" name="Freeform 10">
              <a:extLst>
                <a:ext uri="{FF2B5EF4-FFF2-40B4-BE49-F238E27FC236}">
                  <a16:creationId xmlns:a16="http://schemas.microsoft.com/office/drawing/2014/main" id="{61E78BB4-BEAE-4238-822F-B71B81A88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163" y="2054225"/>
              <a:ext cx="187325" cy="1588"/>
            </a:xfrm>
            <a:custGeom>
              <a:avLst/>
              <a:gdLst>
                <a:gd name="T0" fmla="*/ 2147483646 w 237"/>
                <a:gd name="T1" fmla="*/ 0 h 1588"/>
                <a:gd name="T2" fmla="*/ 0 w 237"/>
                <a:gd name="T3" fmla="*/ 0 h 1588"/>
                <a:gd name="T4" fmla="*/ 2147483646 w 237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7" h="1588">
                  <a:moveTo>
                    <a:pt x="237" y="0"/>
                  </a:moveTo>
                  <a:lnTo>
                    <a:pt x="0" y="0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69" name="Line 11">
              <a:extLst>
                <a:ext uri="{FF2B5EF4-FFF2-40B4-BE49-F238E27FC236}">
                  <a16:creationId xmlns:a16="http://schemas.microsoft.com/office/drawing/2014/main" id="{AF966136-F120-4858-AA9F-093E79DE6A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83163" y="2054225"/>
              <a:ext cx="1873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70" name="Freeform 12">
              <a:extLst>
                <a:ext uri="{FF2B5EF4-FFF2-40B4-BE49-F238E27FC236}">
                  <a16:creationId xmlns:a16="http://schemas.microsoft.com/office/drawing/2014/main" id="{1BC26904-C426-42E8-BFDA-C9DF91020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150" y="2217738"/>
              <a:ext cx="330200" cy="1587"/>
            </a:xfrm>
            <a:custGeom>
              <a:avLst/>
              <a:gdLst>
                <a:gd name="T0" fmla="*/ 2147483646 w 415"/>
                <a:gd name="T1" fmla="*/ 0 h 1587"/>
                <a:gd name="T2" fmla="*/ 0 w 415"/>
                <a:gd name="T3" fmla="*/ 0 h 1587"/>
                <a:gd name="T4" fmla="*/ 2147483646 w 415"/>
                <a:gd name="T5" fmla="*/ 0 h 1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7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71" name="Line 13">
              <a:extLst>
                <a:ext uri="{FF2B5EF4-FFF2-40B4-BE49-F238E27FC236}">
                  <a16:creationId xmlns:a16="http://schemas.microsoft.com/office/drawing/2014/main" id="{84C53733-FCC5-4E4D-A229-8D531AFEBD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4150" y="2217738"/>
              <a:ext cx="33020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72" name="Freeform 14">
              <a:extLst>
                <a:ext uri="{FF2B5EF4-FFF2-40B4-BE49-F238E27FC236}">
                  <a16:creationId xmlns:a16="http://schemas.microsoft.com/office/drawing/2014/main" id="{0E8CF211-61AA-4AB4-ADB8-06C16BCFD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150" y="1889125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73" name="Line 15">
              <a:extLst>
                <a:ext uri="{FF2B5EF4-FFF2-40B4-BE49-F238E27FC236}">
                  <a16:creationId xmlns:a16="http://schemas.microsoft.com/office/drawing/2014/main" id="{B7290348-9212-4B08-B180-D758F3EBDF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4150" y="1889125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74" name="Line 16">
              <a:extLst>
                <a:ext uri="{FF2B5EF4-FFF2-40B4-BE49-F238E27FC236}">
                  <a16:creationId xmlns:a16="http://schemas.microsoft.com/office/drawing/2014/main" id="{62CC56AB-67C4-42E8-8FE5-3617DD35D0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63950" y="1685925"/>
              <a:ext cx="1588" cy="2032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75" name="Line 17">
              <a:extLst>
                <a:ext uri="{FF2B5EF4-FFF2-40B4-BE49-F238E27FC236}">
                  <a16:creationId xmlns:a16="http://schemas.microsoft.com/office/drawing/2014/main" id="{6C7F8F4C-4FC5-4EF2-96A4-FB3F95331D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3950" y="1041400"/>
              <a:ext cx="1588" cy="2587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76" name="Freeform 18">
              <a:extLst>
                <a:ext uri="{FF2B5EF4-FFF2-40B4-BE49-F238E27FC236}">
                  <a16:creationId xmlns:a16="http://schemas.microsoft.com/office/drawing/2014/main" id="{0602B739-490A-42FE-BD31-9A049F0A9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0438" y="1228725"/>
              <a:ext cx="328612" cy="330200"/>
            </a:xfrm>
            <a:custGeom>
              <a:avLst/>
              <a:gdLst>
                <a:gd name="T0" fmla="*/ 2147483646 w 416"/>
                <a:gd name="T1" fmla="*/ 2147483646 h 415"/>
                <a:gd name="T2" fmla="*/ 0 w 416"/>
                <a:gd name="T3" fmla="*/ 0 h 415"/>
                <a:gd name="T4" fmla="*/ 2147483646 w 416"/>
                <a:gd name="T5" fmla="*/ 0 h 415"/>
                <a:gd name="T6" fmla="*/ 2147483646 w 416"/>
                <a:gd name="T7" fmla="*/ 2147483646 h 4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6" h="415">
                  <a:moveTo>
                    <a:pt x="208" y="415"/>
                  </a:moveTo>
                  <a:lnTo>
                    <a:pt x="0" y="0"/>
                  </a:lnTo>
                  <a:lnTo>
                    <a:pt x="416" y="0"/>
                  </a:lnTo>
                  <a:lnTo>
                    <a:pt x="208" y="415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77" name="Freeform 19">
              <a:extLst>
                <a:ext uri="{FF2B5EF4-FFF2-40B4-BE49-F238E27FC236}">
                  <a16:creationId xmlns:a16="http://schemas.microsoft.com/office/drawing/2014/main" id="{9995A598-17A9-445A-8481-11A0FCCB2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738" y="1579563"/>
              <a:ext cx="106362" cy="106362"/>
            </a:xfrm>
            <a:custGeom>
              <a:avLst/>
              <a:gdLst>
                <a:gd name="T0" fmla="*/ 2147483646 w 135"/>
                <a:gd name="T1" fmla="*/ 2147483646 h 135"/>
                <a:gd name="T2" fmla="*/ 2147483646 w 135"/>
                <a:gd name="T3" fmla="*/ 2147483646 h 135"/>
                <a:gd name="T4" fmla="*/ 2147483646 w 135"/>
                <a:gd name="T5" fmla="*/ 2147483646 h 135"/>
                <a:gd name="T6" fmla="*/ 2147483646 w 135"/>
                <a:gd name="T7" fmla="*/ 2147483646 h 135"/>
                <a:gd name="T8" fmla="*/ 2147483646 w 135"/>
                <a:gd name="T9" fmla="*/ 2147483646 h 135"/>
                <a:gd name="T10" fmla="*/ 2147483646 w 135"/>
                <a:gd name="T11" fmla="*/ 2147483646 h 135"/>
                <a:gd name="T12" fmla="*/ 2147483646 w 135"/>
                <a:gd name="T13" fmla="*/ 2147483646 h 135"/>
                <a:gd name="T14" fmla="*/ 2147483646 w 135"/>
                <a:gd name="T15" fmla="*/ 2147483646 h 135"/>
                <a:gd name="T16" fmla="*/ 2147483646 w 135"/>
                <a:gd name="T17" fmla="*/ 2147483646 h 135"/>
                <a:gd name="T18" fmla="*/ 2147483646 w 135"/>
                <a:gd name="T19" fmla="*/ 2147483646 h 135"/>
                <a:gd name="T20" fmla="*/ 2147483646 w 135"/>
                <a:gd name="T21" fmla="*/ 0 h 135"/>
                <a:gd name="T22" fmla="*/ 2147483646 w 135"/>
                <a:gd name="T23" fmla="*/ 0 h 135"/>
                <a:gd name="T24" fmla="*/ 2147483646 w 135"/>
                <a:gd name="T25" fmla="*/ 2147483646 h 135"/>
                <a:gd name="T26" fmla="*/ 2147483646 w 135"/>
                <a:gd name="T27" fmla="*/ 2147483646 h 135"/>
                <a:gd name="T28" fmla="*/ 2147483646 w 135"/>
                <a:gd name="T29" fmla="*/ 2147483646 h 135"/>
                <a:gd name="T30" fmla="*/ 2147483646 w 135"/>
                <a:gd name="T31" fmla="*/ 2147483646 h 135"/>
                <a:gd name="T32" fmla="*/ 2147483646 w 135"/>
                <a:gd name="T33" fmla="*/ 2147483646 h 135"/>
                <a:gd name="T34" fmla="*/ 2147483646 w 135"/>
                <a:gd name="T35" fmla="*/ 2147483646 h 135"/>
                <a:gd name="T36" fmla="*/ 2147483646 w 135"/>
                <a:gd name="T37" fmla="*/ 2147483646 h 135"/>
                <a:gd name="T38" fmla="*/ 2147483646 w 135"/>
                <a:gd name="T39" fmla="*/ 2147483646 h 135"/>
                <a:gd name="T40" fmla="*/ 2147483646 w 135"/>
                <a:gd name="T41" fmla="*/ 2147483646 h 135"/>
                <a:gd name="T42" fmla="*/ 0 w 135"/>
                <a:gd name="T43" fmla="*/ 2147483646 h 135"/>
                <a:gd name="T44" fmla="*/ 2147483646 w 135"/>
                <a:gd name="T45" fmla="*/ 2147483646 h 135"/>
                <a:gd name="T46" fmla="*/ 2147483646 w 135"/>
                <a:gd name="T47" fmla="*/ 2147483646 h 135"/>
                <a:gd name="T48" fmla="*/ 2147483646 w 135"/>
                <a:gd name="T49" fmla="*/ 2147483646 h 135"/>
                <a:gd name="T50" fmla="*/ 2147483646 w 135"/>
                <a:gd name="T51" fmla="*/ 2147483646 h 135"/>
                <a:gd name="T52" fmla="*/ 2147483646 w 135"/>
                <a:gd name="T53" fmla="*/ 2147483646 h 135"/>
                <a:gd name="T54" fmla="*/ 2147483646 w 135"/>
                <a:gd name="T55" fmla="*/ 2147483646 h 135"/>
                <a:gd name="T56" fmla="*/ 2147483646 w 135"/>
                <a:gd name="T57" fmla="*/ 2147483646 h 135"/>
                <a:gd name="T58" fmla="*/ 2147483646 w 135"/>
                <a:gd name="T59" fmla="*/ 2147483646 h 135"/>
                <a:gd name="T60" fmla="*/ 2147483646 w 135"/>
                <a:gd name="T61" fmla="*/ 2147483646 h 135"/>
                <a:gd name="T62" fmla="*/ 2147483646 w 135"/>
                <a:gd name="T63" fmla="*/ 2147483646 h 135"/>
                <a:gd name="T64" fmla="*/ 2147483646 w 135"/>
                <a:gd name="T65" fmla="*/ 2147483646 h 135"/>
                <a:gd name="T66" fmla="*/ 2147483646 w 135"/>
                <a:gd name="T67" fmla="*/ 2147483646 h 135"/>
                <a:gd name="T68" fmla="*/ 2147483646 w 135"/>
                <a:gd name="T69" fmla="*/ 2147483646 h 135"/>
                <a:gd name="T70" fmla="*/ 2147483646 w 135"/>
                <a:gd name="T71" fmla="*/ 2147483646 h 135"/>
                <a:gd name="T72" fmla="*/ 2147483646 w 135"/>
                <a:gd name="T73" fmla="*/ 2147483646 h 135"/>
                <a:gd name="T74" fmla="*/ 2147483646 w 135"/>
                <a:gd name="T75" fmla="*/ 2147483646 h 135"/>
                <a:gd name="T76" fmla="*/ 2147483646 w 135"/>
                <a:gd name="T77" fmla="*/ 2147483646 h 135"/>
                <a:gd name="T78" fmla="*/ 2147483646 w 135"/>
                <a:gd name="T79" fmla="*/ 2147483646 h 135"/>
                <a:gd name="T80" fmla="*/ 2147483646 w 135"/>
                <a:gd name="T81" fmla="*/ 2147483646 h 135"/>
                <a:gd name="T82" fmla="*/ 2147483646 w 135"/>
                <a:gd name="T83" fmla="*/ 2147483646 h 135"/>
                <a:gd name="T84" fmla="*/ 2147483646 w 135"/>
                <a:gd name="T85" fmla="*/ 2147483646 h 135"/>
                <a:gd name="T86" fmla="*/ 2147483646 w 135"/>
                <a:gd name="T87" fmla="*/ 2147483646 h 13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35" h="135">
                  <a:moveTo>
                    <a:pt x="135" y="69"/>
                  </a:moveTo>
                  <a:lnTo>
                    <a:pt x="135" y="64"/>
                  </a:lnTo>
                  <a:lnTo>
                    <a:pt x="135" y="61"/>
                  </a:lnTo>
                  <a:lnTo>
                    <a:pt x="135" y="58"/>
                  </a:lnTo>
                  <a:lnTo>
                    <a:pt x="134" y="54"/>
                  </a:lnTo>
                  <a:lnTo>
                    <a:pt x="134" y="51"/>
                  </a:lnTo>
                  <a:lnTo>
                    <a:pt x="132" y="48"/>
                  </a:lnTo>
                  <a:lnTo>
                    <a:pt x="131" y="45"/>
                  </a:lnTo>
                  <a:lnTo>
                    <a:pt x="131" y="42"/>
                  </a:lnTo>
                  <a:lnTo>
                    <a:pt x="129" y="39"/>
                  </a:lnTo>
                  <a:lnTo>
                    <a:pt x="128" y="36"/>
                  </a:lnTo>
                  <a:lnTo>
                    <a:pt x="126" y="33"/>
                  </a:lnTo>
                  <a:lnTo>
                    <a:pt x="123" y="30"/>
                  </a:lnTo>
                  <a:lnTo>
                    <a:pt x="122" y="27"/>
                  </a:lnTo>
                  <a:lnTo>
                    <a:pt x="120" y="26"/>
                  </a:lnTo>
                  <a:lnTo>
                    <a:pt x="117" y="23"/>
                  </a:lnTo>
                  <a:lnTo>
                    <a:pt x="116" y="20"/>
                  </a:lnTo>
                  <a:lnTo>
                    <a:pt x="113" y="18"/>
                  </a:lnTo>
                  <a:lnTo>
                    <a:pt x="111" y="17"/>
                  </a:lnTo>
                  <a:lnTo>
                    <a:pt x="108" y="14"/>
                  </a:lnTo>
                  <a:lnTo>
                    <a:pt x="105" y="12"/>
                  </a:lnTo>
                  <a:lnTo>
                    <a:pt x="102" y="11"/>
                  </a:lnTo>
                  <a:lnTo>
                    <a:pt x="100" y="9"/>
                  </a:lnTo>
                  <a:lnTo>
                    <a:pt x="97" y="8"/>
                  </a:lnTo>
                  <a:lnTo>
                    <a:pt x="94" y="6"/>
                  </a:lnTo>
                  <a:lnTo>
                    <a:pt x="91" y="5"/>
                  </a:lnTo>
                  <a:lnTo>
                    <a:pt x="88" y="3"/>
                  </a:lnTo>
                  <a:lnTo>
                    <a:pt x="85" y="3"/>
                  </a:lnTo>
                  <a:lnTo>
                    <a:pt x="82" y="2"/>
                  </a:lnTo>
                  <a:lnTo>
                    <a:pt x="79" y="2"/>
                  </a:lnTo>
                  <a:lnTo>
                    <a:pt x="74" y="0"/>
                  </a:lnTo>
                  <a:lnTo>
                    <a:pt x="71" y="0"/>
                  </a:lnTo>
                  <a:lnTo>
                    <a:pt x="68" y="0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8" y="2"/>
                  </a:lnTo>
                  <a:lnTo>
                    <a:pt x="55" y="2"/>
                  </a:lnTo>
                  <a:lnTo>
                    <a:pt x="51" y="3"/>
                  </a:lnTo>
                  <a:lnTo>
                    <a:pt x="48" y="3"/>
                  </a:lnTo>
                  <a:lnTo>
                    <a:pt x="45" y="5"/>
                  </a:lnTo>
                  <a:lnTo>
                    <a:pt x="42" y="6"/>
                  </a:lnTo>
                  <a:lnTo>
                    <a:pt x="39" y="8"/>
                  </a:lnTo>
                  <a:lnTo>
                    <a:pt x="36" y="9"/>
                  </a:lnTo>
                  <a:lnTo>
                    <a:pt x="33" y="11"/>
                  </a:lnTo>
                  <a:lnTo>
                    <a:pt x="30" y="12"/>
                  </a:lnTo>
                  <a:lnTo>
                    <a:pt x="28" y="14"/>
                  </a:lnTo>
                  <a:lnTo>
                    <a:pt x="25" y="17"/>
                  </a:lnTo>
                  <a:lnTo>
                    <a:pt x="22" y="18"/>
                  </a:lnTo>
                  <a:lnTo>
                    <a:pt x="21" y="20"/>
                  </a:lnTo>
                  <a:lnTo>
                    <a:pt x="18" y="23"/>
                  </a:lnTo>
                  <a:lnTo>
                    <a:pt x="16" y="26"/>
                  </a:lnTo>
                  <a:lnTo>
                    <a:pt x="14" y="27"/>
                  </a:lnTo>
                  <a:lnTo>
                    <a:pt x="12" y="30"/>
                  </a:lnTo>
                  <a:lnTo>
                    <a:pt x="11" y="33"/>
                  </a:lnTo>
                  <a:lnTo>
                    <a:pt x="9" y="36"/>
                  </a:lnTo>
                  <a:lnTo>
                    <a:pt x="8" y="39"/>
                  </a:lnTo>
                  <a:lnTo>
                    <a:pt x="6" y="42"/>
                  </a:lnTo>
                  <a:lnTo>
                    <a:pt x="5" y="45"/>
                  </a:lnTo>
                  <a:lnTo>
                    <a:pt x="3" y="48"/>
                  </a:lnTo>
                  <a:lnTo>
                    <a:pt x="3" y="51"/>
                  </a:lnTo>
                  <a:lnTo>
                    <a:pt x="2" y="54"/>
                  </a:lnTo>
                  <a:lnTo>
                    <a:pt x="2" y="58"/>
                  </a:lnTo>
                  <a:lnTo>
                    <a:pt x="2" y="61"/>
                  </a:lnTo>
                  <a:lnTo>
                    <a:pt x="0" y="64"/>
                  </a:lnTo>
                  <a:lnTo>
                    <a:pt x="0" y="69"/>
                  </a:lnTo>
                  <a:lnTo>
                    <a:pt x="0" y="72"/>
                  </a:lnTo>
                  <a:lnTo>
                    <a:pt x="2" y="75"/>
                  </a:lnTo>
                  <a:lnTo>
                    <a:pt x="2" y="78"/>
                  </a:lnTo>
                  <a:lnTo>
                    <a:pt x="2" y="82"/>
                  </a:lnTo>
                  <a:lnTo>
                    <a:pt x="3" y="85"/>
                  </a:lnTo>
                  <a:lnTo>
                    <a:pt x="3" y="88"/>
                  </a:lnTo>
                  <a:lnTo>
                    <a:pt x="5" y="91"/>
                  </a:lnTo>
                  <a:lnTo>
                    <a:pt x="6" y="94"/>
                  </a:lnTo>
                  <a:lnTo>
                    <a:pt x="8" y="97"/>
                  </a:lnTo>
                  <a:lnTo>
                    <a:pt x="9" y="100"/>
                  </a:lnTo>
                  <a:lnTo>
                    <a:pt x="11" y="103"/>
                  </a:lnTo>
                  <a:lnTo>
                    <a:pt x="12" y="106"/>
                  </a:lnTo>
                  <a:lnTo>
                    <a:pt x="14" y="109"/>
                  </a:lnTo>
                  <a:lnTo>
                    <a:pt x="16" y="110"/>
                  </a:lnTo>
                  <a:lnTo>
                    <a:pt x="18" y="113"/>
                  </a:lnTo>
                  <a:lnTo>
                    <a:pt x="21" y="116"/>
                  </a:lnTo>
                  <a:lnTo>
                    <a:pt x="22" y="118"/>
                  </a:lnTo>
                  <a:lnTo>
                    <a:pt x="25" y="121"/>
                  </a:lnTo>
                  <a:lnTo>
                    <a:pt x="28" y="122"/>
                  </a:lnTo>
                  <a:lnTo>
                    <a:pt x="30" y="123"/>
                  </a:lnTo>
                  <a:lnTo>
                    <a:pt x="33" y="125"/>
                  </a:lnTo>
                  <a:lnTo>
                    <a:pt x="36" y="126"/>
                  </a:lnTo>
                  <a:lnTo>
                    <a:pt x="39" y="128"/>
                  </a:lnTo>
                  <a:lnTo>
                    <a:pt x="42" y="129"/>
                  </a:lnTo>
                  <a:lnTo>
                    <a:pt x="45" y="131"/>
                  </a:lnTo>
                  <a:lnTo>
                    <a:pt x="48" y="132"/>
                  </a:lnTo>
                  <a:lnTo>
                    <a:pt x="51" y="134"/>
                  </a:lnTo>
                  <a:lnTo>
                    <a:pt x="55" y="134"/>
                  </a:lnTo>
                  <a:lnTo>
                    <a:pt x="58" y="134"/>
                  </a:lnTo>
                  <a:lnTo>
                    <a:pt x="61" y="135"/>
                  </a:lnTo>
                  <a:lnTo>
                    <a:pt x="64" y="135"/>
                  </a:lnTo>
                  <a:lnTo>
                    <a:pt x="68" y="135"/>
                  </a:lnTo>
                  <a:lnTo>
                    <a:pt x="71" y="135"/>
                  </a:lnTo>
                  <a:lnTo>
                    <a:pt x="74" y="135"/>
                  </a:lnTo>
                  <a:lnTo>
                    <a:pt x="79" y="134"/>
                  </a:lnTo>
                  <a:lnTo>
                    <a:pt x="82" y="134"/>
                  </a:lnTo>
                  <a:lnTo>
                    <a:pt x="85" y="134"/>
                  </a:lnTo>
                  <a:lnTo>
                    <a:pt x="88" y="132"/>
                  </a:lnTo>
                  <a:lnTo>
                    <a:pt x="91" y="131"/>
                  </a:lnTo>
                  <a:lnTo>
                    <a:pt x="94" y="129"/>
                  </a:lnTo>
                  <a:lnTo>
                    <a:pt x="97" y="128"/>
                  </a:lnTo>
                  <a:lnTo>
                    <a:pt x="100" y="126"/>
                  </a:lnTo>
                  <a:lnTo>
                    <a:pt x="102" y="125"/>
                  </a:lnTo>
                  <a:lnTo>
                    <a:pt x="105" y="123"/>
                  </a:lnTo>
                  <a:lnTo>
                    <a:pt x="108" y="122"/>
                  </a:lnTo>
                  <a:lnTo>
                    <a:pt x="111" y="121"/>
                  </a:lnTo>
                  <a:lnTo>
                    <a:pt x="113" y="118"/>
                  </a:lnTo>
                  <a:lnTo>
                    <a:pt x="116" y="116"/>
                  </a:lnTo>
                  <a:lnTo>
                    <a:pt x="117" y="113"/>
                  </a:lnTo>
                  <a:lnTo>
                    <a:pt x="120" y="110"/>
                  </a:lnTo>
                  <a:lnTo>
                    <a:pt x="122" y="109"/>
                  </a:lnTo>
                  <a:lnTo>
                    <a:pt x="123" y="106"/>
                  </a:lnTo>
                  <a:lnTo>
                    <a:pt x="126" y="103"/>
                  </a:lnTo>
                  <a:lnTo>
                    <a:pt x="128" y="100"/>
                  </a:lnTo>
                  <a:lnTo>
                    <a:pt x="129" y="97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8"/>
                  </a:lnTo>
                  <a:lnTo>
                    <a:pt x="134" y="85"/>
                  </a:lnTo>
                  <a:lnTo>
                    <a:pt x="134" y="82"/>
                  </a:lnTo>
                  <a:lnTo>
                    <a:pt x="135" y="78"/>
                  </a:lnTo>
                  <a:lnTo>
                    <a:pt x="135" y="75"/>
                  </a:lnTo>
                  <a:lnTo>
                    <a:pt x="135" y="72"/>
                  </a:lnTo>
                  <a:lnTo>
                    <a:pt x="135" y="69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78" name="Freeform 20">
              <a:extLst>
                <a:ext uri="{FF2B5EF4-FFF2-40B4-BE49-F238E27FC236}">
                  <a16:creationId xmlns:a16="http://schemas.microsoft.com/office/drawing/2014/main" id="{8EAB3C5E-7806-4E44-ACC9-DCEA07AE4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163" y="3206750"/>
              <a:ext cx="187325" cy="1588"/>
            </a:xfrm>
            <a:custGeom>
              <a:avLst/>
              <a:gdLst>
                <a:gd name="T0" fmla="*/ 2147483646 w 237"/>
                <a:gd name="T1" fmla="*/ 0 h 1588"/>
                <a:gd name="T2" fmla="*/ 0 w 237"/>
                <a:gd name="T3" fmla="*/ 0 h 1588"/>
                <a:gd name="T4" fmla="*/ 2147483646 w 237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7" h="1588">
                  <a:moveTo>
                    <a:pt x="237" y="0"/>
                  </a:moveTo>
                  <a:lnTo>
                    <a:pt x="0" y="0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79" name="Line 21">
              <a:extLst>
                <a:ext uri="{FF2B5EF4-FFF2-40B4-BE49-F238E27FC236}">
                  <a16:creationId xmlns:a16="http://schemas.microsoft.com/office/drawing/2014/main" id="{F92101E7-4698-470E-A72D-10BA12675D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83163" y="3206750"/>
              <a:ext cx="1873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80" name="Freeform 22">
              <a:extLst>
                <a:ext uri="{FF2B5EF4-FFF2-40B4-BE49-F238E27FC236}">
                  <a16:creationId xmlns:a16="http://schemas.microsoft.com/office/drawing/2014/main" id="{A27F370D-0BEC-4F48-9044-058E453F2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150" y="3371850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81" name="Line 23">
              <a:extLst>
                <a:ext uri="{FF2B5EF4-FFF2-40B4-BE49-F238E27FC236}">
                  <a16:creationId xmlns:a16="http://schemas.microsoft.com/office/drawing/2014/main" id="{99F12229-4E9C-4E8B-8093-95DF32E063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4150" y="3371850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82" name="Freeform 24">
              <a:extLst>
                <a:ext uri="{FF2B5EF4-FFF2-40B4-BE49-F238E27FC236}">
                  <a16:creationId xmlns:a16="http://schemas.microsoft.com/office/drawing/2014/main" id="{060AAA5A-C14B-49D8-A9D5-E25669AE3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150" y="3041650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83" name="Line 25">
              <a:extLst>
                <a:ext uri="{FF2B5EF4-FFF2-40B4-BE49-F238E27FC236}">
                  <a16:creationId xmlns:a16="http://schemas.microsoft.com/office/drawing/2014/main" id="{0A8E8D0B-AC84-43CC-93E8-29027A4070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4150" y="3041650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84" name="Line 26">
              <a:extLst>
                <a:ext uri="{FF2B5EF4-FFF2-40B4-BE49-F238E27FC236}">
                  <a16:creationId xmlns:a16="http://schemas.microsoft.com/office/drawing/2014/main" id="{5528AEE9-9F8C-4CC7-9C31-1C8ABB8E68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7613" y="711200"/>
              <a:ext cx="1506537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85" name="Line 27">
              <a:extLst>
                <a:ext uri="{FF2B5EF4-FFF2-40B4-BE49-F238E27FC236}">
                  <a16:creationId xmlns:a16="http://schemas.microsoft.com/office/drawing/2014/main" id="{25174380-37C3-4657-8DC3-57B058899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7613" y="1041400"/>
              <a:ext cx="1506537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86" name="Line 28">
              <a:extLst>
                <a:ext uri="{FF2B5EF4-FFF2-40B4-BE49-F238E27FC236}">
                  <a16:creationId xmlns:a16="http://schemas.microsoft.com/office/drawing/2014/main" id="{EFA9ED2C-68AC-4F3A-84B5-D3CB9717D1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3950" y="1889125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87" name="Line 29">
              <a:extLst>
                <a:ext uri="{FF2B5EF4-FFF2-40B4-BE49-F238E27FC236}">
                  <a16:creationId xmlns:a16="http://schemas.microsoft.com/office/drawing/2014/main" id="{4C765581-E3AB-413E-AF47-634BAD4F77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5138" y="3027363"/>
              <a:ext cx="0" cy="1793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88" name="Line 30">
              <a:extLst>
                <a:ext uri="{FF2B5EF4-FFF2-40B4-BE49-F238E27FC236}">
                  <a16:creationId xmlns:a16="http://schemas.microsoft.com/office/drawing/2014/main" id="{78F1EBB7-5B12-43B6-AE1A-674AF5402D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5138" y="2382838"/>
              <a:ext cx="3175" cy="25876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89" name="Freeform 31">
              <a:extLst>
                <a:ext uri="{FF2B5EF4-FFF2-40B4-BE49-F238E27FC236}">
                  <a16:creationId xmlns:a16="http://schemas.microsoft.com/office/drawing/2014/main" id="{05FE2671-C7BC-46CB-957D-7CCD0E133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038" y="2571750"/>
              <a:ext cx="330200" cy="328613"/>
            </a:xfrm>
            <a:custGeom>
              <a:avLst/>
              <a:gdLst>
                <a:gd name="T0" fmla="*/ 2147483646 w 415"/>
                <a:gd name="T1" fmla="*/ 2147483646 h 415"/>
                <a:gd name="T2" fmla="*/ 0 w 415"/>
                <a:gd name="T3" fmla="*/ 0 h 415"/>
                <a:gd name="T4" fmla="*/ 2147483646 w 415"/>
                <a:gd name="T5" fmla="*/ 0 h 415"/>
                <a:gd name="T6" fmla="*/ 2147483646 w 415"/>
                <a:gd name="T7" fmla="*/ 2147483646 h 4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5" h="415">
                  <a:moveTo>
                    <a:pt x="208" y="415"/>
                  </a:moveTo>
                  <a:lnTo>
                    <a:pt x="0" y="0"/>
                  </a:lnTo>
                  <a:lnTo>
                    <a:pt x="415" y="0"/>
                  </a:lnTo>
                  <a:lnTo>
                    <a:pt x="208" y="415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0" name="Freeform 32">
              <a:extLst>
                <a:ext uri="{FF2B5EF4-FFF2-40B4-BE49-F238E27FC236}">
                  <a16:creationId xmlns:a16="http://schemas.microsoft.com/office/drawing/2014/main" id="{CEAE8788-EF94-451E-A53A-4A1B184AB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338" y="2921000"/>
              <a:ext cx="107950" cy="106363"/>
            </a:xfrm>
            <a:custGeom>
              <a:avLst/>
              <a:gdLst>
                <a:gd name="T0" fmla="*/ 2147483646 w 135"/>
                <a:gd name="T1" fmla="*/ 2147483646 h 135"/>
                <a:gd name="T2" fmla="*/ 2147483646 w 135"/>
                <a:gd name="T3" fmla="*/ 2147483646 h 135"/>
                <a:gd name="T4" fmla="*/ 2147483646 w 135"/>
                <a:gd name="T5" fmla="*/ 2147483646 h 135"/>
                <a:gd name="T6" fmla="*/ 2147483646 w 135"/>
                <a:gd name="T7" fmla="*/ 2147483646 h 135"/>
                <a:gd name="T8" fmla="*/ 2147483646 w 135"/>
                <a:gd name="T9" fmla="*/ 2147483646 h 135"/>
                <a:gd name="T10" fmla="*/ 2147483646 w 135"/>
                <a:gd name="T11" fmla="*/ 2147483646 h 135"/>
                <a:gd name="T12" fmla="*/ 2147483646 w 135"/>
                <a:gd name="T13" fmla="*/ 2147483646 h 135"/>
                <a:gd name="T14" fmla="*/ 2147483646 w 135"/>
                <a:gd name="T15" fmla="*/ 2147483646 h 135"/>
                <a:gd name="T16" fmla="*/ 2147483646 w 135"/>
                <a:gd name="T17" fmla="*/ 2147483646 h 135"/>
                <a:gd name="T18" fmla="*/ 2147483646 w 135"/>
                <a:gd name="T19" fmla="*/ 2147483646 h 135"/>
                <a:gd name="T20" fmla="*/ 2147483646 w 135"/>
                <a:gd name="T21" fmla="*/ 0 h 135"/>
                <a:gd name="T22" fmla="*/ 2147483646 w 135"/>
                <a:gd name="T23" fmla="*/ 0 h 135"/>
                <a:gd name="T24" fmla="*/ 2147483646 w 135"/>
                <a:gd name="T25" fmla="*/ 2147483646 h 135"/>
                <a:gd name="T26" fmla="*/ 2147483646 w 135"/>
                <a:gd name="T27" fmla="*/ 2147483646 h 135"/>
                <a:gd name="T28" fmla="*/ 2147483646 w 135"/>
                <a:gd name="T29" fmla="*/ 2147483646 h 135"/>
                <a:gd name="T30" fmla="*/ 2147483646 w 135"/>
                <a:gd name="T31" fmla="*/ 2147483646 h 135"/>
                <a:gd name="T32" fmla="*/ 2147483646 w 135"/>
                <a:gd name="T33" fmla="*/ 2147483646 h 135"/>
                <a:gd name="T34" fmla="*/ 2147483646 w 135"/>
                <a:gd name="T35" fmla="*/ 2147483646 h 135"/>
                <a:gd name="T36" fmla="*/ 2147483646 w 135"/>
                <a:gd name="T37" fmla="*/ 2147483646 h 135"/>
                <a:gd name="T38" fmla="*/ 2147483646 w 135"/>
                <a:gd name="T39" fmla="*/ 2147483646 h 135"/>
                <a:gd name="T40" fmla="*/ 2147483646 w 135"/>
                <a:gd name="T41" fmla="*/ 2147483646 h 135"/>
                <a:gd name="T42" fmla="*/ 0 w 135"/>
                <a:gd name="T43" fmla="*/ 2147483646 h 135"/>
                <a:gd name="T44" fmla="*/ 2147483646 w 135"/>
                <a:gd name="T45" fmla="*/ 2147483646 h 135"/>
                <a:gd name="T46" fmla="*/ 2147483646 w 135"/>
                <a:gd name="T47" fmla="*/ 2147483646 h 135"/>
                <a:gd name="T48" fmla="*/ 2147483646 w 135"/>
                <a:gd name="T49" fmla="*/ 2147483646 h 135"/>
                <a:gd name="T50" fmla="*/ 2147483646 w 135"/>
                <a:gd name="T51" fmla="*/ 2147483646 h 135"/>
                <a:gd name="T52" fmla="*/ 2147483646 w 135"/>
                <a:gd name="T53" fmla="*/ 2147483646 h 135"/>
                <a:gd name="T54" fmla="*/ 2147483646 w 135"/>
                <a:gd name="T55" fmla="*/ 2147483646 h 135"/>
                <a:gd name="T56" fmla="*/ 2147483646 w 135"/>
                <a:gd name="T57" fmla="*/ 2147483646 h 135"/>
                <a:gd name="T58" fmla="*/ 2147483646 w 135"/>
                <a:gd name="T59" fmla="*/ 2147483646 h 135"/>
                <a:gd name="T60" fmla="*/ 2147483646 w 135"/>
                <a:gd name="T61" fmla="*/ 2147483646 h 135"/>
                <a:gd name="T62" fmla="*/ 2147483646 w 135"/>
                <a:gd name="T63" fmla="*/ 2147483646 h 135"/>
                <a:gd name="T64" fmla="*/ 2147483646 w 135"/>
                <a:gd name="T65" fmla="*/ 2147483646 h 135"/>
                <a:gd name="T66" fmla="*/ 2147483646 w 135"/>
                <a:gd name="T67" fmla="*/ 2147483646 h 135"/>
                <a:gd name="T68" fmla="*/ 2147483646 w 135"/>
                <a:gd name="T69" fmla="*/ 2147483646 h 135"/>
                <a:gd name="T70" fmla="*/ 2147483646 w 135"/>
                <a:gd name="T71" fmla="*/ 2147483646 h 135"/>
                <a:gd name="T72" fmla="*/ 2147483646 w 135"/>
                <a:gd name="T73" fmla="*/ 2147483646 h 135"/>
                <a:gd name="T74" fmla="*/ 2147483646 w 135"/>
                <a:gd name="T75" fmla="*/ 2147483646 h 135"/>
                <a:gd name="T76" fmla="*/ 2147483646 w 135"/>
                <a:gd name="T77" fmla="*/ 2147483646 h 135"/>
                <a:gd name="T78" fmla="*/ 2147483646 w 135"/>
                <a:gd name="T79" fmla="*/ 2147483646 h 135"/>
                <a:gd name="T80" fmla="*/ 2147483646 w 135"/>
                <a:gd name="T81" fmla="*/ 2147483646 h 135"/>
                <a:gd name="T82" fmla="*/ 2147483646 w 135"/>
                <a:gd name="T83" fmla="*/ 2147483646 h 135"/>
                <a:gd name="T84" fmla="*/ 2147483646 w 135"/>
                <a:gd name="T85" fmla="*/ 2147483646 h 135"/>
                <a:gd name="T86" fmla="*/ 2147483646 w 135"/>
                <a:gd name="T87" fmla="*/ 2147483646 h 13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35" h="135">
                  <a:moveTo>
                    <a:pt x="135" y="68"/>
                  </a:moveTo>
                  <a:lnTo>
                    <a:pt x="135" y="64"/>
                  </a:lnTo>
                  <a:lnTo>
                    <a:pt x="135" y="61"/>
                  </a:lnTo>
                  <a:lnTo>
                    <a:pt x="135" y="58"/>
                  </a:lnTo>
                  <a:lnTo>
                    <a:pt x="133" y="53"/>
                  </a:lnTo>
                  <a:lnTo>
                    <a:pt x="133" y="50"/>
                  </a:lnTo>
                  <a:lnTo>
                    <a:pt x="132" y="47"/>
                  </a:lnTo>
                  <a:lnTo>
                    <a:pt x="130" y="44"/>
                  </a:lnTo>
                  <a:lnTo>
                    <a:pt x="130" y="41"/>
                  </a:lnTo>
                  <a:lnTo>
                    <a:pt x="129" y="38"/>
                  </a:lnTo>
                  <a:lnTo>
                    <a:pt x="127" y="36"/>
                  </a:lnTo>
                  <a:lnTo>
                    <a:pt x="126" y="33"/>
                  </a:lnTo>
                  <a:lnTo>
                    <a:pt x="123" y="30"/>
                  </a:lnTo>
                  <a:lnTo>
                    <a:pt x="121" y="27"/>
                  </a:lnTo>
                  <a:lnTo>
                    <a:pt x="120" y="25"/>
                  </a:lnTo>
                  <a:lnTo>
                    <a:pt x="117" y="22"/>
                  </a:lnTo>
                  <a:lnTo>
                    <a:pt x="115" y="19"/>
                  </a:lnTo>
                  <a:lnTo>
                    <a:pt x="112" y="18"/>
                  </a:lnTo>
                  <a:lnTo>
                    <a:pt x="111" y="16"/>
                  </a:lnTo>
                  <a:lnTo>
                    <a:pt x="108" y="13"/>
                  </a:lnTo>
                  <a:lnTo>
                    <a:pt x="105" y="12"/>
                  </a:lnTo>
                  <a:lnTo>
                    <a:pt x="102" y="10"/>
                  </a:lnTo>
                  <a:lnTo>
                    <a:pt x="99" y="9"/>
                  </a:lnTo>
                  <a:lnTo>
                    <a:pt x="96" y="7"/>
                  </a:lnTo>
                  <a:lnTo>
                    <a:pt x="93" y="6"/>
                  </a:lnTo>
                  <a:lnTo>
                    <a:pt x="90" y="4"/>
                  </a:lnTo>
                  <a:lnTo>
                    <a:pt x="87" y="3"/>
                  </a:lnTo>
                  <a:lnTo>
                    <a:pt x="84" y="3"/>
                  </a:lnTo>
                  <a:lnTo>
                    <a:pt x="81" y="1"/>
                  </a:lnTo>
                  <a:lnTo>
                    <a:pt x="78" y="1"/>
                  </a:lnTo>
                  <a:lnTo>
                    <a:pt x="74" y="0"/>
                  </a:lnTo>
                  <a:lnTo>
                    <a:pt x="71" y="0"/>
                  </a:lnTo>
                  <a:lnTo>
                    <a:pt x="68" y="0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8" y="1"/>
                  </a:lnTo>
                  <a:lnTo>
                    <a:pt x="55" y="1"/>
                  </a:lnTo>
                  <a:lnTo>
                    <a:pt x="50" y="3"/>
                  </a:lnTo>
                  <a:lnTo>
                    <a:pt x="47" y="3"/>
                  </a:lnTo>
                  <a:lnTo>
                    <a:pt x="44" y="4"/>
                  </a:lnTo>
                  <a:lnTo>
                    <a:pt x="41" y="6"/>
                  </a:lnTo>
                  <a:lnTo>
                    <a:pt x="38" y="7"/>
                  </a:lnTo>
                  <a:lnTo>
                    <a:pt x="35" y="9"/>
                  </a:lnTo>
                  <a:lnTo>
                    <a:pt x="32" y="10"/>
                  </a:lnTo>
                  <a:lnTo>
                    <a:pt x="29" y="12"/>
                  </a:lnTo>
                  <a:lnTo>
                    <a:pt x="28" y="13"/>
                  </a:lnTo>
                  <a:lnTo>
                    <a:pt x="25" y="16"/>
                  </a:lnTo>
                  <a:lnTo>
                    <a:pt x="22" y="18"/>
                  </a:lnTo>
                  <a:lnTo>
                    <a:pt x="21" y="19"/>
                  </a:lnTo>
                  <a:lnTo>
                    <a:pt x="18" y="22"/>
                  </a:lnTo>
                  <a:lnTo>
                    <a:pt x="16" y="25"/>
                  </a:lnTo>
                  <a:lnTo>
                    <a:pt x="13" y="27"/>
                  </a:lnTo>
                  <a:lnTo>
                    <a:pt x="12" y="30"/>
                  </a:lnTo>
                  <a:lnTo>
                    <a:pt x="10" y="33"/>
                  </a:lnTo>
                  <a:lnTo>
                    <a:pt x="9" y="36"/>
                  </a:lnTo>
                  <a:lnTo>
                    <a:pt x="7" y="38"/>
                  </a:lnTo>
                  <a:lnTo>
                    <a:pt x="6" y="41"/>
                  </a:lnTo>
                  <a:lnTo>
                    <a:pt x="4" y="44"/>
                  </a:lnTo>
                  <a:lnTo>
                    <a:pt x="3" y="47"/>
                  </a:lnTo>
                  <a:lnTo>
                    <a:pt x="3" y="50"/>
                  </a:lnTo>
                  <a:lnTo>
                    <a:pt x="1" y="53"/>
                  </a:lnTo>
                  <a:lnTo>
                    <a:pt x="1" y="58"/>
                  </a:lnTo>
                  <a:lnTo>
                    <a:pt x="1" y="61"/>
                  </a:lnTo>
                  <a:lnTo>
                    <a:pt x="0" y="64"/>
                  </a:lnTo>
                  <a:lnTo>
                    <a:pt x="0" y="68"/>
                  </a:lnTo>
                  <a:lnTo>
                    <a:pt x="0" y="71"/>
                  </a:lnTo>
                  <a:lnTo>
                    <a:pt x="1" y="74"/>
                  </a:lnTo>
                  <a:lnTo>
                    <a:pt x="1" y="77"/>
                  </a:lnTo>
                  <a:lnTo>
                    <a:pt x="1" y="81"/>
                  </a:lnTo>
                  <a:lnTo>
                    <a:pt x="3" y="84"/>
                  </a:lnTo>
                  <a:lnTo>
                    <a:pt x="3" y="87"/>
                  </a:lnTo>
                  <a:lnTo>
                    <a:pt x="4" y="90"/>
                  </a:lnTo>
                  <a:lnTo>
                    <a:pt x="6" y="93"/>
                  </a:lnTo>
                  <a:lnTo>
                    <a:pt x="7" y="96"/>
                  </a:lnTo>
                  <a:lnTo>
                    <a:pt x="9" y="99"/>
                  </a:lnTo>
                  <a:lnTo>
                    <a:pt x="10" y="102"/>
                  </a:lnTo>
                  <a:lnTo>
                    <a:pt x="12" y="105"/>
                  </a:lnTo>
                  <a:lnTo>
                    <a:pt x="13" y="108"/>
                  </a:lnTo>
                  <a:lnTo>
                    <a:pt x="16" y="110"/>
                  </a:lnTo>
                  <a:lnTo>
                    <a:pt x="18" y="113"/>
                  </a:lnTo>
                  <a:lnTo>
                    <a:pt x="21" y="116"/>
                  </a:lnTo>
                  <a:lnTo>
                    <a:pt x="22" y="117"/>
                  </a:lnTo>
                  <a:lnTo>
                    <a:pt x="25" y="120"/>
                  </a:lnTo>
                  <a:lnTo>
                    <a:pt x="28" y="122"/>
                  </a:lnTo>
                  <a:lnTo>
                    <a:pt x="29" y="123"/>
                  </a:lnTo>
                  <a:lnTo>
                    <a:pt x="32" y="124"/>
                  </a:lnTo>
                  <a:lnTo>
                    <a:pt x="35" y="126"/>
                  </a:lnTo>
                  <a:lnTo>
                    <a:pt x="38" y="127"/>
                  </a:lnTo>
                  <a:lnTo>
                    <a:pt x="41" y="129"/>
                  </a:lnTo>
                  <a:lnTo>
                    <a:pt x="44" y="130"/>
                  </a:lnTo>
                  <a:lnTo>
                    <a:pt x="47" y="132"/>
                  </a:lnTo>
                  <a:lnTo>
                    <a:pt x="50" y="133"/>
                  </a:lnTo>
                  <a:lnTo>
                    <a:pt x="55" y="133"/>
                  </a:lnTo>
                  <a:lnTo>
                    <a:pt x="58" y="133"/>
                  </a:lnTo>
                  <a:lnTo>
                    <a:pt x="61" y="135"/>
                  </a:lnTo>
                  <a:lnTo>
                    <a:pt x="64" y="135"/>
                  </a:lnTo>
                  <a:lnTo>
                    <a:pt x="68" y="135"/>
                  </a:lnTo>
                  <a:lnTo>
                    <a:pt x="71" y="135"/>
                  </a:lnTo>
                  <a:lnTo>
                    <a:pt x="74" y="135"/>
                  </a:lnTo>
                  <a:lnTo>
                    <a:pt x="78" y="133"/>
                  </a:lnTo>
                  <a:lnTo>
                    <a:pt x="81" y="133"/>
                  </a:lnTo>
                  <a:lnTo>
                    <a:pt x="84" y="133"/>
                  </a:lnTo>
                  <a:lnTo>
                    <a:pt x="87" y="132"/>
                  </a:lnTo>
                  <a:lnTo>
                    <a:pt x="90" y="130"/>
                  </a:lnTo>
                  <a:lnTo>
                    <a:pt x="93" y="129"/>
                  </a:lnTo>
                  <a:lnTo>
                    <a:pt x="96" y="127"/>
                  </a:lnTo>
                  <a:lnTo>
                    <a:pt x="99" y="126"/>
                  </a:lnTo>
                  <a:lnTo>
                    <a:pt x="102" y="124"/>
                  </a:lnTo>
                  <a:lnTo>
                    <a:pt x="105" y="123"/>
                  </a:lnTo>
                  <a:lnTo>
                    <a:pt x="108" y="122"/>
                  </a:lnTo>
                  <a:lnTo>
                    <a:pt x="111" y="120"/>
                  </a:lnTo>
                  <a:lnTo>
                    <a:pt x="112" y="117"/>
                  </a:lnTo>
                  <a:lnTo>
                    <a:pt x="115" y="116"/>
                  </a:lnTo>
                  <a:lnTo>
                    <a:pt x="117" y="113"/>
                  </a:lnTo>
                  <a:lnTo>
                    <a:pt x="120" y="110"/>
                  </a:lnTo>
                  <a:lnTo>
                    <a:pt x="121" y="108"/>
                  </a:lnTo>
                  <a:lnTo>
                    <a:pt x="123" y="105"/>
                  </a:lnTo>
                  <a:lnTo>
                    <a:pt x="126" y="102"/>
                  </a:lnTo>
                  <a:lnTo>
                    <a:pt x="127" y="99"/>
                  </a:lnTo>
                  <a:lnTo>
                    <a:pt x="129" y="96"/>
                  </a:lnTo>
                  <a:lnTo>
                    <a:pt x="130" y="93"/>
                  </a:lnTo>
                  <a:lnTo>
                    <a:pt x="130" y="90"/>
                  </a:lnTo>
                  <a:lnTo>
                    <a:pt x="132" y="87"/>
                  </a:lnTo>
                  <a:lnTo>
                    <a:pt x="133" y="84"/>
                  </a:lnTo>
                  <a:lnTo>
                    <a:pt x="133" y="81"/>
                  </a:lnTo>
                  <a:lnTo>
                    <a:pt x="135" y="77"/>
                  </a:lnTo>
                  <a:lnTo>
                    <a:pt x="135" y="74"/>
                  </a:lnTo>
                  <a:lnTo>
                    <a:pt x="135" y="71"/>
                  </a:lnTo>
                  <a:lnTo>
                    <a:pt x="135" y="68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1" name="Line 33">
              <a:extLst>
                <a:ext uri="{FF2B5EF4-FFF2-40B4-BE49-F238E27FC236}">
                  <a16:creationId xmlns:a16="http://schemas.microsoft.com/office/drawing/2014/main" id="{C3683401-313A-4601-A847-86D777D7CC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5138" y="1041400"/>
              <a:ext cx="3175" cy="134143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2" name="Freeform 34">
              <a:extLst>
                <a:ext uri="{FF2B5EF4-FFF2-40B4-BE49-F238E27FC236}">
                  <a16:creationId xmlns:a16="http://schemas.microsoft.com/office/drawing/2014/main" id="{E9F1C5C3-6796-4298-956D-2C62AA34A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138" y="3136900"/>
              <a:ext cx="989012" cy="234950"/>
            </a:xfrm>
            <a:custGeom>
              <a:avLst/>
              <a:gdLst>
                <a:gd name="T0" fmla="*/ 0 w 1245"/>
                <a:gd name="T1" fmla="*/ 0 h 297"/>
                <a:gd name="T2" fmla="*/ 0 w 1245"/>
                <a:gd name="T3" fmla="*/ 2147483646 h 297"/>
                <a:gd name="T4" fmla="*/ 2147483646 w 1245"/>
                <a:gd name="T5" fmla="*/ 2147483646 h 2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45" h="297">
                  <a:moveTo>
                    <a:pt x="0" y="0"/>
                  </a:moveTo>
                  <a:lnTo>
                    <a:pt x="0" y="297"/>
                  </a:lnTo>
                  <a:lnTo>
                    <a:pt x="1245" y="297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3" name="Freeform 35">
              <a:extLst>
                <a:ext uri="{FF2B5EF4-FFF2-40B4-BE49-F238E27FC236}">
                  <a16:creationId xmlns:a16="http://schemas.microsoft.com/office/drawing/2014/main" id="{10C901C0-360B-408C-8F8A-03170D5BB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3950" y="1889125"/>
              <a:ext cx="330200" cy="1152525"/>
            </a:xfrm>
            <a:custGeom>
              <a:avLst/>
              <a:gdLst>
                <a:gd name="T0" fmla="*/ 0 w 415"/>
                <a:gd name="T1" fmla="*/ 0 h 1454"/>
                <a:gd name="T2" fmla="*/ 0 w 415"/>
                <a:gd name="T3" fmla="*/ 2147483646 h 1454"/>
                <a:gd name="T4" fmla="*/ 2147483646 w 415"/>
                <a:gd name="T5" fmla="*/ 2147483646 h 14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454">
                  <a:moveTo>
                    <a:pt x="0" y="0"/>
                  </a:moveTo>
                  <a:lnTo>
                    <a:pt x="0" y="1454"/>
                  </a:lnTo>
                  <a:lnTo>
                    <a:pt x="415" y="145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4" name="Line 36">
              <a:extLst>
                <a:ext uri="{FF2B5EF4-FFF2-40B4-BE49-F238E27FC236}">
                  <a16:creationId xmlns:a16="http://schemas.microsoft.com/office/drawing/2014/main" id="{13D6C891-C18B-4C28-A762-7C0A8E3C1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5138" y="2217738"/>
              <a:ext cx="989012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5" name="Freeform 37">
              <a:extLst>
                <a:ext uri="{FF2B5EF4-FFF2-40B4-BE49-F238E27FC236}">
                  <a16:creationId xmlns:a16="http://schemas.microsoft.com/office/drawing/2014/main" id="{D959D254-BD79-48BB-8F48-C3C4A2926D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971800" y="2184400"/>
              <a:ext cx="74613" cy="73025"/>
            </a:xfrm>
            <a:custGeom>
              <a:avLst/>
              <a:gdLst>
                <a:gd name="T0" fmla="*/ 2147483646 w 59"/>
                <a:gd name="T1" fmla="*/ 0 h 59"/>
                <a:gd name="T2" fmla="*/ 2147483646 w 59"/>
                <a:gd name="T3" fmla="*/ 0 h 59"/>
                <a:gd name="T4" fmla="*/ 2147483646 w 59"/>
                <a:gd name="T5" fmla="*/ 2147483646 h 59"/>
                <a:gd name="T6" fmla="*/ 2147483646 w 59"/>
                <a:gd name="T7" fmla="*/ 2147483646 h 59"/>
                <a:gd name="T8" fmla="*/ 2147483646 w 59"/>
                <a:gd name="T9" fmla="*/ 2147483646 h 59"/>
                <a:gd name="T10" fmla="*/ 2147483646 w 59"/>
                <a:gd name="T11" fmla="*/ 2147483646 h 59"/>
                <a:gd name="T12" fmla="*/ 2147483646 w 59"/>
                <a:gd name="T13" fmla="*/ 2147483646 h 59"/>
                <a:gd name="T14" fmla="*/ 2147483646 w 59"/>
                <a:gd name="T15" fmla="*/ 2147483646 h 59"/>
                <a:gd name="T16" fmla="*/ 2147483646 w 59"/>
                <a:gd name="T17" fmla="*/ 2147483646 h 59"/>
                <a:gd name="T18" fmla="*/ 0 w 59"/>
                <a:gd name="T19" fmla="*/ 2147483646 h 59"/>
                <a:gd name="T20" fmla="*/ 0 w 59"/>
                <a:gd name="T21" fmla="*/ 2147483646 h 59"/>
                <a:gd name="T22" fmla="*/ 0 w 59"/>
                <a:gd name="T23" fmla="*/ 2147483646 h 59"/>
                <a:gd name="T24" fmla="*/ 0 w 59"/>
                <a:gd name="T25" fmla="*/ 2147483646 h 59"/>
                <a:gd name="T26" fmla="*/ 2147483646 w 59"/>
                <a:gd name="T27" fmla="*/ 2147483646 h 59"/>
                <a:gd name="T28" fmla="*/ 2147483646 w 59"/>
                <a:gd name="T29" fmla="*/ 2147483646 h 59"/>
                <a:gd name="T30" fmla="*/ 2147483646 w 59"/>
                <a:gd name="T31" fmla="*/ 2147483646 h 59"/>
                <a:gd name="T32" fmla="*/ 2147483646 w 59"/>
                <a:gd name="T33" fmla="*/ 2147483646 h 59"/>
                <a:gd name="T34" fmla="*/ 2147483646 w 59"/>
                <a:gd name="T35" fmla="*/ 2147483646 h 59"/>
                <a:gd name="T36" fmla="*/ 2147483646 w 59"/>
                <a:gd name="T37" fmla="*/ 2147483646 h 59"/>
                <a:gd name="T38" fmla="*/ 2147483646 w 59"/>
                <a:gd name="T39" fmla="*/ 2147483646 h 59"/>
                <a:gd name="T40" fmla="*/ 2147483646 w 59"/>
                <a:gd name="T41" fmla="*/ 2147483646 h 59"/>
                <a:gd name="T42" fmla="*/ 2147483646 w 59"/>
                <a:gd name="T43" fmla="*/ 2147483646 h 59"/>
                <a:gd name="T44" fmla="*/ 2147483646 w 59"/>
                <a:gd name="T45" fmla="*/ 2147483646 h 59"/>
                <a:gd name="T46" fmla="*/ 2147483646 w 59"/>
                <a:gd name="T47" fmla="*/ 2147483646 h 59"/>
                <a:gd name="T48" fmla="*/ 2147483646 w 59"/>
                <a:gd name="T49" fmla="*/ 2147483646 h 59"/>
                <a:gd name="T50" fmla="*/ 2147483646 w 59"/>
                <a:gd name="T51" fmla="*/ 2147483646 h 59"/>
                <a:gd name="T52" fmla="*/ 2147483646 w 59"/>
                <a:gd name="T53" fmla="*/ 2147483646 h 59"/>
                <a:gd name="T54" fmla="*/ 2147483646 w 59"/>
                <a:gd name="T55" fmla="*/ 2147483646 h 59"/>
                <a:gd name="T56" fmla="*/ 2147483646 w 59"/>
                <a:gd name="T57" fmla="*/ 2147483646 h 59"/>
                <a:gd name="T58" fmla="*/ 2147483646 w 59"/>
                <a:gd name="T59" fmla="*/ 2147483646 h 59"/>
                <a:gd name="T60" fmla="*/ 2147483646 w 59"/>
                <a:gd name="T61" fmla="*/ 2147483646 h 59"/>
                <a:gd name="T62" fmla="*/ 2147483646 w 59"/>
                <a:gd name="T63" fmla="*/ 2147483646 h 59"/>
                <a:gd name="T64" fmla="*/ 2147483646 w 59"/>
                <a:gd name="T65" fmla="*/ 2147483646 h 59"/>
                <a:gd name="T66" fmla="*/ 2147483646 w 59"/>
                <a:gd name="T67" fmla="*/ 2147483646 h 59"/>
                <a:gd name="T68" fmla="*/ 2147483646 w 59"/>
                <a:gd name="T69" fmla="*/ 2147483646 h 59"/>
                <a:gd name="T70" fmla="*/ 2147483646 w 59"/>
                <a:gd name="T71" fmla="*/ 2147483646 h 59"/>
                <a:gd name="T72" fmla="*/ 2147483646 w 59"/>
                <a:gd name="T73" fmla="*/ 2147483646 h 59"/>
                <a:gd name="T74" fmla="*/ 2147483646 w 59"/>
                <a:gd name="T75" fmla="*/ 2147483646 h 59"/>
                <a:gd name="T76" fmla="*/ 2147483646 w 59"/>
                <a:gd name="T77" fmla="*/ 2147483646 h 59"/>
                <a:gd name="T78" fmla="*/ 2147483646 w 59"/>
                <a:gd name="T79" fmla="*/ 2147483646 h 59"/>
                <a:gd name="T80" fmla="*/ 2147483646 w 59"/>
                <a:gd name="T81" fmla="*/ 2147483646 h 59"/>
                <a:gd name="T82" fmla="*/ 2147483646 w 59"/>
                <a:gd name="T83" fmla="*/ 2147483646 h 59"/>
                <a:gd name="T84" fmla="*/ 2147483646 w 59"/>
                <a:gd name="T85" fmla="*/ 0 h 59"/>
                <a:gd name="T86" fmla="*/ 2147483646 w 59"/>
                <a:gd name="T87" fmla="*/ 0 h 59"/>
                <a:gd name="T88" fmla="*/ 2147483646 w 59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9" h="59">
                  <a:moveTo>
                    <a:pt x="30" y="30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6" y="3"/>
                  </a:lnTo>
                  <a:lnTo>
                    <a:pt x="15" y="4"/>
                  </a:lnTo>
                  <a:lnTo>
                    <a:pt x="13" y="4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7"/>
                  </a:lnTo>
                  <a:lnTo>
                    <a:pt x="9" y="9"/>
                  </a:lnTo>
                  <a:lnTo>
                    <a:pt x="7" y="9"/>
                  </a:lnTo>
                  <a:lnTo>
                    <a:pt x="7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4" y="43"/>
                  </a:lnTo>
                  <a:lnTo>
                    <a:pt x="4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7" y="49"/>
                  </a:lnTo>
                  <a:lnTo>
                    <a:pt x="9" y="50"/>
                  </a:lnTo>
                  <a:lnTo>
                    <a:pt x="10" y="52"/>
                  </a:lnTo>
                  <a:lnTo>
                    <a:pt x="12" y="53"/>
                  </a:lnTo>
                  <a:lnTo>
                    <a:pt x="13" y="53"/>
                  </a:lnTo>
                  <a:lnTo>
                    <a:pt x="15" y="55"/>
                  </a:lnTo>
                  <a:lnTo>
                    <a:pt x="16" y="55"/>
                  </a:lnTo>
                  <a:lnTo>
                    <a:pt x="16" y="56"/>
                  </a:lnTo>
                  <a:lnTo>
                    <a:pt x="18" y="56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5" y="58"/>
                  </a:lnTo>
                  <a:lnTo>
                    <a:pt x="37" y="58"/>
                  </a:lnTo>
                  <a:lnTo>
                    <a:pt x="38" y="58"/>
                  </a:lnTo>
                  <a:lnTo>
                    <a:pt x="40" y="58"/>
                  </a:lnTo>
                  <a:lnTo>
                    <a:pt x="41" y="56"/>
                  </a:lnTo>
                  <a:lnTo>
                    <a:pt x="43" y="56"/>
                  </a:lnTo>
                  <a:lnTo>
                    <a:pt x="44" y="55"/>
                  </a:lnTo>
                  <a:lnTo>
                    <a:pt x="46" y="53"/>
                  </a:lnTo>
                  <a:lnTo>
                    <a:pt x="47" y="53"/>
                  </a:lnTo>
                  <a:lnTo>
                    <a:pt x="49" y="52"/>
                  </a:lnTo>
                  <a:lnTo>
                    <a:pt x="50" y="52"/>
                  </a:lnTo>
                  <a:lnTo>
                    <a:pt x="50" y="50"/>
                  </a:lnTo>
                  <a:lnTo>
                    <a:pt x="52" y="49"/>
                  </a:lnTo>
                  <a:lnTo>
                    <a:pt x="53" y="49"/>
                  </a:lnTo>
                  <a:lnTo>
                    <a:pt x="53" y="47"/>
                  </a:lnTo>
                  <a:lnTo>
                    <a:pt x="55" y="46"/>
                  </a:lnTo>
                  <a:lnTo>
                    <a:pt x="55" y="44"/>
                  </a:lnTo>
                  <a:lnTo>
                    <a:pt x="56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39"/>
                  </a:lnTo>
                  <a:lnTo>
                    <a:pt x="58" y="37"/>
                  </a:lnTo>
                  <a:lnTo>
                    <a:pt x="59" y="36"/>
                  </a:lnTo>
                  <a:lnTo>
                    <a:pt x="59" y="34"/>
                  </a:lnTo>
                  <a:lnTo>
                    <a:pt x="59" y="33"/>
                  </a:lnTo>
                  <a:lnTo>
                    <a:pt x="59" y="31"/>
                  </a:lnTo>
                  <a:lnTo>
                    <a:pt x="59" y="30"/>
                  </a:lnTo>
                  <a:lnTo>
                    <a:pt x="59" y="28"/>
                  </a:lnTo>
                  <a:lnTo>
                    <a:pt x="59" y="27"/>
                  </a:lnTo>
                  <a:lnTo>
                    <a:pt x="59" y="25"/>
                  </a:lnTo>
                  <a:lnTo>
                    <a:pt x="59" y="24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6" y="16"/>
                  </a:lnTo>
                  <a:lnTo>
                    <a:pt x="56" y="15"/>
                  </a:lnTo>
                  <a:lnTo>
                    <a:pt x="55" y="13"/>
                  </a:lnTo>
                  <a:lnTo>
                    <a:pt x="53" y="12"/>
                  </a:lnTo>
                  <a:lnTo>
                    <a:pt x="53" y="10"/>
                  </a:lnTo>
                  <a:lnTo>
                    <a:pt x="52" y="9"/>
                  </a:lnTo>
                  <a:lnTo>
                    <a:pt x="50" y="9"/>
                  </a:lnTo>
                  <a:lnTo>
                    <a:pt x="50" y="7"/>
                  </a:lnTo>
                  <a:lnTo>
                    <a:pt x="49" y="6"/>
                  </a:lnTo>
                  <a:lnTo>
                    <a:pt x="47" y="6"/>
                  </a:lnTo>
                  <a:lnTo>
                    <a:pt x="46" y="4"/>
                  </a:lnTo>
                  <a:lnTo>
                    <a:pt x="44" y="4"/>
                  </a:lnTo>
                  <a:lnTo>
                    <a:pt x="44" y="3"/>
                  </a:lnTo>
                  <a:lnTo>
                    <a:pt x="43" y="3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1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6" name="Freeform 38">
              <a:extLst>
                <a:ext uri="{FF2B5EF4-FFF2-40B4-BE49-F238E27FC236}">
                  <a16:creationId xmlns:a16="http://schemas.microsoft.com/office/drawing/2014/main" id="{6B75DB18-94AB-4680-AEC3-790F317F589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630613" y="1851025"/>
              <a:ext cx="69850" cy="73025"/>
            </a:xfrm>
            <a:custGeom>
              <a:avLst/>
              <a:gdLst>
                <a:gd name="T0" fmla="*/ 2147483646 w 60"/>
                <a:gd name="T1" fmla="*/ 0 h 59"/>
                <a:gd name="T2" fmla="*/ 2147483646 w 60"/>
                <a:gd name="T3" fmla="*/ 0 h 59"/>
                <a:gd name="T4" fmla="*/ 2147483646 w 60"/>
                <a:gd name="T5" fmla="*/ 2147483646 h 59"/>
                <a:gd name="T6" fmla="*/ 2147483646 w 60"/>
                <a:gd name="T7" fmla="*/ 2147483646 h 59"/>
                <a:gd name="T8" fmla="*/ 2147483646 w 60"/>
                <a:gd name="T9" fmla="*/ 2147483646 h 59"/>
                <a:gd name="T10" fmla="*/ 2147483646 w 60"/>
                <a:gd name="T11" fmla="*/ 2147483646 h 59"/>
                <a:gd name="T12" fmla="*/ 2147483646 w 60"/>
                <a:gd name="T13" fmla="*/ 2147483646 h 59"/>
                <a:gd name="T14" fmla="*/ 2147483646 w 60"/>
                <a:gd name="T15" fmla="*/ 2147483646 h 59"/>
                <a:gd name="T16" fmla="*/ 2147483646 w 60"/>
                <a:gd name="T17" fmla="*/ 2147483646 h 59"/>
                <a:gd name="T18" fmla="*/ 0 w 60"/>
                <a:gd name="T19" fmla="*/ 2147483646 h 59"/>
                <a:gd name="T20" fmla="*/ 0 w 60"/>
                <a:gd name="T21" fmla="*/ 2147483646 h 59"/>
                <a:gd name="T22" fmla="*/ 0 w 60"/>
                <a:gd name="T23" fmla="*/ 2147483646 h 59"/>
                <a:gd name="T24" fmla="*/ 0 w 60"/>
                <a:gd name="T25" fmla="*/ 2147483646 h 59"/>
                <a:gd name="T26" fmla="*/ 2147483646 w 60"/>
                <a:gd name="T27" fmla="*/ 2147483646 h 59"/>
                <a:gd name="T28" fmla="*/ 2147483646 w 60"/>
                <a:gd name="T29" fmla="*/ 2147483646 h 59"/>
                <a:gd name="T30" fmla="*/ 2147483646 w 60"/>
                <a:gd name="T31" fmla="*/ 2147483646 h 59"/>
                <a:gd name="T32" fmla="*/ 2147483646 w 60"/>
                <a:gd name="T33" fmla="*/ 2147483646 h 59"/>
                <a:gd name="T34" fmla="*/ 2147483646 w 60"/>
                <a:gd name="T35" fmla="*/ 2147483646 h 59"/>
                <a:gd name="T36" fmla="*/ 2147483646 w 60"/>
                <a:gd name="T37" fmla="*/ 2147483646 h 59"/>
                <a:gd name="T38" fmla="*/ 2147483646 w 60"/>
                <a:gd name="T39" fmla="*/ 2147483646 h 59"/>
                <a:gd name="T40" fmla="*/ 2147483646 w 60"/>
                <a:gd name="T41" fmla="*/ 2147483646 h 59"/>
                <a:gd name="T42" fmla="*/ 2147483646 w 60"/>
                <a:gd name="T43" fmla="*/ 2147483646 h 59"/>
                <a:gd name="T44" fmla="*/ 2147483646 w 60"/>
                <a:gd name="T45" fmla="*/ 2147483646 h 59"/>
                <a:gd name="T46" fmla="*/ 2147483646 w 60"/>
                <a:gd name="T47" fmla="*/ 2147483646 h 59"/>
                <a:gd name="T48" fmla="*/ 2147483646 w 60"/>
                <a:gd name="T49" fmla="*/ 2147483646 h 59"/>
                <a:gd name="T50" fmla="*/ 2147483646 w 60"/>
                <a:gd name="T51" fmla="*/ 2147483646 h 59"/>
                <a:gd name="T52" fmla="*/ 2147483646 w 60"/>
                <a:gd name="T53" fmla="*/ 2147483646 h 59"/>
                <a:gd name="T54" fmla="*/ 2147483646 w 60"/>
                <a:gd name="T55" fmla="*/ 2147483646 h 59"/>
                <a:gd name="T56" fmla="*/ 2147483646 w 60"/>
                <a:gd name="T57" fmla="*/ 2147483646 h 59"/>
                <a:gd name="T58" fmla="*/ 2147483646 w 60"/>
                <a:gd name="T59" fmla="*/ 2147483646 h 59"/>
                <a:gd name="T60" fmla="*/ 2147483646 w 60"/>
                <a:gd name="T61" fmla="*/ 2147483646 h 59"/>
                <a:gd name="T62" fmla="*/ 2147483646 w 60"/>
                <a:gd name="T63" fmla="*/ 2147483646 h 59"/>
                <a:gd name="T64" fmla="*/ 2147483646 w 60"/>
                <a:gd name="T65" fmla="*/ 2147483646 h 59"/>
                <a:gd name="T66" fmla="*/ 2147483646 w 60"/>
                <a:gd name="T67" fmla="*/ 2147483646 h 59"/>
                <a:gd name="T68" fmla="*/ 2147483646 w 60"/>
                <a:gd name="T69" fmla="*/ 2147483646 h 59"/>
                <a:gd name="T70" fmla="*/ 2147483646 w 60"/>
                <a:gd name="T71" fmla="*/ 2147483646 h 59"/>
                <a:gd name="T72" fmla="*/ 2147483646 w 60"/>
                <a:gd name="T73" fmla="*/ 2147483646 h 59"/>
                <a:gd name="T74" fmla="*/ 2147483646 w 60"/>
                <a:gd name="T75" fmla="*/ 2147483646 h 59"/>
                <a:gd name="T76" fmla="*/ 2147483646 w 60"/>
                <a:gd name="T77" fmla="*/ 2147483646 h 59"/>
                <a:gd name="T78" fmla="*/ 2147483646 w 60"/>
                <a:gd name="T79" fmla="*/ 2147483646 h 59"/>
                <a:gd name="T80" fmla="*/ 2147483646 w 60"/>
                <a:gd name="T81" fmla="*/ 2147483646 h 59"/>
                <a:gd name="T82" fmla="*/ 2147483646 w 60"/>
                <a:gd name="T83" fmla="*/ 2147483646 h 59"/>
                <a:gd name="T84" fmla="*/ 2147483646 w 60"/>
                <a:gd name="T85" fmla="*/ 0 h 59"/>
                <a:gd name="T86" fmla="*/ 2147483646 w 60"/>
                <a:gd name="T87" fmla="*/ 0 h 59"/>
                <a:gd name="T88" fmla="*/ 2147483646 w 60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0" h="59">
                  <a:moveTo>
                    <a:pt x="30" y="29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7" y="3"/>
                  </a:lnTo>
                  <a:lnTo>
                    <a:pt x="15" y="4"/>
                  </a:lnTo>
                  <a:lnTo>
                    <a:pt x="14" y="4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1" y="7"/>
                  </a:lnTo>
                  <a:lnTo>
                    <a:pt x="9" y="9"/>
                  </a:lnTo>
                  <a:lnTo>
                    <a:pt x="8" y="9"/>
                  </a:lnTo>
                  <a:lnTo>
                    <a:pt x="8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2" y="40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8" y="49"/>
                  </a:lnTo>
                  <a:lnTo>
                    <a:pt x="9" y="50"/>
                  </a:lnTo>
                  <a:lnTo>
                    <a:pt x="11" y="52"/>
                  </a:lnTo>
                  <a:lnTo>
                    <a:pt x="12" y="53"/>
                  </a:lnTo>
                  <a:lnTo>
                    <a:pt x="14" y="53"/>
                  </a:lnTo>
                  <a:lnTo>
                    <a:pt x="15" y="55"/>
                  </a:lnTo>
                  <a:lnTo>
                    <a:pt x="17" y="55"/>
                  </a:lnTo>
                  <a:lnTo>
                    <a:pt x="17" y="56"/>
                  </a:lnTo>
                  <a:lnTo>
                    <a:pt x="18" y="56"/>
                  </a:lnTo>
                  <a:lnTo>
                    <a:pt x="20" y="58"/>
                  </a:lnTo>
                  <a:lnTo>
                    <a:pt x="21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6" y="58"/>
                  </a:lnTo>
                  <a:lnTo>
                    <a:pt x="37" y="58"/>
                  </a:lnTo>
                  <a:lnTo>
                    <a:pt x="39" y="58"/>
                  </a:lnTo>
                  <a:lnTo>
                    <a:pt x="40" y="58"/>
                  </a:lnTo>
                  <a:lnTo>
                    <a:pt x="42" y="56"/>
                  </a:lnTo>
                  <a:lnTo>
                    <a:pt x="43" y="56"/>
                  </a:lnTo>
                  <a:lnTo>
                    <a:pt x="45" y="55"/>
                  </a:lnTo>
                  <a:lnTo>
                    <a:pt x="46" y="53"/>
                  </a:lnTo>
                  <a:lnTo>
                    <a:pt x="48" y="53"/>
                  </a:lnTo>
                  <a:lnTo>
                    <a:pt x="49" y="52"/>
                  </a:lnTo>
                  <a:lnTo>
                    <a:pt x="51" y="52"/>
                  </a:lnTo>
                  <a:lnTo>
                    <a:pt x="51" y="50"/>
                  </a:lnTo>
                  <a:lnTo>
                    <a:pt x="52" y="49"/>
                  </a:lnTo>
                  <a:lnTo>
                    <a:pt x="54" y="49"/>
                  </a:lnTo>
                  <a:lnTo>
                    <a:pt x="54" y="47"/>
                  </a:lnTo>
                  <a:lnTo>
                    <a:pt x="55" y="46"/>
                  </a:lnTo>
                  <a:lnTo>
                    <a:pt x="55" y="44"/>
                  </a:lnTo>
                  <a:lnTo>
                    <a:pt x="57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38"/>
                  </a:lnTo>
                  <a:lnTo>
                    <a:pt x="58" y="37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60" y="32"/>
                  </a:lnTo>
                  <a:lnTo>
                    <a:pt x="60" y="31"/>
                  </a:lnTo>
                  <a:lnTo>
                    <a:pt x="60" y="29"/>
                  </a:lnTo>
                  <a:lnTo>
                    <a:pt x="60" y="28"/>
                  </a:lnTo>
                  <a:lnTo>
                    <a:pt x="60" y="26"/>
                  </a:lnTo>
                  <a:lnTo>
                    <a:pt x="60" y="25"/>
                  </a:lnTo>
                  <a:lnTo>
                    <a:pt x="60" y="23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7" y="16"/>
                  </a:lnTo>
                  <a:lnTo>
                    <a:pt x="57" y="15"/>
                  </a:lnTo>
                  <a:lnTo>
                    <a:pt x="55" y="13"/>
                  </a:lnTo>
                  <a:lnTo>
                    <a:pt x="54" y="12"/>
                  </a:lnTo>
                  <a:lnTo>
                    <a:pt x="54" y="10"/>
                  </a:lnTo>
                  <a:lnTo>
                    <a:pt x="52" y="9"/>
                  </a:lnTo>
                  <a:lnTo>
                    <a:pt x="51" y="9"/>
                  </a:lnTo>
                  <a:lnTo>
                    <a:pt x="51" y="7"/>
                  </a:lnTo>
                  <a:lnTo>
                    <a:pt x="49" y="6"/>
                  </a:lnTo>
                  <a:lnTo>
                    <a:pt x="48" y="6"/>
                  </a:lnTo>
                  <a:lnTo>
                    <a:pt x="46" y="4"/>
                  </a:lnTo>
                  <a:lnTo>
                    <a:pt x="45" y="4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7" name="Freeform 39">
              <a:extLst>
                <a:ext uri="{FF2B5EF4-FFF2-40B4-BE49-F238E27FC236}">
                  <a16:creationId xmlns:a16="http://schemas.microsoft.com/office/drawing/2014/main" id="{7BA3D291-C080-449B-B281-C728FC447E7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632200" y="677863"/>
              <a:ext cx="69850" cy="73025"/>
            </a:xfrm>
            <a:custGeom>
              <a:avLst/>
              <a:gdLst>
                <a:gd name="T0" fmla="*/ 2147483646 w 60"/>
                <a:gd name="T1" fmla="*/ 0 h 59"/>
                <a:gd name="T2" fmla="*/ 2147483646 w 60"/>
                <a:gd name="T3" fmla="*/ 0 h 59"/>
                <a:gd name="T4" fmla="*/ 2147483646 w 60"/>
                <a:gd name="T5" fmla="*/ 2147483646 h 59"/>
                <a:gd name="T6" fmla="*/ 2147483646 w 60"/>
                <a:gd name="T7" fmla="*/ 2147483646 h 59"/>
                <a:gd name="T8" fmla="*/ 2147483646 w 60"/>
                <a:gd name="T9" fmla="*/ 2147483646 h 59"/>
                <a:gd name="T10" fmla="*/ 2147483646 w 60"/>
                <a:gd name="T11" fmla="*/ 2147483646 h 59"/>
                <a:gd name="T12" fmla="*/ 2147483646 w 60"/>
                <a:gd name="T13" fmla="*/ 2147483646 h 59"/>
                <a:gd name="T14" fmla="*/ 2147483646 w 60"/>
                <a:gd name="T15" fmla="*/ 2147483646 h 59"/>
                <a:gd name="T16" fmla="*/ 2147483646 w 60"/>
                <a:gd name="T17" fmla="*/ 2147483646 h 59"/>
                <a:gd name="T18" fmla="*/ 0 w 60"/>
                <a:gd name="T19" fmla="*/ 2147483646 h 59"/>
                <a:gd name="T20" fmla="*/ 0 w 60"/>
                <a:gd name="T21" fmla="*/ 2147483646 h 59"/>
                <a:gd name="T22" fmla="*/ 0 w 60"/>
                <a:gd name="T23" fmla="*/ 2147483646 h 59"/>
                <a:gd name="T24" fmla="*/ 0 w 60"/>
                <a:gd name="T25" fmla="*/ 2147483646 h 59"/>
                <a:gd name="T26" fmla="*/ 2147483646 w 60"/>
                <a:gd name="T27" fmla="*/ 2147483646 h 59"/>
                <a:gd name="T28" fmla="*/ 2147483646 w 60"/>
                <a:gd name="T29" fmla="*/ 2147483646 h 59"/>
                <a:gd name="T30" fmla="*/ 2147483646 w 60"/>
                <a:gd name="T31" fmla="*/ 2147483646 h 59"/>
                <a:gd name="T32" fmla="*/ 2147483646 w 60"/>
                <a:gd name="T33" fmla="*/ 2147483646 h 59"/>
                <a:gd name="T34" fmla="*/ 2147483646 w 60"/>
                <a:gd name="T35" fmla="*/ 2147483646 h 59"/>
                <a:gd name="T36" fmla="*/ 2147483646 w 60"/>
                <a:gd name="T37" fmla="*/ 2147483646 h 59"/>
                <a:gd name="T38" fmla="*/ 2147483646 w 60"/>
                <a:gd name="T39" fmla="*/ 2147483646 h 59"/>
                <a:gd name="T40" fmla="*/ 2147483646 w 60"/>
                <a:gd name="T41" fmla="*/ 2147483646 h 59"/>
                <a:gd name="T42" fmla="*/ 2147483646 w 60"/>
                <a:gd name="T43" fmla="*/ 2147483646 h 59"/>
                <a:gd name="T44" fmla="*/ 2147483646 w 60"/>
                <a:gd name="T45" fmla="*/ 2147483646 h 59"/>
                <a:gd name="T46" fmla="*/ 2147483646 w 60"/>
                <a:gd name="T47" fmla="*/ 2147483646 h 59"/>
                <a:gd name="T48" fmla="*/ 2147483646 w 60"/>
                <a:gd name="T49" fmla="*/ 2147483646 h 59"/>
                <a:gd name="T50" fmla="*/ 2147483646 w 60"/>
                <a:gd name="T51" fmla="*/ 2147483646 h 59"/>
                <a:gd name="T52" fmla="*/ 2147483646 w 60"/>
                <a:gd name="T53" fmla="*/ 2147483646 h 59"/>
                <a:gd name="T54" fmla="*/ 2147483646 w 60"/>
                <a:gd name="T55" fmla="*/ 2147483646 h 59"/>
                <a:gd name="T56" fmla="*/ 2147483646 w 60"/>
                <a:gd name="T57" fmla="*/ 2147483646 h 59"/>
                <a:gd name="T58" fmla="*/ 2147483646 w 60"/>
                <a:gd name="T59" fmla="*/ 2147483646 h 59"/>
                <a:gd name="T60" fmla="*/ 2147483646 w 60"/>
                <a:gd name="T61" fmla="*/ 2147483646 h 59"/>
                <a:gd name="T62" fmla="*/ 2147483646 w 60"/>
                <a:gd name="T63" fmla="*/ 2147483646 h 59"/>
                <a:gd name="T64" fmla="*/ 2147483646 w 60"/>
                <a:gd name="T65" fmla="*/ 2147483646 h 59"/>
                <a:gd name="T66" fmla="*/ 2147483646 w 60"/>
                <a:gd name="T67" fmla="*/ 2147483646 h 59"/>
                <a:gd name="T68" fmla="*/ 2147483646 w 60"/>
                <a:gd name="T69" fmla="*/ 2147483646 h 59"/>
                <a:gd name="T70" fmla="*/ 2147483646 w 60"/>
                <a:gd name="T71" fmla="*/ 2147483646 h 59"/>
                <a:gd name="T72" fmla="*/ 2147483646 w 60"/>
                <a:gd name="T73" fmla="*/ 2147483646 h 59"/>
                <a:gd name="T74" fmla="*/ 2147483646 w 60"/>
                <a:gd name="T75" fmla="*/ 2147483646 h 59"/>
                <a:gd name="T76" fmla="*/ 2147483646 w 60"/>
                <a:gd name="T77" fmla="*/ 2147483646 h 59"/>
                <a:gd name="T78" fmla="*/ 2147483646 w 60"/>
                <a:gd name="T79" fmla="*/ 2147483646 h 59"/>
                <a:gd name="T80" fmla="*/ 2147483646 w 60"/>
                <a:gd name="T81" fmla="*/ 2147483646 h 59"/>
                <a:gd name="T82" fmla="*/ 2147483646 w 60"/>
                <a:gd name="T83" fmla="*/ 2147483646 h 59"/>
                <a:gd name="T84" fmla="*/ 2147483646 w 60"/>
                <a:gd name="T85" fmla="*/ 0 h 59"/>
                <a:gd name="T86" fmla="*/ 2147483646 w 60"/>
                <a:gd name="T87" fmla="*/ 0 h 59"/>
                <a:gd name="T88" fmla="*/ 2147483646 w 60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0" h="59">
                  <a:moveTo>
                    <a:pt x="30" y="30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7" y="3"/>
                  </a:lnTo>
                  <a:lnTo>
                    <a:pt x="15" y="4"/>
                  </a:lnTo>
                  <a:lnTo>
                    <a:pt x="14" y="4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1" y="7"/>
                  </a:lnTo>
                  <a:lnTo>
                    <a:pt x="9" y="9"/>
                  </a:lnTo>
                  <a:lnTo>
                    <a:pt x="8" y="9"/>
                  </a:lnTo>
                  <a:lnTo>
                    <a:pt x="8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2" y="40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8" y="49"/>
                  </a:lnTo>
                  <a:lnTo>
                    <a:pt x="9" y="50"/>
                  </a:lnTo>
                  <a:lnTo>
                    <a:pt x="11" y="52"/>
                  </a:lnTo>
                  <a:lnTo>
                    <a:pt x="12" y="53"/>
                  </a:lnTo>
                  <a:lnTo>
                    <a:pt x="14" y="53"/>
                  </a:lnTo>
                  <a:lnTo>
                    <a:pt x="15" y="55"/>
                  </a:lnTo>
                  <a:lnTo>
                    <a:pt x="17" y="55"/>
                  </a:lnTo>
                  <a:lnTo>
                    <a:pt x="17" y="56"/>
                  </a:lnTo>
                  <a:lnTo>
                    <a:pt x="18" y="56"/>
                  </a:lnTo>
                  <a:lnTo>
                    <a:pt x="20" y="58"/>
                  </a:lnTo>
                  <a:lnTo>
                    <a:pt x="21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6" y="58"/>
                  </a:lnTo>
                  <a:lnTo>
                    <a:pt x="37" y="58"/>
                  </a:lnTo>
                  <a:lnTo>
                    <a:pt x="39" y="58"/>
                  </a:lnTo>
                  <a:lnTo>
                    <a:pt x="40" y="58"/>
                  </a:lnTo>
                  <a:lnTo>
                    <a:pt x="42" y="56"/>
                  </a:lnTo>
                  <a:lnTo>
                    <a:pt x="43" y="56"/>
                  </a:lnTo>
                  <a:lnTo>
                    <a:pt x="45" y="55"/>
                  </a:lnTo>
                  <a:lnTo>
                    <a:pt x="46" y="53"/>
                  </a:lnTo>
                  <a:lnTo>
                    <a:pt x="48" y="53"/>
                  </a:lnTo>
                  <a:lnTo>
                    <a:pt x="49" y="52"/>
                  </a:lnTo>
                  <a:lnTo>
                    <a:pt x="51" y="52"/>
                  </a:lnTo>
                  <a:lnTo>
                    <a:pt x="51" y="50"/>
                  </a:lnTo>
                  <a:lnTo>
                    <a:pt x="52" y="49"/>
                  </a:lnTo>
                  <a:lnTo>
                    <a:pt x="54" y="49"/>
                  </a:lnTo>
                  <a:lnTo>
                    <a:pt x="54" y="47"/>
                  </a:lnTo>
                  <a:lnTo>
                    <a:pt x="55" y="46"/>
                  </a:lnTo>
                  <a:lnTo>
                    <a:pt x="55" y="44"/>
                  </a:lnTo>
                  <a:lnTo>
                    <a:pt x="57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38"/>
                  </a:lnTo>
                  <a:lnTo>
                    <a:pt x="58" y="37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60" y="32"/>
                  </a:lnTo>
                  <a:lnTo>
                    <a:pt x="60" y="31"/>
                  </a:lnTo>
                  <a:lnTo>
                    <a:pt x="60" y="30"/>
                  </a:lnTo>
                  <a:lnTo>
                    <a:pt x="60" y="28"/>
                  </a:lnTo>
                  <a:lnTo>
                    <a:pt x="60" y="27"/>
                  </a:lnTo>
                  <a:lnTo>
                    <a:pt x="60" y="25"/>
                  </a:lnTo>
                  <a:lnTo>
                    <a:pt x="60" y="24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7" y="16"/>
                  </a:lnTo>
                  <a:lnTo>
                    <a:pt x="57" y="15"/>
                  </a:lnTo>
                  <a:lnTo>
                    <a:pt x="55" y="13"/>
                  </a:lnTo>
                  <a:lnTo>
                    <a:pt x="54" y="12"/>
                  </a:lnTo>
                  <a:lnTo>
                    <a:pt x="54" y="10"/>
                  </a:lnTo>
                  <a:lnTo>
                    <a:pt x="52" y="9"/>
                  </a:lnTo>
                  <a:lnTo>
                    <a:pt x="51" y="9"/>
                  </a:lnTo>
                  <a:lnTo>
                    <a:pt x="51" y="7"/>
                  </a:lnTo>
                  <a:lnTo>
                    <a:pt x="49" y="6"/>
                  </a:lnTo>
                  <a:lnTo>
                    <a:pt x="48" y="6"/>
                  </a:lnTo>
                  <a:lnTo>
                    <a:pt x="46" y="4"/>
                  </a:lnTo>
                  <a:lnTo>
                    <a:pt x="45" y="4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8" name="Freeform 40">
              <a:extLst>
                <a:ext uri="{FF2B5EF4-FFF2-40B4-BE49-F238E27FC236}">
                  <a16:creationId xmlns:a16="http://schemas.microsoft.com/office/drawing/2014/main" id="{5CDDC56E-6ADA-4E0D-A3D1-F81608B99C5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971800" y="1008063"/>
              <a:ext cx="74613" cy="73025"/>
            </a:xfrm>
            <a:custGeom>
              <a:avLst/>
              <a:gdLst>
                <a:gd name="T0" fmla="*/ 2147483646 w 59"/>
                <a:gd name="T1" fmla="*/ 0 h 59"/>
                <a:gd name="T2" fmla="*/ 2147483646 w 59"/>
                <a:gd name="T3" fmla="*/ 0 h 59"/>
                <a:gd name="T4" fmla="*/ 2147483646 w 59"/>
                <a:gd name="T5" fmla="*/ 2147483646 h 59"/>
                <a:gd name="T6" fmla="*/ 2147483646 w 59"/>
                <a:gd name="T7" fmla="*/ 2147483646 h 59"/>
                <a:gd name="T8" fmla="*/ 2147483646 w 59"/>
                <a:gd name="T9" fmla="*/ 2147483646 h 59"/>
                <a:gd name="T10" fmla="*/ 2147483646 w 59"/>
                <a:gd name="T11" fmla="*/ 2147483646 h 59"/>
                <a:gd name="T12" fmla="*/ 2147483646 w 59"/>
                <a:gd name="T13" fmla="*/ 2147483646 h 59"/>
                <a:gd name="T14" fmla="*/ 2147483646 w 59"/>
                <a:gd name="T15" fmla="*/ 2147483646 h 59"/>
                <a:gd name="T16" fmla="*/ 2147483646 w 59"/>
                <a:gd name="T17" fmla="*/ 2147483646 h 59"/>
                <a:gd name="T18" fmla="*/ 0 w 59"/>
                <a:gd name="T19" fmla="*/ 2147483646 h 59"/>
                <a:gd name="T20" fmla="*/ 0 w 59"/>
                <a:gd name="T21" fmla="*/ 2147483646 h 59"/>
                <a:gd name="T22" fmla="*/ 0 w 59"/>
                <a:gd name="T23" fmla="*/ 2147483646 h 59"/>
                <a:gd name="T24" fmla="*/ 0 w 59"/>
                <a:gd name="T25" fmla="*/ 2147483646 h 59"/>
                <a:gd name="T26" fmla="*/ 2147483646 w 59"/>
                <a:gd name="T27" fmla="*/ 2147483646 h 59"/>
                <a:gd name="T28" fmla="*/ 2147483646 w 59"/>
                <a:gd name="T29" fmla="*/ 2147483646 h 59"/>
                <a:gd name="T30" fmla="*/ 2147483646 w 59"/>
                <a:gd name="T31" fmla="*/ 2147483646 h 59"/>
                <a:gd name="T32" fmla="*/ 2147483646 w 59"/>
                <a:gd name="T33" fmla="*/ 2147483646 h 59"/>
                <a:gd name="T34" fmla="*/ 2147483646 w 59"/>
                <a:gd name="T35" fmla="*/ 2147483646 h 59"/>
                <a:gd name="T36" fmla="*/ 2147483646 w 59"/>
                <a:gd name="T37" fmla="*/ 2147483646 h 59"/>
                <a:gd name="T38" fmla="*/ 2147483646 w 59"/>
                <a:gd name="T39" fmla="*/ 2147483646 h 59"/>
                <a:gd name="T40" fmla="*/ 2147483646 w 59"/>
                <a:gd name="T41" fmla="*/ 2147483646 h 59"/>
                <a:gd name="T42" fmla="*/ 2147483646 w 59"/>
                <a:gd name="T43" fmla="*/ 2147483646 h 59"/>
                <a:gd name="T44" fmla="*/ 2147483646 w 59"/>
                <a:gd name="T45" fmla="*/ 2147483646 h 59"/>
                <a:gd name="T46" fmla="*/ 2147483646 w 59"/>
                <a:gd name="T47" fmla="*/ 2147483646 h 59"/>
                <a:gd name="T48" fmla="*/ 2147483646 w 59"/>
                <a:gd name="T49" fmla="*/ 2147483646 h 59"/>
                <a:gd name="T50" fmla="*/ 2147483646 w 59"/>
                <a:gd name="T51" fmla="*/ 2147483646 h 59"/>
                <a:gd name="T52" fmla="*/ 2147483646 w 59"/>
                <a:gd name="T53" fmla="*/ 2147483646 h 59"/>
                <a:gd name="T54" fmla="*/ 2147483646 w 59"/>
                <a:gd name="T55" fmla="*/ 2147483646 h 59"/>
                <a:gd name="T56" fmla="*/ 2147483646 w 59"/>
                <a:gd name="T57" fmla="*/ 2147483646 h 59"/>
                <a:gd name="T58" fmla="*/ 2147483646 w 59"/>
                <a:gd name="T59" fmla="*/ 2147483646 h 59"/>
                <a:gd name="T60" fmla="*/ 2147483646 w 59"/>
                <a:gd name="T61" fmla="*/ 2147483646 h 59"/>
                <a:gd name="T62" fmla="*/ 2147483646 w 59"/>
                <a:gd name="T63" fmla="*/ 2147483646 h 59"/>
                <a:gd name="T64" fmla="*/ 2147483646 w 59"/>
                <a:gd name="T65" fmla="*/ 2147483646 h 59"/>
                <a:gd name="T66" fmla="*/ 2147483646 w 59"/>
                <a:gd name="T67" fmla="*/ 2147483646 h 59"/>
                <a:gd name="T68" fmla="*/ 2147483646 w 59"/>
                <a:gd name="T69" fmla="*/ 2147483646 h 59"/>
                <a:gd name="T70" fmla="*/ 2147483646 w 59"/>
                <a:gd name="T71" fmla="*/ 2147483646 h 59"/>
                <a:gd name="T72" fmla="*/ 2147483646 w 59"/>
                <a:gd name="T73" fmla="*/ 2147483646 h 59"/>
                <a:gd name="T74" fmla="*/ 2147483646 w 59"/>
                <a:gd name="T75" fmla="*/ 2147483646 h 59"/>
                <a:gd name="T76" fmla="*/ 2147483646 w 59"/>
                <a:gd name="T77" fmla="*/ 2147483646 h 59"/>
                <a:gd name="T78" fmla="*/ 2147483646 w 59"/>
                <a:gd name="T79" fmla="*/ 2147483646 h 59"/>
                <a:gd name="T80" fmla="*/ 2147483646 w 59"/>
                <a:gd name="T81" fmla="*/ 2147483646 h 59"/>
                <a:gd name="T82" fmla="*/ 2147483646 w 59"/>
                <a:gd name="T83" fmla="*/ 2147483646 h 59"/>
                <a:gd name="T84" fmla="*/ 2147483646 w 59"/>
                <a:gd name="T85" fmla="*/ 0 h 59"/>
                <a:gd name="T86" fmla="*/ 2147483646 w 59"/>
                <a:gd name="T87" fmla="*/ 0 h 59"/>
                <a:gd name="T88" fmla="*/ 2147483646 w 59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9" h="59">
                  <a:moveTo>
                    <a:pt x="30" y="30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2"/>
                  </a:lnTo>
                  <a:lnTo>
                    <a:pt x="19" y="2"/>
                  </a:lnTo>
                  <a:lnTo>
                    <a:pt x="18" y="2"/>
                  </a:lnTo>
                  <a:lnTo>
                    <a:pt x="16" y="3"/>
                  </a:lnTo>
                  <a:lnTo>
                    <a:pt x="15" y="5"/>
                  </a:lnTo>
                  <a:lnTo>
                    <a:pt x="13" y="5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7"/>
                  </a:lnTo>
                  <a:lnTo>
                    <a:pt x="9" y="9"/>
                  </a:lnTo>
                  <a:lnTo>
                    <a:pt x="7" y="9"/>
                  </a:lnTo>
                  <a:lnTo>
                    <a:pt x="7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3" y="42"/>
                  </a:lnTo>
                  <a:lnTo>
                    <a:pt x="3" y="43"/>
                  </a:lnTo>
                  <a:lnTo>
                    <a:pt x="4" y="43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50"/>
                  </a:lnTo>
                  <a:lnTo>
                    <a:pt x="10" y="52"/>
                  </a:lnTo>
                  <a:lnTo>
                    <a:pt x="12" y="53"/>
                  </a:lnTo>
                  <a:lnTo>
                    <a:pt x="13" y="53"/>
                  </a:lnTo>
                  <a:lnTo>
                    <a:pt x="15" y="55"/>
                  </a:lnTo>
                  <a:lnTo>
                    <a:pt x="16" y="55"/>
                  </a:lnTo>
                  <a:lnTo>
                    <a:pt x="16" y="56"/>
                  </a:lnTo>
                  <a:lnTo>
                    <a:pt x="18" y="56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5" y="58"/>
                  </a:lnTo>
                  <a:lnTo>
                    <a:pt x="37" y="58"/>
                  </a:lnTo>
                  <a:lnTo>
                    <a:pt x="38" y="58"/>
                  </a:lnTo>
                  <a:lnTo>
                    <a:pt x="40" y="58"/>
                  </a:lnTo>
                  <a:lnTo>
                    <a:pt x="41" y="56"/>
                  </a:lnTo>
                  <a:lnTo>
                    <a:pt x="43" y="56"/>
                  </a:lnTo>
                  <a:lnTo>
                    <a:pt x="44" y="55"/>
                  </a:lnTo>
                  <a:lnTo>
                    <a:pt x="46" y="53"/>
                  </a:lnTo>
                  <a:lnTo>
                    <a:pt x="47" y="53"/>
                  </a:lnTo>
                  <a:lnTo>
                    <a:pt x="49" y="52"/>
                  </a:lnTo>
                  <a:lnTo>
                    <a:pt x="50" y="52"/>
                  </a:lnTo>
                  <a:lnTo>
                    <a:pt x="50" y="50"/>
                  </a:lnTo>
                  <a:lnTo>
                    <a:pt x="52" y="49"/>
                  </a:lnTo>
                  <a:lnTo>
                    <a:pt x="53" y="49"/>
                  </a:lnTo>
                  <a:lnTo>
                    <a:pt x="53" y="48"/>
                  </a:lnTo>
                  <a:lnTo>
                    <a:pt x="55" y="46"/>
                  </a:lnTo>
                  <a:lnTo>
                    <a:pt x="55" y="45"/>
                  </a:lnTo>
                  <a:lnTo>
                    <a:pt x="56" y="43"/>
                  </a:lnTo>
                  <a:lnTo>
                    <a:pt x="58" y="42"/>
                  </a:lnTo>
                  <a:lnTo>
                    <a:pt x="58" y="40"/>
                  </a:lnTo>
                  <a:lnTo>
                    <a:pt x="58" y="39"/>
                  </a:lnTo>
                  <a:lnTo>
                    <a:pt x="58" y="37"/>
                  </a:lnTo>
                  <a:lnTo>
                    <a:pt x="59" y="36"/>
                  </a:lnTo>
                  <a:lnTo>
                    <a:pt x="59" y="34"/>
                  </a:lnTo>
                  <a:lnTo>
                    <a:pt x="59" y="33"/>
                  </a:lnTo>
                  <a:lnTo>
                    <a:pt x="59" y="31"/>
                  </a:lnTo>
                  <a:lnTo>
                    <a:pt x="59" y="30"/>
                  </a:lnTo>
                  <a:lnTo>
                    <a:pt x="59" y="28"/>
                  </a:lnTo>
                  <a:lnTo>
                    <a:pt x="59" y="27"/>
                  </a:lnTo>
                  <a:lnTo>
                    <a:pt x="59" y="25"/>
                  </a:lnTo>
                  <a:lnTo>
                    <a:pt x="59" y="24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6" y="16"/>
                  </a:lnTo>
                  <a:lnTo>
                    <a:pt x="56" y="15"/>
                  </a:lnTo>
                  <a:lnTo>
                    <a:pt x="55" y="13"/>
                  </a:lnTo>
                  <a:lnTo>
                    <a:pt x="53" y="12"/>
                  </a:lnTo>
                  <a:lnTo>
                    <a:pt x="53" y="10"/>
                  </a:lnTo>
                  <a:lnTo>
                    <a:pt x="52" y="9"/>
                  </a:lnTo>
                  <a:lnTo>
                    <a:pt x="50" y="9"/>
                  </a:lnTo>
                  <a:lnTo>
                    <a:pt x="50" y="7"/>
                  </a:lnTo>
                  <a:lnTo>
                    <a:pt x="49" y="6"/>
                  </a:lnTo>
                  <a:lnTo>
                    <a:pt x="47" y="6"/>
                  </a:lnTo>
                  <a:lnTo>
                    <a:pt x="46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3"/>
                  </a:lnTo>
                  <a:lnTo>
                    <a:pt x="41" y="2"/>
                  </a:lnTo>
                  <a:lnTo>
                    <a:pt x="40" y="2"/>
                  </a:lnTo>
                  <a:lnTo>
                    <a:pt x="38" y="2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9" name="Line 41">
              <a:extLst>
                <a:ext uri="{FF2B5EF4-FFF2-40B4-BE49-F238E27FC236}">
                  <a16:creationId xmlns:a16="http://schemas.microsoft.com/office/drawing/2014/main" id="{FB4A84AA-FE02-4892-ADD6-EF7913990C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70488" y="2054225"/>
              <a:ext cx="4953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0" name="Freeform 42">
              <a:extLst>
                <a:ext uri="{FF2B5EF4-FFF2-40B4-BE49-F238E27FC236}">
                  <a16:creationId xmlns:a16="http://schemas.microsoft.com/office/drawing/2014/main" id="{D391E440-E6F5-462B-A8F3-8DE3C3174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0488" y="876300"/>
              <a:ext cx="495300" cy="1012825"/>
            </a:xfrm>
            <a:custGeom>
              <a:avLst/>
              <a:gdLst>
                <a:gd name="T0" fmla="*/ 2147483646 w 623"/>
                <a:gd name="T1" fmla="*/ 2147483646 h 1275"/>
                <a:gd name="T2" fmla="*/ 2147483646 w 623"/>
                <a:gd name="T3" fmla="*/ 2147483646 h 1275"/>
                <a:gd name="T4" fmla="*/ 2147483646 w 623"/>
                <a:gd name="T5" fmla="*/ 0 h 1275"/>
                <a:gd name="T6" fmla="*/ 0 w 623"/>
                <a:gd name="T7" fmla="*/ 0 h 12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3" h="1275">
                  <a:moveTo>
                    <a:pt x="623" y="1275"/>
                  </a:moveTo>
                  <a:lnTo>
                    <a:pt x="415" y="1275"/>
                  </a:lnTo>
                  <a:lnTo>
                    <a:pt x="415" y="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1" name="Freeform 43">
              <a:extLst>
                <a:ext uri="{FF2B5EF4-FFF2-40B4-BE49-F238E27FC236}">
                  <a16:creationId xmlns:a16="http://schemas.microsoft.com/office/drawing/2014/main" id="{C0D054D3-0A0A-4864-B002-729624CC3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0488" y="2217738"/>
              <a:ext cx="495300" cy="989012"/>
            </a:xfrm>
            <a:custGeom>
              <a:avLst/>
              <a:gdLst>
                <a:gd name="T0" fmla="*/ 2147483646 w 623"/>
                <a:gd name="T1" fmla="*/ 0 h 1245"/>
                <a:gd name="T2" fmla="*/ 2147483646 w 623"/>
                <a:gd name="T3" fmla="*/ 0 h 1245"/>
                <a:gd name="T4" fmla="*/ 2147483646 w 623"/>
                <a:gd name="T5" fmla="*/ 2147483646 h 1245"/>
                <a:gd name="T6" fmla="*/ 0 w 623"/>
                <a:gd name="T7" fmla="*/ 2147483646 h 12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3" h="1245">
                  <a:moveTo>
                    <a:pt x="623" y="0"/>
                  </a:moveTo>
                  <a:lnTo>
                    <a:pt x="415" y="0"/>
                  </a:lnTo>
                  <a:lnTo>
                    <a:pt x="415" y="1245"/>
                  </a:lnTo>
                  <a:lnTo>
                    <a:pt x="0" y="1245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2" name="Line 44">
              <a:extLst>
                <a:ext uri="{FF2B5EF4-FFF2-40B4-BE49-F238E27FC236}">
                  <a16:creationId xmlns:a16="http://schemas.microsoft.com/office/drawing/2014/main" id="{BCBA9E15-3AAA-4AC9-8544-2473953B09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43713" y="2054225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3" name="Rectangle 45">
              <a:extLst>
                <a:ext uri="{FF2B5EF4-FFF2-40B4-BE49-F238E27FC236}">
                  <a16:creationId xmlns:a16="http://schemas.microsoft.com/office/drawing/2014/main" id="{ACCD0D58-3571-42C8-A2FB-D773EC712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6313" y="1944688"/>
              <a:ext cx="200025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4" name="Line 46">
              <a:extLst>
                <a:ext uri="{FF2B5EF4-FFF2-40B4-BE49-F238E27FC236}">
                  <a16:creationId xmlns:a16="http://schemas.microsoft.com/office/drawing/2014/main" id="{851B1CE0-6CBB-46CC-9F30-7E96441B4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3313" y="4878388"/>
              <a:ext cx="352425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5" name="Line 47">
              <a:extLst>
                <a:ext uri="{FF2B5EF4-FFF2-40B4-BE49-F238E27FC236}">
                  <a16:creationId xmlns:a16="http://schemas.microsoft.com/office/drawing/2014/main" id="{E565F9BE-BE8E-41EA-9332-4A3C02D9DC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3313" y="5208588"/>
              <a:ext cx="352425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6" name="Line 48">
              <a:extLst>
                <a:ext uri="{FF2B5EF4-FFF2-40B4-BE49-F238E27FC236}">
                  <a16:creationId xmlns:a16="http://schemas.microsoft.com/office/drawing/2014/main" id="{67868354-F6AB-4251-9B10-ABCD2F4FDA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24550" y="5043488"/>
              <a:ext cx="16510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7" name="Freeform 49">
              <a:extLst>
                <a:ext uri="{FF2B5EF4-FFF2-40B4-BE49-F238E27FC236}">
                  <a16:creationId xmlns:a16="http://schemas.microsoft.com/office/drawing/2014/main" id="{D5D2C8A1-275F-4927-B879-A8A1FC060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6050" y="4770438"/>
              <a:ext cx="703263" cy="279400"/>
            </a:xfrm>
            <a:custGeom>
              <a:avLst/>
              <a:gdLst>
                <a:gd name="T0" fmla="*/ 2147483646 w 885"/>
                <a:gd name="T1" fmla="*/ 0 h 353"/>
                <a:gd name="T2" fmla="*/ 2147483646 w 885"/>
                <a:gd name="T3" fmla="*/ 0 h 353"/>
                <a:gd name="T4" fmla="*/ 2147483646 w 885"/>
                <a:gd name="T5" fmla="*/ 2147483646 h 353"/>
                <a:gd name="T6" fmla="*/ 2147483646 w 885"/>
                <a:gd name="T7" fmla="*/ 2147483646 h 353"/>
                <a:gd name="T8" fmla="*/ 2147483646 w 885"/>
                <a:gd name="T9" fmla="*/ 2147483646 h 353"/>
                <a:gd name="T10" fmla="*/ 2147483646 w 885"/>
                <a:gd name="T11" fmla="*/ 2147483646 h 353"/>
                <a:gd name="T12" fmla="*/ 2147483646 w 885"/>
                <a:gd name="T13" fmla="*/ 2147483646 h 353"/>
                <a:gd name="T14" fmla="*/ 2147483646 w 885"/>
                <a:gd name="T15" fmla="*/ 2147483646 h 353"/>
                <a:gd name="T16" fmla="*/ 2147483646 w 885"/>
                <a:gd name="T17" fmla="*/ 2147483646 h 353"/>
                <a:gd name="T18" fmla="*/ 2147483646 w 885"/>
                <a:gd name="T19" fmla="*/ 2147483646 h 353"/>
                <a:gd name="T20" fmla="*/ 2147483646 w 885"/>
                <a:gd name="T21" fmla="*/ 2147483646 h 353"/>
                <a:gd name="T22" fmla="*/ 2147483646 w 885"/>
                <a:gd name="T23" fmla="*/ 2147483646 h 353"/>
                <a:gd name="T24" fmla="*/ 2147483646 w 885"/>
                <a:gd name="T25" fmla="*/ 2147483646 h 353"/>
                <a:gd name="T26" fmla="*/ 2147483646 w 885"/>
                <a:gd name="T27" fmla="*/ 2147483646 h 353"/>
                <a:gd name="T28" fmla="*/ 2147483646 w 885"/>
                <a:gd name="T29" fmla="*/ 2147483646 h 353"/>
                <a:gd name="T30" fmla="*/ 2147483646 w 885"/>
                <a:gd name="T31" fmla="*/ 2147483646 h 353"/>
                <a:gd name="T32" fmla="*/ 2147483646 w 885"/>
                <a:gd name="T33" fmla="*/ 2147483646 h 353"/>
                <a:gd name="T34" fmla="*/ 2147483646 w 885"/>
                <a:gd name="T35" fmla="*/ 2147483646 h 353"/>
                <a:gd name="T36" fmla="*/ 2147483646 w 885"/>
                <a:gd name="T37" fmla="*/ 2147483646 h 353"/>
                <a:gd name="T38" fmla="*/ 2147483646 w 885"/>
                <a:gd name="T39" fmla="*/ 2147483646 h 353"/>
                <a:gd name="T40" fmla="*/ 2147483646 w 885"/>
                <a:gd name="T41" fmla="*/ 2147483646 h 353"/>
                <a:gd name="T42" fmla="*/ 2147483646 w 885"/>
                <a:gd name="T43" fmla="*/ 2147483646 h 353"/>
                <a:gd name="T44" fmla="*/ 2147483646 w 885"/>
                <a:gd name="T45" fmla="*/ 2147483646 h 353"/>
                <a:gd name="T46" fmla="*/ 2147483646 w 885"/>
                <a:gd name="T47" fmla="*/ 2147483646 h 353"/>
                <a:gd name="T48" fmla="*/ 2147483646 w 885"/>
                <a:gd name="T49" fmla="*/ 2147483646 h 353"/>
                <a:gd name="T50" fmla="*/ 2147483646 w 885"/>
                <a:gd name="T51" fmla="*/ 2147483646 h 353"/>
                <a:gd name="T52" fmla="*/ 2147483646 w 885"/>
                <a:gd name="T53" fmla="*/ 2147483646 h 353"/>
                <a:gd name="T54" fmla="*/ 2147483646 w 885"/>
                <a:gd name="T55" fmla="*/ 2147483646 h 353"/>
                <a:gd name="T56" fmla="*/ 2147483646 w 885"/>
                <a:gd name="T57" fmla="*/ 2147483646 h 353"/>
                <a:gd name="T58" fmla="*/ 2147483646 w 885"/>
                <a:gd name="T59" fmla="*/ 2147483646 h 353"/>
                <a:gd name="T60" fmla="*/ 2147483646 w 885"/>
                <a:gd name="T61" fmla="*/ 2147483646 h 353"/>
                <a:gd name="T62" fmla="*/ 2147483646 w 885"/>
                <a:gd name="T63" fmla="*/ 2147483646 h 353"/>
                <a:gd name="T64" fmla="*/ 2147483646 w 885"/>
                <a:gd name="T65" fmla="*/ 2147483646 h 353"/>
                <a:gd name="T66" fmla="*/ 2147483646 w 885"/>
                <a:gd name="T67" fmla="*/ 2147483646 h 353"/>
                <a:gd name="T68" fmla="*/ 2147483646 w 885"/>
                <a:gd name="T69" fmla="*/ 2147483646 h 353"/>
                <a:gd name="T70" fmla="*/ 2147483646 w 885"/>
                <a:gd name="T71" fmla="*/ 2147483646 h 353"/>
                <a:gd name="T72" fmla="*/ 2147483646 w 885"/>
                <a:gd name="T73" fmla="*/ 2147483646 h 353"/>
                <a:gd name="T74" fmla="*/ 2147483646 w 885"/>
                <a:gd name="T75" fmla="*/ 2147483646 h 353"/>
                <a:gd name="T76" fmla="*/ 2147483646 w 885"/>
                <a:gd name="T77" fmla="*/ 2147483646 h 353"/>
                <a:gd name="T78" fmla="*/ 2147483646 w 885"/>
                <a:gd name="T79" fmla="*/ 2147483646 h 353"/>
                <a:gd name="T80" fmla="*/ 2147483646 w 885"/>
                <a:gd name="T81" fmla="*/ 2147483646 h 353"/>
                <a:gd name="T82" fmla="*/ 2147483646 w 885"/>
                <a:gd name="T83" fmla="*/ 2147483646 h 353"/>
                <a:gd name="T84" fmla="*/ 2147483646 w 885"/>
                <a:gd name="T85" fmla="*/ 2147483646 h 353"/>
                <a:gd name="T86" fmla="*/ 2147483646 w 885"/>
                <a:gd name="T87" fmla="*/ 2147483646 h 353"/>
                <a:gd name="T88" fmla="*/ 2147483646 w 885"/>
                <a:gd name="T89" fmla="*/ 2147483646 h 353"/>
                <a:gd name="T90" fmla="*/ 2147483646 w 885"/>
                <a:gd name="T91" fmla="*/ 2147483646 h 353"/>
                <a:gd name="T92" fmla="*/ 2147483646 w 885"/>
                <a:gd name="T93" fmla="*/ 2147483646 h 353"/>
                <a:gd name="T94" fmla="*/ 2147483646 w 885"/>
                <a:gd name="T95" fmla="*/ 2147483646 h 353"/>
                <a:gd name="T96" fmla="*/ 2147483646 w 885"/>
                <a:gd name="T97" fmla="*/ 2147483646 h 353"/>
                <a:gd name="T98" fmla="*/ 2147483646 w 885"/>
                <a:gd name="T99" fmla="*/ 2147483646 h 353"/>
                <a:gd name="T100" fmla="*/ 2147483646 w 885"/>
                <a:gd name="T101" fmla="*/ 2147483646 h 353"/>
                <a:gd name="T102" fmla="*/ 2147483646 w 885"/>
                <a:gd name="T103" fmla="*/ 2147483646 h 353"/>
                <a:gd name="T104" fmla="*/ 2147483646 w 885"/>
                <a:gd name="T105" fmla="*/ 2147483646 h 353"/>
                <a:gd name="T106" fmla="*/ 2147483646 w 885"/>
                <a:gd name="T107" fmla="*/ 2147483646 h 353"/>
                <a:gd name="T108" fmla="*/ 2147483646 w 885"/>
                <a:gd name="T109" fmla="*/ 2147483646 h 353"/>
                <a:gd name="T110" fmla="*/ 2147483646 w 885"/>
                <a:gd name="T111" fmla="*/ 2147483646 h 353"/>
                <a:gd name="T112" fmla="*/ 2147483646 w 885"/>
                <a:gd name="T113" fmla="*/ 2147483646 h 353"/>
                <a:gd name="T114" fmla="*/ 2147483646 w 885"/>
                <a:gd name="T115" fmla="*/ 2147483646 h 353"/>
                <a:gd name="T116" fmla="*/ 2147483646 w 885"/>
                <a:gd name="T117" fmla="*/ 2147483646 h 353"/>
                <a:gd name="T118" fmla="*/ 2147483646 w 885"/>
                <a:gd name="T119" fmla="*/ 2147483646 h 353"/>
                <a:gd name="T120" fmla="*/ 2147483646 w 885"/>
                <a:gd name="T121" fmla="*/ 2147483646 h 3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5" h="353">
                  <a:moveTo>
                    <a:pt x="0" y="0"/>
                  </a:moveTo>
                  <a:lnTo>
                    <a:pt x="34" y="0"/>
                  </a:lnTo>
                  <a:lnTo>
                    <a:pt x="65" y="0"/>
                  </a:lnTo>
                  <a:lnTo>
                    <a:pt x="95" y="0"/>
                  </a:lnTo>
                  <a:lnTo>
                    <a:pt x="123" y="0"/>
                  </a:lnTo>
                  <a:lnTo>
                    <a:pt x="148" y="0"/>
                  </a:lnTo>
                  <a:lnTo>
                    <a:pt x="172" y="0"/>
                  </a:lnTo>
                  <a:lnTo>
                    <a:pt x="194" y="0"/>
                  </a:lnTo>
                  <a:lnTo>
                    <a:pt x="215" y="0"/>
                  </a:lnTo>
                  <a:lnTo>
                    <a:pt x="234" y="0"/>
                  </a:lnTo>
                  <a:lnTo>
                    <a:pt x="252" y="0"/>
                  </a:lnTo>
                  <a:lnTo>
                    <a:pt x="269" y="0"/>
                  </a:lnTo>
                  <a:lnTo>
                    <a:pt x="283" y="0"/>
                  </a:lnTo>
                  <a:lnTo>
                    <a:pt x="297" y="0"/>
                  </a:lnTo>
                  <a:lnTo>
                    <a:pt x="309" y="0"/>
                  </a:lnTo>
                  <a:lnTo>
                    <a:pt x="319" y="0"/>
                  </a:lnTo>
                  <a:lnTo>
                    <a:pt x="329" y="0"/>
                  </a:lnTo>
                  <a:lnTo>
                    <a:pt x="338" y="0"/>
                  </a:lnTo>
                  <a:lnTo>
                    <a:pt x="346" y="0"/>
                  </a:lnTo>
                  <a:lnTo>
                    <a:pt x="353" y="1"/>
                  </a:lnTo>
                  <a:lnTo>
                    <a:pt x="359" y="1"/>
                  </a:lnTo>
                  <a:lnTo>
                    <a:pt x="365" y="1"/>
                  </a:lnTo>
                  <a:lnTo>
                    <a:pt x="369" y="1"/>
                  </a:lnTo>
                  <a:lnTo>
                    <a:pt x="374" y="1"/>
                  </a:lnTo>
                  <a:lnTo>
                    <a:pt x="378" y="1"/>
                  </a:lnTo>
                  <a:lnTo>
                    <a:pt x="381" y="1"/>
                  </a:lnTo>
                  <a:lnTo>
                    <a:pt x="384" y="1"/>
                  </a:lnTo>
                  <a:lnTo>
                    <a:pt x="387" y="1"/>
                  </a:lnTo>
                  <a:lnTo>
                    <a:pt x="390" y="1"/>
                  </a:lnTo>
                  <a:lnTo>
                    <a:pt x="392" y="1"/>
                  </a:lnTo>
                  <a:lnTo>
                    <a:pt x="395" y="1"/>
                  </a:lnTo>
                  <a:lnTo>
                    <a:pt x="398" y="3"/>
                  </a:lnTo>
                  <a:lnTo>
                    <a:pt x="399" y="3"/>
                  </a:lnTo>
                  <a:lnTo>
                    <a:pt x="402" y="3"/>
                  </a:lnTo>
                  <a:lnTo>
                    <a:pt x="403" y="3"/>
                  </a:lnTo>
                  <a:lnTo>
                    <a:pt x="406" y="3"/>
                  </a:lnTo>
                  <a:lnTo>
                    <a:pt x="408" y="3"/>
                  </a:lnTo>
                  <a:lnTo>
                    <a:pt x="411" y="3"/>
                  </a:lnTo>
                  <a:lnTo>
                    <a:pt x="412" y="3"/>
                  </a:lnTo>
                  <a:lnTo>
                    <a:pt x="414" y="3"/>
                  </a:lnTo>
                  <a:lnTo>
                    <a:pt x="415" y="3"/>
                  </a:lnTo>
                  <a:lnTo>
                    <a:pt x="417" y="3"/>
                  </a:lnTo>
                  <a:lnTo>
                    <a:pt x="418" y="4"/>
                  </a:lnTo>
                  <a:lnTo>
                    <a:pt x="420" y="4"/>
                  </a:lnTo>
                  <a:lnTo>
                    <a:pt x="421" y="4"/>
                  </a:lnTo>
                  <a:lnTo>
                    <a:pt x="423" y="4"/>
                  </a:lnTo>
                  <a:lnTo>
                    <a:pt x="424" y="4"/>
                  </a:lnTo>
                  <a:lnTo>
                    <a:pt x="426" y="4"/>
                  </a:lnTo>
                  <a:lnTo>
                    <a:pt x="427" y="4"/>
                  </a:lnTo>
                  <a:lnTo>
                    <a:pt x="429" y="4"/>
                  </a:lnTo>
                  <a:lnTo>
                    <a:pt x="430" y="4"/>
                  </a:lnTo>
                  <a:lnTo>
                    <a:pt x="432" y="4"/>
                  </a:lnTo>
                  <a:lnTo>
                    <a:pt x="433" y="4"/>
                  </a:lnTo>
                  <a:lnTo>
                    <a:pt x="435" y="6"/>
                  </a:lnTo>
                  <a:lnTo>
                    <a:pt x="436" y="6"/>
                  </a:lnTo>
                  <a:lnTo>
                    <a:pt x="438" y="6"/>
                  </a:lnTo>
                  <a:lnTo>
                    <a:pt x="439" y="6"/>
                  </a:lnTo>
                  <a:lnTo>
                    <a:pt x="441" y="6"/>
                  </a:lnTo>
                  <a:lnTo>
                    <a:pt x="442" y="6"/>
                  </a:lnTo>
                  <a:lnTo>
                    <a:pt x="444" y="6"/>
                  </a:lnTo>
                  <a:lnTo>
                    <a:pt x="445" y="7"/>
                  </a:lnTo>
                  <a:lnTo>
                    <a:pt x="448" y="7"/>
                  </a:lnTo>
                  <a:lnTo>
                    <a:pt x="449" y="7"/>
                  </a:lnTo>
                  <a:lnTo>
                    <a:pt x="452" y="7"/>
                  </a:lnTo>
                  <a:lnTo>
                    <a:pt x="454" y="7"/>
                  </a:lnTo>
                  <a:lnTo>
                    <a:pt x="457" y="8"/>
                  </a:lnTo>
                  <a:lnTo>
                    <a:pt x="458" y="8"/>
                  </a:lnTo>
                  <a:lnTo>
                    <a:pt x="461" y="8"/>
                  </a:lnTo>
                  <a:lnTo>
                    <a:pt x="463" y="8"/>
                  </a:lnTo>
                  <a:lnTo>
                    <a:pt x="464" y="8"/>
                  </a:lnTo>
                  <a:lnTo>
                    <a:pt x="466" y="10"/>
                  </a:lnTo>
                  <a:lnTo>
                    <a:pt x="467" y="10"/>
                  </a:lnTo>
                  <a:lnTo>
                    <a:pt x="469" y="10"/>
                  </a:lnTo>
                  <a:lnTo>
                    <a:pt x="470" y="10"/>
                  </a:lnTo>
                  <a:lnTo>
                    <a:pt x="472" y="10"/>
                  </a:lnTo>
                  <a:lnTo>
                    <a:pt x="473" y="11"/>
                  </a:lnTo>
                  <a:lnTo>
                    <a:pt x="475" y="11"/>
                  </a:lnTo>
                  <a:lnTo>
                    <a:pt x="476" y="11"/>
                  </a:lnTo>
                  <a:lnTo>
                    <a:pt x="478" y="11"/>
                  </a:lnTo>
                  <a:lnTo>
                    <a:pt x="479" y="11"/>
                  </a:lnTo>
                  <a:lnTo>
                    <a:pt x="481" y="11"/>
                  </a:lnTo>
                  <a:lnTo>
                    <a:pt x="482" y="13"/>
                  </a:lnTo>
                  <a:lnTo>
                    <a:pt x="484" y="13"/>
                  </a:lnTo>
                  <a:lnTo>
                    <a:pt x="485" y="13"/>
                  </a:lnTo>
                  <a:lnTo>
                    <a:pt x="487" y="14"/>
                  </a:lnTo>
                  <a:lnTo>
                    <a:pt x="489" y="14"/>
                  </a:lnTo>
                  <a:lnTo>
                    <a:pt x="491" y="14"/>
                  </a:lnTo>
                  <a:lnTo>
                    <a:pt x="492" y="16"/>
                  </a:lnTo>
                  <a:lnTo>
                    <a:pt x="494" y="16"/>
                  </a:lnTo>
                  <a:lnTo>
                    <a:pt x="495" y="17"/>
                  </a:lnTo>
                  <a:lnTo>
                    <a:pt x="498" y="17"/>
                  </a:lnTo>
                  <a:lnTo>
                    <a:pt x="500" y="17"/>
                  </a:lnTo>
                  <a:lnTo>
                    <a:pt x="503" y="19"/>
                  </a:lnTo>
                  <a:lnTo>
                    <a:pt x="506" y="19"/>
                  </a:lnTo>
                  <a:lnTo>
                    <a:pt x="507" y="20"/>
                  </a:lnTo>
                  <a:lnTo>
                    <a:pt x="510" y="22"/>
                  </a:lnTo>
                  <a:lnTo>
                    <a:pt x="513" y="22"/>
                  </a:lnTo>
                  <a:lnTo>
                    <a:pt x="516" y="23"/>
                  </a:lnTo>
                  <a:lnTo>
                    <a:pt x="518" y="23"/>
                  </a:lnTo>
                  <a:lnTo>
                    <a:pt x="521" y="25"/>
                  </a:lnTo>
                  <a:lnTo>
                    <a:pt x="522" y="25"/>
                  </a:lnTo>
                  <a:lnTo>
                    <a:pt x="524" y="25"/>
                  </a:lnTo>
                  <a:lnTo>
                    <a:pt x="525" y="26"/>
                  </a:lnTo>
                  <a:lnTo>
                    <a:pt x="527" y="26"/>
                  </a:lnTo>
                  <a:lnTo>
                    <a:pt x="530" y="26"/>
                  </a:lnTo>
                  <a:lnTo>
                    <a:pt x="531" y="28"/>
                  </a:lnTo>
                  <a:lnTo>
                    <a:pt x="532" y="28"/>
                  </a:lnTo>
                  <a:lnTo>
                    <a:pt x="532" y="29"/>
                  </a:lnTo>
                  <a:lnTo>
                    <a:pt x="534" y="29"/>
                  </a:lnTo>
                  <a:lnTo>
                    <a:pt x="535" y="29"/>
                  </a:lnTo>
                  <a:lnTo>
                    <a:pt x="537" y="31"/>
                  </a:lnTo>
                  <a:lnTo>
                    <a:pt x="538" y="31"/>
                  </a:lnTo>
                  <a:lnTo>
                    <a:pt x="540" y="31"/>
                  </a:lnTo>
                  <a:lnTo>
                    <a:pt x="541" y="32"/>
                  </a:lnTo>
                  <a:lnTo>
                    <a:pt x="543" y="32"/>
                  </a:lnTo>
                  <a:lnTo>
                    <a:pt x="544" y="32"/>
                  </a:lnTo>
                  <a:lnTo>
                    <a:pt x="546" y="34"/>
                  </a:lnTo>
                  <a:lnTo>
                    <a:pt x="547" y="34"/>
                  </a:lnTo>
                  <a:lnTo>
                    <a:pt x="549" y="35"/>
                  </a:lnTo>
                  <a:lnTo>
                    <a:pt x="550" y="35"/>
                  </a:lnTo>
                  <a:lnTo>
                    <a:pt x="552" y="37"/>
                  </a:lnTo>
                  <a:lnTo>
                    <a:pt x="553" y="37"/>
                  </a:lnTo>
                  <a:lnTo>
                    <a:pt x="555" y="38"/>
                  </a:lnTo>
                  <a:lnTo>
                    <a:pt x="556" y="40"/>
                  </a:lnTo>
                  <a:lnTo>
                    <a:pt x="559" y="40"/>
                  </a:lnTo>
                  <a:lnTo>
                    <a:pt x="561" y="41"/>
                  </a:lnTo>
                  <a:lnTo>
                    <a:pt x="564" y="43"/>
                  </a:lnTo>
                  <a:lnTo>
                    <a:pt x="565" y="44"/>
                  </a:lnTo>
                  <a:lnTo>
                    <a:pt x="568" y="46"/>
                  </a:lnTo>
                  <a:lnTo>
                    <a:pt x="570" y="46"/>
                  </a:lnTo>
                  <a:lnTo>
                    <a:pt x="573" y="47"/>
                  </a:lnTo>
                  <a:lnTo>
                    <a:pt x="574" y="49"/>
                  </a:lnTo>
                  <a:lnTo>
                    <a:pt x="575" y="49"/>
                  </a:lnTo>
                  <a:lnTo>
                    <a:pt x="577" y="50"/>
                  </a:lnTo>
                  <a:lnTo>
                    <a:pt x="578" y="50"/>
                  </a:lnTo>
                  <a:lnTo>
                    <a:pt x="580" y="51"/>
                  </a:lnTo>
                  <a:lnTo>
                    <a:pt x="581" y="51"/>
                  </a:lnTo>
                  <a:lnTo>
                    <a:pt x="583" y="53"/>
                  </a:lnTo>
                  <a:lnTo>
                    <a:pt x="584" y="53"/>
                  </a:lnTo>
                  <a:lnTo>
                    <a:pt x="586" y="54"/>
                  </a:lnTo>
                  <a:lnTo>
                    <a:pt x="587" y="54"/>
                  </a:lnTo>
                  <a:lnTo>
                    <a:pt x="589" y="56"/>
                  </a:lnTo>
                  <a:lnTo>
                    <a:pt x="590" y="56"/>
                  </a:lnTo>
                  <a:lnTo>
                    <a:pt x="592" y="57"/>
                  </a:lnTo>
                  <a:lnTo>
                    <a:pt x="593" y="57"/>
                  </a:lnTo>
                  <a:lnTo>
                    <a:pt x="593" y="59"/>
                  </a:lnTo>
                  <a:lnTo>
                    <a:pt x="595" y="59"/>
                  </a:lnTo>
                  <a:lnTo>
                    <a:pt x="596" y="59"/>
                  </a:lnTo>
                  <a:lnTo>
                    <a:pt x="598" y="60"/>
                  </a:lnTo>
                  <a:lnTo>
                    <a:pt x="599" y="60"/>
                  </a:lnTo>
                  <a:lnTo>
                    <a:pt x="601" y="62"/>
                  </a:lnTo>
                  <a:lnTo>
                    <a:pt x="602" y="62"/>
                  </a:lnTo>
                  <a:lnTo>
                    <a:pt x="604" y="63"/>
                  </a:lnTo>
                  <a:lnTo>
                    <a:pt x="605" y="65"/>
                  </a:lnTo>
                  <a:lnTo>
                    <a:pt x="607" y="65"/>
                  </a:lnTo>
                  <a:lnTo>
                    <a:pt x="608" y="66"/>
                  </a:lnTo>
                  <a:lnTo>
                    <a:pt x="611" y="68"/>
                  </a:lnTo>
                  <a:lnTo>
                    <a:pt x="613" y="69"/>
                  </a:lnTo>
                  <a:lnTo>
                    <a:pt x="616" y="69"/>
                  </a:lnTo>
                  <a:lnTo>
                    <a:pt x="617" y="71"/>
                  </a:lnTo>
                  <a:lnTo>
                    <a:pt x="618" y="72"/>
                  </a:lnTo>
                  <a:lnTo>
                    <a:pt x="620" y="72"/>
                  </a:lnTo>
                  <a:lnTo>
                    <a:pt x="621" y="74"/>
                  </a:lnTo>
                  <a:lnTo>
                    <a:pt x="623" y="75"/>
                  </a:lnTo>
                  <a:lnTo>
                    <a:pt x="624" y="75"/>
                  </a:lnTo>
                  <a:lnTo>
                    <a:pt x="626" y="77"/>
                  </a:lnTo>
                  <a:lnTo>
                    <a:pt x="627" y="77"/>
                  </a:lnTo>
                  <a:lnTo>
                    <a:pt x="629" y="78"/>
                  </a:lnTo>
                  <a:lnTo>
                    <a:pt x="630" y="78"/>
                  </a:lnTo>
                  <a:lnTo>
                    <a:pt x="632" y="80"/>
                  </a:lnTo>
                  <a:lnTo>
                    <a:pt x="633" y="80"/>
                  </a:lnTo>
                  <a:lnTo>
                    <a:pt x="635" y="81"/>
                  </a:lnTo>
                  <a:lnTo>
                    <a:pt x="636" y="83"/>
                  </a:lnTo>
                  <a:lnTo>
                    <a:pt x="638" y="83"/>
                  </a:lnTo>
                  <a:lnTo>
                    <a:pt x="639" y="84"/>
                  </a:lnTo>
                  <a:lnTo>
                    <a:pt x="641" y="84"/>
                  </a:lnTo>
                  <a:lnTo>
                    <a:pt x="641" y="86"/>
                  </a:lnTo>
                  <a:lnTo>
                    <a:pt x="642" y="86"/>
                  </a:lnTo>
                  <a:lnTo>
                    <a:pt x="644" y="87"/>
                  </a:lnTo>
                  <a:lnTo>
                    <a:pt x="645" y="89"/>
                  </a:lnTo>
                  <a:lnTo>
                    <a:pt x="647" y="89"/>
                  </a:lnTo>
                  <a:lnTo>
                    <a:pt x="648" y="90"/>
                  </a:lnTo>
                  <a:lnTo>
                    <a:pt x="650" y="90"/>
                  </a:lnTo>
                  <a:lnTo>
                    <a:pt x="651" y="92"/>
                  </a:lnTo>
                  <a:lnTo>
                    <a:pt x="653" y="93"/>
                  </a:lnTo>
                  <a:lnTo>
                    <a:pt x="654" y="93"/>
                  </a:lnTo>
                  <a:lnTo>
                    <a:pt x="656" y="94"/>
                  </a:lnTo>
                  <a:lnTo>
                    <a:pt x="657" y="96"/>
                  </a:lnTo>
                  <a:lnTo>
                    <a:pt x="659" y="97"/>
                  </a:lnTo>
                  <a:lnTo>
                    <a:pt x="660" y="97"/>
                  </a:lnTo>
                  <a:lnTo>
                    <a:pt x="661" y="99"/>
                  </a:lnTo>
                  <a:lnTo>
                    <a:pt x="663" y="99"/>
                  </a:lnTo>
                  <a:lnTo>
                    <a:pt x="664" y="100"/>
                  </a:lnTo>
                  <a:lnTo>
                    <a:pt x="666" y="100"/>
                  </a:lnTo>
                  <a:lnTo>
                    <a:pt x="666" y="102"/>
                  </a:lnTo>
                  <a:lnTo>
                    <a:pt x="667" y="102"/>
                  </a:lnTo>
                  <a:lnTo>
                    <a:pt x="667" y="103"/>
                  </a:lnTo>
                  <a:lnTo>
                    <a:pt x="669" y="103"/>
                  </a:lnTo>
                  <a:lnTo>
                    <a:pt x="670" y="103"/>
                  </a:lnTo>
                  <a:lnTo>
                    <a:pt x="670" y="105"/>
                  </a:lnTo>
                  <a:lnTo>
                    <a:pt x="672" y="105"/>
                  </a:lnTo>
                  <a:lnTo>
                    <a:pt x="673" y="106"/>
                  </a:lnTo>
                  <a:lnTo>
                    <a:pt x="675" y="108"/>
                  </a:lnTo>
                  <a:lnTo>
                    <a:pt x="676" y="108"/>
                  </a:lnTo>
                  <a:lnTo>
                    <a:pt x="676" y="109"/>
                  </a:lnTo>
                  <a:lnTo>
                    <a:pt x="678" y="109"/>
                  </a:lnTo>
                  <a:lnTo>
                    <a:pt x="679" y="111"/>
                  </a:lnTo>
                  <a:lnTo>
                    <a:pt x="681" y="112"/>
                  </a:lnTo>
                  <a:lnTo>
                    <a:pt x="682" y="112"/>
                  </a:lnTo>
                  <a:lnTo>
                    <a:pt x="682" y="114"/>
                  </a:lnTo>
                  <a:lnTo>
                    <a:pt x="684" y="114"/>
                  </a:lnTo>
                  <a:lnTo>
                    <a:pt x="685" y="115"/>
                  </a:lnTo>
                  <a:lnTo>
                    <a:pt x="687" y="117"/>
                  </a:lnTo>
                  <a:lnTo>
                    <a:pt x="688" y="118"/>
                  </a:lnTo>
                  <a:lnTo>
                    <a:pt x="690" y="118"/>
                  </a:lnTo>
                  <a:lnTo>
                    <a:pt x="690" y="120"/>
                  </a:lnTo>
                  <a:lnTo>
                    <a:pt x="691" y="120"/>
                  </a:lnTo>
                  <a:lnTo>
                    <a:pt x="693" y="121"/>
                  </a:lnTo>
                  <a:lnTo>
                    <a:pt x="694" y="121"/>
                  </a:lnTo>
                  <a:lnTo>
                    <a:pt x="694" y="123"/>
                  </a:lnTo>
                  <a:lnTo>
                    <a:pt x="696" y="123"/>
                  </a:lnTo>
                  <a:lnTo>
                    <a:pt x="696" y="124"/>
                  </a:lnTo>
                  <a:lnTo>
                    <a:pt x="697" y="124"/>
                  </a:lnTo>
                  <a:lnTo>
                    <a:pt x="697" y="126"/>
                  </a:lnTo>
                  <a:lnTo>
                    <a:pt x="699" y="126"/>
                  </a:lnTo>
                  <a:lnTo>
                    <a:pt x="700" y="127"/>
                  </a:lnTo>
                  <a:lnTo>
                    <a:pt x="702" y="127"/>
                  </a:lnTo>
                  <a:lnTo>
                    <a:pt x="702" y="129"/>
                  </a:lnTo>
                  <a:lnTo>
                    <a:pt x="703" y="129"/>
                  </a:lnTo>
                  <a:lnTo>
                    <a:pt x="704" y="130"/>
                  </a:lnTo>
                  <a:lnTo>
                    <a:pt x="706" y="132"/>
                  </a:lnTo>
                  <a:lnTo>
                    <a:pt x="707" y="132"/>
                  </a:lnTo>
                  <a:lnTo>
                    <a:pt x="709" y="133"/>
                  </a:lnTo>
                  <a:lnTo>
                    <a:pt x="710" y="133"/>
                  </a:lnTo>
                  <a:lnTo>
                    <a:pt x="710" y="135"/>
                  </a:lnTo>
                  <a:lnTo>
                    <a:pt x="712" y="136"/>
                  </a:lnTo>
                  <a:lnTo>
                    <a:pt x="713" y="136"/>
                  </a:lnTo>
                  <a:lnTo>
                    <a:pt x="715" y="137"/>
                  </a:lnTo>
                  <a:lnTo>
                    <a:pt x="716" y="137"/>
                  </a:lnTo>
                  <a:lnTo>
                    <a:pt x="718" y="139"/>
                  </a:lnTo>
                  <a:lnTo>
                    <a:pt x="718" y="140"/>
                  </a:lnTo>
                  <a:lnTo>
                    <a:pt x="719" y="140"/>
                  </a:lnTo>
                  <a:lnTo>
                    <a:pt x="721" y="140"/>
                  </a:lnTo>
                  <a:lnTo>
                    <a:pt x="721" y="142"/>
                  </a:lnTo>
                  <a:lnTo>
                    <a:pt x="722" y="142"/>
                  </a:lnTo>
                  <a:lnTo>
                    <a:pt x="724" y="143"/>
                  </a:lnTo>
                  <a:lnTo>
                    <a:pt x="725" y="145"/>
                  </a:lnTo>
                  <a:lnTo>
                    <a:pt x="727" y="145"/>
                  </a:lnTo>
                  <a:lnTo>
                    <a:pt x="727" y="146"/>
                  </a:lnTo>
                  <a:lnTo>
                    <a:pt x="728" y="146"/>
                  </a:lnTo>
                  <a:lnTo>
                    <a:pt x="728" y="148"/>
                  </a:lnTo>
                  <a:lnTo>
                    <a:pt x="730" y="148"/>
                  </a:lnTo>
                  <a:lnTo>
                    <a:pt x="731" y="149"/>
                  </a:lnTo>
                  <a:lnTo>
                    <a:pt x="733" y="151"/>
                  </a:lnTo>
                  <a:lnTo>
                    <a:pt x="734" y="152"/>
                  </a:lnTo>
                  <a:lnTo>
                    <a:pt x="734" y="154"/>
                  </a:lnTo>
                  <a:lnTo>
                    <a:pt x="736" y="154"/>
                  </a:lnTo>
                  <a:lnTo>
                    <a:pt x="737" y="155"/>
                  </a:lnTo>
                  <a:lnTo>
                    <a:pt x="737" y="157"/>
                  </a:lnTo>
                  <a:lnTo>
                    <a:pt x="739" y="158"/>
                  </a:lnTo>
                  <a:lnTo>
                    <a:pt x="740" y="158"/>
                  </a:lnTo>
                  <a:lnTo>
                    <a:pt x="742" y="160"/>
                  </a:lnTo>
                  <a:lnTo>
                    <a:pt x="743" y="161"/>
                  </a:lnTo>
                  <a:lnTo>
                    <a:pt x="745" y="163"/>
                  </a:lnTo>
                  <a:lnTo>
                    <a:pt x="746" y="164"/>
                  </a:lnTo>
                  <a:lnTo>
                    <a:pt x="747" y="166"/>
                  </a:lnTo>
                  <a:lnTo>
                    <a:pt x="747" y="167"/>
                  </a:lnTo>
                  <a:lnTo>
                    <a:pt x="749" y="169"/>
                  </a:lnTo>
                  <a:lnTo>
                    <a:pt x="750" y="170"/>
                  </a:lnTo>
                  <a:lnTo>
                    <a:pt x="752" y="172"/>
                  </a:lnTo>
                  <a:lnTo>
                    <a:pt x="753" y="173"/>
                  </a:lnTo>
                  <a:lnTo>
                    <a:pt x="755" y="175"/>
                  </a:lnTo>
                  <a:lnTo>
                    <a:pt x="756" y="176"/>
                  </a:lnTo>
                  <a:lnTo>
                    <a:pt x="758" y="178"/>
                  </a:lnTo>
                  <a:lnTo>
                    <a:pt x="759" y="179"/>
                  </a:lnTo>
                  <a:lnTo>
                    <a:pt x="761" y="180"/>
                  </a:lnTo>
                  <a:lnTo>
                    <a:pt x="761" y="182"/>
                  </a:lnTo>
                  <a:lnTo>
                    <a:pt x="762" y="182"/>
                  </a:lnTo>
                  <a:lnTo>
                    <a:pt x="762" y="183"/>
                  </a:lnTo>
                  <a:lnTo>
                    <a:pt x="764" y="185"/>
                  </a:lnTo>
                  <a:lnTo>
                    <a:pt x="765" y="185"/>
                  </a:lnTo>
                  <a:lnTo>
                    <a:pt x="765" y="186"/>
                  </a:lnTo>
                  <a:lnTo>
                    <a:pt x="767" y="188"/>
                  </a:lnTo>
                  <a:lnTo>
                    <a:pt x="768" y="189"/>
                  </a:lnTo>
                  <a:lnTo>
                    <a:pt x="768" y="191"/>
                  </a:lnTo>
                  <a:lnTo>
                    <a:pt x="770" y="192"/>
                  </a:lnTo>
                  <a:lnTo>
                    <a:pt x="771" y="194"/>
                  </a:lnTo>
                  <a:lnTo>
                    <a:pt x="773" y="195"/>
                  </a:lnTo>
                  <a:lnTo>
                    <a:pt x="774" y="197"/>
                  </a:lnTo>
                  <a:lnTo>
                    <a:pt x="776" y="198"/>
                  </a:lnTo>
                  <a:lnTo>
                    <a:pt x="777" y="200"/>
                  </a:lnTo>
                  <a:lnTo>
                    <a:pt x="779" y="203"/>
                  </a:lnTo>
                  <a:lnTo>
                    <a:pt x="780" y="204"/>
                  </a:lnTo>
                  <a:lnTo>
                    <a:pt x="782" y="206"/>
                  </a:lnTo>
                  <a:lnTo>
                    <a:pt x="783" y="207"/>
                  </a:lnTo>
                  <a:lnTo>
                    <a:pt x="785" y="210"/>
                  </a:lnTo>
                  <a:lnTo>
                    <a:pt x="786" y="212"/>
                  </a:lnTo>
                  <a:lnTo>
                    <a:pt x="788" y="213"/>
                  </a:lnTo>
                  <a:lnTo>
                    <a:pt x="789" y="215"/>
                  </a:lnTo>
                  <a:lnTo>
                    <a:pt x="789" y="216"/>
                  </a:lnTo>
                  <a:lnTo>
                    <a:pt x="790" y="216"/>
                  </a:lnTo>
                  <a:lnTo>
                    <a:pt x="792" y="218"/>
                  </a:lnTo>
                  <a:lnTo>
                    <a:pt x="792" y="219"/>
                  </a:lnTo>
                  <a:lnTo>
                    <a:pt x="793" y="221"/>
                  </a:lnTo>
                  <a:lnTo>
                    <a:pt x="795" y="222"/>
                  </a:lnTo>
                  <a:lnTo>
                    <a:pt x="796" y="224"/>
                  </a:lnTo>
                  <a:lnTo>
                    <a:pt x="796" y="225"/>
                  </a:lnTo>
                  <a:lnTo>
                    <a:pt x="798" y="226"/>
                  </a:lnTo>
                  <a:lnTo>
                    <a:pt x="799" y="226"/>
                  </a:lnTo>
                  <a:lnTo>
                    <a:pt x="799" y="228"/>
                  </a:lnTo>
                  <a:lnTo>
                    <a:pt x="801" y="229"/>
                  </a:lnTo>
                  <a:lnTo>
                    <a:pt x="801" y="231"/>
                  </a:lnTo>
                  <a:lnTo>
                    <a:pt x="802" y="232"/>
                  </a:lnTo>
                  <a:lnTo>
                    <a:pt x="804" y="234"/>
                  </a:lnTo>
                  <a:lnTo>
                    <a:pt x="805" y="235"/>
                  </a:lnTo>
                  <a:lnTo>
                    <a:pt x="805" y="237"/>
                  </a:lnTo>
                  <a:lnTo>
                    <a:pt x="807" y="238"/>
                  </a:lnTo>
                  <a:lnTo>
                    <a:pt x="808" y="240"/>
                  </a:lnTo>
                  <a:lnTo>
                    <a:pt x="810" y="241"/>
                  </a:lnTo>
                  <a:lnTo>
                    <a:pt x="811" y="244"/>
                  </a:lnTo>
                  <a:lnTo>
                    <a:pt x="813" y="246"/>
                  </a:lnTo>
                  <a:lnTo>
                    <a:pt x="814" y="247"/>
                  </a:lnTo>
                  <a:lnTo>
                    <a:pt x="816" y="250"/>
                  </a:lnTo>
                  <a:lnTo>
                    <a:pt x="817" y="253"/>
                  </a:lnTo>
                  <a:lnTo>
                    <a:pt x="819" y="255"/>
                  </a:lnTo>
                  <a:lnTo>
                    <a:pt x="820" y="258"/>
                  </a:lnTo>
                  <a:lnTo>
                    <a:pt x="822" y="259"/>
                  </a:lnTo>
                  <a:lnTo>
                    <a:pt x="823" y="261"/>
                  </a:lnTo>
                  <a:lnTo>
                    <a:pt x="825" y="262"/>
                  </a:lnTo>
                  <a:lnTo>
                    <a:pt x="826" y="264"/>
                  </a:lnTo>
                  <a:lnTo>
                    <a:pt x="826" y="265"/>
                  </a:lnTo>
                  <a:lnTo>
                    <a:pt x="828" y="267"/>
                  </a:lnTo>
                  <a:lnTo>
                    <a:pt x="829" y="268"/>
                  </a:lnTo>
                  <a:lnTo>
                    <a:pt x="829" y="269"/>
                  </a:lnTo>
                  <a:lnTo>
                    <a:pt x="831" y="271"/>
                  </a:lnTo>
                  <a:lnTo>
                    <a:pt x="832" y="272"/>
                  </a:lnTo>
                  <a:lnTo>
                    <a:pt x="832" y="274"/>
                  </a:lnTo>
                  <a:lnTo>
                    <a:pt x="833" y="275"/>
                  </a:lnTo>
                  <a:lnTo>
                    <a:pt x="835" y="277"/>
                  </a:lnTo>
                  <a:lnTo>
                    <a:pt x="835" y="278"/>
                  </a:lnTo>
                  <a:lnTo>
                    <a:pt x="836" y="278"/>
                  </a:lnTo>
                  <a:lnTo>
                    <a:pt x="836" y="280"/>
                  </a:lnTo>
                  <a:lnTo>
                    <a:pt x="838" y="281"/>
                  </a:lnTo>
                  <a:lnTo>
                    <a:pt x="839" y="283"/>
                  </a:lnTo>
                  <a:lnTo>
                    <a:pt x="839" y="284"/>
                  </a:lnTo>
                  <a:lnTo>
                    <a:pt x="841" y="286"/>
                  </a:lnTo>
                  <a:lnTo>
                    <a:pt x="842" y="287"/>
                  </a:lnTo>
                  <a:lnTo>
                    <a:pt x="844" y="289"/>
                  </a:lnTo>
                  <a:lnTo>
                    <a:pt x="844" y="290"/>
                  </a:lnTo>
                  <a:lnTo>
                    <a:pt x="845" y="292"/>
                  </a:lnTo>
                  <a:lnTo>
                    <a:pt x="847" y="295"/>
                  </a:lnTo>
                  <a:lnTo>
                    <a:pt x="848" y="296"/>
                  </a:lnTo>
                  <a:lnTo>
                    <a:pt x="850" y="298"/>
                  </a:lnTo>
                  <a:lnTo>
                    <a:pt x="851" y="301"/>
                  </a:lnTo>
                  <a:lnTo>
                    <a:pt x="853" y="304"/>
                  </a:lnTo>
                  <a:lnTo>
                    <a:pt x="856" y="305"/>
                  </a:lnTo>
                  <a:lnTo>
                    <a:pt x="857" y="308"/>
                  </a:lnTo>
                  <a:lnTo>
                    <a:pt x="859" y="310"/>
                  </a:lnTo>
                  <a:lnTo>
                    <a:pt x="860" y="312"/>
                  </a:lnTo>
                  <a:lnTo>
                    <a:pt x="862" y="314"/>
                  </a:lnTo>
                  <a:lnTo>
                    <a:pt x="863" y="315"/>
                  </a:lnTo>
                  <a:lnTo>
                    <a:pt x="863" y="317"/>
                  </a:lnTo>
                  <a:lnTo>
                    <a:pt x="865" y="318"/>
                  </a:lnTo>
                  <a:lnTo>
                    <a:pt x="866" y="320"/>
                  </a:lnTo>
                  <a:lnTo>
                    <a:pt x="868" y="321"/>
                  </a:lnTo>
                  <a:lnTo>
                    <a:pt x="868" y="323"/>
                  </a:lnTo>
                  <a:lnTo>
                    <a:pt x="869" y="324"/>
                  </a:lnTo>
                  <a:lnTo>
                    <a:pt x="871" y="326"/>
                  </a:lnTo>
                  <a:lnTo>
                    <a:pt x="871" y="327"/>
                  </a:lnTo>
                  <a:lnTo>
                    <a:pt x="872" y="329"/>
                  </a:lnTo>
                  <a:lnTo>
                    <a:pt x="874" y="330"/>
                  </a:lnTo>
                  <a:lnTo>
                    <a:pt x="874" y="332"/>
                  </a:lnTo>
                  <a:lnTo>
                    <a:pt x="875" y="333"/>
                  </a:lnTo>
                  <a:lnTo>
                    <a:pt x="875" y="335"/>
                  </a:lnTo>
                  <a:lnTo>
                    <a:pt x="876" y="335"/>
                  </a:lnTo>
                  <a:lnTo>
                    <a:pt x="876" y="336"/>
                  </a:lnTo>
                  <a:lnTo>
                    <a:pt x="878" y="338"/>
                  </a:lnTo>
                  <a:lnTo>
                    <a:pt x="878" y="339"/>
                  </a:lnTo>
                  <a:lnTo>
                    <a:pt x="879" y="341"/>
                  </a:lnTo>
                  <a:lnTo>
                    <a:pt x="879" y="342"/>
                  </a:lnTo>
                  <a:lnTo>
                    <a:pt x="881" y="344"/>
                  </a:lnTo>
                  <a:lnTo>
                    <a:pt x="882" y="345"/>
                  </a:lnTo>
                  <a:lnTo>
                    <a:pt x="882" y="347"/>
                  </a:lnTo>
                  <a:lnTo>
                    <a:pt x="884" y="348"/>
                  </a:lnTo>
                  <a:lnTo>
                    <a:pt x="885" y="350"/>
                  </a:lnTo>
                  <a:lnTo>
                    <a:pt x="885" y="35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8" name="Freeform 50">
              <a:extLst>
                <a:ext uri="{FF2B5EF4-FFF2-40B4-BE49-F238E27FC236}">
                  <a16:creationId xmlns:a16="http://schemas.microsoft.com/office/drawing/2014/main" id="{3CD71912-8335-4727-943B-976A281EF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6050" y="5051425"/>
              <a:ext cx="703263" cy="279400"/>
            </a:xfrm>
            <a:custGeom>
              <a:avLst/>
              <a:gdLst>
                <a:gd name="T0" fmla="*/ 2147483646 w 885"/>
                <a:gd name="T1" fmla="*/ 2147483646 h 353"/>
                <a:gd name="T2" fmla="*/ 2147483646 w 885"/>
                <a:gd name="T3" fmla="*/ 2147483646 h 353"/>
                <a:gd name="T4" fmla="*/ 2147483646 w 885"/>
                <a:gd name="T5" fmla="*/ 2147483646 h 353"/>
                <a:gd name="T6" fmla="*/ 2147483646 w 885"/>
                <a:gd name="T7" fmla="*/ 2147483646 h 353"/>
                <a:gd name="T8" fmla="*/ 2147483646 w 885"/>
                <a:gd name="T9" fmla="*/ 2147483646 h 353"/>
                <a:gd name="T10" fmla="*/ 2147483646 w 885"/>
                <a:gd name="T11" fmla="*/ 2147483646 h 353"/>
                <a:gd name="T12" fmla="*/ 2147483646 w 885"/>
                <a:gd name="T13" fmla="*/ 2147483646 h 353"/>
                <a:gd name="T14" fmla="*/ 2147483646 w 885"/>
                <a:gd name="T15" fmla="*/ 2147483646 h 353"/>
                <a:gd name="T16" fmla="*/ 2147483646 w 885"/>
                <a:gd name="T17" fmla="*/ 2147483646 h 353"/>
                <a:gd name="T18" fmla="*/ 2147483646 w 885"/>
                <a:gd name="T19" fmla="*/ 2147483646 h 353"/>
                <a:gd name="T20" fmla="*/ 2147483646 w 885"/>
                <a:gd name="T21" fmla="*/ 2147483646 h 353"/>
                <a:gd name="T22" fmla="*/ 2147483646 w 885"/>
                <a:gd name="T23" fmla="*/ 2147483646 h 353"/>
                <a:gd name="T24" fmla="*/ 2147483646 w 885"/>
                <a:gd name="T25" fmla="*/ 2147483646 h 353"/>
                <a:gd name="T26" fmla="*/ 2147483646 w 885"/>
                <a:gd name="T27" fmla="*/ 2147483646 h 353"/>
                <a:gd name="T28" fmla="*/ 2147483646 w 885"/>
                <a:gd name="T29" fmla="*/ 2147483646 h 353"/>
                <a:gd name="T30" fmla="*/ 2147483646 w 885"/>
                <a:gd name="T31" fmla="*/ 2147483646 h 353"/>
                <a:gd name="T32" fmla="*/ 2147483646 w 885"/>
                <a:gd name="T33" fmla="*/ 2147483646 h 353"/>
                <a:gd name="T34" fmla="*/ 2147483646 w 885"/>
                <a:gd name="T35" fmla="*/ 2147483646 h 353"/>
                <a:gd name="T36" fmla="*/ 2147483646 w 885"/>
                <a:gd name="T37" fmla="*/ 2147483646 h 353"/>
                <a:gd name="T38" fmla="*/ 2147483646 w 885"/>
                <a:gd name="T39" fmla="*/ 2147483646 h 353"/>
                <a:gd name="T40" fmla="*/ 2147483646 w 885"/>
                <a:gd name="T41" fmla="*/ 2147483646 h 353"/>
                <a:gd name="T42" fmla="*/ 2147483646 w 885"/>
                <a:gd name="T43" fmla="*/ 2147483646 h 353"/>
                <a:gd name="T44" fmla="*/ 2147483646 w 885"/>
                <a:gd name="T45" fmla="*/ 2147483646 h 353"/>
                <a:gd name="T46" fmla="*/ 2147483646 w 885"/>
                <a:gd name="T47" fmla="*/ 2147483646 h 353"/>
                <a:gd name="T48" fmla="*/ 2147483646 w 885"/>
                <a:gd name="T49" fmla="*/ 2147483646 h 353"/>
                <a:gd name="T50" fmla="*/ 2147483646 w 885"/>
                <a:gd name="T51" fmla="*/ 2147483646 h 353"/>
                <a:gd name="T52" fmla="*/ 2147483646 w 885"/>
                <a:gd name="T53" fmla="*/ 2147483646 h 353"/>
                <a:gd name="T54" fmla="*/ 2147483646 w 885"/>
                <a:gd name="T55" fmla="*/ 2147483646 h 353"/>
                <a:gd name="T56" fmla="*/ 2147483646 w 885"/>
                <a:gd name="T57" fmla="*/ 2147483646 h 353"/>
                <a:gd name="T58" fmla="*/ 2147483646 w 885"/>
                <a:gd name="T59" fmla="*/ 2147483646 h 353"/>
                <a:gd name="T60" fmla="*/ 2147483646 w 885"/>
                <a:gd name="T61" fmla="*/ 2147483646 h 353"/>
                <a:gd name="T62" fmla="*/ 2147483646 w 885"/>
                <a:gd name="T63" fmla="*/ 2147483646 h 353"/>
                <a:gd name="T64" fmla="*/ 2147483646 w 885"/>
                <a:gd name="T65" fmla="*/ 2147483646 h 353"/>
                <a:gd name="T66" fmla="*/ 2147483646 w 885"/>
                <a:gd name="T67" fmla="*/ 2147483646 h 353"/>
                <a:gd name="T68" fmla="*/ 2147483646 w 885"/>
                <a:gd name="T69" fmla="*/ 2147483646 h 353"/>
                <a:gd name="T70" fmla="*/ 2147483646 w 885"/>
                <a:gd name="T71" fmla="*/ 2147483646 h 353"/>
                <a:gd name="T72" fmla="*/ 2147483646 w 885"/>
                <a:gd name="T73" fmla="*/ 2147483646 h 353"/>
                <a:gd name="T74" fmla="*/ 2147483646 w 885"/>
                <a:gd name="T75" fmla="*/ 2147483646 h 353"/>
                <a:gd name="T76" fmla="*/ 2147483646 w 885"/>
                <a:gd name="T77" fmla="*/ 2147483646 h 353"/>
                <a:gd name="T78" fmla="*/ 2147483646 w 885"/>
                <a:gd name="T79" fmla="*/ 2147483646 h 353"/>
                <a:gd name="T80" fmla="*/ 2147483646 w 885"/>
                <a:gd name="T81" fmla="*/ 2147483646 h 353"/>
                <a:gd name="T82" fmla="*/ 2147483646 w 885"/>
                <a:gd name="T83" fmla="*/ 2147483646 h 353"/>
                <a:gd name="T84" fmla="*/ 2147483646 w 885"/>
                <a:gd name="T85" fmla="*/ 2147483646 h 353"/>
                <a:gd name="T86" fmla="*/ 2147483646 w 885"/>
                <a:gd name="T87" fmla="*/ 2147483646 h 353"/>
                <a:gd name="T88" fmla="*/ 2147483646 w 885"/>
                <a:gd name="T89" fmla="*/ 2147483646 h 353"/>
                <a:gd name="T90" fmla="*/ 2147483646 w 885"/>
                <a:gd name="T91" fmla="*/ 2147483646 h 353"/>
                <a:gd name="T92" fmla="*/ 2147483646 w 885"/>
                <a:gd name="T93" fmla="*/ 2147483646 h 353"/>
                <a:gd name="T94" fmla="*/ 2147483646 w 885"/>
                <a:gd name="T95" fmla="*/ 2147483646 h 353"/>
                <a:gd name="T96" fmla="*/ 2147483646 w 885"/>
                <a:gd name="T97" fmla="*/ 2147483646 h 353"/>
                <a:gd name="T98" fmla="*/ 2147483646 w 885"/>
                <a:gd name="T99" fmla="*/ 2147483646 h 353"/>
                <a:gd name="T100" fmla="*/ 2147483646 w 885"/>
                <a:gd name="T101" fmla="*/ 2147483646 h 353"/>
                <a:gd name="T102" fmla="*/ 2147483646 w 885"/>
                <a:gd name="T103" fmla="*/ 2147483646 h 353"/>
                <a:gd name="T104" fmla="*/ 2147483646 w 885"/>
                <a:gd name="T105" fmla="*/ 2147483646 h 353"/>
                <a:gd name="T106" fmla="*/ 2147483646 w 885"/>
                <a:gd name="T107" fmla="*/ 2147483646 h 353"/>
                <a:gd name="T108" fmla="*/ 2147483646 w 885"/>
                <a:gd name="T109" fmla="*/ 2147483646 h 353"/>
                <a:gd name="T110" fmla="*/ 2147483646 w 885"/>
                <a:gd name="T111" fmla="*/ 2147483646 h 353"/>
                <a:gd name="T112" fmla="*/ 2147483646 w 885"/>
                <a:gd name="T113" fmla="*/ 2147483646 h 353"/>
                <a:gd name="T114" fmla="*/ 2147483646 w 885"/>
                <a:gd name="T115" fmla="*/ 2147483646 h 353"/>
                <a:gd name="T116" fmla="*/ 2147483646 w 885"/>
                <a:gd name="T117" fmla="*/ 2147483646 h 353"/>
                <a:gd name="T118" fmla="*/ 2147483646 w 885"/>
                <a:gd name="T119" fmla="*/ 2147483646 h 353"/>
                <a:gd name="T120" fmla="*/ 2147483646 w 885"/>
                <a:gd name="T121" fmla="*/ 2147483646 h 3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5" h="353">
                  <a:moveTo>
                    <a:pt x="0" y="353"/>
                  </a:moveTo>
                  <a:lnTo>
                    <a:pt x="34" y="353"/>
                  </a:lnTo>
                  <a:lnTo>
                    <a:pt x="65" y="353"/>
                  </a:lnTo>
                  <a:lnTo>
                    <a:pt x="95" y="353"/>
                  </a:lnTo>
                  <a:lnTo>
                    <a:pt x="123" y="353"/>
                  </a:lnTo>
                  <a:lnTo>
                    <a:pt x="148" y="353"/>
                  </a:lnTo>
                  <a:lnTo>
                    <a:pt x="172" y="353"/>
                  </a:lnTo>
                  <a:lnTo>
                    <a:pt x="194" y="353"/>
                  </a:lnTo>
                  <a:lnTo>
                    <a:pt x="215" y="353"/>
                  </a:lnTo>
                  <a:lnTo>
                    <a:pt x="234" y="353"/>
                  </a:lnTo>
                  <a:lnTo>
                    <a:pt x="252" y="353"/>
                  </a:lnTo>
                  <a:lnTo>
                    <a:pt x="269" y="353"/>
                  </a:lnTo>
                  <a:lnTo>
                    <a:pt x="283" y="353"/>
                  </a:lnTo>
                  <a:lnTo>
                    <a:pt x="297" y="353"/>
                  </a:lnTo>
                  <a:lnTo>
                    <a:pt x="309" y="353"/>
                  </a:lnTo>
                  <a:lnTo>
                    <a:pt x="319" y="351"/>
                  </a:lnTo>
                  <a:lnTo>
                    <a:pt x="329" y="351"/>
                  </a:lnTo>
                  <a:lnTo>
                    <a:pt x="338" y="351"/>
                  </a:lnTo>
                  <a:lnTo>
                    <a:pt x="346" y="351"/>
                  </a:lnTo>
                  <a:lnTo>
                    <a:pt x="353" y="351"/>
                  </a:lnTo>
                  <a:lnTo>
                    <a:pt x="359" y="351"/>
                  </a:lnTo>
                  <a:lnTo>
                    <a:pt x="365" y="351"/>
                  </a:lnTo>
                  <a:lnTo>
                    <a:pt x="369" y="351"/>
                  </a:lnTo>
                  <a:lnTo>
                    <a:pt x="374" y="351"/>
                  </a:lnTo>
                  <a:lnTo>
                    <a:pt x="378" y="351"/>
                  </a:lnTo>
                  <a:lnTo>
                    <a:pt x="381" y="351"/>
                  </a:lnTo>
                  <a:lnTo>
                    <a:pt x="384" y="351"/>
                  </a:lnTo>
                  <a:lnTo>
                    <a:pt x="387" y="351"/>
                  </a:lnTo>
                  <a:lnTo>
                    <a:pt x="390" y="351"/>
                  </a:lnTo>
                  <a:lnTo>
                    <a:pt x="392" y="351"/>
                  </a:lnTo>
                  <a:lnTo>
                    <a:pt x="395" y="350"/>
                  </a:lnTo>
                  <a:lnTo>
                    <a:pt x="398" y="350"/>
                  </a:lnTo>
                  <a:lnTo>
                    <a:pt x="399" y="350"/>
                  </a:lnTo>
                  <a:lnTo>
                    <a:pt x="402" y="350"/>
                  </a:lnTo>
                  <a:lnTo>
                    <a:pt x="403" y="350"/>
                  </a:lnTo>
                  <a:lnTo>
                    <a:pt x="406" y="350"/>
                  </a:lnTo>
                  <a:lnTo>
                    <a:pt x="408" y="350"/>
                  </a:lnTo>
                  <a:lnTo>
                    <a:pt x="411" y="350"/>
                  </a:lnTo>
                  <a:lnTo>
                    <a:pt x="412" y="350"/>
                  </a:lnTo>
                  <a:lnTo>
                    <a:pt x="414" y="350"/>
                  </a:lnTo>
                  <a:lnTo>
                    <a:pt x="415" y="350"/>
                  </a:lnTo>
                  <a:lnTo>
                    <a:pt x="417" y="348"/>
                  </a:lnTo>
                  <a:lnTo>
                    <a:pt x="418" y="348"/>
                  </a:lnTo>
                  <a:lnTo>
                    <a:pt x="420" y="348"/>
                  </a:lnTo>
                  <a:lnTo>
                    <a:pt x="421" y="348"/>
                  </a:lnTo>
                  <a:lnTo>
                    <a:pt x="423" y="348"/>
                  </a:lnTo>
                  <a:lnTo>
                    <a:pt x="424" y="348"/>
                  </a:lnTo>
                  <a:lnTo>
                    <a:pt x="426" y="348"/>
                  </a:lnTo>
                  <a:lnTo>
                    <a:pt x="427" y="348"/>
                  </a:lnTo>
                  <a:lnTo>
                    <a:pt x="429" y="348"/>
                  </a:lnTo>
                  <a:lnTo>
                    <a:pt x="430" y="348"/>
                  </a:lnTo>
                  <a:lnTo>
                    <a:pt x="432" y="348"/>
                  </a:lnTo>
                  <a:lnTo>
                    <a:pt x="433" y="347"/>
                  </a:lnTo>
                  <a:lnTo>
                    <a:pt x="435" y="347"/>
                  </a:lnTo>
                  <a:lnTo>
                    <a:pt x="436" y="347"/>
                  </a:lnTo>
                  <a:lnTo>
                    <a:pt x="438" y="347"/>
                  </a:lnTo>
                  <a:lnTo>
                    <a:pt x="439" y="347"/>
                  </a:lnTo>
                  <a:lnTo>
                    <a:pt x="441" y="347"/>
                  </a:lnTo>
                  <a:lnTo>
                    <a:pt x="442" y="347"/>
                  </a:lnTo>
                  <a:lnTo>
                    <a:pt x="444" y="346"/>
                  </a:lnTo>
                  <a:lnTo>
                    <a:pt x="445" y="346"/>
                  </a:lnTo>
                  <a:lnTo>
                    <a:pt x="448" y="346"/>
                  </a:lnTo>
                  <a:lnTo>
                    <a:pt x="449" y="346"/>
                  </a:lnTo>
                  <a:lnTo>
                    <a:pt x="452" y="346"/>
                  </a:lnTo>
                  <a:lnTo>
                    <a:pt x="454" y="344"/>
                  </a:lnTo>
                  <a:lnTo>
                    <a:pt x="457" y="344"/>
                  </a:lnTo>
                  <a:lnTo>
                    <a:pt x="458" y="344"/>
                  </a:lnTo>
                  <a:lnTo>
                    <a:pt x="461" y="344"/>
                  </a:lnTo>
                  <a:lnTo>
                    <a:pt x="463" y="344"/>
                  </a:lnTo>
                  <a:lnTo>
                    <a:pt x="464" y="343"/>
                  </a:lnTo>
                  <a:lnTo>
                    <a:pt x="466" y="343"/>
                  </a:lnTo>
                  <a:lnTo>
                    <a:pt x="467" y="343"/>
                  </a:lnTo>
                  <a:lnTo>
                    <a:pt x="469" y="343"/>
                  </a:lnTo>
                  <a:lnTo>
                    <a:pt x="470" y="343"/>
                  </a:lnTo>
                  <a:lnTo>
                    <a:pt x="472" y="343"/>
                  </a:lnTo>
                  <a:lnTo>
                    <a:pt x="473" y="341"/>
                  </a:lnTo>
                  <a:lnTo>
                    <a:pt x="475" y="341"/>
                  </a:lnTo>
                  <a:lnTo>
                    <a:pt x="476" y="341"/>
                  </a:lnTo>
                  <a:lnTo>
                    <a:pt x="478" y="341"/>
                  </a:lnTo>
                  <a:lnTo>
                    <a:pt x="479" y="341"/>
                  </a:lnTo>
                  <a:lnTo>
                    <a:pt x="481" y="340"/>
                  </a:lnTo>
                  <a:lnTo>
                    <a:pt x="482" y="340"/>
                  </a:lnTo>
                  <a:lnTo>
                    <a:pt x="484" y="340"/>
                  </a:lnTo>
                  <a:lnTo>
                    <a:pt x="485" y="338"/>
                  </a:lnTo>
                  <a:lnTo>
                    <a:pt x="487" y="338"/>
                  </a:lnTo>
                  <a:lnTo>
                    <a:pt x="489" y="338"/>
                  </a:lnTo>
                  <a:lnTo>
                    <a:pt x="491" y="337"/>
                  </a:lnTo>
                  <a:lnTo>
                    <a:pt x="492" y="337"/>
                  </a:lnTo>
                  <a:lnTo>
                    <a:pt x="494" y="337"/>
                  </a:lnTo>
                  <a:lnTo>
                    <a:pt x="495" y="335"/>
                  </a:lnTo>
                  <a:lnTo>
                    <a:pt x="498" y="335"/>
                  </a:lnTo>
                  <a:lnTo>
                    <a:pt x="500" y="334"/>
                  </a:lnTo>
                  <a:lnTo>
                    <a:pt x="503" y="334"/>
                  </a:lnTo>
                  <a:lnTo>
                    <a:pt x="506" y="332"/>
                  </a:lnTo>
                  <a:lnTo>
                    <a:pt x="507" y="332"/>
                  </a:lnTo>
                  <a:lnTo>
                    <a:pt x="510" y="331"/>
                  </a:lnTo>
                  <a:lnTo>
                    <a:pt x="513" y="331"/>
                  </a:lnTo>
                  <a:lnTo>
                    <a:pt x="516" y="329"/>
                  </a:lnTo>
                  <a:lnTo>
                    <a:pt x="518" y="329"/>
                  </a:lnTo>
                  <a:lnTo>
                    <a:pt x="521" y="328"/>
                  </a:lnTo>
                  <a:lnTo>
                    <a:pt x="522" y="328"/>
                  </a:lnTo>
                  <a:lnTo>
                    <a:pt x="524" y="326"/>
                  </a:lnTo>
                  <a:lnTo>
                    <a:pt x="525" y="326"/>
                  </a:lnTo>
                  <a:lnTo>
                    <a:pt x="527" y="326"/>
                  </a:lnTo>
                  <a:lnTo>
                    <a:pt x="530" y="325"/>
                  </a:lnTo>
                  <a:lnTo>
                    <a:pt x="531" y="325"/>
                  </a:lnTo>
                  <a:lnTo>
                    <a:pt x="532" y="325"/>
                  </a:lnTo>
                  <a:lnTo>
                    <a:pt x="532" y="323"/>
                  </a:lnTo>
                  <a:lnTo>
                    <a:pt x="534" y="323"/>
                  </a:lnTo>
                  <a:lnTo>
                    <a:pt x="535" y="323"/>
                  </a:lnTo>
                  <a:lnTo>
                    <a:pt x="537" y="322"/>
                  </a:lnTo>
                  <a:lnTo>
                    <a:pt x="538" y="322"/>
                  </a:lnTo>
                  <a:lnTo>
                    <a:pt x="540" y="322"/>
                  </a:lnTo>
                  <a:lnTo>
                    <a:pt x="541" y="320"/>
                  </a:lnTo>
                  <a:lnTo>
                    <a:pt x="543" y="320"/>
                  </a:lnTo>
                  <a:lnTo>
                    <a:pt x="544" y="319"/>
                  </a:lnTo>
                  <a:lnTo>
                    <a:pt x="546" y="319"/>
                  </a:lnTo>
                  <a:lnTo>
                    <a:pt x="547" y="319"/>
                  </a:lnTo>
                  <a:lnTo>
                    <a:pt x="549" y="317"/>
                  </a:lnTo>
                  <a:lnTo>
                    <a:pt x="550" y="317"/>
                  </a:lnTo>
                  <a:lnTo>
                    <a:pt x="552" y="316"/>
                  </a:lnTo>
                  <a:lnTo>
                    <a:pt x="553" y="314"/>
                  </a:lnTo>
                  <a:lnTo>
                    <a:pt x="555" y="314"/>
                  </a:lnTo>
                  <a:lnTo>
                    <a:pt x="556" y="313"/>
                  </a:lnTo>
                  <a:lnTo>
                    <a:pt x="559" y="311"/>
                  </a:lnTo>
                  <a:lnTo>
                    <a:pt x="561" y="311"/>
                  </a:lnTo>
                  <a:lnTo>
                    <a:pt x="564" y="310"/>
                  </a:lnTo>
                  <a:lnTo>
                    <a:pt x="565" y="308"/>
                  </a:lnTo>
                  <a:lnTo>
                    <a:pt x="568" y="307"/>
                  </a:lnTo>
                  <a:lnTo>
                    <a:pt x="570" y="307"/>
                  </a:lnTo>
                  <a:lnTo>
                    <a:pt x="573" y="305"/>
                  </a:lnTo>
                  <a:lnTo>
                    <a:pt x="574" y="304"/>
                  </a:lnTo>
                  <a:lnTo>
                    <a:pt x="575" y="304"/>
                  </a:lnTo>
                  <a:lnTo>
                    <a:pt x="577" y="303"/>
                  </a:lnTo>
                  <a:lnTo>
                    <a:pt x="578" y="303"/>
                  </a:lnTo>
                  <a:lnTo>
                    <a:pt x="580" y="301"/>
                  </a:lnTo>
                  <a:lnTo>
                    <a:pt x="581" y="301"/>
                  </a:lnTo>
                  <a:lnTo>
                    <a:pt x="583" y="300"/>
                  </a:lnTo>
                  <a:lnTo>
                    <a:pt x="584" y="300"/>
                  </a:lnTo>
                  <a:lnTo>
                    <a:pt x="586" y="298"/>
                  </a:lnTo>
                  <a:lnTo>
                    <a:pt x="587" y="298"/>
                  </a:lnTo>
                  <a:lnTo>
                    <a:pt x="587" y="297"/>
                  </a:lnTo>
                  <a:lnTo>
                    <a:pt x="589" y="297"/>
                  </a:lnTo>
                  <a:lnTo>
                    <a:pt x="590" y="297"/>
                  </a:lnTo>
                  <a:lnTo>
                    <a:pt x="592" y="295"/>
                  </a:lnTo>
                  <a:lnTo>
                    <a:pt x="593" y="295"/>
                  </a:lnTo>
                  <a:lnTo>
                    <a:pt x="593" y="294"/>
                  </a:lnTo>
                  <a:lnTo>
                    <a:pt x="595" y="294"/>
                  </a:lnTo>
                  <a:lnTo>
                    <a:pt x="596" y="292"/>
                  </a:lnTo>
                  <a:lnTo>
                    <a:pt x="598" y="292"/>
                  </a:lnTo>
                  <a:lnTo>
                    <a:pt x="599" y="291"/>
                  </a:lnTo>
                  <a:lnTo>
                    <a:pt x="601" y="291"/>
                  </a:lnTo>
                  <a:lnTo>
                    <a:pt x="602" y="289"/>
                  </a:lnTo>
                  <a:lnTo>
                    <a:pt x="604" y="289"/>
                  </a:lnTo>
                  <a:lnTo>
                    <a:pt x="605" y="288"/>
                  </a:lnTo>
                  <a:lnTo>
                    <a:pt x="607" y="286"/>
                  </a:lnTo>
                  <a:lnTo>
                    <a:pt x="608" y="286"/>
                  </a:lnTo>
                  <a:lnTo>
                    <a:pt x="611" y="285"/>
                  </a:lnTo>
                  <a:lnTo>
                    <a:pt x="613" y="283"/>
                  </a:lnTo>
                  <a:lnTo>
                    <a:pt x="616" y="282"/>
                  </a:lnTo>
                  <a:lnTo>
                    <a:pt x="617" y="282"/>
                  </a:lnTo>
                  <a:lnTo>
                    <a:pt x="618" y="280"/>
                  </a:lnTo>
                  <a:lnTo>
                    <a:pt x="620" y="279"/>
                  </a:lnTo>
                  <a:lnTo>
                    <a:pt x="621" y="279"/>
                  </a:lnTo>
                  <a:lnTo>
                    <a:pt x="623" y="277"/>
                  </a:lnTo>
                  <a:lnTo>
                    <a:pt x="624" y="277"/>
                  </a:lnTo>
                  <a:lnTo>
                    <a:pt x="626" y="276"/>
                  </a:lnTo>
                  <a:lnTo>
                    <a:pt x="627" y="276"/>
                  </a:lnTo>
                  <a:lnTo>
                    <a:pt x="629" y="274"/>
                  </a:lnTo>
                  <a:lnTo>
                    <a:pt x="630" y="274"/>
                  </a:lnTo>
                  <a:lnTo>
                    <a:pt x="632" y="273"/>
                  </a:lnTo>
                  <a:lnTo>
                    <a:pt x="633" y="271"/>
                  </a:lnTo>
                  <a:lnTo>
                    <a:pt x="635" y="271"/>
                  </a:lnTo>
                  <a:lnTo>
                    <a:pt x="636" y="270"/>
                  </a:lnTo>
                  <a:lnTo>
                    <a:pt x="638" y="270"/>
                  </a:lnTo>
                  <a:lnTo>
                    <a:pt x="638" y="268"/>
                  </a:lnTo>
                  <a:lnTo>
                    <a:pt x="639" y="268"/>
                  </a:lnTo>
                  <a:lnTo>
                    <a:pt x="641" y="268"/>
                  </a:lnTo>
                  <a:lnTo>
                    <a:pt x="641" y="267"/>
                  </a:lnTo>
                  <a:lnTo>
                    <a:pt x="642" y="267"/>
                  </a:lnTo>
                  <a:lnTo>
                    <a:pt x="644" y="265"/>
                  </a:lnTo>
                  <a:lnTo>
                    <a:pt x="645" y="264"/>
                  </a:lnTo>
                  <a:lnTo>
                    <a:pt x="647" y="264"/>
                  </a:lnTo>
                  <a:lnTo>
                    <a:pt x="648" y="262"/>
                  </a:lnTo>
                  <a:lnTo>
                    <a:pt x="650" y="262"/>
                  </a:lnTo>
                  <a:lnTo>
                    <a:pt x="651" y="261"/>
                  </a:lnTo>
                  <a:lnTo>
                    <a:pt x="653" y="260"/>
                  </a:lnTo>
                  <a:lnTo>
                    <a:pt x="654" y="258"/>
                  </a:lnTo>
                  <a:lnTo>
                    <a:pt x="656" y="258"/>
                  </a:lnTo>
                  <a:lnTo>
                    <a:pt x="657" y="257"/>
                  </a:lnTo>
                  <a:lnTo>
                    <a:pt x="659" y="255"/>
                  </a:lnTo>
                  <a:lnTo>
                    <a:pt x="660" y="255"/>
                  </a:lnTo>
                  <a:lnTo>
                    <a:pt x="661" y="254"/>
                  </a:lnTo>
                  <a:lnTo>
                    <a:pt x="663" y="254"/>
                  </a:lnTo>
                  <a:lnTo>
                    <a:pt x="664" y="252"/>
                  </a:lnTo>
                  <a:lnTo>
                    <a:pt x="666" y="252"/>
                  </a:lnTo>
                  <a:lnTo>
                    <a:pt x="666" y="251"/>
                  </a:lnTo>
                  <a:lnTo>
                    <a:pt x="667" y="251"/>
                  </a:lnTo>
                  <a:lnTo>
                    <a:pt x="667" y="249"/>
                  </a:lnTo>
                  <a:lnTo>
                    <a:pt x="669" y="249"/>
                  </a:lnTo>
                  <a:lnTo>
                    <a:pt x="670" y="248"/>
                  </a:lnTo>
                  <a:lnTo>
                    <a:pt x="672" y="248"/>
                  </a:lnTo>
                  <a:lnTo>
                    <a:pt x="672" y="246"/>
                  </a:lnTo>
                  <a:lnTo>
                    <a:pt x="673" y="246"/>
                  </a:lnTo>
                  <a:lnTo>
                    <a:pt x="675" y="245"/>
                  </a:lnTo>
                  <a:lnTo>
                    <a:pt x="676" y="245"/>
                  </a:lnTo>
                  <a:lnTo>
                    <a:pt x="676" y="243"/>
                  </a:lnTo>
                  <a:lnTo>
                    <a:pt x="678" y="243"/>
                  </a:lnTo>
                  <a:lnTo>
                    <a:pt x="678" y="242"/>
                  </a:lnTo>
                  <a:lnTo>
                    <a:pt x="679" y="242"/>
                  </a:lnTo>
                  <a:lnTo>
                    <a:pt x="681" y="240"/>
                  </a:lnTo>
                  <a:lnTo>
                    <a:pt x="682" y="240"/>
                  </a:lnTo>
                  <a:lnTo>
                    <a:pt x="682" y="239"/>
                  </a:lnTo>
                  <a:lnTo>
                    <a:pt x="684" y="239"/>
                  </a:lnTo>
                  <a:lnTo>
                    <a:pt x="685" y="237"/>
                  </a:lnTo>
                  <a:lnTo>
                    <a:pt x="685" y="236"/>
                  </a:lnTo>
                  <a:lnTo>
                    <a:pt x="687" y="236"/>
                  </a:lnTo>
                  <a:lnTo>
                    <a:pt x="688" y="234"/>
                  </a:lnTo>
                  <a:lnTo>
                    <a:pt x="690" y="234"/>
                  </a:lnTo>
                  <a:lnTo>
                    <a:pt x="690" y="233"/>
                  </a:lnTo>
                  <a:lnTo>
                    <a:pt x="691" y="233"/>
                  </a:lnTo>
                  <a:lnTo>
                    <a:pt x="693" y="231"/>
                  </a:lnTo>
                  <a:lnTo>
                    <a:pt x="694" y="230"/>
                  </a:lnTo>
                  <a:lnTo>
                    <a:pt x="696" y="230"/>
                  </a:lnTo>
                  <a:lnTo>
                    <a:pt x="696" y="228"/>
                  </a:lnTo>
                  <a:lnTo>
                    <a:pt x="697" y="228"/>
                  </a:lnTo>
                  <a:lnTo>
                    <a:pt x="697" y="227"/>
                  </a:lnTo>
                  <a:lnTo>
                    <a:pt x="699" y="227"/>
                  </a:lnTo>
                  <a:lnTo>
                    <a:pt x="700" y="225"/>
                  </a:lnTo>
                  <a:lnTo>
                    <a:pt x="702" y="225"/>
                  </a:lnTo>
                  <a:lnTo>
                    <a:pt x="702" y="224"/>
                  </a:lnTo>
                  <a:lnTo>
                    <a:pt x="703" y="224"/>
                  </a:lnTo>
                  <a:lnTo>
                    <a:pt x="704" y="222"/>
                  </a:lnTo>
                  <a:lnTo>
                    <a:pt x="706" y="221"/>
                  </a:lnTo>
                  <a:lnTo>
                    <a:pt x="707" y="219"/>
                  </a:lnTo>
                  <a:lnTo>
                    <a:pt x="709" y="219"/>
                  </a:lnTo>
                  <a:lnTo>
                    <a:pt x="710" y="218"/>
                  </a:lnTo>
                  <a:lnTo>
                    <a:pt x="712" y="217"/>
                  </a:lnTo>
                  <a:lnTo>
                    <a:pt x="713" y="217"/>
                  </a:lnTo>
                  <a:lnTo>
                    <a:pt x="715" y="215"/>
                  </a:lnTo>
                  <a:lnTo>
                    <a:pt x="716" y="214"/>
                  </a:lnTo>
                  <a:lnTo>
                    <a:pt x="718" y="214"/>
                  </a:lnTo>
                  <a:lnTo>
                    <a:pt x="718" y="212"/>
                  </a:lnTo>
                  <a:lnTo>
                    <a:pt x="719" y="212"/>
                  </a:lnTo>
                  <a:lnTo>
                    <a:pt x="721" y="211"/>
                  </a:lnTo>
                  <a:lnTo>
                    <a:pt x="722" y="211"/>
                  </a:lnTo>
                  <a:lnTo>
                    <a:pt x="724" y="209"/>
                  </a:lnTo>
                  <a:lnTo>
                    <a:pt x="725" y="208"/>
                  </a:lnTo>
                  <a:lnTo>
                    <a:pt x="727" y="208"/>
                  </a:lnTo>
                  <a:lnTo>
                    <a:pt x="727" y="206"/>
                  </a:lnTo>
                  <a:lnTo>
                    <a:pt x="728" y="206"/>
                  </a:lnTo>
                  <a:lnTo>
                    <a:pt x="728" y="205"/>
                  </a:lnTo>
                  <a:lnTo>
                    <a:pt x="730" y="205"/>
                  </a:lnTo>
                  <a:lnTo>
                    <a:pt x="730" y="203"/>
                  </a:lnTo>
                  <a:lnTo>
                    <a:pt x="731" y="203"/>
                  </a:lnTo>
                  <a:lnTo>
                    <a:pt x="731" y="202"/>
                  </a:lnTo>
                  <a:lnTo>
                    <a:pt x="733" y="202"/>
                  </a:lnTo>
                  <a:lnTo>
                    <a:pt x="733" y="200"/>
                  </a:lnTo>
                  <a:lnTo>
                    <a:pt x="734" y="200"/>
                  </a:lnTo>
                  <a:lnTo>
                    <a:pt x="734" y="199"/>
                  </a:lnTo>
                  <a:lnTo>
                    <a:pt x="736" y="199"/>
                  </a:lnTo>
                  <a:lnTo>
                    <a:pt x="737" y="197"/>
                  </a:lnTo>
                  <a:lnTo>
                    <a:pt x="737" y="196"/>
                  </a:lnTo>
                  <a:lnTo>
                    <a:pt x="739" y="194"/>
                  </a:lnTo>
                  <a:lnTo>
                    <a:pt x="740" y="194"/>
                  </a:lnTo>
                  <a:lnTo>
                    <a:pt x="742" y="193"/>
                  </a:lnTo>
                  <a:lnTo>
                    <a:pt x="743" y="191"/>
                  </a:lnTo>
                  <a:lnTo>
                    <a:pt x="745" y="190"/>
                  </a:lnTo>
                  <a:lnTo>
                    <a:pt x="746" y="188"/>
                  </a:lnTo>
                  <a:lnTo>
                    <a:pt x="747" y="187"/>
                  </a:lnTo>
                  <a:lnTo>
                    <a:pt x="747" y="185"/>
                  </a:lnTo>
                  <a:lnTo>
                    <a:pt x="749" y="184"/>
                  </a:lnTo>
                  <a:lnTo>
                    <a:pt x="750" y="182"/>
                  </a:lnTo>
                  <a:lnTo>
                    <a:pt x="752" y="181"/>
                  </a:lnTo>
                  <a:lnTo>
                    <a:pt x="753" y="179"/>
                  </a:lnTo>
                  <a:lnTo>
                    <a:pt x="755" y="178"/>
                  </a:lnTo>
                  <a:lnTo>
                    <a:pt x="755" y="176"/>
                  </a:lnTo>
                  <a:lnTo>
                    <a:pt x="756" y="176"/>
                  </a:lnTo>
                  <a:lnTo>
                    <a:pt x="758" y="175"/>
                  </a:lnTo>
                  <a:lnTo>
                    <a:pt x="759" y="174"/>
                  </a:lnTo>
                  <a:lnTo>
                    <a:pt x="759" y="172"/>
                  </a:lnTo>
                  <a:lnTo>
                    <a:pt x="761" y="172"/>
                  </a:lnTo>
                  <a:lnTo>
                    <a:pt x="761" y="171"/>
                  </a:lnTo>
                  <a:lnTo>
                    <a:pt x="762" y="171"/>
                  </a:lnTo>
                  <a:lnTo>
                    <a:pt x="762" y="169"/>
                  </a:lnTo>
                  <a:lnTo>
                    <a:pt x="764" y="168"/>
                  </a:lnTo>
                  <a:lnTo>
                    <a:pt x="765" y="166"/>
                  </a:lnTo>
                  <a:lnTo>
                    <a:pt x="767" y="165"/>
                  </a:lnTo>
                  <a:lnTo>
                    <a:pt x="768" y="163"/>
                  </a:lnTo>
                  <a:lnTo>
                    <a:pt x="768" y="162"/>
                  </a:lnTo>
                  <a:lnTo>
                    <a:pt x="770" y="160"/>
                  </a:lnTo>
                  <a:lnTo>
                    <a:pt x="771" y="159"/>
                  </a:lnTo>
                  <a:lnTo>
                    <a:pt x="773" y="157"/>
                  </a:lnTo>
                  <a:lnTo>
                    <a:pt x="774" y="156"/>
                  </a:lnTo>
                  <a:lnTo>
                    <a:pt x="776" y="154"/>
                  </a:lnTo>
                  <a:lnTo>
                    <a:pt x="777" y="153"/>
                  </a:lnTo>
                  <a:lnTo>
                    <a:pt x="779" y="150"/>
                  </a:lnTo>
                  <a:lnTo>
                    <a:pt x="780" y="148"/>
                  </a:lnTo>
                  <a:lnTo>
                    <a:pt x="782" y="147"/>
                  </a:lnTo>
                  <a:lnTo>
                    <a:pt x="783" y="144"/>
                  </a:lnTo>
                  <a:lnTo>
                    <a:pt x="785" y="142"/>
                  </a:lnTo>
                  <a:lnTo>
                    <a:pt x="786" y="141"/>
                  </a:lnTo>
                  <a:lnTo>
                    <a:pt x="788" y="139"/>
                  </a:lnTo>
                  <a:lnTo>
                    <a:pt x="789" y="138"/>
                  </a:lnTo>
                  <a:lnTo>
                    <a:pt x="789" y="136"/>
                  </a:lnTo>
                  <a:lnTo>
                    <a:pt x="790" y="135"/>
                  </a:lnTo>
                  <a:lnTo>
                    <a:pt x="792" y="135"/>
                  </a:lnTo>
                  <a:lnTo>
                    <a:pt x="792" y="133"/>
                  </a:lnTo>
                  <a:lnTo>
                    <a:pt x="793" y="132"/>
                  </a:lnTo>
                  <a:lnTo>
                    <a:pt x="795" y="130"/>
                  </a:lnTo>
                  <a:lnTo>
                    <a:pt x="795" y="129"/>
                  </a:lnTo>
                  <a:lnTo>
                    <a:pt x="796" y="129"/>
                  </a:lnTo>
                  <a:lnTo>
                    <a:pt x="796" y="128"/>
                  </a:lnTo>
                  <a:lnTo>
                    <a:pt x="798" y="126"/>
                  </a:lnTo>
                  <a:lnTo>
                    <a:pt x="799" y="125"/>
                  </a:lnTo>
                  <a:lnTo>
                    <a:pt x="801" y="123"/>
                  </a:lnTo>
                  <a:lnTo>
                    <a:pt x="801" y="122"/>
                  </a:lnTo>
                  <a:lnTo>
                    <a:pt x="802" y="120"/>
                  </a:lnTo>
                  <a:lnTo>
                    <a:pt x="804" y="119"/>
                  </a:lnTo>
                  <a:lnTo>
                    <a:pt x="805" y="117"/>
                  </a:lnTo>
                  <a:lnTo>
                    <a:pt x="805" y="116"/>
                  </a:lnTo>
                  <a:lnTo>
                    <a:pt x="807" y="114"/>
                  </a:lnTo>
                  <a:lnTo>
                    <a:pt x="808" y="113"/>
                  </a:lnTo>
                  <a:lnTo>
                    <a:pt x="810" y="111"/>
                  </a:lnTo>
                  <a:lnTo>
                    <a:pt x="811" y="108"/>
                  </a:lnTo>
                  <a:lnTo>
                    <a:pt x="813" y="107"/>
                  </a:lnTo>
                  <a:lnTo>
                    <a:pt x="814" y="104"/>
                  </a:lnTo>
                  <a:lnTo>
                    <a:pt x="816" y="102"/>
                  </a:lnTo>
                  <a:lnTo>
                    <a:pt x="817" y="99"/>
                  </a:lnTo>
                  <a:lnTo>
                    <a:pt x="819" y="98"/>
                  </a:lnTo>
                  <a:lnTo>
                    <a:pt x="820" y="95"/>
                  </a:lnTo>
                  <a:lnTo>
                    <a:pt x="822" y="93"/>
                  </a:lnTo>
                  <a:lnTo>
                    <a:pt x="823" y="92"/>
                  </a:lnTo>
                  <a:lnTo>
                    <a:pt x="825" y="90"/>
                  </a:lnTo>
                  <a:lnTo>
                    <a:pt x="826" y="87"/>
                  </a:lnTo>
                  <a:lnTo>
                    <a:pt x="826" y="86"/>
                  </a:lnTo>
                  <a:lnTo>
                    <a:pt x="828" y="85"/>
                  </a:lnTo>
                  <a:lnTo>
                    <a:pt x="829" y="83"/>
                  </a:lnTo>
                  <a:lnTo>
                    <a:pt x="829" y="82"/>
                  </a:lnTo>
                  <a:lnTo>
                    <a:pt x="831" y="82"/>
                  </a:lnTo>
                  <a:lnTo>
                    <a:pt x="832" y="80"/>
                  </a:lnTo>
                  <a:lnTo>
                    <a:pt x="832" y="79"/>
                  </a:lnTo>
                  <a:lnTo>
                    <a:pt x="833" y="77"/>
                  </a:lnTo>
                  <a:lnTo>
                    <a:pt x="835" y="76"/>
                  </a:lnTo>
                  <a:lnTo>
                    <a:pt x="835" y="74"/>
                  </a:lnTo>
                  <a:lnTo>
                    <a:pt x="836" y="74"/>
                  </a:lnTo>
                  <a:lnTo>
                    <a:pt x="836" y="73"/>
                  </a:lnTo>
                  <a:lnTo>
                    <a:pt x="838" y="71"/>
                  </a:lnTo>
                  <a:lnTo>
                    <a:pt x="839" y="70"/>
                  </a:lnTo>
                  <a:lnTo>
                    <a:pt x="839" y="68"/>
                  </a:lnTo>
                  <a:lnTo>
                    <a:pt x="841" y="67"/>
                  </a:lnTo>
                  <a:lnTo>
                    <a:pt x="842" y="65"/>
                  </a:lnTo>
                  <a:lnTo>
                    <a:pt x="844" y="64"/>
                  </a:lnTo>
                  <a:lnTo>
                    <a:pt x="844" y="62"/>
                  </a:lnTo>
                  <a:lnTo>
                    <a:pt x="845" y="59"/>
                  </a:lnTo>
                  <a:lnTo>
                    <a:pt x="847" y="58"/>
                  </a:lnTo>
                  <a:lnTo>
                    <a:pt x="848" y="56"/>
                  </a:lnTo>
                  <a:lnTo>
                    <a:pt x="850" y="53"/>
                  </a:lnTo>
                  <a:lnTo>
                    <a:pt x="851" y="52"/>
                  </a:lnTo>
                  <a:lnTo>
                    <a:pt x="853" y="49"/>
                  </a:lnTo>
                  <a:lnTo>
                    <a:pt x="856" y="47"/>
                  </a:lnTo>
                  <a:lnTo>
                    <a:pt x="857" y="44"/>
                  </a:lnTo>
                  <a:lnTo>
                    <a:pt x="859" y="43"/>
                  </a:lnTo>
                  <a:lnTo>
                    <a:pt x="860" y="40"/>
                  </a:lnTo>
                  <a:lnTo>
                    <a:pt x="862" y="39"/>
                  </a:lnTo>
                  <a:lnTo>
                    <a:pt x="863" y="37"/>
                  </a:lnTo>
                  <a:lnTo>
                    <a:pt x="863" y="36"/>
                  </a:lnTo>
                  <a:lnTo>
                    <a:pt x="865" y="33"/>
                  </a:lnTo>
                  <a:lnTo>
                    <a:pt x="866" y="31"/>
                  </a:lnTo>
                  <a:lnTo>
                    <a:pt x="868" y="30"/>
                  </a:lnTo>
                  <a:lnTo>
                    <a:pt x="869" y="28"/>
                  </a:lnTo>
                  <a:lnTo>
                    <a:pt x="871" y="27"/>
                  </a:lnTo>
                  <a:lnTo>
                    <a:pt x="871" y="25"/>
                  </a:lnTo>
                  <a:lnTo>
                    <a:pt x="872" y="24"/>
                  </a:lnTo>
                  <a:lnTo>
                    <a:pt x="872" y="22"/>
                  </a:lnTo>
                  <a:lnTo>
                    <a:pt x="874" y="22"/>
                  </a:lnTo>
                  <a:lnTo>
                    <a:pt x="874" y="21"/>
                  </a:lnTo>
                  <a:lnTo>
                    <a:pt x="875" y="19"/>
                  </a:lnTo>
                  <a:lnTo>
                    <a:pt x="875" y="18"/>
                  </a:lnTo>
                  <a:lnTo>
                    <a:pt x="876" y="18"/>
                  </a:lnTo>
                  <a:lnTo>
                    <a:pt x="876" y="16"/>
                  </a:lnTo>
                  <a:lnTo>
                    <a:pt x="878" y="15"/>
                  </a:lnTo>
                  <a:lnTo>
                    <a:pt x="878" y="13"/>
                  </a:lnTo>
                  <a:lnTo>
                    <a:pt x="879" y="12"/>
                  </a:lnTo>
                  <a:lnTo>
                    <a:pt x="879" y="10"/>
                  </a:lnTo>
                  <a:lnTo>
                    <a:pt x="881" y="9"/>
                  </a:lnTo>
                  <a:lnTo>
                    <a:pt x="882" y="7"/>
                  </a:lnTo>
                  <a:lnTo>
                    <a:pt x="882" y="6"/>
                  </a:lnTo>
                  <a:lnTo>
                    <a:pt x="884" y="4"/>
                  </a:lnTo>
                  <a:lnTo>
                    <a:pt x="885" y="1"/>
                  </a:lnTo>
                  <a:lnTo>
                    <a:pt x="885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9" name="Freeform 51">
              <a:extLst>
                <a:ext uri="{FF2B5EF4-FFF2-40B4-BE49-F238E27FC236}">
                  <a16:creationId xmlns:a16="http://schemas.microsoft.com/office/drawing/2014/main" id="{48551020-D7BB-47CF-A6E0-AED51A2FB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8113" y="4770438"/>
              <a:ext cx="84137" cy="280987"/>
            </a:xfrm>
            <a:custGeom>
              <a:avLst/>
              <a:gdLst>
                <a:gd name="T0" fmla="*/ 2147483646 w 106"/>
                <a:gd name="T1" fmla="*/ 2147483646 h 354"/>
                <a:gd name="T2" fmla="*/ 2147483646 w 106"/>
                <a:gd name="T3" fmla="*/ 2147483646 h 354"/>
                <a:gd name="T4" fmla="*/ 2147483646 w 106"/>
                <a:gd name="T5" fmla="*/ 2147483646 h 354"/>
                <a:gd name="T6" fmla="*/ 2147483646 w 106"/>
                <a:gd name="T7" fmla="*/ 2147483646 h 354"/>
                <a:gd name="T8" fmla="*/ 2147483646 w 106"/>
                <a:gd name="T9" fmla="*/ 2147483646 h 354"/>
                <a:gd name="T10" fmla="*/ 2147483646 w 106"/>
                <a:gd name="T11" fmla="*/ 2147483646 h 354"/>
                <a:gd name="T12" fmla="*/ 2147483646 w 106"/>
                <a:gd name="T13" fmla="*/ 2147483646 h 354"/>
                <a:gd name="T14" fmla="*/ 2147483646 w 106"/>
                <a:gd name="T15" fmla="*/ 2147483646 h 354"/>
                <a:gd name="T16" fmla="*/ 2147483646 w 106"/>
                <a:gd name="T17" fmla="*/ 2147483646 h 354"/>
                <a:gd name="T18" fmla="*/ 2147483646 w 106"/>
                <a:gd name="T19" fmla="*/ 2147483646 h 354"/>
                <a:gd name="T20" fmla="*/ 2147483646 w 106"/>
                <a:gd name="T21" fmla="*/ 2147483646 h 354"/>
                <a:gd name="T22" fmla="*/ 2147483646 w 106"/>
                <a:gd name="T23" fmla="*/ 2147483646 h 354"/>
                <a:gd name="T24" fmla="*/ 2147483646 w 106"/>
                <a:gd name="T25" fmla="*/ 2147483646 h 354"/>
                <a:gd name="T26" fmla="*/ 2147483646 w 106"/>
                <a:gd name="T27" fmla="*/ 2147483646 h 354"/>
                <a:gd name="T28" fmla="*/ 2147483646 w 106"/>
                <a:gd name="T29" fmla="*/ 2147483646 h 354"/>
                <a:gd name="T30" fmla="*/ 2147483646 w 106"/>
                <a:gd name="T31" fmla="*/ 2147483646 h 354"/>
                <a:gd name="T32" fmla="*/ 2147483646 w 106"/>
                <a:gd name="T33" fmla="*/ 2147483646 h 354"/>
                <a:gd name="T34" fmla="*/ 2147483646 w 106"/>
                <a:gd name="T35" fmla="*/ 2147483646 h 354"/>
                <a:gd name="T36" fmla="*/ 2147483646 w 106"/>
                <a:gd name="T37" fmla="*/ 2147483646 h 354"/>
                <a:gd name="T38" fmla="*/ 2147483646 w 106"/>
                <a:gd name="T39" fmla="*/ 2147483646 h 354"/>
                <a:gd name="T40" fmla="*/ 2147483646 w 106"/>
                <a:gd name="T41" fmla="*/ 2147483646 h 354"/>
                <a:gd name="T42" fmla="*/ 2147483646 w 106"/>
                <a:gd name="T43" fmla="*/ 2147483646 h 354"/>
                <a:gd name="T44" fmla="*/ 2147483646 w 106"/>
                <a:gd name="T45" fmla="*/ 2147483646 h 354"/>
                <a:gd name="T46" fmla="*/ 2147483646 w 106"/>
                <a:gd name="T47" fmla="*/ 2147483646 h 354"/>
                <a:gd name="T48" fmla="*/ 2147483646 w 106"/>
                <a:gd name="T49" fmla="*/ 2147483646 h 354"/>
                <a:gd name="T50" fmla="*/ 2147483646 w 106"/>
                <a:gd name="T51" fmla="*/ 2147483646 h 354"/>
                <a:gd name="T52" fmla="*/ 2147483646 w 106"/>
                <a:gd name="T53" fmla="*/ 2147483646 h 354"/>
                <a:gd name="T54" fmla="*/ 2147483646 w 106"/>
                <a:gd name="T55" fmla="*/ 2147483646 h 354"/>
                <a:gd name="T56" fmla="*/ 2147483646 w 106"/>
                <a:gd name="T57" fmla="*/ 2147483646 h 354"/>
                <a:gd name="T58" fmla="*/ 2147483646 w 106"/>
                <a:gd name="T59" fmla="*/ 2147483646 h 354"/>
                <a:gd name="T60" fmla="*/ 2147483646 w 106"/>
                <a:gd name="T61" fmla="*/ 2147483646 h 354"/>
                <a:gd name="T62" fmla="*/ 2147483646 w 106"/>
                <a:gd name="T63" fmla="*/ 2147483646 h 354"/>
                <a:gd name="T64" fmla="*/ 2147483646 w 106"/>
                <a:gd name="T65" fmla="*/ 2147483646 h 354"/>
                <a:gd name="T66" fmla="*/ 2147483646 w 106"/>
                <a:gd name="T67" fmla="*/ 2147483646 h 354"/>
                <a:gd name="T68" fmla="*/ 2147483646 w 106"/>
                <a:gd name="T69" fmla="*/ 2147483646 h 354"/>
                <a:gd name="T70" fmla="*/ 2147483646 w 106"/>
                <a:gd name="T71" fmla="*/ 2147483646 h 354"/>
                <a:gd name="T72" fmla="*/ 2147483646 w 106"/>
                <a:gd name="T73" fmla="*/ 2147483646 h 354"/>
                <a:gd name="T74" fmla="*/ 2147483646 w 106"/>
                <a:gd name="T75" fmla="*/ 2147483646 h 354"/>
                <a:gd name="T76" fmla="*/ 2147483646 w 106"/>
                <a:gd name="T77" fmla="*/ 2147483646 h 354"/>
                <a:gd name="T78" fmla="*/ 2147483646 w 106"/>
                <a:gd name="T79" fmla="*/ 2147483646 h 354"/>
                <a:gd name="T80" fmla="*/ 2147483646 w 106"/>
                <a:gd name="T81" fmla="*/ 2147483646 h 354"/>
                <a:gd name="T82" fmla="*/ 2147483646 w 106"/>
                <a:gd name="T83" fmla="*/ 2147483646 h 354"/>
                <a:gd name="T84" fmla="*/ 2147483646 w 106"/>
                <a:gd name="T85" fmla="*/ 2147483646 h 354"/>
                <a:gd name="T86" fmla="*/ 2147483646 w 106"/>
                <a:gd name="T87" fmla="*/ 2147483646 h 354"/>
                <a:gd name="T88" fmla="*/ 2147483646 w 106"/>
                <a:gd name="T89" fmla="*/ 2147483646 h 354"/>
                <a:gd name="T90" fmla="*/ 2147483646 w 106"/>
                <a:gd name="T91" fmla="*/ 2147483646 h 354"/>
                <a:gd name="T92" fmla="*/ 2147483646 w 106"/>
                <a:gd name="T93" fmla="*/ 2147483646 h 354"/>
                <a:gd name="T94" fmla="*/ 2147483646 w 106"/>
                <a:gd name="T95" fmla="*/ 2147483646 h 354"/>
                <a:gd name="T96" fmla="*/ 2147483646 w 106"/>
                <a:gd name="T97" fmla="*/ 2147483646 h 354"/>
                <a:gd name="T98" fmla="*/ 2147483646 w 106"/>
                <a:gd name="T99" fmla="*/ 2147483646 h 354"/>
                <a:gd name="T100" fmla="*/ 2147483646 w 106"/>
                <a:gd name="T101" fmla="*/ 2147483646 h 354"/>
                <a:gd name="T102" fmla="*/ 2147483646 w 106"/>
                <a:gd name="T103" fmla="*/ 2147483646 h 354"/>
                <a:gd name="T104" fmla="*/ 2147483646 w 106"/>
                <a:gd name="T105" fmla="*/ 2147483646 h 354"/>
                <a:gd name="T106" fmla="*/ 2147483646 w 106"/>
                <a:gd name="T107" fmla="*/ 2147483646 h 354"/>
                <a:gd name="T108" fmla="*/ 2147483646 w 106"/>
                <a:gd name="T109" fmla="*/ 2147483646 h 354"/>
                <a:gd name="T110" fmla="*/ 2147483646 w 106"/>
                <a:gd name="T111" fmla="*/ 2147483646 h 354"/>
                <a:gd name="T112" fmla="*/ 2147483646 w 106"/>
                <a:gd name="T113" fmla="*/ 2147483646 h 35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06" h="354">
                  <a:moveTo>
                    <a:pt x="0" y="0"/>
                  </a:moveTo>
                  <a:lnTo>
                    <a:pt x="2" y="4"/>
                  </a:lnTo>
                  <a:lnTo>
                    <a:pt x="5" y="7"/>
                  </a:lnTo>
                  <a:lnTo>
                    <a:pt x="6" y="11"/>
                  </a:lnTo>
                  <a:lnTo>
                    <a:pt x="8" y="14"/>
                  </a:lnTo>
                  <a:lnTo>
                    <a:pt x="9" y="17"/>
                  </a:lnTo>
                  <a:lnTo>
                    <a:pt x="11" y="20"/>
                  </a:lnTo>
                  <a:lnTo>
                    <a:pt x="12" y="22"/>
                  </a:lnTo>
                  <a:lnTo>
                    <a:pt x="14" y="25"/>
                  </a:lnTo>
                  <a:lnTo>
                    <a:pt x="15" y="28"/>
                  </a:lnTo>
                  <a:lnTo>
                    <a:pt x="17" y="29"/>
                  </a:lnTo>
                  <a:lnTo>
                    <a:pt x="18" y="32"/>
                  </a:lnTo>
                  <a:lnTo>
                    <a:pt x="18" y="34"/>
                  </a:lnTo>
                  <a:lnTo>
                    <a:pt x="20" y="35"/>
                  </a:lnTo>
                  <a:lnTo>
                    <a:pt x="21" y="37"/>
                  </a:lnTo>
                  <a:lnTo>
                    <a:pt x="21" y="38"/>
                  </a:lnTo>
                  <a:lnTo>
                    <a:pt x="22" y="40"/>
                  </a:lnTo>
                  <a:lnTo>
                    <a:pt x="22" y="41"/>
                  </a:ln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5" y="47"/>
                  </a:lnTo>
                  <a:lnTo>
                    <a:pt x="25" y="49"/>
                  </a:lnTo>
                  <a:lnTo>
                    <a:pt x="27" y="50"/>
                  </a:lnTo>
                  <a:lnTo>
                    <a:pt x="27" y="51"/>
                  </a:lnTo>
                  <a:lnTo>
                    <a:pt x="28" y="53"/>
                  </a:lnTo>
                  <a:lnTo>
                    <a:pt x="28" y="54"/>
                  </a:lnTo>
                  <a:lnTo>
                    <a:pt x="30" y="56"/>
                  </a:lnTo>
                  <a:lnTo>
                    <a:pt x="30" y="57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3" y="63"/>
                  </a:lnTo>
                  <a:lnTo>
                    <a:pt x="33" y="65"/>
                  </a:lnTo>
                  <a:lnTo>
                    <a:pt x="34" y="66"/>
                  </a:lnTo>
                  <a:lnTo>
                    <a:pt x="34" y="69"/>
                  </a:lnTo>
                  <a:lnTo>
                    <a:pt x="36" y="71"/>
                  </a:lnTo>
                  <a:lnTo>
                    <a:pt x="36" y="72"/>
                  </a:lnTo>
                  <a:lnTo>
                    <a:pt x="37" y="74"/>
                  </a:lnTo>
                  <a:lnTo>
                    <a:pt x="37" y="75"/>
                  </a:lnTo>
                  <a:lnTo>
                    <a:pt x="39" y="77"/>
                  </a:lnTo>
                  <a:lnTo>
                    <a:pt x="39" y="78"/>
                  </a:lnTo>
                  <a:lnTo>
                    <a:pt x="39" y="80"/>
                  </a:lnTo>
                  <a:lnTo>
                    <a:pt x="40" y="81"/>
                  </a:lnTo>
                  <a:lnTo>
                    <a:pt x="40" y="83"/>
                  </a:lnTo>
                  <a:lnTo>
                    <a:pt x="42" y="84"/>
                  </a:lnTo>
                  <a:lnTo>
                    <a:pt x="42" y="86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9"/>
                  </a:lnTo>
                  <a:lnTo>
                    <a:pt x="43" y="90"/>
                  </a:lnTo>
                  <a:lnTo>
                    <a:pt x="43" y="92"/>
                  </a:lnTo>
                  <a:lnTo>
                    <a:pt x="45" y="93"/>
                  </a:lnTo>
                  <a:lnTo>
                    <a:pt x="45" y="94"/>
                  </a:lnTo>
                  <a:lnTo>
                    <a:pt x="46" y="94"/>
                  </a:lnTo>
                  <a:lnTo>
                    <a:pt x="46" y="96"/>
                  </a:lnTo>
                  <a:lnTo>
                    <a:pt x="46" y="97"/>
                  </a:lnTo>
                  <a:lnTo>
                    <a:pt x="48" y="100"/>
                  </a:lnTo>
                  <a:lnTo>
                    <a:pt x="48" y="102"/>
                  </a:lnTo>
                  <a:lnTo>
                    <a:pt x="49" y="103"/>
                  </a:lnTo>
                  <a:lnTo>
                    <a:pt x="49" y="105"/>
                  </a:lnTo>
                  <a:lnTo>
                    <a:pt x="51" y="108"/>
                  </a:lnTo>
                  <a:lnTo>
                    <a:pt x="51" y="109"/>
                  </a:lnTo>
                  <a:lnTo>
                    <a:pt x="52" y="112"/>
                  </a:lnTo>
                  <a:lnTo>
                    <a:pt x="52" y="114"/>
                  </a:lnTo>
                  <a:lnTo>
                    <a:pt x="54" y="117"/>
                  </a:lnTo>
                  <a:lnTo>
                    <a:pt x="54" y="118"/>
                  </a:lnTo>
                  <a:lnTo>
                    <a:pt x="55" y="121"/>
                  </a:lnTo>
                  <a:lnTo>
                    <a:pt x="57" y="123"/>
                  </a:lnTo>
                  <a:lnTo>
                    <a:pt x="57" y="124"/>
                  </a:lnTo>
                  <a:lnTo>
                    <a:pt x="57" y="127"/>
                  </a:lnTo>
                  <a:lnTo>
                    <a:pt x="58" y="129"/>
                  </a:lnTo>
                  <a:lnTo>
                    <a:pt x="58" y="130"/>
                  </a:lnTo>
                  <a:lnTo>
                    <a:pt x="60" y="132"/>
                  </a:lnTo>
                  <a:lnTo>
                    <a:pt x="60" y="133"/>
                  </a:lnTo>
                  <a:lnTo>
                    <a:pt x="60" y="135"/>
                  </a:lnTo>
                  <a:lnTo>
                    <a:pt x="61" y="136"/>
                  </a:lnTo>
                  <a:lnTo>
                    <a:pt x="61" y="137"/>
                  </a:lnTo>
                  <a:lnTo>
                    <a:pt x="61" y="139"/>
                  </a:lnTo>
                  <a:lnTo>
                    <a:pt x="63" y="139"/>
                  </a:lnTo>
                  <a:lnTo>
                    <a:pt x="63" y="140"/>
                  </a:lnTo>
                  <a:lnTo>
                    <a:pt x="63" y="142"/>
                  </a:lnTo>
                  <a:lnTo>
                    <a:pt x="64" y="143"/>
                  </a:lnTo>
                  <a:lnTo>
                    <a:pt x="64" y="145"/>
                  </a:lnTo>
                  <a:lnTo>
                    <a:pt x="64" y="146"/>
                  </a:lnTo>
                  <a:lnTo>
                    <a:pt x="64" y="148"/>
                  </a:lnTo>
                  <a:lnTo>
                    <a:pt x="65" y="149"/>
                  </a:lnTo>
                  <a:lnTo>
                    <a:pt x="65" y="151"/>
                  </a:lnTo>
                  <a:lnTo>
                    <a:pt x="65" y="152"/>
                  </a:lnTo>
                  <a:lnTo>
                    <a:pt x="67" y="154"/>
                  </a:lnTo>
                  <a:lnTo>
                    <a:pt x="67" y="155"/>
                  </a:lnTo>
                  <a:lnTo>
                    <a:pt x="67" y="157"/>
                  </a:lnTo>
                  <a:lnTo>
                    <a:pt x="68" y="158"/>
                  </a:lnTo>
                  <a:lnTo>
                    <a:pt x="68" y="161"/>
                  </a:lnTo>
                  <a:lnTo>
                    <a:pt x="70" y="163"/>
                  </a:lnTo>
                  <a:lnTo>
                    <a:pt x="70" y="166"/>
                  </a:lnTo>
                  <a:lnTo>
                    <a:pt x="71" y="167"/>
                  </a:lnTo>
                  <a:lnTo>
                    <a:pt x="71" y="170"/>
                  </a:lnTo>
                  <a:lnTo>
                    <a:pt x="73" y="173"/>
                  </a:lnTo>
                  <a:lnTo>
                    <a:pt x="73" y="175"/>
                  </a:lnTo>
                  <a:lnTo>
                    <a:pt x="74" y="176"/>
                  </a:lnTo>
                  <a:lnTo>
                    <a:pt x="74" y="179"/>
                  </a:lnTo>
                  <a:lnTo>
                    <a:pt x="74" y="180"/>
                  </a:lnTo>
                  <a:lnTo>
                    <a:pt x="76" y="182"/>
                  </a:lnTo>
                  <a:lnTo>
                    <a:pt x="76" y="183"/>
                  </a:lnTo>
                  <a:lnTo>
                    <a:pt x="76" y="185"/>
                  </a:lnTo>
                  <a:lnTo>
                    <a:pt x="77" y="186"/>
                  </a:lnTo>
                  <a:lnTo>
                    <a:pt x="77" y="188"/>
                  </a:lnTo>
                  <a:lnTo>
                    <a:pt x="77" y="189"/>
                  </a:lnTo>
                  <a:lnTo>
                    <a:pt x="79" y="191"/>
                  </a:lnTo>
                  <a:lnTo>
                    <a:pt x="79" y="192"/>
                  </a:lnTo>
                  <a:lnTo>
                    <a:pt x="79" y="194"/>
                  </a:lnTo>
                  <a:lnTo>
                    <a:pt x="79" y="195"/>
                  </a:lnTo>
                  <a:lnTo>
                    <a:pt x="80" y="195"/>
                  </a:lnTo>
                  <a:lnTo>
                    <a:pt x="80" y="197"/>
                  </a:lnTo>
                  <a:lnTo>
                    <a:pt x="80" y="198"/>
                  </a:lnTo>
                  <a:lnTo>
                    <a:pt x="82" y="200"/>
                  </a:lnTo>
                  <a:lnTo>
                    <a:pt x="82" y="201"/>
                  </a:lnTo>
                  <a:lnTo>
                    <a:pt x="82" y="203"/>
                  </a:lnTo>
                  <a:lnTo>
                    <a:pt x="82" y="204"/>
                  </a:lnTo>
                  <a:lnTo>
                    <a:pt x="83" y="206"/>
                  </a:lnTo>
                  <a:lnTo>
                    <a:pt x="83" y="207"/>
                  </a:lnTo>
                  <a:lnTo>
                    <a:pt x="83" y="209"/>
                  </a:lnTo>
                  <a:lnTo>
                    <a:pt x="85" y="210"/>
                  </a:lnTo>
                  <a:lnTo>
                    <a:pt x="85" y="213"/>
                  </a:lnTo>
                  <a:lnTo>
                    <a:pt x="86" y="215"/>
                  </a:lnTo>
                  <a:lnTo>
                    <a:pt x="86" y="216"/>
                  </a:lnTo>
                  <a:lnTo>
                    <a:pt x="88" y="219"/>
                  </a:lnTo>
                  <a:lnTo>
                    <a:pt x="88" y="222"/>
                  </a:lnTo>
                  <a:lnTo>
                    <a:pt x="89" y="224"/>
                  </a:lnTo>
                  <a:lnTo>
                    <a:pt x="89" y="226"/>
                  </a:lnTo>
                  <a:lnTo>
                    <a:pt x="91" y="228"/>
                  </a:lnTo>
                  <a:lnTo>
                    <a:pt x="91" y="231"/>
                  </a:lnTo>
                  <a:lnTo>
                    <a:pt x="91" y="232"/>
                  </a:lnTo>
                  <a:lnTo>
                    <a:pt x="92" y="234"/>
                  </a:lnTo>
                  <a:lnTo>
                    <a:pt x="92" y="235"/>
                  </a:lnTo>
                  <a:lnTo>
                    <a:pt x="92" y="237"/>
                  </a:lnTo>
                  <a:lnTo>
                    <a:pt x="94" y="238"/>
                  </a:lnTo>
                  <a:lnTo>
                    <a:pt x="94" y="240"/>
                  </a:lnTo>
                  <a:lnTo>
                    <a:pt x="94" y="241"/>
                  </a:lnTo>
                  <a:lnTo>
                    <a:pt x="94" y="243"/>
                  </a:lnTo>
                  <a:lnTo>
                    <a:pt x="95" y="244"/>
                  </a:lnTo>
                  <a:lnTo>
                    <a:pt x="95" y="246"/>
                  </a:lnTo>
                  <a:lnTo>
                    <a:pt x="95" y="247"/>
                  </a:lnTo>
                  <a:lnTo>
                    <a:pt x="95" y="249"/>
                  </a:lnTo>
                  <a:lnTo>
                    <a:pt x="95" y="250"/>
                  </a:lnTo>
                  <a:lnTo>
                    <a:pt x="97" y="252"/>
                  </a:lnTo>
                  <a:lnTo>
                    <a:pt x="97" y="253"/>
                  </a:lnTo>
                  <a:lnTo>
                    <a:pt x="97" y="255"/>
                  </a:lnTo>
                  <a:lnTo>
                    <a:pt x="97" y="256"/>
                  </a:lnTo>
                  <a:lnTo>
                    <a:pt x="97" y="258"/>
                  </a:lnTo>
                  <a:lnTo>
                    <a:pt x="97" y="259"/>
                  </a:lnTo>
                  <a:lnTo>
                    <a:pt x="97" y="261"/>
                  </a:lnTo>
                  <a:lnTo>
                    <a:pt x="97" y="262"/>
                  </a:lnTo>
                  <a:lnTo>
                    <a:pt x="97" y="264"/>
                  </a:lnTo>
                  <a:lnTo>
                    <a:pt x="98" y="265"/>
                  </a:lnTo>
                  <a:lnTo>
                    <a:pt x="98" y="268"/>
                  </a:lnTo>
                  <a:lnTo>
                    <a:pt x="98" y="269"/>
                  </a:lnTo>
                  <a:lnTo>
                    <a:pt x="98" y="271"/>
                  </a:lnTo>
                  <a:lnTo>
                    <a:pt x="98" y="274"/>
                  </a:lnTo>
                  <a:lnTo>
                    <a:pt x="98" y="275"/>
                  </a:lnTo>
                  <a:lnTo>
                    <a:pt x="98" y="277"/>
                  </a:lnTo>
                  <a:lnTo>
                    <a:pt x="98" y="280"/>
                  </a:lnTo>
                  <a:lnTo>
                    <a:pt x="98" y="281"/>
                  </a:lnTo>
                  <a:lnTo>
                    <a:pt x="98" y="283"/>
                  </a:lnTo>
                  <a:lnTo>
                    <a:pt x="100" y="284"/>
                  </a:lnTo>
                  <a:lnTo>
                    <a:pt x="100" y="286"/>
                  </a:lnTo>
                  <a:lnTo>
                    <a:pt x="100" y="287"/>
                  </a:lnTo>
                  <a:lnTo>
                    <a:pt x="100" y="289"/>
                  </a:lnTo>
                  <a:lnTo>
                    <a:pt x="100" y="290"/>
                  </a:lnTo>
                  <a:lnTo>
                    <a:pt x="100" y="292"/>
                  </a:lnTo>
                  <a:lnTo>
                    <a:pt x="100" y="293"/>
                  </a:lnTo>
                  <a:lnTo>
                    <a:pt x="100" y="295"/>
                  </a:lnTo>
                  <a:lnTo>
                    <a:pt x="100" y="296"/>
                  </a:lnTo>
                  <a:lnTo>
                    <a:pt x="101" y="298"/>
                  </a:lnTo>
                  <a:lnTo>
                    <a:pt x="101" y="299"/>
                  </a:lnTo>
                  <a:lnTo>
                    <a:pt x="101" y="301"/>
                  </a:lnTo>
                  <a:lnTo>
                    <a:pt x="101" y="302"/>
                  </a:lnTo>
                  <a:lnTo>
                    <a:pt x="101" y="304"/>
                  </a:lnTo>
                  <a:lnTo>
                    <a:pt x="103" y="305"/>
                  </a:lnTo>
                  <a:lnTo>
                    <a:pt x="103" y="307"/>
                  </a:lnTo>
                  <a:lnTo>
                    <a:pt x="103" y="308"/>
                  </a:lnTo>
                  <a:lnTo>
                    <a:pt x="103" y="310"/>
                  </a:lnTo>
                  <a:lnTo>
                    <a:pt x="103" y="311"/>
                  </a:lnTo>
                  <a:lnTo>
                    <a:pt x="104" y="312"/>
                  </a:lnTo>
                  <a:lnTo>
                    <a:pt x="104" y="314"/>
                  </a:lnTo>
                  <a:lnTo>
                    <a:pt x="104" y="315"/>
                  </a:lnTo>
                  <a:lnTo>
                    <a:pt x="104" y="317"/>
                  </a:lnTo>
                  <a:lnTo>
                    <a:pt x="104" y="318"/>
                  </a:lnTo>
                  <a:lnTo>
                    <a:pt x="104" y="320"/>
                  </a:lnTo>
                  <a:lnTo>
                    <a:pt x="104" y="321"/>
                  </a:lnTo>
                  <a:lnTo>
                    <a:pt x="104" y="323"/>
                  </a:lnTo>
                  <a:lnTo>
                    <a:pt x="104" y="324"/>
                  </a:lnTo>
                  <a:lnTo>
                    <a:pt x="106" y="324"/>
                  </a:lnTo>
                  <a:lnTo>
                    <a:pt x="106" y="326"/>
                  </a:lnTo>
                  <a:lnTo>
                    <a:pt x="106" y="327"/>
                  </a:lnTo>
                  <a:lnTo>
                    <a:pt x="106" y="329"/>
                  </a:lnTo>
                  <a:lnTo>
                    <a:pt x="106" y="330"/>
                  </a:lnTo>
                  <a:lnTo>
                    <a:pt x="104" y="330"/>
                  </a:lnTo>
                  <a:lnTo>
                    <a:pt x="104" y="332"/>
                  </a:lnTo>
                  <a:lnTo>
                    <a:pt x="104" y="333"/>
                  </a:lnTo>
                  <a:lnTo>
                    <a:pt x="104" y="336"/>
                  </a:lnTo>
                  <a:lnTo>
                    <a:pt x="104" y="338"/>
                  </a:lnTo>
                  <a:lnTo>
                    <a:pt x="104" y="339"/>
                  </a:lnTo>
                  <a:lnTo>
                    <a:pt x="104" y="342"/>
                  </a:lnTo>
                  <a:lnTo>
                    <a:pt x="104" y="344"/>
                  </a:lnTo>
                  <a:lnTo>
                    <a:pt x="104" y="347"/>
                  </a:lnTo>
                  <a:lnTo>
                    <a:pt x="104" y="348"/>
                  </a:lnTo>
                  <a:lnTo>
                    <a:pt x="104" y="351"/>
                  </a:lnTo>
                  <a:lnTo>
                    <a:pt x="104" y="35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10" name="Freeform 52">
              <a:extLst>
                <a:ext uri="{FF2B5EF4-FFF2-40B4-BE49-F238E27FC236}">
                  <a16:creationId xmlns:a16="http://schemas.microsoft.com/office/drawing/2014/main" id="{A79D8A22-B6A7-4776-9FAE-EDEBEF24D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8113" y="5049838"/>
              <a:ext cx="84137" cy="280987"/>
            </a:xfrm>
            <a:custGeom>
              <a:avLst/>
              <a:gdLst>
                <a:gd name="T0" fmla="*/ 2147483646 w 106"/>
                <a:gd name="T1" fmla="*/ 2147483646 h 354"/>
                <a:gd name="T2" fmla="*/ 2147483646 w 106"/>
                <a:gd name="T3" fmla="*/ 2147483646 h 354"/>
                <a:gd name="T4" fmla="*/ 2147483646 w 106"/>
                <a:gd name="T5" fmla="*/ 2147483646 h 354"/>
                <a:gd name="T6" fmla="*/ 2147483646 w 106"/>
                <a:gd name="T7" fmla="*/ 2147483646 h 354"/>
                <a:gd name="T8" fmla="*/ 2147483646 w 106"/>
                <a:gd name="T9" fmla="*/ 2147483646 h 354"/>
                <a:gd name="T10" fmla="*/ 2147483646 w 106"/>
                <a:gd name="T11" fmla="*/ 2147483646 h 354"/>
                <a:gd name="T12" fmla="*/ 2147483646 w 106"/>
                <a:gd name="T13" fmla="*/ 2147483646 h 354"/>
                <a:gd name="T14" fmla="*/ 2147483646 w 106"/>
                <a:gd name="T15" fmla="*/ 2147483646 h 354"/>
                <a:gd name="T16" fmla="*/ 2147483646 w 106"/>
                <a:gd name="T17" fmla="*/ 2147483646 h 354"/>
                <a:gd name="T18" fmla="*/ 2147483646 w 106"/>
                <a:gd name="T19" fmla="*/ 2147483646 h 354"/>
                <a:gd name="T20" fmla="*/ 2147483646 w 106"/>
                <a:gd name="T21" fmla="*/ 2147483646 h 354"/>
                <a:gd name="T22" fmla="*/ 2147483646 w 106"/>
                <a:gd name="T23" fmla="*/ 2147483646 h 354"/>
                <a:gd name="T24" fmla="*/ 2147483646 w 106"/>
                <a:gd name="T25" fmla="*/ 2147483646 h 354"/>
                <a:gd name="T26" fmla="*/ 2147483646 w 106"/>
                <a:gd name="T27" fmla="*/ 2147483646 h 354"/>
                <a:gd name="T28" fmla="*/ 2147483646 w 106"/>
                <a:gd name="T29" fmla="*/ 2147483646 h 354"/>
                <a:gd name="T30" fmla="*/ 2147483646 w 106"/>
                <a:gd name="T31" fmla="*/ 2147483646 h 354"/>
                <a:gd name="T32" fmla="*/ 2147483646 w 106"/>
                <a:gd name="T33" fmla="*/ 2147483646 h 354"/>
                <a:gd name="T34" fmla="*/ 2147483646 w 106"/>
                <a:gd name="T35" fmla="*/ 2147483646 h 354"/>
                <a:gd name="T36" fmla="*/ 2147483646 w 106"/>
                <a:gd name="T37" fmla="*/ 2147483646 h 354"/>
                <a:gd name="T38" fmla="*/ 2147483646 w 106"/>
                <a:gd name="T39" fmla="*/ 2147483646 h 354"/>
                <a:gd name="T40" fmla="*/ 2147483646 w 106"/>
                <a:gd name="T41" fmla="*/ 2147483646 h 354"/>
                <a:gd name="T42" fmla="*/ 2147483646 w 106"/>
                <a:gd name="T43" fmla="*/ 2147483646 h 354"/>
                <a:gd name="T44" fmla="*/ 2147483646 w 106"/>
                <a:gd name="T45" fmla="*/ 2147483646 h 354"/>
                <a:gd name="T46" fmla="*/ 2147483646 w 106"/>
                <a:gd name="T47" fmla="*/ 2147483646 h 354"/>
                <a:gd name="T48" fmla="*/ 2147483646 w 106"/>
                <a:gd name="T49" fmla="*/ 2147483646 h 354"/>
                <a:gd name="T50" fmla="*/ 2147483646 w 106"/>
                <a:gd name="T51" fmla="*/ 2147483646 h 354"/>
                <a:gd name="T52" fmla="*/ 2147483646 w 106"/>
                <a:gd name="T53" fmla="*/ 2147483646 h 354"/>
                <a:gd name="T54" fmla="*/ 2147483646 w 106"/>
                <a:gd name="T55" fmla="*/ 2147483646 h 354"/>
                <a:gd name="T56" fmla="*/ 2147483646 w 106"/>
                <a:gd name="T57" fmla="*/ 2147483646 h 354"/>
                <a:gd name="T58" fmla="*/ 2147483646 w 106"/>
                <a:gd name="T59" fmla="*/ 2147483646 h 354"/>
                <a:gd name="T60" fmla="*/ 2147483646 w 106"/>
                <a:gd name="T61" fmla="*/ 2147483646 h 354"/>
                <a:gd name="T62" fmla="*/ 2147483646 w 106"/>
                <a:gd name="T63" fmla="*/ 2147483646 h 354"/>
                <a:gd name="T64" fmla="*/ 2147483646 w 106"/>
                <a:gd name="T65" fmla="*/ 2147483646 h 354"/>
                <a:gd name="T66" fmla="*/ 2147483646 w 106"/>
                <a:gd name="T67" fmla="*/ 2147483646 h 354"/>
                <a:gd name="T68" fmla="*/ 2147483646 w 106"/>
                <a:gd name="T69" fmla="*/ 2147483646 h 354"/>
                <a:gd name="T70" fmla="*/ 2147483646 w 106"/>
                <a:gd name="T71" fmla="*/ 2147483646 h 354"/>
                <a:gd name="T72" fmla="*/ 2147483646 w 106"/>
                <a:gd name="T73" fmla="*/ 2147483646 h 354"/>
                <a:gd name="T74" fmla="*/ 2147483646 w 106"/>
                <a:gd name="T75" fmla="*/ 2147483646 h 354"/>
                <a:gd name="T76" fmla="*/ 2147483646 w 106"/>
                <a:gd name="T77" fmla="*/ 2147483646 h 354"/>
                <a:gd name="T78" fmla="*/ 2147483646 w 106"/>
                <a:gd name="T79" fmla="*/ 2147483646 h 354"/>
                <a:gd name="T80" fmla="*/ 2147483646 w 106"/>
                <a:gd name="T81" fmla="*/ 2147483646 h 354"/>
                <a:gd name="T82" fmla="*/ 2147483646 w 106"/>
                <a:gd name="T83" fmla="*/ 2147483646 h 354"/>
                <a:gd name="T84" fmla="*/ 2147483646 w 106"/>
                <a:gd name="T85" fmla="*/ 2147483646 h 354"/>
                <a:gd name="T86" fmla="*/ 2147483646 w 106"/>
                <a:gd name="T87" fmla="*/ 2147483646 h 354"/>
                <a:gd name="T88" fmla="*/ 2147483646 w 106"/>
                <a:gd name="T89" fmla="*/ 2147483646 h 354"/>
                <a:gd name="T90" fmla="*/ 2147483646 w 106"/>
                <a:gd name="T91" fmla="*/ 2147483646 h 354"/>
                <a:gd name="T92" fmla="*/ 2147483646 w 106"/>
                <a:gd name="T93" fmla="*/ 2147483646 h 354"/>
                <a:gd name="T94" fmla="*/ 2147483646 w 106"/>
                <a:gd name="T95" fmla="*/ 2147483646 h 354"/>
                <a:gd name="T96" fmla="*/ 2147483646 w 106"/>
                <a:gd name="T97" fmla="*/ 2147483646 h 354"/>
                <a:gd name="T98" fmla="*/ 2147483646 w 106"/>
                <a:gd name="T99" fmla="*/ 2147483646 h 354"/>
                <a:gd name="T100" fmla="*/ 2147483646 w 106"/>
                <a:gd name="T101" fmla="*/ 2147483646 h 354"/>
                <a:gd name="T102" fmla="*/ 2147483646 w 106"/>
                <a:gd name="T103" fmla="*/ 2147483646 h 354"/>
                <a:gd name="T104" fmla="*/ 2147483646 w 106"/>
                <a:gd name="T105" fmla="*/ 2147483646 h 354"/>
                <a:gd name="T106" fmla="*/ 2147483646 w 106"/>
                <a:gd name="T107" fmla="*/ 2147483646 h 354"/>
                <a:gd name="T108" fmla="*/ 2147483646 w 106"/>
                <a:gd name="T109" fmla="*/ 2147483646 h 354"/>
                <a:gd name="T110" fmla="*/ 2147483646 w 106"/>
                <a:gd name="T111" fmla="*/ 2147483646 h 354"/>
                <a:gd name="T112" fmla="*/ 2147483646 w 106"/>
                <a:gd name="T113" fmla="*/ 2147483646 h 35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06" h="354">
                  <a:moveTo>
                    <a:pt x="0" y="354"/>
                  </a:moveTo>
                  <a:lnTo>
                    <a:pt x="2" y="349"/>
                  </a:lnTo>
                  <a:lnTo>
                    <a:pt x="5" y="347"/>
                  </a:lnTo>
                  <a:lnTo>
                    <a:pt x="6" y="342"/>
                  </a:lnTo>
                  <a:lnTo>
                    <a:pt x="8" y="339"/>
                  </a:lnTo>
                  <a:lnTo>
                    <a:pt x="9" y="336"/>
                  </a:lnTo>
                  <a:lnTo>
                    <a:pt x="11" y="333"/>
                  </a:lnTo>
                  <a:lnTo>
                    <a:pt x="12" y="330"/>
                  </a:lnTo>
                  <a:lnTo>
                    <a:pt x="14" y="329"/>
                  </a:lnTo>
                  <a:lnTo>
                    <a:pt x="15" y="326"/>
                  </a:lnTo>
                  <a:lnTo>
                    <a:pt x="17" y="324"/>
                  </a:lnTo>
                  <a:lnTo>
                    <a:pt x="18" y="321"/>
                  </a:lnTo>
                  <a:lnTo>
                    <a:pt x="18" y="320"/>
                  </a:lnTo>
                  <a:lnTo>
                    <a:pt x="20" y="318"/>
                  </a:lnTo>
                  <a:lnTo>
                    <a:pt x="21" y="317"/>
                  </a:lnTo>
                  <a:lnTo>
                    <a:pt x="21" y="315"/>
                  </a:lnTo>
                  <a:lnTo>
                    <a:pt x="22" y="314"/>
                  </a:lnTo>
                  <a:lnTo>
                    <a:pt x="22" y="312"/>
                  </a:lnTo>
                  <a:lnTo>
                    <a:pt x="24" y="311"/>
                  </a:lnTo>
                  <a:lnTo>
                    <a:pt x="24" y="309"/>
                  </a:lnTo>
                  <a:lnTo>
                    <a:pt x="25" y="308"/>
                  </a:lnTo>
                  <a:lnTo>
                    <a:pt x="25" y="306"/>
                  </a:lnTo>
                  <a:lnTo>
                    <a:pt x="25" y="305"/>
                  </a:lnTo>
                  <a:lnTo>
                    <a:pt x="27" y="304"/>
                  </a:lnTo>
                  <a:lnTo>
                    <a:pt x="27" y="302"/>
                  </a:lnTo>
                  <a:lnTo>
                    <a:pt x="28" y="301"/>
                  </a:lnTo>
                  <a:lnTo>
                    <a:pt x="28" y="299"/>
                  </a:lnTo>
                  <a:lnTo>
                    <a:pt x="30" y="298"/>
                  </a:lnTo>
                  <a:lnTo>
                    <a:pt x="30" y="296"/>
                  </a:lnTo>
                  <a:lnTo>
                    <a:pt x="30" y="295"/>
                  </a:lnTo>
                  <a:lnTo>
                    <a:pt x="31" y="292"/>
                  </a:lnTo>
                  <a:lnTo>
                    <a:pt x="33" y="290"/>
                  </a:lnTo>
                  <a:lnTo>
                    <a:pt x="33" y="289"/>
                  </a:lnTo>
                  <a:lnTo>
                    <a:pt x="34" y="286"/>
                  </a:lnTo>
                  <a:lnTo>
                    <a:pt x="34" y="284"/>
                  </a:lnTo>
                  <a:lnTo>
                    <a:pt x="36" y="283"/>
                  </a:lnTo>
                  <a:lnTo>
                    <a:pt x="36" y="281"/>
                  </a:lnTo>
                  <a:lnTo>
                    <a:pt x="37" y="280"/>
                  </a:lnTo>
                  <a:lnTo>
                    <a:pt x="37" y="278"/>
                  </a:lnTo>
                  <a:lnTo>
                    <a:pt x="39" y="277"/>
                  </a:lnTo>
                  <a:lnTo>
                    <a:pt x="39" y="275"/>
                  </a:lnTo>
                  <a:lnTo>
                    <a:pt x="39" y="274"/>
                  </a:lnTo>
                  <a:lnTo>
                    <a:pt x="40" y="272"/>
                  </a:lnTo>
                  <a:lnTo>
                    <a:pt x="40" y="271"/>
                  </a:lnTo>
                  <a:lnTo>
                    <a:pt x="42" y="269"/>
                  </a:lnTo>
                  <a:lnTo>
                    <a:pt x="42" y="268"/>
                  </a:lnTo>
                  <a:lnTo>
                    <a:pt x="42" y="266"/>
                  </a:lnTo>
                  <a:lnTo>
                    <a:pt x="43" y="265"/>
                  </a:lnTo>
                  <a:lnTo>
                    <a:pt x="43" y="263"/>
                  </a:lnTo>
                  <a:lnTo>
                    <a:pt x="43" y="262"/>
                  </a:lnTo>
                  <a:lnTo>
                    <a:pt x="45" y="261"/>
                  </a:lnTo>
                  <a:lnTo>
                    <a:pt x="45" y="259"/>
                  </a:lnTo>
                  <a:lnTo>
                    <a:pt x="46" y="258"/>
                  </a:lnTo>
                  <a:lnTo>
                    <a:pt x="46" y="256"/>
                  </a:lnTo>
                  <a:lnTo>
                    <a:pt x="46" y="255"/>
                  </a:lnTo>
                  <a:lnTo>
                    <a:pt x="48" y="253"/>
                  </a:lnTo>
                  <a:lnTo>
                    <a:pt x="48" y="252"/>
                  </a:lnTo>
                  <a:lnTo>
                    <a:pt x="49" y="250"/>
                  </a:lnTo>
                  <a:lnTo>
                    <a:pt x="49" y="249"/>
                  </a:lnTo>
                  <a:lnTo>
                    <a:pt x="51" y="246"/>
                  </a:lnTo>
                  <a:lnTo>
                    <a:pt x="51" y="244"/>
                  </a:lnTo>
                  <a:lnTo>
                    <a:pt x="52" y="241"/>
                  </a:lnTo>
                  <a:lnTo>
                    <a:pt x="52" y="240"/>
                  </a:lnTo>
                  <a:lnTo>
                    <a:pt x="54" y="237"/>
                  </a:lnTo>
                  <a:lnTo>
                    <a:pt x="54" y="234"/>
                  </a:lnTo>
                  <a:lnTo>
                    <a:pt x="55" y="232"/>
                  </a:lnTo>
                  <a:lnTo>
                    <a:pt x="57" y="231"/>
                  </a:lnTo>
                  <a:lnTo>
                    <a:pt x="57" y="228"/>
                  </a:lnTo>
                  <a:lnTo>
                    <a:pt x="57" y="226"/>
                  </a:lnTo>
                  <a:lnTo>
                    <a:pt x="58" y="225"/>
                  </a:lnTo>
                  <a:lnTo>
                    <a:pt x="58" y="223"/>
                  </a:lnTo>
                  <a:lnTo>
                    <a:pt x="60" y="222"/>
                  </a:lnTo>
                  <a:lnTo>
                    <a:pt x="60" y="220"/>
                  </a:lnTo>
                  <a:lnTo>
                    <a:pt x="60" y="219"/>
                  </a:lnTo>
                  <a:lnTo>
                    <a:pt x="61" y="218"/>
                  </a:lnTo>
                  <a:lnTo>
                    <a:pt x="61" y="216"/>
                  </a:lnTo>
                  <a:lnTo>
                    <a:pt x="61" y="215"/>
                  </a:lnTo>
                  <a:lnTo>
                    <a:pt x="63" y="213"/>
                  </a:lnTo>
                  <a:lnTo>
                    <a:pt x="63" y="212"/>
                  </a:lnTo>
                  <a:lnTo>
                    <a:pt x="64" y="210"/>
                  </a:lnTo>
                  <a:lnTo>
                    <a:pt x="64" y="209"/>
                  </a:lnTo>
                  <a:lnTo>
                    <a:pt x="64" y="207"/>
                  </a:lnTo>
                  <a:lnTo>
                    <a:pt x="64" y="206"/>
                  </a:lnTo>
                  <a:lnTo>
                    <a:pt x="65" y="204"/>
                  </a:lnTo>
                  <a:lnTo>
                    <a:pt x="65" y="203"/>
                  </a:lnTo>
                  <a:lnTo>
                    <a:pt x="65" y="201"/>
                  </a:lnTo>
                  <a:lnTo>
                    <a:pt x="67" y="200"/>
                  </a:lnTo>
                  <a:lnTo>
                    <a:pt x="67" y="198"/>
                  </a:lnTo>
                  <a:lnTo>
                    <a:pt x="67" y="197"/>
                  </a:lnTo>
                  <a:lnTo>
                    <a:pt x="68" y="194"/>
                  </a:lnTo>
                  <a:lnTo>
                    <a:pt x="68" y="192"/>
                  </a:lnTo>
                  <a:lnTo>
                    <a:pt x="70" y="191"/>
                  </a:lnTo>
                  <a:lnTo>
                    <a:pt x="70" y="188"/>
                  </a:lnTo>
                  <a:lnTo>
                    <a:pt x="71" y="185"/>
                  </a:lnTo>
                  <a:lnTo>
                    <a:pt x="71" y="183"/>
                  </a:lnTo>
                  <a:lnTo>
                    <a:pt x="73" y="180"/>
                  </a:lnTo>
                  <a:lnTo>
                    <a:pt x="73" y="179"/>
                  </a:lnTo>
                  <a:lnTo>
                    <a:pt x="74" y="176"/>
                  </a:lnTo>
                  <a:lnTo>
                    <a:pt x="74" y="175"/>
                  </a:lnTo>
                  <a:lnTo>
                    <a:pt x="74" y="173"/>
                  </a:lnTo>
                  <a:lnTo>
                    <a:pt x="76" y="172"/>
                  </a:lnTo>
                  <a:lnTo>
                    <a:pt x="76" y="170"/>
                  </a:lnTo>
                  <a:lnTo>
                    <a:pt x="76" y="169"/>
                  </a:lnTo>
                  <a:lnTo>
                    <a:pt x="77" y="167"/>
                  </a:lnTo>
                  <a:lnTo>
                    <a:pt x="77" y="166"/>
                  </a:lnTo>
                  <a:lnTo>
                    <a:pt x="77" y="164"/>
                  </a:lnTo>
                  <a:lnTo>
                    <a:pt x="79" y="163"/>
                  </a:lnTo>
                  <a:lnTo>
                    <a:pt x="79" y="161"/>
                  </a:lnTo>
                  <a:lnTo>
                    <a:pt x="79" y="160"/>
                  </a:lnTo>
                  <a:lnTo>
                    <a:pt x="79" y="158"/>
                  </a:lnTo>
                  <a:lnTo>
                    <a:pt x="80" y="157"/>
                  </a:lnTo>
                  <a:lnTo>
                    <a:pt x="80" y="155"/>
                  </a:lnTo>
                  <a:lnTo>
                    <a:pt x="82" y="154"/>
                  </a:lnTo>
                  <a:lnTo>
                    <a:pt x="82" y="152"/>
                  </a:lnTo>
                  <a:lnTo>
                    <a:pt x="82" y="151"/>
                  </a:lnTo>
                  <a:lnTo>
                    <a:pt x="82" y="149"/>
                  </a:lnTo>
                  <a:lnTo>
                    <a:pt x="83" y="148"/>
                  </a:lnTo>
                  <a:lnTo>
                    <a:pt x="83" y="146"/>
                  </a:lnTo>
                  <a:lnTo>
                    <a:pt x="83" y="145"/>
                  </a:lnTo>
                  <a:lnTo>
                    <a:pt x="85" y="142"/>
                  </a:lnTo>
                  <a:lnTo>
                    <a:pt x="85" y="140"/>
                  </a:lnTo>
                  <a:lnTo>
                    <a:pt x="86" y="139"/>
                  </a:lnTo>
                  <a:lnTo>
                    <a:pt x="86" y="136"/>
                  </a:lnTo>
                  <a:lnTo>
                    <a:pt x="88" y="134"/>
                  </a:lnTo>
                  <a:lnTo>
                    <a:pt x="88" y="131"/>
                  </a:lnTo>
                  <a:lnTo>
                    <a:pt x="89" y="130"/>
                  </a:lnTo>
                  <a:lnTo>
                    <a:pt x="89" y="127"/>
                  </a:lnTo>
                  <a:lnTo>
                    <a:pt x="91" y="126"/>
                  </a:lnTo>
                  <a:lnTo>
                    <a:pt x="91" y="123"/>
                  </a:lnTo>
                  <a:lnTo>
                    <a:pt x="91" y="121"/>
                  </a:lnTo>
                  <a:lnTo>
                    <a:pt x="92" y="120"/>
                  </a:lnTo>
                  <a:lnTo>
                    <a:pt x="92" y="118"/>
                  </a:lnTo>
                  <a:lnTo>
                    <a:pt x="92" y="115"/>
                  </a:lnTo>
                  <a:lnTo>
                    <a:pt x="94" y="114"/>
                  </a:lnTo>
                  <a:lnTo>
                    <a:pt x="94" y="112"/>
                  </a:lnTo>
                  <a:lnTo>
                    <a:pt x="94" y="111"/>
                  </a:lnTo>
                  <a:lnTo>
                    <a:pt x="95" y="109"/>
                  </a:lnTo>
                  <a:lnTo>
                    <a:pt x="95" y="108"/>
                  </a:lnTo>
                  <a:lnTo>
                    <a:pt x="95" y="106"/>
                  </a:lnTo>
                  <a:lnTo>
                    <a:pt x="95" y="105"/>
                  </a:lnTo>
                  <a:lnTo>
                    <a:pt x="95" y="103"/>
                  </a:lnTo>
                  <a:lnTo>
                    <a:pt x="97" y="102"/>
                  </a:lnTo>
                  <a:lnTo>
                    <a:pt x="97" y="100"/>
                  </a:lnTo>
                  <a:lnTo>
                    <a:pt x="97" y="99"/>
                  </a:lnTo>
                  <a:lnTo>
                    <a:pt x="97" y="97"/>
                  </a:lnTo>
                  <a:lnTo>
                    <a:pt x="97" y="96"/>
                  </a:lnTo>
                  <a:lnTo>
                    <a:pt x="97" y="94"/>
                  </a:lnTo>
                  <a:lnTo>
                    <a:pt x="97" y="93"/>
                  </a:lnTo>
                  <a:lnTo>
                    <a:pt x="97" y="91"/>
                  </a:lnTo>
                  <a:lnTo>
                    <a:pt x="97" y="90"/>
                  </a:lnTo>
                  <a:lnTo>
                    <a:pt x="98" y="87"/>
                  </a:lnTo>
                  <a:lnTo>
                    <a:pt x="98" y="86"/>
                  </a:lnTo>
                  <a:lnTo>
                    <a:pt x="98" y="84"/>
                  </a:lnTo>
                  <a:lnTo>
                    <a:pt x="98" y="81"/>
                  </a:lnTo>
                  <a:lnTo>
                    <a:pt x="98" y="80"/>
                  </a:lnTo>
                  <a:lnTo>
                    <a:pt x="98" y="78"/>
                  </a:lnTo>
                  <a:lnTo>
                    <a:pt x="98" y="75"/>
                  </a:lnTo>
                  <a:lnTo>
                    <a:pt x="98" y="74"/>
                  </a:lnTo>
                  <a:lnTo>
                    <a:pt x="98" y="72"/>
                  </a:lnTo>
                  <a:lnTo>
                    <a:pt x="98" y="71"/>
                  </a:lnTo>
                  <a:lnTo>
                    <a:pt x="100" y="69"/>
                  </a:lnTo>
                  <a:lnTo>
                    <a:pt x="100" y="68"/>
                  </a:lnTo>
                  <a:lnTo>
                    <a:pt x="100" y="66"/>
                  </a:lnTo>
                  <a:lnTo>
                    <a:pt x="100" y="65"/>
                  </a:lnTo>
                  <a:lnTo>
                    <a:pt x="100" y="63"/>
                  </a:lnTo>
                  <a:lnTo>
                    <a:pt x="100" y="62"/>
                  </a:lnTo>
                  <a:lnTo>
                    <a:pt x="100" y="60"/>
                  </a:lnTo>
                  <a:lnTo>
                    <a:pt x="100" y="59"/>
                  </a:lnTo>
                  <a:lnTo>
                    <a:pt x="100" y="57"/>
                  </a:lnTo>
                  <a:lnTo>
                    <a:pt x="101" y="56"/>
                  </a:lnTo>
                  <a:lnTo>
                    <a:pt x="101" y="54"/>
                  </a:lnTo>
                  <a:lnTo>
                    <a:pt x="101" y="53"/>
                  </a:lnTo>
                  <a:lnTo>
                    <a:pt x="101" y="51"/>
                  </a:lnTo>
                  <a:lnTo>
                    <a:pt x="101" y="50"/>
                  </a:lnTo>
                  <a:lnTo>
                    <a:pt x="103" y="48"/>
                  </a:lnTo>
                  <a:lnTo>
                    <a:pt x="103" y="47"/>
                  </a:lnTo>
                  <a:lnTo>
                    <a:pt x="103" y="45"/>
                  </a:lnTo>
                  <a:lnTo>
                    <a:pt x="103" y="44"/>
                  </a:lnTo>
                  <a:lnTo>
                    <a:pt x="103" y="43"/>
                  </a:lnTo>
                  <a:lnTo>
                    <a:pt x="104" y="41"/>
                  </a:lnTo>
                  <a:lnTo>
                    <a:pt x="104" y="40"/>
                  </a:lnTo>
                  <a:lnTo>
                    <a:pt x="104" y="38"/>
                  </a:lnTo>
                  <a:lnTo>
                    <a:pt x="104" y="37"/>
                  </a:lnTo>
                  <a:lnTo>
                    <a:pt x="104" y="35"/>
                  </a:lnTo>
                  <a:lnTo>
                    <a:pt x="104" y="34"/>
                  </a:lnTo>
                  <a:lnTo>
                    <a:pt x="104" y="32"/>
                  </a:lnTo>
                  <a:lnTo>
                    <a:pt x="104" y="31"/>
                  </a:lnTo>
                  <a:lnTo>
                    <a:pt x="104" y="29"/>
                  </a:lnTo>
                  <a:lnTo>
                    <a:pt x="106" y="29"/>
                  </a:lnTo>
                  <a:lnTo>
                    <a:pt x="106" y="28"/>
                  </a:lnTo>
                  <a:lnTo>
                    <a:pt x="106" y="26"/>
                  </a:lnTo>
                  <a:lnTo>
                    <a:pt x="106" y="25"/>
                  </a:lnTo>
                  <a:lnTo>
                    <a:pt x="106" y="23"/>
                  </a:lnTo>
                  <a:lnTo>
                    <a:pt x="104" y="22"/>
                  </a:lnTo>
                  <a:lnTo>
                    <a:pt x="104" y="20"/>
                  </a:lnTo>
                  <a:lnTo>
                    <a:pt x="104" y="19"/>
                  </a:lnTo>
                  <a:lnTo>
                    <a:pt x="104" y="17"/>
                  </a:lnTo>
                  <a:lnTo>
                    <a:pt x="104" y="16"/>
                  </a:lnTo>
                  <a:lnTo>
                    <a:pt x="104" y="14"/>
                  </a:lnTo>
                  <a:lnTo>
                    <a:pt x="104" y="11"/>
                  </a:lnTo>
                  <a:lnTo>
                    <a:pt x="104" y="10"/>
                  </a:lnTo>
                  <a:lnTo>
                    <a:pt x="104" y="7"/>
                  </a:lnTo>
                  <a:lnTo>
                    <a:pt x="104" y="5"/>
                  </a:lnTo>
                  <a:lnTo>
                    <a:pt x="104" y="2"/>
                  </a:lnTo>
                  <a:lnTo>
                    <a:pt x="104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11" name="Line 53">
              <a:extLst>
                <a:ext uri="{FF2B5EF4-FFF2-40B4-BE49-F238E27FC236}">
                  <a16:creationId xmlns:a16="http://schemas.microsoft.com/office/drawing/2014/main" id="{952FE2CD-9BFF-47CB-9AC7-471927FC4B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87863" y="4878388"/>
              <a:ext cx="19050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12" name="Line 54">
              <a:extLst>
                <a:ext uri="{FF2B5EF4-FFF2-40B4-BE49-F238E27FC236}">
                  <a16:creationId xmlns:a16="http://schemas.microsoft.com/office/drawing/2014/main" id="{C3D370D1-B927-4731-B5B7-68390568A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9050" y="4878388"/>
              <a:ext cx="258763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13" name="Freeform 55">
              <a:extLst>
                <a:ext uri="{FF2B5EF4-FFF2-40B4-BE49-F238E27FC236}">
                  <a16:creationId xmlns:a16="http://schemas.microsoft.com/office/drawing/2014/main" id="{9DB0C8E5-7EFD-4587-803F-9D999D58B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963" y="4713288"/>
              <a:ext cx="330200" cy="330200"/>
            </a:xfrm>
            <a:custGeom>
              <a:avLst/>
              <a:gdLst>
                <a:gd name="T0" fmla="*/ 2147483646 w 415"/>
                <a:gd name="T1" fmla="*/ 2147483646 h 416"/>
                <a:gd name="T2" fmla="*/ 0 w 415"/>
                <a:gd name="T3" fmla="*/ 2147483646 h 416"/>
                <a:gd name="T4" fmla="*/ 0 w 415"/>
                <a:gd name="T5" fmla="*/ 0 h 416"/>
                <a:gd name="T6" fmla="*/ 2147483646 w 415"/>
                <a:gd name="T7" fmla="*/ 2147483646 h 4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5" h="416">
                  <a:moveTo>
                    <a:pt x="415" y="208"/>
                  </a:moveTo>
                  <a:lnTo>
                    <a:pt x="0" y="416"/>
                  </a:lnTo>
                  <a:lnTo>
                    <a:pt x="0" y="0"/>
                  </a:lnTo>
                  <a:lnTo>
                    <a:pt x="415" y="208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14" name="Freeform 56">
              <a:extLst>
                <a:ext uri="{FF2B5EF4-FFF2-40B4-BE49-F238E27FC236}">
                  <a16:creationId xmlns:a16="http://schemas.microsoft.com/office/drawing/2014/main" id="{CE433CE2-A066-49E0-B1D7-7EBD1AB00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213" y="4827588"/>
              <a:ext cx="107950" cy="107950"/>
            </a:xfrm>
            <a:custGeom>
              <a:avLst/>
              <a:gdLst>
                <a:gd name="T0" fmla="*/ 2147483646 w 135"/>
                <a:gd name="T1" fmla="*/ 0 h 135"/>
                <a:gd name="T2" fmla="*/ 2147483646 w 135"/>
                <a:gd name="T3" fmla="*/ 2147483646 h 135"/>
                <a:gd name="T4" fmla="*/ 2147483646 w 135"/>
                <a:gd name="T5" fmla="*/ 2147483646 h 135"/>
                <a:gd name="T6" fmla="*/ 2147483646 w 135"/>
                <a:gd name="T7" fmla="*/ 2147483646 h 135"/>
                <a:gd name="T8" fmla="*/ 2147483646 w 135"/>
                <a:gd name="T9" fmla="*/ 2147483646 h 135"/>
                <a:gd name="T10" fmla="*/ 2147483646 w 135"/>
                <a:gd name="T11" fmla="*/ 2147483646 h 135"/>
                <a:gd name="T12" fmla="*/ 2147483646 w 135"/>
                <a:gd name="T13" fmla="*/ 2147483646 h 135"/>
                <a:gd name="T14" fmla="*/ 2147483646 w 135"/>
                <a:gd name="T15" fmla="*/ 2147483646 h 135"/>
                <a:gd name="T16" fmla="*/ 2147483646 w 135"/>
                <a:gd name="T17" fmla="*/ 2147483646 h 135"/>
                <a:gd name="T18" fmla="*/ 2147483646 w 135"/>
                <a:gd name="T19" fmla="*/ 2147483646 h 135"/>
                <a:gd name="T20" fmla="*/ 0 w 135"/>
                <a:gd name="T21" fmla="*/ 2147483646 h 135"/>
                <a:gd name="T22" fmla="*/ 2147483646 w 135"/>
                <a:gd name="T23" fmla="*/ 2147483646 h 135"/>
                <a:gd name="T24" fmla="*/ 2147483646 w 135"/>
                <a:gd name="T25" fmla="*/ 2147483646 h 135"/>
                <a:gd name="T26" fmla="*/ 2147483646 w 135"/>
                <a:gd name="T27" fmla="*/ 2147483646 h 135"/>
                <a:gd name="T28" fmla="*/ 2147483646 w 135"/>
                <a:gd name="T29" fmla="*/ 2147483646 h 135"/>
                <a:gd name="T30" fmla="*/ 2147483646 w 135"/>
                <a:gd name="T31" fmla="*/ 2147483646 h 135"/>
                <a:gd name="T32" fmla="*/ 2147483646 w 135"/>
                <a:gd name="T33" fmla="*/ 2147483646 h 135"/>
                <a:gd name="T34" fmla="*/ 2147483646 w 135"/>
                <a:gd name="T35" fmla="*/ 2147483646 h 135"/>
                <a:gd name="T36" fmla="*/ 2147483646 w 135"/>
                <a:gd name="T37" fmla="*/ 2147483646 h 135"/>
                <a:gd name="T38" fmla="*/ 2147483646 w 135"/>
                <a:gd name="T39" fmla="*/ 2147483646 h 135"/>
                <a:gd name="T40" fmla="*/ 2147483646 w 135"/>
                <a:gd name="T41" fmla="*/ 2147483646 h 135"/>
                <a:gd name="T42" fmla="*/ 2147483646 w 135"/>
                <a:gd name="T43" fmla="*/ 2147483646 h 135"/>
                <a:gd name="T44" fmla="*/ 2147483646 w 135"/>
                <a:gd name="T45" fmla="*/ 2147483646 h 135"/>
                <a:gd name="T46" fmla="*/ 2147483646 w 135"/>
                <a:gd name="T47" fmla="*/ 2147483646 h 135"/>
                <a:gd name="T48" fmla="*/ 2147483646 w 135"/>
                <a:gd name="T49" fmla="*/ 2147483646 h 135"/>
                <a:gd name="T50" fmla="*/ 2147483646 w 135"/>
                <a:gd name="T51" fmla="*/ 2147483646 h 135"/>
                <a:gd name="T52" fmla="*/ 2147483646 w 135"/>
                <a:gd name="T53" fmla="*/ 2147483646 h 135"/>
                <a:gd name="T54" fmla="*/ 2147483646 w 135"/>
                <a:gd name="T55" fmla="*/ 2147483646 h 135"/>
                <a:gd name="T56" fmla="*/ 2147483646 w 135"/>
                <a:gd name="T57" fmla="*/ 2147483646 h 135"/>
                <a:gd name="T58" fmla="*/ 2147483646 w 135"/>
                <a:gd name="T59" fmla="*/ 2147483646 h 135"/>
                <a:gd name="T60" fmla="*/ 2147483646 w 135"/>
                <a:gd name="T61" fmla="*/ 2147483646 h 135"/>
                <a:gd name="T62" fmla="*/ 2147483646 w 135"/>
                <a:gd name="T63" fmla="*/ 2147483646 h 135"/>
                <a:gd name="T64" fmla="*/ 2147483646 w 135"/>
                <a:gd name="T65" fmla="*/ 2147483646 h 135"/>
                <a:gd name="T66" fmla="*/ 2147483646 w 135"/>
                <a:gd name="T67" fmla="*/ 2147483646 h 135"/>
                <a:gd name="T68" fmla="*/ 2147483646 w 135"/>
                <a:gd name="T69" fmla="*/ 2147483646 h 135"/>
                <a:gd name="T70" fmla="*/ 2147483646 w 135"/>
                <a:gd name="T71" fmla="*/ 2147483646 h 135"/>
                <a:gd name="T72" fmla="*/ 2147483646 w 135"/>
                <a:gd name="T73" fmla="*/ 2147483646 h 135"/>
                <a:gd name="T74" fmla="*/ 2147483646 w 135"/>
                <a:gd name="T75" fmla="*/ 2147483646 h 135"/>
                <a:gd name="T76" fmla="*/ 2147483646 w 135"/>
                <a:gd name="T77" fmla="*/ 2147483646 h 135"/>
                <a:gd name="T78" fmla="*/ 2147483646 w 135"/>
                <a:gd name="T79" fmla="*/ 2147483646 h 135"/>
                <a:gd name="T80" fmla="*/ 2147483646 w 135"/>
                <a:gd name="T81" fmla="*/ 2147483646 h 135"/>
                <a:gd name="T82" fmla="*/ 2147483646 w 135"/>
                <a:gd name="T83" fmla="*/ 2147483646 h 135"/>
                <a:gd name="T84" fmla="*/ 2147483646 w 135"/>
                <a:gd name="T85" fmla="*/ 2147483646 h 135"/>
                <a:gd name="T86" fmla="*/ 2147483646 w 135"/>
                <a:gd name="T87" fmla="*/ 0 h 13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35" h="135">
                  <a:moveTo>
                    <a:pt x="68" y="0"/>
                  </a:moveTo>
                  <a:lnTo>
                    <a:pt x="64" y="0"/>
                  </a:lnTo>
                  <a:lnTo>
                    <a:pt x="61" y="0"/>
                  </a:lnTo>
                  <a:lnTo>
                    <a:pt x="58" y="2"/>
                  </a:lnTo>
                  <a:lnTo>
                    <a:pt x="55" y="2"/>
                  </a:lnTo>
                  <a:lnTo>
                    <a:pt x="51" y="3"/>
                  </a:lnTo>
                  <a:lnTo>
                    <a:pt x="48" y="3"/>
                  </a:lnTo>
                  <a:lnTo>
                    <a:pt x="45" y="5"/>
                  </a:lnTo>
                  <a:lnTo>
                    <a:pt x="42" y="6"/>
                  </a:lnTo>
                  <a:lnTo>
                    <a:pt x="39" y="8"/>
                  </a:lnTo>
                  <a:lnTo>
                    <a:pt x="36" y="9"/>
                  </a:lnTo>
                  <a:lnTo>
                    <a:pt x="33" y="11"/>
                  </a:lnTo>
                  <a:lnTo>
                    <a:pt x="30" y="12"/>
                  </a:lnTo>
                  <a:lnTo>
                    <a:pt x="28" y="14"/>
                  </a:lnTo>
                  <a:lnTo>
                    <a:pt x="25" y="17"/>
                  </a:lnTo>
                  <a:lnTo>
                    <a:pt x="22" y="18"/>
                  </a:lnTo>
                  <a:lnTo>
                    <a:pt x="21" y="20"/>
                  </a:lnTo>
                  <a:lnTo>
                    <a:pt x="18" y="22"/>
                  </a:lnTo>
                  <a:lnTo>
                    <a:pt x="16" y="25"/>
                  </a:lnTo>
                  <a:lnTo>
                    <a:pt x="14" y="27"/>
                  </a:lnTo>
                  <a:lnTo>
                    <a:pt x="12" y="30"/>
                  </a:lnTo>
                  <a:lnTo>
                    <a:pt x="11" y="33"/>
                  </a:lnTo>
                  <a:lnTo>
                    <a:pt x="9" y="36"/>
                  </a:lnTo>
                  <a:lnTo>
                    <a:pt x="8" y="39"/>
                  </a:lnTo>
                  <a:lnTo>
                    <a:pt x="6" y="42"/>
                  </a:lnTo>
                  <a:lnTo>
                    <a:pt x="5" y="45"/>
                  </a:lnTo>
                  <a:lnTo>
                    <a:pt x="3" y="48"/>
                  </a:lnTo>
                  <a:lnTo>
                    <a:pt x="3" y="51"/>
                  </a:lnTo>
                  <a:lnTo>
                    <a:pt x="2" y="54"/>
                  </a:lnTo>
                  <a:lnTo>
                    <a:pt x="2" y="58"/>
                  </a:lnTo>
                  <a:lnTo>
                    <a:pt x="2" y="61"/>
                  </a:lnTo>
                  <a:lnTo>
                    <a:pt x="0" y="64"/>
                  </a:lnTo>
                  <a:lnTo>
                    <a:pt x="0" y="68"/>
                  </a:lnTo>
                  <a:lnTo>
                    <a:pt x="0" y="71"/>
                  </a:lnTo>
                  <a:lnTo>
                    <a:pt x="2" y="74"/>
                  </a:lnTo>
                  <a:lnTo>
                    <a:pt x="2" y="77"/>
                  </a:lnTo>
                  <a:lnTo>
                    <a:pt x="2" y="82"/>
                  </a:lnTo>
                  <a:lnTo>
                    <a:pt x="3" y="85"/>
                  </a:lnTo>
                  <a:lnTo>
                    <a:pt x="3" y="88"/>
                  </a:lnTo>
                  <a:lnTo>
                    <a:pt x="5" y="91"/>
                  </a:lnTo>
                  <a:lnTo>
                    <a:pt x="6" y="94"/>
                  </a:lnTo>
                  <a:lnTo>
                    <a:pt x="8" y="97"/>
                  </a:lnTo>
                  <a:lnTo>
                    <a:pt x="9" y="100"/>
                  </a:lnTo>
                  <a:lnTo>
                    <a:pt x="11" y="103"/>
                  </a:lnTo>
                  <a:lnTo>
                    <a:pt x="12" y="106"/>
                  </a:lnTo>
                  <a:lnTo>
                    <a:pt x="14" y="108"/>
                  </a:lnTo>
                  <a:lnTo>
                    <a:pt x="16" y="110"/>
                  </a:lnTo>
                  <a:lnTo>
                    <a:pt x="18" y="113"/>
                  </a:lnTo>
                  <a:lnTo>
                    <a:pt x="21" y="116"/>
                  </a:lnTo>
                  <a:lnTo>
                    <a:pt x="22" y="117"/>
                  </a:lnTo>
                  <a:lnTo>
                    <a:pt x="25" y="120"/>
                  </a:lnTo>
                  <a:lnTo>
                    <a:pt x="28" y="122"/>
                  </a:lnTo>
                  <a:lnTo>
                    <a:pt x="30" y="123"/>
                  </a:lnTo>
                  <a:lnTo>
                    <a:pt x="33" y="125"/>
                  </a:lnTo>
                  <a:lnTo>
                    <a:pt x="36" y="126"/>
                  </a:lnTo>
                  <a:lnTo>
                    <a:pt x="39" y="128"/>
                  </a:lnTo>
                  <a:lnTo>
                    <a:pt x="42" y="129"/>
                  </a:lnTo>
                  <a:lnTo>
                    <a:pt x="45" y="131"/>
                  </a:lnTo>
                  <a:lnTo>
                    <a:pt x="48" y="132"/>
                  </a:lnTo>
                  <a:lnTo>
                    <a:pt x="51" y="134"/>
                  </a:lnTo>
                  <a:lnTo>
                    <a:pt x="55" y="134"/>
                  </a:lnTo>
                  <a:lnTo>
                    <a:pt x="58" y="134"/>
                  </a:lnTo>
                  <a:lnTo>
                    <a:pt x="61" y="135"/>
                  </a:lnTo>
                  <a:lnTo>
                    <a:pt x="64" y="135"/>
                  </a:lnTo>
                  <a:lnTo>
                    <a:pt x="68" y="135"/>
                  </a:lnTo>
                  <a:lnTo>
                    <a:pt x="71" y="135"/>
                  </a:lnTo>
                  <a:lnTo>
                    <a:pt x="74" y="135"/>
                  </a:lnTo>
                  <a:lnTo>
                    <a:pt x="79" y="134"/>
                  </a:lnTo>
                  <a:lnTo>
                    <a:pt x="82" y="134"/>
                  </a:lnTo>
                  <a:lnTo>
                    <a:pt x="85" y="134"/>
                  </a:lnTo>
                  <a:lnTo>
                    <a:pt x="88" y="132"/>
                  </a:lnTo>
                  <a:lnTo>
                    <a:pt x="91" y="131"/>
                  </a:lnTo>
                  <a:lnTo>
                    <a:pt x="94" y="129"/>
                  </a:lnTo>
                  <a:lnTo>
                    <a:pt x="97" y="128"/>
                  </a:lnTo>
                  <a:lnTo>
                    <a:pt x="100" y="126"/>
                  </a:lnTo>
                  <a:lnTo>
                    <a:pt x="102" y="125"/>
                  </a:lnTo>
                  <a:lnTo>
                    <a:pt x="105" y="123"/>
                  </a:lnTo>
                  <a:lnTo>
                    <a:pt x="108" y="122"/>
                  </a:lnTo>
                  <a:lnTo>
                    <a:pt x="111" y="120"/>
                  </a:lnTo>
                  <a:lnTo>
                    <a:pt x="113" y="117"/>
                  </a:lnTo>
                  <a:lnTo>
                    <a:pt x="116" y="116"/>
                  </a:lnTo>
                  <a:lnTo>
                    <a:pt x="117" y="113"/>
                  </a:lnTo>
                  <a:lnTo>
                    <a:pt x="120" y="110"/>
                  </a:lnTo>
                  <a:lnTo>
                    <a:pt x="122" y="108"/>
                  </a:lnTo>
                  <a:lnTo>
                    <a:pt x="123" y="106"/>
                  </a:lnTo>
                  <a:lnTo>
                    <a:pt x="126" y="103"/>
                  </a:lnTo>
                  <a:lnTo>
                    <a:pt x="128" y="100"/>
                  </a:lnTo>
                  <a:lnTo>
                    <a:pt x="129" y="97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8"/>
                  </a:lnTo>
                  <a:lnTo>
                    <a:pt x="134" y="85"/>
                  </a:lnTo>
                  <a:lnTo>
                    <a:pt x="134" y="82"/>
                  </a:lnTo>
                  <a:lnTo>
                    <a:pt x="135" y="77"/>
                  </a:lnTo>
                  <a:lnTo>
                    <a:pt x="135" y="74"/>
                  </a:lnTo>
                  <a:lnTo>
                    <a:pt x="135" y="71"/>
                  </a:lnTo>
                  <a:lnTo>
                    <a:pt x="135" y="68"/>
                  </a:lnTo>
                  <a:lnTo>
                    <a:pt x="135" y="64"/>
                  </a:lnTo>
                  <a:lnTo>
                    <a:pt x="135" y="61"/>
                  </a:lnTo>
                  <a:lnTo>
                    <a:pt x="135" y="58"/>
                  </a:lnTo>
                  <a:lnTo>
                    <a:pt x="134" y="54"/>
                  </a:lnTo>
                  <a:lnTo>
                    <a:pt x="134" y="51"/>
                  </a:lnTo>
                  <a:lnTo>
                    <a:pt x="132" y="48"/>
                  </a:lnTo>
                  <a:lnTo>
                    <a:pt x="131" y="45"/>
                  </a:lnTo>
                  <a:lnTo>
                    <a:pt x="131" y="42"/>
                  </a:lnTo>
                  <a:lnTo>
                    <a:pt x="129" y="39"/>
                  </a:lnTo>
                  <a:lnTo>
                    <a:pt x="128" y="36"/>
                  </a:lnTo>
                  <a:lnTo>
                    <a:pt x="126" y="33"/>
                  </a:lnTo>
                  <a:lnTo>
                    <a:pt x="123" y="30"/>
                  </a:lnTo>
                  <a:lnTo>
                    <a:pt x="122" y="27"/>
                  </a:lnTo>
                  <a:lnTo>
                    <a:pt x="120" y="25"/>
                  </a:lnTo>
                  <a:lnTo>
                    <a:pt x="117" y="22"/>
                  </a:lnTo>
                  <a:lnTo>
                    <a:pt x="116" y="20"/>
                  </a:lnTo>
                  <a:lnTo>
                    <a:pt x="113" y="18"/>
                  </a:lnTo>
                  <a:lnTo>
                    <a:pt x="111" y="17"/>
                  </a:lnTo>
                  <a:lnTo>
                    <a:pt x="108" y="14"/>
                  </a:lnTo>
                  <a:lnTo>
                    <a:pt x="105" y="12"/>
                  </a:lnTo>
                  <a:lnTo>
                    <a:pt x="102" y="11"/>
                  </a:lnTo>
                  <a:lnTo>
                    <a:pt x="100" y="9"/>
                  </a:lnTo>
                  <a:lnTo>
                    <a:pt x="97" y="8"/>
                  </a:lnTo>
                  <a:lnTo>
                    <a:pt x="94" y="6"/>
                  </a:lnTo>
                  <a:lnTo>
                    <a:pt x="91" y="5"/>
                  </a:lnTo>
                  <a:lnTo>
                    <a:pt x="88" y="3"/>
                  </a:lnTo>
                  <a:lnTo>
                    <a:pt x="85" y="3"/>
                  </a:lnTo>
                  <a:lnTo>
                    <a:pt x="82" y="2"/>
                  </a:lnTo>
                  <a:lnTo>
                    <a:pt x="79" y="2"/>
                  </a:lnTo>
                  <a:lnTo>
                    <a:pt x="74" y="0"/>
                  </a:lnTo>
                  <a:lnTo>
                    <a:pt x="71" y="0"/>
                  </a:lnTo>
                  <a:lnTo>
                    <a:pt x="68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15" name="Line 57">
              <a:extLst>
                <a:ext uri="{FF2B5EF4-FFF2-40B4-BE49-F238E27FC236}">
                  <a16:creationId xmlns:a16="http://schemas.microsoft.com/office/drawing/2014/main" id="{9B2C338A-92FA-4B12-9871-45BDDEB4D0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78363" y="4878388"/>
              <a:ext cx="23495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16" name="Line 58">
              <a:extLst>
                <a:ext uri="{FF2B5EF4-FFF2-40B4-BE49-F238E27FC236}">
                  <a16:creationId xmlns:a16="http://schemas.microsoft.com/office/drawing/2014/main" id="{AEDE90DC-EA91-4AA5-9441-6ECDF2839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263" y="5208588"/>
              <a:ext cx="167005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17" name="Line 59">
              <a:extLst>
                <a:ext uri="{FF2B5EF4-FFF2-40B4-BE49-F238E27FC236}">
                  <a16:creationId xmlns:a16="http://schemas.microsoft.com/office/drawing/2014/main" id="{2E22F21E-510C-4A69-84F2-6BDA081D45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263" y="4878388"/>
              <a:ext cx="585787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18" name="Line 60">
              <a:extLst>
                <a:ext uri="{FF2B5EF4-FFF2-40B4-BE49-F238E27FC236}">
                  <a16:creationId xmlns:a16="http://schemas.microsoft.com/office/drawing/2014/main" id="{6F440164-2EB7-47B6-82B3-D03EDF08A0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89650" y="5043488"/>
              <a:ext cx="328613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19" name="Rectangle 61">
              <a:extLst>
                <a:ext uri="{FF2B5EF4-FFF2-40B4-BE49-F238E27FC236}">
                  <a16:creationId xmlns:a16="http://schemas.microsoft.com/office/drawing/2014/main" id="{E694D73E-07D4-4E9C-B4AB-ACC14CF11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200" y="3767138"/>
              <a:ext cx="3059113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(a) Canonical sum-of-products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20" name="Rectangle 62">
              <a:extLst>
                <a:ext uri="{FF2B5EF4-FFF2-40B4-BE49-F238E27FC236}">
                  <a16:creationId xmlns:a16="http://schemas.microsoft.com/office/drawing/2014/main" id="{A3429928-C968-48A5-88D7-17341FF34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2250" y="4946650"/>
              <a:ext cx="201613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21" name="Freeform 63">
              <a:extLst>
                <a:ext uri="{FF2B5EF4-FFF2-40B4-BE49-F238E27FC236}">
                  <a16:creationId xmlns:a16="http://schemas.microsoft.com/office/drawing/2014/main" id="{A4F31674-012C-4744-A541-C8804B51C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163" y="876300"/>
              <a:ext cx="187325" cy="1588"/>
            </a:xfrm>
            <a:custGeom>
              <a:avLst/>
              <a:gdLst>
                <a:gd name="T0" fmla="*/ 2147483646 w 237"/>
                <a:gd name="T1" fmla="*/ 0 h 1588"/>
                <a:gd name="T2" fmla="*/ 0 w 237"/>
                <a:gd name="T3" fmla="*/ 0 h 1588"/>
                <a:gd name="T4" fmla="*/ 2147483646 w 237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7" h="1588">
                  <a:moveTo>
                    <a:pt x="237" y="0"/>
                  </a:moveTo>
                  <a:lnTo>
                    <a:pt x="0" y="0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22" name="Line 64">
              <a:extLst>
                <a:ext uri="{FF2B5EF4-FFF2-40B4-BE49-F238E27FC236}">
                  <a16:creationId xmlns:a16="http://schemas.microsoft.com/office/drawing/2014/main" id="{0602528B-8F46-4EC1-9CAA-1EB8B20EA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83163" y="876300"/>
              <a:ext cx="1873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23" name="Freeform 65">
              <a:extLst>
                <a:ext uri="{FF2B5EF4-FFF2-40B4-BE49-F238E27FC236}">
                  <a16:creationId xmlns:a16="http://schemas.microsoft.com/office/drawing/2014/main" id="{0D9303E4-3ECE-440F-A9FD-DC9006AA3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150" y="1041400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24" name="Line 66">
              <a:extLst>
                <a:ext uri="{FF2B5EF4-FFF2-40B4-BE49-F238E27FC236}">
                  <a16:creationId xmlns:a16="http://schemas.microsoft.com/office/drawing/2014/main" id="{F688CC65-65F2-46D9-BEA5-CF56D6533E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4150" y="1041400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25" name="Freeform 67">
              <a:extLst>
                <a:ext uri="{FF2B5EF4-FFF2-40B4-BE49-F238E27FC236}">
                  <a16:creationId xmlns:a16="http://schemas.microsoft.com/office/drawing/2014/main" id="{68380555-F047-4B96-A02F-5D418649D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150" y="711200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26" name="Line 68">
              <a:extLst>
                <a:ext uri="{FF2B5EF4-FFF2-40B4-BE49-F238E27FC236}">
                  <a16:creationId xmlns:a16="http://schemas.microsoft.com/office/drawing/2014/main" id="{D5A38ABE-06F4-4207-86AF-AFCE0656A6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4150" y="711200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27" name="Line 69">
              <a:extLst>
                <a:ext uri="{FF2B5EF4-FFF2-40B4-BE49-F238E27FC236}">
                  <a16:creationId xmlns:a16="http://schemas.microsoft.com/office/drawing/2014/main" id="{4824209B-6192-4252-A1C4-B8EE0051E0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3950" y="711200"/>
              <a:ext cx="1588" cy="3302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28" name="Rectangle 70">
              <a:extLst>
                <a:ext uri="{FF2B5EF4-FFF2-40B4-BE49-F238E27FC236}">
                  <a16:creationId xmlns:a16="http://schemas.microsoft.com/office/drawing/2014/main" id="{D9EEA200-75BA-4594-A4DA-ED6BEBF6A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6950" y="5616575"/>
              <a:ext cx="2674938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(b) Minimal-cost realization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29" name="Rectangle 71">
              <a:extLst>
                <a:ext uri="{FF2B5EF4-FFF2-40B4-BE49-F238E27FC236}">
                  <a16:creationId xmlns:a16="http://schemas.microsoft.com/office/drawing/2014/main" id="{1FB92F72-3478-4E47-B40F-C99514D07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7200" y="5075238"/>
              <a:ext cx="236538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30" name="Rectangle 72">
              <a:extLst>
                <a:ext uri="{FF2B5EF4-FFF2-40B4-BE49-F238E27FC236}">
                  <a16:creationId xmlns:a16="http://schemas.microsoft.com/office/drawing/2014/main" id="{73209207-0473-4B7C-ADCB-8EB836E8A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0388" y="5181600"/>
              <a:ext cx="2063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31" name="Rectangle 73">
              <a:extLst>
                <a:ext uri="{FF2B5EF4-FFF2-40B4-BE49-F238E27FC236}">
                  <a16:creationId xmlns:a16="http://schemas.microsoft.com/office/drawing/2014/main" id="{2DAEB249-9174-4516-9AA7-AF1E83952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5613" y="4733925"/>
              <a:ext cx="236537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32" name="Rectangle 74">
              <a:extLst>
                <a:ext uri="{FF2B5EF4-FFF2-40B4-BE49-F238E27FC236}">
                  <a16:creationId xmlns:a16="http://schemas.microsoft.com/office/drawing/2014/main" id="{94BA1045-367F-4D01-8CB3-939CCDD49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7213" y="4840288"/>
              <a:ext cx="206375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33" name="Rectangle 75">
              <a:extLst>
                <a:ext uri="{FF2B5EF4-FFF2-40B4-BE49-F238E27FC236}">
                  <a16:creationId xmlns:a16="http://schemas.microsoft.com/office/drawing/2014/main" id="{96417E1C-BC6A-4BA2-9475-B2AB81781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8850" y="558800"/>
              <a:ext cx="236538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34" name="Rectangle 76">
              <a:extLst>
                <a:ext uri="{FF2B5EF4-FFF2-40B4-BE49-F238E27FC236}">
                  <a16:creationId xmlns:a16="http://schemas.microsoft.com/office/drawing/2014/main" id="{05C161CA-4E59-4389-AE79-843E710CF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2038" y="665163"/>
              <a:ext cx="206375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35" name="Rectangle 77">
              <a:extLst>
                <a:ext uri="{FF2B5EF4-FFF2-40B4-BE49-F238E27FC236}">
                  <a16:creationId xmlns:a16="http://schemas.microsoft.com/office/drawing/2014/main" id="{FBF1615B-A9D8-4E98-ACD5-FDD6E2B37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8850" y="904875"/>
              <a:ext cx="236538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36" name="Rectangle 78">
              <a:extLst>
                <a:ext uri="{FF2B5EF4-FFF2-40B4-BE49-F238E27FC236}">
                  <a16:creationId xmlns:a16="http://schemas.microsoft.com/office/drawing/2014/main" id="{3E6AF74F-52DA-45BF-9008-5BF0D9855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2038" y="1011238"/>
              <a:ext cx="206375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45137" name="Group 80">
              <a:extLst>
                <a:ext uri="{FF2B5EF4-FFF2-40B4-BE49-F238E27FC236}">
                  <a16:creationId xmlns:a16="http://schemas.microsoft.com/office/drawing/2014/main" id="{B0D872F7-1988-457C-81DD-A2A766F06A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16413" y="595313"/>
              <a:ext cx="666750" cy="561975"/>
              <a:chOff x="3435" y="821"/>
              <a:chExt cx="421" cy="354"/>
            </a:xfrm>
          </p:grpSpPr>
          <p:sp>
            <p:nvSpPr>
              <p:cNvPr id="45150" name="Line 81">
                <a:extLst>
                  <a:ext uri="{FF2B5EF4-FFF2-40B4-BE49-F238E27FC236}">
                    <a16:creationId xmlns:a16="http://schemas.microsoft.com/office/drawing/2014/main" id="{20352FE2-3239-49E9-B2BE-C2F6DF9A98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51" name="Line 82">
                <a:extLst>
                  <a:ext uri="{FF2B5EF4-FFF2-40B4-BE49-F238E27FC236}">
                    <a16:creationId xmlns:a16="http://schemas.microsoft.com/office/drawing/2014/main" id="{82034161-3964-493E-B1F7-55F048EA6F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52" name="Arc 83">
                <a:extLst>
                  <a:ext uri="{FF2B5EF4-FFF2-40B4-BE49-F238E27FC236}">
                    <a16:creationId xmlns:a16="http://schemas.microsoft.com/office/drawing/2014/main" id="{217B4B66-3BB0-4DAE-8B64-6487AD2CA8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53" name="Arc 84">
                <a:extLst>
                  <a:ext uri="{FF2B5EF4-FFF2-40B4-BE49-F238E27FC236}">
                    <a16:creationId xmlns:a16="http://schemas.microsoft.com/office/drawing/2014/main" id="{7951594D-0591-4CA5-A325-D6D2C9F6CE9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54" name="Line 85">
                <a:extLst>
                  <a:ext uri="{FF2B5EF4-FFF2-40B4-BE49-F238E27FC236}">
                    <a16:creationId xmlns:a16="http://schemas.microsoft.com/office/drawing/2014/main" id="{CA8EBF80-513F-4300-AE16-3216E42963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5138" name="Group 86">
              <a:extLst>
                <a:ext uri="{FF2B5EF4-FFF2-40B4-BE49-F238E27FC236}">
                  <a16:creationId xmlns:a16="http://schemas.microsoft.com/office/drawing/2014/main" id="{69704754-DED0-4B11-8F27-C00017FEC8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4350" y="1774825"/>
              <a:ext cx="668338" cy="561975"/>
              <a:chOff x="3435" y="821"/>
              <a:chExt cx="421" cy="354"/>
            </a:xfrm>
          </p:grpSpPr>
          <p:sp>
            <p:nvSpPr>
              <p:cNvPr id="45145" name="Line 87">
                <a:extLst>
                  <a:ext uri="{FF2B5EF4-FFF2-40B4-BE49-F238E27FC236}">
                    <a16:creationId xmlns:a16="http://schemas.microsoft.com/office/drawing/2014/main" id="{21A060AE-630F-4080-B14E-839D0155FF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46" name="Line 88">
                <a:extLst>
                  <a:ext uri="{FF2B5EF4-FFF2-40B4-BE49-F238E27FC236}">
                    <a16:creationId xmlns:a16="http://schemas.microsoft.com/office/drawing/2014/main" id="{F242DCFA-8F9C-4617-85FC-55256B36D2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47" name="Arc 89">
                <a:extLst>
                  <a:ext uri="{FF2B5EF4-FFF2-40B4-BE49-F238E27FC236}">
                    <a16:creationId xmlns:a16="http://schemas.microsoft.com/office/drawing/2014/main" id="{CA06A750-74A6-4253-82FF-07965A6A7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48" name="Arc 90">
                <a:extLst>
                  <a:ext uri="{FF2B5EF4-FFF2-40B4-BE49-F238E27FC236}">
                    <a16:creationId xmlns:a16="http://schemas.microsoft.com/office/drawing/2014/main" id="{34BAB30F-842E-48E1-A9ED-D5404D722B1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49" name="Line 91">
                <a:extLst>
                  <a:ext uri="{FF2B5EF4-FFF2-40B4-BE49-F238E27FC236}">
                    <a16:creationId xmlns:a16="http://schemas.microsoft.com/office/drawing/2014/main" id="{B681F7BF-F8E4-4AED-956D-B64D267C8B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5139" name="Group 92">
              <a:extLst>
                <a:ext uri="{FF2B5EF4-FFF2-40B4-BE49-F238E27FC236}">
                  <a16:creationId xmlns:a16="http://schemas.microsoft.com/office/drawing/2014/main" id="{4907F99A-6F7C-496A-96FA-25118AC5D6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9113" y="2925763"/>
              <a:ext cx="666750" cy="561975"/>
              <a:chOff x="3435" y="821"/>
              <a:chExt cx="421" cy="354"/>
            </a:xfrm>
          </p:grpSpPr>
          <p:sp>
            <p:nvSpPr>
              <p:cNvPr id="45140" name="Line 93">
                <a:extLst>
                  <a:ext uri="{FF2B5EF4-FFF2-40B4-BE49-F238E27FC236}">
                    <a16:creationId xmlns:a16="http://schemas.microsoft.com/office/drawing/2014/main" id="{62BE78B6-F6C8-4058-BEDF-74D6F967D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41" name="Line 94">
                <a:extLst>
                  <a:ext uri="{FF2B5EF4-FFF2-40B4-BE49-F238E27FC236}">
                    <a16:creationId xmlns:a16="http://schemas.microsoft.com/office/drawing/2014/main" id="{C4E9421D-5E5E-499F-88C3-801901FE30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42" name="Arc 95">
                <a:extLst>
                  <a:ext uri="{FF2B5EF4-FFF2-40B4-BE49-F238E27FC236}">
                    <a16:creationId xmlns:a16="http://schemas.microsoft.com/office/drawing/2014/main" id="{9B338B4B-3E2B-46FE-880E-E850CA9FCD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43" name="Arc 96">
                <a:extLst>
                  <a:ext uri="{FF2B5EF4-FFF2-40B4-BE49-F238E27FC236}">
                    <a16:creationId xmlns:a16="http://schemas.microsoft.com/office/drawing/2014/main" id="{80FBF66B-C34D-4EB9-9C01-77F475BC13C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44" name="Line 97">
                <a:extLst>
                  <a:ext uri="{FF2B5EF4-FFF2-40B4-BE49-F238E27FC236}">
                    <a16:creationId xmlns:a16="http://schemas.microsoft.com/office/drawing/2014/main" id="{5AEB6C97-B986-45F8-9D21-D53A1ACBD7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45059" name="TextBox 125">
            <a:extLst>
              <a:ext uri="{FF2B5EF4-FFF2-40B4-BE49-F238E27FC236}">
                <a16:creationId xmlns:a16="http://schemas.microsoft.com/office/drawing/2014/main" id="{03443D0E-86BA-4D98-88AC-963E11EAA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2.20 from the textbook ]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3860286-3B50-481D-821B-1405803A2C4E}"/>
                  </a:ext>
                </a:extLst>
              </p14:cNvPr>
              <p14:cNvContentPartPr/>
              <p14:nvPr/>
            </p14:nvContentPartPr>
            <p14:xfrm>
              <a:off x="5896800" y="758160"/>
              <a:ext cx="3110040" cy="1447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3860286-3B50-481D-821B-1405803A2C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7440" y="748800"/>
                <a:ext cx="3128760" cy="1465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3B5C4-699A-4006-AC56-BA1AE0A95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76200"/>
            <a:ext cx="8915400" cy="685800"/>
          </a:xfrm>
        </p:spPr>
        <p:txBody>
          <a:bodyPr/>
          <a:lstStyle/>
          <a:p>
            <a:r>
              <a:rPr lang="en-US" dirty="0"/>
              <a:t>SOP Simplification Steps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69A94E-0C99-4FF5-B1C5-AF9AE4C85F65}"/>
              </a:ext>
            </a:extLst>
          </p:cNvPr>
          <p:cNvSpPr/>
          <p:nvPr/>
        </p:nvSpPr>
        <p:spPr>
          <a:xfrm>
            <a:off x="457200" y="1066800"/>
            <a:ext cx="685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FontTx/>
              <a:buNone/>
            </a:pPr>
            <a:r>
              <a:rPr lang="en-US" altLang="en-US" b="1" dirty="0">
                <a:latin typeface="Courier" charset="0"/>
              </a:rPr>
              <a:t>Distributive properties</a:t>
            </a:r>
          </a:p>
          <a:p>
            <a:pPr marL="0" indent="0">
              <a:buFontTx/>
              <a:buNone/>
            </a:pPr>
            <a:r>
              <a:rPr lang="en-US" altLang="en-US" b="1" dirty="0">
                <a:latin typeface="Courier" charset="0"/>
              </a:rPr>
              <a:t>12a.   x </a:t>
            </a:r>
            <a:r>
              <a:rPr lang="en-US" altLang="en-US" b="1" dirty="0">
                <a:latin typeface="Courier" charset="0"/>
                <a:sym typeface="Wingdings" panose="05000000000000000000" pitchFamily="2" charset="2"/>
              </a:rPr>
              <a:t> (y</a:t>
            </a:r>
            <a:r>
              <a:rPr lang="en-US" altLang="en-US" b="1" dirty="0">
                <a:latin typeface="Courier" charset="0"/>
              </a:rPr>
              <a:t> </a:t>
            </a:r>
            <a:r>
              <a:rPr lang="en-US" altLang="en-US" b="1" dirty="0">
                <a:latin typeface="Courier" charset="0"/>
                <a:sym typeface="Wingdings" panose="05000000000000000000" pitchFamily="2" charset="2"/>
              </a:rPr>
              <a:t>+ z) = </a:t>
            </a:r>
            <a:r>
              <a:rPr lang="en-US" altLang="en-US" b="1" dirty="0" err="1">
                <a:latin typeface="Courier" charset="0"/>
              </a:rPr>
              <a:t>x</a:t>
            </a:r>
            <a:r>
              <a:rPr lang="en-US" altLang="en-US" b="1" dirty="0" err="1">
                <a:latin typeface="Courier" charset="0"/>
                <a:sym typeface="Wingdings" panose="05000000000000000000" pitchFamily="2" charset="2"/>
              </a:rPr>
              <a:t>y</a:t>
            </a:r>
            <a:r>
              <a:rPr lang="en-US" altLang="en-US" b="1" dirty="0">
                <a:latin typeface="Courier" charset="0"/>
                <a:sym typeface="Wingdings" panose="05000000000000000000" pitchFamily="2" charset="2"/>
              </a:rPr>
              <a:t> + </a:t>
            </a:r>
            <a:r>
              <a:rPr lang="en-US" altLang="en-US" b="1" dirty="0" err="1">
                <a:latin typeface="Courier" charset="0"/>
              </a:rPr>
              <a:t>x</a:t>
            </a:r>
            <a:r>
              <a:rPr lang="en-US" altLang="en-US" b="1" dirty="0" err="1">
                <a:latin typeface="Courier" charset="0"/>
                <a:sym typeface="Wingdings" panose="05000000000000000000" pitchFamily="2" charset="2"/>
              </a:rPr>
              <a:t>z</a:t>
            </a:r>
            <a:endParaRPr lang="en-US" altLang="en-US" b="1" dirty="0">
              <a:latin typeface="Courier" charset="0"/>
              <a:sym typeface="Wingdings" panose="05000000000000000000" pitchFamily="2" charset="2"/>
            </a:endParaRPr>
          </a:p>
          <a:p>
            <a:pPr marL="0" indent="0">
              <a:buFontTx/>
              <a:buNone/>
            </a:pPr>
            <a:r>
              <a:rPr lang="en-US" altLang="en-US" b="1" dirty="0">
                <a:latin typeface="Courier" charset="0"/>
                <a:sym typeface="Wingdings" panose="05000000000000000000" pitchFamily="2" charset="2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E88541-22FF-4A41-8FD5-002999BE7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381250"/>
            <a:ext cx="3352800" cy="3619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69E9BAC-4035-4819-944F-300AAED9A938}"/>
              </a:ext>
            </a:extLst>
          </p:cNvPr>
          <p:cNvSpPr/>
          <p:nvPr/>
        </p:nvSpPr>
        <p:spPr>
          <a:xfrm>
            <a:off x="457200" y="3276600"/>
            <a:ext cx="29065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FontTx/>
              <a:buNone/>
            </a:pPr>
            <a:r>
              <a:rPr lang="en-US" altLang="en-US" b="1" dirty="0">
                <a:latin typeface="Courier" charset="0"/>
              </a:rPr>
              <a:t>6a.   x </a:t>
            </a:r>
            <a:r>
              <a:rPr lang="en-US" altLang="en-US" b="1" dirty="0">
                <a:latin typeface="Courier" charset="0"/>
                <a:sym typeface="Wingdings" panose="05000000000000000000" pitchFamily="2" charset="2"/>
              </a:rPr>
              <a:t> 1 = x</a:t>
            </a:r>
            <a:endParaRPr lang="en-US" altLang="en-US" b="1" dirty="0">
              <a:latin typeface="Courier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02CADA0-592A-4CE3-A291-095AA391F75E}"/>
                  </a:ext>
                </a:extLst>
              </p14:cNvPr>
              <p14:cNvContentPartPr/>
              <p14:nvPr/>
            </p14:nvContentPartPr>
            <p14:xfrm>
              <a:off x="2683080" y="1462320"/>
              <a:ext cx="3398400" cy="442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02CADA0-592A-4CE3-A291-095AA391F7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3720" y="1452960"/>
                <a:ext cx="3417120" cy="46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4074053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671AFE61-CBB1-4B34-BE4C-35B4F71C62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r>
              <a:rPr lang="en-US" altLang="en-US"/>
              <a:t>SOP Simplification </a:t>
            </a:r>
            <a:r>
              <a:rPr lang="en-US" altLang="en-US" dirty="0"/>
              <a:t>Steps</a:t>
            </a:r>
          </a:p>
        </p:txBody>
      </p:sp>
      <p:pic>
        <p:nvPicPr>
          <p:cNvPr id="46082" name="Picture 4" descr="Screen shot 2013-09-06 at 2.04.46 PM.png">
            <a:extLst>
              <a:ext uri="{FF2B5EF4-FFF2-40B4-BE49-F238E27FC236}">
                <a16:creationId xmlns:a16="http://schemas.microsoft.com/office/drawing/2014/main" id="{5EDE2656-6610-4C2F-8A1F-E3DBCB017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1143000"/>
            <a:ext cx="69342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2DD9F61-FACA-42A3-838A-1A8140778F76}"/>
                  </a:ext>
                </a:extLst>
              </p14:cNvPr>
              <p14:cNvContentPartPr/>
              <p14:nvPr/>
            </p14:nvContentPartPr>
            <p14:xfrm>
              <a:off x="7524360" y="416160"/>
              <a:ext cx="1415880" cy="1068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2DD9F61-FACA-42A3-838A-1A8140778F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15000" y="406800"/>
                <a:ext cx="1434600" cy="108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DCB16164-6C06-4F10-AFAA-50344DF71F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r>
              <a:rPr lang="en-US" altLang="en-US"/>
              <a:t>Simplification Steps</a:t>
            </a:r>
          </a:p>
        </p:txBody>
      </p:sp>
      <p:pic>
        <p:nvPicPr>
          <p:cNvPr id="47106" name="Picture 4" descr="Screen shot 2013-09-06 at 2.04.46 PM.png">
            <a:extLst>
              <a:ext uri="{FF2B5EF4-FFF2-40B4-BE49-F238E27FC236}">
                <a16:creationId xmlns:a16="http://schemas.microsoft.com/office/drawing/2014/main" id="{D73572B4-13FB-48E1-A558-AEC92A724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1143000"/>
            <a:ext cx="69342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7" name="Picture 5" descr="Screen shot 2013-09-06 at 2.04.54 PM.png">
            <a:extLst>
              <a:ext uri="{FF2B5EF4-FFF2-40B4-BE49-F238E27FC236}">
                <a16:creationId xmlns:a16="http://schemas.microsoft.com/office/drawing/2014/main" id="{C62A2027-5EB7-44AD-B835-458835B12E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449513"/>
            <a:ext cx="8153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8" name="Rectangle 5">
            <a:extLst>
              <a:ext uri="{FF2B5EF4-FFF2-40B4-BE49-F238E27FC236}">
                <a16:creationId xmlns:a16="http://schemas.microsoft.com/office/drawing/2014/main" id="{D0317391-7E12-4207-A370-4D1BA85BD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295400"/>
            <a:ext cx="1219200" cy="6096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109" name="TextBox 2">
            <a:extLst>
              <a:ext uri="{FF2B5EF4-FFF2-40B4-BE49-F238E27FC236}">
                <a16:creationId xmlns:a16="http://schemas.microsoft.com/office/drawing/2014/main" id="{BF782E09-0F20-4EEC-A149-06ADC8F50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201747"/>
            <a:ext cx="2010601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Replicate this term (apply 7b)</a:t>
            </a:r>
          </a:p>
        </p:txBody>
      </p:sp>
      <p:cxnSp>
        <p:nvCxnSpPr>
          <p:cNvPr id="47110" name="Straight Arrow Connector 11">
            <a:extLst>
              <a:ext uri="{FF2B5EF4-FFF2-40B4-BE49-F238E27FC236}">
                <a16:creationId xmlns:a16="http://schemas.microsoft.com/office/drawing/2014/main" id="{0AF111B2-06DB-4C37-900B-C117145C5BF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77000" y="1905000"/>
            <a:ext cx="1143000" cy="609600"/>
          </a:xfrm>
          <a:prstGeom prst="straightConnector1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1" name="Straight Arrow Connector 12">
            <a:extLst>
              <a:ext uri="{FF2B5EF4-FFF2-40B4-BE49-F238E27FC236}">
                <a16:creationId xmlns:a16="http://schemas.microsoft.com/office/drawing/2014/main" id="{16E6F6AF-C30B-49D7-ADB8-ED50E85CD2F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248400" y="1905000"/>
            <a:ext cx="228600" cy="685800"/>
          </a:xfrm>
          <a:prstGeom prst="straightConnector1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5034093-3D6B-42D8-AF2A-653B6EF46569}"/>
                  </a:ext>
                </a:extLst>
              </p14:cNvPr>
              <p14:cNvContentPartPr/>
              <p14:nvPr/>
            </p14:nvContentPartPr>
            <p14:xfrm>
              <a:off x="7237080" y="186840"/>
              <a:ext cx="1672200" cy="848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5034093-3D6B-42D8-AF2A-653B6EF465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27720" y="177480"/>
                <a:ext cx="1690920" cy="867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33708F87-DF03-411F-9592-EFD3C9DE21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r>
              <a:rPr lang="en-US" altLang="en-US"/>
              <a:t>Simplification Steps</a:t>
            </a:r>
          </a:p>
        </p:txBody>
      </p:sp>
      <p:pic>
        <p:nvPicPr>
          <p:cNvPr id="48130" name="Picture 4" descr="Screen shot 2013-09-06 at 2.04.46 PM.png">
            <a:extLst>
              <a:ext uri="{FF2B5EF4-FFF2-40B4-BE49-F238E27FC236}">
                <a16:creationId xmlns:a16="http://schemas.microsoft.com/office/drawing/2014/main" id="{94D35E4D-5F64-45A7-95D4-48405F00F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1143000"/>
            <a:ext cx="69342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1" name="Picture 5" descr="Screen shot 2013-09-06 at 2.04.54 PM.png">
            <a:extLst>
              <a:ext uri="{FF2B5EF4-FFF2-40B4-BE49-F238E27FC236}">
                <a16:creationId xmlns:a16="http://schemas.microsoft.com/office/drawing/2014/main" id="{9210F777-203A-410B-9DEC-03ED826301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449513"/>
            <a:ext cx="8153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2" name="Picture 7" descr="Screen shot 2013-09-06 at 2.05.24 PM.png">
            <a:extLst>
              <a:ext uri="{FF2B5EF4-FFF2-40B4-BE49-F238E27FC236}">
                <a16:creationId xmlns:a16="http://schemas.microsoft.com/office/drawing/2014/main" id="{BD334F58-3E2F-4B31-B966-489B541200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90925"/>
            <a:ext cx="84582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3" name="Rectangle 5">
            <a:extLst>
              <a:ext uri="{FF2B5EF4-FFF2-40B4-BE49-F238E27FC236}">
                <a16:creationId xmlns:a16="http://schemas.microsoft.com/office/drawing/2014/main" id="{55C26876-3B88-4EFB-A883-B6E4EE8DA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514600"/>
            <a:ext cx="990600" cy="6096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34" name="Rectangle 5">
            <a:extLst>
              <a:ext uri="{FF2B5EF4-FFF2-40B4-BE49-F238E27FC236}">
                <a16:creationId xmlns:a16="http://schemas.microsoft.com/office/drawing/2014/main" id="{AFF99703-56AC-420D-B033-0AD1E1D02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514600"/>
            <a:ext cx="990600" cy="6096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35" name="Rectangle 5">
            <a:extLst>
              <a:ext uri="{FF2B5EF4-FFF2-40B4-BE49-F238E27FC236}">
                <a16:creationId xmlns:a16="http://schemas.microsoft.com/office/drawing/2014/main" id="{01CC11B0-B7D6-4F3C-9320-9A3CC3E6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514600"/>
            <a:ext cx="990600" cy="609600"/>
          </a:xfrm>
          <a:prstGeom prst="rect">
            <a:avLst/>
          </a:prstGeom>
          <a:solidFill>
            <a:srgbClr val="DE2C28">
              <a:alpha val="21960"/>
            </a:srgbClr>
          </a:solidFill>
          <a:ln w="9525">
            <a:solidFill>
              <a:srgbClr val="DE2C28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36" name="Rectangle 5">
            <a:extLst>
              <a:ext uri="{FF2B5EF4-FFF2-40B4-BE49-F238E27FC236}">
                <a16:creationId xmlns:a16="http://schemas.microsoft.com/office/drawing/2014/main" id="{5A7CDE71-0A02-4C27-B871-CEF325944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2514600"/>
            <a:ext cx="990600" cy="609600"/>
          </a:xfrm>
          <a:prstGeom prst="rect">
            <a:avLst/>
          </a:prstGeom>
          <a:solidFill>
            <a:srgbClr val="DE2C28">
              <a:alpha val="21960"/>
            </a:srgbClr>
          </a:solidFill>
          <a:ln w="9525">
            <a:solidFill>
              <a:srgbClr val="DE2C28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137" name="TextBox 14">
            <a:extLst>
              <a:ext uri="{FF2B5EF4-FFF2-40B4-BE49-F238E27FC236}">
                <a16:creationId xmlns:a16="http://schemas.microsoft.com/office/drawing/2014/main" id="{668E9A22-5298-4EFF-B52B-A39DF917E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683603"/>
            <a:ext cx="2438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0">
              <a:spcBef>
                <a:spcPct val="0"/>
              </a:spcBef>
              <a:buNone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Group these </a:t>
            </a:r>
            <a:r>
              <a:rPr lang="en-US" altLang="en-US" b="0" dirty="0">
                <a:solidFill>
                  <a:srgbClr val="3366FF"/>
                </a:solidFill>
                <a:latin typeface="Times" panose="02020603050405020304" pitchFamily="18" charset="0"/>
              </a:rPr>
              <a:t>terms (apply 12a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</a:t>
            </a:r>
          </a:p>
        </p:txBody>
      </p:sp>
      <p:cxnSp>
        <p:nvCxnSpPr>
          <p:cNvPr id="48138" name="Straight Arrow Connector 3">
            <a:extLst>
              <a:ext uri="{FF2B5EF4-FFF2-40B4-BE49-F238E27FC236}">
                <a16:creationId xmlns:a16="http://schemas.microsoft.com/office/drawing/2014/main" id="{29D5B6BC-1C63-4BBD-A38E-5FCA7B7BFE36}"/>
              </a:ext>
            </a:extLst>
          </p:cNvPr>
          <p:cNvCxnSpPr>
            <a:cxnSpLocks noChangeShapeType="1"/>
            <a:stCxn id="48133" idx="2"/>
          </p:cNvCxnSpPr>
          <p:nvPr/>
        </p:nvCxnSpPr>
        <p:spPr bwMode="auto">
          <a:xfrm>
            <a:off x="3162300" y="3124200"/>
            <a:ext cx="571500" cy="533400"/>
          </a:xfrm>
          <a:prstGeom prst="straightConnector1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39" name="Straight Arrow Connector 15">
            <a:extLst>
              <a:ext uri="{FF2B5EF4-FFF2-40B4-BE49-F238E27FC236}">
                <a16:creationId xmlns:a16="http://schemas.microsoft.com/office/drawing/2014/main" id="{B7601FC2-E40E-43FF-AF7D-289A30C3637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810000" y="3124200"/>
            <a:ext cx="2362200" cy="533400"/>
          </a:xfrm>
          <a:prstGeom prst="straightConnector1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0" name="Straight Arrow Connector 17">
            <a:extLst>
              <a:ext uri="{FF2B5EF4-FFF2-40B4-BE49-F238E27FC236}">
                <a16:creationId xmlns:a16="http://schemas.microsoft.com/office/drawing/2014/main" id="{AD585AE3-B19B-437E-B283-43876FC1EB6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648200" y="3124200"/>
            <a:ext cx="2743200" cy="6858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141" name="Straight Arrow Connector 19">
            <a:extLst>
              <a:ext uri="{FF2B5EF4-FFF2-40B4-BE49-F238E27FC236}">
                <a16:creationId xmlns:a16="http://schemas.microsoft.com/office/drawing/2014/main" id="{31FAC1A0-50B5-45B0-A626-35A6F3EF2A6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467600" y="3124200"/>
            <a:ext cx="304800" cy="685800"/>
          </a:xfrm>
          <a:prstGeom prst="straightConnector1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FDA1A1AF-501F-4DF4-8713-1A265E9BB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r>
              <a:rPr lang="en-US" altLang="en-US"/>
              <a:t>Simplification Steps</a:t>
            </a:r>
          </a:p>
        </p:txBody>
      </p:sp>
      <p:pic>
        <p:nvPicPr>
          <p:cNvPr id="49154" name="Picture 4" descr="Screen shot 2013-09-06 at 2.04.46 PM.png">
            <a:extLst>
              <a:ext uri="{FF2B5EF4-FFF2-40B4-BE49-F238E27FC236}">
                <a16:creationId xmlns:a16="http://schemas.microsoft.com/office/drawing/2014/main" id="{49400CD9-FD43-4A1D-8683-FCC6894A7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1143000"/>
            <a:ext cx="69342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5" name="Picture 5" descr="Screen shot 2013-09-06 at 2.04.54 PM.png">
            <a:extLst>
              <a:ext uri="{FF2B5EF4-FFF2-40B4-BE49-F238E27FC236}">
                <a16:creationId xmlns:a16="http://schemas.microsoft.com/office/drawing/2014/main" id="{D1F8C438-014A-446C-9BCC-9794CECF62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449513"/>
            <a:ext cx="8153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6" name="Picture 7" descr="Screen shot 2013-09-06 at 2.05.24 PM.png">
            <a:extLst>
              <a:ext uri="{FF2B5EF4-FFF2-40B4-BE49-F238E27FC236}">
                <a16:creationId xmlns:a16="http://schemas.microsoft.com/office/drawing/2014/main" id="{E72C5EBD-34B8-4ED5-802C-72F99283CF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90925"/>
            <a:ext cx="84582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7" name="Picture 8" descr="Screen shot 2013-09-06 at 2.05.45 PM.png">
            <a:extLst>
              <a:ext uri="{FF2B5EF4-FFF2-40B4-BE49-F238E27FC236}">
                <a16:creationId xmlns:a16="http://schemas.microsoft.com/office/drawing/2014/main" id="{FC7691DD-0F15-48C1-A17A-4AC9B382C4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" y="4800600"/>
            <a:ext cx="576738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8" name="Rectangle 5">
            <a:extLst>
              <a:ext uri="{FF2B5EF4-FFF2-40B4-BE49-F238E27FC236}">
                <a16:creationId xmlns:a16="http://schemas.microsoft.com/office/drawing/2014/main" id="{69703FF9-2F47-4B44-8509-EED7C9451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657600"/>
            <a:ext cx="1676400" cy="6096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59" name="Rectangle 5">
            <a:extLst>
              <a:ext uri="{FF2B5EF4-FFF2-40B4-BE49-F238E27FC236}">
                <a16:creationId xmlns:a16="http://schemas.microsoft.com/office/drawing/2014/main" id="{24C78580-DBA2-4C64-99EC-36027D7F6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657600"/>
            <a:ext cx="1676400" cy="609600"/>
          </a:xfrm>
          <a:prstGeom prst="rect">
            <a:avLst/>
          </a:prstGeom>
          <a:solidFill>
            <a:srgbClr val="DE2C28">
              <a:alpha val="21960"/>
            </a:srgbClr>
          </a:solidFill>
          <a:ln w="9525">
            <a:solidFill>
              <a:srgbClr val="DE2C28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9160" name="TextBox 13">
            <a:extLst>
              <a:ext uri="{FF2B5EF4-FFF2-40B4-BE49-F238E27FC236}">
                <a16:creationId xmlns:a16="http://schemas.microsoft.com/office/drawing/2014/main" id="{3FBDCBD9-E4BE-4EBD-8D1E-4938E5A65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124200"/>
            <a:ext cx="640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0">
              <a:spcBef>
                <a:spcPct val="0"/>
              </a:spcBef>
              <a:buNone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These two terms are trivially equal to 1 </a:t>
            </a:r>
            <a:r>
              <a:rPr lang="en-US" altLang="en-US" b="0" dirty="0">
                <a:solidFill>
                  <a:srgbClr val="3366FF"/>
                </a:solidFill>
                <a:latin typeface="Times" panose="02020603050405020304" pitchFamily="18" charset="0"/>
              </a:rPr>
              <a:t>(apply 8b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BD7CCDD-BECE-4B61-BD67-B12DF8DCF97D}"/>
                  </a:ext>
                </a:extLst>
              </p14:cNvPr>
              <p14:cNvContentPartPr/>
              <p14:nvPr/>
            </p14:nvContentPartPr>
            <p14:xfrm>
              <a:off x="7184880" y="285840"/>
              <a:ext cx="1569960" cy="1078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BD7CCDD-BECE-4B61-BD67-B12DF8DCF97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75520" y="276480"/>
                <a:ext cx="1588680" cy="1097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91F9DF8F-3789-40DD-BF1C-506E9A222A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r>
              <a:rPr lang="en-US" altLang="en-US"/>
              <a:t>Simplification Steps</a:t>
            </a:r>
          </a:p>
        </p:txBody>
      </p:sp>
      <p:pic>
        <p:nvPicPr>
          <p:cNvPr id="50178" name="Picture 4" descr="Screen shot 2013-09-06 at 2.04.46 PM.png">
            <a:extLst>
              <a:ext uri="{FF2B5EF4-FFF2-40B4-BE49-F238E27FC236}">
                <a16:creationId xmlns:a16="http://schemas.microsoft.com/office/drawing/2014/main" id="{C3650610-22AC-4D48-BFE9-C6E0EF77B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" y="1143000"/>
            <a:ext cx="69342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79" name="Picture 5" descr="Screen shot 2013-09-06 at 2.04.54 PM.png">
            <a:extLst>
              <a:ext uri="{FF2B5EF4-FFF2-40B4-BE49-F238E27FC236}">
                <a16:creationId xmlns:a16="http://schemas.microsoft.com/office/drawing/2014/main" id="{CEB86A44-1B6A-4C33-A443-3259DF7F2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449513"/>
            <a:ext cx="8153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0" name="Picture 7" descr="Screen shot 2013-09-06 at 2.05.24 PM.png">
            <a:extLst>
              <a:ext uri="{FF2B5EF4-FFF2-40B4-BE49-F238E27FC236}">
                <a16:creationId xmlns:a16="http://schemas.microsoft.com/office/drawing/2014/main" id="{3C8255D4-0973-47F1-9F07-8AA13AA3DD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90925"/>
            <a:ext cx="84582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1" name="Picture 8" descr="Screen shot 2013-09-06 at 2.05.45 PM.png">
            <a:extLst>
              <a:ext uri="{FF2B5EF4-FFF2-40B4-BE49-F238E27FC236}">
                <a16:creationId xmlns:a16="http://schemas.microsoft.com/office/drawing/2014/main" id="{57077F9E-A5D7-4B63-BB33-D450614A4C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" y="4800600"/>
            <a:ext cx="5767388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2" name="Picture 9" descr="Screen shot 2013-09-06 at 2.05.51 PM.png">
            <a:extLst>
              <a:ext uri="{FF2B5EF4-FFF2-40B4-BE49-F238E27FC236}">
                <a16:creationId xmlns:a16="http://schemas.microsoft.com/office/drawing/2014/main" id="{60D57FCB-D6B4-4D8C-B183-70EF1975A1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5791200"/>
            <a:ext cx="4268787" cy="7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3" name="TextBox 10">
            <a:extLst>
              <a:ext uri="{FF2B5EF4-FFF2-40B4-BE49-F238E27FC236}">
                <a16:creationId xmlns:a16="http://schemas.microsoft.com/office/drawing/2014/main" id="{10AE86DE-0F1D-4902-9359-DA16A64A5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3763" y="4872335"/>
            <a:ext cx="30940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0">
              <a:spcBef>
                <a:spcPct val="0"/>
              </a:spcBef>
              <a:buNone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Drop the 1’s </a:t>
            </a:r>
            <a:r>
              <a:rPr lang="en-US" altLang="en-US" b="0" dirty="0">
                <a:solidFill>
                  <a:srgbClr val="3366FF"/>
                </a:solidFill>
                <a:latin typeface="Times" panose="02020603050405020304" pitchFamily="18" charset="0"/>
              </a:rPr>
              <a:t>(apply 6a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</a:t>
            </a:r>
          </a:p>
        </p:txBody>
      </p:sp>
      <p:sp>
        <p:nvSpPr>
          <p:cNvPr id="50184" name="Rectangle 5">
            <a:extLst>
              <a:ext uri="{FF2B5EF4-FFF2-40B4-BE49-F238E27FC236}">
                <a16:creationId xmlns:a16="http://schemas.microsoft.com/office/drawing/2014/main" id="{504D4764-2708-4B1A-8983-22E6F09BF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4876800"/>
            <a:ext cx="457200" cy="6096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5" name="Rectangle 5">
            <a:extLst>
              <a:ext uri="{FF2B5EF4-FFF2-40B4-BE49-F238E27FC236}">
                <a16:creationId xmlns:a16="http://schemas.microsoft.com/office/drawing/2014/main" id="{68B5BFDF-8D62-41E2-98D3-F85C4D850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876800"/>
            <a:ext cx="457200" cy="609600"/>
          </a:xfrm>
          <a:prstGeom prst="rect">
            <a:avLst/>
          </a:prstGeom>
          <a:solidFill>
            <a:srgbClr val="DE2C28">
              <a:alpha val="21960"/>
            </a:srgbClr>
          </a:solidFill>
          <a:ln w="9525">
            <a:solidFill>
              <a:srgbClr val="DE2C28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28D390B-4906-4685-8530-E844177B4595}"/>
                  </a:ext>
                </a:extLst>
              </p14:cNvPr>
              <p14:cNvContentPartPr/>
              <p14:nvPr/>
            </p14:nvContentPartPr>
            <p14:xfrm>
              <a:off x="6165720" y="311400"/>
              <a:ext cx="2790720" cy="5132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28D390B-4906-4685-8530-E844177B459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56360" y="302040"/>
                <a:ext cx="2809440" cy="5151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7AB0B530-784F-4106-A971-3A34C383DE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9161"/>
            <a:ext cx="9144000" cy="685800"/>
          </a:xfrm>
        </p:spPr>
        <p:txBody>
          <a:bodyPr/>
          <a:lstStyle/>
          <a:p>
            <a:r>
              <a:rPr lang="en-US" altLang="en-US" sz="3200" dirty="0">
                <a:solidFill>
                  <a:srgbClr val="000000"/>
                </a:solidFill>
                <a:latin typeface="Helvetica" panose="020B0604020202020204" pitchFamily="34" charset="0"/>
              </a:rPr>
              <a:t>Minimal-cost realization</a:t>
            </a:r>
            <a:endParaRPr lang="en-US" altLang="en-US" sz="3200" dirty="0"/>
          </a:p>
        </p:txBody>
      </p:sp>
      <p:grpSp>
        <p:nvGrpSpPr>
          <p:cNvPr id="51202" name="Group 2">
            <a:extLst>
              <a:ext uri="{FF2B5EF4-FFF2-40B4-BE49-F238E27FC236}">
                <a16:creationId xmlns:a16="http://schemas.microsoft.com/office/drawing/2014/main" id="{E9D4C980-3E85-4E8C-BF72-6F7EF36896D4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114800"/>
            <a:ext cx="3778250" cy="708025"/>
            <a:chOff x="2824163" y="5438775"/>
            <a:chExt cx="3778250" cy="708025"/>
          </a:xfrm>
        </p:grpSpPr>
        <p:sp>
          <p:nvSpPr>
            <p:cNvPr id="51205" name="Line 46">
              <a:extLst>
                <a:ext uri="{FF2B5EF4-FFF2-40B4-BE49-F238E27FC236}">
                  <a16:creationId xmlns:a16="http://schemas.microsoft.com/office/drawing/2014/main" id="{A6585D40-5C8F-45AB-9040-B57D2348B3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1863" y="5603875"/>
              <a:ext cx="352425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06" name="Line 47">
              <a:extLst>
                <a:ext uri="{FF2B5EF4-FFF2-40B4-BE49-F238E27FC236}">
                  <a16:creationId xmlns:a16="http://schemas.microsoft.com/office/drawing/2014/main" id="{4B0862D5-7FC9-4264-9CFF-AC87FFF7D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1863" y="5934075"/>
              <a:ext cx="352425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07" name="Line 48">
              <a:extLst>
                <a:ext uri="{FF2B5EF4-FFF2-40B4-BE49-F238E27FC236}">
                  <a16:creationId xmlns:a16="http://schemas.microsoft.com/office/drawing/2014/main" id="{708E8ADD-D835-44BB-8AD6-AE13E2F741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53100" y="5768975"/>
              <a:ext cx="16510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08" name="Freeform 49">
              <a:extLst>
                <a:ext uri="{FF2B5EF4-FFF2-40B4-BE49-F238E27FC236}">
                  <a16:creationId xmlns:a16="http://schemas.microsoft.com/office/drawing/2014/main" id="{76C7CF87-5169-4B1F-8ECE-7F605C2FC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600" y="5495925"/>
              <a:ext cx="703263" cy="279400"/>
            </a:xfrm>
            <a:custGeom>
              <a:avLst/>
              <a:gdLst>
                <a:gd name="T0" fmla="*/ 2147483646 w 885"/>
                <a:gd name="T1" fmla="*/ 0 h 353"/>
                <a:gd name="T2" fmla="*/ 2147483646 w 885"/>
                <a:gd name="T3" fmla="*/ 0 h 353"/>
                <a:gd name="T4" fmla="*/ 2147483646 w 885"/>
                <a:gd name="T5" fmla="*/ 2147483646 h 353"/>
                <a:gd name="T6" fmla="*/ 2147483646 w 885"/>
                <a:gd name="T7" fmla="*/ 2147483646 h 353"/>
                <a:gd name="T8" fmla="*/ 2147483646 w 885"/>
                <a:gd name="T9" fmla="*/ 2147483646 h 353"/>
                <a:gd name="T10" fmla="*/ 2147483646 w 885"/>
                <a:gd name="T11" fmla="*/ 2147483646 h 353"/>
                <a:gd name="T12" fmla="*/ 2147483646 w 885"/>
                <a:gd name="T13" fmla="*/ 2147483646 h 353"/>
                <a:gd name="T14" fmla="*/ 2147483646 w 885"/>
                <a:gd name="T15" fmla="*/ 2147483646 h 353"/>
                <a:gd name="T16" fmla="*/ 2147483646 w 885"/>
                <a:gd name="T17" fmla="*/ 2147483646 h 353"/>
                <a:gd name="T18" fmla="*/ 2147483646 w 885"/>
                <a:gd name="T19" fmla="*/ 2147483646 h 353"/>
                <a:gd name="T20" fmla="*/ 2147483646 w 885"/>
                <a:gd name="T21" fmla="*/ 2147483646 h 353"/>
                <a:gd name="T22" fmla="*/ 2147483646 w 885"/>
                <a:gd name="T23" fmla="*/ 2147483646 h 353"/>
                <a:gd name="T24" fmla="*/ 2147483646 w 885"/>
                <a:gd name="T25" fmla="*/ 2147483646 h 353"/>
                <a:gd name="T26" fmla="*/ 2147483646 w 885"/>
                <a:gd name="T27" fmla="*/ 2147483646 h 353"/>
                <a:gd name="T28" fmla="*/ 2147483646 w 885"/>
                <a:gd name="T29" fmla="*/ 2147483646 h 353"/>
                <a:gd name="T30" fmla="*/ 2147483646 w 885"/>
                <a:gd name="T31" fmla="*/ 2147483646 h 353"/>
                <a:gd name="T32" fmla="*/ 2147483646 w 885"/>
                <a:gd name="T33" fmla="*/ 2147483646 h 353"/>
                <a:gd name="T34" fmla="*/ 2147483646 w 885"/>
                <a:gd name="T35" fmla="*/ 2147483646 h 353"/>
                <a:gd name="T36" fmla="*/ 2147483646 w 885"/>
                <a:gd name="T37" fmla="*/ 2147483646 h 353"/>
                <a:gd name="T38" fmla="*/ 2147483646 w 885"/>
                <a:gd name="T39" fmla="*/ 2147483646 h 353"/>
                <a:gd name="T40" fmla="*/ 2147483646 w 885"/>
                <a:gd name="T41" fmla="*/ 2147483646 h 353"/>
                <a:gd name="T42" fmla="*/ 2147483646 w 885"/>
                <a:gd name="T43" fmla="*/ 2147483646 h 353"/>
                <a:gd name="T44" fmla="*/ 2147483646 w 885"/>
                <a:gd name="T45" fmla="*/ 2147483646 h 353"/>
                <a:gd name="T46" fmla="*/ 2147483646 w 885"/>
                <a:gd name="T47" fmla="*/ 2147483646 h 353"/>
                <a:gd name="T48" fmla="*/ 2147483646 w 885"/>
                <a:gd name="T49" fmla="*/ 2147483646 h 353"/>
                <a:gd name="T50" fmla="*/ 2147483646 w 885"/>
                <a:gd name="T51" fmla="*/ 2147483646 h 353"/>
                <a:gd name="T52" fmla="*/ 2147483646 w 885"/>
                <a:gd name="T53" fmla="*/ 2147483646 h 353"/>
                <a:gd name="T54" fmla="*/ 2147483646 w 885"/>
                <a:gd name="T55" fmla="*/ 2147483646 h 353"/>
                <a:gd name="T56" fmla="*/ 2147483646 w 885"/>
                <a:gd name="T57" fmla="*/ 2147483646 h 353"/>
                <a:gd name="T58" fmla="*/ 2147483646 w 885"/>
                <a:gd name="T59" fmla="*/ 2147483646 h 353"/>
                <a:gd name="T60" fmla="*/ 2147483646 w 885"/>
                <a:gd name="T61" fmla="*/ 2147483646 h 353"/>
                <a:gd name="T62" fmla="*/ 2147483646 w 885"/>
                <a:gd name="T63" fmla="*/ 2147483646 h 353"/>
                <a:gd name="T64" fmla="*/ 2147483646 w 885"/>
                <a:gd name="T65" fmla="*/ 2147483646 h 353"/>
                <a:gd name="T66" fmla="*/ 2147483646 w 885"/>
                <a:gd name="T67" fmla="*/ 2147483646 h 353"/>
                <a:gd name="T68" fmla="*/ 2147483646 w 885"/>
                <a:gd name="T69" fmla="*/ 2147483646 h 353"/>
                <a:gd name="T70" fmla="*/ 2147483646 w 885"/>
                <a:gd name="T71" fmla="*/ 2147483646 h 353"/>
                <a:gd name="T72" fmla="*/ 2147483646 w 885"/>
                <a:gd name="T73" fmla="*/ 2147483646 h 353"/>
                <a:gd name="T74" fmla="*/ 2147483646 w 885"/>
                <a:gd name="T75" fmla="*/ 2147483646 h 353"/>
                <a:gd name="T76" fmla="*/ 2147483646 w 885"/>
                <a:gd name="T77" fmla="*/ 2147483646 h 353"/>
                <a:gd name="T78" fmla="*/ 2147483646 w 885"/>
                <a:gd name="T79" fmla="*/ 2147483646 h 353"/>
                <a:gd name="T80" fmla="*/ 2147483646 w 885"/>
                <a:gd name="T81" fmla="*/ 2147483646 h 353"/>
                <a:gd name="T82" fmla="*/ 2147483646 w 885"/>
                <a:gd name="T83" fmla="*/ 2147483646 h 353"/>
                <a:gd name="T84" fmla="*/ 2147483646 w 885"/>
                <a:gd name="T85" fmla="*/ 2147483646 h 353"/>
                <a:gd name="T86" fmla="*/ 2147483646 w 885"/>
                <a:gd name="T87" fmla="*/ 2147483646 h 353"/>
                <a:gd name="T88" fmla="*/ 2147483646 w 885"/>
                <a:gd name="T89" fmla="*/ 2147483646 h 353"/>
                <a:gd name="T90" fmla="*/ 2147483646 w 885"/>
                <a:gd name="T91" fmla="*/ 2147483646 h 353"/>
                <a:gd name="T92" fmla="*/ 2147483646 w 885"/>
                <a:gd name="T93" fmla="*/ 2147483646 h 353"/>
                <a:gd name="T94" fmla="*/ 2147483646 w 885"/>
                <a:gd name="T95" fmla="*/ 2147483646 h 353"/>
                <a:gd name="T96" fmla="*/ 2147483646 w 885"/>
                <a:gd name="T97" fmla="*/ 2147483646 h 353"/>
                <a:gd name="T98" fmla="*/ 2147483646 w 885"/>
                <a:gd name="T99" fmla="*/ 2147483646 h 353"/>
                <a:gd name="T100" fmla="*/ 2147483646 w 885"/>
                <a:gd name="T101" fmla="*/ 2147483646 h 353"/>
                <a:gd name="T102" fmla="*/ 2147483646 w 885"/>
                <a:gd name="T103" fmla="*/ 2147483646 h 353"/>
                <a:gd name="T104" fmla="*/ 2147483646 w 885"/>
                <a:gd name="T105" fmla="*/ 2147483646 h 353"/>
                <a:gd name="T106" fmla="*/ 2147483646 w 885"/>
                <a:gd name="T107" fmla="*/ 2147483646 h 353"/>
                <a:gd name="T108" fmla="*/ 2147483646 w 885"/>
                <a:gd name="T109" fmla="*/ 2147483646 h 353"/>
                <a:gd name="T110" fmla="*/ 2147483646 w 885"/>
                <a:gd name="T111" fmla="*/ 2147483646 h 353"/>
                <a:gd name="T112" fmla="*/ 2147483646 w 885"/>
                <a:gd name="T113" fmla="*/ 2147483646 h 353"/>
                <a:gd name="T114" fmla="*/ 2147483646 w 885"/>
                <a:gd name="T115" fmla="*/ 2147483646 h 353"/>
                <a:gd name="T116" fmla="*/ 2147483646 w 885"/>
                <a:gd name="T117" fmla="*/ 2147483646 h 353"/>
                <a:gd name="T118" fmla="*/ 2147483646 w 885"/>
                <a:gd name="T119" fmla="*/ 2147483646 h 353"/>
                <a:gd name="T120" fmla="*/ 2147483646 w 885"/>
                <a:gd name="T121" fmla="*/ 2147483646 h 3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5" h="353">
                  <a:moveTo>
                    <a:pt x="0" y="0"/>
                  </a:moveTo>
                  <a:lnTo>
                    <a:pt x="34" y="0"/>
                  </a:lnTo>
                  <a:lnTo>
                    <a:pt x="65" y="0"/>
                  </a:lnTo>
                  <a:lnTo>
                    <a:pt x="95" y="0"/>
                  </a:lnTo>
                  <a:lnTo>
                    <a:pt x="123" y="0"/>
                  </a:lnTo>
                  <a:lnTo>
                    <a:pt x="148" y="0"/>
                  </a:lnTo>
                  <a:lnTo>
                    <a:pt x="172" y="0"/>
                  </a:lnTo>
                  <a:lnTo>
                    <a:pt x="194" y="0"/>
                  </a:lnTo>
                  <a:lnTo>
                    <a:pt x="215" y="0"/>
                  </a:lnTo>
                  <a:lnTo>
                    <a:pt x="234" y="0"/>
                  </a:lnTo>
                  <a:lnTo>
                    <a:pt x="252" y="0"/>
                  </a:lnTo>
                  <a:lnTo>
                    <a:pt x="269" y="0"/>
                  </a:lnTo>
                  <a:lnTo>
                    <a:pt x="283" y="0"/>
                  </a:lnTo>
                  <a:lnTo>
                    <a:pt x="297" y="0"/>
                  </a:lnTo>
                  <a:lnTo>
                    <a:pt x="309" y="0"/>
                  </a:lnTo>
                  <a:lnTo>
                    <a:pt x="319" y="0"/>
                  </a:lnTo>
                  <a:lnTo>
                    <a:pt x="329" y="0"/>
                  </a:lnTo>
                  <a:lnTo>
                    <a:pt x="338" y="0"/>
                  </a:lnTo>
                  <a:lnTo>
                    <a:pt x="346" y="0"/>
                  </a:lnTo>
                  <a:lnTo>
                    <a:pt x="353" y="1"/>
                  </a:lnTo>
                  <a:lnTo>
                    <a:pt x="359" y="1"/>
                  </a:lnTo>
                  <a:lnTo>
                    <a:pt x="365" y="1"/>
                  </a:lnTo>
                  <a:lnTo>
                    <a:pt x="369" y="1"/>
                  </a:lnTo>
                  <a:lnTo>
                    <a:pt x="374" y="1"/>
                  </a:lnTo>
                  <a:lnTo>
                    <a:pt x="378" y="1"/>
                  </a:lnTo>
                  <a:lnTo>
                    <a:pt x="381" y="1"/>
                  </a:lnTo>
                  <a:lnTo>
                    <a:pt x="384" y="1"/>
                  </a:lnTo>
                  <a:lnTo>
                    <a:pt x="387" y="1"/>
                  </a:lnTo>
                  <a:lnTo>
                    <a:pt x="390" y="1"/>
                  </a:lnTo>
                  <a:lnTo>
                    <a:pt x="392" y="1"/>
                  </a:lnTo>
                  <a:lnTo>
                    <a:pt x="395" y="1"/>
                  </a:lnTo>
                  <a:lnTo>
                    <a:pt x="398" y="3"/>
                  </a:lnTo>
                  <a:lnTo>
                    <a:pt x="399" y="3"/>
                  </a:lnTo>
                  <a:lnTo>
                    <a:pt x="402" y="3"/>
                  </a:lnTo>
                  <a:lnTo>
                    <a:pt x="403" y="3"/>
                  </a:lnTo>
                  <a:lnTo>
                    <a:pt x="406" y="3"/>
                  </a:lnTo>
                  <a:lnTo>
                    <a:pt x="408" y="3"/>
                  </a:lnTo>
                  <a:lnTo>
                    <a:pt x="411" y="3"/>
                  </a:lnTo>
                  <a:lnTo>
                    <a:pt x="412" y="3"/>
                  </a:lnTo>
                  <a:lnTo>
                    <a:pt x="414" y="3"/>
                  </a:lnTo>
                  <a:lnTo>
                    <a:pt x="415" y="3"/>
                  </a:lnTo>
                  <a:lnTo>
                    <a:pt x="417" y="3"/>
                  </a:lnTo>
                  <a:lnTo>
                    <a:pt x="418" y="4"/>
                  </a:lnTo>
                  <a:lnTo>
                    <a:pt x="420" y="4"/>
                  </a:lnTo>
                  <a:lnTo>
                    <a:pt x="421" y="4"/>
                  </a:lnTo>
                  <a:lnTo>
                    <a:pt x="423" y="4"/>
                  </a:lnTo>
                  <a:lnTo>
                    <a:pt x="424" y="4"/>
                  </a:lnTo>
                  <a:lnTo>
                    <a:pt x="426" y="4"/>
                  </a:lnTo>
                  <a:lnTo>
                    <a:pt x="427" y="4"/>
                  </a:lnTo>
                  <a:lnTo>
                    <a:pt x="429" y="4"/>
                  </a:lnTo>
                  <a:lnTo>
                    <a:pt x="430" y="4"/>
                  </a:lnTo>
                  <a:lnTo>
                    <a:pt x="432" y="4"/>
                  </a:lnTo>
                  <a:lnTo>
                    <a:pt x="433" y="4"/>
                  </a:lnTo>
                  <a:lnTo>
                    <a:pt x="435" y="6"/>
                  </a:lnTo>
                  <a:lnTo>
                    <a:pt x="436" y="6"/>
                  </a:lnTo>
                  <a:lnTo>
                    <a:pt x="438" y="6"/>
                  </a:lnTo>
                  <a:lnTo>
                    <a:pt x="439" y="6"/>
                  </a:lnTo>
                  <a:lnTo>
                    <a:pt x="441" y="6"/>
                  </a:lnTo>
                  <a:lnTo>
                    <a:pt x="442" y="6"/>
                  </a:lnTo>
                  <a:lnTo>
                    <a:pt x="444" y="6"/>
                  </a:lnTo>
                  <a:lnTo>
                    <a:pt x="445" y="7"/>
                  </a:lnTo>
                  <a:lnTo>
                    <a:pt x="448" y="7"/>
                  </a:lnTo>
                  <a:lnTo>
                    <a:pt x="449" y="7"/>
                  </a:lnTo>
                  <a:lnTo>
                    <a:pt x="452" y="7"/>
                  </a:lnTo>
                  <a:lnTo>
                    <a:pt x="454" y="7"/>
                  </a:lnTo>
                  <a:lnTo>
                    <a:pt x="457" y="8"/>
                  </a:lnTo>
                  <a:lnTo>
                    <a:pt x="458" y="8"/>
                  </a:lnTo>
                  <a:lnTo>
                    <a:pt x="461" y="8"/>
                  </a:lnTo>
                  <a:lnTo>
                    <a:pt x="463" y="8"/>
                  </a:lnTo>
                  <a:lnTo>
                    <a:pt x="464" y="8"/>
                  </a:lnTo>
                  <a:lnTo>
                    <a:pt x="466" y="10"/>
                  </a:lnTo>
                  <a:lnTo>
                    <a:pt x="467" y="10"/>
                  </a:lnTo>
                  <a:lnTo>
                    <a:pt x="469" y="10"/>
                  </a:lnTo>
                  <a:lnTo>
                    <a:pt x="470" y="10"/>
                  </a:lnTo>
                  <a:lnTo>
                    <a:pt x="472" y="10"/>
                  </a:lnTo>
                  <a:lnTo>
                    <a:pt x="473" y="11"/>
                  </a:lnTo>
                  <a:lnTo>
                    <a:pt x="475" y="11"/>
                  </a:lnTo>
                  <a:lnTo>
                    <a:pt x="476" y="11"/>
                  </a:lnTo>
                  <a:lnTo>
                    <a:pt x="478" y="11"/>
                  </a:lnTo>
                  <a:lnTo>
                    <a:pt x="479" y="11"/>
                  </a:lnTo>
                  <a:lnTo>
                    <a:pt x="481" y="11"/>
                  </a:lnTo>
                  <a:lnTo>
                    <a:pt x="482" y="13"/>
                  </a:lnTo>
                  <a:lnTo>
                    <a:pt x="484" y="13"/>
                  </a:lnTo>
                  <a:lnTo>
                    <a:pt x="485" y="13"/>
                  </a:lnTo>
                  <a:lnTo>
                    <a:pt x="487" y="14"/>
                  </a:lnTo>
                  <a:lnTo>
                    <a:pt x="489" y="14"/>
                  </a:lnTo>
                  <a:lnTo>
                    <a:pt x="491" y="14"/>
                  </a:lnTo>
                  <a:lnTo>
                    <a:pt x="492" y="16"/>
                  </a:lnTo>
                  <a:lnTo>
                    <a:pt x="494" y="16"/>
                  </a:lnTo>
                  <a:lnTo>
                    <a:pt x="495" y="17"/>
                  </a:lnTo>
                  <a:lnTo>
                    <a:pt x="498" y="17"/>
                  </a:lnTo>
                  <a:lnTo>
                    <a:pt x="500" y="17"/>
                  </a:lnTo>
                  <a:lnTo>
                    <a:pt x="503" y="19"/>
                  </a:lnTo>
                  <a:lnTo>
                    <a:pt x="506" y="19"/>
                  </a:lnTo>
                  <a:lnTo>
                    <a:pt x="507" y="20"/>
                  </a:lnTo>
                  <a:lnTo>
                    <a:pt x="510" y="22"/>
                  </a:lnTo>
                  <a:lnTo>
                    <a:pt x="513" y="22"/>
                  </a:lnTo>
                  <a:lnTo>
                    <a:pt x="516" y="23"/>
                  </a:lnTo>
                  <a:lnTo>
                    <a:pt x="518" y="23"/>
                  </a:lnTo>
                  <a:lnTo>
                    <a:pt x="521" y="25"/>
                  </a:lnTo>
                  <a:lnTo>
                    <a:pt x="522" y="25"/>
                  </a:lnTo>
                  <a:lnTo>
                    <a:pt x="524" y="25"/>
                  </a:lnTo>
                  <a:lnTo>
                    <a:pt x="525" y="26"/>
                  </a:lnTo>
                  <a:lnTo>
                    <a:pt x="527" y="26"/>
                  </a:lnTo>
                  <a:lnTo>
                    <a:pt x="530" y="26"/>
                  </a:lnTo>
                  <a:lnTo>
                    <a:pt x="531" y="28"/>
                  </a:lnTo>
                  <a:lnTo>
                    <a:pt x="532" y="28"/>
                  </a:lnTo>
                  <a:lnTo>
                    <a:pt x="532" y="29"/>
                  </a:lnTo>
                  <a:lnTo>
                    <a:pt x="534" y="29"/>
                  </a:lnTo>
                  <a:lnTo>
                    <a:pt x="535" y="29"/>
                  </a:lnTo>
                  <a:lnTo>
                    <a:pt x="537" y="31"/>
                  </a:lnTo>
                  <a:lnTo>
                    <a:pt x="538" y="31"/>
                  </a:lnTo>
                  <a:lnTo>
                    <a:pt x="540" y="31"/>
                  </a:lnTo>
                  <a:lnTo>
                    <a:pt x="541" y="32"/>
                  </a:lnTo>
                  <a:lnTo>
                    <a:pt x="543" y="32"/>
                  </a:lnTo>
                  <a:lnTo>
                    <a:pt x="544" y="32"/>
                  </a:lnTo>
                  <a:lnTo>
                    <a:pt x="546" y="34"/>
                  </a:lnTo>
                  <a:lnTo>
                    <a:pt x="547" y="34"/>
                  </a:lnTo>
                  <a:lnTo>
                    <a:pt x="549" y="35"/>
                  </a:lnTo>
                  <a:lnTo>
                    <a:pt x="550" y="35"/>
                  </a:lnTo>
                  <a:lnTo>
                    <a:pt x="552" y="37"/>
                  </a:lnTo>
                  <a:lnTo>
                    <a:pt x="553" y="37"/>
                  </a:lnTo>
                  <a:lnTo>
                    <a:pt x="555" y="38"/>
                  </a:lnTo>
                  <a:lnTo>
                    <a:pt x="556" y="40"/>
                  </a:lnTo>
                  <a:lnTo>
                    <a:pt x="559" y="40"/>
                  </a:lnTo>
                  <a:lnTo>
                    <a:pt x="561" y="41"/>
                  </a:lnTo>
                  <a:lnTo>
                    <a:pt x="564" y="43"/>
                  </a:lnTo>
                  <a:lnTo>
                    <a:pt x="565" y="44"/>
                  </a:lnTo>
                  <a:lnTo>
                    <a:pt x="568" y="46"/>
                  </a:lnTo>
                  <a:lnTo>
                    <a:pt x="570" y="46"/>
                  </a:lnTo>
                  <a:lnTo>
                    <a:pt x="573" y="47"/>
                  </a:lnTo>
                  <a:lnTo>
                    <a:pt x="574" y="49"/>
                  </a:lnTo>
                  <a:lnTo>
                    <a:pt x="575" y="49"/>
                  </a:lnTo>
                  <a:lnTo>
                    <a:pt x="577" y="50"/>
                  </a:lnTo>
                  <a:lnTo>
                    <a:pt x="578" y="50"/>
                  </a:lnTo>
                  <a:lnTo>
                    <a:pt x="580" y="51"/>
                  </a:lnTo>
                  <a:lnTo>
                    <a:pt x="581" y="51"/>
                  </a:lnTo>
                  <a:lnTo>
                    <a:pt x="583" y="53"/>
                  </a:lnTo>
                  <a:lnTo>
                    <a:pt x="584" y="53"/>
                  </a:lnTo>
                  <a:lnTo>
                    <a:pt x="586" y="54"/>
                  </a:lnTo>
                  <a:lnTo>
                    <a:pt x="587" y="54"/>
                  </a:lnTo>
                  <a:lnTo>
                    <a:pt x="589" y="56"/>
                  </a:lnTo>
                  <a:lnTo>
                    <a:pt x="590" y="56"/>
                  </a:lnTo>
                  <a:lnTo>
                    <a:pt x="592" y="57"/>
                  </a:lnTo>
                  <a:lnTo>
                    <a:pt x="593" y="57"/>
                  </a:lnTo>
                  <a:lnTo>
                    <a:pt x="593" y="59"/>
                  </a:lnTo>
                  <a:lnTo>
                    <a:pt x="595" y="59"/>
                  </a:lnTo>
                  <a:lnTo>
                    <a:pt x="596" y="59"/>
                  </a:lnTo>
                  <a:lnTo>
                    <a:pt x="598" y="60"/>
                  </a:lnTo>
                  <a:lnTo>
                    <a:pt x="599" y="60"/>
                  </a:lnTo>
                  <a:lnTo>
                    <a:pt x="601" y="62"/>
                  </a:lnTo>
                  <a:lnTo>
                    <a:pt x="602" y="62"/>
                  </a:lnTo>
                  <a:lnTo>
                    <a:pt x="604" y="63"/>
                  </a:lnTo>
                  <a:lnTo>
                    <a:pt x="605" y="65"/>
                  </a:lnTo>
                  <a:lnTo>
                    <a:pt x="607" y="65"/>
                  </a:lnTo>
                  <a:lnTo>
                    <a:pt x="608" y="66"/>
                  </a:lnTo>
                  <a:lnTo>
                    <a:pt x="611" y="68"/>
                  </a:lnTo>
                  <a:lnTo>
                    <a:pt x="613" y="69"/>
                  </a:lnTo>
                  <a:lnTo>
                    <a:pt x="616" y="69"/>
                  </a:lnTo>
                  <a:lnTo>
                    <a:pt x="617" y="71"/>
                  </a:lnTo>
                  <a:lnTo>
                    <a:pt x="618" y="72"/>
                  </a:lnTo>
                  <a:lnTo>
                    <a:pt x="620" y="72"/>
                  </a:lnTo>
                  <a:lnTo>
                    <a:pt x="621" y="74"/>
                  </a:lnTo>
                  <a:lnTo>
                    <a:pt x="623" y="75"/>
                  </a:lnTo>
                  <a:lnTo>
                    <a:pt x="624" y="75"/>
                  </a:lnTo>
                  <a:lnTo>
                    <a:pt x="626" y="77"/>
                  </a:lnTo>
                  <a:lnTo>
                    <a:pt x="627" y="77"/>
                  </a:lnTo>
                  <a:lnTo>
                    <a:pt x="629" y="78"/>
                  </a:lnTo>
                  <a:lnTo>
                    <a:pt x="630" y="78"/>
                  </a:lnTo>
                  <a:lnTo>
                    <a:pt x="632" y="80"/>
                  </a:lnTo>
                  <a:lnTo>
                    <a:pt x="633" y="80"/>
                  </a:lnTo>
                  <a:lnTo>
                    <a:pt x="635" y="81"/>
                  </a:lnTo>
                  <a:lnTo>
                    <a:pt x="636" y="83"/>
                  </a:lnTo>
                  <a:lnTo>
                    <a:pt x="638" y="83"/>
                  </a:lnTo>
                  <a:lnTo>
                    <a:pt x="639" y="84"/>
                  </a:lnTo>
                  <a:lnTo>
                    <a:pt x="641" y="84"/>
                  </a:lnTo>
                  <a:lnTo>
                    <a:pt x="641" y="86"/>
                  </a:lnTo>
                  <a:lnTo>
                    <a:pt x="642" y="86"/>
                  </a:lnTo>
                  <a:lnTo>
                    <a:pt x="644" y="87"/>
                  </a:lnTo>
                  <a:lnTo>
                    <a:pt x="645" y="89"/>
                  </a:lnTo>
                  <a:lnTo>
                    <a:pt x="647" y="89"/>
                  </a:lnTo>
                  <a:lnTo>
                    <a:pt x="648" y="90"/>
                  </a:lnTo>
                  <a:lnTo>
                    <a:pt x="650" y="90"/>
                  </a:lnTo>
                  <a:lnTo>
                    <a:pt x="651" y="92"/>
                  </a:lnTo>
                  <a:lnTo>
                    <a:pt x="653" y="93"/>
                  </a:lnTo>
                  <a:lnTo>
                    <a:pt x="654" y="93"/>
                  </a:lnTo>
                  <a:lnTo>
                    <a:pt x="656" y="94"/>
                  </a:lnTo>
                  <a:lnTo>
                    <a:pt x="657" y="96"/>
                  </a:lnTo>
                  <a:lnTo>
                    <a:pt x="659" y="97"/>
                  </a:lnTo>
                  <a:lnTo>
                    <a:pt x="660" y="97"/>
                  </a:lnTo>
                  <a:lnTo>
                    <a:pt x="661" y="99"/>
                  </a:lnTo>
                  <a:lnTo>
                    <a:pt x="663" y="99"/>
                  </a:lnTo>
                  <a:lnTo>
                    <a:pt x="664" y="100"/>
                  </a:lnTo>
                  <a:lnTo>
                    <a:pt x="666" y="100"/>
                  </a:lnTo>
                  <a:lnTo>
                    <a:pt x="666" y="102"/>
                  </a:lnTo>
                  <a:lnTo>
                    <a:pt x="667" y="102"/>
                  </a:lnTo>
                  <a:lnTo>
                    <a:pt x="667" y="103"/>
                  </a:lnTo>
                  <a:lnTo>
                    <a:pt x="669" y="103"/>
                  </a:lnTo>
                  <a:lnTo>
                    <a:pt x="670" y="103"/>
                  </a:lnTo>
                  <a:lnTo>
                    <a:pt x="670" y="105"/>
                  </a:lnTo>
                  <a:lnTo>
                    <a:pt x="672" y="105"/>
                  </a:lnTo>
                  <a:lnTo>
                    <a:pt x="673" y="106"/>
                  </a:lnTo>
                  <a:lnTo>
                    <a:pt x="675" y="108"/>
                  </a:lnTo>
                  <a:lnTo>
                    <a:pt x="676" y="108"/>
                  </a:lnTo>
                  <a:lnTo>
                    <a:pt x="676" y="109"/>
                  </a:lnTo>
                  <a:lnTo>
                    <a:pt x="678" y="109"/>
                  </a:lnTo>
                  <a:lnTo>
                    <a:pt x="679" y="111"/>
                  </a:lnTo>
                  <a:lnTo>
                    <a:pt x="681" y="112"/>
                  </a:lnTo>
                  <a:lnTo>
                    <a:pt x="682" y="112"/>
                  </a:lnTo>
                  <a:lnTo>
                    <a:pt x="682" y="114"/>
                  </a:lnTo>
                  <a:lnTo>
                    <a:pt x="684" y="114"/>
                  </a:lnTo>
                  <a:lnTo>
                    <a:pt x="685" y="115"/>
                  </a:lnTo>
                  <a:lnTo>
                    <a:pt x="687" y="117"/>
                  </a:lnTo>
                  <a:lnTo>
                    <a:pt x="688" y="118"/>
                  </a:lnTo>
                  <a:lnTo>
                    <a:pt x="690" y="118"/>
                  </a:lnTo>
                  <a:lnTo>
                    <a:pt x="690" y="120"/>
                  </a:lnTo>
                  <a:lnTo>
                    <a:pt x="691" y="120"/>
                  </a:lnTo>
                  <a:lnTo>
                    <a:pt x="693" y="121"/>
                  </a:lnTo>
                  <a:lnTo>
                    <a:pt x="694" y="121"/>
                  </a:lnTo>
                  <a:lnTo>
                    <a:pt x="694" y="123"/>
                  </a:lnTo>
                  <a:lnTo>
                    <a:pt x="696" y="123"/>
                  </a:lnTo>
                  <a:lnTo>
                    <a:pt x="696" y="124"/>
                  </a:lnTo>
                  <a:lnTo>
                    <a:pt x="697" y="124"/>
                  </a:lnTo>
                  <a:lnTo>
                    <a:pt x="697" y="126"/>
                  </a:lnTo>
                  <a:lnTo>
                    <a:pt x="699" y="126"/>
                  </a:lnTo>
                  <a:lnTo>
                    <a:pt x="700" y="127"/>
                  </a:lnTo>
                  <a:lnTo>
                    <a:pt x="702" y="127"/>
                  </a:lnTo>
                  <a:lnTo>
                    <a:pt x="702" y="129"/>
                  </a:lnTo>
                  <a:lnTo>
                    <a:pt x="703" y="129"/>
                  </a:lnTo>
                  <a:lnTo>
                    <a:pt x="704" y="130"/>
                  </a:lnTo>
                  <a:lnTo>
                    <a:pt x="706" y="132"/>
                  </a:lnTo>
                  <a:lnTo>
                    <a:pt x="707" y="132"/>
                  </a:lnTo>
                  <a:lnTo>
                    <a:pt x="709" y="133"/>
                  </a:lnTo>
                  <a:lnTo>
                    <a:pt x="710" y="133"/>
                  </a:lnTo>
                  <a:lnTo>
                    <a:pt x="710" y="135"/>
                  </a:lnTo>
                  <a:lnTo>
                    <a:pt x="712" y="136"/>
                  </a:lnTo>
                  <a:lnTo>
                    <a:pt x="713" y="136"/>
                  </a:lnTo>
                  <a:lnTo>
                    <a:pt x="715" y="137"/>
                  </a:lnTo>
                  <a:lnTo>
                    <a:pt x="716" y="137"/>
                  </a:lnTo>
                  <a:lnTo>
                    <a:pt x="718" y="139"/>
                  </a:lnTo>
                  <a:lnTo>
                    <a:pt x="718" y="140"/>
                  </a:lnTo>
                  <a:lnTo>
                    <a:pt x="719" y="140"/>
                  </a:lnTo>
                  <a:lnTo>
                    <a:pt x="721" y="140"/>
                  </a:lnTo>
                  <a:lnTo>
                    <a:pt x="721" y="142"/>
                  </a:lnTo>
                  <a:lnTo>
                    <a:pt x="722" y="142"/>
                  </a:lnTo>
                  <a:lnTo>
                    <a:pt x="724" y="143"/>
                  </a:lnTo>
                  <a:lnTo>
                    <a:pt x="725" y="145"/>
                  </a:lnTo>
                  <a:lnTo>
                    <a:pt x="727" y="145"/>
                  </a:lnTo>
                  <a:lnTo>
                    <a:pt x="727" y="146"/>
                  </a:lnTo>
                  <a:lnTo>
                    <a:pt x="728" y="146"/>
                  </a:lnTo>
                  <a:lnTo>
                    <a:pt x="728" y="148"/>
                  </a:lnTo>
                  <a:lnTo>
                    <a:pt x="730" y="148"/>
                  </a:lnTo>
                  <a:lnTo>
                    <a:pt x="731" y="149"/>
                  </a:lnTo>
                  <a:lnTo>
                    <a:pt x="733" y="151"/>
                  </a:lnTo>
                  <a:lnTo>
                    <a:pt x="734" y="152"/>
                  </a:lnTo>
                  <a:lnTo>
                    <a:pt x="734" y="154"/>
                  </a:lnTo>
                  <a:lnTo>
                    <a:pt x="736" y="154"/>
                  </a:lnTo>
                  <a:lnTo>
                    <a:pt x="737" y="155"/>
                  </a:lnTo>
                  <a:lnTo>
                    <a:pt x="737" y="157"/>
                  </a:lnTo>
                  <a:lnTo>
                    <a:pt x="739" y="158"/>
                  </a:lnTo>
                  <a:lnTo>
                    <a:pt x="740" y="158"/>
                  </a:lnTo>
                  <a:lnTo>
                    <a:pt x="742" y="160"/>
                  </a:lnTo>
                  <a:lnTo>
                    <a:pt x="743" y="161"/>
                  </a:lnTo>
                  <a:lnTo>
                    <a:pt x="745" y="163"/>
                  </a:lnTo>
                  <a:lnTo>
                    <a:pt x="746" y="164"/>
                  </a:lnTo>
                  <a:lnTo>
                    <a:pt x="747" y="166"/>
                  </a:lnTo>
                  <a:lnTo>
                    <a:pt x="747" y="167"/>
                  </a:lnTo>
                  <a:lnTo>
                    <a:pt x="749" y="169"/>
                  </a:lnTo>
                  <a:lnTo>
                    <a:pt x="750" y="170"/>
                  </a:lnTo>
                  <a:lnTo>
                    <a:pt x="752" y="172"/>
                  </a:lnTo>
                  <a:lnTo>
                    <a:pt x="753" y="173"/>
                  </a:lnTo>
                  <a:lnTo>
                    <a:pt x="755" y="175"/>
                  </a:lnTo>
                  <a:lnTo>
                    <a:pt x="756" y="176"/>
                  </a:lnTo>
                  <a:lnTo>
                    <a:pt x="758" y="178"/>
                  </a:lnTo>
                  <a:lnTo>
                    <a:pt x="759" y="179"/>
                  </a:lnTo>
                  <a:lnTo>
                    <a:pt x="761" y="180"/>
                  </a:lnTo>
                  <a:lnTo>
                    <a:pt x="761" y="182"/>
                  </a:lnTo>
                  <a:lnTo>
                    <a:pt x="762" y="182"/>
                  </a:lnTo>
                  <a:lnTo>
                    <a:pt x="762" y="183"/>
                  </a:lnTo>
                  <a:lnTo>
                    <a:pt x="764" y="185"/>
                  </a:lnTo>
                  <a:lnTo>
                    <a:pt x="765" y="185"/>
                  </a:lnTo>
                  <a:lnTo>
                    <a:pt x="765" y="186"/>
                  </a:lnTo>
                  <a:lnTo>
                    <a:pt x="767" y="188"/>
                  </a:lnTo>
                  <a:lnTo>
                    <a:pt x="768" y="189"/>
                  </a:lnTo>
                  <a:lnTo>
                    <a:pt x="768" y="191"/>
                  </a:lnTo>
                  <a:lnTo>
                    <a:pt x="770" y="192"/>
                  </a:lnTo>
                  <a:lnTo>
                    <a:pt x="771" y="194"/>
                  </a:lnTo>
                  <a:lnTo>
                    <a:pt x="773" y="195"/>
                  </a:lnTo>
                  <a:lnTo>
                    <a:pt x="774" y="197"/>
                  </a:lnTo>
                  <a:lnTo>
                    <a:pt x="776" y="198"/>
                  </a:lnTo>
                  <a:lnTo>
                    <a:pt x="777" y="200"/>
                  </a:lnTo>
                  <a:lnTo>
                    <a:pt x="779" y="203"/>
                  </a:lnTo>
                  <a:lnTo>
                    <a:pt x="780" y="204"/>
                  </a:lnTo>
                  <a:lnTo>
                    <a:pt x="782" y="206"/>
                  </a:lnTo>
                  <a:lnTo>
                    <a:pt x="783" y="207"/>
                  </a:lnTo>
                  <a:lnTo>
                    <a:pt x="785" y="210"/>
                  </a:lnTo>
                  <a:lnTo>
                    <a:pt x="786" y="212"/>
                  </a:lnTo>
                  <a:lnTo>
                    <a:pt x="788" y="213"/>
                  </a:lnTo>
                  <a:lnTo>
                    <a:pt x="789" y="215"/>
                  </a:lnTo>
                  <a:lnTo>
                    <a:pt x="789" y="216"/>
                  </a:lnTo>
                  <a:lnTo>
                    <a:pt x="790" y="216"/>
                  </a:lnTo>
                  <a:lnTo>
                    <a:pt x="792" y="218"/>
                  </a:lnTo>
                  <a:lnTo>
                    <a:pt x="792" y="219"/>
                  </a:lnTo>
                  <a:lnTo>
                    <a:pt x="793" y="221"/>
                  </a:lnTo>
                  <a:lnTo>
                    <a:pt x="795" y="222"/>
                  </a:lnTo>
                  <a:lnTo>
                    <a:pt x="796" y="224"/>
                  </a:lnTo>
                  <a:lnTo>
                    <a:pt x="796" y="225"/>
                  </a:lnTo>
                  <a:lnTo>
                    <a:pt x="798" y="226"/>
                  </a:lnTo>
                  <a:lnTo>
                    <a:pt x="799" y="226"/>
                  </a:lnTo>
                  <a:lnTo>
                    <a:pt x="799" y="228"/>
                  </a:lnTo>
                  <a:lnTo>
                    <a:pt x="801" y="229"/>
                  </a:lnTo>
                  <a:lnTo>
                    <a:pt x="801" y="231"/>
                  </a:lnTo>
                  <a:lnTo>
                    <a:pt x="802" y="232"/>
                  </a:lnTo>
                  <a:lnTo>
                    <a:pt x="804" y="234"/>
                  </a:lnTo>
                  <a:lnTo>
                    <a:pt x="805" y="235"/>
                  </a:lnTo>
                  <a:lnTo>
                    <a:pt x="805" y="237"/>
                  </a:lnTo>
                  <a:lnTo>
                    <a:pt x="807" y="238"/>
                  </a:lnTo>
                  <a:lnTo>
                    <a:pt x="808" y="240"/>
                  </a:lnTo>
                  <a:lnTo>
                    <a:pt x="810" y="241"/>
                  </a:lnTo>
                  <a:lnTo>
                    <a:pt x="811" y="244"/>
                  </a:lnTo>
                  <a:lnTo>
                    <a:pt x="813" y="246"/>
                  </a:lnTo>
                  <a:lnTo>
                    <a:pt x="814" y="247"/>
                  </a:lnTo>
                  <a:lnTo>
                    <a:pt x="816" y="250"/>
                  </a:lnTo>
                  <a:lnTo>
                    <a:pt x="817" y="253"/>
                  </a:lnTo>
                  <a:lnTo>
                    <a:pt x="819" y="255"/>
                  </a:lnTo>
                  <a:lnTo>
                    <a:pt x="820" y="258"/>
                  </a:lnTo>
                  <a:lnTo>
                    <a:pt x="822" y="259"/>
                  </a:lnTo>
                  <a:lnTo>
                    <a:pt x="823" y="261"/>
                  </a:lnTo>
                  <a:lnTo>
                    <a:pt x="825" y="262"/>
                  </a:lnTo>
                  <a:lnTo>
                    <a:pt x="826" y="264"/>
                  </a:lnTo>
                  <a:lnTo>
                    <a:pt x="826" y="265"/>
                  </a:lnTo>
                  <a:lnTo>
                    <a:pt x="828" y="267"/>
                  </a:lnTo>
                  <a:lnTo>
                    <a:pt x="829" y="268"/>
                  </a:lnTo>
                  <a:lnTo>
                    <a:pt x="829" y="269"/>
                  </a:lnTo>
                  <a:lnTo>
                    <a:pt x="831" y="271"/>
                  </a:lnTo>
                  <a:lnTo>
                    <a:pt x="832" y="272"/>
                  </a:lnTo>
                  <a:lnTo>
                    <a:pt x="832" y="274"/>
                  </a:lnTo>
                  <a:lnTo>
                    <a:pt x="833" y="275"/>
                  </a:lnTo>
                  <a:lnTo>
                    <a:pt x="835" y="277"/>
                  </a:lnTo>
                  <a:lnTo>
                    <a:pt x="835" y="278"/>
                  </a:lnTo>
                  <a:lnTo>
                    <a:pt x="836" y="278"/>
                  </a:lnTo>
                  <a:lnTo>
                    <a:pt x="836" y="280"/>
                  </a:lnTo>
                  <a:lnTo>
                    <a:pt x="838" y="281"/>
                  </a:lnTo>
                  <a:lnTo>
                    <a:pt x="839" y="283"/>
                  </a:lnTo>
                  <a:lnTo>
                    <a:pt x="839" y="284"/>
                  </a:lnTo>
                  <a:lnTo>
                    <a:pt x="841" y="286"/>
                  </a:lnTo>
                  <a:lnTo>
                    <a:pt x="842" y="287"/>
                  </a:lnTo>
                  <a:lnTo>
                    <a:pt x="844" y="289"/>
                  </a:lnTo>
                  <a:lnTo>
                    <a:pt x="844" y="290"/>
                  </a:lnTo>
                  <a:lnTo>
                    <a:pt x="845" y="292"/>
                  </a:lnTo>
                  <a:lnTo>
                    <a:pt x="847" y="295"/>
                  </a:lnTo>
                  <a:lnTo>
                    <a:pt x="848" y="296"/>
                  </a:lnTo>
                  <a:lnTo>
                    <a:pt x="850" y="298"/>
                  </a:lnTo>
                  <a:lnTo>
                    <a:pt x="851" y="301"/>
                  </a:lnTo>
                  <a:lnTo>
                    <a:pt x="853" y="304"/>
                  </a:lnTo>
                  <a:lnTo>
                    <a:pt x="856" y="305"/>
                  </a:lnTo>
                  <a:lnTo>
                    <a:pt x="857" y="308"/>
                  </a:lnTo>
                  <a:lnTo>
                    <a:pt x="859" y="310"/>
                  </a:lnTo>
                  <a:lnTo>
                    <a:pt x="860" y="312"/>
                  </a:lnTo>
                  <a:lnTo>
                    <a:pt x="862" y="314"/>
                  </a:lnTo>
                  <a:lnTo>
                    <a:pt x="863" y="315"/>
                  </a:lnTo>
                  <a:lnTo>
                    <a:pt x="863" y="317"/>
                  </a:lnTo>
                  <a:lnTo>
                    <a:pt x="865" y="318"/>
                  </a:lnTo>
                  <a:lnTo>
                    <a:pt x="866" y="320"/>
                  </a:lnTo>
                  <a:lnTo>
                    <a:pt x="868" y="321"/>
                  </a:lnTo>
                  <a:lnTo>
                    <a:pt x="868" y="323"/>
                  </a:lnTo>
                  <a:lnTo>
                    <a:pt x="869" y="324"/>
                  </a:lnTo>
                  <a:lnTo>
                    <a:pt x="871" y="326"/>
                  </a:lnTo>
                  <a:lnTo>
                    <a:pt x="871" y="327"/>
                  </a:lnTo>
                  <a:lnTo>
                    <a:pt x="872" y="329"/>
                  </a:lnTo>
                  <a:lnTo>
                    <a:pt x="874" y="330"/>
                  </a:lnTo>
                  <a:lnTo>
                    <a:pt x="874" y="332"/>
                  </a:lnTo>
                  <a:lnTo>
                    <a:pt x="875" y="333"/>
                  </a:lnTo>
                  <a:lnTo>
                    <a:pt x="875" y="335"/>
                  </a:lnTo>
                  <a:lnTo>
                    <a:pt x="876" y="335"/>
                  </a:lnTo>
                  <a:lnTo>
                    <a:pt x="876" y="336"/>
                  </a:lnTo>
                  <a:lnTo>
                    <a:pt x="878" y="338"/>
                  </a:lnTo>
                  <a:lnTo>
                    <a:pt x="878" y="339"/>
                  </a:lnTo>
                  <a:lnTo>
                    <a:pt x="879" y="341"/>
                  </a:lnTo>
                  <a:lnTo>
                    <a:pt x="879" y="342"/>
                  </a:lnTo>
                  <a:lnTo>
                    <a:pt x="881" y="344"/>
                  </a:lnTo>
                  <a:lnTo>
                    <a:pt x="882" y="345"/>
                  </a:lnTo>
                  <a:lnTo>
                    <a:pt x="882" y="347"/>
                  </a:lnTo>
                  <a:lnTo>
                    <a:pt x="884" y="348"/>
                  </a:lnTo>
                  <a:lnTo>
                    <a:pt x="885" y="350"/>
                  </a:lnTo>
                  <a:lnTo>
                    <a:pt x="885" y="35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09" name="Freeform 50">
              <a:extLst>
                <a:ext uri="{FF2B5EF4-FFF2-40B4-BE49-F238E27FC236}">
                  <a16:creationId xmlns:a16="http://schemas.microsoft.com/office/drawing/2014/main" id="{C61C02AE-A596-4316-9113-4619E8FA57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600" y="5776912"/>
              <a:ext cx="703263" cy="279400"/>
            </a:xfrm>
            <a:custGeom>
              <a:avLst/>
              <a:gdLst>
                <a:gd name="T0" fmla="*/ 2147483646 w 885"/>
                <a:gd name="T1" fmla="*/ 2147483646 h 353"/>
                <a:gd name="T2" fmla="*/ 2147483646 w 885"/>
                <a:gd name="T3" fmla="*/ 2147483646 h 353"/>
                <a:gd name="T4" fmla="*/ 2147483646 w 885"/>
                <a:gd name="T5" fmla="*/ 2147483646 h 353"/>
                <a:gd name="T6" fmla="*/ 2147483646 w 885"/>
                <a:gd name="T7" fmla="*/ 2147483646 h 353"/>
                <a:gd name="T8" fmla="*/ 2147483646 w 885"/>
                <a:gd name="T9" fmla="*/ 2147483646 h 353"/>
                <a:gd name="T10" fmla="*/ 2147483646 w 885"/>
                <a:gd name="T11" fmla="*/ 2147483646 h 353"/>
                <a:gd name="T12" fmla="*/ 2147483646 w 885"/>
                <a:gd name="T13" fmla="*/ 2147483646 h 353"/>
                <a:gd name="T14" fmla="*/ 2147483646 w 885"/>
                <a:gd name="T15" fmla="*/ 2147483646 h 353"/>
                <a:gd name="T16" fmla="*/ 2147483646 w 885"/>
                <a:gd name="T17" fmla="*/ 2147483646 h 353"/>
                <a:gd name="T18" fmla="*/ 2147483646 w 885"/>
                <a:gd name="T19" fmla="*/ 2147483646 h 353"/>
                <a:gd name="T20" fmla="*/ 2147483646 w 885"/>
                <a:gd name="T21" fmla="*/ 2147483646 h 353"/>
                <a:gd name="T22" fmla="*/ 2147483646 w 885"/>
                <a:gd name="T23" fmla="*/ 2147483646 h 353"/>
                <a:gd name="T24" fmla="*/ 2147483646 w 885"/>
                <a:gd name="T25" fmla="*/ 2147483646 h 353"/>
                <a:gd name="T26" fmla="*/ 2147483646 w 885"/>
                <a:gd name="T27" fmla="*/ 2147483646 h 353"/>
                <a:gd name="T28" fmla="*/ 2147483646 w 885"/>
                <a:gd name="T29" fmla="*/ 2147483646 h 353"/>
                <a:gd name="T30" fmla="*/ 2147483646 w 885"/>
                <a:gd name="T31" fmla="*/ 2147483646 h 353"/>
                <a:gd name="T32" fmla="*/ 2147483646 w 885"/>
                <a:gd name="T33" fmla="*/ 2147483646 h 353"/>
                <a:gd name="T34" fmla="*/ 2147483646 w 885"/>
                <a:gd name="T35" fmla="*/ 2147483646 h 353"/>
                <a:gd name="T36" fmla="*/ 2147483646 w 885"/>
                <a:gd name="T37" fmla="*/ 2147483646 h 353"/>
                <a:gd name="T38" fmla="*/ 2147483646 w 885"/>
                <a:gd name="T39" fmla="*/ 2147483646 h 353"/>
                <a:gd name="T40" fmla="*/ 2147483646 w 885"/>
                <a:gd name="T41" fmla="*/ 2147483646 h 353"/>
                <a:gd name="T42" fmla="*/ 2147483646 w 885"/>
                <a:gd name="T43" fmla="*/ 2147483646 h 353"/>
                <a:gd name="T44" fmla="*/ 2147483646 w 885"/>
                <a:gd name="T45" fmla="*/ 2147483646 h 353"/>
                <a:gd name="T46" fmla="*/ 2147483646 w 885"/>
                <a:gd name="T47" fmla="*/ 2147483646 h 353"/>
                <a:gd name="T48" fmla="*/ 2147483646 w 885"/>
                <a:gd name="T49" fmla="*/ 2147483646 h 353"/>
                <a:gd name="T50" fmla="*/ 2147483646 w 885"/>
                <a:gd name="T51" fmla="*/ 2147483646 h 353"/>
                <a:gd name="T52" fmla="*/ 2147483646 w 885"/>
                <a:gd name="T53" fmla="*/ 2147483646 h 353"/>
                <a:gd name="T54" fmla="*/ 2147483646 w 885"/>
                <a:gd name="T55" fmla="*/ 2147483646 h 353"/>
                <a:gd name="T56" fmla="*/ 2147483646 w 885"/>
                <a:gd name="T57" fmla="*/ 2147483646 h 353"/>
                <a:gd name="T58" fmla="*/ 2147483646 w 885"/>
                <a:gd name="T59" fmla="*/ 2147483646 h 353"/>
                <a:gd name="T60" fmla="*/ 2147483646 w 885"/>
                <a:gd name="T61" fmla="*/ 2147483646 h 353"/>
                <a:gd name="T62" fmla="*/ 2147483646 w 885"/>
                <a:gd name="T63" fmla="*/ 2147483646 h 353"/>
                <a:gd name="T64" fmla="*/ 2147483646 w 885"/>
                <a:gd name="T65" fmla="*/ 2147483646 h 353"/>
                <a:gd name="T66" fmla="*/ 2147483646 w 885"/>
                <a:gd name="T67" fmla="*/ 2147483646 h 353"/>
                <a:gd name="T68" fmla="*/ 2147483646 w 885"/>
                <a:gd name="T69" fmla="*/ 2147483646 h 353"/>
                <a:gd name="T70" fmla="*/ 2147483646 w 885"/>
                <a:gd name="T71" fmla="*/ 2147483646 h 353"/>
                <a:gd name="T72" fmla="*/ 2147483646 w 885"/>
                <a:gd name="T73" fmla="*/ 2147483646 h 353"/>
                <a:gd name="T74" fmla="*/ 2147483646 w 885"/>
                <a:gd name="T75" fmla="*/ 2147483646 h 353"/>
                <a:gd name="T76" fmla="*/ 2147483646 w 885"/>
                <a:gd name="T77" fmla="*/ 2147483646 h 353"/>
                <a:gd name="T78" fmla="*/ 2147483646 w 885"/>
                <a:gd name="T79" fmla="*/ 2147483646 h 353"/>
                <a:gd name="T80" fmla="*/ 2147483646 w 885"/>
                <a:gd name="T81" fmla="*/ 2147483646 h 353"/>
                <a:gd name="T82" fmla="*/ 2147483646 w 885"/>
                <a:gd name="T83" fmla="*/ 2147483646 h 353"/>
                <a:gd name="T84" fmla="*/ 2147483646 w 885"/>
                <a:gd name="T85" fmla="*/ 2147483646 h 353"/>
                <a:gd name="T86" fmla="*/ 2147483646 w 885"/>
                <a:gd name="T87" fmla="*/ 2147483646 h 353"/>
                <a:gd name="T88" fmla="*/ 2147483646 w 885"/>
                <a:gd name="T89" fmla="*/ 2147483646 h 353"/>
                <a:gd name="T90" fmla="*/ 2147483646 w 885"/>
                <a:gd name="T91" fmla="*/ 2147483646 h 353"/>
                <a:gd name="T92" fmla="*/ 2147483646 w 885"/>
                <a:gd name="T93" fmla="*/ 2147483646 h 353"/>
                <a:gd name="T94" fmla="*/ 2147483646 w 885"/>
                <a:gd name="T95" fmla="*/ 2147483646 h 353"/>
                <a:gd name="T96" fmla="*/ 2147483646 w 885"/>
                <a:gd name="T97" fmla="*/ 2147483646 h 353"/>
                <a:gd name="T98" fmla="*/ 2147483646 w 885"/>
                <a:gd name="T99" fmla="*/ 2147483646 h 353"/>
                <a:gd name="T100" fmla="*/ 2147483646 w 885"/>
                <a:gd name="T101" fmla="*/ 2147483646 h 353"/>
                <a:gd name="T102" fmla="*/ 2147483646 w 885"/>
                <a:gd name="T103" fmla="*/ 2147483646 h 353"/>
                <a:gd name="T104" fmla="*/ 2147483646 w 885"/>
                <a:gd name="T105" fmla="*/ 2147483646 h 353"/>
                <a:gd name="T106" fmla="*/ 2147483646 w 885"/>
                <a:gd name="T107" fmla="*/ 2147483646 h 353"/>
                <a:gd name="T108" fmla="*/ 2147483646 w 885"/>
                <a:gd name="T109" fmla="*/ 2147483646 h 353"/>
                <a:gd name="T110" fmla="*/ 2147483646 w 885"/>
                <a:gd name="T111" fmla="*/ 2147483646 h 353"/>
                <a:gd name="T112" fmla="*/ 2147483646 w 885"/>
                <a:gd name="T113" fmla="*/ 2147483646 h 353"/>
                <a:gd name="T114" fmla="*/ 2147483646 w 885"/>
                <a:gd name="T115" fmla="*/ 2147483646 h 353"/>
                <a:gd name="T116" fmla="*/ 2147483646 w 885"/>
                <a:gd name="T117" fmla="*/ 2147483646 h 353"/>
                <a:gd name="T118" fmla="*/ 2147483646 w 885"/>
                <a:gd name="T119" fmla="*/ 2147483646 h 353"/>
                <a:gd name="T120" fmla="*/ 2147483646 w 885"/>
                <a:gd name="T121" fmla="*/ 2147483646 h 3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5" h="353">
                  <a:moveTo>
                    <a:pt x="0" y="353"/>
                  </a:moveTo>
                  <a:lnTo>
                    <a:pt x="34" y="353"/>
                  </a:lnTo>
                  <a:lnTo>
                    <a:pt x="65" y="353"/>
                  </a:lnTo>
                  <a:lnTo>
                    <a:pt x="95" y="353"/>
                  </a:lnTo>
                  <a:lnTo>
                    <a:pt x="123" y="353"/>
                  </a:lnTo>
                  <a:lnTo>
                    <a:pt x="148" y="353"/>
                  </a:lnTo>
                  <a:lnTo>
                    <a:pt x="172" y="353"/>
                  </a:lnTo>
                  <a:lnTo>
                    <a:pt x="194" y="353"/>
                  </a:lnTo>
                  <a:lnTo>
                    <a:pt x="215" y="353"/>
                  </a:lnTo>
                  <a:lnTo>
                    <a:pt x="234" y="353"/>
                  </a:lnTo>
                  <a:lnTo>
                    <a:pt x="252" y="353"/>
                  </a:lnTo>
                  <a:lnTo>
                    <a:pt x="269" y="353"/>
                  </a:lnTo>
                  <a:lnTo>
                    <a:pt x="283" y="353"/>
                  </a:lnTo>
                  <a:lnTo>
                    <a:pt x="297" y="353"/>
                  </a:lnTo>
                  <a:lnTo>
                    <a:pt x="309" y="353"/>
                  </a:lnTo>
                  <a:lnTo>
                    <a:pt x="319" y="351"/>
                  </a:lnTo>
                  <a:lnTo>
                    <a:pt x="329" y="351"/>
                  </a:lnTo>
                  <a:lnTo>
                    <a:pt x="338" y="351"/>
                  </a:lnTo>
                  <a:lnTo>
                    <a:pt x="346" y="351"/>
                  </a:lnTo>
                  <a:lnTo>
                    <a:pt x="353" y="351"/>
                  </a:lnTo>
                  <a:lnTo>
                    <a:pt x="359" y="351"/>
                  </a:lnTo>
                  <a:lnTo>
                    <a:pt x="365" y="351"/>
                  </a:lnTo>
                  <a:lnTo>
                    <a:pt x="369" y="351"/>
                  </a:lnTo>
                  <a:lnTo>
                    <a:pt x="374" y="351"/>
                  </a:lnTo>
                  <a:lnTo>
                    <a:pt x="378" y="351"/>
                  </a:lnTo>
                  <a:lnTo>
                    <a:pt x="381" y="351"/>
                  </a:lnTo>
                  <a:lnTo>
                    <a:pt x="384" y="351"/>
                  </a:lnTo>
                  <a:lnTo>
                    <a:pt x="387" y="351"/>
                  </a:lnTo>
                  <a:lnTo>
                    <a:pt x="390" y="351"/>
                  </a:lnTo>
                  <a:lnTo>
                    <a:pt x="392" y="351"/>
                  </a:lnTo>
                  <a:lnTo>
                    <a:pt x="395" y="350"/>
                  </a:lnTo>
                  <a:lnTo>
                    <a:pt x="398" y="350"/>
                  </a:lnTo>
                  <a:lnTo>
                    <a:pt x="399" y="350"/>
                  </a:lnTo>
                  <a:lnTo>
                    <a:pt x="402" y="350"/>
                  </a:lnTo>
                  <a:lnTo>
                    <a:pt x="403" y="350"/>
                  </a:lnTo>
                  <a:lnTo>
                    <a:pt x="406" y="350"/>
                  </a:lnTo>
                  <a:lnTo>
                    <a:pt x="408" y="350"/>
                  </a:lnTo>
                  <a:lnTo>
                    <a:pt x="411" y="350"/>
                  </a:lnTo>
                  <a:lnTo>
                    <a:pt x="412" y="350"/>
                  </a:lnTo>
                  <a:lnTo>
                    <a:pt x="414" y="350"/>
                  </a:lnTo>
                  <a:lnTo>
                    <a:pt x="415" y="350"/>
                  </a:lnTo>
                  <a:lnTo>
                    <a:pt x="417" y="348"/>
                  </a:lnTo>
                  <a:lnTo>
                    <a:pt x="418" y="348"/>
                  </a:lnTo>
                  <a:lnTo>
                    <a:pt x="420" y="348"/>
                  </a:lnTo>
                  <a:lnTo>
                    <a:pt x="421" y="348"/>
                  </a:lnTo>
                  <a:lnTo>
                    <a:pt x="423" y="348"/>
                  </a:lnTo>
                  <a:lnTo>
                    <a:pt x="424" y="348"/>
                  </a:lnTo>
                  <a:lnTo>
                    <a:pt x="426" y="348"/>
                  </a:lnTo>
                  <a:lnTo>
                    <a:pt x="427" y="348"/>
                  </a:lnTo>
                  <a:lnTo>
                    <a:pt x="429" y="348"/>
                  </a:lnTo>
                  <a:lnTo>
                    <a:pt x="430" y="348"/>
                  </a:lnTo>
                  <a:lnTo>
                    <a:pt x="432" y="348"/>
                  </a:lnTo>
                  <a:lnTo>
                    <a:pt x="433" y="347"/>
                  </a:lnTo>
                  <a:lnTo>
                    <a:pt x="435" y="347"/>
                  </a:lnTo>
                  <a:lnTo>
                    <a:pt x="436" y="347"/>
                  </a:lnTo>
                  <a:lnTo>
                    <a:pt x="438" y="347"/>
                  </a:lnTo>
                  <a:lnTo>
                    <a:pt x="439" y="347"/>
                  </a:lnTo>
                  <a:lnTo>
                    <a:pt x="441" y="347"/>
                  </a:lnTo>
                  <a:lnTo>
                    <a:pt x="442" y="347"/>
                  </a:lnTo>
                  <a:lnTo>
                    <a:pt x="444" y="346"/>
                  </a:lnTo>
                  <a:lnTo>
                    <a:pt x="445" y="346"/>
                  </a:lnTo>
                  <a:lnTo>
                    <a:pt x="448" y="346"/>
                  </a:lnTo>
                  <a:lnTo>
                    <a:pt x="449" y="346"/>
                  </a:lnTo>
                  <a:lnTo>
                    <a:pt x="452" y="346"/>
                  </a:lnTo>
                  <a:lnTo>
                    <a:pt x="454" y="344"/>
                  </a:lnTo>
                  <a:lnTo>
                    <a:pt x="457" y="344"/>
                  </a:lnTo>
                  <a:lnTo>
                    <a:pt x="458" y="344"/>
                  </a:lnTo>
                  <a:lnTo>
                    <a:pt x="461" y="344"/>
                  </a:lnTo>
                  <a:lnTo>
                    <a:pt x="463" y="344"/>
                  </a:lnTo>
                  <a:lnTo>
                    <a:pt x="464" y="343"/>
                  </a:lnTo>
                  <a:lnTo>
                    <a:pt x="466" y="343"/>
                  </a:lnTo>
                  <a:lnTo>
                    <a:pt x="467" y="343"/>
                  </a:lnTo>
                  <a:lnTo>
                    <a:pt x="469" y="343"/>
                  </a:lnTo>
                  <a:lnTo>
                    <a:pt x="470" y="343"/>
                  </a:lnTo>
                  <a:lnTo>
                    <a:pt x="472" y="343"/>
                  </a:lnTo>
                  <a:lnTo>
                    <a:pt x="473" y="341"/>
                  </a:lnTo>
                  <a:lnTo>
                    <a:pt x="475" y="341"/>
                  </a:lnTo>
                  <a:lnTo>
                    <a:pt x="476" y="341"/>
                  </a:lnTo>
                  <a:lnTo>
                    <a:pt x="478" y="341"/>
                  </a:lnTo>
                  <a:lnTo>
                    <a:pt x="479" y="341"/>
                  </a:lnTo>
                  <a:lnTo>
                    <a:pt x="481" y="340"/>
                  </a:lnTo>
                  <a:lnTo>
                    <a:pt x="482" y="340"/>
                  </a:lnTo>
                  <a:lnTo>
                    <a:pt x="484" y="340"/>
                  </a:lnTo>
                  <a:lnTo>
                    <a:pt x="485" y="338"/>
                  </a:lnTo>
                  <a:lnTo>
                    <a:pt x="487" y="338"/>
                  </a:lnTo>
                  <a:lnTo>
                    <a:pt x="489" y="338"/>
                  </a:lnTo>
                  <a:lnTo>
                    <a:pt x="491" y="337"/>
                  </a:lnTo>
                  <a:lnTo>
                    <a:pt x="492" y="337"/>
                  </a:lnTo>
                  <a:lnTo>
                    <a:pt x="494" y="337"/>
                  </a:lnTo>
                  <a:lnTo>
                    <a:pt x="495" y="335"/>
                  </a:lnTo>
                  <a:lnTo>
                    <a:pt x="498" y="335"/>
                  </a:lnTo>
                  <a:lnTo>
                    <a:pt x="500" y="334"/>
                  </a:lnTo>
                  <a:lnTo>
                    <a:pt x="503" y="334"/>
                  </a:lnTo>
                  <a:lnTo>
                    <a:pt x="506" y="332"/>
                  </a:lnTo>
                  <a:lnTo>
                    <a:pt x="507" y="332"/>
                  </a:lnTo>
                  <a:lnTo>
                    <a:pt x="510" y="331"/>
                  </a:lnTo>
                  <a:lnTo>
                    <a:pt x="513" y="331"/>
                  </a:lnTo>
                  <a:lnTo>
                    <a:pt x="516" y="329"/>
                  </a:lnTo>
                  <a:lnTo>
                    <a:pt x="518" y="329"/>
                  </a:lnTo>
                  <a:lnTo>
                    <a:pt x="521" y="328"/>
                  </a:lnTo>
                  <a:lnTo>
                    <a:pt x="522" y="328"/>
                  </a:lnTo>
                  <a:lnTo>
                    <a:pt x="524" y="326"/>
                  </a:lnTo>
                  <a:lnTo>
                    <a:pt x="525" y="326"/>
                  </a:lnTo>
                  <a:lnTo>
                    <a:pt x="527" y="326"/>
                  </a:lnTo>
                  <a:lnTo>
                    <a:pt x="530" y="325"/>
                  </a:lnTo>
                  <a:lnTo>
                    <a:pt x="531" y="325"/>
                  </a:lnTo>
                  <a:lnTo>
                    <a:pt x="532" y="325"/>
                  </a:lnTo>
                  <a:lnTo>
                    <a:pt x="532" y="323"/>
                  </a:lnTo>
                  <a:lnTo>
                    <a:pt x="534" y="323"/>
                  </a:lnTo>
                  <a:lnTo>
                    <a:pt x="535" y="323"/>
                  </a:lnTo>
                  <a:lnTo>
                    <a:pt x="537" y="322"/>
                  </a:lnTo>
                  <a:lnTo>
                    <a:pt x="538" y="322"/>
                  </a:lnTo>
                  <a:lnTo>
                    <a:pt x="540" y="322"/>
                  </a:lnTo>
                  <a:lnTo>
                    <a:pt x="541" y="320"/>
                  </a:lnTo>
                  <a:lnTo>
                    <a:pt x="543" y="320"/>
                  </a:lnTo>
                  <a:lnTo>
                    <a:pt x="544" y="319"/>
                  </a:lnTo>
                  <a:lnTo>
                    <a:pt x="546" y="319"/>
                  </a:lnTo>
                  <a:lnTo>
                    <a:pt x="547" y="319"/>
                  </a:lnTo>
                  <a:lnTo>
                    <a:pt x="549" y="317"/>
                  </a:lnTo>
                  <a:lnTo>
                    <a:pt x="550" y="317"/>
                  </a:lnTo>
                  <a:lnTo>
                    <a:pt x="552" y="316"/>
                  </a:lnTo>
                  <a:lnTo>
                    <a:pt x="553" y="314"/>
                  </a:lnTo>
                  <a:lnTo>
                    <a:pt x="555" y="314"/>
                  </a:lnTo>
                  <a:lnTo>
                    <a:pt x="556" y="313"/>
                  </a:lnTo>
                  <a:lnTo>
                    <a:pt x="559" y="311"/>
                  </a:lnTo>
                  <a:lnTo>
                    <a:pt x="561" y="311"/>
                  </a:lnTo>
                  <a:lnTo>
                    <a:pt x="564" y="310"/>
                  </a:lnTo>
                  <a:lnTo>
                    <a:pt x="565" y="308"/>
                  </a:lnTo>
                  <a:lnTo>
                    <a:pt x="568" y="307"/>
                  </a:lnTo>
                  <a:lnTo>
                    <a:pt x="570" y="307"/>
                  </a:lnTo>
                  <a:lnTo>
                    <a:pt x="573" y="305"/>
                  </a:lnTo>
                  <a:lnTo>
                    <a:pt x="574" y="304"/>
                  </a:lnTo>
                  <a:lnTo>
                    <a:pt x="575" y="304"/>
                  </a:lnTo>
                  <a:lnTo>
                    <a:pt x="577" y="303"/>
                  </a:lnTo>
                  <a:lnTo>
                    <a:pt x="578" y="303"/>
                  </a:lnTo>
                  <a:lnTo>
                    <a:pt x="580" y="301"/>
                  </a:lnTo>
                  <a:lnTo>
                    <a:pt x="581" y="301"/>
                  </a:lnTo>
                  <a:lnTo>
                    <a:pt x="583" y="300"/>
                  </a:lnTo>
                  <a:lnTo>
                    <a:pt x="584" y="300"/>
                  </a:lnTo>
                  <a:lnTo>
                    <a:pt x="586" y="298"/>
                  </a:lnTo>
                  <a:lnTo>
                    <a:pt x="587" y="298"/>
                  </a:lnTo>
                  <a:lnTo>
                    <a:pt x="587" y="297"/>
                  </a:lnTo>
                  <a:lnTo>
                    <a:pt x="589" y="297"/>
                  </a:lnTo>
                  <a:lnTo>
                    <a:pt x="590" y="297"/>
                  </a:lnTo>
                  <a:lnTo>
                    <a:pt x="592" y="295"/>
                  </a:lnTo>
                  <a:lnTo>
                    <a:pt x="593" y="295"/>
                  </a:lnTo>
                  <a:lnTo>
                    <a:pt x="593" y="294"/>
                  </a:lnTo>
                  <a:lnTo>
                    <a:pt x="595" y="294"/>
                  </a:lnTo>
                  <a:lnTo>
                    <a:pt x="596" y="292"/>
                  </a:lnTo>
                  <a:lnTo>
                    <a:pt x="598" y="292"/>
                  </a:lnTo>
                  <a:lnTo>
                    <a:pt x="599" y="291"/>
                  </a:lnTo>
                  <a:lnTo>
                    <a:pt x="601" y="291"/>
                  </a:lnTo>
                  <a:lnTo>
                    <a:pt x="602" y="289"/>
                  </a:lnTo>
                  <a:lnTo>
                    <a:pt x="604" y="289"/>
                  </a:lnTo>
                  <a:lnTo>
                    <a:pt x="605" y="288"/>
                  </a:lnTo>
                  <a:lnTo>
                    <a:pt x="607" y="286"/>
                  </a:lnTo>
                  <a:lnTo>
                    <a:pt x="608" y="286"/>
                  </a:lnTo>
                  <a:lnTo>
                    <a:pt x="611" y="285"/>
                  </a:lnTo>
                  <a:lnTo>
                    <a:pt x="613" y="283"/>
                  </a:lnTo>
                  <a:lnTo>
                    <a:pt x="616" y="282"/>
                  </a:lnTo>
                  <a:lnTo>
                    <a:pt x="617" y="282"/>
                  </a:lnTo>
                  <a:lnTo>
                    <a:pt x="618" y="280"/>
                  </a:lnTo>
                  <a:lnTo>
                    <a:pt x="620" y="279"/>
                  </a:lnTo>
                  <a:lnTo>
                    <a:pt x="621" y="279"/>
                  </a:lnTo>
                  <a:lnTo>
                    <a:pt x="623" y="277"/>
                  </a:lnTo>
                  <a:lnTo>
                    <a:pt x="624" y="277"/>
                  </a:lnTo>
                  <a:lnTo>
                    <a:pt x="626" y="276"/>
                  </a:lnTo>
                  <a:lnTo>
                    <a:pt x="627" y="276"/>
                  </a:lnTo>
                  <a:lnTo>
                    <a:pt x="629" y="274"/>
                  </a:lnTo>
                  <a:lnTo>
                    <a:pt x="630" y="274"/>
                  </a:lnTo>
                  <a:lnTo>
                    <a:pt x="632" y="273"/>
                  </a:lnTo>
                  <a:lnTo>
                    <a:pt x="633" y="271"/>
                  </a:lnTo>
                  <a:lnTo>
                    <a:pt x="635" y="271"/>
                  </a:lnTo>
                  <a:lnTo>
                    <a:pt x="636" y="270"/>
                  </a:lnTo>
                  <a:lnTo>
                    <a:pt x="638" y="270"/>
                  </a:lnTo>
                  <a:lnTo>
                    <a:pt x="638" y="268"/>
                  </a:lnTo>
                  <a:lnTo>
                    <a:pt x="639" y="268"/>
                  </a:lnTo>
                  <a:lnTo>
                    <a:pt x="641" y="268"/>
                  </a:lnTo>
                  <a:lnTo>
                    <a:pt x="641" y="267"/>
                  </a:lnTo>
                  <a:lnTo>
                    <a:pt x="642" y="267"/>
                  </a:lnTo>
                  <a:lnTo>
                    <a:pt x="644" y="265"/>
                  </a:lnTo>
                  <a:lnTo>
                    <a:pt x="645" y="264"/>
                  </a:lnTo>
                  <a:lnTo>
                    <a:pt x="647" y="264"/>
                  </a:lnTo>
                  <a:lnTo>
                    <a:pt x="648" y="262"/>
                  </a:lnTo>
                  <a:lnTo>
                    <a:pt x="650" y="262"/>
                  </a:lnTo>
                  <a:lnTo>
                    <a:pt x="651" y="261"/>
                  </a:lnTo>
                  <a:lnTo>
                    <a:pt x="653" y="260"/>
                  </a:lnTo>
                  <a:lnTo>
                    <a:pt x="654" y="258"/>
                  </a:lnTo>
                  <a:lnTo>
                    <a:pt x="656" y="258"/>
                  </a:lnTo>
                  <a:lnTo>
                    <a:pt x="657" y="257"/>
                  </a:lnTo>
                  <a:lnTo>
                    <a:pt x="659" y="255"/>
                  </a:lnTo>
                  <a:lnTo>
                    <a:pt x="660" y="255"/>
                  </a:lnTo>
                  <a:lnTo>
                    <a:pt x="661" y="254"/>
                  </a:lnTo>
                  <a:lnTo>
                    <a:pt x="663" y="254"/>
                  </a:lnTo>
                  <a:lnTo>
                    <a:pt x="664" y="252"/>
                  </a:lnTo>
                  <a:lnTo>
                    <a:pt x="666" y="252"/>
                  </a:lnTo>
                  <a:lnTo>
                    <a:pt x="666" y="251"/>
                  </a:lnTo>
                  <a:lnTo>
                    <a:pt x="667" y="251"/>
                  </a:lnTo>
                  <a:lnTo>
                    <a:pt x="667" y="249"/>
                  </a:lnTo>
                  <a:lnTo>
                    <a:pt x="669" y="249"/>
                  </a:lnTo>
                  <a:lnTo>
                    <a:pt x="670" y="248"/>
                  </a:lnTo>
                  <a:lnTo>
                    <a:pt x="672" y="248"/>
                  </a:lnTo>
                  <a:lnTo>
                    <a:pt x="672" y="246"/>
                  </a:lnTo>
                  <a:lnTo>
                    <a:pt x="673" y="246"/>
                  </a:lnTo>
                  <a:lnTo>
                    <a:pt x="675" y="245"/>
                  </a:lnTo>
                  <a:lnTo>
                    <a:pt x="676" y="245"/>
                  </a:lnTo>
                  <a:lnTo>
                    <a:pt x="676" y="243"/>
                  </a:lnTo>
                  <a:lnTo>
                    <a:pt x="678" y="243"/>
                  </a:lnTo>
                  <a:lnTo>
                    <a:pt x="678" y="242"/>
                  </a:lnTo>
                  <a:lnTo>
                    <a:pt x="679" y="242"/>
                  </a:lnTo>
                  <a:lnTo>
                    <a:pt x="681" y="240"/>
                  </a:lnTo>
                  <a:lnTo>
                    <a:pt x="682" y="240"/>
                  </a:lnTo>
                  <a:lnTo>
                    <a:pt x="682" y="239"/>
                  </a:lnTo>
                  <a:lnTo>
                    <a:pt x="684" y="239"/>
                  </a:lnTo>
                  <a:lnTo>
                    <a:pt x="685" y="237"/>
                  </a:lnTo>
                  <a:lnTo>
                    <a:pt x="685" y="236"/>
                  </a:lnTo>
                  <a:lnTo>
                    <a:pt x="687" y="236"/>
                  </a:lnTo>
                  <a:lnTo>
                    <a:pt x="688" y="234"/>
                  </a:lnTo>
                  <a:lnTo>
                    <a:pt x="690" y="234"/>
                  </a:lnTo>
                  <a:lnTo>
                    <a:pt x="690" y="233"/>
                  </a:lnTo>
                  <a:lnTo>
                    <a:pt x="691" y="233"/>
                  </a:lnTo>
                  <a:lnTo>
                    <a:pt x="693" y="231"/>
                  </a:lnTo>
                  <a:lnTo>
                    <a:pt x="694" y="230"/>
                  </a:lnTo>
                  <a:lnTo>
                    <a:pt x="696" y="230"/>
                  </a:lnTo>
                  <a:lnTo>
                    <a:pt x="696" y="228"/>
                  </a:lnTo>
                  <a:lnTo>
                    <a:pt x="697" y="228"/>
                  </a:lnTo>
                  <a:lnTo>
                    <a:pt x="697" y="227"/>
                  </a:lnTo>
                  <a:lnTo>
                    <a:pt x="699" y="227"/>
                  </a:lnTo>
                  <a:lnTo>
                    <a:pt x="700" y="225"/>
                  </a:lnTo>
                  <a:lnTo>
                    <a:pt x="702" y="225"/>
                  </a:lnTo>
                  <a:lnTo>
                    <a:pt x="702" y="224"/>
                  </a:lnTo>
                  <a:lnTo>
                    <a:pt x="703" y="224"/>
                  </a:lnTo>
                  <a:lnTo>
                    <a:pt x="704" y="222"/>
                  </a:lnTo>
                  <a:lnTo>
                    <a:pt x="706" y="221"/>
                  </a:lnTo>
                  <a:lnTo>
                    <a:pt x="707" y="219"/>
                  </a:lnTo>
                  <a:lnTo>
                    <a:pt x="709" y="219"/>
                  </a:lnTo>
                  <a:lnTo>
                    <a:pt x="710" y="218"/>
                  </a:lnTo>
                  <a:lnTo>
                    <a:pt x="712" y="217"/>
                  </a:lnTo>
                  <a:lnTo>
                    <a:pt x="713" y="217"/>
                  </a:lnTo>
                  <a:lnTo>
                    <a:pt x="715" y="215"/>
                  </a:lnTo>
                  <a:lnTo>
                    <a:pt x="716" y="214"/>
                  </a:lnTo>
                  <a:lnTo>
                    <a:pt x="718" y="214"/>
                  </a:lnTo>
                  <a:lnTo>
                    <a:pt x="718" y="212"/>
                  </a:lnTo>
                  <a:lnTo>
                    <a:pt x="719" y="212"/>
                  </a:lnTo>
                  <a:lnTo>
                    <a:pt x="721" y="211"/>
                  </a:lnTo>
                  <a:lnTo>
                    <a:pt x="722" y="211"/>
                  </a:lnTo>
                  <a:lnTo>
                    <a:pt x="724" y="209"/>
                  </a:lnTo>
                  <a:lnTo>
                    <a:pt x="725" y="208"/>
                  </a:lnTo>
                  <a:lnTo>
                    <a:pt x="727" y="208"/>
                  </a:lnTo>
                  <a:lnTo>
                    <a:pt x="727" y="206"/>
                  </a:lnTo>
                  <a:lnTo>
                    <a:pt x="728" y="206"/>
                  </a:lnTo>
                  <a:lnTo>
                    <a:pt x="728" y="205"/>
                  </a:lnTo>
                  <a:lnTo>
                    <a:pt x="730" y="205"/>
                  </a:lnTo>
                  <a:lnTo>
                    <a:pt x="730" y="203"/>
                  </a:lnTo>
                  <a:lnTo>
                    <a:pt x="731" y="203"/>
                  </a:lnTo>
                  <a:lnTo>
                    <a:pt x="731" y="202"/>
                  </a:lnTo>
                  <a:lnTo>
                    <a:pt x="733" y="202"/>
                  </a:lnTo>
                  <a:lnTo>
                    <a:pt x="733" y="200"/>
                  </a:lnTo>
                  <a:lnTo>
                    <a:pt x="734" y="200"/>
                  </a:lnTo>
                  <a:lnTo>
                    <a:pt x="734" y="199"/>
                  </a:lnTo>
                  <a:lnTo>
                    <a:pt x="736" y="199"/>
                  </a:lnTo>
                  <a:lnTo>
                    <a:pt x="737" y="197"/>
                  </a:lnTo>
                  <a:lnTo>
                    <a:pt x="737" y="196"/>
                  </a:lnTo>
                  <a:lnTo>
                    <a:pt x="739" y="194"/>
                  </a:lnTo>
                  <a:lnTo>
                    <a:pt x="740" y="194"/>
                  </a:lnTo>
                  <a:lnTo>
                    <a:pt x="742" y="193"/>
                  </a:lnTo>
                  <a:lnTo>
                    <a:pt x="743" y="191"/>
                  </a:lnTo>
                  <a:lnTo>
                    <a:pt x="745" y="190"/>
                  </a:lnTo>
                  <a:lnTo>
                    <a:pt x="746" y="188"/>
                  </a:lnTo>
                  <a:lnTo>
                    <a:pt x="747" y="187"/>
                  </a:lnTo>
                  <a:lnTo>
                    <a:pt x="747" y="185"/>
                  </a:lnTo>
                  <a:lnTo>
                    <a:pt x="749" y="184"/>
                  </a:lnTo>
                  <a:lnTo>
                    <a:pt x="750" y="182"/>
                  </a:lnTo>
                  <a:lnTo>
                    <a:pt x="752" y="181"/>
                  </a:lnTo>
                  <a:lnTo>
                    <a:pt x="753" y="179"/>
                  </a:lnTo>
                  <a:lnTo>
                    <a:pt x="755" y="178"/>
                  </a:lnTo>
                  <a:lnTo>
                    <a:pt x="755" y="176"/>
                  </a:lnTo>
                  <a:lnTo>
                    <a:pt x="756" y="176"/>
                  </a:lnTo>
                  <a:lnTo>
                    <a:pt x="758" y="175"/>
                  </a:lnTo>
                  <a:lnTo>
                    <a:pt x="759" y="174"/>
                  </a:lnTo>
                  <a:lnTo>
                    <a:pt x="759" y="172"/>
                  </a:lnTo>
                  <a:lnTo>
                    <a:pt x="761" y="172"/>
                  </a:lnTo>
                  <a:lnTo>
                    <a:pt x="761" y="171"/>
                  </a:lnTo>
                  <a:lnTo>
                    <a:pt x="762" y="171"/>
                  </a:lnTo>
                  <a:lnTo>
                    <a:pt x="762" y="169"/>
                  </a:lnTo>
                  <a:lnTo>
                    <a:pt x="764" y="168"/>
                  </a:lnTo>
                  <a:lnTo>
                    <a:pt x="765" y="166"/>
                  </a:lnTo>
                  <a:lnTo>
                    <a:pt x="767" y="165"/>
                  </a:lnTo>
                  <a:lnTo>
                    <a:pt x="768" y="163"/>
                  </a:lnTo>
                  <a:lnTo>
                    <a:pt x="768" y="162"/>
                  </a:lnTo>
                  <a:lnTo>
                    <a:pt x="770" y="160"/>
                  </a:lnTo>
                  <a:lnTo>
                    <a:pt x="771" y="159"/>
                  </a:lnTo>
                  <a:lnTo>
                    <a:pt x="773" y="157"/>
                  </a:lnTo>
                  <a:lnTo>
                    <a:pt x="774" y="156"/>
                  </a:lnTo>
                  <a:lnTo>
                    <a:pt x="776" y="154"/>
                  </a:lnTo>
                  <a:lnTo>
                    <a:pt x="777" y="153"/>
                  </a:lnTo>
                  <a:lnTo>
                    <a:pt x="779" y="150"/>
                  </a:lnTo>
                  <a:lnTo>
                    <a:pt x="780" y="148"/>
                  </a:lnTo>
                  <a:lnTo>
                    <a:pt x="782" y="147"/>
                  </a:lnTo>
                  <a:lnTo>
                    <a:pt x="783" y="144"/>
                  </a:lnTo>
                  <a:lnTo>
                    <a:pt x="785" y="142"/>
                  </a:lnTo>
                  <a:lnTo>
                    <a:pt x="786" y="141"/>
                  </a:lnTo>
                  <a:lnTo>
                    <a:pt x="788" y="139"/>
                  </a:lnTo>
                  <a:lnTo>
                    <a:pt x="789" y="138"/>
                  </a:lnTo>
                  <a:lnTo>
                    <a:pt x="789" y="136"/>
                  </a:lnTo>
                  <a:lnTo>
                    <a:pt x="790" y="135"/>
                  </a:lnTo>
                  <a:lnTo>
                    <a:pt x="792" y="135"/>
                  </a:lnTo>
                  <a:lnTo>
                    <a:pt x="792" y="133"/>
                  </a:lnTo>
                  <a:lnTo>
                    <a:pt x="793" y="132"/>
                  </a:lnTo>
                  <a:lnTo>
                    <a:pt x="795" y="130"/>
                  </a:lnTo>
                  <a:lnTo>
                    <a:pt x="795" y="129"/>
                  </a:lnTo>
                  <a:lnTo>
                    <a:pt x="796" y="129"/>
                  </a:lnTo>
                  <a:lnTo>
                    <a:pt x="796" y="128"/>
                  </a:lnTo>
                  <a:lnTo>
                    <a:pt x="798" y="126"/>
                  </a:lnTo>
                  <a:lnTo>
                    <a:pt x="799" y="125"/>
                  </a:lnTo>
                  <a:lnTo>
                    <a:pt x="801" y="123"/>
                  </a:lnTo>
                  <a:lnTo>
                    <a:pt x="801" y="122"/>
                  </a:lnTo>
                  <a:lnTo>
                    <a:pt x="802" y="120"/>
                  </a:lnTo>
                  <a:lnTo>
                    <a:pt x="804" y="119"/>
                  </a:lnTo>
                  <a:lnTo>
                    <a:pt x="805" y="117"/>
                  </a:lnTo>
                  <a:lnTo>
                    <a:pt x="805" y="116"/>
                  </a:lnTo>
                  <a:lnTo>
                    <a:pt x="807" y="114"/>
                  </a:lnTo>
                  <a:lnTo>
                    <a:pt x="808" y="113"/>
                  </a:lnTo>
                  <a:lnTo>
                    <a:pt x="810" y="111"/>
                  </a:lnTo>
                  <a:lnTo>
                    <a:pt x="811" y="108"/>
                  </a:lnTo>
                  <a:lnTo>
                    <a:pt x="813" y="107"/>
                  </a:lnTo>
                  <a:lnTo>
                    <a:pt x="814" y="104"/>
                  </a:lnTo>
                  <a:lnTo>
                    <a:pt x="816" y="102"/>
                  </a:lnTo>
                  <a:lnTo>
                    <a:pt x="817" y="99"/>
                  </a:lnTo>
                  <a:lnTo>
                    <a:pt x="819" y="98"/>
                  </a:lnTo>
                  <a:lnTo>
                    <a:pt x="820" y="95"/>
                  </a:lnTo>
                  <a:lnTo>
                    <a:pt x="822" y="93"/>
                  </a:lnTo>
                  <a:lnTo>
                    <a:pt x="823" y="92"/>
                  </a:lnTo>
                  <a:lnTo>
                    <a:pt x="825" y="90"/>
                  </a:lnTo>
                  <a:lnTo>
                    <a:pt x="826" y="87"/>
                  </a:lnTo>
                  <a:lnTo>
                    <a:pt x="826" y="86"/>
                  </a:lnTo>
                  <a:lnTo>
                    <a:pt x="828" y="85"/>
                  </a:lnTo>
                  <a:lnTo>
                    <a:pt x="829" y="83"/>
                  </a:lnTo>
                  <a:lnTo>
                    <a:pt x="829" y="82"/>
                  </a:lnTo>
                  <a:lnTo>
                    <a:pt x="831" y="82"/>
                  </a:lnTo>
                  <a:lnTo>
                    <a:pt x="832" y="80"/>
                  </a:lnTo>
                  <a:lnTo>
                    <a:pt x="832" y="79"/>
                  </a:lnTo>
                  <a:lnTo>
                    <a:pt x="833" y="77"/>
                  </a:lnTo>
                  <a:lnTo>
                    <a:pt x="835" y="76"/>
                  </a:lnTo>
                  <a:lnTo>
                    <a:pt x="835" y="74"/>
                  </a:lnTo>
                  <a:lnTo>
                    <a:pt x="836" y="74"/>
                  </a:lnTo>
                  <a:lnTo>
                    <a:pt x="836" y="73"/>
                  </a:lnTo>
                  <a:lnTo>
                    <a:pt x="838" y="71"/>
                  </a:lnTo>
                  <a:lnTo>
                    <a:pt x="839" y="70"/>
                  </a:lnTo>
                  <a:lnTo>
                    <a:pt x="839" y="68"/>
                  </a:lnTo>
                  <a:lnTo>
                    <a:pt x="841" y="67"/>
                  </a:lnTo>
                  <a:lnTo>
                    <a:pt x="842" y="65"/>
                  </a:lnTo>
                  <a:lnTo>
                    <a:pt x="844" y="64"/>
                  </a:lnTo>
                  <a:lnTo>
                    <a:pt x="844" y="62"/>
                  </a:lnTo>
                  <a:lnTo>
                    <a:pt x="845" y="59"/>
                  </a:lnTo>
                  <a:lnTo>
                    <a:pt x="847" y="58"/>
                  </a:lnTo>
                  <a:lnTo>
                    <a:pt x="848" y="56"/>
                  </a:lnTo>
                  <a:lnTo>
                    <a:pt x="850" y="53"/>
                  </a:lnTo>
                  <a:lnTo>
                    <a:pt x="851" y="52"/>
                  </a:lnTo>
                  <a:lnTo>
                    <a:pt x="853" y="49"/>
                  </a:lnTo>
                  <a:lnTo>
                    <a:pt x="856" y="47"/>
                  </a:lnTo>
                  <a:lnTo>
                    <a:pt x="857" y="44"/>
                  </a:lnTo>
                  <a:lnTo>
                    <a:pt x="859" y="43"/>
                  </a:lnTo>
                  <a:lnTo>
                    <a:pt x="860" y="40"/>
                  </a:lnTo>
                  <a:lnTo>
                    <a:pt x="862" y="39"/>
                  </a:lnTo>
                  <a:lnTo>
                    <a:pt x="863" y="37"/>
                  </a:lnTo>
                  <a:lnTo>
                    <a:pt x="863" y="36"/>
                  </a:lnTo>
                  <a:lnTo>
                    <a:pt x="865" y="33"/>
                  </a:lnTo>
                  <a:lnTo>
                    <a:pt x="866" y="31"/>
                  </a:lnTo>
                  <a:lnTo>
                    <a:pt x="868" y="30"/>
                  </a:lnTo>
                  <a:lnTo>
                    <a:pt x="869" y="28"/>
                  </a:lnTo>
                  <a:lnTo>
                    <a:pt x="871" y="27"/>
                  </a:lnTo>
                  <a:lnTo>
                    <a:pt x="871" y="25"/>
                  </a:lnTo>
                  <a:lnTo>
                    <a:pt x="872" y="24"/>
                  </a:lnTo>
                  <a:lnTo>
                    <a:pt x="872" y="22"/>
                  </a:lnTo>
                  <a:lnTo>
                    <a:pt x="874" y="22"/>
                  </a:lnTo>
                  <a:lnTo>
                    <a:pt x="874" y="21"/>
                  </a:lnTo>
                  <a:lnTo>
                    <a:pt x="875" y="19"/>
                  </a:lnTo>
                  <a:lnTo>
                    <a:pt x="875" y="18"/>
                  </a:lnTo>
                  <a:lnTo>
                    <a:pt x="876" y="18"/>
                  </a:lnTo>
                  <a:lnTo>
                    <a:pt x="876" y="16"/>
                  </a:lnTo>
                  <a:lnTo>
                    <a:pt x="878" y="15"/>
                  </a:lnTo>
                  <a:lnTo>
                    <a:pt x="878" y="13"/>
                  </a:lnTo>
                  <a:lnTo>
                    <a:pt x="879" y="12"/>
                  </a:lnTo>
                  <a:lnTo>
                    <a:pt x="879" y="10"/>
                  </a:lnTo>
                  <a:lnTo>
                    <a:pt x="881" y="9"/>
                  </a:lnTo>
                  <a:lnTo>
                    <a:pt x="882" y="7"/>
                  </a:lnTo>
                  <a:lnTo>
                    <a:pt x="882" y="6"/>
                  </a:lnTo>
                  <a:lnTo>
                    <a:pt x="884" y="4"/>
                  </a:lnTo>
                  <a:lnTo>
                    <a:pt x="885" y="1"/>
                  </a:lnTo>
                  <a:lnTo>
                    <a:pt x="885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10" name="Freeform 51">
              <a:extLst>
                <a:ext uri="{FF2B5EF4-FFF2-40B4-BE49-F238E27FC236}">
                  <a16:creationId xmlns:a16="http://schemas.microsoft.com/office/drawing/2014/main" id="{C70C7A6D-87F4-4988-A218-5480B0F6F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6663" y="5495925"/>
              <a:ext cx="84137" cy="280987"/>
            </a:xfrm>
            <a:custGeom>
              <a:avLst/>
              <a:gdLst>
                <a:gd name="T0" fmla="*/ 2147483646 w 106"/>
                <a:gd name="T1" fmla="*/ 2147483646 h 354"/>
                <a:gd name="T2" fmla="*/ 2147483646 w 106"/>
                <a:gd name="T3" fmla="*/ 2147483646 h 354"/>
                <a:gd name="T4" fmla="*/ 2147483646 w 106"/>
                <a:gd name="T5" fmla="*/ 2147483646 h 354"/>
                <a:gd name="T6" fmla="*/ 2147483646 w 106"/>
                <a:gd name="T7" fmla="*/ 2147483646 h 354"/>
                <a:gd name="T8" fmla="*/ 2147483646 w 106"/>
                <a:gd name="T9" fmla="*/ 2147483646 h 354"/>
                <a:gd name="T10" fmla="*/ 2147483646 w 106"/>
                <a:gd name="T11" fmla="*/ 2147483646 h 354"/>
                <a:gd name="T12" fmla="*/ 2147483646 w 106"/>
                <a:gd name="T13" fmla="*/ 2147483646 h 354"/>
                <a:gd name="T14" fmla="*/ 2147483646 w 106"/>
                <a:gd name="T15" fmla="*/ 2147483646 h 354"/>
                <a:gd name="T16" fmla="*/ 2147483646 w 106"/>
                <a:gd name="T17" fmla="*/ 2147483646 h 354"/>
                <a:gd name="T18" fmla="*/ 2147483646 w 106"/>
                <a:gd name="T19" fmla="*/ 2147483646 h 354"/>
                <a:gd name="T20" fmla="*/ 2147483646 w 106"/>
                <a:gd name="T21" fmla="*/ 2147483646 h 354"/>
                <a:gd name="T22" fmla="*/ 2147483646 w 106"/>
                <a:gd name="T23" fmla="*/ 2147483646 h 354"/>
                <a:gd name="T24" fmla="*/ 2147483646 w 106"/>
                <a:gd name="T25" fmla="*/ 2147483646 h 354"/>
                <a:gd name="T26" fmla="*/ 2147483646 w 106"/>
                <a:gd name="T27" fmla="*/ 2147483646 h 354"/>
                <a:gd name="T28" fmla="*/ 2147483646 w 106"/>
                <a:gd name="T29" fmla="*/ 2147483646 h 354"/>
                <a:gd name="T30" fmla="*/ 2147483646 w 106"/>
                <a:gd name="T31" fmla="*/ 2147483646 h 354"/>
                <a:gd name="T32" fmla="*/ 2147483646 w 106"/>
                <a:gd name="T33" fmla="*/ 2147483646 h 354"/>
                <a:gd name="T34" fmla="*/ 2147483646 w 106"/>
                <a:gd name="T35" fmla="*/ 2147483646 h 354"/>
                <a:gd name="T36" fmla="*/ 2147483646 w 106"/>
                <a:gd name="T37" fmla="*/ 2147483646 h 354"/>
                <a:gd name="T38" fmla="*/ 2147483646 w 106"/>
                <a:gd name="T39" fmla="*/ 2147483646 h 354"/>
                <a:gd name="T40" fmla="*/ 2147483646 w 106"/>
                <a:gd name="T41" fmla="*/ 2147483646 h 354"/>
                <a:gd name="T42" fmla="*/ 2147483646 w 106"/>
                <a:gd name="T43" fmla="*/ 2147483646 h 354"/>
                <a:gd name="T44" fmla="*/ 2147483646 w 106"/>
                <a:gd name="T45" fmla="*/ 2147483646 h 354"/>
                <a:gd name="T46" fmla="*/ 2147483646 w 106"/>
                <a:gd name="T47" fmla="*/ 2147483646 h 354"/>
                <a:gd name="T48" fmla="*/ 2147483646 w 106"/>
                <a:gd name="T49" fmla="*/ 2147483646 h 354"/>
                <a:gd name="T50" fmla="*/ 2147483646 w 106"/>
                <a:gd name="T51" fmla="*/ 2147483646 h 354"/>
                <a:gd name="T52" fmla="*/ 2147483646 w 106"/>
                <a:gd name="T53" fmla="*/ 2147483646 h 354"/>
                <a:gd name="T54" fmla="*/ 2147483646 w 106"/>
                <a:gd name="T55" fmla="*/ 2147483646 h 354"/>
                <a:gd name="T56" fmla="*/ 2147483646 w 106"/>
                <a:gd name="T57" fmla="*/ 2147483646 h 354"/>
                <a:gd name="T58" fmla="*/ 2147483646 w 106"/>
                <a:gd name="T59" fmla="*/ 2147483646 h 354"/>
                <a:gd name="T60" fmla="*/ 2147483646 w 106"/>
                <a:gd name="T61" fmla="*/ 2147483646 h 354"/>
                <a:gd name="T62" fmla="*/ 2147483646 w 106"/>
                <a:gd name="T63" fmla="*/ 2147483646 h 354"/>
                <a:gd name="T64" fmla="*/ 2147483646 w 106"/>
                <a:gd name="T65" fmla="*/ 2147483646 h 354"/>
                <a:gd name="T66" fmla="*/ 2147483646 w 106"/>
                <a:gd name="T67" fmla="*/ 2147483646 h 354"/>
                <a:gd name="T68" fmla="*/ 2147483646 w 106"/>
                <a:gd name="T69" fmla="*/ 2147483646 h 354"/>
                <a:gd name="T70" fmla="*/ 2147483646 w 106"/>
                <a:gd name="T71" fmla="*/ 2147483646 h 354"/>
                <a:gd name="T72" fmla="*/ 2147483646 w 106"/>
                <a:gd name="T73" fmla="*/ 2147483646 h 354"/>
                <a:gd name="T74" fmla="*/ 2147483646 w 106"/>
                <a:gd name="T75" fmla="*/ 2147483646 h 354"/>
                <a:gd name="T76" fmla="*/ 2147483646 w 106"/>
                <a:gd name="T77" fmla="*/ 2147483646 h 354"/>
                <a:gd name="T78" fmla="*/ 2147483646 w 106"/>
                <a:gd name="T79" fmla="*/ 2147483646 h 354"/>
                <a:gd name="T80" fmla="*/ 2147483646 w 106"/>
                <a:gd name="T81" fmla="*/ 2147483646 h 354"/>
                <a:gd name="T82" fmla="*/ 2147483646 w 106"/>
                <a:gd name="T83" fmla="*/ 2147483646 h 354"/>
                <a:gd name="T84" fmla="*/ 2147483646 w 106"/>
                <a:gd name="T85" fmla="*/ 2147483646 h 354"/>
                <a:gd name="T86" fmla="*/ 2147483646 w 106"/>
                <a:gd name="T87" fmla="*/ 2147483646 h 354"/>
                <a:gd name="T88" fmla="*/ 2147483646 w 106"/>
                <a:gd name="T89" fmla="*/ 2147483646 h 354"/>
                <a:gd name="T90" fmla="*/ 2147483646 w 106"/>
                <a:gd name="T91" fmla="*/ 2147483646 h 354"/>
                <a:gd name="T92" fmla="*/ 2147483646 w 106"/>
                <a:gd name="T93" fmla="*/ 2147483646 h 354"/>
                <a:gd name="T94" fmla="*/ 2147483646 w 106"/>
                <a:gd name="T95" fmla="*/ 2147483646 h 354"/>
                <a:gd name="T96" fmla="*/ 2147483646 w 106"/>
                <a:gd name="T97" fmla="*/ 2147483646 h 354"/>
                <a:gd name="T98" fmla="*/ 2147483646 w 106"/>
                <a:gd name="T99" fmla="*/ 2147483646 h 354"/>
                <a:gd name="T100" fmla="*/ 2147483646 w 106"/>
                <a:gd name="T101" fmla="*/ 2147483646 h 354"/>
                <a:gd name="T102" fmla="*/ 2147483646 w 106"/>
                <a:gd name="T103" fmla="*/ 2147483646 h 354"/>
                <a:gd name="T104" fmla="*/ 2147483646 w 106"/>
                <a:gd name="T105" fmla="*/ 2147483646 h 354"/>
                <a:gd name="T106" fmla="*/ 2147483646 w 106"/>
                <a:gd name="T107" fmla="*/ 2147483646 h 354"/>
                <a:gd name="T108" fmla="*/ 2147483646 w 106"/>
                <a:gd name="T109" fmla="*/ 2147483646 h 354"/>
                <a:gd name="T110" fmla="*/ 2147483646 w 106"/>
                <a:gd name="T111" fmla="*/ 2147483646 h 354"/>
                <a:gd name="T112" fmla="*/ 2147483646 w 106"/>
                <a:gd name="T113" fmla="*/ 2147483646 h 35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06" h="354">
                  <a:moveTo>
                    <a:pt x="0" y="0"/>
                  </a:moveTo>
                  <a:lnTo>
                    <a:pt x="2" y="4"/>
                  </a:lnTo>
                  <a:lnTo>
                    <a:pt x="5" y="7"/>
                  </a:lnTo>
                  <a:lnTo>
                    <a:pt x="6" y="11"/>
                  </a:lnTo>
                  <a:lnTo>
                    <a:pt x="8" y="14"/>
                  </a:lnTo>
                  <a:lnTo>
                    <a:pt x="9" y="17"/>
                  </a:lnTo>
                  <a:lnTo>
                    <a:pt x="11" y="20"/>
                  </a:lnTo>
                  <a:lnTo>
                    <a:pt x="12" y="22"/>
                  </a:lnTo>
                  <a:lnTo>
                    <a:pt x="14" y="25"/>
                  </a:lnTo>
                  <a:lnTo>
                    <a:pt x="15" y="28"/>
                  </a:lnTo>
                  <a:lnTo>
                    <a:pt x="17" y="29"/>
                  </a:lnTo>
                  <a:lnTo>
                    <a:pt x="18" y="32"/>
                  </a:lnTo>
                  <a:lnTo>
                    <a:pt x="18" y="34"/>
                  </a:lnTo>
                  <a:lnTo>
                    <a:pt x="20" y="35"/>
                  </a:lnTo>
                  <a:lnTo>
                    <a:pt x="21" y="37"/>
                  </a:lnTo>
                  <a:lnTo>
                    <a:pt x="21" y="38"/>
                  </a:lnTo>
                  <a:lnTo>
                    <a:pt x="22" y="40"/>
                  </a:lnTo>
                  <a:lnTo>
                    <a:pt x="22" y="41"/>
                  </a:ln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5" y="47"/>
                  </a:lnTo>
                  <a:lnTo>
                    <a:pt x="25" y="49"/>
                  </a:lnTo>
                  <a:lnTo>
                    <a:pt x="27" y="50"/>
                  </a:lnTo>
                  <a:lnTo>
                    <a:pt x="27" y="51"/>
                  </a:lnTo>
                  <a:lnTo>
                    <a:pt x="28" y="53"/>
                  </a:lnTo>
                  <a:lnTo>
                    <a:pt x="28" y="54"/>
                  </a:lnTo>
                  <a:lnTo>
                    <a:pt x="30" y="56"/>
                  </a:lnTo>
                  <a:lnTo>
                    <a:pt x="30" y="57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3" y="63"/>
                  </a:lnTo>
                  <a:lnTo>
                    <a:pt x="33" y="65"/>
                  </a:lnTo>
                  <a:lnTo>
                    <a:pt x="34" y="66"/>
                  </a:lnTo>
                  <a:lnTo>
                    <a:pt x="34" y="69"/>
                  </a:lnTo>
                  <a:lnTo>
                    <a:pt x="36" y="71"/>
                  </a:lnTo>
                  <a:lnTo>
                    <a:pt x="36" y="72"/>
                  </a:lnTo>
                  <a:lnTo>
                    <a:pt x="37" y="74"/>
                  </a:lnTo>
                  <a:lnTo>
                    <a:pt x="37" y="75"/>
                  </a:lnTo>
                  <a:lnTo>
                    <a:pt x="39" y="77"/>
                  </a:lnTo>
                  <a:lnTo>
                    <a:pt x="39" y="78"/>
                  </a:lnTo>
                  <a:lnTo>
                    <a:pt x="39" y="80"/>
                  </a:lnTo>
                  <a:lnTo>
                    <a:pt x="40" y="81"/>
                  </a:lnTo>
                  <a:lnTo>
                    <a:pt x="40" y="83"/>
                  </a:lnTo>
                  <a:lnTo>
                    <a:pt x="42" y="84"/>
                  </a:lnTo>
                  <a:lnTo>
                    <a:pt x="42" y="86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9"/>
                  </a:lnTo>
                  <a:lnTo>
                    <a:pt x="43" y="90"/>
                  </a:lnTo>
                  <a:lnTo>
                    <a:pt x="43" y="92"/>
                  </a:lnTo>
                  <a:lnTo>
                    <a:pt x="45" y="93"/>
                  </a:lnTo>
                  <a:lnTo>
                    <a:pt x="45" y="94"/>
                  </a:lnTo>
                  <a:lnTo>
                    <a:pt x="46" y="94"/>
                  </a:lnTo>
                  <a:lnTo>
                    <a:pt x="46" y="96"/>
                  </a:lnTo>
                  <a:lnTo>
                    <a:pt x="46" y="97"/>
                  </a:lnTo>
                  <a:lnTo>
                    <a:pt x="48" y="100"/>
                  </a:lnTo>
                  <a:lnTo>
                    <a:pt x="48" y="102"/>
                  </a:lnTo>
                  <a:lnTo>
                    <a:pt x="49" y="103"/>
                  </a:lnTo>
                  <a:lnTo>
                    <a:pt x="49" y="105"/>
                  </a:lnTo>
                  <a:lnTo>
                    <a:pt x="51" y="108"/>
                  </a:lnTo>
                  <a:lnTo>
                    <a:pt x="51" y="109"/>
                  </a:lnTo>
                  <a:lnTo>
                    <a:pt x="52" y="112"/>
                  </a:lnTo>
                  <a:lnTo>
                    <a:pt x="52" y="114"/>
                  </a:lnTo>
                  <a:lnTo>
                    <a:pt x="54" y="117"/>
                  </a:lnTo>
                  <a:lnTo>
                    <a:pt x="54" y="118"/>
                  </a:lnTo>
                  <a:lnTo>
                    <a:pt x="55" y="121"/>
                  </a:lnTo>
                  <a:lnTo>
                    <a:pt x="57" y="123"/>
                  </a:lnTo>
                  <a:lnTo>
                    <a:pt x="57" y="124"/>
                  </a:lnTo>
                  <a:lnTo>
                    <a:pt x="57" y="127"/>
                  </a:lnTo>
                  <a:lnTo>
                    <a:pt x="58" y="129"/>
                  </a:lnTo>
                  <a:lnTo>
                    <a:pt x="58" y="130"/>
                  </a:lnTo>
                  <a:lnTo>
                    <a:pt x="60" y="132"/>
                  </a:lnTo>
                  <a:lnTo>
                    <a:pt x="60" y="133"/>
                  </a:lnTo>
                  <a:lnTo>
                    <a:pt x="60" y="135"/>
                  </a:lnTo>
                  <a:lnTo>
                    <a:pt x="61" y="136"/>
                  </a:lnTo>
                  <a:lnTo>
                    <a:pt x="61" y="137"/>
                  </a:lnTo>
                  <a:lnTo>
                    <a:pt x="61" y="139"/>
                  </a:lnTo>
                  <a:lnTo>
                    <a:pt x="63" y="139"/>
                  </a:lnTo>
                  <a:lnTo>
                    <a:pt x="63" y="140"/>
                  </a:lnTo>
                  <a:lnTo>
                    <a:pt x="63" y="142"/>
                  </a:lnTo>
                  <a:lnTo>
                    <a:pt x="64" y="143"/>
                  </a:lnTo>
                  <a:lnTo>
                    <a:pt x="64" y="145"/>
                  </a:lnTo>
                  <a:lnTo>
                    <a:pt x="64" y="146"/>
                  </a:lnTo>
                  <a:lnTo>
                    <a:pt x="64" y="148"/>
                  </a:lnTo>
                  <a:lnTo>
                    <a:pt x="65" y="149"/>
                  </a:lnTo>
                  <a:lnTo>
                    <a:pt x="65" y="151"/>
                  </a:lnTo>
                  <a:lnTo>
                    <a:pt x="65" y="152"/>
                  </a:lnTo>
                  <a:lnTo>
                    <a:pt x="67" y="154"/>
                  </a:lnTo>
                  <a:lnTo>
                    <a:pt x="67" y="155"/>
                  </a:lnTo>
                  <a:lnTo>
                    <a:pt x="67" y="157"/>
                  </a:lnTo>
                  <a:lnTo>
                    <a:pt x="68" y="158"/>
                  </a:lnTo>
                  <a:lnTo>
                    <a:pt x="68" y="161"/>
                  </a:lnTo>
                  <a:lnTo>
                    <a:pt x="70" y="163"/>
                  </a:lnTo>
                  <a:lnTo>
                    <a:pt x="70" y="166"/>
                  </a:lnTo>
                  <a:lnTo>
                    <a:pt x="71" y="167"/>
                  </a:lnTo>
                  <a:lnTo>
                    <a:pt x="71" y="170"/>
                  </a:lnTo>
                  <a:lnTo>
                    <a:pt x="73" y="173"/>
                  </a:lnTo>
                  <a:lnTo>
                    <a:pt x="73" y="175"/>
                  </a:lnTo>
                  <a:lnTo>
                    <a:pt x="74" y="176"/>
                  </a:lnTo>
                  <a:lnTo>
                    <a:pt x="74" y="179"/>
                  </a:lnTo>
                  <a:lnTo>
                    <a:pt x="74" y="180"/>
                  </a:lnTo>
                  <a:lnTo>
                    <a:pt x="76" y="182"/>
                  </a:lnTo>
                  <a:lnTo>
                    <a:pt x="76" y="183"/>
                  </a:lnTo>
                  <a:lnTo>
                    <a:pt x="76" y="185"/>
                  </a:lnTo>
                  <a:lnTo>
                    <a:pt x="77" y="186"/>
                  </a:lnTo>
                  <a:lnTo>
                    <a:pt x="77" y="188"/>
                  </a:lnTo>
                  <a:lnTo>
                    <a:pt x="77" y="189"/>
                  </a:lnTo>
                  <a:lnTo>
                    <a:pt x="79" y="191"/>
                  </a:lnTo>
                  <a:lnTo>
                    <a:pt x="79" y="192"/>
                  </a:lnTo>
                  <a:lnTo>
                    <a:pt x="79" y="194"/>
                  </a:lnTo>
                  <a:lnTo>
                    <a:pt x="79" y="195"/>
                  </a:lnTo>
                  <a:lnTo>
                    <a:pt x="80" y="195"/>
                  </a:lnTo>
                  <a:lnTo>
                    <a:pt x="80" y="197"/>
                  </a:lnTo>
                  <a:lnTo>
                    <a:pt x="80" y="198"/>
                  </a:lnTo>
                  <a:lnTo>
                    <a:pt x="82" y="200"/>
                  </a:lnTo>
                  <a:lnTo>
                    <a:pt x="82" y="201"/>
                  </a:lnTo>
                  <a:lnTo>
                    <a:pt x="82" y="203"/>
                  </a:lnTo>
                  <a:lnTo>
                    <a:pt x="82" y="204"/>
                  </a:lnTo>
                  <a:lnTo>
                    <a:pt x="83" y="206"/>
                  </a:lnTo>
                  <a:lnTo>
                    <a:pt x="83" y="207"/>
                  </a:lnTo>
                  <a:lnTo>
                    <a:pt x="83" y="209"/>
                  </a:lnTo>
                  <a:lnTo>
                    <a:pt x="85" y="210"/>
                  </a:lnTo>
                  <a:lnTo>
                    <a:pt x="85" y="213"/>
                  </a:lnTo>
                  <a:lnTo>
                    <a:pt x="86" y="215"/>
                  </a:lnTo>
                  <a:lnTo>
                    <a:pt x="86" y="216"/>
                  </a:lnTo>
                  <a:lnTo>
                    <a:pt x="88" y="219"/>
                  </a:lnTo>
                  <a:lnTo>
                    <a:pt x="88" y="222"/>
                  </a:lnTo>
                  <a:lnTo>
                    <a:pt x="89" y="224"/>
                  </a:lnTo>
                  <a:lnTo>
                    <a:pt x="89" y="226"/>
                  </a:lnTo>
                  <a:lnTo>
                    <a:pt x="91" y="228"/>
                  </a:lnTo>
                  <a:lnTo>
                    <a:pt x="91" y="231"/>
                  </a:lnTo>
                  <a:lnTo>
                    <a:pt x="91" y="232"/>
                  </a:lnTo>
                  <a:lnTo>
                    <a:pt x="92" y="234"/>
                  </a:lnTo>
                  <a:lnTo>
                    <a:pt x="92" y="235"/>
                  </a:lnTo>
                  <a:lnTo>
                    <a:pt x="92" y="237"/>
                  </a:lnTo>
                  <a:lnTo>
                    <a:pt x="94" y="238"/>
                  </a:lnTo>
                  <a:lnTo>
                    <a:pt x="94" y="240"/>
                  </a:lnTo>
                  <a:lnTo>
                    <a:pt x="94" y="241"/>
                  </a:lnTo>
                  <a:lnTo>
                    <a:pt x="94" y="243"/>
                  </a:lnTo>
                  <a:lnTo>
                    <a:pt x="95" y="244"/>
                  </a:lnTo>
                  <a:lnTo>
                    <a:pt x="95" y="246"/>
                  </a:lnTo>
                  <a:lnTo>
                    <a:pt x="95" y="247"/>
                  </a:lnTo>
                  <a:lnTo>
                    <a:pt x="95" y="249"/>
                  </a:lnTo>
                  <a:lnTo>
                    <a:pt x="95" y="250"/>
                  </a:lnTo>
                  <a:lnTo>
                    <a:pt x="97" y="252"/>
                  </a:lnTo>
                  <a:lnTo>
                    <a:pt x="97" y="253"/>
                  </a:lnTo>
                  <a:lnTo>
                    <a:pt x="97" y="255"/>
                  </a:lnTo>
                  <a:lnTo>
                    <a:pt x="97" y="256"/>
                  </a:lnTo>
                  <a:lnTo>
                    <a:pt x="97" y="258"/>
                  </a:lnTo>
                  <a:lnTo>
                    <a:pt x="97" y="259"/>
                  </a:lnTo>
                  <a:lnTo>
                    <a:pt x="97" y="261"/>
                  </a:lnTo>
                  <a:lnTo>
                    <a:pt x="97" y="262"/>
                  </a:lnTo>
                  <a:lnTo>
                    <a:pt x="97" y="264"/>
                  </a:lnTo>
                  <a:lnTo>
                    <a:pt x="98" y="265"/>
                  </a:lnTo>
                  <a:lnTo>
                    <a:pt x="98" y="268"/>
                  </a:lnTo>
                  <a:lnTo>
                    <a:pt x="98" y="269"/>
                  </a:lnTo>
                  <a:lnTo>
                    <a:pt x="98" y="271"/>
                  </a:lnTo>
                  <a:lnTo>
                    <a:pt x="98" y="274"/>
                  </a:lnTo>
                  <a:lnTo>
                    <a:pt x="98" y="275"/>
                  </a:lnTo>
                  <a:lnTo>
                    <a:pt x="98" y="277"/>
                  </a:lnTo>
                  <a:lnTo>
                    <a:pt x="98" y="280"/>
                  </a:lnTo>
                  <a:lnTo>
                    <a:pt x="98" y="281"/>
                  </a:lnTo>
                  <a:lnTo>
                    <a:pt x="98" y="283"/>
                  </a:lnTo>
                  <a:lnTo>
                    <a:pt x="100" y="284"/>
                  </a:lnTo>
                  <a:lnTo>
                    <a:pt x="100" y="286"/>
                  </a:lnTo>
                  <a:lnTo>
                    <a:pt x="100" y="287"/>
                  </a:lnTo>
                  <a:lnTo>
                    <a:pt x="100" y="289"/>
                  </a:lnTo>
                  <a:lnTo>
                    <a:pt x="100" y="290"/>
                  </a:lnTo>
                  <a:lnTo>
                    <a:pt x="100" y="292"/>
                  </a:lnTo>
                  <a:lnTo>
                    <a:pt x="100" y="293"/>
                  </a:lnTo>
                  <a:lnTo>
                    <a:pt x="100" y="295"/>
                  </a:lnTo>
                  <a:lnTo>
                    <a:pt x="100" y="296"/>
                  </a:lnTo>
                  <a:lnTo>
                    <a:pt x="101" y="298"/>
                  </a:lnTo>
                  <a:lnTo>
                    <a:pt x="101" y="299"/>
                  </a:lnTo>
                  <a:lnTo>
                    <a:pt x="101" y="301"/>
                  </a:lnTo>
                  <a:lnTo>
                    <a:pt x="101" y="302"/>
                  </a:lnTo>
                  <a:lnTo>
                    <a:pt x="101" y="304"/>
                  </a:lnTo>
                  <a:lnTo>
                    <a:pt x="103" y="305"/>
                  </a:lnTo>
                  <a:lnTo>
                    <a:pt x="103" y="307"/>
                  </a:lnTo>
                  <a:lnTo>
                    <a:pt x="103" y="308"/>
                  </a:lnTo>
                  <a:lnTo>
                    <a:pt x="103" y="310"/>
                  </a:lnTo>
                  <a:lnTo>
                    <a:pt x="103" y="311"/>
                  </a:lnTo>
                  <a:lnTo>
                    <a:pt x="104" y="312"/>
                  </a:lnTo>
                  <a:lnTo>
                    <a:pt x="104" y="314"/>
                  </a:lnTo>
                  <a:lnTo>
                    <a:pt x="104" y="315"/>
                  </a:lnTo>
                  <a:lnTo>
                    <a:pt x="104" y="317"/>
                  </a:lnTo>
                  <a:lnTo>
                    <a:pt x="104" y="318"/>
                  </a:lnTo>
                  <a:lnTo>
                    <a:pt x="104" y="320"/>
                  </a:lnTo>
                  <a:lnTo>
                    <a:pt x="104" y="321"/>
                  </a:lnTo>
                  <a:lnTo>
                    <a:pt x="104" y="323"/>
                  </a:lnTo>
                  <a:lnTo>
                    <a:pt x="104" y="324"/>
                  </a:lnTo>
                  <a:lnTo>
                    <a:pt x="106" y="324"/>
                  </a:lnTo>
                  <a:lnTo>
                    <a:pt x="106" y="326"/>
                  </a:lnTo>
                  <a:lnTo>
                    <a:pt x="106" y="327"/>
                  </a:lnTo>
                  <a:lnTo>
                    <a:pt x="106" y="329"/>
                  </a:lnTo>
                  <a:lnTo>
                    <a:pt x="106" y="330"/>
                  </a:lnTo>
                  <a:lnTo>
                    <a:pt x="104" y="330"/>
                  </a:lnTo>
                  <a:lnTo>
                    <a:pt x="104" y="332"/>
                  </a:lnTo>
                  <a:lnTo>
                    <a:pt x="104" y="333"/>
                  </a:lnTo>
                  <a:lnTo>
                    <a:pt x="104" y="336"/>
                  </a:lnTo>
                  <a:lnTo>
                    <a:pt x="104" y="338"/>
                  </a:lnTo>
                  <a:lnTo>
                    <a:pt x="104" y="339"/>
                  </a:lnTo>
                  <a:lnTo>
                    <a:pt x="104" y="342"/>
                  </a:lnTo>
                  <a:lnTo>
                    <a:pt x="104" y="344"/>
                  </a:lnTo>
                  <a:lnTo>
                    <a:pt x="104" y="347"/>
                  </a:lnTo>
                  <a:lnTo>
                    <a:pt x="104" y="348"/>
                  </a:lnTo>
                  <a:lnTo>
                    <a:pt x="104" y="351"/>
                  </a:lnTo>
                  <a:lnTo>
                    <a:pt x="104" y="35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11" name="Freeform 52">
              <a:extLst>
                <a:ext uri="{FF2B5EF4-FFF2-40B4-BE49-F238E27FC236}">
                  <a16:creationId xmlns:a16="http://schemas.microsoft.com/office/drawing/2014/main" id="{17706E31-108D-45D9-A8BC-FE934B03C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6663" y="5775325"/>
              <a:ext cx="84137" cy="280987"/>
            </a:xfrm>
            <a:custGeom>
              <a:avLst/>
              <a:gdLst>
                <a:gd name="T0" fmla="*/ 2147483646 w 106"/>
                <a:gd name="T1" fmla="*/ 2147483646 h 354"/>
                <a:gd name="T2" fmla="*/ 2147483646 w 106"/>
                <a:gd name="T3" fmla="*/ 2147483646 h 354"/>
                <a:gd name="T4" fmla="*/ 2147483646 w 106"/>
                <a:gd name="T5" fmla="*/ 2147483646 h 354"/>
                <a:gd name="T6" fmla="*/ 2147483646 w 106"/>
                <a:gd name="T7" fmla="*/ 2147483646 h 354"/>
                <a:gd name="T8" fmla="*/ 2147483646 w 106"/>
                <a:gd name="T9" fmla="*/ 2147483646 h 354"/>
                <a:gd name="T10" fmla="*/ 2147483646 w 106"/>
                <a:gd name="T11" fmla="*/ 2147483646 h 354"/>
                <a:gd name="T12" fmla="*/ 2147483646 w 106"/>
                <a:gd name="T13" fmla="*/ 2147483646 h 354"/>
                <a:gd name="T14" fmla="*/ 2147483646 w 106"/>
                <a:gd name="T15" fmla="*/ 2147483646 h 354"/>
                <a:gd name="T16" fmla="*/ 2147483646 w 106"/>
                <a:gd name="T17" fmla="*/ 2147483646 h 354"/>
                <a:gd name="T18" fmla="*/ 2147483646 w 106"/>
                <a:gd name="T19" fmla="*/ 2147483646 h 354"/>
                <a:gd name="T20" fmla="*/ 2147483646 w 106"/>
                <a:gd name="T21" fmla="*/ 2147483646 h 354"/>
                <a:gd name="T22" fmla="*/ 2147483646 w 106"/>
                <a:gd name="T23" fmla="*/ 2147483646 h 354"/>
                <a:gd name="T24" fmla="*/ 2147483646 w 106"/>
                <a:gd name="T25" fmla="*/ 2147483646 h 354"/>
                <a:gd name="T26" fmla="*/ 2147483646 w 106"/>
                <a:gd name="T27" fmla="*/ 2147483646 h 354"/>
                <a:gd name="T28" fmla="*/ 2147483646 w 106"/>
                <a:gd name="T29" fmla="*/ 2147483646 h 354"/>
                <a:gd name="T30" fmla="*/ 2147483646 w 106"/>
                <a:gd name="T31" fmla="*/ 2147483646 h 354"/>
                <a:gd name="T32" fmla="*/ 2147483646 w 106"/>
                <a:gd name="T33" fmla="*/ 2147483646 h 354"/>
                <a:gd name="T34" fmla="*/ 2147483646 w 106"/>
                <a:gd name="T35" fmla="*/ 2147483646 h 354"/>
                <a:gd name="T36" fmla="*/ 2147483646 w 106"/>
                <a:gd name="T37" fmla="*/ 2147483646 h 354"/>
                <a:gd name="T38" fmla="*/ 2147483646 w 106"/>
                <a:gd name="T39" fmla="*/ 2147483646 h 354"/>
                <a:gd name="T40" fmla="*/ 2147483646 w 106"/>
                <a:gd name="T41" fmla="*/ 2147483646 h 354"/>
                <a:gd name="T42" fmla="*/ 2147483646 w 106"/>
                <a:gd name="T43" fmla="*/ 2147483646 h 354"/>
                <a:gd name="T44" fmla="*/ 2147483646 w 106"/>
                <a:gd name="T45" fmla="*/ 2147483646 h 354"/>
                <a:gd name="T46" fmla="*/ 2147483646 w 106"/>
                <a:gd name="T47" fmla="*/ 2147483646 h 354"/>
                <a:gd name="T48" fmla="*/ 2147483646 w 106"/>
                <a:gd name="T49" fmla="*/ 2147483646 h 354"/>
                <a:gd name="T50" fmla="*/ 2147483646 w 106"/>
                <a:gd name="T51" fmla="*/ 2147483646 h 354"/>
                <a:gd name="T52" fmla="*/ 2147483646 w 106"/>
                <a:gd name="T53" fmla="*/ 2147483646 h 354"/>
                <a:gd name="T54" fmla="*/ 2147483646 w 106"/>
                <a:gd name="T55" fmla="*/ 2147483646 h 354"/>
                <a:gd name="T56" fmla="*/ 2147483646 w 106"/>
                <a:gd name="T57" fmla="*/ 2147483646 h 354"/>
                <a:gd name="T58" fmla="*/ 2147483646 w 106"/>
                <a:gd name="T59" fmla="*/ 2147483646 h 354"/>
                <a:gd name="T60" fmla="*/ 2147483646 w 106"/>
                <a:gd name="T61" fmla="*/ 2147483646 h 354"/>
                <a:gd name="T62" fmla="*/ 2147483646 w 106"/>
                <a:gd name="T63" fmla="*/ 2147483646 h 354"/>
                <a:gd name="T64" fmla="*/ 2147483646 w 106"/>
                <a:gd name="T65" fmla="*/ 2147483646 h 354"/>
                <a:gd name="T66" fmla="*/ 2147483646 w 106"/>
                <a:gd name="T67" fmla="*/ 2147483646 h 354"/>
                <a:gd name="T68" fmla="*/ 2147483646 w 106"/>
                <a:gd name="T69" fmla="*/ 2147483646 h 354"/>
                <a:gd name="T70" fmla="*/ 2147483646 w 106"/>
                <a:gd name="T71" fmla="*/ 2147483646 h 354"/>
                <a:gd name="T72" fmla="*/ 2147483646 w 106"/>
                <a:gd name="T73" fmla="*/ 2147483646 h 354"/>
                <a:gd name="T74" fmla="*/ 2147483646 w 106"/>
                <a:gd name="T75" fmla="*/ 2147483646 h 354"/>
                <a:gd name="T76" fmla="*/ 2147483646 w 106"/>
                <a:gd name="T77" fmla="*/ 2147483646 h 354"/>
                <a:gd name="T78" fmla="*/ 2147483646 w 106"/>
                <a:gd name="T79" fmla="*/ 2147483646 h 354"/>
                <a:gd name="T80" fmla="*/ 2147483646 w 106"/>
                <a:gd name="T81" fmla="*/ 2147483646 h 354"/>
                <a:gd name="T82" fmla="*/ 2147483646 w 106"/>
                <a:gd name="T83" fmla="*/ 2147483646 h 354"/>
                <a:gd name="T84" fmla="*/ 2147483646 w 106"/>
                <a:gd name="T85" fmla="*/ 2147483646 h 354"/>
                <a:gd name="T86" fmla="*/ 2147483646 w 106"/>
                <a:gd name="T87" fmla="*/ 2147483646 h 354"/>
                <a:gd name="T88" fmla="*/ 2147483646 w 106"/>
                <a:gd name="T89" fmla="*/ 2147483646 h 354"/>
                <a:gd name="T90" fmla="*/ 2147483646 w 106"/>
                <a:gd name="T91" fmla="*/ 2147483646 h 354"/>
                <a:gd name="T92" fmla="*/ 2147483646 w 106"/>
                <a:gd name="T93" fmla="*/ 2147483646 h 354"/>
                <a:gd name="T94" fmla="*/ 2147483646 w 106"/>
                <a:gd name="T95" fmla="*/ 2147483646 h 354"/>
                <a:gd name="T96" fmla="*/ 2147483646 w 106"/>
                <a:gd name="T97" fmla="*/ 2147483646 h 354"/>
                <a:gd name="T98" fmla="*/ 2147483646 w 106"/>
                <a:gd name="T99" fmla="*/ 2147483646 h 354"/>
                <a:gd name="T100" fmla="*/ 2147483646 w 106"/>
                <a:gd name="T101" fmla="*/ 2147483646 h 354"/>
                <a:gd name="T102" fmla="*/ 2147483646 w 106"/>
                <a:gd name="T103" fmla="*/ 2147483646 h 354"/>
                <a:gd name="T104" fmla="*/ 2147483646 w 106"/>
                <a:gd name="T105" fmla="*/ 2147483646 h 354"/>
                <a:gd name="T106" fmla="*/ 2147483646 w 106"/>
                <a:gd name="T107" fmla="*/ 2147483646 h 354"/>
                <a:gd name="T108" fmla="*/ 2147483646 w 106"/>
                <a:gd name="T109" fmla="*/ 2147483646 h 354"/>
                <a:gd name="T110" fmla="*/ 2147483646 w 106"/>
                <a:gd name="T111" fmla="*/ 2147483646 h 354"/>
                <a:gd name="T112" fmla="*/ 2147483646 w 106"/>
                <a:gd name="T113" fmla="*/ 2147483646 h 35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06" h="354">
                  <a:moveTo>
                    <a:pt x="0" y="354"/>
                  </a:moveTo>
                  <a:lnTo>
                    <a:pt x="2" y="349"/>
                  </a:lnTo>
                  <a:lnTo>
                    <a:pt x="5" y="347"/>
                  </a:lnTo>
                  <a:lnTo>
                    <a:pt x="6" y="342"/>
                  </a:lnTo>
                  <a:lnTo>
                    <a:pt x="8" y="339"/>
                  </a:lnTo>
                  <a:lnTo>
                    <a:pt x="9" y="336"/>
                  </a:lnTo>
                  <a:lnTo>
                    <a:pt x="11" y="333"/>
                  </a:lnTo>
                  <a:lnTo>
                    <a:pt x="12" y="330"/>
                  </a:lnTo>
                  <a:lnTo>
                    <a:pt x="14" y="329"/>
                  </a:lnTo>
                  <a:lnTo>
                    <a:pt x="15" y="326"/>
                  </a:lnTo>
                  <a:lnTo>
                    <a:pt x="17" y="324"/>
                  </a:lnTo>
                  <a:lnTo>
                    <a:pt x="18" y="321"/>
                  </a:lnTo>
                  <a:lnTo>
                    <a:pt x="18" y="320"/>
                  </a:lnTo>
                  <a:lnTo>
                    <a:pt x="20" y="318"/>
                  </a:lnTo>
                  <a:lnTo>
                    <a:pt x="21" y="317"/>
                  </a:lnTo>
                  <a:lnTo>
                    <a:pt x="21" y="315"/>
                  </a:lnTo>
                  <a:lnTo>
                    <a:pt x="22" y="314"/>
                  </a:lnTo>
                  <a:lnTo>
                    <a:pt x="22" y="312"/>
                  </a:lnTo>
                  <a:lnTo>
                    <a:pt x="24" y="311"/>
                  </a:lnTo>
                  <a:lnTo>
                    <a:pt x="24" y="309"/>
                  </a:lnTo>
                  <a:lnTo>
                    <a:pt x="25" y="308"/>
                  </a:lnTo>
                  <a:lnTo>
                    <a:pt x="25" y="306"/>
                  </a:lnTo>
                  <a:lnTo>
                    <a:pt x="25" y="305"/>
                  </a:lnTo>
                  <a:lnTo>
                    <a:pt x="27" y="304"/>
                  </a:lnTo>
                  <a:lnTo>
                    <a:pt x="27" y="302"/>
                  </a:lnTo>
                  <a:lnTo>
                    <a:pt x="28" y="301"/>
                  </a:lnTo>
                  <a:lnTo>
                    <a:pt x="28" y="299"/>
                  </a:lnTo>
                  <a:lnTo>
                    <a:pt x="30" y="298"/>
                  </a:lnTo>
                  <a:lnTo>
                    <a:pt x="30" y="296"/>
                  </a:lnTo>
                  <a:lnTo>
                    <a:pt x="30" y="295"/>
                  </a:lnTo>
                  <a:lnTo>
                    <a:pt x="31" y="292"/>
                  </a:lnTo>
                  <a:lnTo>
                    <a:pt x="33" y="290"/>
                  </a:lnTo>
                  <a:lnTo>
                    <a:pt x="33" y="289"/>
                  </a:lnTo>
                  <a:lnTo>
                    <a:pt x="34" y="286"/>
                  </a:lnTo>
                  <a:lnTo>
                    <a:pt x="34" y="284"/>
                  </a:lnTo>
                  <a:lnTo>
                    <a:pt x="36" y="283"/>
                  </a:lnTo>
                  <a:lnTo>
                    <a:pt x="36" y="281"/>
                  </a:lnTo>
                  <a:lnTo>
                    <a:pt x="37" y="280"/>
                  </a:lnTo>
                  <a:lnTo>
                    <a:pt x="37" y="278"/>
                  </a:lnTo>
                  <a:lnTo>
                    <a:pt x="39" y="277"/>
                  </a:lnTo>
                  <a:lnTo>
                    <a:pt x="39" y="275"/>
                  </a:lnTo>
                  <a:lnTo>
                    <a:pt x="39" y="274"/>
                  </a:lnTo>
                  <a:lnTo>
                    <a:pt x="40" y="272"/>
                  </a:lnTo>
                  <a:lnTo>
                    <a:pt x="40" y="271"/>
                  </a:lnTo>
                  <a:lnTo>
                    <a:pt x="42" y="269"/>
                  </a:lnTo>
                  <a:lnTo>
                    <a:pt x="42" y="268"/>
                  </a:lnTo>
                  <a:lnTo>
                    <a:pt x="42" y="266"/>
                  </a:lnTo>
                  <a:lnTo>
                    <a:pt x="43" y="265"/>
                  </a:lnTo>
                  <a:lnTo>
                    <a:pt x="43" y="263"/>
                  </a:lnTo>
                  <a:lnTo>
                    <a:pt x="43" y="262"/>
                  </a:lnTo>
                  <a:lnTo>
                    <a:pt x="45" y="261"/>
                  </a:lnTo>
                  <a:lnTo>
                    <a:pt x="45" y="259"/>
                  </a:lnTo>
                  <a:lnTo>
                    <a:pt x="46" y="258"/>
                  </a:lnTo>
                  <a:lnTo>
                    <a:pt x="46" y="256"/>
                  </a:lnTo>
                  <a:lnTo>
                    <a:pt x="46" y="255"/>
                  </a:lnTo>
                  <a:lnTo>
                    <a:pt x="48" y="253"/>
                  </a:lnTo>
                  <a:lnTo>
                    <a:pt x="48" y="252"/>
                  </a:lnTo>
                  <a:lnTo>
                    <a:pt x="49" y="250"/>
                  </a:lnTo>
                  <a:lnTo>
                    <a:pt x="49" y="249"/>
                  </a:lnTo>
                  <a:lnTo>
                    <a:pt x="51" y="246"/>
                  </a:lnTo>
                  <a:lnTo>
                    <a:pt x="51" y="244"/>
                  </a:lnTo>
                  <a:lnTo>
                    <a:pt x="52" y="241"/>
                  </a:lnTo>
                  <a:lnTo>
                    <a:pt x="52" y="240"/>
                  </a:lnTo>
                  <a:lnTo>
                    <a:pt x="54" y="237"/>
                  </a:lnTo>
                  <a:lnTo>
                    <a:pt x="54" y="234"/>
                  </a:lnTo>
                  <a:lnTo>
                    <a:pt x="55" y="232"/>
                  </a:lnTo>
                  <a:lnTo>
                    <a:pt x="57" y="231"/>
                  </a:lnTo>
                  <a:lnTo>
                    <a:pt x="57" y="228"/>
                  </a:lnTo>
                  <a:lnTo>
                    <a:pt x="57" y="226"/>
                  </a:lnTo>
                  <a:lnTo>
                    <a:pt x="58" y="225"/>
                  </a:lnTo>
                  <a:lnTo>
                    <a:pt x="58" y="223"/>
                  </a:lnTo>
                  <a:lnTo>
                    <a:pt x="60" y="222"/>
                  </a:lnTo>
                  <a:lnTo>
                    <a:pt x="60" y="220"/>
                  </a:lnTo>
                  <a:lnTo>
                    <a:pt x="60" y="219"/>
                  </a:lnTo>
                  <a:lnTo>
                    <a:pt x="61" y="218"/>
                  </a:lnTo>
                  <a:lnTo>
                    <a:pt x="61" y="216"/>
                  </a:lnTo>
                  <a:lnTo>
                    <a:pt x="61" y="215"/>
                  </a:lnTo>
                  <a:lnTo>
                    <a:pt x="63" y="213"/>
                  </a:lnTo>
                  <a:lnTo>
                    <a:pt x="63" y="212"/>
                  </a:lnTo>
                  <a:lnTo>
                    <a:pt x="64" y="210"/>
                  </a:lnTo>
                  <a:lnTo>
                    <a:pt x="64" y="209"/>
                  </a:lnTo>
                  <a:lnTo>
                    <a:pt x="64" y="207"/>
                  </a:lnTo>
                  <a:lnTo>
                    <a:pt x="64" y="206"/>
                  </a:lnTo>
                  <a:lnTo>
                    <a:pt x="65" y="204"/>
                  </a:lnTo>
                  <a:lnTo>
                    <a:pt x="65" y="203"/>
                  </a:lnTo>
                  <a:lnTo>
                    <a:pt x="65" y="201"/>
                  </a:lnTo>
                  <a:lnTo>
                    <a:pt x="67" y="200"/>
                  </a:lnTo>
                  <a:lnTo>
                    <a:pt x="67" y="198"/>
                  </a:lnTo>
                  <a:lnTo>
                    <a:pt x="67" y="197"/>
                  </a:lnTo>
                  <a:lnTo>
                    <a:pt x="68" y="194"/>
                  </a:lnTo>
                  <a:lnTo>
                    <a:pt x="68" y="192"/>
                  </a:lnTo>
                  <a:lnTo>
                    <a:pt x="70" y="191"/>
                  </a:lnTo>
                  <a:lnTo>
                    <a:pt x="70" y="188"/>
                  </a:lnTo>
                  <a:lnTo>
                    <a:pt x="71" y="185"/>
                  </a:lnTo>
                  <a:lnTo>
                    <a:pt x="71" y="183"/>
                  </a:lnTo>
                  <a:lnTo>
                    <a:pt x="73" y="180"/>
                  </a:lnTo>
                  <a:lnTo>
                    <a:pt x="73" y="179"/>
                  </a:lnTo>
                  <a:lnTo>
                    <a:pt x="74" y="176"/>
                  </a:lnTo>
                  <a:lnTo>
                    <a:pt x="74" y="175"/>
                  </a:lnTo>
                  <a:lnTo>
                    <a:pt x="74" y="173"/>
                  </a:lnTo>
                  <a:lnTo>
                    <a:pt x="76" y="172"/>
                  </a:lnTo>
                  <a:lnTo>
                    <a:pt x="76" y="170"/>
                  </a:lnTo>
                  <a:lnTo>
                    <a:pt x="76" y="169"/>
                  </a:lnTo>
                  <a:lnTo>
                    <a:pt x="77" y="167"/>
                  </a:lnTo>
                  <a:lnTo>
                    <a:pt x="77" y="166"/>
                  </a:lnTo>
                  <a:lnTo>
                    <a:pt x="77" y="164"/>
                  </a:lnTo>
                  <a:lnTo>
                    <a:pt x="79" y="163"/>
                  </a:lnTo>
                  <a:lnTo>
                    <a:pt x="79" y="161"/>
                  </a:lnTo>
                  <a:lnTo>
                    <a:pt x="79" y="160"/>
                  </a:lnTo>
                  <a:lnTo>
                    <a:pt x="79" y="158"/>
                  </a:lnTo>
                  <a:lnTo>
                    <a:pt x="80" y="157"/>
                  </a:lnTo>
                  <a:lnTo>
                    <a:pt x="80" y="155"/>
                  </a:lnTo>
                  <a:lnTo>
                    <a:pt x="82" y="154"/>
                  </a:lnTo>
                  <a:lnTo>
                    <a:pt x="82" y="152"/>
                  </a:lnTo>
                  <a:lnTo>
                    <a:pt x="82" y="151"/>
                  </a:lnTo>
                  <a:lnTo>
                    <a:pt x="82" y="149"/>
                  </a:lnTo>
                  <a:lnTo>
                    <a:pt x="83" y="148"/>
                  </a:lnTo>
                  <a:lnTo>
                    <a:pt x="83" y="146"/>
                  </a:lnTo>
                  <a:lnTo>
                    <a:pt x="83" y="145"/>
                  </a:lnTo>
                  <a:lnTo>
                    <a:pt x="85" y="142"/>
                  </a:lnTo>
                  <a:lnTo>
                    <a:pt x="85" y="140"/>
                  </a:lnTo>
                  <a:lnTo>
                    <a:pt x="86" y="139"/>
                  </a:lnTo>
                  <a:lnTo>
                    <a:pt x="86" y="136"/>
                  </a:lnTo>
                  <a:lnTo>
                    <a:pt x="88" y="134"/>
                  </a:lnTo>
                  <a:lnTo>
                    <a:pt x="88" y="131"/>
                  </a:lnTo>
                  <a:lnTo>
                    <a:pt x="89" y="130"/>
                  </a:lnTo>
                  <a:lnTo>
                    <a:pt x="89" y="127"/>
                  </a:lnTo>
                  <a:lnTo>
                    <a:pt x="91" y="126"/>
                  </a:lnTo>
                  <a:lnTo>
                    <a:pt x="91" y="123"/>
                  </a:lnTo>
                  <a:lnTo>
                    <a:pt x="91" y="121"/>
                  </a:lnTo>
                  <a:lnTo>
                    <a:pt x="92" y="120"/>
                  </a:lnTo>
                  <a:lnTo>
                    <a:pt x="92" y="118"/>
                  </a:lnTo>
                  <a:lnTo>
                    <a:pt x="92" y="115"/>
                  </a:lnTo>
                  <a:lnTo>
                    <a:pt x="94" y="114"/>
                  </a:lnTo>
                  <a:lnTo>
                    <a:pt x="94" y="112"/>
                  </a:lnTo>
                  <a:lnTo>
                    <a:pt x="94" y="111"/>
                  </a:lnTo>
                  <a:lnTo>
                    <a:pt x="95" y="109"/>
                  </a:lnTo>
                  <a:lnTo>
                    <a:pt x="95" y="108"/>
                  </a:lnTo>
                  <a:lnTo>
                    <a:pt x="95" y="106"/>
                  </a:lnTo>
                  <a:lnTo>
                    <a:pt x="95" y="105"/>
                  </a:lnTo>
                  <a:lnTo>
                    <a:pt x="95" y="103"/>
                  </a:lnTo>
                  <a:lnTo>
                    <a:pt x="97" y="102"/>
                  </a:lnTo>
                  <a:lnTo>
                    <a:pt x="97" y="100"/>
                  </a:lnTo>
                  <a:lnTo>
                    <a:pt x="97" y="99"/>
                  </a:lnTo>
                  <a:lnTo>
                    <a:pt x="97" y="97"/>
                  </a:lnTo>
                  <a:lnTo>
                    <a:pt x="97" y="96"/>
                  </a:lnTo>
                  <a:lnTo>
                    <a:pt x="97" y="94"/>
                  </a:lnTo>
                  <a:lnTo>
                    <a:pt x="97" y="93"/>
                  </a:lnTo>
                  <a:lnTo>
                    <a:pt x="97" y="91"/>
                  </a:lnTo>
                  <a:lnTo>
                    <a:pt x="97" y="90"/>
                  </a:lnTo>
                  <a:lnTo>
                    <a:pt x="98" y="87"/>
                  </a:lnTo>
                  <a:lnTo>
                    <a:pt x="98" y="86"/>
                  </a:lnTo>
                  <a:lnTo>
                    <a:pt x="98" y="84"/>
                  </a:lnTo>
                  <a:lnTo>
                    <a:pt x="98" y="81"/>
                  </a:lnTo>
                  <a:lnTo>
                    <a:pt x="98" y="80"/>
                  </a:lnTo>
                  <a:lnTo>
                    <a:pt x="98" y="78"/>
                  </a:lnTo>
                  <a:lnTo>
                    <a:pt x="98" y="75"/>
                  </a:lnTo>
                  <a:lnTo>
                    <a:pt x="98" y="74"/>
                  </a:lnTo>
                  <a:lnTo>
                    <a:pt x="98" y="72"/>
                  </a:lnTo>
                  <a:lnTo>
                    <a:pt x="98" y="71"/>
                  </a:lnTo>
                  <a:lnTo>
                    <a:pt x="100" y="69"/>
                  </a:lnTo>
                  <a:lnTo>
                    <a:pt x="100" y="68"/>
                  </a:lnTo>
                  <a:lnTo>
                    <a:pt x="100" y="66"/>
                  </a:lnTo>
                  <a:lnTo>
                    <a:pt x="100" y="65"/>
                  </a:lnTo>
                  <a:lnTo>
                    <a:pt x="100" y="63"/>
                  </a:lnTo>
                  <a:lnTo>
                    <a:pt x="100" y="62"/>
                  </a:lnTo>
                  <a:lnTo>
                    <a:pt x="100" y="60"/>
                  </a:lnTo>
                  <a:lnTo>
                    <a:pt x="100" y="59"/>
                  </a:lnTo>
                  <a:lnTo>
                    <a:pt x="100" y="57"/>
                  </a:lnTo>
                  <a:lnTo>
                    <a:pt x="101" y="56"/>
                  </a:lnTo>
                  <a:lnTo>
                    <a:pt x="101" y="54"/>
                  </a:lnTo>
                  <a:lnTo>
                    <a:pt x="101" y="53"/>
                  </a:lnTo>
                  <a:lnTo>
                    <a:pt x="101" y="51"/>
                  </a:lnTo>
                  <a:lnTo>
                    <a:pt x="101" y="50"/>
                  </a:lnTo>
                  <a:lnTo>
                    <a:pt x="103" y="48"/>
                  </a:lnTo>
                  <a:lnTo>
                    <a:pt x="103" y="47"/>
                  </a:lnTo>
                  <a:lnTo>
                    <a:pt x="103" y="45"/>
                  </a:lnTo>
                  <a:lnTo>
                    <a:pt x="103" y="44"/>
                  </a:lnTo>
                  <a:lnTo>
                    <a:pt x="103" y="43"/>
                  </a:lnTo>
                  <a:lnTo>
                    <a:pt x="104" y="41"/>
                  </a:lnTo>
                  <a:lnTo>
                    <a:pt x="104" y="40"/>
                  </a:lnTo>
                  <a:lnTo>
                    <a:pt x="104" y="38"/>
                  </a:lnTo>
                  <a:lnTo>
                    <a:pt x="104" y="37"/>
                  </a:lnTo>
                  <a:lnTo>
                    <a:pt x="104" y="35"/>
                  </a:lnTo>
                  <a:lnTo>
                    <a:pt x="104" y="34"/>
                  </a:lnTo>
                  <a:lnTo>
                    <a:pt x="104" y="32"/>
                  </a:lnTo>
                  <a:lnTo>
                    <a:pt x="104" y="31"/>
                  </a:lnTo>
                  <a:lnTo>
                    <a:pt x="104" y="29"/>
                  </a:lnTo>
                  <a:lnTo>
                    <a:pt x="106" y="29"/>
                  </a:lnTo>
                  <a:lnTo>
                    <a:pt x="106" y="28"/>
                  </a:lnTo>
                  <a:lnTo>
                    <a:pt x="106" y="26"/>
                  </a:lnTo>
                  <a:lnTo>
                    <a:pt x="106" y="25"/>
                  </a:lnTo>
                  <a:lnTo>
                    <a:pt x="106" y="23"/>
                  </a:lnTo>
                  <a:lnTo>
                    <a:pt x="104" y="22"/>
                  </a:lnTo>
                  <a:lnTo>
                    <a:pt x="104" y="20"/>
                  </a:lnTo>
                  <a:lnTo>
                    <a:pt x="104" y="19"/>
                  </a:lnTo>
                  <a:lnTo>
                    <a:pt x="104" y="17"/>
                  </a:lnTo>
                  <a:lnTo>
                    <a:pt x="104" y="16"/>
                  </a:lnTo>
                  <a:lnTo>
                    <a:pt x="104" y="14"/>
                  </a:lnTo>
                  <a:lnTo>
                    <a:pt x="104" y="11"/>
                  </a:lnTo>
                  <a:lnTo>
                    <a:pt x="104" y="10"/>
                  </a:lnTo>
                  <a:lnTo>
                    <a:pt x="104" y="7"/>
                  </a:lnTo>
                  <a:lnTo>
                    <a:pt x="104" y="5"/>
                  </a:lnTo>
                  <a:lnTo>
                    <a:pt x="104" y="2"/>
                  </a:lnTo>
                  <a:lnTo>
                    <a:pt x="104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12" name="Line 53">
              <a:extLst>
                <a:ext uri="{FF2B5EF4-FFF2-40B4-BE49-F238E27FC236}">
                  <a16:creationId xmlns:a16="http://schemas.microsoft.com/office/drawing/2014/main" id="{3F2BE012-EC26-4902-8269-EBF9F8D69B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6413" y="5603875"/>
              <a:ext cx="19050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13" name="Line 54">
              <a:extLst>
                <a:ext uri="{FF2B5EF4-FFF2-40B4-BE49-F238E27FC236}">
                  <a16:creationId xmlns:a16="http://schemas.microsoft.com/office/drawing/2014/main" id="{372DCC37-03F0-4E52-84B2-0F9081B974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7600" y="5603875"/>
              <a:ext cx="258763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14" name="Freeform 55">
              <a:extLst>
                <a:ext uri="{FF2B5EF4-FFF2-40B4-BE49-F238E27FC236}">
                  <a16:creationId xmlns:a16="http://schemas.microsoft.com/office/drawing/2014/main" id="{0FD3A05F-05BB-4A99-8C8F-40C4A16B5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6513" y="5438775"/>
              <a:ext cx="330200" cy="330200"/>
            </a:xfrm>
            <a:custGeom>
              <a:avLst/>
              <a:gdLst>
                <a:gd name="T0" fmla="*/ 2147483646 w 415"/>
                <a:gd name="T1" fmla="*/ 2147483646 h 416"/>
                <a:gd name="T2" fmla="*/ 0 w 415"/>
                <a:gd name="T3" fmla="*/ 2147483646 h 416"/>
                <a:gd name="T4" fmla="*/ 0 w 415"/>
                <a:gd name="T5" fmla="*/ 0 h 416"/>
                <a:gd name="T6" fmla="*/ 2147483646 w 415"/>
                <a:gd name="T7" fmla="*/ 2147483646 h 4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5" h="416">
                  <a:moveTo>
                    <a:pt x="415" y="208"/>
                  </a:moveTo>
                  <a:lnTo>
                    <a:pt x="0" y="416"/>
                  </a:lnTo>
                  <a:lnTo>
                    <a:pt x="0" y="0"/>
                  </a:lnTo>
                  <a:lnTo>
                    <a:pt x="415" y="208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15" name="Freeform 56">
              <a:extLst>
                <a:ext uri="{FF2B5EF4-FFF2-40B4-BE49-F238E27FC236}">
                  <a16:creationId xmlns:a16="http://schemas.microsoft.com/office/drawing/2014/main" id="{BB587581-DA70-4D8E-9B73-3B60D811D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763" y="5553075"/>
              <a:ext cx="107950" cy="107950"/>
            </a:xfrm>
            <a:custGeom>
              <a:avLst/>
              <a:gdLst>
                <a:gd name="T0" fmla="*/ 2147483646 w 135"/>
                <a:gd name="T1" fmla="*/ 0 h 135"/>
                <a:gd name="T2" fmla="*/ 2147483646 w 135"/>
                <a:gd name="T3" fmla="*/ 2147483646 h 135"/>
                <a:gd name="T4" fmla="*/ 2147483646 w 135"/>
                <a:gd name="T5" fmla="*/ 2147483646 h 135"/>
                <a:gd name="T6" fmla="*/ 2147483646 w 135"/>
                <a:gd name="T7" fmla="*/ 2147483646 h 135"/>
                <a:gd name="T8" fmla="*/ 2147483646 w 135"/>
                <a:gd name="T9" fmla="*/ 2147483646 h 135"/>
                <a:gd name="T10" fmla="*/ 2147483646 w 135"/>
                <a:gd name="T11" fmla="*/ 2147483646 h 135"/>
                <a:gd name="T12" fmla="*/ 2147483646 w 135"/>
                <a:gd name="T13" fmla="*/ 2147483646 h 135"/>
                <a:gd name="T14" fmla="*/ 2147483646 w 135"/>
                <a:gd name="T15" fmla="*/ 2147483646 h 135"/>
                <a:gd name="T16" fmla="*/ 2147483646 w 135"/>
                <a:gd name="T17" fmla="*/ 2147483646 h 135"/>
                <a:gd name="T18" fmla="*/ 2147483646 w 135"/>
                <a:gd name="T19" fmla="*/ 2147483646 h 135"/>
                <a:gd name="T20" fmla="*/ 0 w 135"/>
                <a:gd name="T21" fmla="*/ 2147483646 h 135"/>
                <a:gd name="T22" fmla="*/ 2147483646 w 135"/>
                <a:gd name="T23" fmla="*/ 2147483646 h 135"/>
                <a:gd name="T24" fmla="*/ 2147483646 w 135"/>
                <a:gd name="T25" fmla="*/ 2147483646 h 135"/>
                <a:gd name="T26" fmla="*/ 2147483646 w 135"/>
                <a:gd name="T27" fmla="*/ 2147483646 h 135"/>
                <a:gd name="T28" fmla="*/ 2147483646 w 135"/>
                <a:gd name="T29" fmla="*/ 2147483646 h 135"/>
                <a:gd name="T30" fmla="*/ 2147483646 w 135"/>
                <a:gd name="T31" fmla="*/ 2147483646 h 135"/>
                <a:gd name="T32" fmla="*/ 2147483646 w 135"/>
                <a:gd name="T33" fmla="*/ 2147483646 h 135"/>
                <a:gd name="T34" fmla="*/ 2147483646 w 135"/>
                <a:gd name="T35" fmla="*/ 2147483646 h 135"/>
                <a:gd name="T36" fmla="*/ 2147483646 w 135"/>
                <a:gd name="T37" fmla="*/ 2147483646 h 135"/>
                <a:gd name="T38" fmla="*/ 2147483646 w 135"/>
                <a:gd name="T39" fmla="*/ 2147483646 h 135"/>
                <a:gd name="T40" fmla="*/ 2147483646 w 135"/>
                <a:gd name="T41" fmla="*/ 2147483646 h 135"/>
                <a:gd name="T42" fmla="*/ 2147483646 w 135"/>
                <a:gd name="T43" fmla="*/ 2147483646 h 135"/>
                <a:gd name="T44" fmla="*/ 2147483646 w 135"/>
                <a:gd name="T45" fmla="*/ 2147483646 h 135"/>
                <a:gd name="T46" fmla="*/ 2147483646 w 135"/>
                <a:gd name="T47" fmla="*/ 2147483646 h 135"/>
                <a:gd name="T48" fmla="*/ 2147483646 w 135"/>
                <a:gd name="T49" fmla="*/ 2147483646 h 135"/>
                <a:gd name="T50" fmla="*/ 2147483646 w 135"/>
                <a:gd name="T51" fmla="*/ 2147483646 h 135"/>
                <a:gd name="T52" fmla="*/ 2147483646 w 135"/>
                <a:gd name="T53" fmla="*/ 2147483646 h 135"/>
                <a:gd name="T54" fmla="*/ 2147483646 w 135"/>
                <a:gd name="T55" fmla="*/ 2147483646 h 135"/>
                <a:gd name="T56" fmla="*/ 2147483646 w 135"/>
                <a:gd name="T57" fmla="*/ 2147483646 h 135"/>
                <a:gd name="T58" fmla="*/ 2147483646 w 135"/>
                <a:gd name="T59" fmla="*/ 2147483646 h 135"/>
                <a:gd name="T60" fmla="*/ 2147483646 w 135"/>
                <a:gd name="T61" fmla="*/ 2147483646 h 135"/>
                <a:gd name="T62" fmla="*/ 2147483646 w 135"/>
                <a:gd name="T63" fmla="*/ 2147483646 h 135"/>
                <a:gd name="T64" fmla="*/ 2147483646 w 135"/>
                <a:gd name="T65" fmla="*/ 2147483646 h 135"/>
                <a:gd name="T66" fmla="*/ 2147483646 w 135"/>
                <a:gd name="T67" fmla="*/ 2147483646 h 135"/>
                <a:gd name="T68" fmla="*/ 2147483646 w 135"/>
                <a:gd name="T69" fmla="*/ 2147483646 h 135"/>
                <a:gd name="T70" fmla="*/ 2147483646 w 135"/>
                <a:gd name="T71" fmla="*/ 2147483646 h 135"/>
                <a:gd name="T72" fmla="*/ 2147483646 w 135"/>
                <a:gd name="T73" fmla="*/ 2147483646 h 135"/>
                <a:gd name="T74" fmla="*/ 2147483646 w 135"/>
                <a:gd name="T75" fmla="*/ 2147483646 h 135"/>
                <a:gd name="T76" fmla="*/ 2147483646 w 135"/>
                <a:gd name="T77" fmla="*/ 2147483646 h 135"/>
                <a:gd name="T78" fmla="*/ 2147483646 w 135"/>
                <a:gd name="T79" fmla="*/ 2147483646 h 135"/>
                <a:gd name="T80" fmla="*/ 2147483646 w 135"/>
                <a:gd name="T81" fmla="*/ 2147483646 h 135"/>
                <a:gd name="T82" fmla="*/ 2147483646 w 135"/>
                <a:gd name="T83" fmla="*/ 2147483646 h 135"/>
                <a:gd name="T84" fmla="*/ 2147483646 w 135"/>
                <a:gd name="T85" fmla="*/ 2147483646 h 135"/>
                <a:gd name="T86" fmla="*/ 2147483646 w 135"/>
                <a:gd name="T87" fmla="*/ 0 h 13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35" h="135">
                  <a:moveTo>
                    <a:pt x="68" y="0"/>
                  </a:moveTo>
                  <a:lnTo>
                    <a:pt x="64" y="0"/>
                  </a:lnTo>
                  <a:lnTo>
                    <a:pt x="61" y="0"/>
                  </a:lnTo>
                  <a:lnTo>
                    <a:pt x="58" y="2"/>
                  </a:lnTo>
                  <a:lnTo>
                    <a:pt x="55" y="2"/>
                  </a:lnTo>
                  <a:lnTo>
                    <a:pt x="51" y="3"/>
                  </a:lnTo>
                  <a:lnTo>
                    <a:pt x="48" y="3"/>
                  </a:lnTo>
                  <a:lnTo>
                    <a:pt x="45" y="5"/>
                  </a:lnTo>
                  <a:lnTo>
                    <a:pt x="42" y="6"/>
                  </a:lnTo>
                  <a:lnTo>
                    <a:pt x="39" y="8"/>
                  </a:lnTo>
                  <a:lnTo>
                    <a:pt x="36" y="9"/>
                  </a:lnTo>
                  <a:lnTo>
                    <a:pt x="33" y="11"/>
                  </a:lnTo>
                  <a:lnTo>
                    <a:pt x="30" y="12"/>
                  </a:lnTo>
                  <a:lnTo>
                    <a:pt x="28" y="14"/>
                  </a:lnTo>
                  <a:lnTo>
                    <a:pt x="25" y="17"/>
                  </a:lnTo>
                  <a:lnTo>
                    <a:pt x="22" y="18"/>
                  </a:lnTo>
                  <a:lnTo>
                    <a:pt x="21" y="20"/>
                  </a:lnTo>
                  <a:lnTo>
                    <a:pt x="18" y="22"/>
                  </a:lnTo>
                  <a:lnTo>
                    <a:pt x="16" y="25"/>
                  </a:lnTo>
                  <a:lnTo>
                    <a:pt x="14" y="27"/>
                  </a:lnTo>
                  <a:lnTo>
                    <a:pt x="12" y="30"/>
                  </a:lnTo>
                  <a:lnTo>
                    <a:pt x="11" y="33"/>
                  </a:lnTo>
                  <a:lnTo>
                    <a:pt x="9" y="36"/>
                  </a:lnTo>
                  <a:lnTo>
                    <a:pt x="8" y="39"/>
                  </a:lnTo>
                  <a:lnTo>
                    <a:pt x="6" y="42"/>
                  </a:lnTo>
                  <a:lnTo>
                    <a:pt x="5" y="45"/>
                  </a:lnTo>
                  <a:lnTo>
                    <a:pt x="3" y="48"/>
                  </a:lnTo>
                  <a:lnTo>
                    <a:pt x="3" y="51"/>
                  </a:lnTo>
                  <a:lnTo>
                    <a:pt x="2" y="54"/>
                  </a:lnTo>
                  <a:lnTo>
                    <a:pt x="2" y="58"/>
                  </a:lnTo>
                  <a:lnTo>
                    <a:pt x="2" y="61"/>
                  </a:lnTo>
                  <a:lnTo>
                    <a:pt x="0" y="64"/>
                  </a:lnTo>
                  <a:lnTo>
                    <a:pt x="0" y="68"/>
                  </a:lnTo>
                  <a:lnTo>
                    <a:pt x="0" y="71"/>
                  </a:lnTo>
                  <a:lnTo>
                    <a:pt x="2" y="74"/>
                  </a:lnTo>
                  <a:lnTo>
                    <a:pt x="2" y="77"/>
                  </a:lnTo>
                  <a:lnTo>
                    <a:pt x="2" y="82"/>
                  </a:lnTo>
                  <a:lnTo>
                    <a:pt x="3" y="85"/>
                  </a:lnTo>
                  <a:lnTo>
                    <a:pt x="3" y="88"/>
                  </a:lnTo>
                  <a:lnTo>
                    <a:pt x="5" y="91"/>
                  </a:lnTo>
                  <a:lnTo>
                    <a:pt x="6" y="94"/>
                  </a:lnTo>
                  <a:lnTo>
                    <a:pt x="8" y="97"/>
                  </a:lnTo>
                  <a:lnTo>
                    <a:pt x="9" y="100"/>
                  </a:lnTo>
                  <a:lnTo>
                    <a:pt x="11" y="103"/>
                  </a:lnTo>
                  <a:lnTo>
                    <a:pt x="12" y="106"/>
                  </a:lnTo>
                  <a:lnTo>
                    <a:pt x="14" y="108"/>
                  </a:lnTo>
                  <a:lnTo>
                    <a:pt x="16" y="110"/>
                  </a:lnTo>
                  <a:lnTo>
                    <a:pt x="18" y="113"/>
                  </a:lnTo>
                  <a:lnTo>
                    <a:pt x="21" y="116"/>
                  </a:lnTo>
                  <a:lnTo>
                    <a:pt x="22" y="117"/>
                  </a:lnTo>
                  <a:lnTo>
                    <a:pt x="25" y="120"/>
                  </a:lnTo>
                  <a:lnTo>
                    <a:pt x="28" y="122"/>
                  </a:lnTo>
                  <a:lnTo>
                    <a:pt x="30" y="123"/>
                  </a:lnTo>
                  <a:lnTo>
                    <a:pt x="33" y="125"/>
                  </a:lnTo>
                  <a:lnTo>
                    <a:pt x="36" y="126"/>
                  </a:lnTo>
                  <a:lnTo>
                    <a:pt x="39" y="128"/>
                  </a:lnTo>
                  <a:lnTo>
                    <a:pt x="42" y="129"/>
                  </a:lnTo>
                  <a:lnTo>
                    <a:pt x="45" y="131"/>
                  </a:lnTo>
                  <a:lnTo>
                    <a:pt x="48" y="132"/>
                  </a:lnTo>
                  <a:lnTo>
                    <a:pt x="51" y="134"/>
                  </a:lnTo>
                  <a:lnTo>
                    <a:pt x="55" y="134"/>
                  </a:lnTo>
                  <a:lnTo>
                    <a:pt x="58" y="134"/>
                  </a:lnTo>
                  <a:lnTo>
                    <a:pt x="61" y="135"/>
                  </a:lnTo>
                  <a:lnTo>
                    <a:pt x="64" y="135"/>
                  </a:lnTo>
                  <a:lnTo>
                    <a:pt x="68" y="135"/>
                  </a:lnTo>
                  <a:lnTo>
                    <a:pt x="71" y="135"/>
                  </a:lnTo>
                  <a:lnTo>
                    <a:pt x="74" y="135"/>
                  </a:lnTo>
                  <a:lnTo>
                    <a:pt x="79" y="134"/>
                  </a:lnTo>
                  <a:lnTo>
                    <a:pt x="82" y="134"/>
                  </a:lnTo>
                  <a:lnTo>
                    <a:pt x="85" y="134"/>
                  </a:lnTo>
                  <a:lnTo>
                    <a:pt x="88" y="132"/>
                  </a:lnTo>
                  <a:lnTo>
                    <a:pt x="91" y="131"/>
                  </a:lnTo>
                  <a:lnTo>
                    <a:pt x="94" y="129"/>
                  </a:lnTo>
                  <a:lnTo>
                    <a:pt x="97" y="128"/>
                  </a:lnTo>
                  <a:lnTo>
                    <a:pt x="100" y="126"/>
                  </a:lnTo>
                  <a:lnTo>
                    <a:pt x="102" y="125"/>
                  </a:lnTo>
                  <a:lnTo>
                    <a:pt x="105" y="123"/>
                  </a:lnTo>
                  <a:lnTo>
                    <a:pt x="108" y="122"/>
                  </a:lnTo>
                  <a:lnTo>
                    <a:pt x="111" y="120"/>
                  </a:lnTo>
                  <a:lnTo>
                    <a:pt x="113" y="117"/>
                  </a:lnTo>
                  <a:lnTo>
                    <a:pt x="116" y="116"/>
                  </a:lnTo>
                  <a:lnTo>
                    <a:pt x="117" y="113"/>
                  </a:lnTo>
                  <a:lnTo>
                    <a:pt x="120" y="110"/>
                  </a:lnTo>
                  <a:lnTo>
                    <a:pt x="122" y="108"/>
                  </a:lnTo>
                  <a:lnTo>
                    <a:pt x="123" y="106"/>
                  </a:lnTo>
                  <a:lnTo>
                    <a:pt x="126" y="103"/>
                  </a:lnTo>
                  <a:lnTo>
                    <a:pt x="128" y="100"/>
                  </a:lnTo>
                  <a:lnTo>
                    <a:pt x="129" y="97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8"/>
                  </a:lnTo>
                  <a:lnTo>
                    <a:pt x="134" y="85"/>
                  </a:lnTo>
                  <a:lnTo>
                    <a:pt x="134" y="82"/>
                  </a:lnTo>
                  <a:lnTo>
                    <a:pt x="135" y="77"/>
                  </a:lnTo>
                  <a:lnTo>
                    <a:pt x="135" y="74"/>
                  </a:lnTo>
                  <a:lnTo>
                    <a:pt x="135" y="71"/>
                  </a:lnTo>
                  <a:lnTo>
                    <a:pt x="135" y="68"/>
                  </a:lnTo>
                  <a:lnTo>
                    <a:pt x="135" y="64"/>
                  </a:lnTo>
                  <a:lnTo>
                    <a:pt x="135" y="61"/>
                  </a:lnTo>
                  <a:lnTo>
                    <a:pt x="135" y="58"/>
                  </a:lnTo>
                  <a:lnTo>
                    <a:pt x="134" y="54"/>
                  </a:lnTo>
                  <a:lnTo>
                    <a:pt x="134" y="51"/>
                  </a:lnTo>
                  <a:lnTo>
                    <a:pt x="132" y="48"/>
                  </a:lnTo>
                  <a:lnTo>
                    <a:pt x="131" y="45"/>
                  </a:lnTo>
                  <a:lnTo>
                    <a:pt x="131" y="42"/>
                  </a:lnTo>
                  <a:lnTo>
                    <a:pt x="129" y="39"/>
                  </a:lnTo>
                  <a:lnTo>
                    <a:pt x="128" y="36"/>
                  </a:lnTo>
                  <a:lnTo>
                    <a:pt x="126" y="33"/>
                  </a:lnTo>
                  <a:lnTo>
                    <a:pt x="123" y="30"/>
                  </a:lnTo>
                  <a:lnTo>
                    <a:pt x="122" y="27"/>
                  </a:lnTo>
                  <a:lnTo>
                    <a:pt x="120" y="25"/>
                  </a:lnTo>
                  <a:lnTo>
                    <a:pt x="117" y="22"/>
                  </a:lnTo>
                  <a:lnTo>
                    <a:pt x="116" y="20"/>
                  </a:lnTo>
                  <a:lnTo>
                    <a:pt x="113" y="18"/>
                  </a:lnTo>
                  <a:lnTo>
                    <a:pt x="111" y="17"/>
                  </a:lnTo>
                  <a:lnTo>
                    <a:pt x="108" y="14"/>
                  </a:lnTo>
                  <a:lnTo>
                    <a:pt x="105" y="12"/>
                  </a:lnTo>
                  <a:lnTo>
                    <a:pt x="102" y="11"/>
                  </a:lnTo>
                  <a:lnTo>
                    <a:pt x="100" y="9"/>
                  </a:lnTo>
                  <a:lnTo>
                    <a:pt x="97" y="8"/>
                  </a:lnTo>
                  <a:lnTo>
                    <a:pt x="94" y="6"/>
                  </a:lnTo>
                  <a:lnTo>
                    <a:pt x="91" y="5"/>
                  </a:lnTo>
                  <a:lnTo>
                    <a:pt x="88" y="3"/>
                  </a:lnTo>
                  <a:lnTo>
                    <a:pt x="85" y="3"/>
                  </a:lnTo>
                  <a:lnTo>
                    <a:pt x="82" y="2"/>
                  </a:lnTo>
                  <a:lnTo>
                    <a:pt x="79" y="2"/>
                  </a:lnTo>
                  <a:lnTo>
                    <a:pt x="74" y="0"/>
                  </a:lnTo>
                  <a:lnTo>
                    <a:pt x="71" y="0"/>
                  </a:lnTo>
                  <a:lnTo>
                    <a:pt x="68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16" name="Line 57">
              <a:extLst>
                <a:ext uri="{FF2B5EF4-FFF2-40B4-BE49-F238E27FC236}">
                  <a16:creationId xmlns:a16="http://schemas.microsoft.com/office/drawing/2014/main" id="{73C9BD83-54E7-4506-A413-ABA034C52C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06913" y="5603875"/>
              <a:ext cx="23495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17" name="Line 58">
              <a:extLst>
                <a:ext uri="{FF2B5EF4-FFF2-40B4-BE49-F238E27FC236}">
                  <a16:creationId xmlns:a16="http://schemas.microsoft.com/office/drawing/2014/main" id="{24A19A20-2FE8-4D1D-8245-2E8CE1D4E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813" y="5934075"/>
              <a:ext cx="167005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18" name="Line 59">
              <a:extLst>
                <a:ext uri="{FF2B5EF4-FFF2-40B4-BE49-F238E27FC236}">
                  <a16:creationId xmlns:a16="http://schemas.microsoft.com/office/drawing/2014/main" id="{C3D9CF82-4E79-4031-BAE9-CC755E57B8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813" y="5603875"/>
              <a:ext cx="585787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19" name="Line 60">
              <a:extLst>
                <a:ext uri="{FF2B5EF4-FFF2-40B4-BE49-F238E27FC236}">
                  <a16:creationId xmlns:a16="http://schemas.microsoft.com/office/drawing/2014/main" id="{4F778FF7-1688-4586-89A3-82A1A450B5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18200" y="5768975"/>
              <a:ext cx="328613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20" name="Rectangle 62">
              <a:extLst>
                <a:ext uri="{FF2B5EF4-FFF2-40B4-BE49-F238E27FC236}">
                  <a16:creationId xmlns:a16="http://schemas.microsoft.com/office/drawing/2014/main" id="{44B9B867-5B21-4CB0-B47E-D2DF07A5C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0800" y="5672137"/>
              <a:ext cx="201613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21" name="Rectangle 71">
              <a:extLst>
                <a:ext uri="{FF2B5EF4-FFF2-40B4-BE49-F238E27FC236}">
                  <a16:creationId xmlns:a16="http://schemas.microsoft.com/office/drawing/2014/main" id="{8D4AB043-1C87-439D-8EF0-541D1BE27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5750" y="5800725"/>
              <a:ext cx="236538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22" name="Rectangle 72">
              <a:extLst>
                <a:ext uri="{FF2B5EF4-FFF2-40B4-BE49-F238E27FC236}">
                  <a16:creationId xmlns:a16="http://schemas.microsoft.com/office/drawing/2014/main" id="{E5C52AF1-5F10-4140-968E-2D85E4508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938" y="5907087"/>
              <a:ext cx="2063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23" name="Rectangle 73">
              <a:extLst>
                <a:ext uri="{FF2B5EF4-FFF2-40B4-BE49-F238E27FC236}">
                  <a16:creationId xmlns:a16="http://schemas.microsoft.com/office/drawing/2014/main" id="{CFD2E882-8C5C-43E4-AAD0-049A4DC3B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4163" y="5459412"/>
              <a:ext cx="236537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24" name="Rectangle 74">
              <a:extLst>
                <a:ext uri="{FF2B5EF4-FFF2-40B4-BE49-F238E27FC236}">
                  <a16:creationId xmlns:a16="http://schemas.microsoft.com/office/drawing/2014/main" id="{7F097C97-CE27-40CA-B766-2EBF2F73A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763" y="5565775"/>
              <a:ext cx="206375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51203" name="TextBox 125">
            <a:extLst>
              <a:ext uri="{FF2B5EF4-FFF2-40B4-BE49-F238E27FC236}">
                <a16:creationId xmlns:a16="http://schemas.microsoft.com/office/drawing/2014/main" id="{FCD437ED-A391-433A-B067-255655521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0813" y="6477000"/>
            <a:ext cx="2643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2.20b from the textbook ]</a:t>
            </a:r>
          </a:p>
        </p:txBody>
      </p:sp>
      <p:pic>
        <p:nvPicPr>
          <p:cNvPr id="51204" name="Picture 100" descr="Screen shot 2013-09-06 at 2.05.51 PM.png">
            <a:extLst>
              <a:ext uri="{FF2B5EF4-FFF2-40B4-BE49-F238E27FC236}">
                <a16:creationId xmlns:a16="http://schemas.microsoft.com/office/drawing/2014/main" id="{E78E65D1-F5A7-4099-BCC9-11781C3E8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637" y="2628478"/>
            <a:ext cx="4270375" cy="7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4" descr="Screen shot 2013-09-06 at 2.04.46 PM.png">
            <a:extLst>
              <a:ext uri="{FF2B5EF4-FFF2-40B4-BE49-F238E27FC236}">
                <a16:creationId xmlns:a16="http://schemas.microsoft.com/office/drawing/2014/main" id="{A6B58ACB-474F-4DCF-AF23-67D05DA63A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143000"/>
            <a:ext cx="69342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Arrow: Down 1">
            <a:extLst>
              <a:ext uri="{FF2B5EF4-FFF2-40B4-BE49-F238E27FC236}">
                <a16:creationId xmlns:a16="http://schemas.microsoft.com/office/drawing/2014/main" id="{4E2A9916-9BCE-4224-908A-805126343D70}"/>
              </a:ext>
            </a:extLst>
          </p:cNvPr>
          <p:cNvSpPr/>
          <p:nvPr/>
        </p:nvSpPr>
        <p:spPr bwMode="auto">
          <a:xfrm>
            <a:off x="4311650" y="1926480"/>
            <a:ext cx="565150" cy="74052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charset="0"/>
              <a:ea typeface="ＭＳ Ｐゴシック" charset="0"/>
              <a:cs typeface="+mn-cs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60B920D0-CCBE-4600-867C-A6E7F1E55C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225"/>
            <a:ext cx="9144000" cy="685800"/>
          </a:xfrm>
        </p:spPr>
        <p:txBody>
          <a:bodyPr/>
          <a:lstStyle/>
          <a:p>
            <a:r>
              <a:rPr lang="en-US" altLang="en-US" sz="3200"/>
              <a:t>Two implementations for the same function</a:t>
            </a:r>
          </a:p>
        </p:txBody>
      </p:sp>
      <p:grpSp>
        <p:nvGrpSpPr>
          <p:cNvPr id="45058" name="Group 3">
            <a:extLst>
              <a:ext uri="{FF2B5EF4-FFF2-40B4-BE49-F238E27FC236}">
                <a16:creationId xmlns:a16="http://schemas.microsoft.com/office/drawing/2014/main" id="{5BB414B2-A0B8-40E6-B0B5-8824218EBB6F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1066800"/>
            <a:ext cx="5297488" cy="5345112"/>
            <a:chOff x="2228850" y="558800"/>
            <a:chExt cx="5297488" cy="5345113"/>
          </a:xfrm>
        </p:grpSpPr>
        <p:sp>
          <p:nvSpPr>
            <p:cNvPr id="45060" name="Line 2">
              <a:extLst>
                <a:ext uri="{FF2B5EF4-FFF2-40B4-BE49-F238E27FC236}">
                  <a16:creationId xmlns:a16="http://schemas.microsoft.com/office/drawing/2014/main" id="{2F1673F3-C6FC-4C9D-BBA0-F1C8B8F24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65788" y="2054225"/>
              <a:ext cx="3778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61" name="Line 3">
              <a:extLst>
                <a:ext uri="{FF2B5EF4-FFF2-40B4-BE49-F238E27FC236}">
                  <a16:creationId xmlns:a16="http://schemas.microsoft.com/office/drawing/2014/main" id="{5B86ED6B-5777-4DFA-9451-2B65F9F26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65788" y="1889125"/>
              <a:ext cx="3524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62" name="Line 4">
              <a:extLst>
                <a:ext uri="{FF2B5EF4-FFF2-40B4-BE49-F238E27FC236}">
                  <a16:creationId xmlns:a16="http://schemas.microsoft.com/office/drawing/2014/main" id="{F655A4AD-95AD-4F8E-B564-88300BF62A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65788" y="2217738"/>
              <a:ext cx="352425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63" name="Line 5">
              <a:extLst>
                <a:ext uri="{FF2B5EF4-FFF2-40B4-BE49-F238E27FC236}">
                  <a16:creationId xmlns:a16="http://schemas.microsoft.com/office/drawing/2014/main" id="{FF5D418D-8363-43F8-9F75-2942662D97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54800" y="2054225"/>
              <a:ext cx="188913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64" name="Freeform 6">
              <a:extLst>
                <a:ext uri="{FF2B5EF4-FFF2-40B4-BE49-F238E27FC236}">
                  <a16:creationId xmlns:a16="http://schemas.microsoft.com/office/drawing/2014/main" id="{461A40DC-6D5C-41AB-9E7D-E69663CA7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3763" y="1766888"/>
              <a:ext cx="704850" cy="280987"/>
            </a:xfrm>
            <a:custGeom>
              <a:avLst/>
              <a:gdLst>
                <a:gd name="T0" fmla="*/ 2147483646 w 886"/>
                <a:gd name="T1" fmla="*/ 0 h 353"/>
                <a:gd name="T2" fmla="*/ 2147483646 w 886"/>
                <a:gd name="T3" fmla="*/ 0 h 353"/>
                <a:gd name="T4" fmla="*/ 2147483646 w 886"/>
                <a:gd name="T5" fmla="*/ 0 h 353"/>
                <a:gd name="T6" fmla="*/ 2147483646 w 886"/>
                <a:gd name="T7" fmla="*/ 2147483646 h 353"/>
                <a:gd name="T8" fmla="*/ 2147483646 w 886"/>
                <a:gd name="T9" fmla="*/ 2147483646 h 353"/>
                <a:gd name="T10" fmla="*/ 2147483646 w 886"/>
                <a:gd name="T11" fmla="*/ 2147483646 h 353"/>
                <a:gd name="T12" fmla="*/ 2147483646 w 886"/>
                <a:gd name="T13" fmla="*/ 2147483646 h 353"/>
                <a:gd name="T14" fmla="*/ 2147483646 w 886"/>
                <a:gd name="T15" fmla="*/ 2147483646 h 353"/>
                <a:gd name="T16" fmla="*/ 2147483646 w 886"/>
                <a:gd name="T17" fmla="*/ 2147483646 h 353"/>
                <a:gd name="T18" fmla="*/ 2147483646 w 886"/>
                <a:gd name="T19" fmla="*/ 2147483646 h 353"/>
                <a:gd name="T20" fmla="*/ 2147483646 w 886"/>
                <a:gd name="T21" fmla="*/ 2147483646 h 353"/>
                <a:gd name="T22" fmla="*/ 2147483646 w 886"/>
                <a:gd name="T23" fmla="*/ 2147483646 h 353"/>
                <a:gd name="T24" fmla="*/ 2147483646 w 886"/>
                <a:gd name="T25" fmla="*/ 2147483646 h 353"/>
                <a:gd name="T26" fmla="*/ 2147483646 w 886"/>
                <a:gd name="T27" fmla="*/ 2147483646 h 353"/>
                <a:gd name="T28" fmla="*/ 2147483646 w 886"/>
                <a:gd name="T29" fmla="*/ 2147483646 h 353"/>
                <a:gd name="T30" fmla="*/ 2147483646 w 886"/>
                <a:gd name="T31" fmla="*/ 2147483646 h 353"/>
                <a:gd name="T32" fmla="*/ 2147483646 w 886"/>
                <a:gd name="T33" fmla="*/ 2147483646 h 353"/>
                <a:gd name="T34" fmla="*/ 2147483646 w 886"/>
                <a:gd name="T35" fmla="*/ 2147483646 h 353"/>
                <a:gd name="T36" fmla="*/ 2147483646 w 886"/>
                <a:gd name="T37" fmla="*/ 2147483646 h 353"/>
                <a:gd name="T38" fmla="*/ 2147483646 w 886"/>
                <a:gd name="T39" fmla="*/ 2147483646 h 353"/>
                <a:gd name="T40" fmla="*/ 2147483646 w 886"/>
                <a:gd name="T41" fmla="*/ 2147483646 h 353"/>
                <a:gd name="T42" fmla="*/ 2147483646 w 886"/>
                <a:gd name="T43" fmla="*/ 2147483646 h 353"/>
                <a:gd name="T44" fmla="*/ 2147483646 w 886"/>
                <a:gd name="T45" fmla="*/ 2147483646 h 353"/>
                <a:gd name="T46" fmla="*/ 2147483646 w 886"/>
                <a:gd name="T47" fmla="*/ 2147483646 h 353"/>
                <a:gd name="T48" fmla="*/ 2147483646 w 886"/>
                <a:gd name="T49" fmla="*/ 2147483646 h 353"/>
                <a:gd name="T50" fmla="*/ 2147483646 w 886"/>
                <a:gd name="T51" fmla="*/ 2147483646 h 353"/>
                <a:gd name="T52" fmla="*/ 2147483646 w 886"/>
                <a:gd name="T53" fmla="*/ 2147483646 h 353"/>
                <a:gd name="T54" fmla="*/ 2147483646 w 886"/>
                <a:gd name="T55" fmla="*/ 2147483646 h 353"/>
                <a:gd name="T56" fmla="*/ 2147483646 w 886"/>
                <a:gd name="T57" fmla="*/ 2147483646 h 353"/>
                <a:gd name="T58" fmla="*/ 2147483646 w 886"/>
                <a:gd name="T59" fmla="*/ 2147483646 h 353"/>
                <a:gd name="T60" fmla="*/ 2147483646 w 886"/>
                <a:gd name="T61" fmla="*/ 2147483646 h 353"/>
                <a:gd name="T62" fmla="*/ 2147483646 w 886"/>
                <a:gd name="T63" fmla="*/ 2147483646 h 353"/>
                <a:gd name="T64" fmla="*/ 2147483646 w 886"/>
                <a:gd name="T65" fmla="*/ 2147483646 h 353"/>
                <a:gd name="T66" fmla="*/ 2147483646 w 886"/>
                <a:gd name="T67" fmla="*/ 2147483646 h 353"/>
                <a:gd name="T68" fmla="*/ 2147483646 w 886"/>
                <a:gd name="T69" fmla="*/ 2147483646 h 353"/>
                <a:gd name="T70" fmla="*/ 2147483646 w 886"/>
                <a:gd name="T71" fmla="*/ 2147483646 h 353"/>
                <a:gd name="T72" fmla="*/ 2147483646 w 886"/>
                <a:gd name="T73" fmla="*/ 2147483646 h 353"/>
                <a:gd name="T74" fmla="*/ 2147483646 w 886"/>
                <a:gd name="T75" fmla="*/ 2147483646 h 353"/>
                <a:gd name="T76" fmla="*/ 2147483646 w 886"/>
                <a:gd name="T77" fmla="*/ 2147483646 h 353"/>
                <a:gd name="T78" fmla="*/ 2147483646 w 886"/>
                <a:gd name="T79" fmla="*/ 2147483646 h 353"/>
                <a:gd name="T80" fmla="*/ 2147483646 w 886"/>
                <a:gd name="T81" fmla="*/ 2147483646 h 353"/>
                <a:gd name="T82" fmla="*/ 2147483646 w 886"/>
                <a:gd name="T83" fmla="*/ 2147483646 h 353"/>
                <a:gd name="T84" fmla="*/ 2147483646 w 886"/>
                <a:gd name="T85" fmla="*/ 2147483646 h 353"/>
                <a:gd name="T86" fmla="*/ 2147483646 w 886"/>
                <a:gd name="T87" fmla="*/ 2147483646 h 353"/>
                <a:gd name="T88" fmla="*/ 2147483646 w 886"/>
                <a:gd name="T89" fmla="*/ 2147483646 h 353"/>
                <a:gd name="T90" fmla="*/ 2147483646 w 886"/>
                <a:gd name="T91" fmla="*/ 2147483646 h 353"/>
                <a:gd name="T92" fmla="*/ 2147483646 w 886"/>
                <a:gd name="T93" fmla="*/ 2147483646 h 353"/>
                <a:gd name="T94" fmla="*/ 2147483646 w 886"/>
                <a:gd name="T95" fmla="*/ 2147483646 h 353"/>
                <a:gd name="T96" fmla="*/ 2147483646 w 886"/>
                <a:gd name="T97" fmla="*/ 2147483646 h 353"/>
                <a:gd name="T98" fmla="*/ 2147483646 w 886"/>
                <a:gd name="T99" fmla="*/ 2147483646 h 353"/>
                <a:gd name="T100" fmla="*/ 2147483646 w 886"/>
                <a:gd name="T101" fmla="*/ 2147483646 h 353"/>
                <a:gd name="T102" fmla="*/ 2147483646 w 886"/>
                <a:gd name="T103" fmla="*/ 2147483646 h 353"/>
                <a:gd name="T104" fmla="*/ 2147483646 w 886"/>
                <a:gd name="T105" fmla="*/ 2147483646 h 353"/>
                <a:gd name="T106" fmla="*/ 2147483646 w 886"/>
                <a:gd name="T107" fmla="*/ 2147483646 h 353"/>
                <a:gd name="T108" fmla="*/ 2147483646 w 886"/>
                <a:gd name="T109" fmla="*/ 2147483646 h 353"/>
                <a:gd name="T110" fmla="*/ 2147483646 w 886"/>
                <a:gd name="T111" fmla="*/ 2147483646 h 353"/>
                <a:gd name="T112" fmla="*/ 2147483646 w 886"/>
                <a:gd name="T113" fmla="*/ 2147483646 h 353"/>
                <a:gd name="T114" fmla="*/ 2147483646 w 886"/>
                <a:gd name="T115" fmla="*/ 2147483646 h 353"/>
                <a:gd name="T116" fmla="*/ 2147483646 w 886"/>
                <a:gd name="T117" fmla="*/ 2147483646 h 353"/>
                <a:gd name="T118" fmla="*/ 2147483646 w 886"/>
                <a:gd name="T119" fmla="*/ 2147483646 h 353"/>
                <a:gd name="T120" fmla="*/ 2147483646 w 886"/>
                <a:gd name="T121" fmla="*/ 2147483646 h 3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6" h="353">
                  <a:moveTo>
                    <a:pt x="0" y="0"/>
                  </a:moveTo>
                  <a:lnTo>
                    <a:pt x="34" y="0"/>
                  </a:lnTo>
                  <a:lnTo>
                    <a:pt x="66" y="0"/>
                  </a:lnTo>
                  <a:lnTo>
                    <a:pt x="96" y="0"/>
                  </a:lnTo>
                  <a:lnTo>
                    <a:pt x="123" y="0"/>
                  </a:lnTo>
                  <a:lnTo>
                    <a:pt x="149" y="0"/>
                  </a:lnTo>
                  <a:lnTo>
                    <a:pt x="173" y="0"/>
                  </a:lnTo>
                  <a:lnTo>
                    <a:pt x="195" y="0"/>
                  </a:lnTo>
                  <a:lnTo>
                    <a:pt x="216" y="0"/>
                  </a:lnTo>
                  <a:lnTo>
                    <a:pt x="235" y="0"/>
                  </a:lnTo>
                  <a:lnTo>
                    <a:pt x="253" y="0"/>
                  </a:lnTo>
                  <a:lnTo>
                    <a:pt x="268" y="0"/>
                  </a:lnTo>
                  <a:lnTo>
                    <a:pt x="283" y="0"/>
                  </a:lnTo>
                  <a:lnTo>
                    <a:pt x="296" y="0"/>
                  </a:lnTo>
                  <a:lnTo>
                    <a:pt x="310" y="0"/>
                  </a:lnTo>
                  <a:lnTo>
                    <a:pt x="320" y="0"/>
                  </a:lnTo>
                  <a:lnTo>
                    <a:pt x="330" y="0"/>
                  </a:lnTo>
                  <a:lnTo>
                    <a:pt x="339" y="0"/>
                  </a:lnTo>
                  <a:lnTo>
                    <a:pt x="347" y="0"/>
                  </a:lnTo>
                  <a:lnTo>
                    <a:pt x="354" y="0"/>
                  </a:lnTo>
                  <a:lnTo>
                    <a:pt x="360" y="0"/>
                  </a:lnTo>
                  <a:lnTo>
                    <a:pt x="366" y="0"/>
                  </a:lnTo>
                  <a:lnTo>
                    <a:pt x="370" y="0"/>
                  </a:lnTo>
                  <a:lnTo>
                    <a:pt x="375" y="1"/>
                  </a:lnTo>
                  <a:lnTo>
                    <a:pt x="378" y="1"/>
                  </a:lnTo>
                  <a:lnTo>
                    <a:pt x="382" y="1"/>
                  </a:lnTo>
                  <a:lnTo>
                    <a:pt x="385" y="1"/>
                  </a:lnTo>
                  <a:lnTo>
                    <a:pt x="388" y="1"/>
                  </a:lnTo>
                  <a:lnTo>
                    <a:pt x="390" y="1"/>
                  </a:lnTo>
                  <a:lnTo>
                    <a:pt x="393" y="1"/>
                  </a:lnTo>
                  <a:lnTo>
                    <a:pt x="396" y="1"/>
                  </a:lnTo>
                  <a:lnTo>
                    <a:pt x="397" y="1"/>
                  </a:lnTo>
                  <a:lnTo>
                    <a:pt x="400" y="1"/>
                  </a:lnTo>
                  <a:lnTo>
                    <a:pt x="403" y="3"/>
                  </a:lnTo>
                  <a:lnTo>
                    <a:pt x="405" y="3"/>
                  </a:lnTo>
                  <a:lnTo>
                    <a:pt x="407" y="3"/>
                  </a:lnTo>
                  <a:lnTo>
                    <a:pt x="409" y="3"/>
                  </a:lnTo>
                  <a:lnTo>
                    <a:pt x="410" y="3"/>
                  </a:lnTo>
                  <a:lnTo>
                    <a:pt x="412" y="3"/>
                  </a:lnTo>
                  <a:lnTo>
                    <a:pt x="413" y="3"/>
                  </a:lnTo>
                  <a:lnTo>
                    <a:pt x="416" y="3"/>
                  </a:lnTo>
                  <a:lnTo>
                    <a:pt x="418" y="3"/>
                  </a:lnTo>
                  <a:lnTo>
                    <a:pt x="419" y="3"/>
                  </a:lnTo>
                  <a:lnTo>
                    <a:pt x="421" y="3"/>
                  </a:lnTo>
                  <a:lnTo>
                    <a:pt x="422" y="4"/>
                  </a:lnTo>
                  <a:lnTo>
                    <a:pt x="424" y="4"/>
                  </a:lnTo>
                  <a:lnTo>
                    <a:pt x="425" y="4"/>
                  </a:lnTo>
                  <a:lnTo>
                    <a:pt x="427" y="4"/>
                  </a:lnTo>
                  <a:lnTo>
                    <a:pt x="428" y="4"/>
                  </a:lnTo>
                  <a:lnTo>
                    <a:pt x="430" y="4"/>
                  </a:lnTo>
                  <a:lnTo>
                    <a:pt x="431" y="4"/>
                  </a:lnTo>
                  <a:lnTo>
                    <a:pt x="433" y="4"/>
                  </a:lnTo>
                  <a:lnTo>
                    <a:pt x="434" y="4"/>
                  </a:lnTo>
                  <a:lnTo>
                    <a:pt x="436" y="6"/>
                  </a:lnTo>
                  <a:lnTo>
                    <a:pt x="437" y="6"/>
                  </a:lnTo>
                  <a:lnTo>
                    <a:pt x="439" y="6"/>
                  </a:lnTo>
                  <a:lnTo>
                    <a:pt x="440" y="6"/>
                  </a:lnTo>
                  <a:lnTo>
                    <a:pt x="442" y="6"/>
                  </a:lnTo>
                  <a:lnTo>
                    <a:pt x="445" y="6"/>
                  </a:lnTo>
                  <a:lnTo>
                    <a:pt x="446" y="6"/>
                  </a:lnTo>
                  <a:lnTo>
                    <a:pt x="448" y="7"/>
                  </a:lnTo>
                  <a:lnTo>
                    <a:pt x="451" y="7"/>
                  </a:lnTo>
                  <a:lnTo>
                    <a:pt x="452" y="7"/>
                  </a:lnTo>
                  <a:lnTo>
                    <a:pt x="455" y="7"/>
                  </a:lnTo>
                  <a:lnTo>
                    <a:pt x="458" y="7"/>
                  </a:lnTo>
                  <a:lnTo>
                    <a:pt x="459" y="9"/>
                  </a:lnTo>
                  <a:lnTo>
                    <a:pt x="461" y="9"/>
                  </a:lnTo>
                  <a:lnTo>
                    <a:pt x="464" y="9"/>
                  </a:lnTo>
                  <a:lnTo>
                    <a:pt x="465" y="9"/>
                  </a:lnTo>
                  <a:lnTo>
                    <a:pt x="467" y="9"/>
                  </a:lnTo>
                  <a:lnTo>
                    <a:pt x="468" y="10"/>
                  </a:lnTo>
                  <a:lnTo>
                    <a:pt x="470" y="10"/>
                  </a:lnTo>
                  <a:lnTo>
                    <a:pt x="471" y="10"/>
                  </a:lnTo>
                  <a:lnTo>
                    <a:pt x="473" y="10"/>
                  </a:lnTo>
                  <a:lnTo>
                    <a:pt x="474" y="10"/>
                  </a:lnTo>
                  <a:lnTo>
                    <a:pt x="476" y="12"/>
                  </a:lnTo>
                  <a:lnTo>
                    <a:pt x="477" y="12"/>
                  </a:lnTo>
                  <a:lnTo>
                    <a:pt x="479" y="12"/>
                  </a:lnTo>
                  <a:lnTo>
                    <a:pt x="480" y="12"/>
                  </a:lnTo>
                  <a:lnTo>
                    <a:pt x="482" y="13"/>
                  </a:lnTo>
                  <a:lnTo>
                    <a:pt x="483" y="13"/>
                  </a:lnTo>
                  <a:lnTo>
                    <a:pt x="485" y="13"/>
                  </a:lnTo>
                  <a:lnTo>
                    <a:pt x="486" y="13"/>
                  </a:lnTo>
                  <a:lnTo>
                    <a:pt x="488" y="15"/>
                  </a:lnTo>
                  <a:lnTo>
                    <a:pt x="489" y="15"/>
                  </a:lnTo>
                  <a:lnTo>
                    <a:pt x="491" y="15"/>
                  </a:lnTo>
                  <a:lnTo>
                    <a:pt x="492" y="16"/>
                  </a:lnTo>
                  <a:lnTo>
                    <a:pt x="494" y="16"/>
                  </a:lnTo>
                  <a:lnTo>
                    <a:pt x="496" y="16"/>
                  </a:lnTo>
                  <a:lnTo>
                    <a:pt x="498" y="17"/>
                  </a:lnTo>
                  <a:lnTo>
                    <a:pt x="501" y="17"/>
                  </a:lnTo>
                  <a:lnTo>
                    <a:pt x="502" y="19"/>
                  </a:lnTo>
                  <a:lnTo>
                    <a:pt x="505" y="19"/>
                  </a:lnTo>
                  <a:lnTo>
                    <a:pt x="508" y="20"/>
                  </a:lnTo>
                  <a:lnTo>
                    <a:pt x="511" y="20"/>
                  </a:lnTo>
                  <a:lnTo>
                    <a:pt x="513" y="22"/>
                  </a:lnTo>
                  <a:lnTo>
                    <a:pt x="516" y="22"/>
                  </a:lnTo>
                  <a:lnTo>
                    <a:pt x="519" y="23"/>
                  </a:lnTo>
                  <a:lnTo>
                    <a:pt x="520" y="23"/>
                  </a:lnTo>
                  <a:lnTo>
                    <a:pt x="522" y="25"/>
                  </a:lnTo>
                  <a:lnTo>
                    <a:pt x="525" y="25"/>
                  </a:lnTo>
                  <a:lnTo>
                    <a:pt x="526" y="26"/>
                  </a:lnTo>
                  <a:lnTo>
                    <a:pt x="528" y="26"/>
                  </a:lnTo>
                  <a:lnTo>
                    <a:pt x="529" y="26"/>
                  </a:lnTo>
                  <a:lnTo>
                    <a:pt x="531" y="28"/>
                  </a:lnTo>
                  <a:lnTo>
                    <a:pt x="532" y="28"/>
                  </a:lnTo>
                  <a:lnTo>
                    <a:pt x="534" y="28"/>
                  </a:lnTo>
                  <a:lnTo>
                    <a:pt x="535" y="29"/>
                  </a:lnTo>
                  <a:lnTo>
                    <a:pt x="537" y="29"/>
                  </a:lnTo>
                  <a:lnTo>
                    <a:pt x="538" y="29"/>
                  </a:lnTo>
                  <a:lnTo>
                    <a:pt x="538" y="31"/>
                  </a:lnTo>
                  <a:lnTo>
                    <a:pt x="539" y="31"/>
                  </a:lnTo>
                  <a:lnTo>
                    <a:pt x="541" y="31"/>
                  </a:lnTo>
                  <a:lnTo>
                    <a:pt x="542" y="32"/>
                  </a:lnTo>
                  <a:lnTo>
                    <a:pt x="544" y="32"/>
                  </a:lnTo>
                  <a:lnTo>
                    <a:pt x="545" y="34"/>
                  </a:lnTo>
                  <a:lnTo>
                    <a:pt x="547" y="34"/>
                  </a:lnTo>
                  <a:lnTo>
                    <a:pt x="548" y="35"/>
                  </a:lnTo>
                  <a:lnTo>
                    <a:pt x="550" y="35"/>
                  </a:lnTo>
                  <a:lnTo>
                    <a:pt x="551" y="37"/>
                  </a:lnTo>
                  <a:lnTo>
                    <a:pt x="553" y="37"/>
                  </a:lnTo>
                  <a:lnTo>
                    <a:pt x="556" y="38"/>
                  </a:lnTo>
                  <a:lnTo>
                    <a:pt x="557" y="40"/>
                  </a:lnTo>
                  <a:lnTo>
                    <a:pt x="559" y="40"/>
                  </a:lnTo>
                  <a:lnTo>
                    <a:pt x="562" y="41"/>
                  </a:lnTo>
                  <a:lnTo>
                    <a:pt x="563" y="43"/>
                  </a:lnTo>
                  <a:lnTo>
                    <a:pt x="566" y="44"/>
                  </a:lnTo>
                  <a:lnTo>
                    <a:pt x="569" y="44"/>
                  </a:lnTo>
                  <a:lnTo>
                    <a:pt x="571" y="46"/>
                  </a:lnTo>
                  <a:lnTo>
                    <a:pt x="572" y="47"/>
                  </a:lnTo>
                  <a:lnTo>
                    <a:pt x="574" y="47"/>
                  </a:lnTo>
                  <a:lnTo>
                    <a:pt x="577" y="49"/>
                  </a:lnTo>
                  <a:lnTo>
                    <a:pt x="578" y="50"/>
                  </a:lnTo>
                  <a:lnTo>
                    <a:pt x="580" y="50"/>
                  </a:lnTo>
                  <a:lnTo>
                    <a:pt x="581" y="52"/>
                  </a:lnTo>
                  <a:lnTo>
                    <a:pt x="582" y="52"/>
                  </a:lnTo>
                  <a:lnTo>
                    <a:pt x="584" y="53"/>
                  </a:lnTo>
                  <a:lnTo>
                    <a:pt x="585" y="53"/>
                  </a:lnTo>
                  <a:lnTo>
                    <a:pt x="587" y="55"/>
                  </a:lnTo>
                  <a:lnTo>
                    <a:pt x="588" y="55"/>
                  </a:lnTo>
                  <a:lnTo>
                    <a:pt x="590" y="56"/>
                  </a:lnTo>
                  <a:lnTo>
                    <a:pt x="591" y="56"/>
                  </a:lnTo>
                  <a:lnTo>
                    <a:pt x="593" y="58"/>
                  </a:lnTo>
                  <a:lnTo>
                    <a:pt x="594" y="58"/>
                  </a:lnTo>
                  <a:lnTo>
                    <a:pt x="596" y="59"/>
                  </a:lnTo>
                  <a:lnTo>
                    <a:pt x="597" y="60"/>
                  </a:lnTo>
                  <a:lnTo>
                    <a:pt x="599" y="60"/>
                  </a:lnTo>
                  <a:lnTo>
                    <a:pt x="600" y="62"/>
                  </a:lnTo>
                  <a:lnTo>
                    <a:pt x="602" y="62"/>
                  </a:lnTo>
                  <a:lnTo>
                    <a:pt x="603" y="63"/>
                  </a:lnTo>
                  <a:lnTo>
                    <a:pt x="605" y="65"/>
                  </a:lnTo>
                  <a:lnTo>
                    <a:pt x="606" y="65"/>
                  </a:lnTo>
                  <a:lnTo>
                    <a:pt x="609" y="66"/>
                  </a:lnTo>
                  <a:lnTo>
                    <a:pt x="611" y="68"/>
                  </a:lnTo>
                  <a:lnTo>
                    <a:pt x="612" y="68"/>
                  </a:lnTo>
                  <a:lnTo>
                    <a:pt x="615" y="69"/>
                  </a:lnTo>
                  <a:lnTo>
                    <a:pt x="617" y="71"/>
                  </a:lnTo>
                  <a:lnTo>
                    <a:pt x="618" y="72"/>
                  </a:lnTo>
                  <a:lnTo>
                    <a:pt x="621" y="72"/>
                  </a:lnTo>
                  <a:lnTo>
                    <a:pt x="623" y="74"/>
                  </a:lnTo>
                  <a:lnTo>
                    <a:pt x="624" y="74"/>
                  </a:lnTo>
                  <a:lnTo>
                    <a:pt x="625" y="75"/>
                  </a:lnTo>
                  <a:lnTo>
                    <a:pt x="627" y="77"/>
                  </a:lnTo>
                  <a:lnTo>
                    <a:pt x="628" y="77"/>
                  </a:lnTo>
                  <a:lnTo>
                    <a:pt x="630" y="78"/>
                  </a:lnTo>
                  <a:lnTo>
                    <a:pt x="631" y="78"/>
                  </a:lnTo>
                  <a:lnTo>
                    <a:pt x="633" y="80"/>
                  </a:lnTo>
                  <a:lnTo>
                    <a:pt x="634" y="81"/>
                  </a:lnTo>
                  <a:lnTo>
                    <a:pt x="636" y="81"/>
                  </a:lnTo>
                  <a:lnTo>
                    <a:pt x="637" y="83"/>
                  </a:lnTo>
                  <a:lnTo>
                    <a:pt x="639" y="83"/>
                  </a:lnTo>
                  <a:lnTo>
                    <a:pt x="639" y="84"/>
                  </a:lnTo>
                  <a:lnTo>
                    <a:pt x="640" y="84"/>
                  </a:lnTo>
                  <a:lnTo>
                    <a:pt x="642" y="84"/>
                  </a:lnTo>
                  <a:lnTo>
                    <a:pt x="642" y="86"/>
                  </a:lnTo>
                  <a:lnTo>
                    <a:pt x="643" y="86"/>
                  </a:lnTo>
                  <a:lnTo>
                    <a:pt x="645" y="87"/>
                  </a:lnTo>
                  <a:lnTo>
                    <a:pt x="646" y="87"/>
                  </a:lnTo>
                  <a:lnTo>
                    <a:pt x="648" y="89"/>
                  </a:lnTo>
                  <a:lnTo>
                    <a:pt x="648" y="90"/>
                  </a:lnTo>
                  <a:lnTo>
                    <a:pt x="649" y="90"/>
                  </a:lnTo>
                  <a:lnTo>
                    <a:pt x="651" y="92"/>
                  </a:lnTo>
                  <a:lnTo>
                    <a:pt x="654" y="92"/>
                  </a:lnTo>
                  <a:lnTo>
                    <a:pt x="655" y="93"/>
                  </a:lnTo>
                  <a:lnTo>
                    <a:pt x="657" y="95"/>
                  </a:lnTo>
                  <a:lnTo>
                    <a:pt x="658" y="96"/>
                  </a:lnTo>
                  <a:lnTo>
                    <a:pt x="660" y="96"/>
                  </a:lnTo>
                  <a:lnTo>
                    <a:pt x="661" y="98"/>
                  </a:lnTo>
                  <a:lnTo>
                    <a:pt x="663" y="99"/>
                  </a:lnTo>
                  <a:lnTo>
                    <a:pt x="664" y="101"/>
                  </a:lnTo>
                  <a:lnTo>
                    <a:pt x="666" y="101"/>
                  </a:lnTo>
                  <a:lnTo>
                    <a:pt x="667" y="102"/>
                  </a:lnTo>
                  <a:lnTo>
                    <a:pt x="668" y="102"/>
                  </a:lnTo>
                  <a:lnTo>
                    <a:pt x="670" y="103"/>
                  </a:lnTo>
                  <a:lnTo>
                    <a:pt x="671" y="105"/>
                  </a:lnTo>
                  <a:lnTo>
                    <a:pt x="673" y="105"/>
                  </a:lnTo>
                  <a:lnTo>
                    <a:pt x="673" y="106"/>
                  </a:lnTo>
                  <a:lnTo>
                    <a:pt x="674" y="106"/>
                  </a:lnTo>
                  <a:lnTo>
                    <a:pt x="676" y="108"/>
                  </a:lnTo>
                  <a:lnTo>
                    <a:pt x="677" y="108"/>
                  </a:lnTo>
                  <a:lnTo>
                    <a:pt x="677" y="109"/>
                  </a:lnTo>
                  <a:lnTo>
                    <a:pt x="679" y="109"/>
                  </a:lnTo>
                  <a:lnTo>
                    <a:pt x="679" y="111"/>
                  </a:lnTo>
                  <a:lnTo>
                    <a:pt x="680" y="111"/>
                  </a:lnTo>
                  <a:lnTo>
                    <a:pt x="682" y="112"/>
                  </a:lnTo>
                  <a:lnTo>
                    <a:pt x="683" y="112"/>
                  </a:lnTo>
                  <a:lnTo>
                    <a:pt x="683" y="114"/>
                  </a:lnTo>
                  <a:lnTo>
                    <a:pt x="685" y="115"/>
                  </a:lnTo>
                  <a:lnTo>
                    <a:pt x="686" y="115"/>
                  </a:lnTo>
                  <a:lnTo>
                    <a:pt x="688" y="117"/>
                  </a:lnTo>
                  <a:lnTo>
                    <a:pt x="689" y="118"/>
                  </a:lnTo>
                  <a:lnTo>
                    <a:pt x="691" y="118"/>
                  </a:lnTo>
                  <a:lnTo>
                    <a:pt x="691" y="120"/>
                  </a:lnTo>
                  <a:lnTo>
                    <a:pt x="692" y="120"/>
                  </a:lnTo>
                  <a:lnTo>
                    <a:pt x="694" y="121"/>
                  </a:lnTo>
                  <a:lnTo>
                    <a:pt x="695" y="123"/>
                  </a:lnTo>
                  <a:lnTo>
                    <a:pt x="697" y="123"/>
                  </a:lnTo>
                  <a:lnTo>
                    <a:pt x="697" y="124"/>
                  </a:lnTo>
                  <a:lnTo>
                    <a:pt x="698" y="124"/>
                  </a:lnTo>
                  <a:lnTo>
                    <a:pt x="698" y="126"/>
                  </a:lnTo>
                  <a:lnTo>
                    <a:pt x="700" y="126"/>
                  </a:lnTo>
                  <a:lnTo>
                    <a:pt x="701" y="127"/>
                  </a:lnTo>
                  <a:lnTo>
                    <a:pt x="703" y="127"/>
                  </a:lnTo>
                  <a:lnTo>
                    <a:pt x="703" y="129"/>
                  </a:lnTo>
                  <a:lnTo>
                    <a:pt x="704" y="129"/>
                  </a:lnTo>
                  <a:lnTo>
                    <a:pt x="706" y="130"/>
                  </a:lnTo>
                  <a:lnTo>
                    <a:pt x="707" y="132"/>
                  </a:lnTo>
                  <a:lnTo>
                    <a:pt x="709" y="132"/>
                  </a:lnTo>
                  <a:lnTo>
                    <a:pt x="709" y="133"/>
                  </a:lnTo>
                  <a:lnTo>
                    <a:pt x="710" y="133"/>
                  </a:lnTo>
                  <a:lnTo>
                    <a:pt x="711" y="135"/>
                  </a:lnTo>
                  <a:lnTo>
                    <a:pt x="713" y="135"/>
                  </a:lnTo>
                  <a:lnTo>
                    <a:pt x="714" y="136"/>
                  </a:lnTo>
                  <a:lnTo>
                    <a:pt x="716" y="138"/>
                  </a:lnTo>
                  <a:lnTo>
                    <a:pt x="717" y="139"/>
                  </a:lnTo>
                  <a:lnTo>
                    <a:pt x="719" y="139"/>
                  </a:lnTo>
                  <a:lnTo>
                    <a:pt x="720" y="141"/>
                  </a:lnTo>
                  <a:lnTo>
                    <a:pt x="722" y="142"/>
                  </a:lnTo>
                  <a:lnTo>
                    <a:pt x="723" y="142"/>
                  </a:lnTo>
                  <a:lnTo>
                    <a:pt x="723" y="144"/>
                  </a:lnTo>
                  <a:lnTo>
                    <a:pt x="725" y="144"/>
                  </a:lnTo>
                  <a:lnTo>
                    <a:pt x="726" y="145"/>
                  </a:lnTo>
                  <a:lnTo>
                    <a:pt x="728" y="146"/>
                  </a:lnTo>
                  <a:lnTo>
                    <a:pt x="729" y="146"/>
                  </a:lnTo>
                  <a:lnTo>
                    <a:pt x="729" y="148"/>
                  </a:lnTo>
                  <a:lnTo>
                    <a:pt x="731" y="148"/>
                  </a:lnTo>
                  <a:lnTo>
                    <a:pt x="731" y="149"/>
                  </a:lnTo>
                  <a:lnTo>
                    <a:pt x="732" y="149"/>
                  </a:lnTo>
                  <a:lnTo>
                    <a:pt x="732" y="151"/>
                  </a:lnTo>
                  <a:lnTo>
                    <a:pt x="734" y="151"/>
                  </a:lnTo>
                  <a:lnTo>
                    <a:pt x="734" y="152"/>
                  </a:lnTo>
                  <a:lnTo>
                    <a:pt x="735" y="152"/>
                  </a:lnTo>
                  <a:lnTo>
                    <a:pt x="737" y="154"/>
                  </a:lnTo>
                  <a:lnTo>
                    <a:pt x="737" y="155"/>
                  </a:lnTo>
                  <a:lnTo>
                    <a:pt x="738" y="157"/>
                  </a:lnTo>
                  <a:lnTo>
                    <a:pt x="740" y="157"/>
                  </a:lnTo>
                  <a:lnTo>
                    <a:pt x="741" y="158"/>
                  </a:lnTo>
                  <a:lnTo>
                    <a:pt x="741" y="160"/>
                  </a:lnTo>
                  <a:lnTo>
                    <a:pt x="743" y="161"/>
                  </a:lnTo>
                  <a:lnTo>
                    <a:pt x="744" y="163"/>
                  </a:lnTo>
                  <a:lnTo>
                    <a:pt x="746" y="164"/>
                  </a:lnTo>
                  <a:lnTo>
                    <a:pt x="747" y="166"/>
                  </a:lnTo>
                  <a:lnTo>
                    <a:pt x="749" y="167"/>
                  </a:lnTo>
                  <a:lnTo>
                    <a:pt x="750" y="169"/>
                  </a:lnTo>
                  <a:lnTo>
                    <a:pt x="752" y="170"/>
                  </a:lnTo>
                  <a:lnTo>
                    <a:pt x="753" y="172"/>
                  </a:lnTo>
                  <a:lnTo>
                    <a:pt x="754" y="173"/>
                  </a:lnTo>
                  <a:lnTo>
                    <a:pt x="754" y="175"/>
                  </a:lnTo>
                  <a:lnTo>
                    <a:pt x="756" y="175"/>
                  </a:lnTo>
                  <a:lnTo>
                    <a:pt x="756" y="176"/>
                  </a:lnTo>
                  <a:lnTo>
                    <a:pt x="757" y="176"/>
                  </a:lnTo>
                  <a:lnTo>
                    <a:pt x="759" y="178"/>
                  </a:lnTo>
                  <a:lnTo>
                    <a:pt x="759" y="179"/>
                  </a:lnTo>
                  <a:lnTo>
                    <a:pt x="760" y="179"/>
                  </a:lnTo>
                  <a:lnTo>
                    <a:pt x="760" y="181"/>
                  </a:lnTo>
                  <a:lnTo>
                    <a:pt x="762" y="182"/>
                  </a:lnTo>
                  <a:lnTo>
                    <a:pt x="763" y="184"/>
                  </a:lnTo>
                  <a:lnTo>
                    <a:pt x="765" y="185"/>
                  </a:lnTo>
                  <a:lnTo>
                    <a:pt x="766" y="187"/>
                  </a:lnTo>
                  <a:lnTo>
                    <a:pt x="766" y="188"/>
                  </a:lnTo>
                  <a:lnTo>
                    <a:pt x="768" y="189"/>
                  </a:lnTo>
                  <a:lnTo>
                    <a:pt x="769" y="189"/>
                  </a:lnTo>
                  <a:lnTo>
                    <a:pt x="771" y="191"/>
                  </a:lnTo>
                  <a:lnTo>
                    <a:pt x="771" y="192"/>
                  </a:lnTo>
                  <a:lnTo>
                    <a:pt x="772" y="194"/>
                  </a:lnTo>
                  <a:lnTo>
                    <a:pt x="774" y="197"/>
                  </a:lnTo>
                  <a:lnTo>
                    <a:pt x="775" y="198"/>
                  </a:lnTo>
                  <a:lnTo>
                    <a:pt x="777" y="200"/>
                  </a:lnTo>
                  <a:lnTo>
                    <a:pt x="778" y="201"/>
                  </a:lnTo>
                  <a:lnTo>
                    <a:pt x="781" y="204"/>
                  </a:lnTo>
                  <a:lnTo>
                    <a:pt x="783" y="206"/>
                  </a:lnTo>
                  <a:lnTo>
                    <a:pt x="784" y="207"/>
                  </a:lnTo>
                  <a:lnTo>
                    <a:pt x="786" y="209"/>
                  </a:lnTo>
                  <a:lnTo>
                    <a:pt x="786" y="210"/>
                  </a:lnTo>
                  <a:lnTo>
                    <a:pt x="787" y="213"/>
                  </a:lnTo>
                  <a:lnTo>
                    <a:pt x="789" y="213"/>
                  </a:lnTo>
                  <a:lnTo>
                    <a:pt x="790" y="215"/>
                  </a:lnTo>
                  <a:lnTo>
                    <a:pt x="792" y="216"/>
                  </a:lnTo>
                  <a:lnTo>
                    <a:pt x="792" y="218"/>
                  </a:lnTo>
                  <a:lnTo>
                    <a:pt x="793" y="219"/>
                  </a:lnTo>
                  <a:lnTo>
                    <a:pt x="795" y="221"/>
                  </a:lnTo>
                  <a:lnTo>
                    <a:pt x="796" y="222"/>
                  </a:lnTo>
                  <a:lnTo>
                    <a:pt x="796" y="224"/>
                  </a:lnTo>
                  <a:lnTo>
                    <a:pt x="797" y="225"/>
                  </a:lnTo>
                  <a:lnTo>
                    <a:pt x="797" y="227"/>
                  </a:lnTo>
                  <a:lnTo>
                    <a:pt x="799" y="227"/>
                  </a:lnTo>
                  <a:lnTo>
                    <a:pt x="800" y="228"/>
                  </a:lnTo>
                  <a:lnTo>
                    <a:pt x="800" y="230"/>
                  </a:lnTo>
                  <a:lnTo>
                    <a:pt x="802" y="231"/>
                  </a:lnTo>
                  <a:lnTo>
                    <a:pt x="803" y="232"/>
                  </a:lnTo>
                  <a:lnTo>
                    <a:pt x="803" y="234"/>
                  </a:lnTo>
                  <a:lnTo>
                    <a:pt x="805" y="235"/>
                  </a:lnTo>
                  <a:lnTo>
                    <a:pt x="806" y="237"/>
                  </a:lnTo>
                  <a:lnTo>
                    <a:pt x="808" y="238"/>
                  </a:lnTo>
                  <a:lnTo>
                    <a:pt x="808" y="240"/>
                  </a:lnTo>
                  <a:lnTo>
                    <a:pt x="809" y="241"/>
                  </a:lnTo>
                  <a:lnTo>
                    <a:pt x="811" y="243"/>
                  </a:lnTo>
                  <a:lnTo>
                    <a:pt x="812" y="246"/>
                  </a:lnTo>
                  <a:lnTo>
                    <a:pt x="814" y="247"/>
                  </a:lnTo>
                  <a:lnTo>
                    <a:pt x="815" y="250"/>
                  </a:lnTo>
                  <a:lnTo>
                    <a:pt x="818" y="252"/>
                  </a:lnTo>
                  <a:lnTo>
                    <a:pt x="820" y="255"/>
                  </a:lnTo>
                  <a:lnTo>
                    <a:pt x="821" y="256"/>
                  </a:lnTo>
                  <a:lnTo>
                    <a:pt x="823" y="259"/>
                  </a:lnTo>
                  <a:lnTo>
                    <a:pt x="823" y="261"/>
                  </a:lnTo>
                  <a:lnTo>
                    <a:pt x="824" y="262"/>
                  </a:lnTo>
                  <a:lnTo>
                    <a:pt x="826" y="264"/>
                  </a:lnTo>
                  <a:lnTo>
                    <a:pt x="827" y="265"/>
                  </a:lnTo>
                  <a:lnTo>
                    <a:pt x="829" y="267"/>
                  </a:lnTo>
                  <a:lnTo>
                    <a:pt x="829" y="268"/>
                  </a:lnTo>
                  <a:lnTo>
                    <a:pt x="830" y="270"/>
                  </a:lnTo>
                  <a:lnTo>
                    <a:pt x="832" y="271"/>
                  </a:lnTo>
                  <a:lnTo>
                    <a:pt x="832" y="273"/>
                  </a:lnTo>
                  <a:lnTo>
                    <a:pt x="833" y="274"/>
                  </a:lnTo>
                  <a:lnTo>
                    <a:pt x="833" y="275"/>
                  </a:lnTo>
                  <a:lnTo>
                    <a:pt x="835" y="275"/>
                  </a:lnTo>
                  <a:lnTo>
                    <a:pt x="836" y="277"/>
                  </a:lnTo>
                  <a:lnTo>
                    <a:pt x="836" y="278"/>
                  </a:lnTo>
                  <a:lnTo>
                    <a:pt x="838" y="280"/>
                  </a:lnTo>
                  <a:lnTo>
                    <a:pt x="838" y="281"/>
                  </a:lnTo>
                  <a:lnTo>
                    <a:pt x="839" y="283"/>
                  </a:lnTo>
                  <a:lnTo>
                    <a:pt x="840" y="284"/>
                  </a:lnTo>
                  <a:lnTo>
                    <a:pt x="842" y="286"/>
                  </a:lnTo>
                  <a:lnTo>
                    <a:pt x="842" y="287"/>
                  </a:lnTo>
                  <a:lnTo>
                    <a:pt x="843" y="289"/>
                  </a:lnTo>
                  <a:lnTo>
                    <a:pt x="845" y="290"/>
                  </a:lnTo>
                  <a:lnTo>
                    <a:pt x="846" y="292"/>
                  </a:lnTo>
                  <a:lnTo>
                    <a:pt x="848" y="293"/>
                  </a:lnTo>
                  <a:lnTo>
                    <a:pt x="849" y="296"/>
                  </a:lnTo>
                  <a:lnTo>
                    <a:pt x="851" y="298"/>
                  </a:lnTo>
                  <a:lnTo>
                    <a:pt x="852" y="301"/>
                  </a:lnTo>
                  <a:lnTo>
                    <a:pt x="854" y="302"/>
                  </a:lnTo>
                  <a:lnTo>
                    <a:pt x="855" y="305"/>
                  </a:lnTo>
                  <a:lnTo>
                    <a:pt x="857" y="308"/>
                  </a:lnTo>
                  <a:lnTo>
                    <a:pt x="858" y="310"/>
                  </a:lnTo>
                  <a:lnTo>
                    <a:pt x="860" y="311"/>
                  </a:lnTo>
                  <a:lnTo>
                    <a:pt x="861" y="314"/>
                  </a:lnTo>
                  <a:lnTo>
                    <a:pt x="863" y="316"/>
                  </a:lnTo>
                  <a:lnTo>
                    <a:pt x="864" y="317"/>
                  </a:lnTo>
                  <a:lnTo>
                    <a:pt x="866" y="319"/>
                  </a:lnTo>
                  <a:lnTo>
                    <a:pt x="866" y="320"/>
                  </a:lnTo>
                  <a:lnTo>
                    <a:pt x="867" y="321"/>
                  </a:lnTo>
                  <a:lnTo>
                    <a:pt x="869" y="323"/>
                  </a:lnTo>
                  <a:lnTo>
                    <a:pt x="869" y="324"/>
                  </a:lnTo>
                  <a:lnTo>
                    <a:pt x="870" y="326"/>
                  </a:lnTo>
                  <a:lnTo>
                    <a:pt x="872" y="327"/>
                  </a:lnTo>
                  <a:lnTo>
                    <a:pt x="873" y="329"/>
                  </a:lnTo>
                  <a:lnTo>
                    <a:pt x="873" y="330"/>
                  </a:lnTo>
                  <a:lnTo>
                    <a:pt x="875" y="332"/>
                  </a:lnTo>
                  <a:lnTo>
                    <a:pt x="875" y="333"/>
                  </a:lnTo>
                  <a:lnTo>
                    <a:pt x="876" y="333"/>
                  </a:lnTo>
                  <a:lnTo>
                    <a:pt x="876" y="335"/>
                  </a:lnTo>
                  <a:lnTo>
                    <a:pt x="878" y="336"/>
                  </a:lnTo>
                  <a:lnTo>
                    <a:pt x="878" y="338"/>
                  </a:lnTo>
                  <a:lnTo>
                    <a:pt x="879" y="339"/>
                  </a:lnTo>
                  <a:lnTo>
                    <a:pt x="879" y="341"/>
                  </a:lnTo>
                  <a:lnTo>
                    <a:pt x="881" y="342"/>
                  </a:lnTo>
                  <a:lnTo>
                    <a:pt x="881" y="344"/>
                  </a:lnTo>
                  <a:lnTo>
                    <a:pt x="882" y="345"/>
                  </a:lnTo>
                  <a:lnTo>
                    <a:pt x="883" y="347"/>
                  </a:lnTo>
                  <a:lnTo>
                    <a:pt x="883" y="348"/>
                  </a:lnTo>
                  <a:lnTo>
                    <a:pt x="885" y="350"/>
                  </a:lnTo>
                  <a:lnTo>
                    <a:pt x="886" y="35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65" name="Freeform 7">
              <a:extLst>
                <a:ext uri="{FF2B5EF4-FFF2-40B4-BE49-F238E27FC236}">
                  <a16:creationId xmlns:a16="http://schemas.microsoft.com/office/drawing/2014/main" id="{26A16C2C-FE90-470C-9CE4-F943477A1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3763" y="2049463"/>
              <a:ext cx="704850" cy="277812"/>
            </a:xfrm>
            <a:custGeom>
              <a:avLst/>
              <a:gdLst>
                <a:gd name="T0" fmla="*/ 2147483646 w 886"/>
                <a:gd name="T1" fmla="*/ 2147483646 h 352"/>
                <a:gd name="T2" fmla="*/ 2147483646 w 886"/>
                <a:gd name="T3" fmla="*/ 2147483646 h 352"/>
                <a:gd name="T4" fmla="*/ 2147483646 w 886"/>
                <a:gd name="T5" fmla="*/ 2147483646 h 352"/>
                <a:gd name="T6" fmla="*/ 2147483646 w 886"/>
                <a:gd name="T7" fmla="*/ 2147483646 h 352"/>
                <a:gd name="T8" fmla="*/ 2147483646 w 886"/>
                <a:gd name="T9" fmla="*/ 2147483646 h 352"/>
                <a:gd name="T10" fmla="*/ 2147483646 w 886"/>
                <a:gd name="T11" fmla="*/ 2147483646 h 352"/>
                <a:gd name="T12" fmla="*/ 2147483646 w 886"/>
                <a:gd name="T13" fmla="*/ 2147483646 h 352"/>
                <a:gd name="T14" fmla="*/ 2147483646 w 886"/>
                <a:gd name="T15" fmla="*/ 2147483646 h 352"/>
                <a:gd name="T16" fmla="*/ 2147483646 w 886"/>
                <a:gd name="T17" fmla="*/ 2147483646 h 352"/>
                <a:gd name="T18" fmla="*/ 2147483646 w 886"/>
                <a:gd name="T19" fmla="*/ 2147483646 h 352"/>
                <a:gd name="T20" fmla="*/ 2147483646 w 886"/>
                <a:gd name="T21" fmla="*/ 2147483646 h 352"/>
                <a:gd name="T22" fmla="*/ 2147483646 w 886"/>
                <a:gd name="T23" fmla="*/ 2147483646 h 352"/>
                <a:gd name="T24" fmla="*/ 2147483646 w 886"/>
                <a:gd name="T25" fmla="*/ 2147483646 h 352"/>
                <a:gd name="T26" fmla="*/ 2147483646 w 886"/>
                <a:gd name="T27" fmla="*/ 2147483646 h 352"/>
                <a:gd name="T28" fmla="*/ 2147483646 w 886"/>
                <a:gd name="T29" fmla="*/ 2147483646 h 352"/>
                <a:gd name="T30" fmla="*/ 2147483646 w 886"/>
                <a:gd name="T31" fmla="*/ 2147483646 h 352"/>
                <a:gd name="T32" fmla="*/ 2147483646 w 886"/>
                <a:gd name="T33" fmla="*/ 2147483646 h 352"/>
                <a:gd name="T34" fmla="*/ 2147483646 w 886"/>
                <a:gd name="T35" fmla="*/ 2147483646 h 352"/>
                <a:gd name="T36" fmla="*/ 2147483646 w 886"/>
                <a:gd name="T37" fmla="*/ 2147483646 h 352"/>
                <a:gd name="T38" fmla="*/ 2147483646 w 886"/>
                <a:gd name="T39" fmla="*/ 2147483646 h 352"/>
                <a:gd name="T40" fmla="*/ 2147483646 w 886"/>
                <a:gd name="T41" fmla="*/ 2147483646 h 352"/>
                <a:gd name="T42" fmla="*/ 2147483646 w 886"/>
                <a:gd name="T43" fmla="*/ 2147483646 h 352"/>
                <a:gd name="T44" fmla="*/ 2147483646 w 886"/>
                <a:gd name="T45" fmla="*/ 2147483646 h 352"/>
                <a:gd name="T46" fmla="*/ 2147483646 w 886"/>
                <a:gd name="T47" fmla="*/ 2147483646 h 352"/>
                <a:gd name="T48" fmla="*/ 2147483646 w 886"/>
                <a:gd name="T49" fmla="*/ 2147483646 h 352"/>
                <a:gd name="T50" fmla="*/ 2147483646 w 886"/>
                <a:gd name="T51" fmla="*/ 2147483646 h 352"/>
                <a:gd name="T52" fmla="*/ 2147483646 w 886"/>
                <a:gd name="T53" fmla="*/ 2147483646 h 352"/>
                <a:gd name="T54" fmla="*/ 2147483646 w 886"/>
                <a:gd name="T55" fmla="*/ 2147483646 h 352"/>
                <a:gd name="T56" fmla="*/ 2147483646 w 886"/>
                <a:gd name="T57" fmla="*/ 2147483646 h 352"/>
                <a:gd name="T58" fmla="*/ 2147483646 w 886"/>
                <a:gd name="T59" fmla="*/ 2147483646 h 352"/>
                <a:gd name="T60" fmla="*/ 2147483646 w 886"/>
                <a:gd name="T61" fmla="*/ 2147483646 h 352"/>
                <a:gd name="T62" fmla="*/ 2147483646 w 886"/>
                <a:gd name="T63" fmla="*/ 2147483646 h 352"/>
                <a:gd name="T64" fmla="*/ 2147483646 w 886"/>
                <a:gd name="T65" fmla="*/ 2147483646 h 352"/>
                <a:gd name="T66" fmla="*/ 2147483646 w 886"/>
                <a:gd name="T67" fmla="*/ 2147483646 h 352"/>
                <a:gd name="T68" fmla="*/ 2147483646 w 886"/>
                <a:gd name="T69" fmla="*/ 2147483646 h 352"/>
                <a:gd name="T70" fmla="*/ 2147483646 w 886"/>
                <a:gd name="T71" fmla="*/ 2147483646 h 352"/>
                <a:gd name="T72" fmla="*/ 2147483646 w 886"/>
                <a:gd name="T73" fmla="*/ 2147483646 h 352"/>
                <a:gd name="T74" fmla="*/ 2147483646 w 886"/>
                <a:gd name="T75" fmla="*/ 2147483646 h 352"/>
                <a:gd name="T76" fmla="*/ 2147483646 w 886"/>
                <a:gd name="T77" fmla="*/ 2147483646 h 352"/>
                <a:gd name="T78" fmla="*/ 2147483646 w 886"/>
                <a:gd name="T79" fmla="*/ 2147483646 h 352"/>
                <a:gd name="T80" fmla="*/ 2147483646 w 886"/>
                <a:gd name="T81" fmla="*/ 2147483646 h 352"/>
                <a:gd name="T82" fmla="*/ 2147483646 w 886"/>
                <a:gd name="T83" fmla="*/ 2147483646 h 352"/>
                <a:gd name="T84" fmla="*/ 2147483646 w 886"/>
                <a:gd name="T85" fmla="*/ 2147483646 h 352"/>
                <a:gd name="T86" fmla="*/ 2147483646 w 886"/>
                <a:gd name="T87" fmla="*/ 2147483646 h 352"/>
                <a:gd name="T88" fmla="*/ 2147483646 w 886"/>
                <a:gd name="T89" fmla="*/ 2147483646 h 352"/>
                <a:gd name="T90" fmla="*/ 2147483646 w 886"/>
                <a:gd name="T91" fmla="*/ 2147483646 h 352"/>
                <a:gd name="T92" fmla="*/ 2147483646 w 886"/>
                <a:gd name="T93" fmla="*/ 2147483646 h 352"/>
                <a:gd name="T94" fmla="*/ 2147483646 w 886"/>
                <a:gd name="T95" fmla="*/ 2147483646 h 352"/>
                <a:gd name="T96" fmla="*/ 2147483646 w 886"/>
                <a:gd name="T97" fmla="*/ 2147483646 h 352"/>
                <a:gd name="T98" fmla="*/ 2147483646 w 886"/>
                <a:gd name="T99" fmla="*/ 2147483646 h 352"/>
                <a:gd name="T100" fmla="*/ 2147483646 w 886"/>
                <a:gd name="T101" fmla="*/ 2147483646 h 352"/>
                <a:gd name="T102" fmla="*/ 2147483646 w 886"/>
                <a:gd name="T103" fmla="*/ 2147483646 h 352"/>
                <a:gd name="T104" fmla="*/ 2147483646 w 886"/>
                <a:gd name="T105" fmla="*/ 2147483646 h 352"/>
                <a:gd name="T106" fmla="*/ 2147483646 w 886"/>
                <a:gd name="T107" fmla="*/ 2147483646 h 352"/>
                <a:gd name="T108" fmla="*/ 2147483646 w 886"/>
                <a:gd name="T109" fmla="*/ 2147483646 h 352"/>
                <a:gd name="T110" fmla="*/ 2147483646 w 886"/>
                <a:gd name="T111" fmla="*/ 2147483646 h 352"/>
                <a:gd name="T112" fmla="*/ 2147483646 w 886"/>
                <a:gd name="T113" fmla="*/ 2147483646 h 352"/>
                <a:gd name="T114" fmla="*/ 2147483646 w 886"/>
                <a:gd name="T115" fmla="*/ 2147483646 h 352"/>
                <a:gd name="T116" fmla="*/ 2147483646 w 886"/>
                <a:gd name="T117" fmla="*/ 2147483646 h 352"/>
                <a:gd name="T118" fmla="*/ 2147483646 w 886"/>
                <a:gd name="T119" fmla="*/ 2147483646 h 352"/>
                <a:gd name="T120" fmla="*/ 2147483646 w 886"/>
                <a:gd name="T121" fmla="*/ 2147483646 h 3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6" h="352">
                  <a:moveTo>
                    <a:pt x="0" y="352"/>
                  </a:moveTo>
                  <a:lnTo>
                    <a:pt x="34" y="352"/>
                  </a:lnTo>
                  <a:lnTo>
                    <a:pt x="66" y="352"/>
                  </a:lnTo>
                  <a:lnTo>
                    <a:pt x="96" y="352"/>
                  </a:lnTo>
                  <a:lnTo>
                    <a:pt x="123" y="352"/>
                  </a:lnTo>
                  <a:lnTo>
                    <a:pt x="149" y="352"/>
                  </a:lnTo>
                  <a:lnTo>
                    <a:pt x="173" y="352"/>
                  </a:lnTo>
                  <a:lnTo>
                    <a:pt x="195" y="352"/>
                  </a:lnTo>
                  <a:lnTo>
                    <a:pt x="216" y="352"/>
                  </a:lnTo>
                  <a:lnTo>
                    <a:pt x="235" y="352"/>
                  </a:lnTo>
                  <a:lnTo>
                    <a:pt x="253" y="352"/>
                  </a:lnTo>
                  <a:lnTo>
                    <a:pt x="268" y="352"/>
                  </a:lnTo>
                  <a:lnTo>
                    <a:pt x="283" y="352"/>
                  </a:lnTo>
                  <a:lnTo>
                    <a:pt x="296" y="352"/>
                  </a:lnTo>
                  <a:lnTo>
                    <a:pt x="310" y="352"/>
                  </a:lnTo>
                  <a:lnTo>
                    <a:pt x="320" y="352"/>
                  </a:lnTo>
                  <a:lnTo>
                    <a:pt x="330" y="352"/>
                  </a:lnTo>
                  <a:lnTo>
                    <a:pt x="339" y="352"/>
                  </a:lnTo>
                  <a:lnTo>
                    <a:pt x="347" y="352"/>
                  </a:lnTo>
                  <a:lnTo>
                    <a:pt x="354" y="352"/>
                  </a:lnTo>
                  <a:lnTo>
                    <a:pt x="360" y="352"/>
                  </a:lnTo>
                  <a:lnTo>
                    <a:pt x="366" y="352"/>
                  </a:lnTo>
                  <a:lnTo>
                    <a:pt x="370" y="352"/>
                  </a:lnTo>
                  <a:lnTo>
                    <a:pt x="375" y="352"/>
                  </a:lnTo>
                  <a:lnTo>
                    <a:pt x="378" y="352"/>
                  </a:lnTo>
                  <a:lnTo>
                    <a:pt x="382" y="352"/>
                  </a:lnTo>
                  <a:lnTo>
                    <a:pt x="385" y="352"/>
                  </a:lnTo>
                  <a:lnTo>
                    <a:pt x="388" y="352"/>
                  </a:lnTo>
                  <a:lnTo>
                    <a:pt x="390" y="352"/>
                  </a:lnTo>
                  <a:lnTo>
                    <a:pt x="393" y="350"/>
                  </a:lnTo>
                  <a:lnTo>
                    <a:pt x="396" y="350"/>
                  </a:lnTo>
                  <a:lnTo>
                    <a:pt x="397" y="350"/>
                  </a:lnTo>
                  <a:lnTo>
                    <a:pt x="400" y="350"/>
                  </a:lnTo>
                  <a:lnTo>
                    <a:pt x="403" y="350"/>
                  </a:lnTo>
                  <a:lnTo>
                    <a:pt x="405" y="350"/>
                  </a:lnTo>
                  <a:lnTo>
                    <a:pt x="407" y="350"/>
                  </a:lnTo>
                  <a:lnTo>
                    <a:pt x="409" y="350"/>
                  </a:lnTo>
                  <a:lnTo>
                    <a:pt x="410" y="350"/>
                  </a:lnTo>
                  <a:lnTo>
                    <a:pt x="412" y="349"/>
                  </a:lnTo>
                  <a:lnTo>
                    <a:pt x="413" y="349"/>
                  </a:lnTo>
                  <a:lnTo>
                    <a:pt x="416" y="349"/>
                  </a:lnTo>
                  <a:lnTo>
                    <a:pt x="418" y="349"/>
                  </a:lnTo>
                  <a:lnTo>
                    <a:pt x="419" y="349"/>
                  </a:lnTo>
                  <a:lnTo>
                    <a:pt x="421" y="349"/>
                  </a:lnTo>
                  <a:lnTo>
                    <a:pt x="422" y="349"/>
                  </a:lnTo>
                  <a:lnTo>
                    <a:pt x="424" y="349"/>
                  </a:lnTo>
                  <a:lnTo>
                    <a:pt x="425" y="349"/>
                  </a:lnTo>
                  <a:lnTo>
                    <a:pt x="427" y="349"/>
                  </a:lnTo>
                  <a:lnTo>
                    <a:pt x="428" y="349"/>
                  </a:lnTo>
                  <a:lnTo>
                    <a:pt x="430" y="349"/>
                  </a:lnTo>
                  <a:lnTo>
                    <a:pt x="430" y="347"/>
                  </a:lnTo>
                  <a:lnTo>
                    <a:pt x="431" y="347"/>
                  </a:lnTo>
                  <a:lnTo>
                    <a:pt x="433" y="347"/>
                  </a:lnTo>
                  <a:lnTo>
                    <a:pt x="434" y="347"/>
                  </a:lnTo>
                  <a:lnTo>
                    <a:pt x="436" y="347"/>
                  </a:lnTo>
                  <a:lnTo>
                    <a:pt x="437" y="347"/>
                  </a:lnTo>
                  <a:lnTo>
                    <a:pt x="439" y="347"/>
                  </a:lnTo>
                  <a:lnTo>
                    <a:pt x="440" y="347"/>
                  </a:lnTo>
                  <a:lnTo>
                    <a:pt x="442" y="346"/>
                  </a:lnTo>
                  <a:lnTo>
                    <a:pt x="445" y="346"/>
                  </a:lnTo>
                  <a:lnTo>
                    <a:pt x="446" y="346"/>
                  </a:lnTo>
                  <a:lnTo>
                    <a:pt x="448" y="346"/>
                  </a:lnTo>
                  <a:lnTo>
                    <a:pt x="451" y="346"/>
                  </a:lnTo>
                  <a:lnTo>
                    <a:pt x="452" y="344"/>
                  </a:lnTo>
                  <a:lnTo>
                    <a:pt x="455" y="344"/>
                  </a:lnTo>
                  <a:lnTo>
                    <a:pt x="458" y="344"/>
                  </a:lnTo>
                  <a:lnTo>
                    <a:pt x="459" y="344"/>
                  </a:lnTo>
                  <a:lnTo>
                    <a:pt x="461" y="344"/>
                  </a:lnTo>
                  <a:lnTo>
                    <a:pt x="464" y="343"/>
                  </a:lnTo>
                  <a:lnTo>
                    <a:pt x="465" y="343"/>
                  </a:lnTo>
                  <a:lnTo>
                    <a:pt x="467" y="343"/>
                  </a:lnTo>
                  <a:lnTo>
                    <a:pt x="468" y="343"/>
                  </a:lnTo>
                  <a:lnTo>
                    <a:pt x="470" y="343"/>
                  </a:lnTo>
                  <a:lnTo>
                    <a:pt x="471" y="341"/>
                  </a:lnTo>
                  <a:lnTo>
                    <a:pt x="473" y="341"/>
                  </a:lnTo>
                  <a:lnTo>
                    <a:pt x="474" y="341"/>
                  </a:lnTo>
                  <a:lnTo>
                    <a:pt x="476" y="341"/>
                  </a:lnTo>
                  <a:lnTo>
                    <a:pt x="477" y="341"/>
                  </a:lnTo>
                  <a:lnTo>
                    <a:pt x="479" y="340"/>
                  </a:lnTo>
                  <a:lnTo>
                    <a:pt x="480" y="340"/>
                  </a:lnTo>
                  <a:lnTo>
                    <a:pt x="482" y="340"/>
                  </a:lnTo>
                  <a:lnTo>
                    <a:pt x="483" y="340"/>
                  </a:lnTo>
                  <a:lnTo>
                    <a:pt x="485" y="338"/>
                  </a:lnTo>
                  <a:lnTo>
                    <a:pt x="486" y="338"/>
                  </a:lnTo>
                  <a:lnTo>
                    <a:pt x="488" y="338"/>
                  </a:lnTo>
                  <a:lnTo>
                    <a:pt x="489" y="338"/>
                  </a:lnTo>
                  <a:lnTo>
                    <a:pt x="491" y="337"/>
                  </a:lnTo>
                  <a:lnTo>
                    <a:pt x="492" y="337"/>
                  </a:lnTo>
                  <a:lnTo>
                    <a:pt x="494" y="337"/>
                  </a:lnTo>
                  <a:lnTo>
                    <a:pt x="496" y="335"/>
                  </a:lnTo>
                  <a:lnTo>
                    <a:pt x="498" y="335"/>
                  </a:lnTo>
                  <a:lnTo>
                    <a:pt x="501" y="334"/>
                  </a:lnTo>
                  <a:lnTo>
                    <a:pt x="502" y="334"/>
                  </a:lnTo>
                  <a:lnTo>
                    <a:pt x="505" y="332"/>
                  </a:lnTo>
                  <a:lnTo>
                    <a:pt x="508" y="332"/>
                  </a:lnTo>
                  <a:lnTo>
                    <a:pt x="511" y="331"/>
                  </a:lnTo>
                  <a:lnTo>
                    <a:pt x="513" y="331"/>
                  </a:lnTo>
                  <a:lnTo>
                    <a:pt x="516" y="329"/>
                  </a:lnTo>
                  <a:lnTo>
                    <a:pt x="519" y="329"/>
                  </a:lnTo>
                  <a:lnTo>
                    <a:pt x="520" y="328"/>
                  </a:lnTo>
                  <a:lnTo>
                    <a:pt x="522" y="328"/>
                  </a:lnTo>
                  <a:lnTo>
                    <a:pt x="525" y="326"/>
                  </a:lnTo>
                  <a:lnTo>
                    <a:pt x="526" y="326"/>
                  </a:lnTo>
                  <a:lnTo>
                    <a:pt x="528" y="326"/>
                  </a:lnTo>
                  <a:lnTo>
                    <a:pt x="529" y="325"/>
                  </a:lnTo>
                  <a:lnTo>
                    <a:pt x="531" y="325"/>
                  </a:lnTo>
                  <a:lnTo>
                    <a:pt x="532" y="323"/>
                  </a:lnTo>
                  <a:lnTo>
                    <a:pt x="534" y="323"/>
                  </a:lnTo>
                  <a:lnTo>
                    <a:pt x="535" y="323"/>
                  </a:lnTo>
                  <a:lnTo>
                    <a:pt x="537" y="322"/>
                  </a:lnTo>
                  <a:lnTo>
                    <a:pt x="538" y="322"/>
                  </a:lnTo>
                  <a:lnTo>
                    <a:pt x="539" y="320"/>
                  </a:lnTo>
                  <a:lnTo>
                    <a:pt x="541" y="320"/>
                  </a:lnTo>
                  <a:lnTo>
                    <a:pt x="542" y="320"/>
                  </a:lnTo>
                  <a:lnTo>
                    <a:pt x="544" y="319"/>
                  </a:lnTo>
                  <a:lnTo>
                    <a:pt x="545" y="319"/>
                  </a:lnTo>
                  <a:lnTo>
                    <a:pt x="547" y="317"/>
                  </a:lnTo>
                  <a:lnTo>
                    <a:pt x="548" y="317"/>
                  </a:lnTo>
                  <a:lnTo>
                    <a:pt x="550" y="316"/>
                  </a:lnTo>
                  <a:lnTo>
                    <a:pt x="551" y="316"/>
                  </a:lnTo>
                  <a:lnTo>
                    <a:pt x="553" y="314"/>
                  </a:lnTo>
                  <a:lnTo>
                    <a:pt x="556" y="314"/>
                  </a:lnTo>
                  <a:lnTo>
                    <a:pt x="557" y="313"/>
                  </a:lnTo>
                  <a:lnTo>
                    <a:pt x="559" y="312"/>
                  </a:lnTo>
                  <a:lnTo>
                    <a:pt x="562" y="310"/>
                  </a:lnTo>
                  <a:lnTo>
                    <a:pt x="563" y="310"/>
                  </a:lnTo>
                  <a:lnTo>
                    <a:pt x="566" y="309"/>
                  </a:lnTo>
                  <a:lnTo>
                    <a:pt x="569" y="307"/>
                  </a:lnTo>
                  <a:lnTo>
                    <a:pt x="571" y="306"/>
                  </a:lnTo>
                  <a:lnTo>
                    <a:pt x="572" y="306"/>
                  </a:lnTo>
                  <a:lnTo>
                    <a:pt x="574" y="304"/>
                  </a:lnTo>
                  <a:lnTo>
                    <a:pt x="577" y="304"/>
                  </a:lnTo>
                  <a:lnTo>
                    <a:pt x="578" y="303"/>
                  </a:lnTo>
                  <a:lnTo>
                    <a:pt x="580" y="301"/>
                  </a:lnTo>
                  <a:lnTo>
                    <a:pt x="581" y="301"/>
                  </a:lnTo>
                  <a:lnTo>
                    <a:pt x="582" y="300"/>
                  </a:lnTo>
                  <a:lnTo>
                    <a:pt x="584" y="300"/>
                  </a:lnTo>
                  <a:lnTo>
                    <a:pt x="585" y="298"/>
                  </a:lnTo>
                  <a:lnTo>
                    <a:pt x="587" y="298"/>
                  </a:lnTo>
                  <a:lnTo>
                    <a:pt x="588" y="297"/>
                  </a:lnTo>
                  <a:lnTo>
                    <a:pt x="590" y="297"/>
                  </a:lnTo>
                  <a:lnTo>
                    <a:pt x="590" y="295"/>
                  </a:lnTo>
                  <a:lnTo>
                    <a:pt x="591" y="295"/>
                  </a:lnTo>
                  <a:lnTo>
                    <a:pt x="593" y="295"/>
                  </a:lnTo>
                  <a:lnTo>
                    <a:pt x="594" y="294"/>
                  </a:lnTo>
                  <a:lnTo>
                    <a:pt x="596" y="294"/>
                  </a:lnTo>
                  <a:lnTo>
                    <a:pt x="596" y="292"/>
                  </a:lnTo>
                  <a:lnTo>
                    <a:pt x="597" y="292"/>
                  </a:lnTo>
                  <a:lnTo>
                    <a:pt x="599" y="291"/>
                  </a:lnTo>
                  <a:lnTo>
                    <a:pt x="600" y="291"/>
                  </a:lnTo>
                  <a:lnTo>
                    <a:pt x="602" y="289"/>
                  </a:lnTo>
                  <a:lnTo>
                    <a:pt x="603" y="289"/>
                  </a:lnTo>
                  <a:lnTo>
                    <a:pt x="605" y="288"/>
                  </a:lnTo>
                  <a:lnTo>
                    <a:pt x="606" y="286"/>
                  </a:lnTo>
                  <a:lnTo>
                    <a:pt x="609" y="286"/>
                  </a:lnTo>
                  <a:lnTo>
                    <a:pt x="611" y="285"/>
                  </a:lnTo>
                  <a:lnTo>
                    <a:pt x="612" y="283"/>
                  </a:lnTo>
                  <a:lnTo>
                    <a:pt x="615" y="282"/>
                  </a:lnTo>
                  <a:lnTo>
                    <a:pt x="617" y="282"/>
                  </a:lnTo>
                  <a:lnTo>
                    <a:pt x="618" y="280"/>
                  </a:lnTo>
                  <a:lnTo>
                    <a:pt x="621" y="279"/>
                  </a:lnTo>
                  <a:lnTo>
                    <a:pt x="623" y="279"/>
                  </a:lnTo>
                  <a:lnTo>
                    <a:pt x="624" y="277"/>
                  </a:lnTo>
                  <a:lnTo>
                    <a:pt x="625" y="276"/>
                  </a:lnTo>
                  <a:lnTo>
                    <a:pt x="627" y="276"/>
                  </a:lnTo>
                  <a:lnTo>
                    <a:pt x="628" y="274"/>
                  </a:lnTo>
                  <a:lnTo>
                    <a:pt x="630" y="274"/>
                  </a:lnTo>
                  <a:lnTo>
                    <a:pt x="631" y="273"/>
                  </a:lnTo>
                  <a:lnTo>
                    <a:pt x="633" y="273"/>
                  </a:lnTo>
                  <a:lnTo>
                    <a:pt x="633" y="271"/>
                  </a:lnTo>
                  <a:lnTo>
                    <a:pt x="634" y="271"/>
                  </a:lnTo>
                  <a:lnTo>
                    <a:pt x="636" y="270"/>
                  </a:lnTo>
                  <a:lnTo>
                    <a:pt x="637" y="270"/>
                  </a:lnTo>
                  <a:lnTo>
                    <a:pt x="639" y="268"/>
                  </a:lnTo>
                  <a:lnTo>
                    <a:pt x="640" y="267"/>
                  </a:lnTo>
                  <a:lnTo>
                    <a:pt x="642" y="267"/>
                  </a:lnTo>
                  <a:lnTo>
                    <a:pt x="643" y="266"/>
                  </a:lnTo>
                  <a:lnTo>
                    <a:pt x="645" y="266"/>
                  </a:lnTo>
                  <a:lnTo>
                    <a:pt x="646" y="264"/>
                  </a:lnTo>
                  <a:lnTo>
                    <a:pt x="648" y="264"/>
                  </a:lnTo>
                  <a:lnTo>
                    <a:pt x="648" y="263"/>
                  </a:lnTo>
                  <a:lnTo>
                    <a:pt x="649" y="261"/>
                  </a:lnTo>
                  <a:lnTo>
                    <a:pt x="651" y="261"/>
                  </a:lnTo>
                  <a:lnTo>
                    <a:pt x="654" y="260"/>
                  </a:lnTo>
                  <a:lnTo>
                    <a:pt x="655" y="258"/>
                  </a:lnTo>
                  <a:lnTo>
                    <a:pt x="657" y="257"/>
                  </a:lnTo>
                  <a:lnTo>
                    <a:pt x="658" y="257"/>
                  </a:lnTo>
                  <a:lnTo>
                    <a:pt x="660" y="255"/>
                  </a:lnTo>
                  <a:lnTo>
                    <a:pt x="661" y="255"/>
                  </a:lnTo>
                  <a:lnTo>
                    <a:pt x="663" y="254"/>
                  </a:lnTo>
                  <a:lnTo>
                    <a:pt x="663" y="252"/>
                  </a:lnTo>
                  <a:lnTo>
                    <a:pt x="664" y="252"/>
                  </a:lnTo>
                  <a:lnTo>
                    <a:pt x="666" y="251"/>
                  </a:lnTo>
                  <a:lnTo>
                    <a:pt x="667" y="251"/>
                  </a:lnTo>
                  <a:lnTo>
                    <a:pt x="667" y="249"/>
                  </a:lnTo>
                  <a:lnTo>
                    <a:pt x="668" y="249"/>
                  </a:lnTo>
                  <a:lnTo>
                    <a:pt x="670" y="249"/>
                  </a:lnTo>
                  <a:lnTo>
                    <a:pt x="670" y="248"/>
                  </a:lnTo>
                  <a:lnTo>
                    <a:pt x="671" y="248"/>
                  </a:lnTo>
                  <a:lnTo>
                    <a:pt x="673" y="246"/>
                  </a:lnTo>
                  <a:lnTo>
                    <a:pt x="674" y="246"/>
                  </a:lnTo>
                  <a:lnTo>
                    <a:pt x="674" y="245"/>
                  </a:lnTo>
                  <a:lnTo>
                    <a:pt x="676" y="245"/>
                  </a:lnTo>
                  <a:lnTo>
                    <a:pt x="676" y="243"/>
                  </a:lnTo>
                  <a:lnTo>
                    <a:pt x="677" y="243"/>
                  </a:lnTo>
                  <a:lnTo>
                    <a:pt x="679" y="242"/>
                  </a:lnTo>
                  <a:lnTo>
                    <a:pt x="680" y="240"/>
                  </a:lnTo>
                  <a:lnTo>
                    <a:pt x="682" y="239"/>
                  </a:lnTo>
                  <a:lnTo>
                    <a:pt x="683" y="239"/>
                  </a:lnTo>
                  <a:lnTo>
                    <a:pt x="683" y="237"/>
                  </a:lnTo>
                  <a:lnTo>
                    <a:pt x="685" y="237"/>
                  </a:lnTo>
                  <a:lnTo>
                    <a:pt x="686" y="236"/>
                  </a:lnTo>
                  <a:lnTo>
                    <a:pt x="688" y="236"/>
                  </a:lnTo>
                  <a:lnTo>
                    <a:pt x="688" y="234"/>
                  </a:lnTo>
                  <a:lnTo>
                    <a:pt x="689" y="233"/>
                  </a:lnTo>
                  <a:lnTo>
                    <a:pt x="691" y="233"/>
                  </a:lnTo>
                  <a:lnTo>
                    <a:pt x="691" y="231"/>
                  </a:lnTo>
                  <a:lnTo>
                    <a:pt x="692" y="231"/>
                  </a:lnTo>
                  <a:lnTo>
                    <a:pt x="694" y="231"/>
                  </a:lnTo>
                  <a:lnTo>
                    <a:pt x="694" y="230"/>
                  </a:lnTo>
                  <a:lnTo>
                    <a:pt x="695" y="230"/>
                  </a:lnTo>
                  <a:lnTo>
                    <a:pt x="695" y="228"/>
                  </a:lnTo>
                  <a:lnTo>
                    <a:pt x="697" y="228"/>
                  </a:lnTo>
                  <a:lnTo>
                    <a:pt x="698" y="227"/>
                  </a:lnTo>
                  <a:lnTo>
                    <a:pt x="700" y="225"/>
                  </a:lnTo>
                  <a:lnTo>
                    <a:pt x="701" y="225"/>
                  </a:lnTo>
                  <a:lnTo>
                    <a:pt x="701" y="224"/>
                  </a:lnTo>
                  <a:lnTo>
                    <a:pt x="703" y="224"/>
                  </a:lnTo>
                  <a:lnTo>
                    <a:pt x="704" y="223"/>
                  </a:lnTo>
                  <a:lnTo>
                    <a:pt x="706" y="223"/>
                  </a:lnTo>
                  <a:lnTo>
                    <a:pt x="706" y="221"/>
                  </a:lnTo>
                  <a:lnTo>
                    <a:pt x="707" y="221"/>
                  </a:lnTo>
                  <a:lnTo>
                    <a:pt x="709" y="220"/>
                  </a:lnTo>
                  <a:lnTo>
                    <a:pt x="710" y="218"/>
                  </a:lnTo>
                  <a:lnTo>
                    <a:pt x="711" y="218"/>
                  </a:lnTo>
                  <a:lnTo>
                    <a:pt x="713" y="217"/>
                  </a:lnTo>
                  <a:lnTo>
                    <a:pt x="714" y="215"/>
                  </a:lnTo>
                  <a:lnTo>
                    <a:pt x="716" y="215"/>
                  </a:lnTo>
                  <a:lnTo>
                    <a:pt x="716" y="214"/>
                  </a:lnTo>
                  <a:lnTo>
                    <a:pt x="717" y="214"/>
                  </a:lnTo>
                  <a:lnTo>
                    <a:pt x="719" y="212"/>
                  </a:lnTo>
                  <a:lnTo>
                    <a:pt x="720" y="212"/>
                  </a:lnTo>
                  <a:lnTo>
                    <a:pt x="720" y="211"/>
                  </a:lnTo>
                  <a:lnTo>
                    <a:pt x="722" y="211"/>
                  </a:lnTo>
                  <a:lnTo>
                    <a:pt x="723" y="209"/>
                  </a:lnTo>
                  <a:lnTo>
                    <a:pt x="725" y="209"/>
                  </a:lnTo>
                  <a:lnTo>
                    <a:pt x="725" y="208"/>
                  </a:lnTo>
                  <a:lnTo>
                    <a:pt x="726" y="208"/>
                  </a:lnTo>
                  <a:lnTo>
                    <a:pt x="726" y="206"/>
                  </a:lnTo>
                  <a:lnTo>
                    <a:pt x="728" y="206"/>
                  </a:lnTo>
                  <a:lnTo>
                    <a:pt x="729" y="205"/>
                  </a:lnTo>
                  <a:lnTo>
                    <a:pt x="731" y="203"/>
                  </a:lnTo>
                  <a:lnTo>
                    <a:pt x="732" y="202"/>
                  </a:lnTo>
                  <a:lnTo>
                    <a:pt x="734" y="200"/>
                  </a:lnTo>
                  <a:lnTo>
                    <a:pt x="735" y="199"/>
                  </a:lnTo>
                  <a:lnTo>
                    <a:pt x="737" y="197"/>
                  </a:lnTo>
                  <a:lnTo>
                    <a:pt x="738" y="196"/>
                  </a:lnTo>
                  <a:lnTo>
                    <a:pt x="740" y="194"/>
                  </a:lnTo>
                  <a:lnTo>
                    <a:pt x="741" y="193"/>
                  </a:lnTo>
                  <a:lnTo>
                    <a:pt x="741" y="191"/>
                  </a:lnTo>
                  <a:lnTo>
                    <a:pt x="743" y="190"/>
                  </a:lnTo>
                  <a:lnTo>
                    <a:pt x="744" y="188"/>
                  </a:lnTo>
                  <a:lnTo>
                    <a:pt x="746" y="187"/>
                  </a:lnTo>
                  <a:lnTo>
                    <a:pt x="747" y="185"/>
                  </a:lnTo>
                  <a:lnTo>
                    <a:pt x="749" y="185"/>
                  </a:lnTo>
                  <a:lnTo>
                    <a:pt x="750" y="184"/>
                  </a:lnTo>
                  <a:lnTo>
                    <a:pt x="752" y="182"/>
                  </a:lnTo>
                  <a:lnTo>
                    <a:pt x="752" y="181"/>
                  </a:lnTo>
                  <a:lnTo>
                    <a:pt x="753" y="180"/>
                  </a:lnTo>
                  <a:lnTo>
                    <a:pt x="754" y="180"/>
                  </a:lnTo>
                  <a:lnTo>
                    <a:pt x="754" y="178"/>
                  </a:lnTo>
                  <a:lnTo>
                    <a:pt x="756" y="177"/>
                  </a:lnTo>
                  <a:lnTo>
                    <a:pt x="757" y="175"/>
                  </a:lnTo>
                  <a:lnTo>
                    <a:pt x="759" y="174"/>
                  </a:lnTo>
                  <a:lnTo>
                    <a:pt x="760" y="172"/>
                  </a:lnTo>
                  <a:lnTo>
                    <a:pt x="762" y="171"/>
                  </a:lnTo>
                  <a:lnTo>
                    <a:pt x="762" y="169"/>
                  </a:lnTo>
                  <a:lnTo>
                    <a:pt x="763" y="169"/>
                  </a:lnTo>
                  <a:lnTo>
                    <a:pt x="763" y="168"/>
                  </a:lnTo>
                  <a:lnTo>
                    <a:pt x="765" y="166"/>
                  </a:lnTo>
                  <a:lnTo>
                    <a:pt x="766" y="166"/>
                  </a:lnTo>
                  <a:lnTo>
                    <a:pt x="766" y="165"/>
                  </a:lnTo>
                  <a:lnTo>
                    <a:pt x="768" y="163"/>
                  </a:lnTo>
                  <a:lnTo>
                    <a:pt x="769" y="162"/>
                  </a:lnTo>
                  <a:lnTo>
                    <a:pt x="771" y="160"/>
                  </a:lnTo>
                  <a:lnTo>
                    <a:pt x="771" y="159"/>
                  </a:lnTo>
                  <a:lnTo>
                    <a:pt x="772" y="157"/>
                  </a:lnTo>
                  <a:lnTo>
                    <a:pt x="774" y="156"/>
                  </a:lnTo>
                  <a:lnTo>
                    <a:pt x="775" y="154"/>
                  </a:lnTo>
                  <a:lnTo>
                    <a:pt x="777" y="151"/>
                  </a:lnTo>
                  <a:lnTo>
                    <a:pt x="778" y="150"/>
                  </a:lnTo>
                  <a:lnTo>
                    <a:pt x="781" y="148"/>
                  </a:lnTo>
                  <a:lnTo>
                    <a:pt x="783" y="145"/>
                  </a:lnTo>
                  <a:lnTo>
                    <a:pt x="784" y="144"/>
                  </a:lnTo>
                  <a:lnTo>
                    <a:pt x="786" y="142"/>
                  </a:lnTo>
                  <a:lnTo>
                    <a:pt x="786" y="141"/>
                  </a:lnTo>
                  <a:lnTo>
                    <a:pt x="787" y="139"/>
                  </a:lnTo>
                  <a:lnTo>
                    <a:pt x="789" y="138"/>
                  </a:lnTo>
                  <a:lnTo>
                    <a:pt x="790" y="137"/>
                  </a:lnTo>
                  <a:lnTo>
                    <a:pt x="792" y="135"/>
                  </a:lnTo>
                  <a:lnTo>
                    <a:pt x="792" y="134"/>
                  </a:lnTo>
                  <a:lnTo>
                    <a:pt x="793" y="134"/>
                  </a:lnTo>
                  <a:lnTo>
                    <a:pt x="795" y="132"/>
                  </a:lnTo>
                  <a:lnTo>
                    <a:pt x="795" y="131"/>
                  </a:lnTo>
                  <a:lnTo>
                    <a:pt x="796" y="129"/>
                  </a:lnTo>
                  <a:lnTo>
                    <a:pt x="796" y="128"/>
                  </a:lnTo>
                  <a:lnTo>
                    <a:pt x="797" y="128"/>
                  </a:lnTo>
                  <a:lnTo>
                    <a:pt x="797" y="126"/>
                  </a:lnTo>
                  <a:lnTo>
                    <a:pt x="799" y="125"/>
                  </a:lnTo>
                  <a:lnTo>
                    <a:pt x="800" y="123"/>
                  </a:lnTo>
                  <a:lnTo>
                    <a:pt x="802" y="122"/>
                  </a:lnTo>
                  <a:lnTo>
                    <a:pt x="803" y="120"/>
                  </a:lnTo>
                  <a:lnTo>
                    <a:pt x="803" y="119"/>
                  </a:lnTo>
                  <a:lnTo>
                    <a:pt x="805" y="117"/>
                  </a:lnTo>
                  <a:lnTo>
                    <a:pt x="806" y="116"/>
                  </a:lnTo>
                  <a:lnTo>
                    <a:pt x="808" y="114"/>
                  </a:lnTo>
                  <a:lnTo>
                    <a:pt x="808" y="113"/>
                  </a:lnTo>
                  <a:lnTo>
                    <a:pt x="809" y="110"/>
                  </a:lnTo>
                  <a:lnTo>
                    <a:pt x="811" y="108"/>
                  </a:lnTo>
                  <a:lnTo>
                    <a:pt x="812" y="107"/>
                  </a:lnTo>
                  <a:lnTo>
                    <a:pt x="814" y="104"/>
                  </a:lnTo>
                  <a:lnTo>
                    <a:pt x="815" y="102"/>
                  </a:lnTo>
                  <a:lnTo>
                    <a:pt x="818" y="99"/>
                  </a:lnTo>
                  <a:lnTo>
                    <a:pt x="820" y="98"/>
                  </a:lnTo>
                  <a:lnTo>
                    <a:pt x="821" y="95"/>
                  </a:lnTo>
                  <a:lnTo>
                    <a:pt x="823" y="94"/>
                  </a:lnTo>
                  <a:lnTo>
                    <a:pt x="823" y="92"/>
                  </a:lnTo>
                  <a:lnTo>
                    <a:pt x="824" y="89"/>
                  </a:lnTo>
                  <a:lnTo>
                    <a:pt x="826" y="88"/>
                  </a:lnTo>
                  <a:lnTo>
                    <a:pt x="827" y="86"/>
                  </a:lnTo>
                  <a:lnTo>
                    <a:pt x="829" y="85"/>
                  </a:lnTo>
                  <a:lnTo>
                    <a:pt x="829" y="83"/>
                  </a:lnTo>
                  <a:lnTo>
                    <a:pt x="830" y="82"/>
                  </a:lnTo>
                  <a:lnTo>
                    <a:pt x="832" y="80"/>
                  </a:lnTo>
                  <a:lnTo>
                    <a:pt x="833" y="79"/>
                  </a:lnTo>
                  <a:lnTo>
                    <a:pt x="833" y="77"/>
                  </a:lnTo>
                  <a:lnTo>
                    <a:pt x="835" y="76"/>
                  </a:lnTo>
                  <a:lnTo>
                    <a:pt x="836" y="74"/>
                  </a:lnTo>
                  <a:lnTo>
                    <a:pt x="836" y="73"/>
                  </a:lnTo>
                  <a:lnTo>
                    <a:pt x="838" y="71"/>
                  </a:lnTo>
                  <a:lnTo>
                    <a:pt x="839" y="70"/>
                  </a:lnTo>
                  <a:lnTo>
                    <a:pt x="840" y="68"/>
                  </a:lnTo>
                  <a:lnTo>
                    <a:pt x="842" y="67"/>
                  </a:lnTo>
                  <a:lnTo>
                    <a:pt x="842" y="65"/>
                  </a:lnTo>
                  <a:lnTo>
                    <a:pt x="843" y="64"/>
                  </a:lnTo>
                  <a:lnTo>
                    <a:pt x="845" y="61"/>
                  </a:lnTo>
                  <a:lnTo>
                    <a:pt x="846" y="59"/>
                  </a:lnTo>
                  <a:lnTo>
                    <a:pt x="848" y="58"/>
                  </a:lnTo>
                  <a:lnTo>
                    <a:pt x="849" y="56"/>
                  </a:lnTo>
                  <a:lnTo>
                    <a:pt x="851" y="53"/>
                  </a:lnTo>
                  <a:lnTo>
                    <a:pt x="852" y="52"/>
                  </a:lnTo>
                  <a:lnTo>
                    <a:pt x="854" y="49"/>
                  </a:lnTo>
                  <a:lnTo>
                    <a:pt x="855" y="46"/>
                  </a:lnTo>
                  <a:lnTo>
                    <a:pt x="857" y="45"/>
                  </a:lnTo>
                  <a:lnTo>
                    <a:pt x="858" y="42"/>
                  </a:lnTo>
                  <a:lnTo>
                    <a:pt x="860" y="40"/>
                  </a:lnTo>
                  <a:lnTo>
                    <a:pt x="861" y="39"/>
                  </a:lnTo>
                  <a:lnTo>
                    <a:pt x="863" y="37"/>
                  </a:lnTo>
                  <a:lnTo>
                    <a:pt x="864" y="34"/>
                  </a:lnTo>
                  <a:lnTo>
                    <a:pt x="866" y="33"/>
                  </a:lnTo>
                  <a:lnTo>
                    <a:pt x="866" y="31"/>
                  </a:lnTo>
                  <a:lnTo>
                    <a:pt x="867" y="30"/>
                  </a:lnTo>
                  <a:lnTo>
                    <a:pt x="869" y="28"/>
                  </a:lnTo>
                  <a:lnTo>
                    <a:pt x="869" y="27"/>
                  </a:lnTo>
                  <a:lnTo>
                    <a:pt x="870" y="27"/>
                  </a:lnTo>
                  <a:lnTo>
                    <a:pt x="872" y="25"/>
                  </a:lnTo>
                  <a:lnTo>
                    <a:pt x="872" y="24"/>
                  </a:lnTo>
                  <a:lnTo>
                    <a:pt x="873" y="22"/>
                  </a:lnTo>
                  <a:lnTo>
                    <a:pt x="873" y="21"/>
                  </a:lnTo>
                  <a:lnTo>
                    <a:pt x="875" y="21"/>
                  </a:lnTo>
                  <a:lnTo>
                    <a:pt x="875" y="19"/>
                  </a:lnTo>
                  <a:lnTo>
                    <a:pt x="876" y="18"/>
                  </a:lnTo>
                  <a:lnTo>
                    <a:pt x="876" y="16"/>
                  </a:lnTo>
                  <a:lnTo>
                    <a:pt x="878" y="16"/>
                  </a:lnTo>
                  <a:lnTo>
                    <a:pt x="878" y="15"/>
                  </a:lnTo>
                  <a:lnTo>
                    <a:pt x="879" y="13"/>
                  </a:lnTo>
                  <a:lnTo>
                    <a:pt x="879" y="12"/>
                  </a:lnTo>
                  <a:lnTo>
                    <a:pt x="881" y="10"/>
                  </a:lnTo>
                  <a:lnTo>
                    <a:pt x="881" y="9"/>
                  </a:lnTo>
                  <a:lnTo>
                    <a:pt x="882" y="8"/>
                  </a:lnTo>
                  <a:lnTo>
                    <a:pt x="883" y="6"/>
                  </a:lnTo>
                  <a:lnTo>
                    <a:pt x="883" y="3"/>
                  </a:lnTo>
                  <a:lnTo>
                    <a:pt x="885" y="2"/>
                  </a:lnTo>
                  <a:lnTo>
                    <a:pt x="886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66" name="Freeform 8">
              <a:extLst>
                <a:ext uri="{FF2B5EF4-FFF2-40B4-BE49-F238E27FC236}">
                  <a16:creationId xmlns:a16="http://schemas.microsoft.com/office/drawing/2014/main" id="{6E5DFA98-19C3-4E21-A2E3-F64D3FA6C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7413" y="1766888"/>
              <a:ext cx="82550" cy="282575"/>
            </a:xfrm>
            <a:custGeom>
              <a:avLst/>
              <a:gdLst>
                <a:gd name="T0" fmla="*/ 2147483646 w 105"/>
                <a:gd name="T1" fmla="*/ 2147483646 h 354"/>
                <a:gd name="T2" fmla="*/ 2147483646 w 105"/>
                <a:gd name="T3" fmla="*/ 2147483646 h 354"/>
                <a:gd name="T4" fmla="*/ 2147483646 w 105"/>
                <a:gd name="T5" fmla="*/ 2147483646 h 354"/>
                <a:gd name="T6" fmla="*/ 2147483646 w 105"/>
                <a:gd name="T7" fmla="*/ 2147483646 h 354"/>
                <a:gd name="T8" fmla="*/ 2147483646 w 105"/>
                <a:gd name="T9" fmla="*/ 2147483646 h 354"/>
                <a:gd name="T10" fmla="*/ 2147483646 w 105"/>
                <a:gd name="T11" fmla="*/ 2147483646 h 354"/>
                <a:gd name="T12" fmla="*/ 2147483646 w 105"/>
                <a:gd name="T13" fmla="*/ 2147483646 h 354"/>
                <a:gd name="T14" fmla="*/ 2147483646 w 105"/>
                <a:gd name="T15" fmla="*/ 2147483646 h 354"/>
                <a:gd name="T16" fmla="*/ 2147483646 w 105"/>
                <a:gd name="T17" fmla="*/ 2147483646 h 354"/>
                <a:gd name="T18" fmla="*/ 2147483646 w 105"/>
                <a:gd name="T19" fmla="*/ 2147483646 h 354"/>
                <a:gd name="T20" fmla="*/ 2147483646 w 105"/>
                <a:gd name="T21" fmla="*/ 2147483646 h 354"/>
                <a:gd name="T22" fmla="*/ 2147483646 w 105"/>
                <a:gd name="T23" fmla="*/ 2147483646 h 354"/>
                <a:gd name="T24" fmla="*/ 2147483646 w 105"/>
                <a:gd name="T25" fmla="*/ 2147483646 h 354"/>
                <a:gd name="T26" fmla="*/ 2147483646 w 105"/>
                <a:gd name="T27" fmla="*/ 2147483646 h 354"/>
                <a:gd name="T28" fmla="*/ 2147483646 w 105"/>
                <a:gd name="T29" fmla="*/ 2147483646 h 354"/>
                <a:gd name="T30" fmla="*/ 2147483646 w 105"/>
                <a:gd name="T31" fmla="*/ 2147483646 h 354"/>
                <a:gd name="T32" fmla="*/ 2147483646 w 105"/>
                <a:gd name="T33" fmla="*/ 2147483646 h 354"/>
                <a:gd name="T34" fmla="*/ 2147483646 w 105"/>
                <a:gd name="T35" fmla="*/ 2147483646 h 354"/>
                <a:gd name="T36" fmla="*/ 2147483646 w 105"/>
                <a:gd name="T37" fmla="*/ 2147483646 h 354"/>
                <a:gd name="T38" fmla="*/ 2147483646 w 105"/>
                <a:gd name="T39" fmla="*/ 2147483646 h 354"/>
                <a:gd name="T40" fmla="*/ 2147483646 w 105"/>
                <a:gd name="T41" fmla="*/ 2147483646 h 354"/>
                <a:gd name="T42" fmla="*/ 2147483646 w 105"/>
                <a:gd name="T43" fmla="*/ 2147483646 h 354"/>
                <a:gd name="T44" fmla="*/ 2147483646 w 105"/>
                <a:gd name="T45" fmla="*/ 2147483646 h 354"/>
                <a:gd name="T46" fmla="*/ 2147483646 w 105"/>
                <a:gd name="T47" fmla="*/ 2147483646 h 354"/>
                <a:gd name="T48" fmla="*/ 2147483646 w 105"/>
                <a:gd name="T49" fmla="*/ 2147483646 h 354"/>
                <a:gd name="T50" fmla="*/ 2147483646 w 105"/>
                <a:gd name="T51" fmla="*/ 2147483646 h 354"/>
                <a:gd name="T52" fmla="*/ 2147483646 w 105"/>
                <a:gd name="T53" fmla="*/ 2147483646 h 354"/>
                <a:gd name="T54" fmla="*/ 2147483646 w 105"/>
                <a:gd name="T55" fmla="*/ 2147483646 h 354"/>
                <a:gd name="T56" fmla="*/ 2147483646 w 105"/>
                <a:gd name="T57" fmla="*/ 2147483646 h 354"/>
                <a:gd name="T58" fmla="*/ 2147483646 w 105"/>
                <a:gd name="T59" fmla="*/ 2147483646 h 354"/>
                <a:gd name="T60" fmla="*/ 2147483646 w 105"/>
                <a:gd name="T61" fmla="*/ 2147483646 h 354"/>
                <a:gd name="T62" fmla="*/ 2147483646 w 105"/>
                <a:gd name="T63" fmla="*/ 2147483646 h 354"/>
                <a:gd name="T64" fmla="*/ 2147483646 w 105"/>
                <a:gd name="T65" fmla="*/ 2147483646 h 354"/>
                <a:gd name="T66" fmla="*/ 2147483646 w 105"/>
                <a:gd name="T67" fmla="*/ 2147483646 h 354"/>
                <a:gd name="T68" fmla="*/ 2147483646 w 105"/>
                <a:gd name="T69" fmla="*/ 2147483646 h 354"/>
                <a:gd name="T70" fmla="*/ 2147483646 w 105"/>
                <a:gd name="T71" fmla="*/ 2147483646 h 354"/>
                <a:gd name="T72" fmla="*/ 2147483646 w 105"/>
                <a:gd name="T73" fmla="*/ 2147483646 h 354"/>
                <a:gd name="T74" fmla="*/ 2147483646 w 105"/>
                <a:gd name="T75" fmla="*/ 2147483646 h 354"/>
                <a:gd name="T76" fmla="*/ 2147483646 w 105"/>
                <a:gd name="T77" fmla="*/ 2147483646 h 354"/>
                <a:gd name="T78" fmla="*/ 2147483646 w 105"/>
                <a:gd name="T79" fmla="*/ 2147483646 h 354"/>
                <a:gd name="T80" fmla="*/ 2147483646 w 105"/>
                <a:gd name="T81" fmla="*/ 2147483646 h 354"/>
                <a:gd name="T82" fmla="*/ 2147483646 w 105"/>
                <a:gd name="T83" fmla="*/ 2147483646 h 354"/>
                <a:gd name="T84" fmla="*/ 2147483646 w 105"/>
                <a:gd name="T85" fmla="*/ 2147483646 h 354"/>
                <a:gd name="T86" fmla="*/ 2147483646 w 105"/>
                <a:gd name="T87" fmla="*/ 2147483646 h 354"/>
                <a:gd name="T88" fmla="*/ 2147483646 w 105"/>
                <a:gd name="T89" fmla="*/ 2147483646 h 354"/>
                <a:gd name="T90" fmla="*/ 2147483646 w 105"/>
                <a:gd name="T91" fmla="*/ 2147483646 h 354"/>
                <a:gd name="T92" fmla="*/ 2147483646 w 105"/>
                <a:gd name="T93" fmla="*/ 2147483646 h 354"/>
                <a:gd name="T94" fmla="*/ 2147483646 w 105"/>
                <a:gd name="T95" fmla="*/ 2147483646 h 354"/>
                <a:gd name="T96" fmla="*/ 2147483646 w 105"/>
                <a:gd name="T97" fmla="*/ 2147483646 h 354"/>
                <a:gd name="T98" fmla="*/ 2147483646 w 105"/>
                <a:gd name="T99" fmla="*/ 2147483646 h 354"/>
                <a:gd name="T100" fmla="*/ 2147483646 w 105"/>
                <a:gd name="T101" fmla="*/ 2147483646 h 354"/>
                <a:gd name="T102" fmla="*/ 2147483646 w 105"/>
                <a:gd name="T103" fmla="*/ 2147483646 h 354"/>
                <a:gd name="T104" fmla="*/ 2147483646 w 105"/>
                <a:gd name="T105" fmla="*/ 2147483646 h 354"/>
                <a:gd name="T106" fmla="*/ 2147483646 w 105"/>
                <a:gd name="T107" fmla="*/ 2147483646 h 354"/>
                <a:gd name="T108" fmla="*/ 2147483646 w 105"/>
                <a:gd name="T109" fmla="*/ 2147483646 h 354"/>
                <a:gd name="T110" fmla="*/ 2147483646 w 105"/>
                <a:gd name="T111" fmla="*/ 2147483646 h 354"/>
                <a:gd name="T112" fmla="*/ 2147483646 w 105"/>
                <a:gd name="T113" fmla="*/ 2147483646 h 35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05" h="354">
                  <a:moveTo>
                    <a:pt x="0" y="0"/>
                  </a:moveTo>
                  <a:lnTo>
                    <a:pt x="3" y="4"/>
                  </a:lnTo>
                  <a:lnTo>
                    <a:pt x="4" y="7"/>
                  </a:lnTo>
                  <a:lnTo>
                    <a:pt x="6" y="10"/>
                  </a:lnTo>
                  <a:lnTo>
                    <a:pt x="9" y="15"/>
                  </a:lnTo>
                  <a:lnTo>
                    <a:pt x="10" y="17"/>
                  </a:lnTo>
                  <a:lnTo>
                    <a:pt x="12" y="19"/>
                  </a:lnTo>
                  <a:lnTo>
                    <a:pt x="13" y="22"/>
                  </a:lnTo>
                  <a:lnTo>
                    <a:pt x="15" y="25"/>
                  </a:lnTo>
                  <a:lnTo>
                    <a:pt x="16" y="26"/>
                  </a:lnTo>
                  <a:lnTo>
                    <a:pt x="16" y="29"/>
                  </a:lnTo>
                  <a:lnTo>
                    <a:pt x="18" y="31"/>
                  </a:lnTo>
                  <a:lnTo>
                    <a:pt x="19" y="34"/>
                  </a:lnTo>
                  <a:lnTo>
                    <a:pt x="19" y="35"/>
                  </a:lnTo>
                  <a:lnTo>
                    <a:pt x="21" y="37"/>
                  </a:lnTo>
                  <a:lnTo>
                    <a:pt x="22" y="38"/>
                  </a:lnTo>
                  <a:lnTo>
                    <a:pt x="22" y="40"/>
                  </a:lnTo>
                  <a:lnTo>
                    <a:pt x="24" y="41"/>
                  </a:lnTo>
                  <a:lnTo>
                    <a:pt x="24" y="43"/>
                  </a:lnTo>
                  <a:lnTo>
                    <a:pt x="25" y="44"/>
                  </a:lnTo>
                  <a:lnTo>
                    <a:pt x="25" y="46"/>
                  </a:lnTo>
                  <a:lnTo>
                    <a:pt x="27" y="47"/>
                  </a:lnTo>
                  <a:lnTo>
                    <a:pt x="27" y="49"/>
                  </a:lnTo>
                  <a:lnTo>
                    <a:pt x="27" y="50"/>
                  </a:lnTo>
                  <a:lnTo>
                    <a:pt x="28" y="52"/>
                  </a:lnTo>
                  <a:lnTo>
                    <a:pt x="28" y="53"/>
                  </a:lnTo>
                  <a:lnTo>
                    <a:pt x="29" y="55"/>
                  </a:lnTo>
                  <a:lnTo>
                    <a:pt x="29" y="56"/>
                  </a:lnTo>
                  <a:lnTo>
                    <a:pt x="31" y="58"/>
                  </a:lnTo>
                  <a:lnTo>
                    <a:pt x="31" y="59"/>
                  </a:lnTo>
                  <a:lnTo>
                    <a:pt x="32" y="60"/>
                  </a:lnTo>
                  <a:lnTo>
                    <a:pt x="32" y="62"/>
                  </a:lnTo>
                  <a:lnTo>
                    <a:pt x="34" y="65"/>
                  </a:lnTo>
                  <a:lnTo>
                    <a:pt x="34" y="66"/>
                  </a:lnTo>
                  <a:lnTo>
                    <a:pt x="35" y="68"/>
                  </a:lnTo>
                  <a:lnTo>
                    <a:pt x="35" y="71"/>
                  </a:lnTo>
                  <a:lnTo>
                    <a:pt x="37" y="72"/>
                  </a:lnTo>
                  <a:lnTo>
                    <a:pt x="37" y="74"/>
                  </a:lnTo>
                  <a:lnTo>
                    <a:pt x="38" y="75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40" y="80"/>
                  </a:lnTo>
                  <a:lnTo>
                    <a:pt x="40" y="81"/>
                  </a:lnTo>
                  <a:lnTo>
                    <a:pt x="41" y="83"/>
                  </a:lnTo>
                  <a:lnTo>
                    <a:pt x="41" y="84"/>
                  </a:lnTo>
                  <a:lnTo>
                    <a:pt x="41" y="86"/>
                  </a:lnTo>
                  <a:lnTo>
                    <a:pt x="43" y="86"/>
                  </a:lnTo>
                  <a:lnTo>
                    <a:pt x="43" y="87"/>
                  </a:lnTo>
                  <a:lnTo>
                    <a:pt x="43" y="89"/>
                  </a:lnTo>
                  <a:lnTo>
                    <a:pt x="44" y="90"/>
                  </a:lnTo>
                  <a:lnTo>
                    <a:pt x="44" y="92"/>
                  </a:lnTo>
                  <a:lnTo>
                    <a:pt x="46" y="93"/>
                  </a:lnTo>
                  <a:lnTo>
                    <a:pt x="46" y="95"/>
                  </a:lnTo>
                  <a:lnTo>
                    <a:pt x="46" y="96"/>
                  </a:lnTo>
                  <a:lnTo>
                    <a:pt x="47" y="98"/>
                  </a:lnTo>
                  <a:lnTo>
                    <a:pt x="47" y="99"/>
                  </a:lnTo>
                  <a:lnTo>
                    <a:pt x="49" y="102"/>
                  </a:lnTo>
                  <a:lnTo>
                    <a:pt x="49" y="103"/>
                  </a:lnTo>
                  <a:lnTo>
                    <a:pt x="50" y="105"/>
                  </a:lnTo>
                  <a:lnTo>
                    <a:pt x="50" y="106"/>
                  </a:lnTo>
                  <a:lnTo>
                    <a:pt x="52" y="109"/>
                  </a:lnTo>
                  <a:lnTo>
                    <a:pt x="52" y="111"/>
                  </a:lnTo>
                  <a:lnTo>
                    <a:pt x="53" y="114"/>
                  </a:lnTo>
                  <a:lnTo>
                    <a:pt x="55" y="117"/>
                  </a:lnTo>
                  <a:lnTo>
                    <a:pt x="55" y="118"/>
                  </a:lnTo>
                  <a:lnTo>
                    <a:pt x="56" y="121"/>
                  </a:lnTo>
                  <a:lnTo>
                    <a:pt x="56" y="123"/>
                  </a:lnTo>
                  <a:lnTo>
                    <a:pt x="58" y="124"/>
                  </a:lnTo>
                  <a:lnTo>
                    <a:pt x="58" y="127"/>
                  </a:lnTo>
                  <a:lnTo>
                    <a:pt x="59" y="129"/>
                  </a:lnTo>
                  <a:lnTo>
                    <a:pt x="59" y="130"/>
                  </a:lnTo>
                  <a:lnTo>
                    <a:pt x="59" y="132"/>
                  </a:lnTo>
                  <a:lnTo>
                    <a:pt x="61" y="133"/>
                  </a:lnTo>
                  <a:lnTo>
                    <a:pt x="61" y="135"/>
                  </a:lnTo>
                  <a:lnTo>
                    <a:pt x="61" y="136"/>
                  </a:lnTo>
                  <a:lnTo>
                    <a:pt x="62" y="136"/>
                  </a:lnTo>
                  <a:lnTo>
                    <a:pt x="62" y="138"/>
                  </a:lnTo>
                  <a:lnTo>
                    <a:pt x="62" y="139"/>
                  </a:lnTo>
                  <a:lnTo>
                    <a:pt x="64" y="141"/>
                  </a:lnTo>
                  <a:lnTo>
                    <a:pt x="64" y="142"/>
                  </a:lnTo>
                  <a:lnTo>
                    <a:pt x="64" y="144"/>
                  </a:lnTo>
                  <a:lnTo>
                    <a:pt x="64" y="145"/>
                  </a:lnTo>
                  <a:lnTo>
                    <a:pt x="65" y="146"/>
                  </a:lnTo>
                  <a:lnTo>
                    <a:pt x="65" y="148"/>
                  </a:lnTo>
                  <a:lnTo>
                    <a:pt x="67" y="149"/>
                  </a:lnTo>
                  <a:lnTo>
                    <a:pt x="67" y="151"/>
                  </a:lnTo>
                  <a:lnTo>
                    <a:pt x="67" y="154"/>
                  </a:lnTo>
                  <a:lnTo>
                    <a:pt x="68" y="155"/>
                  </a:lnTo>
                  <a:lnTo>
                    <a:pt x="68" y="157"/>
                  </a:lnTo>
                  <a:lnTo>
                    <a:pt x="68" y="158"/>
                  </a:lnTo>
                  <a:lnTo>
                    <a:pt x="70" y="161"/>
                  </a:lnTo>
                  <a:lnTo>
                    <a:pt x="70" y="163"/>
                  </a:lnTo>
                  <a:lnTo>
                    <a:pt x="71" y="166"/>
                  </a:lnTo>
                  <a:lnTo>
                    <a:pt x="71" y="167"/>
                  </a:lnTo>
                  <a:lnTo>
                    <a:pt x="72" y="170"/>
                  </a:lnTo>
                  <a:lnTo>
                    <a:pt x="72" y="172"/>
                  </a:lnTo>
                  <a:lnTo>
                    <a:pt x="74" y="175"/>
                  </a:lnTo>
                  <a:lnTo>
                    <a:pt x="74" y="176"/>
                  </a:lnTo>
                  <a:lnTo>
                    <a:pt x="75" y="179"/>
                  </a:lnTo>
                  <a:lnTo>
                    <a:pt x="75" y="181"/>
                  </a:lnTo>
                  <a:lnTo>
                    <a:pt x="75" y="182"/>
                  </a:lnTo>
                  <a:lnTo>
                    <a:pt x="77" y="184"/>
                  </a:lnTo>
                  <a:lnTo>
                    <a:pt x="77" y="185"/>
                  </a:lnTo>
                  <a:lnTo>
                    <a:pt x="77" y="187"/>
                  </a:lnTo>
                  <a:lnTo>
                    <a:pt x="78" y="188"/>
                  </a:lnTo>
                  <a:lnTo>
                    <a:pt x="78" y="189"/>
                  </a:lnTo>
                  <a:lnTo>
                    <a:pt x="78" y="191"/>
                  </a:lnTo>
                  <a:lnTo>
                    <a:pt x="78" y="192"/>
                  </a:lnTo>
                  <a:lnTo>
                    <a:pt x="80" y="194"/>
                  </a:lnTo>
                  <a:lnTo>
                    <a:pt x="80" y="195"/>
                  </a:lnTo>
                  <a:lnTo>
                    <a:pt x="80" y="197"/>
                  </a:lnTo>
                  <a:lnTo>
                    <a:pt x="81" y="198"/>
                  </a:lnTo>
                  <a:lnTo>
                    <a:pt x="81" y="200"/>
                  </a:lnTo>
                  <a:lnTo>
                    <a:pt x="81" y="201"/>
                  </a:lnTo>
                  <a:lnTo>
                    <a:pt x="83" y="203"/>
                  </a:lnTo>
                  <a:lnTo>
                    <a:pt x="83" y="204"/>
                  </a:lnTo>
                  <a:lnTo>
                    <a:pt x="83" y="206"/>
                  </a:lnTo>
                  <a:lnTo>
                    <a:pt x="83" y="207"/>
                  </a:lnTo>
                  <a:lnTo>
                    <a:pt x="84" y="209"/>
                  </a:lnTo>
                  <a:lnTo>
                    <a:pt x="84" y="210"/>
                  </a:lnTo>
                  <a:lnTo>
                    <a:pt x="86" y="212"/>
                  </a:lnTo>
                  <a:lnTo>
                    <a:pt x="86" y="215"/>
                  </a:lnTo>
                  <a:lnTo>
                    <a:pt x="86" y="216"/>
                  </a:lnTo>
                  <a:lnTo>
                    <a:pt x="87" y="219"/>
                  </a:lnTo>
                  <a:lnTo>
                    <a:pt x="87" y="221"/>
                  </a:lnTo>
                  <a:lnTo>
                    <a:pt x="89" y="224"/>
                  </a:lnTo>
                  <a:lnTo>
                    <a:pt x="89" y="227"/>
                  </a:lnTo>
                  <a:lnTo>
                    <a:pt x="90" y="228"/>
                  </a:lnTo>
                  <a:lnTo>
                    <a:pt x="90" y="230"/>
                  </a:lnTo>
                  <a:lnTo>
                    <a:pt x="92" y="232"/>
                  </a:lnTo>
                  <a:lnTo>
                    <a:pt x="92" y="234"/>
                  </a:lnTo>
                  <a:lnTo>
                    <a:pt x="92" y="235"/>
                  </a:lnTo>
                  <a:lnTo>
                    <a:pt x="93" y="237"/>
                  </a:lnTo>
                  <a:lnTo>
                    <a:pt x="93" y="238"/>
                  </a:lnTo>
                  <a:lnTo>
                    <a:pt x="93" y="240"/>
                  </a:lnTo>
                  <a:lnTo>
                    <a:pt x="95" y="241"/>
                  </a:lnTo>
                  <a:lnTo>
                    <a:pt x="95" y="243"/>
                  </a:lnTo>
                  <a:lnTo>
                    <a:pt x="95" y="244"/>
                  </a:lnTo>
                  <a:lnTo>
                    <a:pt x="95" y="246"/>
                  </a:lnTo>
                  <a:lnTo>
                    <a:pt x="95" y="247"/>
                  </a:lnTo>
                  <a:lnTo>
                    <a:pt x="96" y="247"/>
                  </a:lnTo>
                  <a:lnTo>
                    <a:pt x="96" y="249"/>
                  </a:lnTo>
                  <a:lnTo>
                    <a:pt x="96" y="250"/>
                  </a:lnTo>
                  <a:lnTo>
                    <a:pt x="96" y="252"/>
                  </a:lnTo>
                  <a:lnTo>
                    <a:pt x="96" y="253"/>
                  </a:lnTo>
                  <a:lnTo>
                    <a:pt x="96" y="255"/>
                  </a:lnTo>
                  <a:lnTo>
                    <a:pt x="96" y="256"/>
                  </a:lnTo>
                  <a:lnTo>
                    <a:pt x="98" y="258"/>
                  </a:lnTo>
                  <a:lnTo>
                    <a:pt x="98" y="259"/>
                  </a:lnTo>
                  <a:lnTo>
                    <a:pt x="98" y="261"/>
                  </a:lnTo>
                  <a:lnTo>
                    <a:pt x="98" y="262"/>
                  </a:lnTo>
                  <a:lnTo>
                    <a:pt x="98" y="264"/>
                  </a:lnTo>
                  <a:lnTo>
                    <a:pt x="98" y="265"/>
                  </a:lnTo>
                  <a:lnTo>
                    <a:pt x="98" y="267"/>
                  </a:lnTo>
                  <a:lnTo>
                    <a:pt x="98" y="270"/>
                  </a:lnTo>
                  <a:lnTo>
                    <a:pt x="98" y="271"/>
                  </a:lnTo>
                  <a:lnTo>
                    <a:pt x="99" y="274"/>
                  </a:lnTo>
                  <a:lnTo>
                    <a:pt x="99" y="275"/>
                  </a:lnTo>
                  <a:lnTo>
                    <a:pt x="99" y="277"/>
                  </a:lnTo>
                  <a:lnTo>
                    <a:pt x="99" y="278"/>
                  </a:lnTo>
                  <a:lnTo>
                    <a:pt x="99" y="281"/>
                  </a:lnTo>
                  <a:lnTo>
                    <a:pt x="99" y="283"/>
                  </a:lnTo>
                  <a:lnTo>
                    <a:pt x="99" y="284"/>
                  </a:lnTo>
                  <a:lnTo>
                    <a:pt x="99" y="286"/>
                  </a:lnTo>
                  <a:lnTo>
                    <a:pt x="99" y="287"/>
                  </a:lnTo>
                  <a:lnTo>
                    <a:pt x="99" y="289"/>
                  </a:lnTo>
                  <a:lnTo>
                    <a:pt x="99" y="290"/>
                  </a:lnTo>
                  <a:lnTo>
                    <a:pt x="101" y="290"/>
                  </a:lnTo>
                  <a:lnTo>
                    <a:pt x="101" y="292"/>
                  </a:lnTo>
                  <a:lnTo>
                    <a:pt x="101" y="293"/>
                  </a:lnTo>
                  <a:lnTo>
                    <a:pt x="101" y="295"/>
                  </a:lnTo>
                  <a:lnTo>
                    <a:pt x="101" y="296"/>
                  </a:lnTo>
                  <a:lnTo>
                    <a:pt x="101" y="298"/>
                  </a:lnTo>
                  <a:lnTo>
                    <a:pt x="101" y="299"/>
                  </a:lnTo>
                  <a:lnTo>
                    <a:pt x="101" y="301"/>
                  </a:lnTo>
                  <a:lnTo>
                    <a:pt x="102" y="301"/>
                  </a:lnTo>
                  <a:lnTo>
                    <a:pt x="102" y="302"/>
                  </a:lnTo>
                  <a:lnTo>
                    <a:pt x="102" y="304"/>
                  </a:lnTo>
                  <a:lnTo>
                    <a:pt x="102" y="305"/>
                  </a:lnTo>
                  <a:lnTo>
                    <a:pt x="102" y="307"/>
                  </a:lnTo>
                  <a:lnTo>
                    <a:pt x="102" y="308"/>
                  </a:lnTo>
                  <a:lnTo>
                    <a:pt x="104" y="310"/>
                  </a:lnTo>
                  <a:lnTo>
                    <a:pt x="104" y="311"/>
                  </a:lnTo>
                  <a:lnTo>
                    <a:pt x="104" y="313"/>
                  </a:lnTo>
                  <a:lnTo>
                    <a:pt x="104" y="314"/>
                  </a:lnTo>
                  <a:lnTo>
                    <a:pt x="104" y="316"/>
                  </a:lnTo>
                  <a:lnTo>
                    <a:pt x="105" y="316"/>
                  </a:lnTo>
                  <a:lnTo>
                    <a:pt x="105" y="317"/>
                  </a:lnTo>
                  <a:lnTo>
                    <a:pt x="105" y="319"/>
                  </a:lnTo>
                  <a:lnTo>
                    <a:pt x="105" y="320"/>
                  </a:lnTo>
                  <a:lnTo>
                    <a:pt x="105" y="321"/>
                  </a:lnTo>
                  <a:lnTo>
                    <a:pt x="105" y="323"/>
                  </a:lnTo>
                  <a:lnTo>
                    <a:pt x="105" y="324"/>
                  </a:lnTo>
                  <a:lnTo>
                    <a:pt x="105" y="326"/>
                  </a:lnTo>
                  <a:lnTo>
                    <a:pt x="105" y="327"/>
                  </a:lnTo>
                  <a:lnTo>
                    <a:pt x="105" y="329"/>
                  </a:lnTo>
                  <a:lnTo>
                    <a:pt x="105" y="330"/>
                  </a:lnTo>
                  <a:lnTo>
                    <a:pt x="105" y="332"/>
                  </a:lnTo>
                  <a:lnTo>
                    <a:pt x="105" y="333"/>
                  </a:lnTo>
                  <a:lnTo>
                    <a:pt x="105" y="335"/>
                  </a:lnTo>
                  <a:lnTo>
                    <a:pt x="105" y="338"/>
                  </a:lnTo>
                  <a:lnTo>
                    <a:pt x="105" y="339"/>
                  </a:lnTo>
                  <a:lnTo>
                    <a:pt x="105" y="341"/>
                  </a:lnTo>
                  <a:lnTo>
                    <a:pt x="105" y="344"/>
                  </a:lnTo>
                  <a:lnTo>
                    <a:pt x="104" y="345"/>
                  </a:lnTo>
                  <a:lnTo>
                    <a:pt x="104" y="348"/>
                  </a:lnTo>
                  <a:lnTo>
                    <a:pt x="104" y="351"/>
                  </a:lnTo>
                  <a:lnTo>
                    <a:pt x="104" y="35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67" name="Freeform 9">
              <a:extLst>
                <a:ext uri="{FF2B5EF4-FFF2-40B4-BE49-F238E27FC236}">
                  <a16:creationId xmlns:a16="http://schemas.microsoft.com/office/drawing/2014/main" id="{3DFC25F0-EE70-40D9-A8AD-701459886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7413" y="2047875"/>
              <a:ext cx="82550" cy="279400"/>
            </a:xfrm>
            <a:custGeom>
              <a:avLst/>
              <a:gdLst>
                <a:gd name="T0" fmla="*/ 2147483646 w 105"/>
                <a:gd name="T1" fmla="*/ 2147483646 h 353"/>
                <a:gd name="T2" fmla="*/ 2147483646 w 105"/>
                <a:gd name="T3" fmla="*/ 2147483646 h 353"/>
                <a:gd name="T4" fmla="*/ 2147483646 w 105"/>
                <a:gd name="T5" fmla="*/ 2147483646 h 353"/>
                <a:gd name="T6" fmla="*/ 2147483646 w 105"/>
                <a:gd name="T7" fmla="*/ 2147483646 h 353"/>
                <a:gd name="T8" fmla="*/ 2147483646 w 105"/>
                <a:gd name="T9" fmla="*/ 2147483646 h 353"/>
                <a:gd name="T10" fmla="*/ 2147483646 w 105"/>
                <a:gd name="T11" fmla="*/ 2147483646 h 353"/>
                <a:gd name="T12" fmla="*/ 2147483646 w 105"/>
                <a:gd name="T13" fmla="*/ 2147483646 h 353"/>
                <a:gd name="T14" fmla="*/ 2147483646 w 105"/>
                <a:gd name="T15" fmla="*/ 2147483646 h 353"/>
                <a:gd name="T16" fmla="*/ 2147483646 w 105"/>
                <a:gd name="T17" fmla="*/ 2147483646 h 353"/>
                <a:gd name="T18" fmla="*/ 2147483646 w 105"/>
                <a:gd name="T19" fmla="*/ 2147483646 h 353"/>
                <a:gd name="T20" fmla="*/ 2147483646 w 105"/>
                <a:gd name="T21" fmla="*/ 2147483646 h 353"/>
                <a:gd name="T22" fmla="*/ 2147483646 w 105"/>
                <a:gd name="T23" fmla="*/ 2147483646 h 353"/>
                <a:gd name="T24" fmla="*/ 2147483646 w 105"/>
                <a:gd name="T25" fmla="*/ 2147483646 h 353"/>
                <a:gd name="T26" fmla="*/ 2147483646 w 105"/>
                <a:gd name="T27" fmla="*/ 2147483646 h 353"/>
                <a:gd name="T28" fmla="*/ 2147483646 w 105"/>
                <a:gd name="T29" fmla="*/ 2147483646 h 353"/>
                <a:gd name="T30" fmla="*/ 2147483646 w 105"/>
                <a:gd name="T31" fmla="*/ 2147483646 h 353"/>
                <a:gd name="T32" fmla="*/ 2147483646 w 105"/>
                <a:gd name="T33" fmla="*/ 2147483646 h 353"/>
                <a:gd name="T34" fmla="*/ 2147483646 w 105"/>
                <a:gd name="T35" fmla="*/ 2147483646 h 353"/>
                <a:gd name="T36" fmla="*/ 2147483646 w 105"/>
                <a:gd name="T37" fmla="*/ 2147483646 h 353"/>
                <a:gd name="T38" fmla="*/ 2147483646 w 105"/>
                <a:gd name="T39" fmla="*/ 2147483646 h 353"/>
                <a:gd name="T40" fmla="*/ 2147483646 w 105"/>
                <a:gd name="T41" fmla="*/ 2147483646 h 353"/>
                <a:gd name="T42" fmla="*/ 2147483646 w 105"/>
                <a:gd name="T43" fmla="*/ 2147483646 h 353"/>
                <a:gd name="T44" fmla="*/ 2147483646 w 105"/>
                <a:gd name="T45" fmla="*/ 2147483646 h 353"/>
                <a:gd name="T46" fmla="*/ 2147483646 w 105"/>
                <a:gd name="T47" fmla="*/ 2147483646 h 353"/>
                <a:gd name="T48" fmla="*/ 2147483646 w 105"/>
                <a:gd name="T49" fmla="*/ 2147483646 h 353"/>
                <a:gd name="T50" fmla="*/ 2147483646 w 105"/>
                <a:gd name="T51" fmla="*/ 2147483646 h 353"/>
                <a:gd name="T52" fmla="*/ 2147483646 w 105"/>
                <a:gd name="T53" fmla="*/ 2147483646 h 353"/>
                <a:gd name="T54" fmla="*/ 2147483646 w 105"/>
                <a:gd name="T55" fmla="*/ 2147483646 h 353"/>
                <a:gd name="T56" fmla="*/ 2147483646 w 105"/>
                <a:gd name="T57" fmla="*/ 2147483646 h 353"/>
                <a:gd name="T58" fmla="*/ 2147483646 w 105"/>
                <a:gd name="T59" fmla="*/ 2147483646 h 353"/>
                <a:gd name="T60" fmla="*/ 2147483646 w 105"/>
                <a:gd name="T61" fmla="*/ 2147483646 h 353"/>
                <a:gd name="T62" fmla="*/ 2147483646 w 105"/>
                <a:gd name="T63" fmla="*/ 2147483646 h 353"/>
                <a:gd name="T64" fmla="*/ 2147483646 w 105"/>
                <a:gd name="T65" fmla="*/ 2147483646 h 353"/>
                <a:gd name="T66" fmla="*/ 2147483646 w 105"/>
                <a:gd name="T67" fmla="*/ 2147483646 h 353"/>
                <a:gd name="T68" fmla="*/ 2147483646 w 105"/>
                <a:gd name="T69" fmla="*/ 2147483646 h 353"/>
                <a:gd name="T70" fmla="*/ 2147483646 w 105"/>
                <a:gd name="T71" fmla="*/ 2147483646 h 353"/>
                <a:gd name="T72" fmla="*/ 2147483646 w 105"/>
                <a:gd name="T73" fmla="*/ 2147483646 h 353"/>
                <a:gd name="T74" fmla="*/ 2147483646 w 105"/>
                <a:gd name="T75" fmla="*/ 2147483646 h 353"/>
                <a:gd name="T76" fmla="*/ 2147483646 w 105"/>
                <a:gd name="T77" fmla="*/ 2147483646 h 353"/>
                <a:gd name="T78" fmla="*/ 2147483646 w 105"/>
                <a:gd name="T79" fmla="*/ 2147483646 h 353"/>
                <a:gd name="T80" fmla="*/ 2147483646 w 105"/>
                <a:gd name="T81" fmla="*/ 2147483646 h 353"/>
                <a:gd name="T82" fmla="*/ 2147483646 w 105"/>
                <a:gd name="T83" fmla="*/ 2147483646 h 353"/>
                <a:gd name="T84" fmla="*/ 2147483646 w 105"/>
                <a:gd name="T85" fmla="*/ 2147483646 h 353"/>
                <a:gd name="T86" fmla="*/ 2147483646 w 105"/>
                <a:gd name="T87" fmla="*/ 2147483646 h 353"/>
                <a:gd name="T88" fmla="*/ 2147483646 w 105"/>
                <a:gd name="T89" fmla="*/ 2147483646 h 353"/>
                <a:gd name="T90" fmla="*/ 2147483646 w 105"/>
                <a:gd name="T91" fmla="*/ 2147483646 h 353"/>
                <a:gd name="T92" fmla="*/ 2147483646 w 105"/>
                <a:gd name="T93" fmla="*/ 2147483646 h 353"/>
                <a:gd name="T94" fmla="*/ 2147483646 w 105"/>
                <a:gd name="T95" fmla="*/ 2147483646 h 353"/>
                <a:gd name="T96" fmla="*/ 2147483646 w 105"/>
                <a:gd name="T97" fmla="*/ 2147483646 h 353"/>
                <a:gd name="T98" fmla="*/ 2147483646 w 105"/>
                <a:gd name="T99" fmla="*/ 2147483646 h 353"/>
                <a:gd name="T100" fmla="*/ 2147483646 w 105"/>
                <a:gd name="T101" fmla="*/ 2147483646 h 353"/>
                <a:gd name="T102" fmla="*/ 2147483646 w 105"/>
                <a:gd name="T103" fmla="*/ 2147483646 h 353"/>
                <a:gd name="T104" fmla="*/ 2147483646 w 105"/>
                <a:gd name="T105" fmla="*/ 2147483646 h 353"/>
                <a:gd name="T106" fmla="*/ 2147483646 w 105"/>
                <a:gd name="T107" fmla="*/ 2147483646 h 353"/>
                <a:gd name="T108" fmla="*/ 2147483646 w 105"/>
                <a:gd name="T109" fmla="*/ 2147483646 h 353"/>
                <a:gd name="T110" fmla="*/ 2147483646 w 105"/>
                <a:gd name="T111" fmla="*/ 2147483646 h 353"/>
                <a:gd name="T112" fmla="*/ 2147483646 w 105"/>
                <a:gd name="T113" fmla="*/ 2147483646 h 35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05" h="353">
                  <a:moveTo>
                    <a:pt x="0" y="353"/>
                  </a:moveTo>
                  <a:lnTo>
                    <a:pt x="3" y="350"/>
                  </a:lnTo>
                  <a:lnTo>
                    <a:pt x="4" y="345"/>
                  </a:lnTo>
                  <a:lnTo>
                    <a:pt x="6" y="342"/>
                  </a:lnTo>
                  <a:lnTo>
                    <a:pt x="9" y="339"/>
                  </a:lnTo>
                  <a:lnTo>
                    <a:pt x="10" y="336"/>
                  </a:lnTo>
                  <a:lnTo>
                    <a:pt x="12" y="333"/>
                  </a:lnTo>
                  <a:lnTo>
                    <a:pt x="13" y="330"/>
                  </a:lnTo>
                  <a:lnTo>
                    <a:pt x="15" y="329"/>
                  </a:lnTo>
                  <a:lnTo>
                    <a:pt x="16" y="326"/>
                  </a:lnTo>
                  <a:lnTo>
                    <a:pt x="16" y="324"/>
                  </a:lnTo>
                  <a:lnTo>
                    <a:pt x="18" y="321"/>
                  </a:lnTo>
                  <a:lnTo>
                    <a:pt x="19" y="320"/>
                  </a:lnTo>
                  <a:lnTo>
                    <a:pt x="19" y="318"/>
                  </a:lnTo>
                  <a:lnTo>
                    <a:pt x="21" y="317"/>
                  </a:lnTo>
                  <a:lnTo>
                    <a:pt x="22" y="314"/>
                  </a:lnTo>
                  <a:lnTo>
                    <a:pt x="22" y="313"/>
                  </a:lnTo>
                  <a:lnTo>
                    <a:pt x="24" y="311"/>
                  </a:lnTo>
                  <a:lnTo>
                    <a:pt x="24" y="310"/>
                  </a:lnTo>
                  <a:lnTo>
                    <a:pt x="25" y="308"/>
                  </a:lnTo>
                  <a:lnTo>
                    <a:pt x="25" y="307"/>
                  </a:lnTo>
                  <a:lnTo>
                    <a:pt x="27" y="307"/>
                  </a:lnTo>
                  <a:lnTo>
                    <a:pt x="27" y="305"/>
                  </a:lnTo>
                  <a:lnTo>
                    <a:pt x="27" y="304"/>
                  </a:lnTo>
                  <a:lnTo>
                    <a:pt x="28" y="302"/>
                  </a:lnTo>
                  <a:lnTo>
                    <a:pt x="28" y="301"/>
                  </a:lnTo>
                  <a:lnTo>
                    <a:pt x="29" y="299"/>
                  </a:lnTo>
                  <a:lnTo>
                    <a:pt x="29" y="298"/>
                  </a:lnTo>
                  <a:lnTo>
                    <a:pt x="31" y="296"/>
                  </a:lnTo>
                  <a:lnTo>
                    <a:pt x="31" y="293"/>
                  </a:lnTo>
                  <a:lnTo>
                    <a:pt x="32" y="292"/>
                  </a:lnTo>
                  <a:lnTo>
                    <a:pt x="32" y="290"/>
                  </a:lnTo>
                  <a:lnTo>
                    <a:pt x="34" y="289"/>
                  </a:lnTo>
                  <a:lnTo>
                    <a:pt x="34" y="286"/>
                  </a:lnTo>
                  <a:lnTo>
                    <a:pt x="35" y="284"/>
                  </a:lnTo>
                  <a:lnTo>
                    <a:pt x="35" y="283"/>
                  </a:lnTo>
                  <a:lnTo>
                    <a:pt x="37" y="281"/>
                  </a:lnTo>
                  <a:lnTo>
                    <a:pt x="37" y="280"/>
                  </a:lnTo>
                  <a:lnTo>
                    <a:pt x="38" y="278"/>
                  </a:lnTo>
                  <a:lnTo>
                    <a:pt x="38" y="277"/>
                  </a:lnTo>
                  <a:lnTo>
                    <a:pt x="38" y="275"/>
                  </a:lnTo>
                  <a:lnTo>
                    <a:pt x="40" y="274"/>
                  </a:lnTo>
                  <a:lnTo>
                    <a:pt x="40" y="272"/>
                  </a:lnTo>
                  <a:lnTo>
                    <a:pt x="40" y="271"/>
                  </a:lnTo>
                  <a:lnTo>
                    <a:pt x="41" y="269"/>
                  </a:lnTo>
                  <a:lnTo>
                    <a:pt x="41" y="268"/>
                  </a:lnTo>
                  <a:lnTo>
                    <a:pt x="43" y="267"/>
                  </a:lnTo>
                  <a:lnTo>
                    <a:pt x="43" y="265"/>
                  </a:lnTo>
                  <a:lnTo>
                    <a:pt x="43" y="264"/>
                  </a:lnTo>
                  <a:lnTo>
                    <a:pt x="44" y="264"/>
                  </a:lnTo>
                  <a:lnTo>
                    <a:pt x="44" y="262"/>
                  </a:lnTo>
                  <a:lnTo>
                    <a:pt x="44" y="261"/>
                  </a:lnTo>
                  <a:lnTo>
                    <a:pt x="46" y="259"/>
                  </a:lnTo>
                  <a:lnTo>
                    <a:pt x="46" y="258"/>
                  </a:lnTo>
                  <a:lnTo>
                    <a:pt x="46" y="256"/>
                  </a:lnTo>
                  <a:lnTo>
                    <a:pt x="47" y="255"/>
                  </a:lnTo>
                  <a:lnTo>
                    <a:pt x="47" y="253"/>
                  </a:lnTo>
                  <a:lnTo>
                    <a:pt x="49" y="252"/>
                  </a:lnTo>
                  <a:lnTo>
                    <a:pt x="49" y="250"/>
                  </a:lnTo>
                  <a:lnTo>
                    <a:pt x="50" y="247"/>
                  </a:lnTo>
                  <a:lnTo>
                    <a:pt x="50" y="246"/>
                  </a:lnTo>
                  <a:lnTo>
                    <a:pt x="52" y="244"/>
                  </a:lnTo>
                  <a:lnTo>
                    <a:pt x="52" y="241"/>
                  </a:lnTo>
                  <a:lnTo>
                    <a:pt x="53" y="238"/>
                  </a:lnTo>
                  <a:lnTo>
                    <a:pt x="55" y="237"/>
                  </a:lnTo>
                  <a:lnTo>
                    <a:pt x="55" y="234"/>
                  </a:lnTo>
                  <a:lnTo>
                    <a:pt x="56" y="232"/>
                  </a:lnTo>
                  <a:lnTo>
                    <a:pt x="56" y="229"/>
                  </a:lnTo>
                  <a:lnTo>
                    <a:pt x="58" y="228"/>
                  </a:lnTo>
                  <a:lnTo>
                    <a:pt x="58" y="226"/>
                  </a:lnTo>
                  <a:lnTo>
                    <a:pt x="59" y="225"/>
                  </a:lnTo>
                  <a:lnTo>
                    <a:pt x="59" y="224"/>
                  </a:lnTo>
                  <a:lnTo>
                    <a:pt x="59" y="222"/>
                  </a:lnTo>
                  <a:lnTo>
                    <a:pt x="61" y="221"/>
                  </a:lnTo>
                  <a:lnTo>
                    <a:pt x="61" y="219"/>
                  </a:lnTo>
                  <a:lnTo>
                    <a:pt x="61" y="218"/>
                  </a:lnTo>
                  <a:lnTo>
                    <a:pt x="62" y="216"/>
                  </a:lnTo>
                  <a:lnTo>
                    <a:pt x="62" y="215"/>
                  </a:lnTo>
                  <a:lnTo>
                    <a:pt x="62" y="213"/>
                  </a:lnTo>
                  <a:lnTo>
                    <a:pt x="64" y="212"/>
                  </a:lnTo>
                  <a:lnTo>
                    <a:pt x="64" y="210"/>
                  </a:lnTo>
                  <a:lnTo>
                    <a:pt x="64" y="209"/>
                  </a:lnTo>
                  <a:lnTo>
                    <a:pt x="65" y="207"/>
                  </a:lnTo>
                  <a:lnTo>
                    <a:pt x="65" y="206"/>
                  </a:lnTo>
                  <a:lnTo>
                    <a:pt x="65" y="204"/>
                  </a:lnTo>
                  <a:lnTo>
                    <a:pt x="67" y="203"/>
                  </a:lnTo>
                  <a:lnTo>
                    <a:pt x="67" y="201"/>
                  </a:lnTo>
                  <a:lnTo>
                    <a:pt x="67" y="200"/>
                  </a:lnTo>
                  <a:lnTo>
                    <a:pt x="68" y="198"/>
                  </a:lnTo>
                  <a:lnTo>
                    <a:pt x="68" y="197"/>
                  </a:lnTo>
                  <a:lnTo>
                    <a:pt x="68" y="194"/>
                  </a:lnTo>
                  <a:lnTo>
                    <a:pt x="70" y="192"/>
                  </a:lnTo>
                  <a:lnTo>
                    <a:pt x="70" y="189"/>
                  </a:lnTo>
                  <a:lnTo>
                    <a:pt x="71" y="188"/>
                  </a:lnTo>
                  <a:lnTo>
                    <a:pt x="71" y="185"/>
                  </a:lnTo>
                  <a:lnTo>
                    <a:pt x="72" y="183"/>
                  </a:lnTo>
                  <a:lnTo>
                    <a:pt x="72" y="181"/>
                  </a:lnTo>
                  <a:lnTo>
                    <a:pt x="74" y="179"/>
                  </a:lnTo>
                  <a:lnTo>
                    <a:pt x="74" y="176"/>
                  </a:lnTo>
                  <a:lnTo>
                    <a:pt x="75" y="175"/>
                  </a:lnTo>
                  <a:lnTo>
                    <a:pt x="75" y="173"/>
                  </a:lnTo>
                  <a:lnTo>
                    <a:pt x="75" y="172"/>
                  </a:lnTo>
                  <a:lnTo>
                    <a:pt x="77" y="169"/>
                  </a:lnTo>
                  <a:lnTo>
                    <a:pt x="77" y="167"/>
                  </a:lnTo>
                  <a:lnTo>
                    <a:pt x="77" y="166"/>
                  </a:lnTo>
                  <a:lnTo>
                    <a:pt x="78" y="164"/>
                  </a:lnTo>
                  <a:lnTo>
                    <a:pt x="78" y="163"/>
                  </a:lnTo>
                  <a:lnTo>
                    <a:pt x="78" y="161"/>
                  </a:lnTo>
                  <a:lnTo>
                    <a:pt x="80" y="160"/>
                  </a:lnTo>
                  <a:lnTo>
                    <a:pt x="80" y="158"/>
                  </a:lnTo>
                  <a:lnTo>
                    <a:pt x="80" y="157"/>
                  </a:lnTo>
                  <a:lnTo>
                    <a:pt x="80" y="155"/>
                  </a:lnTo>
                  <a:lnTo>
                    <a:pt x="81" y="154"/>
                  </a:lnTo>
                  <a:lnTo>
                    <a:pt x="81" y="152"/>
                  </a:lnTo>
                  <a:lnTo>
                    <a:pt x="83" y="151"/>
                  </a:lnTo>
                  <a:lnTo>
                    <a:pt x="83" y="149"/>
                  </a:lnTo>
                  <a:lnTo>
                    <a:pt x="83" y="148"/>
                  </a:lnTo>
                  <a:lnTo>
                    <a:pt x="83" y="146"/>
                  </a:lnTo>
                  <a:lnTo>
                    <a:pt x="84" y="145"/>
                  </a:lnTo>
                  <a:lnTo>
                    <a:pt x="84" y="142"/>
                  </a:lnTo>
                  <a:lnTo>
                    <a:pt x="86" y="140"/>
                  </a:lnTo>
                  <a:lnTo>
                    <a:pt x="86" y="139"/>
                  </a:lnTo>
                  <a:lnTo>
                    <a:pt x="86" y="136"/>
                  </a:lnTo>
                  <a:lnTo>
                    <a:pt x="87" y="135"/>
                  </a:lnTo>
                  <a:lnTo>
                    <a:pt x="87" y="132"/>
                  </a:lnTo>
                  <a:lnTo>
                    <a:pt x="89" y="129"/>
                  </a:lnTo>
                  <a:lnTo>
                    <a:pt x="89" y="127"/>
                  </a:lnTo>
                  <a:lnTo>
                    <a:pt x="90" y="124"/>
                  </a:lnTo>
                  <a:lnTo>
                    <a:pt x="90" y="123"/>
                  </a:lnTo>
                  <a:lnTo>
                    <a:pt x="92" y="121"/>
                  </a:lnTo>
                  <a:lnTo>
                    <a:pt x="92" y="118"/>
                  </a:lnTo>
                  <a:lnTo>
                    <a:pt x="92" y="117"/>
                  </a:lnTo>
                  <a:lnTo>
                    <a:pt x="93" y="115"/>
                  </a:lnTo>
                  <a:lnTo>
                    <a:pt x="93" y="114"/>
                  </a:lnTo>
                  <a:lnTo>
                    <a:pt x="93" y="112"/>
                  </a:lnTo>
                  <a:lnTo>
                    <a:pt x="95" y="111"/>
                  </a:lnTo>
                  <a:lnTo>
                    <a:pt x="95" y="109"/>
                  </a:lnTo>
                  <a:lnTo>
                    <a:pt x="95" y="108"/>
                  </a:lnTo>
                  <a:lnTo>
                    <a:pt x="95" y="106"/>
                  </a:lnTo>
                  <a:lnTo>
                    <a:pt x="96" y="105"/>
                  </a:lnTo>
                  <a:lnTo>
                    <a:pt x="96" y="103"/>
                  </a:lnTo>
                  <a:lnTo>
                    <a:pt x="96" y="102"/>
                  </a:lnTo>
                  <a:lnTo>
                    <a:pt x="96" y="100"/>
                  </a:lnTo>
                  <a:lnTo>
                    <a:pt x="96" y="99"/>
                  </a:lnTo>
                  <a:lnTo>
                    <a:pt x="96" y="97"/>
                  </a:lnTo>
                  <a:lnTo>
                    <a:pt x="96" y="96"/>
                  </a:lnTo>
                  <a:lnTo>
                    <a:pt x="98" y="96"/>
                  </a:lnTo>
                  <a:lnTo>
                    <a:pt x="98" y="95"/>
                  </a:lnTo>
                  <a:lnTo>
                    <a:pt x="98" y="93"/>
                  </a:lnTo>
                  <a:lnTo>
                    <a:pt x="98" y="92"/>
                  </a:lnTo>
                  <a:lnTo>
                    <a:pt x="98" y="89"/>
                  </a:lnTo>
                  <a:lnTo>
                    <a:pt x="98" y="87"/>
                  </a:lnTo>
                  <a:lnTo>
                    <a:pt x="98" y="86"/>
                  </a:lnTo>
                  <a:lnTo>
                    <a:pt x="98" y="84"/>
                  </a:lnTo>
                  <a:lnTo>
                    <a:pt x="98" y="81"/>
                  </a:lnTo>
                  <a:lnTo>
                    <a:pt x="99" y="80"/>
                  </a:lnTo>
                  <a:lnTo>
                    <a:pt x="99" y="77"/>
                  </a:lnTo>
                  <a:lnTo>
                    <a:pt x="99" y="75"/>
                  </a:lnTo>
                  <a:lnTo>
                    <a:pt x="99" y="74"/>
                  </a:lnTo>
                  <a:lnTo>
                    <a:pt x="99" y="72"/>
                  </a:lnTo>
                  <a:lnTo>
                    <a:pt x="99" y="71"/>
                  </a:lnTo>
                  <a:lnTo>
                    <a:pt x="99" y="69"/>
                  </a:lnTo>
                  <a:lnTo>
                    <a:pt x="99" y="68"/>
                  </a:lnTo>
                  <a:lnTo>
                    <a:pt x="99" y="66"/>
                  </a:lnTo>
                  <a:lnTo>
                    <a:pt x="99" y="65"/>
                  </a:lnTo>
                  <a:lnTo>
                    <a:pt x="99" y="63"/>
                  </a:lnTo>
                  <a:lnTo>
                    <a:pt x="101" y="62"/>
                  </a:lnTo>
                  <a:lnTo>
                    <a:pt x="101" y="60"/>
                  </a:lnTo>
                  <a:lnTo>
                    <a:pt x="101" y="59"/>
                  </a:lnTo>
                  <a:lnTo>
                    <a:pt x="101" y="57"/>
                  </a:lnTo>
                  <a:lnTo>
                    <a:pt x="101" y="56"/>
                  </a:lnTo>
                  <a:lnTo>
                    <a:pt x="101" y="54"/>
                  </a:lnTo>
                  <a:lnTo>
                    <a:pt x="101" y="53"/>
                  </a:lnTo>
                  <a:lnTo>
                    <a:pt x="102" y="52"/>
                  </a:lnTo>
                  <a:lnTo>
                    <a:pt x="102" y="50"/>
                  </a:lnTo>
                  <a:lnTo>
                    <a:pt x="102" y="49"/>
                  </a:lnTo>
                  <a:lnTo>
                    <a:pt x="102" y="47"/>
                  </a:lnTo>
                  <a:lnTo>
                    <a:pt x="102" y="46"/>
                  </a:lnTo>
                  <a:lnTo>
                    <a:pt x="102" y="44"/>
                  </a:lnTo>
                  <a:lnTo>
                    <a:pt x="104" y="43"/>
                  </a:lnTo>
                  <a:lnTo>
                    <a:pt x="104" y="41"/>
                  </a:lnTo>
                  <a:lnTo>
                    <a:pt x="104" y="40"/>
                  </a:lnTo>
                  <a:lnTo>
                    <a:pt x="104" y="38"/>
                  </a:lnTo>
                  <a:lnTo>
                    <a:pt x="105" y="37"/>
                  </a:lnTo>
                  <a:lnTo>
                    <a:pt x="105" y="35"/>
                  </a:lnTo>
                  <a:lnTo>
                    <a:pt x="105" y="34"/>
                  </a:lnTo>
                  <a:lnTo>
                    <a:pt x="105" y="32"/>
                  </a:lnTo>
                  <a:lnTo>
                    <a:pt x="105" y="31"/>
                  </a:lnTo>
                  <a:lnTo>
                    <a:pt x="105" y="29"/>
                  </a:lnTo>
                  <a:lnTo>
                    <a:pt x="105" y="28"/>
                  </a:lnTo>
                  <a:lnTo>
                    <a:pt x="105" y="26"/>
                  </a:lnTo>
                  <a:lnTo>
                    <a:pt x="105" y="25"/>
                  </a:lnTo>
                  <a:lnTo>
                    <a:pt x="105" y="23"/>
                  </a:lnTo>
                  <a:lnTo>
                    <a:pt x="105" y="22"/>
                  </a:lnTo>
                  <a:lnTo>
                    <a:pt x="105" y="20"/>
                  </a:lnTo>
                  <a:lnTo>
                    <a:pt x="105" y="19"/>
                  </a:lnTo>
                  <a:lnTo>
                    <a:pt x="105" y="17"/>
                  </a:lnTo>
                  <a:lnTo>
                    <a:pt x="105" y="16"/>
                  </a:lnTo>
                  <a:lnTo>
                    <a:pt x="105" y="14"/>
                  </a:lnTo>
                  <a:lnTo>
                    <a:pt x="105" y="11"/>
                  </a:lnTo>
                  <a:lnTo>
                    <a:pt x="105" y="10"/>
                  </a:lnTo>
                  <a:lnTo>
                    <a:pt x="104" y="7"/>
                  </a:lnTo>
                  <a:lnTo>
                    <a:pt x="104" y="4"/>
                  </a:lnTo>
                  <a:lnTo>
                    <a:pt x="104" y="3"/>
                  </a:lnTo>
                  <a:lnTo>
                    <a:pt x="104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68" name="Freeform 10">
              <a:extLst>
                <a:ext uri="{FF2B5EF4-FFF2-40B4-BE49-F238E27FC236}">
                  <a16:creationId xmlns:a16="http://schemas.microsoft.com/office/drawing/2014/main" id="{61E78BB4-BEAE-4238-822F-B71B81A88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163" y="2054225"/>
              <a:ext cx="187325" cy="1588"/>
            </a:xfrm>
            <a:custGeom>
              <a:avLst/>
              <a:gdLst>
                <a:gd name="T0" fmla="*/ 2147483646 w 237"/>
                <a:gd name="T1" fmla="*/ 0 h 1588"/>
                <a:gd name="T2" fmla="*/ 0 w 237"/>
                <a:gd name="T3" fmla="*/ 0 h 1588"/>
                <a:gd name="T4" fmla="*/ 2147483646 w 237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7" h="1588">
                  <a:moveTo>
                    <a:pt x="237" y="0"/>
                  </a:moveTo>
                  <a:lnTo>
                    <a:pt x="0" y="0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69" name="Line 11">
              <a:extLst>
                <a:ext uri="{FF2B5EF4-FFF2-40B4-BE49-F238E27FC236}">
                  <a16:creationId xmlns:a16="http://schemas.microsoft.com/office/drawing/2014/main" id="{AF966136-F120-4858-AA9F-093E79DE6A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83163" y="2054225"/>
              <a:ext cx="1873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70" name="Freeform 12">
              <a:extLst>
                <a:ext uri="{FF2B5EF4-FFF2-40B4-BE49-F238E27FC236}">
                  <a16:creationId xmlns:a16="http://schemas.microsoft.com/office/drawing/2014/main" id="{1BC26904-C426-42E8-BFDA-C9DF91020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150" y="2217738"/>
              <a:ext cx="330200" cy="1587"/>
            </a:xfrm>
            <a:custGeom>
              <a:avLst/>
              <a:gdLst>
                <a:gd name="T0" fmla="*/ 2147483646 w 415"/>
                <a:gd name="T1" fmla="*/ 0 h 1587"/>
                <a:gd name="T2" fmla="*/ 0 w 415"/>
                <a:gd name="T3" fmla="*/ 0 h 1587"/>
                <a:gd name="T4" fmla="*/ 2147483646 w 415"/>
                <a:gd name="T5" fmla="*/ 0 h 1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7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71" name="Line 13">
              <a:extLst>
                <a:ext uri="{FF2B5EF4-FFF2-40B4-BE49-F238E27FC236}">
                  <a16:creationId xmlns:a16="http://schemas.microsoft.com/office/drawing/2014/main" id="{84C53733-FCC5-4E4D-A229-8D531AFEBD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4150" y="2217738"/>
              <a:ext cx="33020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72" name="Freeform 14">
              <a:extLst>
                <a:ext uri="{FF2B5EF4-FFF2-40B4-BE49-F238E27FC236}">
                  <a16:creationId xmlns:a16="http://schemas.microsoft.com/office/drawing/2014/main" id="{0E8CF211-61AA-4AB4-ADB8-06C16BCFD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150" y="1889125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73" name="Line 15">
              <a:extLst>
                <a:ext uri="{FF2B5EF4-FFF2-40B4-BE49-F238E27FC236}">
                  <a16:creationId xmlns:a16="http://schemas.microsoft.com/office/drawing/2014/main" id="{B7290348-9212-4B08-B180-D758F3EBDF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4150" y="1889125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74" name="Line 16">
              <a:extLst>
                <a:ext uri="{FF2B5EF4-FFF2-40B4-BE49-F238E27FC236}">
                  <a16:creationId xmlns:a16="http://schemas.microsoft.com/office/drawing/2014/main" id="{62CC56AB-67C4-42E8-8FE5-3617DD35D0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63950" y="1685925"/>
              <a:ext cx="1588" cy="2032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75" name="Line 17">
              <a:extLst>
                <a:ext uri="{FF2B5EF4-FFF2-40B4-BE49-F238E27FC236}">
                  <a16:creationId xmlns:a16="http://schemas.microsoft.com/office/drawing/2014/main" id="{6C7F8F4C-4FC5-4EF2-96A4-FB3F95331D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3950" y="1041400"/>
              <a:ext cx="1588" cy="2587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76" name="Freeform 18">
              <a:extLst>
                <a:ext uri="{FF2B5EF4-FFF2-40B4-BE49-F238E27FC236}">
                  <a16:creationId xmlns:a16="http://schemas.microsoft.com/office/drawing/2014/main" id="{0602B739-490A-42FE-BD31-9A049F0A9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0438" y="1228725"/>
              <a:ext cx="328612" cy="330200"/>
            </a:xfrm>
            <a:custGeom>
              <a:avLst/>
              <a:gdLst>
                <a:gd name="T0" fmla="*/ 2147483646 w 416"/>
                <a:gd name="T1" fmla="*/ 2147483646 h 415"/>
                <a:gd name="T2" fmla="*/ 0 w 416"/>
                <a:gd name="T3" fmla="*/ 0 h 415"/>
                <a:gd name="T4" fmla="*/ 2147483646 w 416"/>
                <a:gd name="T5" fmla="*/ 0 h 415"/>
                <a:gd name="T6" fmla="*/ 2147483646 w 416"/>
                <a:gd name="T7" fmla="*/ 2147483646 h 4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6" h="415">
                  <a:moveTo>
                    <a:pt x="208" y="415"/>
                  </a:moveTo>
                  <a:lnTo>
                    <a:pt x="0" y="0"/>
                  </a:lnTo>
                  <a:lnTo>
                    <a:pt x="416" y="0"/>
                  </a:lnTo>
                  <a:lnTo>
                    <a:pt x="208" y="415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77" name="Freeform 19">
              <a:extLst>
                <a:ext uri="{FF2B5EF4-FFF2-40B4-BE49-F238E27FC236}">
                  <a16:creationId xmlns:a16="http://schemas.microsoft.com/office/drawing/2014/main" id="{9995A598-17A9-445A-8481-11A0FCCB2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4738" y="1579563"/>
              <a:ext cx="106362" cy="106362"/>
            </a:xfrm>
            <a:custGeom>
              <a:avLst/>
              <a:gdLst>
                <a:gd name="T0" fmla="*/ 2147483646 w 135"/>
                <a:gd name="T1" fmla="*/ 2147483646 h 135"/>
                <a:gd name="T2" fmla="*/ 2147483646 w 135"/>
                <a:gd name="T3" fmla="*/ 2147483646 h 135"/>
                <a:gd name="T4" fmla="*/ 2147483646 w 135"/>
                <a:gd name="T5" fmla="*/ 2147483646 h 135"/>
                <a:gd name="T6" fmla="*/ 2147483646 w 135"/>
                <a:gd name="T7" fmla="*/ 2147483646 h 135"/>
                <a:gd name="T8" fmla="*/ 2147483646 w 135"/>
                <a:gd name="T9" fmla="*/ 2147483646 h 135"/>
                <a:gd name="T10" fmla="*/ 2147483646 w 135"/>
                <a:gd name="T11" fmla="*/ 2147483646 h 135"/>
                <a:gd name="T12" fmla="*/ 2147483646 w 135"/>
                <a:gd name="T13" fmla="*/ 2147483646 h 135"/>
                <a:gd name="T14" fmla="*/ 2147483646 w 135"/>
                <a:gd name="T15" fmla="*/ 2147483646 h 135"/>
                <a:gd name="T16" fmla="*/ 2147483646 w 135"/>
                <a:gd name="T17" fmla="*/ 2147483646 h 135"/>
                <a:gd name="T18" fmla="*/ 2147483646 w 135"/>
                <a:gd name="T19" fmla="*/ 2147483646 h 135"/>
                <a:gd name="T20" fmla="*/ 2147483646 w 135"/>
                <a:gd name="T21" fmla="*/ 0 h 135"/>
                <a:gd name="T22" fmla="*/ 2147483646 w 135"/>
                <a:gd name="T23" fmla="*/ 0 h 135"/>
                <a:gd name="T24" fmla="*/ 2147483646 w 135"/>
                <a:gd name="T25" fmla="*/ 2147483646 h 135"/>
                <a:gd name="T26" fmla="*/ 2147483646 w 135"/>
                <a:gd name="T27" fmla="*/ 2147483646 h 135"/>
                <a:gd name="T28" fmla="*/ 2147483646 w 135"/>
                <a:gd name="T29" fmla="*/ 2147483646 h 135"/>
                <a:gd name="T30" fmla="*/ 2147483646 w 135"/>
                <a:gd name="T31" fmla="*/ 2147483646 h 135"/>
                <a:gd name="T32" fmla="*/ 2147483646 w 135"/>
                <a:gd name="T33" fmla="*/ 2147483646 h 135"/>
                <a:gd name="T34" fmla="*/ 2147483646 w 135"/>
                <a:gd name="T35" fmla="*/ 2147483646 h 135"/>
                <a:gd name="T36" fmla="*/ 2147483646 w 135"/>
                <a:gd name="T37" fmla="*/ 2147483646 h 135"/>
                <a:gd name="T38" fmla="*/ 2147483646 w 135"/>
                <a:gd name="T39" fmla="*/ 2147483646 h 135"/>
                <a:gd name="T40" fmla="*/ 2147483646 w 135"/>
                <a:gd name="T41" fmla="*/ 2147483646 h 135"/>
                <a:gd name="T42" fmla="*/ 0 w 135"/>
                <a:gd name="T43" fmla="*/ 2147483646 h 135"/>
                <a:gd name="T44" fmla="*/ 2147483646 w 135"/>
                <a:gd name="T45" fmla="*/ 2147483646 h 135"/>
                <a:gd name="T46" fmla="*/ 2147483646 w 135"/>
                <a:gd name="T47" fmla="*/ 2147483646 h 135"/>
                <a:gd name="T48" fmla="*/ 2147483646 w 135"/>
                <a:gd name="T49" fmla="*/ 2147483646 h 135"/>
                <a:gd name="T50" fmla="*/ 2147483646 w 135"/>
                <a:gd name="T51" fmla="*/ 2147483646 h 135"/>
                <a:gd name="T52" fmla="*/ 2147483646 w 135"/>
                <a:gd name="T53" fmla="*/ 2147483646 h 135"/>
                <a:gd name="T54" fmla="*/ 2147483646 w 135"/>
                <a:gd name="T55" fmla="*/ 2147483646 h 135"/>
                <a:gd name="T56" fmla="*/ 2147483646 w 135"/>
                <a:gd name="T57" fmla="*/ 2147483646 h 135"/>
                <a:gd name="T58" fmla="*/ 2147483646 w 135"/>
                <a:gd name="T59" fmla="*/ 2147483646 h 135"/>
                <a:gd name="T60" fmla="*/ 2147483646 w 135"/>
                <a:gd name="T61" fmla="*/ 2147483646 h 135"/>
                <a:gd name="T62" fmla="*/ 2147483646 w 135"/>
                <a:gd name="T63" fmla="*/ 2147483646 h 135"/>
                <a:gd name="T64" fmla="*/ 2147483646 w 135"/>
                <a:gd name="T65" fmla="*/ 2147483646 h 135"/>
                <a:gd name="T66" fmla="*/ 2147483646 w 135"/>
                <a:gd name="T67" fmla="*/ 2147483646 h 135"/>
                <a:gd name="T68" fmla="*/ 2147483646 w 135"/>
                <a:gd name="T69" fmla="*/ 2147483646 h 135"/>
                <a:gd name="T70" fmla="*/ 2147483646 w 135"/>
                <a:gd name="T71" fmla="*/ 2147483646 h 135"/>
                <a:gd name="T72" fmla="*/ 2147483646 w 135"/>
                <a:gd name="T73" fmla="*/ 2147483646 h 135"/>
                <a:gd name="T74" fmla="*/ 2147483646 w 135"/>
                <a:gd name="T75" fmla="*/ 2147483646 h 135"/>
                <a:gd name="T76" fmla="*/ 2147483646 w 135"/>
                <a:gd name="T77" fmla="*/ 2147483646 h 135"/>
                <a:gd name="T78" fmla="*/ 2147483646 w 135"/>
                <a:gd name="T79" fmla="*/ 2147483646 h 135"/>
                <a:gd name="T80" fmla="*/ 2147483646 w 135"/>
                <a:gd name="T81" fmla="*/ 2147483646 h 135"/>
                <a:gd name="T82" fmla="*/ 2147483646 w 135"/>
                <a:gd name="T83" fmla="*/ 2147483646 h 135"/>
                <a:gd name="T84" fmla="*/ 2147483646 w 135"/>
                <a:gd name="T85" fmla="*/ 2147483646 h 135"/>
                <a:gd name="T86" fmla="*/ 2147483646 w 135"/>
                <a:gd name="T87" fmla="*/ 2147483646 h 13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35" h="135">
                  <a:moveTo>
                    <a:pt x="135" y="69"/>
                  </a:moveTo>
                  <a:lnTo>
                    <a:pt x="135" y="64"/>
                  </a:lnTo>
                  <a:lnTo>
                    <a:pt x="135" y="61"/>
                  </a:lnTo>
                  <a:lnTo>
                    <a:pt x="135" y="58"/>
                  </a:lnTo>
                  <a:lnTo>
                    <a:pt x="134" y="54"/>
                  </a:lnTo>
                  <a:lnTo>
                    <a:pt x="134" y="51"/>
                  </a:lnTo>
                  <a:lnTo>
                    <a:pt x="132" y="48"/>
                  </a:lnTo>
                  <a:lnTo>
                    <a:pt x="131" y="45"/>
                  </a:lnTo>
                  <a:lnTo>
                    <a:pt x="131" y="42"/>
                  </a:lnTo>
                  <a:lnTo>
                    <a:pt x="129" y="39"/>
                  </a:lnTo>
                  <a:lnTo>
                    <a:pt x="128" y="36"/>
                  </a:lnTo>
                  <a:lnTo>
                    <a:pt x="126" y="33"/>
                  </a:lnTo>
                  <a:lnTo>
                    <a:pt x="123" y="30"/>
                  </a:lnTo>
                  <a:lnTo>
                    <a:pt x="122" y="27"/>
                  </a:lnTo>
                  <a:lnTo>
                    <a:pt x="120" y="26"/>
                  </a:lnTo>
                  <a:lnTo>
                    <a:pt x="117" y="23"/>
                  </a:lnTo>
                  <a:lnTo>
                    <a:pt x="116" y="20"/>
                  </a:lnTo>
                  <a:lnTo>
                    <a:pt x="113" y="18"/>
                  </a:lnTo>
                  <a:lnTo>
                    <a:pt x="111" y="17"/>
                  </a:lnTo>
                  <a:lnTo>
                    <a:pt x="108" y="14"/>
                  </a:lnTo>
                  <a:lnTo>
                    <a:pt x="105" y="12"/>
                  </a:lnTo>
                  <a:lnTo>
                    <a:pt x="102" y="11"/>
                  </a:lnTo>
                  <a:lnTo>
                    <a:pt x="100" y="9"/>
                  </a:lnTo>
                  <a:lnTo>
                    <a:pt x="97" y="8"/>
                  </a:lnTo>
                  <a:lnTo>
                    <a:pt x="94" y="6"/>
                  </a:lnTo>
                  <a:lnTo>
                    <a:pt x="91" y="5"/>
                  </a:lnTo>
                  <a:lnTo>
                    <a:pt x="88" y="3"/>
                  </a:lnTo>
                  <a:lnTo>
                    <a:pt x="85" y="3"/>
                  </a:lnTo>
                  <a:lnTo>
                    <a:pt x="82" y="2"/>
                  </a:lnTo>
                  <a:lnTo>
                    <a:pt x="79" y="2"/>
                  </a:lnTo>
                  <a:lnTo>
                    <a:pt x="74" y="0"/>
                  </a:lnTo>
                  <a:lnTo>
                    <a:pt x="71" y="0"/>
                  </a:lnTo>
                  <a:lnTo>
                    <a:pt x="68" y="0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8" y="2"/>
                  </a:lnTo>
                  <a:lnTo>
                    <a:pt x="55" y="2"/>
                  </a:lnTo>
                  <a:lnTo>
                    <a:pt x="51" y="3"/>
                  </a:lnTo>
                  <a:lnTo>
                    <a:pt x="48" y="3"/>
                  </a:lnTo>
                  <a:lnTo>
                    <a:pt x="45" y="5"/>
                  </a:lnTo>
                  <a:lnTo>
                    <a:pt x="42" y="6"/>
                  </a:lnTo>
                  <a:lnTo>
                    <a:pt x="39" y="8"/>
                  </a:lnTo>
                  <a:lnTo>
                    <a:pt x="36" y="9"/>
                  </a:lnTo>
                  <a:lnTo>
                    <a:pt x="33" y="11"/>
                  </a:lnTo>
                  <a:lnTo>
                    <a:pt x="30" y="12"/>
                  </a:lnTo>
                  <a:lnTo>
                    <a:pt x="28" y="14"/>
                  </a:lnTo>
                  <a:lnTo>
                    <a:pt x="25" y="17"/>
                  </a:lnTo>
                  <a:lnTo>
                    <a:pt x="22" y="18"/>
                  </a:lnTo>
                  <a:lnTo>
                    <a:pt x="21" y="20"/>
                  </a:lnTo>
                  <a:lnTo>
                    <a:pt x="18" y="23"/>
                  </a:lnTo>
                  <a:lnTo>
                    <a:pt x="16" y="26"/>
                  </a:lnTo>
                  <a:lnTo>
                    <a:pt x="14" y="27"/>
                  </a:lnTo>
                  <a:lnTo>
                    <a:pt x="12" y="30"/>
                  </a:lnTo>
                  <a:lnTo>
                    <a:pt x="11" y="33"/>
                  </a:lnTo>
                  <a:lnTo>
                    <a:pt x="9" y="36"/>
                  </a:lnTo>
                  <a:lnTo>
                    <a:pt x="8" y="39"/>
                  </a:lnTo>
                  <a:lnTo>
                    <a:pt x="6" y="42"/>
                  </a:lnTo>
                  <a:lnTo>
                    <a:pt x="5" y="45"/>
                  </a:lnTo>
                  <a:lnTo>
                    <a:pt x="3" y="48"/>
                  </a:lnTo>
                  <a:lnTo>
                    <a:pt x="3" y="51"/>
                  </a:lnTo>
                  <a:lnTo>
                    <a:pt x="2" y="54"/>
                  </a:lnTo>
                  <a:lnTo>
                    <a:pt x="2" y="58"/>
                  </a:lnTo>
                  <a:lnTo>
                    <a:pt x="2" y="61"/>
                  </a:lnTo>
                  <a:lnTo>
                    <a:pt x="0" y="64"/>
                  </a:lnTo>
                  <a:lnTo>
                    <a:pt x="0" y="69"/>
                  </a:lnTo>
                  <a:lnTo>
                    <a:pt x="0" y="72"/>
                  </a:lnTo>
                  <a:lnTo>
                    <a:pt x="2" y="75"/>
                  </a:lnTo>
                  <a:lnTo>
                    <a:pt x="2" y="78"/>
                  </a:lnTo>
                  <a:lnTo>
                    <a:pt x="2" y="82"/>
                  </a:lnTo>
                  <a:lnTo>
                    <a:pt x="3" y="85"/>
                  </a:lnTo>
                  <a:lnTo>
                    <a:pt x="3" y="88"/>
                  </a:lnTo>
                  <a:lnTo>
                    <a:pt x="5" y="91"/>
                  </a:lnTo>
                  <a:lnTo>
                    <a:pt x="6" y="94"/>
                  </a:lnTo>
                  <a:lnTo>
                    <a:pt x="8" y="97"/>
                  </a:lnTo>
                  <a:lnTo>
                    <a:pt x="9" y="100"/>
                  </a:lnTo>
                  <a:lnTo>
                    <a:pt x="11" y="103"/>
                  </a:lnTo>
                  <a:lnTo>
                    <a:pt x="12" y="106"/>
                  </a:lnTo>
                  <a:lnTo>
                    <a:pt x="14" y="109"/>
                  </a:lnTo>
                  <a:lnTo>
                    <a:pt x="16" y="110"/>
                  </a:lnTo>
                  <a:lnTo>
                    <a:pt x="18" y="113"/>
                  </a:lnTo>
                  <a:lnTo>
                    <a:pt x="21" y="116"/>
                  </a:lnTo>
                  <a:lnTo>
                    <a:pt x="22" y="118"/>
                  </a:lnTo>
                  <a:lnTo>
                    <a:pt x="25" y="121"/>
                  </a:lnTo>
                  <a:lnTo>
                    <a:pt x="28" y="122"/>
                  </a:lnTo>
                  <a:lnTo>
                    <a:pt x="30" y="123"/>
                  </a:lnTo>
                  <a:lnTo>
                    <a:pt x="33" y="125"/>
                  </a:lnTo>
                  <a:lnTo>
                    <a:pt x="36" y="126"/>
                  </a:lnTo>
                  <a:lnTo>
                    <a:pt x="39" y="128"/>
                  </a:lnTo>
                  <a:lnTo>
                    <a:pt x="42" y="129"/>
                  </a:lnTo>
                  <a:lnTo>
                    <a:pt x="45" y="131"/>
                  </a:lnTo>
                  <a:lnTo>
                    <a:pt x="48" y="132"/>
                  </a:lnTo>
                  <a:lnTo>
                    <a:pt x="51" y="134"/>
                  </a:lnTo>
                  <a:lnTo>
                    <a:pt x="55" y="134"/>
                  </a:lnTo>
                  <a:lnTo>
                    <a:pt x="58" y="134"/>
                  </a:lnTo>
                  <a:lnTo>
                    <a:pt x="61" y="135"/>
                  </a:lnTo>
                  <a:lnTo>
                    <a:pt x="64" y="135"/>
                  </a:lnTo>
                  <a:lnTo>
                    <a:pt x="68" y="135"/>
                  </a:lnTo>
                  <a:lnTo>
                    <a:pt x="71" y="135"/>
                  </a:lnTo>
                  <a:lnTo>
                    <a:pt x="74" y="135"/>
                  </a:lnTo>
                  <a:lnTo>
                    <a:pt x="79" y="134"/>
                  </a:lnTo>
                  <a:lnTo>
                    <a:pt x="82" y="134"/>
                  </a:lnTo>
                  <a:lnTo>
                    <a:pt x="85" y="134"/>
                  </a:lnTo>
                  <a:lnTo>
                    <a:pt x="88" y="132"/>
                  </a:lnTo>
                  <a:lnTo>
                    <a:pt x="91" y="131"/>
                  </a:lnTo>
                  <a:lnTo>
                    <a:pt x="94" y="129"/>
                  </a:lnTo>
                  <a:lnTo>
                    <a:pt x="97" y="128"/>
                  </a:lnTo>
                  <a:lnTo>
                    <a:pt x="100" y="126"/>
                  </a:lnTo>
                  <a:lnTo>
                    <a:pt x="102" y="125"/>
                  </a:lnTo>
                  <a:lnTo>
                    <a:pt x="105" y="123"/>
                  </a:lnTo>
                  <a:lnTo>
                    <a:pt x="108" y="122"/>
                  </a:lnTo>
                  <a:lnTo>
                    <a:pt x="111" y="121"/>
                  </a:lnTo>
                  <a:lnTo>
                    <a:pt x="113" y="118"/>
                  </a:lnTo>
                  <a:lnTo>
                    <a:pt x="116" y="116"/>
                  </a:lnTo>
                  <a:lnTo>
                    <a:pt x="117" y="113"/>
                  </a:lnTo>
                  <a:lnTo>
                    <a:pt x="120" y="110"/>
                  </a:lnTo>
                  <a:lnTo>
                    <a:pt x="122" y="109"/>
                  </a:lnTo>
                  <a:lnTo>
                    <a:pt x="123" y="106"/>
                  </a:lnTo>
                  <a:lnTo>
                    <a:pt x="126" y="103"/>
                  </a:lnTo>
                  <a:lnTo>
                    <a:pt x="128" y="100"/>
                  </a:lnTo>
                  <a:lnTo>
                    <a:pt x="129" y="97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8"/>
                  </a:lnTo>
                  <a:lnTo>
                    <a:pt x="134" y="85"/>
                  </a:lnTo>
                  <a:lnTo>
                    <a:pt x="134" y="82"/>
                  </a:lnTo>
                  <a:lnTo>
                    <a:pt x="135" y="78"/>
                  </a:lnTo>
                  <a:lnTo>
                    <a:pt x="135" y="75"/>
                  </a:lnTo>
                  <a:lnTo>
                    <a:pt x="135" y="72"/>
                  </a:lnTo>
                  <a:lnTo>
                    <a:pt x="135" y="69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78" name="Freeform 20">
              <a:extLst>
                <a:ext uri="{FF2B5EF4-FFF2-40B4-BE49-F238E27FC236}">
                  <a16:creationId xmlns:a16="http://schemas.microsoft.com/office/drawing/2014/main" id="{8EAB3C5E-7806-4E44-ACC9-DCEA07AE4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163" y="3206750"/>
              <a:ext cx="187325" cy="1588"/>
            </a:xfrm>
            <a:custGeom>
              <a:avLst/>
              <a:gdLst>
                <a:gd name="T0" fmla="*/ 2147483646 w 237"/>
                <a:gd name="T1" fmla="*/ 0 h 1588"/>
                <a:gd name="T2" fmla="*/ 0 w 237"/>
                <a:gd name="T3" fmla="*/ 0 h 1588"/>
                <a:gd name="T4" fmla="*/ 2147483646 w 237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7" h="1588">
                  <a:moveTo>
                    <a:pt x="237" y="0"/>
                  </a:moveTo>
                  <a:lnTo>
                    <a:pt x="0" y="0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79" name="Line 21">
              <a:extLst>
                <a:ext uri="{FF2B5EF4-FFF2-40B4-BE49-F238E27FC236}">
                  <a16:creationId xmlns:a16="http://schemas.microsoft.com/office/drawing/2014/main" id="{F92101E7-4698-470E-A72D-10BA12675D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83163" y="3206750"/>
              <a:ext cx="1873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80" name="Freeform 22">
              <a:extLst>
                <a:ext uri="{FF2B5EF4-FFF2-40B4-BE49-F238E27FC236}">
                  <a16:creationId xmlns:a16="http://schemas.microsoft.com/office/drawing/2014/main" id="{A27F370D-0BEC-4F48-9044-058E453F2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150" y="3371850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81" name="Line 23">
              <a:extLst>
                <a:ext uri="{FF2B5EF4-FFF2-40B4-BE49-F238E27FC236}">
                  <a16:creationId xmlns:a16="http://schemas.microsoft.com/office/drawing/2014/main" id="{99F12229-4E9C-4E8B-8093-95DF32E063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4150" y="3371850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82" name="Freeform 24">
              <a:extLst>
                <a:ext uri="{FF2B5EF4-FFF2-40B4-BE49-F238E27FC236}">
                  <a16:creationId xmlns:a16="http://schemas.microsoft.com/office/drawing/2014/main" id="{060AAA5A-C14B-49D8-A9D5-E25669AE3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150" y="3041650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83" name="Line 25">
              <a:extLst>
                <a:ext uri="{FF2B5EF4-FFF2-40B4-BE49-F238E27FC236}">
                  <a16:creationId xmlns:a16="http://schemas.microsoft.com/office/drawing/2014/main" id="{0A8E8D0B-AC84-43CC-93E8-29027A4070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4150" y="3041650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84" name="Line 26">
              <a:extLst>
                <a:ext uri="{FF2B5EF4-FFF2-40B4-BE49-F238E27FC236}">
                  <a16:creationId xmlns:a16="http://schemas.microsoft.com/office/drawing/2014/main" id="{5528AEE9-9F8C-4CC7-9C31-1C8ABB8E68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7613" y="711200"/>
              <a:ext cx="1506537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85" name="Line 27">
              <a:extLst>
                <a:ext uri="{FF2B5EF4-FFF2-40B4-BE49-F238E27FC236}">
                  <a16:creationId xmlns:a16="http://schemas.microsoft.com/office/drawing/2014/main" id="{25174380-37C3-4657-8DC3-57B058899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7613" y="1041400"/>
              <a:ext cx="1506537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86" name="Line 28">
              <a:extLst>
                <a:ext uri="{FF2B5EF4-FFF2-40B4-BE49-F238E27FC236}">
                  <a16:creationId xmlns:a16="http://schemas.microsoft.com/office/drawing/2014/main" id="{EFA9ED2C-68AC-4F3A-84B5-D3CB9717D1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3950" y="1889125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87" name="Line 29">
              <a:extLst>
                <a:ext uri="{FF2B5EF4-FFF2-40B4-BE49-F238E27FC236}">
                  <a16:creationId xmlns:a16="http://schemas.microsoft.com/office/drawing/2014/main" id="{4C765581-E3AB-413E-AF47-634BAD4F77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5138" y="3027363"/>
              <a:ext cx="0" cy="1793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88" name="Line 30">
              <a:extLst>
                <a:ext uri="{FF2B5EF4-FFF2-40B4-BE49-F238E27FC236}">
                  <a16:creationId xmlns:a16="http://schemas.microsoft.com/office/drawing/2014/main" id="{78F1EBB7-5B12-43B6-AE1A-674AF5402D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5138" y="2382838"/>
              <a:ext cx="3175" cy="25876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89" name="Freeform 31">
              <a:extLst>
                <a:ext uri="{FF2B5EF4-FFF2-40B4-BE49-F238E27FC236}">
                  <a16:creationId xmlns:a16="http://schemas.microsoft.com/office/drawing/2014/main" id="{05FE2671-C7BC-46CB-957D-7CCD0E133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038" y="2571750"/>
              <a:ext cx="330200" cy="328613"/>
            </a:xfrm>
            <a:custGeom>
              <a:avLst/>
              <a:gdLst>
                <a:gd name="T0" fmla="*/ 2147483646 w 415"/>
                <a:gd name="T1" fmla="*/ 2147483646 h 415"/>
                <a:gd name="T2" fmla="*/ 0 w 415"/>
                <a:gd name="T3" fmla="*/ 0 h 415"/>
                <a:gd name="T4" fmla="*/ 2147483646 w 415"/>
                <a:gd name="T5" fmla="*/ 0 h 415"/>
                <a:gd name="T6" fmla="*/ 2147483646 w 415"/>
                <a:gd name="T7" fmla="*/ 2147483646 h 4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5" h="415">
                  <a:moveTo>
                    <a:pt x="208" y="415"/>
                  </a:moveTo>
                  <a:lnTo>
                    <a:pt x="0" y="0"/>
                  </a:lnTo>
                  <a:lnTo>
                    <a:pt x="415" y="0"/>
                  </a:lnTo>
                  <a:lnTo>
                    <a:pt x="208" y="415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0" name="Freeform 32">
              <a:extLst>
                <a:ext uri="{FF2B5EF4-FFF2-40B4-BE49-F238E27FC236}">
                  <a16:creationId xmlns:a16="http://schemas.microsoft.com/office/drawing/2014/main" id="{CEAE8788-EF94-451E-A53A-4A1B184AB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338" y="2921000"/>
              <a:ext cx="107950" cy="106363"/>
            </a:xfrm>
            <a:custGeom>
              <a:avLst/>
              <a:gdLst>
                <a:gd name="T0" fmla="*/ 2147483646 w 135"/>
                <a:gd name="T1" fmla="*/ 2147483646 h 135"/>
                <a:gd name="T2" fmla="*/ 2147483646 w 135"/>
                <a:gd name="T3" fmla="*/ 2147483646 h 135"/>
                <a:gd name="T4" fmla="*/ 2147483646 w 135"/>
                <a:gd name="T5" fmla="*/ 2147483646 h 135"/>
                <a:gd name="T6" fmla="*/ 2147483646 w 135"/>
                <a:gd name="T7" fmla="*/ 2147483646 h 135"/>
                <a:gd name="T8" fmla="*/ 2147483646 w 135"/>
                <a:gd name="T9" fmla="*/ 2147483646 h 135"/>
                <a:gd name="T10" fmla="*/ 2147483646 w 135"/>
                <a:gd name="T11" fmla="*/ 2147483646 h 135"/>
                <a:gd name="T12" fmla="*/ 2147483646 w 135"/>
                <a:gd name="T13" fmla="*/ 2147483646 h 135"/>
                <a:gd name="T14" fmla="*/ 2147483646 w 135"/>
                <a:gd name="T15" fmla="*/ 2147483646 h 135"/>
                <a:gd name="T16" fmla="*/ 2147483646 w 135"/>
                <a:gd name="T17" fmla="*/ 2147483646 h 135"/>
                <a:gd name="T18" fmla="*/ 2147483646 w 135"/>
                <a:gd name="T19" fmla="*/ 2147483646 h 135"/>
                <a:gd name="T20" fmla="*/ 2147483646 w 135"/>
                <a:gd name="T21" fmla="*/ 0 h 135"/>
                <a:gd name="T22" fmla="*/ 2147483646 w 135"/>
                <a:gd name="T23" fmla="*/ 0 h 135"/>
                <a:gd name="T24" fmla="*/ 2147483646 w 135"/>
                <a:gd name="T25" fmla="*/ 2147483646 h 135"/>
                <a:gd name="T26" fmla="*/ 2147483646 w 135"/>
                <a:gd name="T27" fmla="*/ 2147483646 h 135"/>
                <a:gd name="T28" fmla="*/ 2147483646 w 135"/>
                <a:gd name="T29" fmla="*/ 2147483646 h 135"/>
                <a:gd name="T30" fmla="*/ 2147483646 w 135"/>
                <a:gd name="T31" fmla="*/ 2147483646 h 135"/>
                <a:gd name="T32" fmla="*/ 2147483646 w 135"/>
                <a:gd name="T33" fmla="*/ 2147483646 h 135"/>
                <a:gd name="T34" fmla="*/ 2147483646 w 135"/>
                <a:gd name="T35" fmla="*/ 2147483646 h 135"/>
                <a:gd name="T36" fmla="*/ 2147483646 w 135"/>
                <a:gd name="T37" fmla="*/ 2147483646 h 135"/>
                <a:gd name="T38" fmla="*/ 2147483646 w 135"/>
                <a:gd name="T39" fmla="*/ 2147483646 h 135"/>
                <a:gd name="T40" fmla="*/ 2147483646 w 135"/>
                <a:gd name="T41" fmla="*/ 2147483646 h 135"/>
                <a:gd name="T42" fmla="*/ 0 w 135"/>
                <a:gd name="T43" fmla="*/ 2147483646 h 135"/>
                <a:gd name="T44" fmla="*/ 2147483646 w 135"/>
                <a:gd name="T45" fmla="*/ 2147483646 h 135"/>
                <a:gd name="T46" fmla="*/ 2147483646 w 135"/>
                <a:gd name="T47" fmla="*/ 2147483646 h 135"/>
                <a:gd name="T48" fmla="*/ 2147483646 w 135"/>
                <a:gd name="T49" fmla="*/ 2147483646 h 135"/>
                <a:gd name="T50" fmla="*/ 2147483646 w 135"/>
                <a:gd name="T51" fmla="*/ 2147483646 h 135"/>
                <a:gd name="T52" fmla="*/ 2147483646 w 135"/>
                <a:gd name="T53" fmla="*/ 2147483646 h 135"/>
                <a:gd name="T54" fmla="*/ 2147483646 w 135"/>
                <a:gd name="T55" fmla="*/ 2147483646 h 135"/>
                <a:gd name="T56" fmla="*/ 2147483646 w 135"/>
                <a:gd name="T57" fmla="*/ 2147483646 h 135"/>
                <a:gd name="T58" fmla="*/ 2147483646 w 135"/>
                <a:gd name="T59" fmla="*/ 2147483646 h 135"/>
                <a:gd name="T60" fmla="*/ 2147483646 w 135"/>
                <a:gd name="T61" fmla="*/ 2147483646 h 135"/>
                <a:gd name="T62" fmla="*/ 2147483646 w 135"/>
                <a:gd name="T63" fmla="*/ 2147483646 h 135"/>
                <a:gd name="T64" fmla="*/ 2147483646 w 135"/>
                <a:gd name="T65" fmla="*/ 2147483646 h 135"/>
                <a:gd name="T66" fmla="*/ 2147483646 w 135"/>
                <a:gd name="T67" fmla="*/ 2147483646 h 135"/>
                <a:gd name="T68" fmla="*/ 2147483646 w 135"/>
                <a:gd name="T69" fmla="*/ 2147483646 h 135"/>
                <a:gd name="T70" fmla="*/ 2147483646 w 135"/>
                <a:gd name="T71" fmla="*/ 2147483646 h 135"/>
                <a:gd name="T72" fmla="*/ 2147483646 w 135"/>
                <a:gd name="T73" fmla="*/ 2147483646 h 135"/>
                <a:gd name="T74" fmla="*/ 2147483646 w 135"/>
                <a:gd name="T75" fmla="*/ 2147483646 h 135"/>
                <a:gd name="T76" fmla="*/ 2147483646 w 135"/>
                <a:gd name="T77" fmla="*/ 2147483646 h 135"/>
                <a:gd name="T78" fmla="*/ 2147483646 w 135"/>
                <a:gd name="T79" fmla="*/ 2147483646 h 135"/>
                <a:gd name="T80" fmla="*/ 2147483646 w 135"/>
                <a:gd name="T81" fmla="*/ 2147483646 h 135"/>
                <a:gd name="T82" fmla="*/ 2147483646 w 135"/>
                <a:gd name="T83" fmla="*/ 2147483646 h 135"/>
                <a:gd name="T84" fmla="*/ 2147483646 w 135"/>
                <a:gd name="T85" fmla="*/ 2147483646 h 135"/>
                <a:gd name="T86" fmla="*/ 2147483646 w 135"/>
                <a:gd name="T87" fmla="*/ 2147483646 h 13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35" h="135">
                  <a:moveTo>
                    <a:pt x="135" y="68"/>
                  </a:moveTo>
                  <a:lnTo>
                    <a:pt x="135" y="64"/>
                  </a:lnTo>
                  <a:lnTo>
                    <a:pt x="135" y="61"/>
                  </a:lnTo>
                  <a:lnTo>
                    <a:pt x="135" y="58"/>
                  </a:lnTo>
                  <a:lnTo>
                    <a:pt x="133" y="53"/>
                  </a:lnTo>
                  <a:lnTo>
                    <a:pt x="133" y="50"/>
                  </a:lnTo>
                  <a:lnTo>
                    <a:pt x="132" y="47"/>
                  </a:lnTo>
                  <a:lnTo>
                    <a:pt x="130" y="44"/>
                  </a:lnTo>
                  <a:lnTo>
                    <a:pt x="130" y="41"/>
                  </a:lnTo>
                  <a:lnTo>
                    <a:pt x="129" y="38"/>
                  </a:lnTo>
                  <a:lnTo>
                    <a:pt x="127" y="36"/>
                  </a:lnTo>
                  <a:lnTo>
                    <a:pt x="126" y="33"/>
                  </a:lnTo>
                  <a:lnTo>
                    <a:pt x="123" y="30"/>
                  </a:lnTo>
                  <a:lnTo>
                    <a:pt x="121" y="27"/>
                  </a:lnTo>
                  <a:lnTo>
                    <a:pt x="120" y="25"/>
                  </a:lnTo>
                  <a:lnTo>
                    <a:pt x="117" y="22"/>
                  </a:lnTo>
                  <a:lnTo>
                    <a:pt x="115" y="19"/>
                  </a:lnTo>
                  <a:lnTo>
                    <a:pt x="112" y="18"/>
                  </a:lnTo>
                  <a:lnTo>
                    <a:pt x="111" y="16"/>
                  </a:lnTo>
                  <a:lnTo>
                    <a:pt x="108" y="13"/>
                  </a:lnTo>
                  <a:lnTo>
                    <a:pt x="105" y="12"/>
                  </a:lnTo>
                  <a:lnTo>
                    <a:pt x="102" y="10"/>
                  </a:lnTo>
                  <a:lnTo>
                    <a:pt x="99" y="9"/>
                  </a:lnTo>
                  <a:lnTo>
                    <a:pt x="96" y="7"/>
                  </a:lnTo>
                  <a:lnTo>
                    <a:pt x="93" y="6"/>
                  </a:lnTo>
                  <a:lnTo>
                    <a:pt x="90" y="4"/>
                  </a:lnTo>
                  <a:lnTo>
                    <a:pt x="87" y="3"/>
                  </a:lnTo>
                  <a:lnTo>
                    <a:pt x="84" y="3"/>
                  </a:lnTo>
                  <a:lnTo>
                    <a:pt x="81" y="1"/>
                  </a:lnTo>
                  <a:lnTo>
                    <a:pt x="78" y="1"/>
                  </a:lnTo>
                  <a:lnTo>
                    <a:pt x="74" y="0"/>
                  </a:lnTo>
                  <a:lnTo>
                    <a:pt x="71" y="0"/>
                  </a:lnTo>
                  <a:lnTo>
                    <a:pt x="68" y="0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8" y="1"/>
                  </a:lnTo>
                  <a:lnTo>
                    <a:pt x="55" y="1"/>
                  </a:lnTo>
                  <a:lnTo>
                    <a:pt x="50" y="3"/>
                  </a:lnTo>
                  <a:lnTo>
                    <a:pt x="47" y="3"/>
                  </a:lnTo>
                  <a:lnTo>
                    <a:pt x="44" y="4"/>
                  </a:lnTo>
                  <a:lnTo>
                    <a:pt x="41" y="6"/>
                  </a:lnTo>
                  <a:lnTo>
                    <a:pt x="38" y="7"/>
                  </a:lnTo>
                  <a:lnTo>
                    <a:pt x="35" y="9"/>
                  </a:lnTo>
                  <a:lnTo>
                    <a:pt x="32" y="10"/>
                  </a:lnTo>
                  <a:lnTo>
                    <a:pt x="29" y="12"/>
                  </a:lnTo>
                  <a:lnTo>
                    <a:pt x="28" y="13"/>
                  </a:lnTo>
                  <a:lnTo>
                    <a:pt x="25" y="16"/>
                  </a:lnTo>
                  <a:lnTo>
                    <a:pt x="22" y="18"/>
                  </a:lnTo>
                  <a:lnTo>
                    <a:pt x="21" y="19"/>
                  </a:lnTo>
                  <a:lnTo>
                    <a:pt x="18" y="22"/>
                  </a:lnTo>
                  <a:lnTo>
                    <a:pt x="16" y="25"/>
                  </a:lnTo>
                  <a:lnTo>
                    <a:pt x="13" y="27"/>
                  </a:lnTo>
                  <a:lnTo>
                    <a:pt x="12" y="30"/>
                  </a:lnTo>
                  <a:lnTo>
                    <a:pt x="10" y="33"/>
                  </a:lnTo>
                  <a:lnTo>
                    <a:pt x="9" y="36"/>
                  </a:lnTo>
                  <a:lnTo>
                    <a:pt x="7" y="38"/>
                  </a:lnTo>
                  <a:lnTo>
                    <a:pt x="6" y="41"/>
                  </a:lnTo>
                  <a:lnTo>
                    <a:pt x="4" y="44"/>
                  </a:lnTo>
                  <a:lnTo>
                    <a:pt x="3" y="47"/>
                  </a:lnTo>
                  <a:lnTo>
                    <a:pt x="3" y="50"/>
                  </a:lnTo>
                  <a:lnTo>
                    <a:pt x="1" y="53"/>
                  </a:lnTo>
                  <a:lnTo>
                    <a:pt x="1" y="58"/>
                  </a:lnTo>
                  <a:lnTo>
                    <a:pt x="1" y="61"/>
                  </a:lnTo>
                  <a:lnTo>
                    <a:pt x="0" y="64"/>
                  </a:lnTo>
                  <a:lnTo>
                    <a:pt x="0" y="68"/>
                  </a:lnTo>
                  <a:lnTo>
                    <a:pt x="0" y="71"/>
                  </a:lnTo>
                  <a:lnTo>
                    <a:pt x="1" y="74"/>
                  </a:lnTo>
                  <a:lnTo>
                    <a:pt x="1" y="77"/>
                  </a:lnTo>
                  <a:lnTo>
                    <a:pt x="1" y="81"/>
                  </a:lnTo>
                  <a:lnTo>
                    <a:pt x="3" y="84"/>
                  </a:lnTo>
                  <a:lnTo>
                    <a:pt x="3" y="87"/>
                  </a:lnTo>
                  <a:lnTo>
                    <a:pt x="4" y="90"/>
                  </a:lnTo>
                  <a:lnTo>
                    <a:pt x="6" y="93"/>
                  </a:lnTo>
                  <a:lnTo>
                    <a:pt x="7" y="96"/>
                  </a:lnTo>
                  <a:lnTo>
                    <a:pt x="9" y="99"/>
                  </a:lnTo>
                  <a:lnTo>
                    <a:pt x="10" y="102"/>
                  </a:lnTo>
                  <a:lnTo>
                    <a:pt x="12" y="105"/>
                  </a:lnTo>
                  <a:lnTo>
                    <a:pt x="13" y="108"/>
                  </a:lnTo>
                  <a:lnTo>
                    <a:pt x="16" y="110"/>
                  </a:lnTo>
                  <a:lnTo>
                    <a:pt x="18" y="113"/>
                  </a:lnTo>
                  <a:lnTo>
                    <a:pt x="21" y="116"/>
                  </a:lnTo>
                  <a:lnTo>
                    <a:pt x="22" y="117"/>
                  </a:lnTo>
                  <a:lnTo>
                    <a:pt x="25" y="120"/>
                  </a:lnTo>
                  <a:lnTo>
                    <a:pt x="28" y="122"/>
                  </a:lnTo>
                  <a:lnTo>
                    <a:pt x="29" y="123"/>
                  </a:lnTo>
                  <a:lnTo>
                    <a:pt x="32" y="124"/>
                  </a:lnTo>
                  <a:lnTo>
                    <a:pt x="35" y="126"/>
                  </a:lnTo>
                  <a:lnTo>
                    <a:pt x="38" y="127"/>
                  </a:lnTo>
                  <a:lnTo>
                    <a:pt x="41" y="129"/>
                  </a:lnTo>
                  <a:lnTo>
                    <a:pt x="44" y="130"/>
                  </a:lnTo>
                  <a:lnTo>
                    <a:pt x="47" y="132"/>
                  </a:lnTo>
                  <a:lnTo>
                    <a:pt x="50" y="133"/>
                  </a:lnTo>
                  <a:lnTo>
                    <a:pt x="55" y="133"/>
                  </a:lnTo>
                  <a:lnTo>
                    <a:pt x="58" y="133"/>
                  </a:lnTo>
                  <a:lnTo>
                    <a:pt x="61" y="135"/>
                  </a:lnTo>
                  <a:lnTo>
                    <a:pt x="64" y="135"/>
                  </a:lnTo>
                  <a:lnTo>
                    <a:pt x="68" y="135"/>
                  </a:lnTo>
                  <a:lnTo>
                    <a:pt x="71" y="135"/>
                  </a:lnTo>
                  <a:lnTo>
                    <a:pt x="74" y="135"/>
                  </a:lnTo>
                  <a:lnTo>
                    <a:pt x="78" y="133"/>
                  </a:lnTo>
                  <a:lnTo>
                    <a:pt x="81" y="133"/>
                  </a:lnTo>
                  <a:lnTo>
                    <a:pt x="84" y="133"/>
                  </a:lnTo>
                  <a:lnTo>
                    <a:pt x="87" y="132"/>
                  </a:lnTo>
                  <a:lnTo>
                    <a:pt x="90" y="130"/>
                  </a:lnTo>
                  <a:lnTo>
                    <a:pt x="93" y="129"/>
                  </a:lnTo>
                  <a:lnTo>
                    <a:pt x="96" y="127"/>
                  </a:lnTo>
                  <a:lnTo>
                    <a:pt x="99" y="126"/>
                  </a:lnTo>
                  <a:lnTo>
                    <a:pt x="102" y="124"/>
                  </a:lnTo>
                  <a:lnTo>
                    <a:pt x="105" y="123"/>
                  </a:lnTo>
                  <a:lnTo>
                    <a:pt x="108" y="122"/>
                  </a:lnTo>
                  <a:lnTo>
                    <a:pt x="111" y="120"/>
                  </a:lnTo>
                  <a:lnTo>
                    <a:pt x="112" y="117"/>
                  </a:lnTo>
                  <a:lnTo>
                    <a:pt x="115" y="116"/>
                  </a:lnTo>
                  <a:lnTo>
                    <a:pt x="117" y="113"/>
                  </a:lnTo>
                  <a:lnTo>
                    <a:pt x="120" y="110"/>
                  </a:lnTo>
                  <a:lnTo>
                    <a:pt x="121" y="108"/>
                  </a:lnTo>
                  <a:lnTo>
                    <a:pt x="123" y="105"/>
                  </a:lnTo>
                  <a:lnTo>
                    <a:pt x="126" y="102"/>
                  </a:lnTo>
                  <a:lnTo>
                    <a:pt x="127" y="99"/>
                  </a:lnTo>
                  <a:lnTo>
                    <a:pt x="129" y="96"/>
                  </a:lnTo>
                  <a:lnTo>
                    <a:pt x="130" y="93"/>
                  </a:lnTo>
                  <a:lnTo>
                    <a:pt x="130" y="90"/>
                  </a:lnTo>
                  <a:lnTo>
                    <a:pt x="132" y="87"/>
                  </a:lnTo>
                  <a:lnTo>
                    <a:pt x="133" y="84"/>
                  </a:lnTo>
                  <a:lnTo>
                    <a:pt x="133" y="81"/>
                  </a:lnTo>
                  <a:lnTo>
                    <a:pt x="135" y="77"/>
                  </a:lnTo>
                  <a:lnTo>
                    <a:pt x="135" y="74"/>
                  </a:lnTo>
                  <a:lnTo>
                    <a:pt x="135" y="71"/>
                  </a:lnTo>
                  <a:lnTo>
                    <a:pt x="135" y="68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1" name="Line 33">
              <a:extLst>
                <a:ext uri="{FF2B5EF4-FFF2-40B4-BE49-F238E27FC236}">
                  <a16:creationId xmlns:a16="http://schemas.microsoft.com/office/drawing/2014/main" id="{C3683401-313A-4601-A847-86D777D7CC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5138" y="1041400"/>
              <a:ext cx="3175" cy="134143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2" name="Freeform 34">
              <a:extLst>
                <a:ext uri="{FF2B5EF4-FFF2-40B4-BE49-F238E27FC236}">
                  <a16:creationId xmlns:a16="http://schemas.microsoft.com/office/drawing/2014/main" id="{E9F1C5C3-6796-4298-956D-2C62AA34A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138" y="3136900"/>
              <a:ext cx="989012" cy="234950"/>
            </a:xfrm>
            <a:custGeom>
              <a:avLst/>
              <a:gdLst>
                <a:gd name="T0" fmla="*/ 0 w 1245"/>
                <a:gd name="T1" fmla="*/ 0 h 297"/>
                <a:gd name="T2" fmla="*/ 0 w 1245"/>
                <a:gd name="T3" fmla="*/ 2147483646 h 297"/>
                <a:gd name="T4" fmla="*/ 2147483646 w 1245"/>
                <a:gd name="T5" fmla="*/ 2147483646 h 2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45" h="297">
                  <a:moveTo>
                    <a:pt x="0" y="0"/>
                  </a:moveTo>
                  <a:lnTo>
                    <a:pt x="0" y="297"/>
                  </a:lnTo>
                  <a:lnTo>
                    <a:pt x="1245" y="297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3" name="Freeform 35">
              <a:extLst>
                <a:ext uri="{FF2B5EF4-FFF2-40B4-BE49-F238E27FC236}">
                  <a16:creationId xmlns:a16="http://schemas.microsoft.com/office/drawing/2014/main" id="{10C901C0-360B-408C-8F8A-03170D5BB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3950" y="1889125"/>
              <a:ext cx="330200" cy="1152525"/>
            </a:xfrm>
            <a:custGeom>
              <a:avLst/>
              <a:gdLst>
                <a:gd name="T0" fmla="*/ 0 w 415"/>
                <a:gd name="T1" fmla="*/ 0 h 1454"/>
                <a:gd name="T2" fmla="*/ 0 w 415"/>
                <a:gd name="T3" fmla="*/ 2147483646 h 1454"/>
                <a:gd name="T4" fmla="*/ 2147483646 w 415"/>
                <a:gd name="T5" fmla="*/ 2147483646 h 14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454">
                  <a:moveTo>
                    <a:pt x="0" y="0"/>
                  </a:moveTo>
                  <a:lnTo>
                    <a:pt x="0" y="1454"/>
                  </a:lnTo>
                  <a:lnTo>
                    <a:pt x="415" y="145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4" name="Line 36">
              <a:extLst>
                <a:ext uri="{FF2B5EF4-FFF2-40B4-BE49-F238E27FC236}">
                  <a16:creationId xmlns:a16="http://schemas.microsoft.com/office/drawing/2014/main" id="{13D6C891-C18B-4C28-A762-7C0A8E3C1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5138" y="2217738"/>
              <a:ext cx="989012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5" name="Freeform 37">
              <a:extLst>
                <a:ext uri="{FF2B5EF4-FFF2-40B4-BE49-F238E27FC236}">
                  <a16:creationId xmlns:a16="http://schemas.microsoft.com/office/drawing/2014/main" id="{D959D254-BD79-48BB-8F48-C3C4A2926D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971800" y="2184400"/>
              <a:ext cx="74613" cy="73025"/>
            </a:xfrm>
            <a:custGeom>
              <a:avLst/>
              <a:gdLst>
                <a:gd name="T0" fmla="*/ 2147483646 w 59"/>
                <a:gd name="T1" fmla="*/ 0 h 59"/>
                <a:gd name="T2" fmla="*/ 2147483646 w 59"/>
                <a:gd name="T3" fmla="*/ 0 h 59"/>
                <a:gd name="T4" fmla="*/ 2147483646 w 59"/>
                <a:gd name="T5" fmla="*/ 2147483646 h 59"/>
                <a:gd name="T6" fmla="*/ 2147483646 w 59"/>
                <a:gd name="T7" fmla="*/ 2147483646 h 59"/>
                <a:gd name="T8" fmla="*/ 2147483646 w 59"/>
                <a:gd name="T9" fmla="*/ 2147483646 h 59"/>
                <a:gd name="T10" fmla="*/ 2147483646 w 59"/>
                <a:gd name="T11" fmla="*/ 2147483646 h 59"/>
                <a:gd name="T12" fmla="*/ 2147483646 w 59"/>
                <a:gd name="T13" fmla="*/ 2147483646 h 59"/>
                <a:gd name="T14" fmla="*/ 2147483646 w 59"/>
                <a:gd name="T15" fmla="*/ 2147483646 h 59"/>
                <a:gd name="T16" fmla="*/ 2147483646 w 59"/>
                <a:gd name="T17" fmla="*/ 2147483646 h 59"/>
                <a:gd name="T18" fmla="*/ 0 w 59"/>
                <a:gd name="T19" fmla="*/ 2147483646 h 59"/>
                <a:gd name="T20" fmla="*/ 0 w 59"/>
                <a:gd name="T21" fmla="*/ 2147483646 h 59"/>
                <a:gd name="T22" fmla="*/ 0 w 59"/>
                <a:gd name="T23" fmla="*/ 2147483646 h 59"/>
                <a:gd name="T24" fmla="*/ 0 w 59"/>
                <a:gd name="T25" fmla="*/ 2147483646 h 59"/>
                <a:gd name="T26" fmla="*/ 2147483646 w 59"/>
                <a:gd name="T27" fmla="*/ 2147483646 h 59"/>
                <a:gd name="T28" fmla="*/ 2147483646 w 59"/>
                <a:gd name="T29" fmla="*/ 2147483646 h 59"/>
                <a:gd name="T30" fmla="*/ 2147483646 w 59"/>
                <a:gd name="T31" fmla="*/ 2147483646 h 59"/>
                <a:gd name="T32" fmla="*/ 2147483646 w 59"/>
                <a:gd name="T33" fmla="*/ 2147483646 h 59"/>
                <a:gd name="T34" fmla="*/ 2147483646 w 59"/>
                <a:gd name="T35" fmla="*/ 2147483646 h 59"/>
                <a:gd name="T36" fmla="*/ 2147483646 w 59"/>
                <a:gd name="T37" fmla="*/ 2147483646 h 59"/>
                <a:gd name="T38" fmla="*/ 2147483646 w 59"/>
                <a:gd name="T39" fmla="*/ 2147483646 h 59"/>
                <a:gd name="T40" fmla="*/ 2147483646 w 59"/>
                <a:gd name="T41" fmla="*/ 2147483646 h 59"/>
                <a:gd name="T42" fmla="*/ 2147483646 w 59"/>
                <a:gd name="T43" fmla="*/ 2147483646 h 59"/>
                <a:gd name="T44" fmla="*/ 2147483646 w 59"/>
                <a:gd name="T45" fmla="*/ 2147483646 h 59"/>
                <a:gd name="T46" fmla="*/ 2147483646 w 59"/>
                <a:gd name="T47" fmla="*/ 2147483646 h 59"/>
                <a:gd name="T48" fmla="*/ 2147483646 w 59"/>
                <a:gd name="T49" fmla="*/ 2147483646 h 59"/>
                <a:gd name="T50" fmla="*/ 2147483646 w 59"/>
                <a:gd name="T51" fmla="*/ 2147483646 h 59"/>
                <a:gd name="T52" fmla="*/ 2147483646 w 59"/>
                <a:gd name="T53" fmla="*/ 2147483646 h 59"/>
                <a:gd name="T54" fmla="*/ 2147483646 w 59"/>
                <a:gd name="T55" fmla="*/ 2147483646 h 59"/>
                <a:gd name="T56" fmla="*/ 2147483646 w 59"/>
                <a:gd name="T57" fmla="*/ 2147483646 h 59"/>
                <a:gd name="T58" fmla="*/ 2147483646 w 59"/>
                <a:gd name="T59" fmla="*/ 2147483646 h 59"/>
                <a:gd name="T60" fmla="*/ 2147483646 w 59"/>
                <a:gd name="T61" fmla="*/ 2147483646 h 59"/>
                <a:gd name="T62" fmla="*/ 2147483646 w 59"/>
                <a:gd name="T63" fmla="*/ 2147483646 h 59"/>
                <a:gd name="T64" fmla="*/ 2147483646 w 59"/>
                <a:gd name="T65" fmla="*/ 2147483646 h 59"/>
                <a:gd name="T66" fmla="*/ 2147483646 w 59"/>
                <a:gd name="T67" fmla="*/ 2147483646 h 59"/>
                <a:gd name="T68" fmla="*/ 2147483646 w 59"/>
                <a:gd name="T69" fmla="*/ 2147483646 h 59"/>
                <a:gd name="T70" fmla="*/ 2147483646 w 59"/>
                <a:gd name="T71" fmla="*/ 2147483646 h 59"/>
                <a:gd name="T72" fmla="*/ 2147483646 w 59"/>
                <a:gd name="T73" fmla="*/ 2147483646 h 59"/>
                <a:gd name="T74" fmla="*/ 2147483646 w 59"/>
                <a:gd name="T75" fmla="*/ 2147483646 h 59"/>
                <a:gd name="T76" fmla="*/ 2147483646 w 59"/>
                <a:gd name="T77" fmla="*/ 2147483646 h 59"/>
                <a:gd name="T78" fmla="*/ 2147483646 w 59"/>
                <a:gd name="T79" fmla="*/ 2147483646 h 59"/>
                <a:gd name="T80" fmla="*/ 2147483646 w 59"/>
                <a:gd name="T81" fmla="*/ 2147483646 h 59"/>
                <a:gd name="T82" fmla="*/ 2147483646 w 59"/>
                <a:gd name="T83" fmla="*/ 2147483646 h 59"/>
                <a:gd name="T84" fmla="*/ 2147483646 w 59"/>
                <a:gd name="T85" fmla="*/ 0 h 59"/>
                <a:gd name="T86" fmla="*/ 2147483646 w 59"/>
                <a:gd name="T87" fmla="*/ 0 h 59"/>
                <a:gd name="T88" fmla="*/ 2147483646 w 59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9" h="59">
                  <a:moveTo>
                    <a:pt x="30" y="30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6" y="3"/>
                  </a:lnTo>
                  <a:lnTo>
                    <a:pt x="15" y="4"/>
                  </a:lnTo>
                  <a:lnTo>
                    <a:pt x="13" y="4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7"/>
                  </a:lnTo>
                  <a:lnTo>
                    <a:pt x="9" y="9"/>
                  </a:lnTo>
                  <a:lnTo>
                    <a:pt x="7" y="9"/>
                  </a:lnTo>
                  <a:lnTo>
                    <a:pt x="7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4" y="43"/>
                  </a:lnTo>
                  <a:lnTo>
                    <a:pt x="4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7" y="49"/>
                  </a:lnTo>
                  <a:lnTo>
                    <a:pt x="9" y="50"/>
                  </a:lnTo>
                  <a:lnTo>
                    <a:pt x="10" y="52"/>
                  </a:lnTo>
                  <a:lnTo>
                    <a:pt x="12" y="53"/>
                  </a:lnTo>
                  <a:lnTo>
                    <a:pt x="13" y="53"/>
                  </a:lnTo>
                  <a:lnTo>
                    <a:pt x="15" y="55"/>
                  </a:lnTo>
                  <a:lnTo>
                    <a:pt x="16" y="55"/>
                  </a:lnTo>
                  <a:lnTo>
                    <a:pt x="16" y="56"/>
                  </a:lnTo>
                  <a:lnTo>
                    <a:pt x="18" y="56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5" y="58"/>
                  </a:lnTo>
                  <a:lnTo>
                    <a:pt x="37" y="58"/>
                  </a:lnTo>
                  <a:lnTo>
                    <a:pt x="38" y="58"/>
                  </a:lnTo>
                  <a:lnTo>
                    <a:pt x="40" y="58"/>
                  </a:lnTo>
                  <a:lnTo>
                    <a:pt x="41" y="56"/>
                  </a:lnTo>
                  <a:lnTo>
                    <a:pt x="43" y="56"/>
                  </a:lnTo>
                  <a:lnTo>
                    <a:pt x="44" y="55"/>
                  </a:lnTo>
                  <a:lnTo>
                    <a:pt x="46" y="53"/>
                  </a:lnTo>
                  <a:lnTo>
                    <a:pt x="47" y="53"/>
                  </a:lnTo>
                  <a:lnTo>
                    <a:pt x="49" y="52"/>
                  </a:lnTo>
                  <a:lnTo>
                    <a:pt x="50" y="52"/>
                  </a:lnTo>
                  <a:lnTo>
                    <a:pt x="50" y="50"/>
                  </a:lnTo>
                  <a:lnTo>
                    <a:pt x="52" y="49"/>
                  </a:lnTo>
                  <a:lnTo>
                    <a:pt x="53" y="49"/>
                  </a:lnTo>
                  <a:lnTo>
                    <a:pt x="53" y="47"/>
                  </a:lnTo>
                  <a:lnTo>
                    <a:pt x="55" y="46"/>
                  </a:lnTo>
                  <a:lnTo>
                    <a:pt x="55" y="44"/>
                  </a:lnTo>
                  <a:lnTo>
                    <a:pt x="56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39"/>
                  </a:lnTo>
                  <a:lnTo>
                    <a:pt x="58" y="37"/>
                  </a:lnTo>
                  <a:lnTo>
                    <a:pt x="59" y="36"/>
                  </a:lnTo>
                  <a:lnTo>
                    <a:pt x="59" y="34"/>
                  </a:lnTo>
                  <a:lnTo>
                    <a:pt x="59" y="33"/>
                  </a:lnTo>
                  <a:lnTo>
                    <a:pt x="59" y="31"/>
                  </a:lnTo>
                  <a:lnTo>
                    <a:pt x="59" y="30"/>
                  </a:lnTo>
                  <a:lnTo>
                    <a:pt x="59" y="28"/>
                  </a:lnTo>
                  <a:lnTo>
                    <a:pt x="59" y="27"/>
                  </a:lnTo>
                  <a:lnTo>
                    <a:pt x="59" y="25"/>
                  </a:lnTo>
                  <a:lnTo>
                    <a:pt x="59" y="24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6" y="16"/>
                  </a:lnTo>
                  <a:lnTo>
                    <a:pt x="56" y="15"/>
                  </a:lnTo>
                  <a:lnTo>
                    <a:pt x="55" y="13"/>
                  </a:lnTo>
                  <a:lnTo>
                    <a:pt x="53" y="12"/>
                  </a:lnTo>
                  <a:lnTo>
                    <a:pt x="53" y="10"/>
                  </a:lnTo>
                  <a:lnTo>
                    <a:pt x="52" y="9"/>
                  </a:lnTo>
                  <a:lnTo>
                    <a:pt x="50" y="9"/>
                  </a:lnTo>
                  <a:lnTo>
                    <a:pt x="50" y="7"/>
                  </a:lnTo>
                  <a:lnTo>
                    <a:pt x="49" y="6"/>
                  </a:lnTo>
                  <a:lnTo>
                    <a:pt x="47" y="6"/>
                  </a:lnTo>
                  <a:lnTo>
                    <a:pt x="46" y="4"/>
                  </a:lnTo>
                  <a:lnTo>
                    <a:pt x="44" y="4"/>
                  </a:lnTo>
                  <a:lnTo>
                    <a:pt x="44" y="3"/>
                  </a:lnTo>
                  <a:lnTo>
                    <a:pt x="43" y="3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1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6" name="Freeform 38">
              <a:extLst>
                <a:ext uri="{FF2B5EF4-FFF2-40B4-BE49-F238E27FC236}">
                  <a16:creationId xmlns:a16="http://schemas.microsoft.com/office/drawing/2014/main" id="{6B75DB18-94AB-4680-AEC3-790F317F589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630613" y="1851025"/>
              <a:ext cx="69850" cy="73025"/>
            </a:xfrm>
            <a:custGeom>
              <a:avLst/>
              <a:gdLst>
                <a:gd name="T0" fmla="*/ 2147483646 w 60"/>
                <a:gd name="T1" fmla="*/ 0 h 59"/>
                <a:gd name="T2" fmla="*/ 2147483646 w 60"/>
                <a:gd name="T3" fmla="*/ 0 h 59"/>
                <a:gd name="T4" fmla="*/ 2147483646 w 60"/>
                <a:gd name="T5" fmla="*/ 2147483646 h 59"/>
                <a:gd name="T6" fmla="*/ 2147483646 w 60"/>
                <a:gd name="T7" fmla="*/ 2147483646 h 59"/>
                <a:gd name="T8" fmla="*/ 2147483646 w 60"/>
                <a:gd name="T9" fmla="*/ 2147483646 h 59"/>
                <a:gd name="T10" fmla="*/ 2147483646 w 60"/>
                <a:gd name="T11" fmla="*/ 2147483646 h 59"/>
                <a:gd name="T12" fmla="*/ 2147483646 w 60"/>
                <a:gd name="T13" fmla="*/ 2147483646 h 59"/>
                <a:gd name="T14" fmla="*/ 2147483646 w 60"/>
                <a:gd name="T15" fmla="*/ 2147483646 h 59"/>
                <a:gd name="T16" fmla="*/ 2147483646 w 60"/>
                <a:gd name="T17" fmla="*/ 2147483646 h 59"/>
                <a:gd name="T18" fmla="*/ 0 w 60"/>
                <a:gd name="T19" fmla="*/ 2147483646 h 59"/>
                <a:gd name="T20" fmla="*/ 0 w 60"/>
                <a:gd name="T21" fmla="*/ 2147483646 h 59"/>
                <a:gd name="T22" fmla="*/ 0 w 60"/>
                <a:gd name="T23" fmla="*/ 2147483646 h 59"/>
                <a:gd name="T24" fmla="*/ 0 w 60"/>
                <a:gd name="T25" fmla="*/ 2147483646 h 59"/>
                <a:gd name="T26" fmla="*/ 2147483646 w 60"/>
                <a:gd name="T27" fmla="*/ 2147483646 h 59"/>
                <a:gd name="T28" fmla="*/ 2147483646 w 60"/>
                <a:gd name="T29" fmla="*/ 2147483646 h 59"/>
                <a:gd name="T30" fmla="*/ 2147483646 w 60"/>
                <a:gd name="T31" fmla="*/ 2147483646 h 59"/>
                <a:gd name="T32" fmla="*/ 2147483646 w 60"/>
                <a:gd name="T33" fmla="*/ 2147483646 h 59"/>
                <a:gd name="T34" fmla="*/ 2147483646 w 60"/>
                <a:gd name="T35" fmla="*/ 2147483646 h 59"/>
                <a:gd name="T36" fmla="*/ 2147483646 w 60"/>
                <a:gd name="T37" fmla="*/ 2147483646 h 59"/>
                <a:gd name="T38" fmla="*/ 2147483646 w 60"/>
                <a:gd name="T39" fmla="*/ 2147483646 h 59"/>
                <a:gd name="T40" fmla="*/ 2147483646 w 60"/>
                <a:gd name="T41" fmla="*/ 2147483646 h 59"/>
                <a:gd name="T42" fmla="*/ 2147483646 w 60"/>
                <a:gd name="T43" fmla="*/ 2147483646 h 59"/>
                <a:gd name="T44" fmla="*/ 2147483646 w 60"/>
                <a:gd name="T45" fmla="*/ 2147483646 h 59"/>
                <a:gd name="T46" fmla="*/ 2147483646 w 60"/>
                <a:gd name="T47" fmla="*/ 2147483646 h 59"/>
                <a:gd name="T48" fmla="*/ 2147483646 w 60"/>
                <a:gd name="T49" fmla="*/ 2147483646 h 59"/>
                <a:gd name="T50" fmla="*/ 2147483646 w 60"/>
                <a:gd name="T51" fmla="*/ 2147483646 h 59"/>
                <a:gd name="T52" fmla="*/ 2147483646 w 60"/>
                <a:gd name="T53" fmla="*/ 2147483646 h 59"/>
                <a:gd name="T54" fmla="*/ 2147483646 w 60"/>
                <a:gd name="T55" fmla="*/ 2147483646 h 59"/>
                <a:gd name="T56" fmla="*/ 2147483646 w 60"/>
                <a:gd name="T57" fmla="*/ 2147483646 h 59"/>
                <a:gd name="T58" fmla="*/ 2147483646 w 60"/>
                <a:gd name="T59" fmla="*/ 2147483646 h 59"/>
                <a:gd name="T60" fmla="*/ 2147483646 w 60"/>
                <a:gd name="T61" fmla="*/ 2147483646 h 59"/>
                <a:gd name="T62" fmla="*/ 2147483646 w 60"/>
                <a:gd name="T63" fmla="*/ 2147483646 h 59"/>
                <a:gd name="T64" fmla="*/ 2147483646 w 60"/>
                <a:gd name="T65" fmla="*/ 2147483646 h 59"/>
                <a:gd name="T66" fmla="*/ 2147483646 w 60"/>
                <a:gd name="T67" fmla="*/ 2147483646 h 59"/>
                <a:gd name="T68" fmla="*/ 2147483646 w 60"/>
                <a:gd name="T69" fmla="*/ 2147483646 h 59"/>
                <a:gd name="T70" fmla="*/ 2147483646 w 60"/>
                <a:gd name="T71" fmla="*/ 2147483646 h 59"/>
                <a:gd name="T72" fmla="*/ 2147483646 w 60"/>
                <a:gd name="T73" fmla="*/ 2147483646 h 59"/>
                <a:gd name="T74" fmla="*/ 2147483646 w 60"/>
                <a:gd name="T75" fmla="*/ 2147483646 h 59"/>
                <a:gd name="T76" fmla="*/ 2147483646 w 60"/>
                <a:gd name="T77" fmla="*/ 2147483646 h 59"/>
                <a:gd name="T78" fmla="*/ 2147483646 w 60"/>
                <a:gd name="T79" fmla="*/ 2147483646 h 59"/>
                <a:gd name="T80" fmla="*/ 2147483646 w 60"/>
                <a:gd name="T81" fmla="*/ 2147483646 h 59"/>
                <a:gd name="T82" fmla="*/ 2147483646 w 60"/>
                <a:gd name="T83" fmla="*/ 2147483646 h 59"/>
                <a:gd name="T84" fmla="*/ 2147483646 w 60"/>
                <a:gd name="T85" fmla="*/ 0 h 59"/>
                <a:gd name="T86" fmla="*/ 2147483646 w 60"/>
                <a:gd name="T87" fmla="*/ 0 h 59"/>
                <a:gd name="T88" fmla="*/ 2147483646 w 60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0" h="59">
                  <a:moveTo>
                    <a:pt x="30" y="29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7" y="3"/>
                  </a:lnTo>
                  <a:lnTo>
                    <a:pt x="15" y="4"/>
                  </a:lnTo>
                  <a:lnTo>
                    <a:pt x="14" y="4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1" y="7"/>
                  </a:lnTo>
                  <a:lnTo>
                    <a:pt x="9" y="9"/>
                  </a:lnTo>
                  <a:lnTo>
                    <a:pt x="8" y="9"/>
                  </a:lnTo>
                  <a:lnTo>
                    <a:pt x="8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2" y="40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8" y="49"/>
                  </a:lnTo>
                  <a:lnTo>
                    <a:pt x="9" y="50"/>
                  </a:lnTo>
                  <a:lnTo>
                    <a:pt x="11" y="52"/>
                  </a:lnTo>
                  <a:lnTo>
                    <a:pt x="12" y="53"/>
                  </a:lnTo>
                  <a:lnTo>
                    <a:pt x="14" y="53"/>
                  </a:lnTo>
                  <a:lnTo>
                    <a:pt x="15" y="55"/>
                  </a:lnTo>
                  <a:lnTo>
                    <a:pt x="17" y="55"/>
                  </a:lnTo>
                  <a:lnTo>
                    <a:pt x="17" y="56"/>
                  </a:lnTo>
                  <a:lnTo>
                    <a:pt x="18" y="56"/>
                  </a:lnTo>
                  <a:lnTo>
                    <a:pt x="20" y="58"/>
                  </a:lnTo>
                  <a:lnTo>
                    <a:pt x="21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6" y="58"/>
                  </a:lnTo>
                  <a:lnTo>
                    <a:pt x="37" y="58"/>
                  </a:lnTo>
                  <a:lnTo>
                    <a:pt x="39" y="58"/>
                  </a:lnTo>
                  <a:lnTo>
                    <a:pt x="40" y="58"/>
                  </a:lnTo>
                  <a:lnTo>
                    <a:pt x="42" y="56"/>
                  </a:lnTo>
                  <a:lnTo>
                    <a:pt x="43" y="56"/>
                  </a:lnTo>
                  <a:lnTo>
                    <a:pt x="45" y="55"/>
                  </a:lnTo>
                  <a:lnTo>
                    <a:pt x="46" y="53"/>
                  </a:lnTo>
                  <a:lnTo>
                    <a:pt x="48" y="53"/>
                  </a:lnTo>
                  <a:lnTo>
                    <a:pt x="49" y="52"/>
                  </a:lnTo>
                  <a:lnTo>
                    <a:pt x="51" y="52"/>
                  </a:lnTo>
                  <a:lnTo>
                    <a:pt x="51" y="50"/>
                  </a:lnTo>
                  <a:lnTo>
                    <a:pt x="52" y="49"/>
                  </a:lnTo>
                  <a:lnTo>
                    <a:pt x="54" y="49"/>
                  </a:lnTo>
                  <a:lnTo>
                    <a:pt x="54" y="47"/>
                  </a:lnTo>
                  <a:lnTo>
                    <a:pt x="55" y="46"/>
                  </a:lnTo>
                  <a:lnTo>
                    <a:pt x="55" y="44"/>
                  </a:lnTo>
                  <a:lnTo>
                    <a:pt x="57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38"/>
                  </a:lnTo>
                  <a:lnTo>
                    <a:pt x="58" y="37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60" y="32"/>
                  </a:lnTo>
                  <a:lnTo>
                    <a:pt x="60" y="31"/>
                  </a:lnTo>
                  <a:lnTo>
                    <a:pt x="60" y="29"/>
                  </a:lnTo>
                  <a:lnTo>
                    <a:pt x="60" y="28"/>
                  </a:lnTo>
                  <a:lnTo>
                    <a:pt x="60" y="26"/>
                  </a:lnTo>
                  <a:lnTo>
                    <a:pt x="60" y="25"/>
                  </a:lnTo>
                  <a:lnTo>
                    <a:pt x="60" y="23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7" y="16"/>
                  </a:lnTo>
                  <a:lnTo>
                    <a:pt x="57" y="15"/>
                  </a:lnTo>
                  <a:lnTo>
                    <a:pt x="55" y="13"/>
                  </a:lnTo>
                  <a:lnTo>
                    <a:pt x="54" y="12"/>
                  </a:lnTo>
                  <a:lnTo>
                    <a:pt x="54" y="10"/>
                  </a:lnTo>
                  <a:lnTo>
                    <a:pt x="52" y="9"/>
                  </a:lnTo>
                  <a:lnTo>
                    <a:pt x="51" y="9"/>
                  </a:lnTo>
                  <a:lnTo>
                    <a:pt x="51" y="7"/>
                  </a:lnTo>
                  <a:lnTo>
                    <a:pt x="49" y="6"/>
                  </a:lnTo>
                  <a:lnTo>
                    <a:pt x="48" y="6"/>
                  </a:lnTo>
                  <a:lnTo>
                    <a:pt x="46" y="4"/>
                  </a:lnTo>
                  <a:lnTo>
                    <a:pt x="45" y="4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7" name="Freeform 39">
              <a:extLst>
                <a:ext uri="{FF2B5EF4-FFF2-40B4-BE49-F238E27FC236}">
                  <a16:creationId xmlns:a16="http://schemas.microsoft.com/office/drawing/2014/main" id="{7BA3D291-C080-449B-B281-C728FC447E7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632200" y="677863"/>
              <a:ext cx="69850" cy="73025"/>
            </a:xfrm>
            <a:custGeom>
              <a:avLst/>
              <a:gdLst>
                <a:gd name="T0" fmla="*/ 2147483646 w 60"/>
                <a:gd name="T1" fmla="*/ 0 h 59"/>
                <a:gd name="T2" fmla="*/ 2147483646 w 60"/>
                <a:gd name="T3" fmla="*/ 0 h 59"/>
                <a:gd name="T4" fmla="*/ 2147483646 w 60"/>
                <a:gd name="T5" fmla="*/ 2147483646 h 59"/>
                <a:gd name="T6" fmla="*/ 2147483646 w 60"/>
                <a:gd name="T7" fmla="*/ 2147483646 h 59"/>
                <a:gd name="T8" fmla="*/ 2147483646 w 60"/>
                <a:gd name="T9" fmla="*/ 2147483646 h 59"/>
                <a:gd name="T10" fmla="*/ 2147483646 w 60"/>
                <a:gd name="T11" fmla="*/ 2147483646 h 59"/>
                <a:gd name="T12" fmla="*/ 2147483646 w 60"/>
                <a:gd name="T13" fmla="*/ 2147483646 h 59"/>
                <a:gd name="T14" fmla="*/ 2147483646 w 60"/>
                <a:gd name="T15" fmla="*/ 2147483646 h 59"/>
                <a:gd name="T16" fmla="*/ 2147483646 w 60"/>
                <a:gd name="T17" fmla="*/ 2147483646 h 59"/>
                <a:gd name="T18" fmla="*/ 0 w 60"/>
                <a:gd name="T19" fmla="*/ 2147483646 h 59"/>
                <a:gd name="T20" fmla="*/ 0 w 60"/>
                <a:gd name="T21" fmla="*/ 2147483646 h 59"/>
                <a:gd name="T22" fmla="*/ 0 w 60"/>
                <a:gd name="T23" fmla="*/ 2147483646 h 59"/>
                <a:gd name="T24" fmla="*/ 0 w 60"/>
                <a:gd name="T25" fmla="*/ 2147483646 h 59"/>
                <a:gd name="T26" fmla="*/ 2147483646 w 60"/>
                <a:gd name="T27" fmla="*/ 2147483646 h 59"/>
                <a:gd name="T28" fmla="*/ 2147483646 w 60"/>
                <a:gd name="T29" fmla="*/ 2147483646 h 59"/>
                <a:gd name="T30" fmla="*/ 2147483646 w 60"/>
                <a:gd name="T31" fmla="*/ 2147483646 h 59"/>
                <a:gd name="T32" fmla="*/ 2147483646 w 60"/>
                <a:gd name="T33" fmla="*/ 2147483646 h 59"/>
                <a:gd name="T34" fmla="*/ 2147483646 w 60"/>
                <a:gd name="T35" fmla="*/ 2147483646 h 59"/>
                <a:gd name="T36" fmla="*/ 2147483646 w 60"/>
                <a:gd name="T37" fmla="*/ 2147483646 h 59"/>
                <a:gd name="T38" fmla="*/ 2147483646 w 60"/>
                <a:gd name="T39" fmla="*/ 2147483646 h 59"/>
                <a:gd name="T40" fmla="*/ 2147483646 w 60"/>
                <a:gd name="T41" fmla="*/ 2147483646 h 59"/>
                <a:gd name="T42" fmla="*/ 2147483646 w 60"/>
                <a:gd name="T43" fmla="*/ 2147483646 h 59"/>
                <a:gd name="T44" fmla="*/ 2147483646 w 60"/>
                <a:gd name="T45" fmla="*/ 2147483646 h 59"/>
                <a:gd name="T46" fmla="*/ 2147483646 w 60"/>
                <a:gd name="T47" fmla="*/ 2147483646 h 59"/>
                <a:gd name="T48" fmla="*/ 2147483646 w 60"/>
                <a:gd name="T49" fmla="*/ 2147483646 h 59"/>
                <a:gd name="T50" fmla="*/ 2147483646 w 60"/>
                <a:gd name="T51" fmla="*/ 2147483646 h 59"/>
                <a:gd name="T52" fmla="*/ 2147483646 w 60"/>
                <a:gd name="T53" fmla="*/ 2147483646 h 59"/>
                <a:gd name="T54" fmla="*/ 2147483646 w 60"/>
                <a:gd name="T55" fmla="*/ 2147483646 h 59"/>
                <a:gd name="T56" fmla="*/ 2147483646 w 60"/>
                <a:gd name="T57" fmla="*/ 2147483646 h 59"/>
                <a:gd name="T58" fmla="*/ 2147483646 w 60"/>
                <a:gd name="T59" fmla="*/ 2147483646 h 59"/>
                <a:gd name="T60" fmla="*/ 2147483646 w 60"/>
                <a:gd name="T61" fmla="*/ 2147483646 h 59"/>
                <a:gd name="T62" fmla="*/ 2147483646 w 60"/>
                <a:gd name="T63" fmla="*/ 2147483646 h 59"/>
                <a:gd name="T64" fmla="*/ 2147483646 w 60"/>
                <a:gd name="T65" fmla="*/ 2147483646 h 59"/>
                <a:gd name="T66" fmla="*/ 2147483646 w 60"/>
                <a:gd name="T67" fmla="*/ 2147483646 h 59"/>
                <a:gd name="T68" fmla="*/ 2147483646 w 60"/>
                <a:gd name="T69" fmla="*/ 2147483646 h 59"/>
                <a:gd name="T70" fmla="*/ 2147483646 w 60"/>
                <a:gd name="T71" fmla="*/ 2147483646 h 59"/>
                <a:gd name="T72" fmla="*/ 2147483646 w 60"/>
                <a:gd name="T73" fmla="*/ 2147483646 h 59"/>
                <a:gd name="T74" fmla="*/ 2147483646 w 60"/>
                <a:gd name="T75" fmla="*/ 2147483646 h 59"/>
                <a:gd name="T76" fmla="*/ 2147483646 w 60"/>
                <a:gd name="T77" fmla="*/ 2147483646 h 59"/>
                <a:gd name="T78" fmla="*/ 2147483646 w 60"/>
                <a:gd name="T79" fmla="*/ 2147483646 h 59"/>
                <a:gd name="T80" fmla="*/ 2147483646 w 60"/>
                <a:gd name="T81" fmla="*/ 2147483646 h 59"/>
                <a:gd name="T82" fmla="*/ 2147483646 w 60"/>
                <a:gd name="T83" fmla="*/ 2147483646 h 59"/>
                <a:gd name="T84" fmla="*/ 2147483646 w 60"/>
                <a:gd name="T85" fmla="*/ 0 h 59"/>
                <a:gd name="T86" fmla="*/ 2147483646 w 60"/>
                <a:gd name="T87" fmla="*/ 0 h 59"/>
                <a:gd name="T88" fmla="*/ 2147483646 w 60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0" h="59">
                  <a:moveTo>
                    <a:pt x="30" y="30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7" y="3"/>
                  </a:lnTo>
                  <a:lnTo>
                    <a:pt x="15" y="4"/>
                  </a:lnTo>
                  <a:lnTo>
                    <a:pt x="14" y="4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1" y="7"/>
                  </a:lnTo>
                  <a:lnTo>
                    <a:pt x="9" y="9"/>
                  </a:lnTo>
                  <a:lnTo>
                    <a:pt x="8" y="9"/>
                  </a:lnTo>
                  <a:lnTo>
                    <a:pt x="8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2" y="40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8" y="49"/>
                  </a:lnTo>
                  <a:lnTo>
                    <a:pt x="9" y="50"/>
                  </a:lnTo>
                  <a:lnTo>
                    <a:pt x="11" y="52"/>
                  </a:lnTo>
                  <a:lnTo>
                    <a:pt x="12" y="53"/>
                  </a:lnTo>
                  <a:lnTo>
                    <a:pt x="14" y="53"/>
                  </a:lnTo>
                  <a:lnTo>
                    <a:pt x="15" y="55"/>
                  </a:lnTo>
                  <a:lnTo>
                    <a:pt x="17" y="55"/>
                  </a:lnTo>
                  <a:lnTo>
                    <a:pt x="17" y="56"/>
                  </a:lnTo>
                  <a:lnTo>
                    <a:pt x="18" y="56"/>
                  </a:lnTo>
                  <a:lnTo>
                    <a:pt x="20" y="58"/>
                  </a:lnTo>
                  <a:lnTo>
                    <a:pt x="21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6" y="58"/>
                  </a:lnTo>
                  <a:lnTo>
                    <a:pt x="37" y="58"/>
                  </a:lnTo>
                  <a:lnTo>
                    <a:pt x="39" y="58"/>
                  </a:lnTo>
                  <a:lnTo>
                    <a:pt x="40" y="58"/>
                  </a:lnTo>
                  <a:lnTo>
                    <a:pt x="42" y="56"/>
                  </a:lnTo>
                  <a:lnTo>
                    <a:pt x="43" y="56"/>
                  </a:lnTo>
                  <a:lnTo>
                    <a:pt x="45" y="55"/>
                  </a:lnTo>
                  <a:lnTo>
                    <a:pt x="46" y="53"/>
                  </a:lnTo>
                  <a:lnTo>
                    <a:pt x="48" y="53"/>
                  </a:lnTo>
                  <a:lnTo>
                    <a:pt x="49" y="52"/>
                  </a:lnTo>
                  <a:lnTo>
                    <a:pt x="51" y="52"/>
                  </a:lnTo>
                  <a:lnTo>
                    <a:pt x="51" y="50"/>
                  </a:lnTo>
                  <a:lnTo>
                    <a:pt x="52" y="49"/>
                  </a:lnTo>
                  <a:lnTo>
                    <a:pt x="54" y="49"/>
                  </a:lnTo>
                  <a:lnTo>
                    <a:pt x="54" y="47"/>
                  </a:lnTo>
                  <a:lnTo>
                    <a:pt x="55" y="46"/>
                  </a:lnTo>
                  <a:lnTo>
                    <a:pt x="55" y="44"/>
                  </a:lnTo>
                  <a:lnTo>
                    <a:pt x="57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38"/>
                  </a:lnTo>
                  <a:lnTo>
                    <a:pt x="58" y="37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60" y="32"/>
                  </a:lnTo>
                  <a:lnTo>
                    <a:pt x="60" y="31"/>
                  </a:lnTo>
                  <a:lnTo>
                    <a:pt x="60" y="30"/>
                  </a:lnTo>
                  <a:lnTo>
                    <a:pt x="60" y="28"/>
                  </a:lnTo>
                  <a:lnTo>
                    <a:pt x="60" y="27"/>
                  </a:lnTo>
                  <a:lnTo>
                    <a:pt x="60" y="25"/>
                  </a:lnTo>
                  <a:lnTo>
                    <a:pt x="60" y="24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7" y="16"/>
                  </a:lnTo>
                  <a:lnTo>
                    <a:pt x="57" y="15"/>
                  </a:lnTo>
                  <a:lnTo>
                    <a:pt x="55" y="13"/>
                  </a:lnTo>
                  <a:lnTo>
                    <a:pt x="54" y="12"/>
                  </a:lnTo>
                  <a:lnTo>
                    <a:pt x="54" y="10"/>
                  </a:lnTo>
                  <a:lnTo>
                    <a:pt x="52" y="9"/>
                  </a:lnTo>
                  <a:lnTo>
                    <a:pt x="51" y="9"/>
                  </a:lnTo>
                  <a:lnTo>
                    <a:pt x="51" y="7"/>
                  </a:lnTo>
                  <a:lnTo>
                    <a:pt x="49" y="6"/>
                  </a:lnTo>
                  <a:lnTo>
                    <a:pt x="48" y="6"/>
                  </a:lnTo>
                  <a:lnTo>
                    <a:pt x="46" y="4"/>
                  </a:lnTo>
                  <a:lnTo>
                    <a:pt x="45" y="4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8" name="Freeform 40">
              <a:extLst>
                <a:ext uri="{FF2B5EF4-FFF2-40B4-BE49-F238E27FC236}">
                  <a16:creationId xmlns:a16="http://schemas.microsoft.com/office/drawing/2014/main" id="{5CDDC56E-6ADA-4E0D-A3D1-F81608B99C5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971800" y="1008063"/>
              <a:ext cx="74613" cy="73025"/>
            </a:xfrm>
            <a:custGeom>
              <a:avLst/>
              <a:gdLst>
                <a:gd name="T0" fmla="*/ 2147483646 w 59"/>
                <a:gd name="T1" fmla="*/ 0 h 59"/>
                <a:gd name="T2" fmla="*/ 2147483646 w 59"/>
                <a:gd name="T3" fmla="*/ 0 h 59"/>
                <a:gd name="T4" fmla="*/ 2147483646 w 59"/>
                <a:gd name="T5" fmla="*/ 2147483646 h 59"/>
                <a:gd name="T6" fmla="*/ 2147483646 w 59"/>
                <a:gd name="T7" fmla="*/ 2147483646 h 59"/>
                <a:gd name="T8" fmla="*/ 2147483646 w 59"/>
                <a:gd name="T9" fmla="*/ 2147483646 h 59"/>
                <a:gd name="T10" fmla="*/ 2147483646 w 59"/>
                <a:gd name="T11" fmla="*/ 2147483646 h 59"/>
                <a:gd name="T12" fmla="*/ 2147483646 w 59"/>
                <a:gd name="T13" fmla="*/ 2147483646 h 59"/>
                <a:gd name="T14" fmla="*/ 2147483646 w 59"/>
                <a:gd name="T15" fmla="*/ 2147483646 h 59"/>
                <a:gd name="T16" fmla="*/ 2147483646 w 59"/>
                <a:gd name="T17" fmla="*/ 2147483646 h 59"/>
                <a:gd name="T18" fmla="*/ 0 w 59"/>
                <a:gd name="T19" fmla="*/ 2147483646 h 59"/>
                <a:gd name="T20" fmla="*/ 0 w 59"/>
                <a:gd name="T21" fmla="*/ 2147483646 h 59"/>
                <a:gd name="T22" fmla="*/ 0 w 59"/>
                <a:gd name="T23" fmla="*/ 2147483646 h 59"/>
                <a:gd name="T24" fmla="*/ 0 w 59"/>
                <a:gd name="T25" fmla="*/ 2147483646 h 59"/>
                <a:gd name="T26" fmla="*/ 2147483646 w 59"/>
                <a:gd name="T27" fmla="*/ 2147483646 h 59"/>
                <a:gd name="T28" fmla="*/ 2147483646 w 59"/>
                <a:gd name="T29" fmla="*/ 2147483646 h 59"/>
                <a:gd name="T30" fmla="*/ 2147483646 w 59"/>
                <a:gd name="T31" fmla="*/ 2147483646 h 59"/>
                <a:gd name="T32" fmla="*/ 2147483646 w 59"/>
                <a:gd name="T33" fmla="*/ 2147483646 h 59"/>
                <a:gd name="T34" fmla="*/ 2147483646 w 59"/>
                <a:gd name="T35" fmla="*/ 2147483646 h 59"/>
                <a:gd name="T36" fmla="*/ 2147483646 w 59"/>
                <a:gd name="T37" fmla="*/ 2147483646 h 59"/>
                <a:gd name="T38" fmla="*/ 2147483646 w 59"/>
                <a:gd name="T39" fmla="*/ 2147483646 h 59"/>
                <a:gd name="T40" fmla="*/ 2147483646 w 59"/>
                <a:gd name="T41" fmla="*/ 2147483646 h 59"/>
                <a:gd name="T42" fmla="*/ 2147483646 w 59"/>
                <a:gd name="T43" fmla="*/ 2147483646 h 59"/>
                <a:gd name="T44" fmla="*/ 2147483646 w 59"/>
                <a:gd name="T45" fmla="*/ 2147483646 h 59"/>
                <a:gd name="T46" fmla="*/ 2147483646 w 59"/>
                <a:gd name="T47" fmla="*/ 2147483646 h 59"/>
                <a:gd name="T48" fmla="*/ 2147483646 w 59"/>
                <a:gd name="T49" fmla="*/ 2147483646 h 59"/>
                <a:gd name="T50" fmla="*/ 2147483646 w 59"/>
                <a:gd name="T51" fmla="*/ 2147483646 h 59"/>
                <a:gd name="T52" fmla="*/ 2147483646 w 59"/>
                <a:gd name="T53" fmla="*/ 2147483646 h 59"/>
                <a:gd name="T54" fmla="*/ 2147483646 w 59"/>
                <a:gd name="T55" fmla="*/ 2147483646 h 59"/>
                <a:gd name="T56" fmla="*/ 2147483646 w 59"/>
                <a:gd name="T57" fmla="*/ 2147483646 h 59"/>
                <a:gd name="T58" fmla="*/ 2147483646 w 59"/>
                <a:gd name="T59" fmla="*/ 2147483646 h 59"/>
                <a:gd name="T60" fmla="*/ 2147483646 w 59"/>
                <a:gd name="T61" fmla="*/ 2147483646 h 59"/>
                <a:gd name="T62" fmla="*/ 2147483646 w 59"/>
                <a:gd name="T63" fmla="*/ 2147483646 h 59"/>
                <a:gd name="T64" fmla="*/ 2147483646 w 59"/>
                <a:gd name="T65" fmla="*/ 2147483646 h 59"/>
                <a:gd name="T66" fmla="*/ 2147483646 w 59"/>
                <a:gd name="T67" fmla="*/ 2147483646 h 59"/>
                <a:gd name="T68" fmla="*/ 2147483646 w 59"/>
                <a:gd name="T69" fmla="*/ 2147483646 h 59"/>
                <a:gd name="T70" fmla="*/ 2147483646 w 59"/>
                <a:gd name="T71" fmla="*/ 2147483646 h 59"/>
                <a:gd name="T72" fmla="*/ 2147483646 w 59"/>
                <a:gd name="T73" fmla="*/ 2147483646 h 59"/>
                <a:gd name="T74" fmla="*/ 2147483646 w 59"/>
                <a:gd name="T75" fmla="*/ 2147483646 h 59"/>
                <a:gd name="T76" fmla="*/ 2147483646 w 59"/>
                <a:gd name="T77" fmla="*/ 2147483646 h 59"/>
                <a:gd name="T78" fmla="*/ 2147483646 w 59"/>
                <a:gd name="T79" fmla="*/ 2147483646 h 59"/>
                <a:gd name="T80" fmla="*/ 2147483646 w 59"/>
                <a:gd name="T81" fmla="*/ 2147483646 h 59"/>
                <a:gd name="T82" fmla="*/ 2147483646 w 59"/>
                <a:gd name="T83" fmla="*/ 2147483646 h 59"/>
                <a:gd name="T84" fmla="*/ 2147483646 w 59"/>
                <a:gd name="T85" fmla="*/ 0 h 59"/>
                <a:gd name="T86" fmla="*/ 2147483646 w 59"/>
                <a:gd name="T87" fmla="*/ 0 h 59"/>
                <a:gd name="T88" fmla="*/ 2147483646 w 59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9" h="59">
                  <a:moveTo>
                    <a:pt x="30" y="30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2"/>
                  </a:lnTo>
                  <a:lnTo>
                    <a:pt x="19" y="2"/>
                  </a:lnTo>
                  <a:lnTo>
                    <a:pt x="18" y="2"/>
                  </a:lnTo>
                  <a:lnTo>
                    <a:pt x="16" y="3"/>
                  </a:lnTo>
                  <a:lnTo>
                    <a:pt x="15" y="5"/>
                  </a:lnTo>
                  <a:lnTo>
                    <a:pt x="13" y="5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7"/>
                  </a:lnTo>
                  <a:lnTo>
                    <a:pt x="9" y="9"/>
                  </a:lnTo>
                  <a:lnTo>
                    <a:pt x="7" y="9"/>
                  </a:lnTo>
                  <a:lnTo>
                    <a:pt x="7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3" y="42"/>
                  </a:lnTo>
                  <a:lnTo>
                    <a:pt x="3" y="43"/>
                  </a:lnTo>
                  <a:lnTo>
                    <a:pt x="4" y="43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50"/>
                  </a:lnTo>
                  <a:lnTo>
                    <a:pt x="10" y="52"/>
                  </a:lnTo>
                  <a:lnTo>
                    <a:pt x="12" y="53"/>
                  </a:lnTo>
                  <a:lnTo>
                    <a:pt x="13" y="53"/>
                  </a:lnTo>
                  <a:lnTo>
                    <a:pt x="15" y="55"/>
                  </a:lnTo>
                  <a:lnTo>
                    <a:pt x="16" y="55"/>
                  </a:lnTo>
                  <a:lnTo>
                    <a:pt x="16" y="56"/>
                  </a:lnTo>
                  <a:lnTo>
                    <a:pt x="18" y="56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5" y="58"/>
                  </a:lnTo>
                  <a:lnTo>
                    <a:pt x="37" y="58"/>
                  </a:lnTo>
                  <a:lnTo>
                    <a:pt x="38" y="58"/>
                  </a:lnTo>
                  <a:lnTo>
                    <a:pt x="40" y="58"/>
                  </a:lnTo>
                  <a:lnTo>
                    <a:pt x="41" y="56"/>
                  </a:lnTo>
                  <a:lnTo>
                    <a:pt x="43" y="56"/>
                  </a:lnTo>
                  <a:lnTo>
                    <a:pt x="44" y="55"/>
                  </a:lnTo>
                  <a:lnTo>
                    <a:pt x="46" y="53"/>
                  </a:lnTo>
                  <a:lnTo>
                    <a:pt x="47" y="53"/>
                  </a:lnTo>
                  <a:lnTo>
                    <a:pt x="49" y="52"/>
                  </a:lnTo>
                  <a:lnTo>
                    <a:pt x="50" y="52"/>
                  </a:lnTo>
                  <a:lnTo>
                    <a:pt x="50" y="50"/>
                  </a:lnTo>
                  <a:lnTo>
                    <a:pt x="52" y="49"/>
                  </a:lnTo>
                  <a:lnTo>
                    <a:pt x="53" y="49"/>
                  </a:lnTo>
                  <a:lnTo>
                    <a:pt x="53" y="48"/>
                  </a:lnTo>
                  <a:lnTo>
                    <a:pt x="55" y="46"/>
                  </a:lnTo>
                  <a:lnTo>
                    <a:pt x="55" y="45"/>
                  </a:lnTo>
                  <a:lnTo>
                    <a:pt x="56" y="43"/>
                  </a:lnTo>
                  <a:lnTo>
                    <a:pt x="58" y="42"/>
                  </a:lnTo>
                  <a:lnTo>
                    <a:pt x="58" y="40"/>
                  </a:lnTo>
                  <a:lnTo>
                    <a:pt x="58" y="39"/>
                  </a:lnTo>
                  <a:lnTo>
                    <a:pt x="58" y="37"/>
                  </a:lnTo>
                  <a:lnTo>
                    <a:pt x="59" y="36"/>
                  </a:lnTo>
                  <a:lnTo>
                    <a:pt x="59" y="34"/>
                  </a:lnTo>
                  <a:lnTo>
                    <a:pt x="59" y="33"/>
                  </a:lnTo>
                  <a:lnTo>
                    <a:pt x="59" y="31"/>
                  </a:lnTo>
                  <a:lnTo>
                    <a:pt x="59" y="30"/>
                  </a:lnTo>
                  <a:lnTo>
                    <a:pt x="59" y="28"/>
                  </a:lnTo>
                  <a:lnTo>
                    <a:pt x="59" y="27"/>
                  </a:lnTo>
                  <a:lnTo>
                    <a:pt x="59" y="25"/>
                  </a:lnTo>
                  <a:lnTo>
                    <a:pt x="59" y="24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6" y="16"/>
                  </a:lnTo>
                  <a:lnTo>
                    <a:pt x="56" y="15"/>
                  </a:lnTo>
                  <a:lnTo>
                    <a:pt x="55" y="13"/>
                  </a:lnTo>
                  <a:lnTo>
                    <a:pt x="53" y="12"/>
                  </a:lnTo>
                  <a:lnTo>
                    <a:pt x="53" y="10"/>
                  </a:lnTo>
                  <a:lnTo>
                    <a:pt x="52" y="9"/>
                  </a:lnTo>
                  <a:lnTo>
                    <a:pt x="50" y="9"/>
                  </a:lnTo>
                  <a:lnTo>
                    <a:pt x="50" y="7"/>
                  </a:lnTo>
                  <a:lnTo>
                    <a:pt x="49" y="6"/>
                  </a:lnTo>
                  <a:lnTo>
                    <a:pt x="47" y="6"/>
                  </a:lnTo>
                  <a:lnTo>
                    <a:pt x="46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3"/>
                  </a:lnTo>
                  <a:lnTo>
                    <a:pt x="41" y="2"/>
                  </a:lnTo>
                  <a:lnTo>
                    <a:pt x="40" y="2"/>
                  </a:lnTo>
                  <a:lnTo>
                    <a:pt x="38" y="2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099" name="Line 41">
              <a:extLst>
                <a:ext uri="{FF2B5EF4-FFF2-40B4-BE49-F238E27FC236}">
                  <a16:creationId xmlns:a16="http://schemas.microsoft.com/office/drawing/2014/main" id="{FB4A84AA-FE02-4892-ADD6-EF7913990C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70488" y="2054225"/>
              <a:ext cx="4953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0" name="Freeform 42">
              <a:extLst>
                <a:ext uri="{FF2B5EF4-FFF2-40B4-BE49-F238E27FC236}">
                  <a16:creationId xmlns:a16="http://schemas.microsoft.com/office/drawing/2014/main" id="{D391E440-E6F5-462B-A8F3-8DE3C3174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0488" y="876300"/>
              <a:ext cx="495300" cy="1012825"/>
            </a:xfrm>
            <a:custGeom>
              <a:avLst/>
              <a:gdLst>
                <a:gd name="T0" fmla="*/ 2147483646 w 623"/>
                <a:gd name="T1" fmla="*/ 2147483646 h 1275"/>
                <a:gd name="T2" fmla="*/ 2147483646 w 623"/>
                <a:gd name="T3" fmla="*/ 2147483646 h 1275"/>
                <a:gd name="T4" fmla="*/ 2147483646 w 623"/>
                <a:gd name="T5" fmla="*/ 0 h 1275"/>
                <a:gd name="T6" fmla="*/ 0 w 623"/>
                <a:gd name="T7" fmla="*/ 0 h 12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3" h="1275">
                  <a:moveTo>
                    <a:pt x="623" y="1275"/>
                  </a:moveTo>
                  <a:lnTo>
                    <a:pt x="415" y="1275"/>
                  </a:lnTo>
                  <a:lnTo>
                    <a:pt x="415" y="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1" name="Freeform 43">
              <a:extLst>
                <a:ext uri="{FF2B5EF4-FFF2-40B4-BE49-F238E27FC236}">
                  <a16:creationId xmlns:a16="http://schemas.microsoft.com/office/drawing/2014/main" id="{C0D054D3-0A0A-4864-B002-729624CC3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0488" y="2217738"/>
              <a:ext cx="495300" cy="989012"/>
            </a:xfrm>
            <a:custGeom>
              <a:avLst/>
              <a:gdLst>
                <a:gd name="T0" fmla="*/ 2147483646 w 623"/>
                <a:gd name="T1" fmla="*/ 0 h 1245"/>
                <a:gd name="T2" fmla="*/ 2147483646 w 623"/>
                <a:gd name="T3" fmla="*/ 0 h 1245"/>
                <a:gd name="T4" fmla="*/ 2147483646 w 623"/>
                <a:gd name="T5" fmla="*/ 2147483646 h 1245"/>
                <a:gd name="T6" fmla="*/ 0 w 623"/>
                <a:gd name="T7" fmla="*/ 2147483646 h 12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3" h="1245">
                  <a:moveTo>
                    <a:pt x="623" y="0"/>
                  </a:moveTo>
                  <a:lnTo>
                    <a:pt x="415" y="0"/>
                  </a:lnTo>
                  <a:lnTo>
                    <a:pt x="415" y="1245"/>
                  </a:lnTo>
                  <a:lnTo>
                    <a:pt x="0" y="1245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2" name="Line 44">
              <a:extLst>
                <a:ext uri="{FF2B5EF4-FFF2-40B4-BE49-F238E27FC236}">
                  <a16:creationId xmlns:a16="http://schemas.microsoft.com/office/drawing/2014/main" id="{BCBA9E15-3AAA-4AC9-8544-2473953B09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43713" y="2054225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3" name="Rectangle 45">
              <a:extLst>
                <a:ext uri="{FF2B5EF4-FFF2-40B4-BE49-F238E27FC236}">
                  <a16:creationId xmlns:a16="http://schemas.microsoft.com/office/drawing/2014/main" id="{ACCD0D58-3571-42C8-A2FB-D773EC712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6313" y="1944688"/>
              <a:ext cx="200025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4" name="Line 46">
              <a:extLst>
                <a:ext uri="{FF2B5EF4-FFF2-40B4-BE49-F238E27FC236}">
                  <a16:creationId xmlns:a16="http://schemas.microsoft.com/office/drawing/2014/main" id="{851B1CE0-6CBB-46CC-9F30-7E96441B4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3313" y="4878388"/>
              <a:ext cx="352425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5" name="Line 47">
              <a:extLst>
                <a:ext uri="{FF2B5EF4-FFF2-40B4-BE49-F238E27FC236}">
                  <a16:creationId xmlns:a16="http://schemas.microsoft.com/office/drawing/2014/main" id="{E565F9BE-BE8E-41EA-9332-4A3C02D9DC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13313" y="5208588"/>
              <a:ext cx="352425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6" name="Line 48">
              <a:extLst>
                <a:ext uri="{FF2B5EF4-FFF2-40B4-BE49-F238E27FC236}">
                  <a16:creationId xmlns:a16="http://schemas.microsoft.com/office/drawing/2014/main" id="{67868354-F6AB-4251-9B10-ABCD2F4FDA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24550" y="5043488"/>
              <a:ext cx="16510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7" name="Freeform 49">
              <a:extLst>
                <a:ext uri="{FF2B5EF4-FFF2-40B4-BE49-F238E27FC236}">
                  <a16:creationId xmlns:a16="http://schemas.microsoft.com/office/drawing/2014/main" id="{D5D2C8A1-275F-4927-B879-A8A1FC060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6050" y="4770438"/>
              <a:ext cx="703263" cy="279400"/>
            </a:xfrm>
            <a:custGeom>
              <a:avLst/>
              <a:gdLst>
                <a:gd name="T0" fmla="*/ 2147483646 w 885"/>
                <a:gd name="T1" fmla="*/ 0 h 353"/>
                <a:gd name="T2" fmla="*/ 2147483646 w 885"/>
                <a:gd name="T3" fmla="*/ 0 h 353"/>
                <a:gd name="T4" fmla="*/ 2147483646 w 885"/>
                <a:gd name="T5" fmla="*/ 2147483646 h 353"/>
                <a:gd name="T6" fmla="*/ 2147483646 w 885"/>
                <a:gd name="T7" fmla="*/ 2147483646 h 353"/>
                <a:gd name="T8" fmla="*/ 2147483646 w 885"/>
                <a:gd name="T9" fmla="*/ 2147483646 h 353"/>
                <a:gd name="T10" fmla="*/ 2147483646 w 885"/>
                <a:gd name="T11" fmla="*/ 2147483646 h 353"/>
                <a:gd name="T12" fmla="*/ 2147483646 w 885"/>
                <a:gd name="T13" fmla="*/ 2147483646 h 353"/>
                <a:gd name="T14" fmla="*/ 2147483646 w 885"/>
                <a:gd name="T15" fmla="*/ 2147483646 h 353"/>
                <a:gd name="T16" fmla="*/ 2147483646 w 885"/>
                <a:gd name="T17" fmla="*/ 2147483646 h 353"/>
                <a:gd name="T18" fmla="*/ 2147483646 w 885"/>
                <a:gd name="T19" fmla="*/ 2147483646 h 353"/>
                <a:gd name="T20" fmla="*/ 2147483646 w 885"/>
                <a:gd name="T21" fmla="*/ 2147483646 h 353"/>
                <a:gd name="T22" fmla="*/ 2147483646 w 885"/>
                <a:gd name="T23" fmla="*/ 2147483646 h 353"/>
                <a:gd name="T24" fmla="*/ 2147483646 w 885"/>
                <a:gd name="T25" fmla="*/ 2147483646 h 353"/>
                <a:gd name="T26" fmla="*/ 2147483646 w 885"/>
                <a:gd name="T27" fmla="*/ 2147483646 h 353"/>
                <a:gd name="T28" fmla="*/ 2147483646 w 885"/>
                <a:gd name="T29" fmla="*/ 2147483646 h 353"/>
                <a:gd name="T30" fmla="*/ 2147483646 w 885"/>
                <a:gd name="T31" fmla="*/ 2147483646 h 353"/>
                <a:gd name="T32" fmla="*/ 2147483646 w 885"/>
                <a:gd name="T33" fmla="*/ 2147483646 h 353"/>
                <a:gd name="T34" fmla="*/ 2147483646 w 885"/>
                <a:gd name="T35" fmla="*/ 2147483646 h 353"/>
                <a:gd name="T36" fmla="*/ 2147483646 w 885"/>
                <a:gd name="T37" fmla="*/ 2147483646 h 353"/>
                <a:gd name="T38" fmla="*/ 2147483646 w 885"/>
                <a:gd name="T39" fmla="*/ 2147483646 h 353"/>
                <a:gd name="T40" fmla="*/ 2147483646 w 885"/>
                <a:gd name="T41" fmla="*/ 2147483646 h 353"/>
                <a:gd name="T42" fmla="*/ 2147483646 w 885"/>
                <a:gd name="T43" fmla="*/ 2147483646 h 353"/>
                <a:gd name="T44" fmla="*/ 2147483646 w 885"/>
                <a:gd name="T45" fmla="*/ 2147483646 h 353"/>
                <a:gd name="T46" fmla="*/ 2147483646 w 885"/>
                <a:gd name="T47" fmla="*/ 2147483646 h 353"/>
                <a:gd name="T48" fmla="*/ 2147483646 w 885"/>
                <a:gd name="T49" fmla="*/ 2147483646 h 353"/>
                <a:gd name="T50" fmla="*/ 2147483646 w 885"/>
                <a:gd name="T51" fmla="*/ 2147483646 h 353"/>
                <a:gd name="T52" fmla="*/ 2147483646 w 885"/>
                <a:gd name="T53" fmla="*/ 2147483646 h 353"/>
                <a:gd name="T54" fmla="*/ 2147483646 w 885"/>
                <a:gd name="T55" fmla="*/ 2147483646 h 353"/>
                <a:gd name="T56" fmla="*/ 2147483646 w 885"/>
                <a:gd name="T57" fmla="*/ 2147483646 h 353"/>
                <a:gd name="T58" fmla="*/ 2147483646 w 885"/>
                <a:gd name="T59" fmla="*/ 2147483646 h 353"/>
                <a:gd name="T60" fmla="*/ 2147483646 w 885"/>
                <a:gd name="T61" fmla="*/ 2147483646 h 353"/>
                <a:gd name="T62" fmla="*/ 2147483646 w 885"/>
                <a:gd name="T63" fmla="*/ 2147483646 h 353"/>
                <a:gd name="T64" fmla="*/ 2147483646 w 885"/>
                <a:gd name="T65" fmla="*/ 2147483646 h 353"/>
                <a:gd name="T66" fmla="*/ 2147483646 w 885"/>
                <a:gd name="T67" fmla="*/ 2147483646 h 353"/>
                <a:gd name="T68" fmla="*/ 2147483646 w 885"/>
                <a:gd name="T69" fmla="*/ 2147483646 h 353"/>
                <a:gd name="T70" fmla="*/ 2147483646 w 885"/>
                <a:gd name="T71" fmla="*/ 2147483646 h 353"/>
                <a:gd name="T72" fmla="*/ 2147483646 w 885"/>
                <a:gd name="T73" fmla="*/ 2147483646 h 353"/>
                <a:gd name="T74" fmla="*/ 2147483646 w 885"/>
                <a:gd name="T75" fmla="*/ 2147483646 h 353"/>
                <a:gd name="T76" fmla="*/ 2147483646 w 885"/>
                <a:gd name="T77" fmla="*/ 2147483646 h 353"/>
                <a:gd name="T78" fmla="*/ 2147483646 w 885"/>
                <a:gd name="T79" fmla="*/ 2147483646 h 353"/>
                <a:gd name="T80" fmla="*/ 2147483646 w 885"/>
                <a:gd name="T81" fmla="*/ 2147483646 h 353"/>
                <a:gd name="T82" fmla="*/ 2147483646 w 885"/>
                <a:gd name="T83" fmla="*/ 2147483646 h 353"/>
                <a:gd name="T84" fmla="*/ 2147483646 w 885"/>
                <a:gd name="T85" fmla="*/ 2147483646 h 353"/>
                <a:gd name="T86" fmla="*/ 2147483646 w 885"/>
                <a:gd name="T87" fmla="*/ 2147483646 h 353"/>
                <a:gd name="T88" fmla="*/ 2147483646 w 885"/>
                <a:gd name="T89" fmla="*/ 2147483646 h 353"/>
                <a:gd name="T90" fmla="*/ 2147483646 w 885"/>
                <a:gd name="T91" fmla="*/ 2147483646 h 353"/>
                <a:gd name="T92" fmla="*/ 2147483646 w 885"/>
                <a:gd name="T93" fmla="*/ 2147483646 h 353"/>
                <a:gd name="T94" fmla="*/ 2147483646 w 885"/>
                <a:gd name="T95" fmla="*/ 2147483646 h 353"/>
                <a:gd name="T96" fmla="*/ 2147483646 w 885"/>
                <a:gd name="T97" fmla="*/ 2147483646 h 353"/>
                <a:gd name="T98" fmla="*/ 2147483646 w 885"/>
                <a:gd name="T99" fmla="*/ 2147483646 h 353"/>
                <a:gd name="T100" fmla="*/ 2147483646 w 885"/>
                <a:gd name="T101" fmla="*/ 2147483646 h 353"/>
                <a:gd name="T102" fmla="*/ 2147483646 w 885"/>
                <a:gd name="T103" fmla="*/ 2147483646 h 353"/>
                <a:gd name="T104" fmla="*/ 2147483646 w 885"/>
                <a:gd name="T105" fmla="*/ 2147483646 h 353"/>
                <a:gd name="T106" fmla="*/ 2147483646 w 885"/>
                <a:gd name="T107" fmla="*/ 2147483646 h 353"/>
                <a:gd name="T108" fmla="*/ 2147483646 w 885"/>
                <a:gd name="T109" fmla="*/ 2147483646 h 353"/>
                <a:gd name="T110" fmla="*/ 2147483646 w 885"/>
                <a:gd name="T111" fmla="*/ 2147483646 h 353"/>
                <a:gd name="T112" fmla="*/ 2147483646 w 885"/>
                <a:gd name="T113" fmla="*/ 2147483646 h 353"/>
                <a:gd name="T114" fmla="*/ 2147483646 w 885"/>
                <a:gd name="T115" fmla="*/ 2147483646 h 353"/>
                <a:gd name="T116" fmla="*/ 2147483646 w 885"/>
                <a:gd name="T117" fmla="*/ 2147483646 h 353"/>
                <a:gd name="T118" fmla="*/ 2147483646 w 885"/>
                <a:gd name="T119" fmla="*/ 2147483646 h 353"/>
                <a:gd name="T120" fmla="*/ 2147483646 w 885"/>
                <a:gd name="T121" fmla="*/ 2147483646 h 3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5" h="353">
                  <a:moveTo>
                    <a:pt x="0" y="0"/>
                  </a:moveTo>
                  <a:lnTo>
                    <a:pt x="34" y="0"/>
                  </a:lnTo>
                  <a:lnTo>
                    <a:pt x="65" y="0"/>
                  </a:lnTo>
                  <a:lnTo>
                    <a:pt x="95" y="0"/>
                  </a:lnTo>
                  <a:lnTo>
                    <a:pt x="123" y="0"/>
                  </a:lnTo>
                  <a:lnTo>
                    <a:pt x="148" y="0"/>
                  </a:lnTo>
                  <a:lnTo>
                    <a:pt x="172" y="0"/>
                  </a:lnTo>
                  <a:lnTo>
                    <a:pt x="194" y="0"/>
                  </a:lnTo>
                  <a:lnTo>
                    <a:pt x="215" y="0"/>
                  </a:lnTo>
                  <a:lnTo>
                    <a:pt x="234" y="0"/>
                  </a:lnTo>
                  <a:lnTo>
                    <a:pt x="252" y="0"/>
                  </a:lnTo>
                  <a:lnTo>
                    <a:pt x="269" y="0"/>
                  </a:lnTo>
                  <a:lnTo>
                    <a:pt x="283" y="0"/>
                  </a:lnTo>
                  <a:lnTo>
                    <a:pt x="297" y="0"/>
                  </a:lnTo>
                  <a:lnTo>
                    <a:pt x="309" y="0"/>
                  </a:lnTo>
                  <a:lnTo>
                    <a:pt x="319" y="0"/>
                  </a:lnTo>
                  <a:lnTo>
                    <a:pt x="329" y="0"/>
                  </a:lnTo>
                  <a:lnTo>
                    <a:pt x="338" y="0"/>
                  </a:lnTo>
                  <a:lnTo>
                    <a:pt x="346" y="0"/>
                  </a:lnTo>
                  <a:lnTo>
                    <a:pt x="353" y="1"/>
                  </a:lnTo>
                  <a:lnTo>
                    <a:pt x="359" y="1"/>
                  </a:lnTo>
                  <a:lnTo>
                    <a:pt x="365" y="1"/>
                  </a:lnTo>
                  <a:lnTo>
                    <a:pt x="369" y="1"/>
                  </a:lnTo>
                  <a:lnTo>
                    <a:pt x="374" y="1"/>
                  </a:lnTo>
                  <a:lnTo>
                    <a:pt x="378" y="1"/>
                  </a:lnTo>
                  <a:lnTo>
                    <a:pt x="381" y="1"/>
                  </a:lnTo>
                  <a:lnTo>
                    <a:pt x="384" y="1"/>
                  </a:lnTo>
                  <a:lnTo>
                    <a:pt x="387" y="1"/>
                  </a:lnTo>
                  <a:lnTo>
                    <a:pt x="390" y="1"/>
                  </a:lnTo>
                  <a:lnTo>
                    <a:pt x="392" y="1"/>
                  </a:lnTo>
                  <a:lnTo>
                    <a:pt x="395" y="1"/>
                  </a:lnTo>
                  <a:lnTo>
                    <a:pt x="398" y="3"/>
                  </a:lnTo>
                  <a:lnTo>
                    <a:pt x="399" y="3"/>
                  </a:lnTo>
                  <a:lnTo>
                    <a:pt x="402" y="3"/>
                  </a:lnTo>
                  <a:lnTo>
                    <a:pt x="403" y="3"/>
                  </a:lnTo>
                  <a:lnTo>
                    <a:pt x="406" y="3"/>
                  </a:lnTo>
                  <a:lnTo>
                    <a:pt x="408" y="3"/>
                  </a:lnTo>
                  <a:lnTo>
                    <a:pt x="411" y="3"/>
                  </a:lnTo>
                  <a:lnTo>
                    <a:pt x="412" y="3"/>
                  </a:lnTo>
                  <a:lnTo>
                    <a:pt x="414" y="3"/>
                  </a:lnTo>
                  <a:lnTo>
                    <a:pt x="415" y="3"/>
                  </a:lnTo>
                  <a:lnTo>
                    <a:pt x="417" y="3"/>
                  </a:lnTo>
                  <a:lnTo>
                    <a:pt x="418" y="4"/>
                  </a:lnTo>
                  <a:lnTo>
                    <a:pt x="420" y="4"/>
                  </a:lnTo>
                  <a:lnTo>
                    <a:pt x="421" y="4"/>
                  </a:lnTo>
                  <a:lnTo>
                    <a:pt x="423" y="4"/>
                  </a:lnTo>
                  <a:lnTo>
                    <a:pt x="424" y="4"/>
                  </a:lnTo>
                  <a:lnTo>
                    <a:pt x="426" y="4"/>
                  </a:lnTo>
                  <a:lnTo>
                    <a:pt x="427" y="4"/>
                  </a:lnTo>
                  <a:lnTo>
                    <a:pt x="429" y="4"/>
                  </a:lnTo>
                  <a:lnTo>
                    <a:pt x="430" y="4"/>
                  </a:lnTo>
                  <a:lnTo>
                    <a:pt x="432" y="4"/>
                  </a:lnTo>
                  <a:lnTo>
                    <a:pt x="433" y="4"/>
                  </a:lnTo>
                  <a:lnTo>
                    <a:pt x="435" y="6"/>
                  </a:lnTo>
                  <a:lnTo>
                    <a:pt x="436" y="6"/>
                  </a:lnTo>
                  <a:lnTo>
                    <a:pt x="438" y="6"/>
                  </a:lnTo>
                  <a:lnTo>
                    <a:pt x="439" y="6"/>
                  </a:lnTo>
                  <a:lnTo>
                    <a:pt x="441" y="6"/>
                  </a:lnTo>
                  <a:lnTo>
                    <a:pt x="442" y="6"/>
                  </a:lnTo>
                  <a:lnTo>
                    <a:pt x="444" y="6"/>
                  </a:lnTo>
                  <a:lnTo>
                    <a:pt x="445" y="7"/>
                  </a:lnTo>
                  <a:lnTo>
                    <a:pt x="448" y="7"/>
                  </a:lnTo>
                  <a:lnTo>
                    <a:pt x="449" y="7"/>
                  </a:lnTo>
                  <a:lnTo>
                    <a:pt x="452" y="7"/>
                  </a:lnTo>
                  <a:lnTo>
                    <a:pt x="454" y="7"/>
                  </a:lnTo>
                  <a:lnTo>
                    <a:pt x="457" y="8"/>
                  </a:lnTo>
                  <a:lnTo>
                    <a:pt x="458" y="8"/>
                  </a:lnTo>
                  <a:lnTo>
                    <a:pt x="461" y="8"/>
                  </a:lnTo>
                  <a:lnTo>
                    <a:pt x="463" y="8"/>
                  </a:lnTo>
                  <a:lnTo>
                    <a:pt x="464" y="8"/>
                  </a:lnTo>
                  <a:lnTo>
                    <a:pt x="466" y="10"/>
                  </a:lnTo>
                  <a:lnTo>
                    <a:pt x="467" y="10"/>
                  </a:lnTo>
                  <a:lnTo>
                    <a:pt x="469" y="10"/>
                  </a:lnTo>
                  <a:lnTo>
                    <a:pt x="470" y="10"/>
                  </a:lnTo>
                  <a:lnTo>
                    <a:pt x="472" y="10"/>
                  </a:lnTo>
                  <a:lnTo>
                    <a:pt x="473" y="11"/>
                  </a:lnTo>
                  <a:lnTo>
                    <a:pt x="475" y="11"/>
                  </a:lnTo>
                  <a:lnTo>
                    <a:pt x="476" y="11"/>
                  </a:lnTo>
                  <a:lnTo>
                    <a:pt x="478" y="11"/>
                  </a:lnTo>
                  <a:lnTo>
                    <a:pt x="479" y="11"/>
                  </a:lnTo>
                  <a:lnTo>
                    <a:pt x="481" y="11"/>
                  </a:lnTo>
                  <a:lnTo>
                    <a:pt x="482" y="13"/>
                  </a:lnTo>
                  <a:lnTo>
                    <a:pt x="484" y="13"/>
                  </a:lnTo>
                  <a:lnTo>
                    <a:pt x="485" y="13"/>
                  </a:lnTo>
                  <a:lnTo>
                    <a:pt x="487" y="14"/>
                  </a:lnTo>
                  <a:lnTo>
                    <a:pt x="489" y="14"/>
                  </a:lnTo>
                  <a:lnTo>
                    <a:pt x="491" y="14"/>
                  </a:lnTo>
                  <a:lnTo>
                    <a:pt x="492" y="16"/>
                  </a:lnTo>
                  <a:lnTo>
                    <a:pt x="494" y="16"/>
                  </a:lnTo>
                  <a:lnTo>
                    <a:pt x="495" y="17"/>
                  </a:lnTo>
                  <a:lnTo>
                    <a:pt x="498" y="17"/>
                  </a:lnTo>
                  <a:lnTo>
                    <a:pt x="500" y="17"/>
                  </a:lnTo>
                  <a:lnTo>
                    <a:pt x="503" y="19"/>
                  </a:lnTo>
                  <a:lnTo>
                    <a:pt x="506" y="19"/>
                  </a:lnTo>
                  <a:lnTo>
                    <a:pt x="507" y="20"/>
                  </a:lnTo>
                  <a:lnTo>
                    <a:pt x="510" y="22"/>
                  </a:lnTo>
                  <a:lnTo>
                    <a:pt x="513" y="22"/>
                  </a:lnTo>
                  <a:lnTo>
                    <a:pt x="516" y="23"/>
                  </a:lnTo>
                  <a:lnTo>
                    <a:pt x="518" y="23"/>
                  </a:lnTo>
                  <a:lnTo>
                    <a:pt x="521" y="25"/>
                  </a:lnTo>
                  <a:lnTo>
                    <a:pt x="522" y="25"/>
                  </a:lnTo>
                  <a:lnTo>
                    <a:pt x="524" y="25"/>
                  </a:lnTo>
                  <a:lnTo>
                    <a:pt x="525" y="26"/>
                  </a:lnTo>
                  <a:lnTo>
                    <a:pt x="527" y="26"/>
                  </a:lnTo>
                  <a:lnTo>
                    <a:pt x="530" y="26"/>
                  </a:lnTo>
                  <a:lnTo>
                    <a:pt x="531" y="28"/>
                  </a:lnTo>
                  <a:lnTo>
                    <a:pt x="532" y="28"/>
                  </a:lnTo>
                  <a:lnTo>
                    <a:pt x="532" y="29"/>
                  </a:lnTo>
                  <a:lnTo>
                    <a:pt x="534" y="29"/>
                  </a:lnTo>
                  <a:lnTo>
                    <a:pt x="535" y="29"/>
                  </a:lnTo>
                  <a:lnTo>
                    <a:pt x="537" y="31"/>
                  </a:lnTo>
                  <a:lnTo>
                    <a:pt x="538" y="31"/>
                  </a:lnTo>
                  <a:lnTo>
                    <a:pt x="540" y="31"/>
                  </a:lnTo>
                  <a:lnTo>
                    <a:pt x="541" y="32"/>
                  </a:lnTo>
                  <a:lnTo>
                    <a:pt x="543" y="32"/>
                  </a:lnTo>
                  <a:lnTo>
                    <a:pt x="544" y="32"/>
                  </a:lnTo>
                  <a:lnTo>
                    <a:pt x="546" y="34"/>
                  </a:lnTo>
                  <a:lnTo>
                    <a:pt x="547" y="34"/>
                  </a:lnTo>
                  <a:lnTo>
                    <a:pt x="549" y="35"/>
                  </a:lnTo>
                  <a:lnTo>
                    <a:pt x="550" y="35"/>
                  </a:lnTo>
                  <a:lnTo>
                    <a:pt x="552" y="37"/>
                  </a:lnTo>
                  <a:lnTo>
                    <a:pt x="553" y="37"/>
                  </a:lnTo>
                  <a:lnTo>
                    <a:pt x="555" y="38"/>
                  </a:lnTo>
                  <a:lnTo>
                    <a:pt x="556" y="40"/>
                  </a:lnTo>
                  <a:lnTo>
                    <a:pt x="559" y="40"/>
                  </a:lnTo>
                  <a:lnTo>
                    <a:pt x="561" y="41"/>
                  </a:lnTo>
                  <a:lnTo>
                    <a:pt x="564" y="43"/>
                  </a:lnTo>
                  <a:lnTo>
                    <a:pt x="565" y="44"/>
                  </a:lnTo>
                  <a:lnTo>
                    <a:pt x="568" y="46"/>
                  </a:lnTo>
                  <a:lnTo>
                    <a:pt x="570" y="46"/>
                  </a:lnTo>
                  <a:lnTo>
                    <a:pt x="573" y="47"/>
                  </a:lnTo>
                  <a:lnTo>
                    <a:pt x="574" y="49"/>
                  </a:lnTo>
                  <a:lnTo>
                    <a:pt x="575" y="49"/>
                  </a:lnTo>
                  <a:lnTo>
                    <a:pt x="577" y="50"/>
                  </a:lnTo>
                  <a:lnTo>
                    <a:pt x="578" y="50"/>
                  </a:lnTo>
                  <a:lnTo>
                    <a:pt x="580" y="51"/>
                  </a:lnTo>
                  <a:lnTo>
                    <a:pt x="581" y="51"/>
                  </a:lnTo>
                  <a:lnTo>
                    <a:pt x="583" y="53"/>
                  </a:lnTo>
                  <a:lnTo>
                    <a:pt x="584" y="53"/>
                  </a:lnTo>
                  <a:lnTo>
                    <a:pt x="586" y="54"/>
                  </a:lnTo>
                  <a:lnTo>
                    <a:pt x="587" y="54"/>
                  </a:lnTo>
                  <a:lnTo>
                    <a:pt x="589" y="56"/>
                  </a:lnTo>
                  <a:lnTo>
                    <a:pt x="590" y="56"/>
                  </a:lnTo>
                  <a:lnTo>
                    <a:pt x="592" y="57"/>
                  </a:lnTo>
                  <a:lnTo>
                    <a:pt x="593" y="57"/>
                  </a:lnTo>
                  <a:lnTo>
                    <a:pt x="593" y="59"/>
                  </a:lnTo>
                  <a:lnTo>
                    <a:pt x="595" y="59"/>
                  </a:lnTo>
                  <a:lnTo>
                    <a:pt x="596" y="59"/>
                  </a:lnTo>
                  <a:lnTo>
                    <a:pt x="598" y="60"/>
                  </a:lnTo>
                  <a:lnTo>
                    <a:pt x="599" y="60"/>
                  </a:lnTo>
                  <a:lnTo>
                    <a:pt x="601" y="62"/>
                  </a:lnTo>
                  <a:lnTo>
                    <a:pt x="602" y="62"/>
                  </a:lnTo>
                  <a:lnTo>
                    <a:pt x="604" y="63"/>
                  </a:lnTo>
                  <a:lnTo>
                    <a:pt x="605" y="65"/>
                  </a:lnTo>
                  <a:lnTo>
                    <a:pt x="607" y="65"/>
                  </a:lnTo>
                  <a:lnTo>
                    <a:pt x="608" y="66"/>
                  </a:lnTo>
                  <a:lnTo>
                    <a:pt x="611" y="68"/>
                  </a:lnTo>
                  <a:lnTo>
                    <a:pt x="613" y="69"/>
                  </a:lnTo>
                  <a:lnTo>
                    <a:pt x="616" y="69"/>
                  </a:lnTo>
                  <a:lnTo>
                    <a:pt x="617" y="71"/>
                  </a:lnTo>
                  <a:lnTo>
                    <a:pt x="618" y="72"/>
                  </a:lnTo>
                  <a:lnTo>
                    <a:pt x="620" y="72"/>
                  </a:lnTo>
                  <a:lnTo>
                    <a:pt x="621" y="74"/>
                  </a:lnTo>
                  <a:lnTo>
                    <a:pt x="623" y="75"/>
                  </a:lnTo>
                  <a:lnTo>
                    <a:pt x="624" y="75"/>
                  </a:lnTo>
                  <a:lnTo>
                    <a:pt x="626" y="77"/>
                  </a:lnTo>
                  <a:lnTo>
                    <a:pt x="627" y="77"/>
                  </a:lnTo>
                  <a:lnTo>
                    <a:pt x="629" y="78"/>
                  </a:lnTo>
                  <a:lnTo>
                    <a:pt x="630" y="78"/>
                  </a:lnTo>
                  <a:lnTo>
                    <a:pt x="632" y="80"/>
                  </a:lnTo>
                  <a:lnTo>
                    <a:pt x="633" y="80"/>
                  </a:lnTo>
                  <a:lnTo>
                    <a:pt x="635" y="81"/>
                  </a:lnTo>
                  <a:lnTo>
                    <a:pt x="636" y="83"/>
                  </a:lnTo>
                  <a:lnTo>
                    <a:pt x="638" y="83"/>
                  </a:lnTo>
                  <a:lnTo>
                    <a:pt x="639" y="84"/>
                  </a:lnTo>
                  <a:lnTo>
                    <a:pt x="641" y="84"/>
                  </a:lnTo>
                  <a:lnTo>
                    <a:pt x="641" y="86"/>
                  </a:lnTo>
                  <a:lnTo>
                    <a:pt x="642" y="86"/>
                  </a:lnTo>
                  <a:lnTo>
                    <a:pt x="644" y="87"/>
                  </a:lnTo>
                  <a:lnTo>
                    <a:pt x="645" y="89"/>
                  </a:lnTo>
                  <a:lnTo>
                    <a:pt x="647" y="89"/>
                  </a:lnTo>
                  <a:lnTo>
                    <a:pt x="648" y="90"/>
                  </a:lnTo>
                  <a:lnTo>
                    <a:pt x="650" y="90"/>
                  </a:lnTo>
                  <a:lnTo>
                    <a:pt x="651" y="92"/>
                  </a:lnTo>
                  <a:lnTo>
                    <a:pt x="653" y="93"/>
                  </a:lnTo>
                  <a:lnTo>
                    <a:pt x="654" y="93"/>
                  </a:lnTo>
                  <a:lnTo>
                    <a:pt x="656" y="94"/>
                  </a:lnTo>
                  <a:lnTo>
                    <a:pt x="657" y="96"/>
                  </a:lnTo>
                  <a:lnTo>
                    <a:pt x="659" y="97"/>
                  </a:lnTo>
                  <a:lnTo>
                    <a:pt x="660" y="97"/>
                  </a:lnTo>
                  <a:lnTo>
                    <a:pt x="661" y="99"/>
                  </a:lnTo>
                  <a:lnTo>
                    <a:pt x="663" y="99"/>
                  </a:lnTo>
                  <a:lnTo>
                    <a:pt x="664" y="100"/>
                  </a:lnTo>
                  <a:lnTo>
                    <a:pt x="666" y="100"/>
                  </a:lnTo>
                  <a:lnTo>
                    <a:pt x="666" y="102"/>
                  </a:lnTo>
                  <a:lnTo>
                    <a:pt x="667" y="102"/>
                  </a:lnTo>
                  <a:lnTo>
                    <a:pt x="667" y="103"/>
                  </a:lnTo>
                  <a:lnTo>
                    <a:pt x="669" y="103"/>
                  </a:lnTo>
                  <a:lnTo>
                    <a:pt x="670" y="103"/>
                  </a:lnTo>
                  <a:lnTo>
                    <a:pt x="670" y="105"/>
                  </a:lnTo>
                  <a:lnTo>
                    <a:pt x="672" y="105"/>
                  </a:lnTo>
                  <a:lnTo>
                    <a:pt x="673" y="106"/>
                  </a:lnTo>
                  <a:lnTo>
                    <a:pt x="675" y="108"/>
                  </a:lnTo>
                  <a:lnTo>
                    <a:pt x="676" y="108"/>
                  </a:lnTo>
                  <a:lnTo>
                    <a:pt x="676" y="109"/>
                  </a:lnTo>
                  <a:lnTo>
                    <a:pt x="678" y="109"/>
                  </a:lnTo>
                  <a:lnTo>
                    <a:pt x="679" y="111"/>
                  </a:lnTo>
                  <a:lnTo>
                    <a:pt x="681" y="112"/>
                  </a:lnTo>
                  <a:lnTo>
                    <a:pt x="682" y="112"/>
                  </a:lnTo>
                  <a:lnTo>
                    <a:pt x="682" y="114"/>
                  </a:lnTo>
                  <a:lnTo>
                    <a:pt x="684" y="114"/>
                  </a:lnTo>
                  <a:lnTo>
                    <a:pt x="685" y="115"/>
                  </a:lnTo>
                  <a:lnTo>
                    <a:pt x="687" y="117"/>
                  </a:lnTo>
                  <a:lnTo>
                    <a:pt x="688" y="118"/>
                  </a:lnTo>
                  <a:lnTo>
                    <a:pt x="690" y="118"/>
                  </a:lnTo>
                  <a:lnTo>
                    <a:pt x="690" y="120"/>
                  </a:lnTo>
                  <a:lnTo>
                    <a:pt x="691" y="120"/>
                  </a:lnTo>
                  <a:lnTo>
                    <a:pt x="693" y="121"/>
                  </a:lnTo>
                  <a:lnTo>
                    <a:pt x="694" y="121"/>
                  </a:lnTo>
                  <a:lnTo>
                    <a:pt x="694" y="123"/>
                  </a:lnTo>
                  <a:lnTo>
                    <a:pt x="696" y="123"/>
                  </a:lnTo>
                  <a:lnTo>
                    <a:pt x="696" y="124"/>
                  </a:lnTo>
                  <a:lnTo>
                    <a:pt x="697" y="124"/>
                  </a:lnTo>
                  <a:lnTo>
                    <a:pt x="697" y="126"/>
                  </a:lnTo>
                  <a:lnTo>
                    <a:pt x="699" y="126"/>
                  </a:lnTo>
                  <a:lnTo>
                    <a:pt x="700" y="127"/>
                  </a:lnTo>
                  <a:lnTo>
                    <a:pt x="702" y="127"/>
                  </a:lnTo>
                  <a:lnTo>
                    <a:pt x="702" y="129"/>
                  </a:lnTo>
                  <a:lnTo>
                    <a:pt x="703" y="129"/>
                  </a:lnTo>
                  <a:lnTo>
                    <a:pt x="704" y="130"/>
                  </a:lnTo>
                  <a:lnTo>
                    <a:pt x="706" y="132"/>
                  </a:lnTo>
                  <a:lnTo>
                    <a:pt x="707" y="132"/>
                  </a:lnTo>
                  <a:lnTo>
                    <a:pt x="709" y="133"/>
                  </a:lnTo>
                  <a:lnTo>
                    <a:pt x="710" y="133"/>
                  </a:lnTo>
                  <a:lnTo>
                    <a:pt x="710" y="135"/>
                  </a:lnTo>
                  <a:lnTo>
                    <a:pt x="712" y="136"/>
                  </a:lnTo>
                  <a:lnTo>
                    <a:pt x="713" y="136"/>
                  </a:lnTo>
                  <a:lnTo>
                    <a:pt x="715" y="137"/>
                  </a:lnTo>
                  <a:lnTo>
                    <a:pt x="716" y="137"/>
                  </a:lnTo>
                  <a:lnTo>
                    <a:pt x="718" y="139"/>
                  </a:lnTo>
                  <a:lnTo>
                    <a:pt x="718" y="140"/>
                  </a:lnTo>
                  <a:lnTo>
                    <a:pt x="719" y="140"/>
                  </a:lnTo>
                  <a:lnTo>
                    <a:pt x="721" y="140"/>
                  </a:lnTo>
                  <a:lnTo>
                    <a:pt x="721" y="142"/>
                  </a:lnTo>
                  <a:lnTo>
                    <a:pt x="722" y="142"/>
                  </a:lnTo>
                  <a:lnTo>
                    <a:pt x="724" y="143"/>
                  </a:lnTo>
                  <a:lnTo>
                    <a:pt x="725" y="145"/>
                  </a:lnTo>
                  <a:lnTo>
                    <a:pt x="727" y="145"/>
                  </a:lnTo>
                  <a:lnTo>
                    <a:pt x="727" y="146"/>
                  </a:lnTo>
                  <a:lnTo>
                    <a:pt x="728" y="146"/>
                  </a:lnTo>
                  <a:lnTo>
                    <a:pt x="728" y="148"/>
                  </a:lnTo>
                  <a:lnTo>
                    <a:pt x="730" y="148"/>
                  </a:lnTo>
                  <a:lnTo>
                    <a:pt x="731" y="149"/>
                  </a:lnTo>
                  <a:lnTo>
                    <a:pt x="733" y="151"/>
                  </a:lnTo>
                  <a:lnTo>
                    <a:pt x="734" y="152"/>
                  </a:lnTo>
                  <a:lnTo>
                    <a:pt x="734" y="154"/>
                  </a:lnTo>
                  <a:lnTo>
                    <a:pt x="736" y="154"/>
                  </a:lnTo>
                  <a:lnTo>
                    <a:pt x="737" y="155"/>
                  </a:lnTo>
                  <a:lnTo>
                    <a:pt x="737" y="157"/>
                  </a:lnTo>
                  <a:lnTo>
                    <a:pt x="739" y="158"/>
                  </a:lnTo>
                  <a:lnTo>
                    <a:pt x="740" y="158"/>
                  </a:lnTo>
                  <a:lnTo>
                    <a:pt x="742" y="160"/>
                  </a:lnTo>
                  <a:lnTo>
                    <a:pt x="743" y="161"/>
                  </a:lnTo>
                  <a:lnTo>
                    <a:pt x="745" y="163"/>
                  </a:lnTo>
                  <a:lnTo>
                    <a:pt x="746" y="164"/>
                  </a:lnTo>
                  <a:lnTo>
                    <a:pt x="747" y="166"/>
                  </a:lnTo>
                  <a:lnTo>
                    <a:pt x="747" y="167"/>
                  </a:lnTo>
                  <a:lnTo>
                    <a:pt x="749" y="169"/>
                  </a:lnTo>
                  <a:lnTo>
                    <a:pt x="750" y="170"/>
                  </a:lnTo>
                  <a:lnTo>
                    <a:pt x="752" y="172"/>
                  </a:lnTo>
                  <a:lnTo>
                    <a:pt x="753" y="173"/>
                  </a:lnTo>
                  <a:lnTo>
                    <a:pt x="755" y="175"/>
                  </a:lnTo>
                  <a:lnTo>
                    <a:pt x="756" y="176"/>
                  </a:lnTo>
                  <a:lnTo>
                    <a:pt x="758" y="178"/>
                  </a:lnTo>
                  <a:lnTo>
                    <a:pt x="759" y="179"/>
                  </a:lnTo>
                  <a:lnTo>
                    <a:pt x="761" y="180"/>
                  </a:lnTo>
                  <a:lnTo>
                    <a:pt x="761" y="182"/>
                  </a:lnTo>
                  <a:lnTo>
                    <a:pt x="762" y="182"/>
                  </a:lnTo>
                  <a:lnTo>
                    <a:pt x="762" y="183"/>
                  </a:lnTo>
                  <a:lnTo>
                    <a:pt x="764" y="185"/>
                  </a:lnTo>
                  <a:lnTo>
                    <a:pt x="765" y="185"/>
                  </a:lnTo>
                  <a:lnTo>
                    <a:pt x="765" y="186"/>
                  </a:lnTo>
                  <a:lnTo>
                    <a:pt x="767" y="188"/>
                  </a:lnTo>
                  <a:lnTo>
                    <a:pt x="768" y="189"/>
                  </a:lnTo>
                  <a:lnTo>
                    <a:pt x="768" y="191"/>
                  </a:lnTo>
                  <a:lnTo>
                    <a:pt x="770" y="192"/>
                  </a:lnTo>
                  <a:lnTo>
                    <a:pt x="771" y="194"/>
                  </a:lnTo>
                  <a:lnTo>
                    <a:pt x="773" y="195"/>
                  </a:lnTo>
                  <a:lnTo>
                    <a:pt x="774" y="197"/>
                  </a:lnTo>
                  <a:lnTo>
                    <a:pt x="776" y="198"/>
                  </a:lnTo>
                  <a:lnTo>
                    <a:pt x="777" y="200"/>
                  </a:lnTo>
                  <a:lnTo>
                    <a:pt x="779" y="203"/>
                  </a:lnTo>
                  <a:lnTo>
                    <a:pt x="780" y="204"/>
                  </a:lnTo>
                  <a:lnTo>
                    <a:pt x="782" y="206"/>
                  </a:lnTo>
                  <a:lnTo>
                    <a:pt x="783" y="207"/>
                  </a:lnTo>
                  <a:lnTo>
                    <a:pt x="785" y="210"/>
                  </a:lnTo>
                  <a:lnTo>
                    <a:pt x="786" y="212"/>
                  </a:lnTo>
                  <a:lnTo>
                    <a:pt x="788" y="213"/>
                  </a:lnTo>
                  <a:lnTo>
                    <a:pt x="789" y="215"/>
                  </a:lnTo>
                  <a:lnTo>
                    <a:pt x="789" y="216"/>
                  </a:lnTo>
                  <a:lnTo>
                    <a:pt x="790" y="216"/>
                  </a:lnTo>
                  <a:lnTo>
                    <a:pt x="792" y="218"/>
                  </a:lnTo>
                  <a:lnTo>
                    <a:pt x="792" y="219"/>
                  </a:lnTo>
                  <a:lnTo>
                    <a:pt x="793" y="221"/>
                  </a:lnTo>
                  <a:lnTo>
                    <a:pt x="795" y="222"/>
                  </a:lnTo>
                  <a:lnTo>
                    <a:pt x="796" y="224"/>
                  </a:lnTo>
                  <a:lnTo>
                    <a:pt x="796" y="225"/>
                  </a:lnTo>
                  <a:lnTo>
                    <a:pt x="798" y="226"/>
                  </a:lnTo>
                  <a:lnTo>
                    <a:pt x="799" y="226"/>
                  </a:lnTo>
                  <a:lnTo>
                    <a:pt x="799" y="228"/>
                  </a:lnTo>
                  <a:lnTo>
                    <a:pt x="801" y="229"/>
                  </a:lnTo>
                  <a:lnTo>
                    <a:pt x="801" y="231"/>
                  </a:lnTo>
                  <a:lnTo>
                    <a:pt x="802" y="232"/>
                  </a:lnTo>
                  <a:lnTo>
                    <a:pt x="804" y="234"/>
                  </a:lnTo>
                  <a:lnTo>
                    <a:pt x="805" y="235"/>
                  </a:lnTo>
                  <a:lnTo>
                    <a:pt x="805" y="237"/>
                  </a:lnTo>
                  <a:lnTo>
                    <a:pt x="807" y="238"/>
                  </a:lnTo>
                  <a:lnTo>
                    <a:pt x="808" y="240"/>
                  </a:lnTo>
                  <a:lnTo>
                    <a:pt x="810" y="241"/>
                  </a:lnTo>
                  <a:lnTo>
                    <a:pt x="811" y="244"/>
                  </a:lnTo>
                  <a:lnTo>
                    <a:pt x="813" y="246"/>
                  </a:lnTo>
                  <a:lnTo>
                    <a:pt x="814" y="247"/>
                  </a:lnTo>
                  <a:lnTo>
                    <a:pt x="816" y="250"/>
                  </a:lnTo>
                  <a:lnTo>
                    <a:pt x="817" y="253"/>
                  </a:lnTo>
                  <a:lnTo>
                    <a:pt x="819" y="255"/>
                  </a:lnTo>
                  <a:lnTo>
                    <a:pt x="820" y="258"/>
                  </a:lnTo>
                  <a:lnTo>
                    <a:pt x="822" y="259"/>
                  </a:lnTo>
                  <a:lnTo>
                    <a:pt x="823" y="261"/>
                  </a:lnTo>
                  <a:lnTo>
                    <a:pt x="825" y="262"/>
                  </a:lnTo>
                  <a:lnTo>
                    <a:pt x="826" y="264"/>
                  </a:lnTo>
                  <a:lnTo>
                    <a:pt x="826" y="265"/>
                  </a:lnTo>
                  <a:lnTo>
                    <a:pt x="828" y="267"/>
                  </a:lnTo>
                  <a:lnTo>
                    <a:pt x="829" y="268"/>
                  </a:lnTo>
                  <a:lnTo>
                    <a:pt x="829" y="269"/>
                  </a:lnTo>
                  <a:lnTo>
                    <a:pt x="831" y="271"/>
                  </a:lnTo>
                  <a:lnTo>
                    <a:pt x="832" y="272"/>
                  </a:lnTo>
                  <a:lnTo>
                    <a:pt x="832" y="274"/>
                  </a:lnTo>
                  <a:lnTo>
                    <a:pt x="833" y="275"/>
                  </a:lnTo>
                  <a:lnTo>
                    <a:pt x="835" y="277"/>
                  </a:lnTo>
                  <a:lnTo>
                    <a:pt x="835" y="278"/>
                  </a:lnTo>
                  <a:lnTo>
                    <a:pt x="836" y="278"/>
                  </a:lnTo>
                  <a:lnTo>
                    <a:pt x="836" y="280"/>
                  </a:lnTo>
                  <a:lnTo>
                    <a:pt x="838" y="281"/>
                  </a:lnTo>
                  <a:lnTo>
                    <a:pt x="839" y="283"/>
                  </a:lnTo>
                  <a:lnTo>
                    <a:pt x="839" y="284"/>
                  </a:lnTo>
                  <a:lnTo>
                    <a:pt x="841" y="286"/>
                  </a:lnTo>
                  <a:lnTo>
                    <a:pt x="842" y="287"/>
                  </a:lnTo>
                  <a:lnTo>
                    <a:pt x="844" y="289"/>
                  </a:lnTo>
                  <a:lnTo>
                    <a:pt x="844" y="290"/>
                  </a:lnTo>
                  <a:lnTo>
                    <a:pt x="845" y="292"/>
                  </a:lnTo>
                  <a:lnTo>
                    <a:pt x="847" y="295"/>
                  </a:lnTo>
                  <a:lnTo>
                    <a:pt x="848" y="296"/>
                  </a:lnTo>
                  <a:lnTo>
                    <a:pt x="850" y="298"/>
                  </a:lnTo>
                  <a:lnTo>
                    <a:pt x="851" y="301"/>
                  </a:lnTo>
                  <a:lnTo>
                    <a:pt x="853" y="304"/>
                  </a:lnTo>
                  <a:lnTo>
                    <a:pt x="856" y="305"/>
                  </a:lnTo>
                  <a:lnTo>
                    <a:pt x="857" y="308"/>
                  </a:lnTo>
                  <a:lnTo>
                    <a:pt x="859" y="310"/>
                  </a:lnTo>
                  <a:lnTo>
                    <a:pt x="860" y="312"/>
                  </a:lnTo>
                  <a:lnTo>
                    <a:pt x="862" y="314"/>
                  </a:lnTo>
                  <a:lnTo>
                    <a:pt x="863" y="315"/>
                  </a:lnTo>
                  <a:lnTo>
                    <a:pt x="863" y="317"/>
                  </a:lnTo>
                  <a:lnTo>
                    <a:pt x="865" y="318"/>
                  </a:lnTo>
                  <a:lnTo>
                    <a:pt x="866" y="320"/>
                  </a:lnTo>
                  <a:lnTo>
                    <a:pt x="868" y="321"/>
                  </a:lnTo>
                  <a:lnTo>
                    <a:pt x="868" y="323"/>
                  </a:lnTo>
                  <a:lnTo>
                    <a:pt x="869" y="324"/>
                  </a:lnTo>
                  <a:lnTo>
                    <a:pt x="871" y="326"/>
                  </a:lnTo>
                  <a:lnTo>
                    <a:pt x="871" y="327"/>
                  </a:lnTo>
                  <a:lnTo>
                    <a:pt x="872" y="329"/>
                  </a:lnTo>
                  <a:lnTo>
                    <a:pt x="874" y="330"/>
                  </a:lnTo>
                  <a:lnTo>
                    <a:pt x="874" y="332"/>
                  </a:lnTo>
                  <a:lnTo>
                    <a:pt x="875" y="333"/>
                  </a:lnTo>
                  <a:lnTo>
                    <a:pt x="875" y="335"/>
                  </a:lnTo>
                  <a:lnTo>
                    <a:pt x="876" y="335"/>
                  </a:lnTo>
                  <a:lnTo>
                    <a:pt x="876" y="336"/>
                  </a:lnTo>
                  <a:lnTo>
                    <a:pt x="878" y="338"/>
                  </a:lnTo>
                  <a:lnTo>
                    <a:pt x="878" y="339"/>
                  </a:lnTo>
                  <a:lnTo>
                    <a:pt x="879" y="341"/>
                  </a:lnTo>
                  <a:lnTo>
                    <a:pt x="879" y="342"/>
                  </a:lnTo>
                  <a:lnTo>
                    <a:pt x="881" y="344"/>
                  </a:lnTo>
                  <a:lnTo>
                    <a:pt x="882" y="345"/>
                  </a:lnTo>
                  <a:lnTo>
                    <a:pt x="882" y="347"/>
                  </a:lnTo>
                  <a:lnTo>
                    <a:pt x="884" y="348"/>
                  </a:lnTo>
                  <a:lnTo>
                    <a:pt x="885" y="350"/>
                  </a:lnTo>
                  <a:lnTo>
                    <a:pt x="885" y="35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8" name="Freeform 50">
              <a:extLst>
                <a:ext uri="{FF2B5EF4-FFF2-40B4-BE49-F238E27FC236}">
                  <a16:creationId xmlns:a16="http://schemas.microsoft.com/office/drawing/2014/main" id="{3CD71912-8335-4727-943B-976A281EF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6050" y="5051425"/>
              <a:ext cx="703263" cy="279400"/>
            </a:xfrm>
            <a:custGeom>
              <a:avLst/>
              <a:gdLst>
                <a:gd name="T0" fmla="*/ 2147483646 w 885"/>
                <a:gd name="T1" fmla="*/ 2147483646 h 353"/>
                <a:gd name="T2" fmla="*/ 2147483646 w 885"/>
                <a:gd name="T3" fmla="*/ 2147483646 h 353"/>
                <a:gd name="T4" fmla="*/ 2147483646 w 885"/>
                <a:gd name="T5" fmla="*/ 2147483646 h 353"/>
                <a:gd name="T6" fmla="*/ 2147483646 w 885"/>
                <a:gd name="T7" fmla="*/ 2147483646 h 353"/>
                <a:gd name="T8" fmla="*/ 2147483646 w 885"/>
                <a:gd name="T9" fmla="*/ 2147483646 h 353"/>
                <a:gd name="T10" fmla="*/ 2147483646 w 885"/>
                <a:gd name="T11" fmla="*/ 2147483646 h 353"/>
                <a:gd name="T12" fmla="*/ 2147483646 w 885"/>
                <a:gd name="T13" fmla="*/ 2147483646 h 353"/>
                <a:gd name="T14" fmla="*/ 2147483646 w 885"/>
                <a:gd name="T15" fmla="*/ 2147483646 h 353"/>
                <a:gd name="T16" fmla="*/ 2147483646 w 885"/>
                <a:gd name="T17" fmla="*/ 2147483646 h 353"/>
                <a:gd name="T18" fmla="*/ 2147483646 w 885"/>
                <a:gd name="T19" fmla="*/ 2147483646 h 353"/>
                <a:gd name="T20" fmla="*/ 2147483646 w 885"/>
                <a:gd name="T21" fmla="*/ 2147483646 h 353"/>
                <a:gd name="T22" fmla="*/ 2147483646 w 885"/>
                <a:gd name="T23" fmla="*/ 2147483646 h 353"/>
                <a:gd name="T24" fmla="*/ 2147483646 w 885"/>
                <a:gd name="T25" fmla="*/ 2147483646 h 353"/>
                <a:gd name="T26" fmla="*/ 2147483646 w 885"/>
                <a:gd name="T27" fmla="*/ 2147483646 h 353"/>
                <a:gd name="T28" fmla="*/ 2147483646 w 885"/>
                <a:gd name="T29" fmla="*/ 2147483646 h 353"/>
                <a:gd name="T30" fmla="*/ 2147483646 w 885"/>
                <a:gd name="T31" fmla="*/ 2147483646 h 353"/>
                <a:gd name="T32" fmla="*/ 2147483646 w 885"/>
                <a:gd name="T33" fmla="*/ 2147483646 h 353"/>
                <a:gd name="T34" fmla="*/ 2147483646 w 885"/>
                <a:gd name="T35" fmla="*/ 2147483646 h 353"/>
                <a:gd name="T36" fmla="*/ 2147483646 w 885"/>
                <a:gd name="T37" fmla="*/ 2147483646 h 353"/>
                <a:gd name="T38" fmla="*/ 2147483646 w 885"/>
                <a:gd name="T39" fmla="*/ 2147483646 h 353"/>
                <a:gd name="T40" fmla="*/ 2147483646 w 885"/>
                <a:gd name="T41" fmla="*/ 2147483646 h 353"/>
                <a:gd name="T42" fmla="*/ 2147483646 w 885"/>
                <a:gd name="T43" fmla="*/ 2147483646 h 353"/>
                <a:gd name="T44" fmla="*/ 2147483646 w 885"/>
                <a:gd name="T45" fmla="*/ 2147483646 h 353"/>
                <a:gd name="T46" fmla="*/ 2147483646 w 885"/>
                <a:gd name="T47" fmla="*/ 2147483646 h 353"/>
                <a:gd name="T48" fmla="*/ 2147483646 w 885"/>
                <a:gd name="T49" fmla="*/ 2147483646 h 353"/>
                <a:gd name="T50" fmla="*/ 2147483646 w 885"/>
                <a:gd name="T51" fmla="*/ 2147483646 h 353"/>
                <a:gd name="T52" fmla="*/ 2147483646 w 885"/>
                <a:gd name="T53" fmla="*/ 2147483646 h 353"/>
                <a:gd name="T54" fmla="*/ 2147483646 w 885"/>
                <a:gd name="T55" fmla="*/ 2147483646 h 353"/>
                <a:gd name="T56" fmla="*/ 2147483646 w 885"/>
                <a:gd name="T57" fmla="*/ 2147483646 h 353"/>
                <a:gd name="T58" fmla="*/ 2147483646 w 885"/>
                <a:gd name="T59" fmla="*/ 2147483646 h 353"/>
                <a:gd name="T60" fmla="*/ 2147483646 w 885"/>
                <a:gd name="T61" fmla="*/ 2147483646 h 353"/>
                <a:gd name="T62" fmla="*/ 2147483646 w 885"/>
                <a:gd name="T63" fmla="*/ 2147483646 h 353"/>
                <a:gd name="T64" fmla="*/ 2147483646 w 885"/>
                <a:gd name="T65" fmla="*/ 2147483646 h 353"/>
                <a:gd name="T66" fmla="*/ 2147483646 w 885"/>
                <a:gd name="T67" fmla="*/ 2147483646 h 353"/>
                <a:gd name="T68" fmla="*/ 2147483646 w 885"/>
                <a:gd name="T69" fmla="*/ 2147483646 h 353"/>
                <a:gd name="T70" fmla="*/ 2147483646 w 885"/>
                <a:gd name="T71" fmla="*/ 2147483646 h 353"/>
                <a:gd name="T72" fmla="*/ 2147483646 w 885"/>
                <a:gd name="T73" fmla="*/ 2147483646 h 353"/>
                <a:gd name="T74" fmla="*/ 2147483646 w 885"/>
                <a:gd name="T75" fmla="*/ 2147483646 h 353"/>
                <a:gd name="T76" fmla="*/ 2147483646 w 885"/>
                <a:gd name="T77" fmla="*/ 2147483646 h 353"/>
                <a:gd name="T78" fmla="*/ 2147483646 w 885"/>
                <a:gd name="T79" fmla="*/ 2147483646 h 353"/>
                <a:gd name="T80" fmla="*/ 2147483646 w 885"/>
                <a:gd name="T81" fmla="*/ 2147483646 h 353"/>
                <a:gd name="T82" fmla="*/ 2147483646 w 885"/>
                <a:gd name="T83" fmla="*/ 2147483646 h 353"/>
                <a:gd name="T84" fmla="*/ 2147483646 w 885"/>
                <a:gd name="T85" fmla="*/ 2147483646 h 353"/>
                <a:gd name="T86" fmla="*/ 2147483646 w 885"/>
                <a:gd name="T87" fmla="*/ 2147483646 h 353"/>
                <a:gd name="T88" fmla="*/ 2147483646 w 885"/>
                <a:gd name="T89" fmla="*/ 2147483646 h 353"/>
                <a:gd name="T90" fmla="*/ 2147483646 w 885"/>
                <a:gd name="T91" fmla="*/ 2147483646 h 353"/>
                <a:gd name="T92" fmla="*/ 2147483646 w 885"/>
                <a:gd name="T93" fmla="*/ 2147483646 h 353"/>
                <a:gd name="T94" fmla="*/ 2147483646 w 885"/>
                <a:gd name="T95" fmla="*/ 2147483646 h 353"/>
                <a:gd name="T96" fmla="*/ 2147483646 w 885"/>
                <a:gd name="T97" fmla="*/ 2147483646 h 353"/>
                <a:gd name="T98" fmla="*/ 2147483646 w 885"/>
                <a:gd name="T99" fmla="*/ 2147483646 h 353"/>
                <a:gd name="T100" fmla="*/ 2147483646 w 885"/>
                <a:gd name="T101" fmla="*/ 2147483646 h 353"/>
                <a:gd name="T102" fmla="*/ 2147483646 w 885"/>
                <a:gd name="T103" fmla="*/ 2147483646 h 353"/>
                <a:gd name="T104" fmla="*/ 2147483646 w 885"/>
                <a:gd name="T105" fmla="*/ 2147483646 h 353"/>
                <a:gd name="T106" fmla="*/ 2147483646 w 885"/>
                <a:gd name="T107" fmla="*/ 2147483646 h 353"/>
                <a:gd name="T108" fmla="*/ 2147483646 w 885"/>
                <a:gd name="T109" fmla="*/ 2147483646 h 353"/>
                <a:gd name="T110" fmla="*/ 2147483646 w 885"/>
                <a:gd name="T111" fmla="*/ 2147483646 h 353"/>
                <a:gd name="T112" fmla="*/ 2147483646 w 885"/>
                <a:gd name="T113" fmla="*/ 2147483646 h 353"/>
                <a:gd name="T114" fmla="*/ 2147483646 w 885"/>
                <a:gd name="T115" fmla="*/ 2147483646 h 353"/>
                <a:gd name="T116" fmla="*/ 2147483646 w 885"/>
                <a:gd name="T117" fmla="*/ 2147483646 h 353"/>
                <a:gd name="T118" fmla="*/ 2147483646 w 885"/>
                <a:gd name="T119" fmla="*/ 2147483646 h 353"/>
                <a:gd name="T120" fmla="*/ 2147483646 w 885"/>
                <a:gd name="T121" fmla="*/ 2147483646 h 3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5" h="353">
                  <a:moveTo>
                    <a:pt x="0" y="353"/>
                  </a:moveTo>
                  <a:lnTo>
                    <a:pt x="34" y="353"/>
                  </a:lnTo>
                  <a:lnTo>
                    <a:pt x="65" y="353"/>
                  </a:lnTo>
                  <a:lnTo>
                    <a:pt x="95" y="353"/>
                  </a:lnTo>
                  <a:lnTo>
                    <a:pt x="123" y="353"/>
                  </a:lnTo>
                  <a:lnTo>
                    <a:pt x="148" y="353"/>
                  </a:lnTo>
                  <a:lnTo>
                    <a:pt x="172" y="353"/>
                  </a:lnTo>
                  <a:lnTo>
                    <a:pt x="194" y="353"/>
                  </a:lnTo>
                  <a:lnTo>
                    <a:pt x="215" y="353"/>
                  </a:lnTo>
                  <a:lnTo>
                    <a:pt x="234" y="353"/>
                  </a:lnTo>
                  <a:lnTo>
                    <a:pt x="252" y="353"/>
                  </a:lnTo>
                  <a:lnTo>
                    <a:pt x="269" y="353"/>
                  </a:lnTo>
                  <a:lnTo>
                    <a:pt x="283" y="353"/>
                  </a:lnTo>
                  <a:lnTo>
                    <a:pt x="297" y="353"/>
                  </a:lnTo>
                  <a:lnTo>
                    <a:pt x="309" y="353"/>
                  </a:lnTo>
                  <a:lnTo>
                    <a:pt x="319" y="351"/>
                  </a:lnTo>
                  <a:lnTo>
                    <a:pt x="329" y="351"/>
                  </a:lnTo>
                  <a:lnTo>
                    <a:pt x="338" y="351"/>
                  </a:lnTo>
                  <a:lnTo>
                    <a:pt x="346" y="351"/>
                  </a:lnTo>
                  <a:lnTo>
                    <a:pt x="353" y="351"/>
                  </a:lnTo>
                  <a:lnTo>
                    <a:pt x="359" y="351"/>
                  </a:lnTo>
                  <a:lnTo>
                    <a:pt x="365" y="351"/>
                  </a:lnTo>
                  <a:lnTo>
                    <a:pt x="369" y="351"/>
                  </a:lnTo>
                  <a:lnTo>
                    <a:pt x="374" y="351"/>
                  </a:lnTo>
                  <a:lnTo>
                    <a:pt x="378" y="351"/>
                  </a:lnTo>
                  <a:lnTo>
                    <a:pt x="381" y="351"/>
                  </a:lnTo>
                  <a:lnTo>
                    <a:pt x="384" y="351"/>
                  </a:lnTo>
                  <a:lnTo>
                    <a:pt x="387" y="351"/>
                  </a:lnTo>
                  <a:lnTo>
                    <a:pt x="390" y="351"/>
                  </a:lnTo>
                  <a:lnTo>
                    <a:pt x="392" y="351"/>
                  </a:lnTo>
                  <a:lnTo>
                    <a:pt x="395" y="350"/>
                  </a:lnTo>
                  <a:lnTo>
                    <a:pt x="398" y="350"/>
                  </a:lnTo>
                  <a:lnTo>
                    <a:pt x="399" y="350"/>
                  </a:lnTo>
                  <a:lnTo>
                    <a:pt x="402" y="350"/>
                  </a:lnTo>
                  <a:lnTo>
                    <a:pt x="403" y="350"/>
                  </a:lnTo>
                  <a:lnTo>
                    <a:pt x="406" y="350"/>
                  </a:lnTo>
                  <a:lnTo>
                    <a:pt x="408" y="350"/>
                  </a:lnTo>
                  <a:lnTo>
                    <a:pt x="411" y="350"/>
                  </a:lnTo>
                  <a:lnTo>
                    <a:pt x="412" y="350"/>
                  </a:lnTo>
                  <a:lnTo>
                    <a:pt x="414" y="350"/>
                  </a:lnTo>
                  <a:lnTo>
                    <a:pt x="415" y="350"/>
                  </a:lnTo>
                  <a:lnTo>
                    <a:pt x="417" y="348"/>
                  </a:lnTo>
                  <a:lnTo>
                    <a:pt x="418" y="348"/>
                  </a:lnTo>
                  <a:lnTo>
                    <a:pt x="420" y="348"/>
                  </a:lnTo>
                  <a:lnTo>
                    <a:pt x="421" y="348"/>
                  </a:lnTo>
                  <a:lnTo>
                    <a:pt x="423" y="348"/>
                  </a:lnTo>
                  <a:lnTo>
                    <a:pt x="424" y="348"/>
                  </a:lnTo>
                  <a:lnTo>
                    <a:pt x="426" y="348"/>
                  </a:lnTo>
                  <a:lnTo>
                    <a:pt x="427" y="348"/>
                  </a:lnTo>
                  <a:lnTo>
                    <a:pt x="429" y="348"/>
                  </a:lnTo>
                  <a:lnTo>
                    <a:pt x="430" y="348"/>
                  </a:lnTo>
                  <a:lnTo>
                    <a:pt x="432" y="348"/>
                  </a:lnTo>
                  <a:lnTo>
                    <a:pt x="433" y="347"/>
                  </a:lnTo>
                  <a:lnTo>
                    <a:pt x="435" y="347"/>
                  </a:lnTo>
                  <a:lnTo>
                    <a:pt x="436" y="347"/>
                  </a:lnTo>
                  <a:lnTo>
                    <a:pt x="438" y="347"/>
                  </a:lnTo>
                  <a:lnTo>
                    <a:pt x="439" y="347"/>
                  </a:lnTo>
                  <a:lnTo>
                    <a:pt x="441" y="347"/>
                  </a:lnTo>
                  <a:lnTo>
                    <a:pt x="442" y="347"/>
                  </a:lnTo>
                  <a:lnTo>
                    <a:pt x="444" y="346"/>
                  </a:lnTo>
                  <a:lnTo>
                    <a:pt x="445" y="346"/>
                  </a:lnTo>
                  <a:lnTo>
                    <a:pt x="448" y="346"/>
                  </a:lnTo>
                  <a:lnTo>
                    <a:pt x="449" y="346"/>
                  </a:lnTo>
                  <a:lnTo>
                    <a:pt x="452" y="346"/>
                  </a:lnTo>
                  <a:lnTo>
                    <a:pt x="454" y="344"/>
                  </a:lnTo>
                  <a:lnTo>
                    <a:pt x="457" y="344"/>
                  </a:lnTo>
                  <a:lnTo>
                    <a:pt x="458" y="344"/>
                  </a:lnTo>
                  <a:lnTo>
                    <a:pt x="461" y="344"/>
                  </a:lnTo>
                  <a:lnTo>
                    <a:pt x="463" y="344"/>
                  </a:lnTo>
                  <a:lnTo>
                    <a:pt x="464" y="343"/>
                  </a:lnTo>
                  <a:lnTo>
                    <a:pt x="466" y="343"/>
                  </a:lnTo>
                  <a:lnTo>
                    <a:pt x="467" y="343"/>
                  </a:lnTo>
                  <a:lnTo>
                    <a:pt x="469" y="343"/>
                  </a:lnTo>
                  <a:lnTo>
                    <a:pt x="470" y="343"/>
                  </a:lnTo>
                  <a:lnTo>
                    <a:pt x="472" y="343"/>
                  </a:lnTo>
                  <a:lnTo>
                    <a:pt x="473" y="341"/>
                  </a:lnTo>
                  <a:lnTo>
                    <a:pt x="475" y="341"/>
                  </a:lnTo>
                  <a:lnTo>
                    <a:pt x="476" y="341"/>
                  </a:lnTo>
                  <a:lnTo>
                    <a:pt x="478" y="341"/>
                  </a:lnTo>
                  <a:lnTo>
                    <a:pt x="479" y="341"/>
                  </a:lnTo>
                  <a:lnTo>
                    <a:pt x="481" y="340"/>
                  </a:lnTo>
                  <a:lnTo>
                    <a:pt x="482" y="340"/>
                  </a:lnTo>
                  <a:lnTo>
                    <a:pt x="484" y="340"/>
                  </a:lnTo>
                  <a:lnTo>
                    <a:pt x="485" y="338"/>
                  </a:lnTo>
                  <a:lnTo>
                    <a:pt x="487" y="338"/>
                  </a:lnTo>
                  <a:lnTo>
                    <a:pt x="489" y="338"/>
                  </a:lnTo>
                  <a:lnTo>
                    <a:pt x="491" y="337"/>
                  </a:lnTo>
                  <a:lnTo>
                    <a:pt x="492" y="337"/>
                  </a:lnTo>
                  <a:lnTo>
                    <a:pt x="494" y="337"/>
                  </a:lnTo>
                  <a:lnTo>
                    <a:pt x="495" y="335"/>
                  </a:lnTo>
                  <a:lnTo>
                    <a:pt x="498" y="335"/>
                  </a:lnTo>
                  <a:lnTo>
                    <a:pt x="500" y="334"/>
                  </a:lnTo>
                  <a:lnTo>
                    <a:pt x="503" y="334"/>
                  </a:lnTo>
                  <a:lnTo>
                    <a:pt x="506" y="332"/>
                  </a:lnTo>
                  <a:lnTo>
                    <a:pt x="507" y="332"/>
                  </a:lnTo>
                  <a:lnTo>
                    <a:pt x="510" y="331"/>
                  </a:lnTo>
                  <a:lnTo>
                    <a:pt x="513" y="331"/>
                  </a:lnTo>
                  <a:lnTo>
                    <a:pt x="516" y="329"/>
                  </a:lnTo>
                  <a:lnTo>
                    <a:pt x="518" y="329"/>
                  </a:lnTo>
                  <a:lnTo>
                    <a:pt x="521" y="328"/>
                  </a:lnTo>
                  <a:lnTo>
                    <a:pt x="522" y="328"/>
                  </a:lnTo>
                  <a:lnTo>
                    <a:pt x="524" y="326"/>
                  </a:lnTo>
                  <a:lnTo>
                    <a:pt x="525" y="326"/>
                  </a:lnTo>
                  <a:lnTo>
                    <a:pt x="527" y="326"/>
                  </a:lnTo>
                  <a:lnTo>
                    <a:pt x="530" y="325"/>
                  </a:lnTo>
                  <a:lnTo>
                    <a:pt x="531" y="325"/>
                  </a:lnTo>
                  <a:lnTo>
                    <a:pt x="532" y="325"/>
                  </a:lnTo>
                  <a:lnTo>
                    <a:pt x="532" y="323"/>
                  </a:lnTo>
                  <a:lnTo>
                    <a:pt x="534" y="323"/>
                  </a:lnTo>
                  <a:lnTo>
                    <a:pt x="535" y="323"/>
                  </a:lnTo>
                  <a:lnTo>
                    <a:pt x="537" y="322"/>
                  </a:lnTo>
                  <a:lnTo>
                    <a:pt x="538" y="322"/>
                  </a:lnTo>
                  <a:lnTo>
                    <a:pt x="540" y="322"/>
                  </a:lnTo>
                  <a:lnTo>
                    <a:pt x="541" y="320"/>
                  </a:lnTo>
                  <a:lnTo>
                    <a:pt x="543" y="320"/>
                  </a:lnTo>
                  <a:lnTo>
                    <a:pt x="544" y="319"/>
                  </a:lnTo>
                  <a:lnTo>
                    <a:pt x="546" y="319"/>
                  </a:lnTo>
                  <a:lnTo>
                    <a:pt x="547" y="319"/>
                  </a:lnTo>
                  <a:lnTo>
                    <a:pt x="549" y="317"/>
                  </a:lnTo>
                  <a:lnTo>
                    <a:pt x="550" y="317"/>
                  </a:lnTo>
                  <a:lnTo>
                    <a:pt x="552" y="316"/>
                  </a:lnTo>
                  <a:lnTo>
                    <a:pt x="553" y="314"/>
                  </a:lnTo>
                  <a:lnTo>
                    <a:pt x="555" y="314"/>
                  </a:lnTo>
                  <a:lnTo>
                    <a:pt x="556" y="313"/>
                  </a:lnTo>
                  <a:lnTo>
                    <a:pt x="559" y="311"/>
                  </a:lnTo>
                  <a:lnTo>
                    <a:pt x="561" y="311"/>
                  </a:lnTo>
                  <a:lnTo>
                    <a:pt x="564" y="310"/>
                  </a:lnTo>
                  <a:lnTo>
                    <a:pt x="565" y="308"/>
                  </a:lnTo>
                  <a:lnTo>
                    <a:pt x="568" y="307"/>
                  </a:lnTo>
                  <a:lnTo>
                    <a:pt x="570" y="307"/>
                  </a:lnTo>
                  <a:lnTo>
                    <a:pt x="573" y="305"/>
                  </a:lnTo>
                  <a:lnTo>
                    <a:pt x="574" y="304"/>
                  </a:lnTo>
                  <a:lnTo>
                    <a:pt x="575" y="304"/>
                  </a:lnTo>
                  <a:lnTo>
                    <a:pt x="577" y="303"/>
                  </a:lnTo>
                  <a:lnTo>
                    <a:pt x="578" y="303"/>
                  </a:lnTo>
                  <a:lnTo>
                    <a:pt x="580" y="301"/>
                  </a:lnTo>
                  <a:lnTo>
                    <a:pt x="581" y="301"/>
                  </a:lnTo>
                  <a:lnTo>
                    <a:pt x="583" y="300"/>
                  </a:lnTo>
                  <a:lnTo>
                    <a:pt x="584" y="300"/>
                  </a:lnTo>
                  <a:lnTo>
                    <a:pt x="586" y="298"/>
                  </a:lnTo>
                  <a:lnTo>
                    <a:pt x="587" y="298"/>
                  </a:lnTo>
                  <a:lnTo>
                    <a:pt x="587" y="297"/>
                  </a:lnTo>
                  <a:lnTo>
                    <a:pt x="589" y="297"/>
                  </a:lnTo>
                  <a:lnTo>
                    <a:pt x="590" y="297"/>
                  </a:lnTo>
                  <a:lnTo>
                    <a:pt x="592" y="295"/>
                  </a:lnTo>
                  <a:lnTo>
                    <a:pt x="593" y="295"/>
                  </a:lnTo>
                  <a:lnTo>
                    <a:pt x="593" y="294"/>
                  </a:lnTo>
                  <a:lnTo>
                    <a:pt x="595" y="294"/>
                  </a:lnTo>
                  <a:lnTo>
                    <a:pt x="596" y="292"/>
                  </a:lnTo>
                  <a:lnTo>
                    <a:pt x="598" y="292"/>
                  </a:lnTo>
                  <a:lnTo>
                    <a:pt x="599" y="291"/>
                  </a:lnTo>
                  <a:lnTo>
                    <a:pt x="601" y="291"/>
                  </a:lnTo>
                  <a:lnTo>
                    <a:pt x="602" y="289"/>
                  </a:lnTo>
                  <a:lnTo>
                    <a:pt x="604" y="289"/>
                  </a:lnTo>
                  <a:lnTo>
                    <a:pt x="605" y="288"/>
                  </a:lnTo>
                  <a:lnTo>
                    <a:pt x="607" y="286"/>
                  </a:lnTo>
                  <a:lnTo>
                    <a:pt x="608" y="286"/>
                  </a:lnTo>
                  <a:lnTo>
                    <a:pt x="611" y="285"/>
                  </a:lnTo>
                  <a:lnTo>
                    <a:pt x="613" y="283"/>
                  </a:lnTo>
                  <a:lnTo>
                    <a:pt x="616" y="282"/>
                  </a:lnTo>
                  <a:lnTo>
                    <a:pt x="617" y="282"/>
                  </a:lnTo>
                  <a:lnTo>
                    <a:pt x="618" y="280"/>
                  </a:lnTo>
                  <a:lnTo>
                    <a:pt x="620" y="279"/>
                  </a:lnTo>
                  <a:lnTo>
                    <a:pt x="621" y="279"/>
                  </a:lnTo>
                  <a:lnTo>
                    <a:pt x="623" y="277"/>
                  </a:lnTo>
                  <a:lnTo>
                    <a:pt x="624" y="277"/>
                  </a:lnTo>
                  <a:lnTo>
                    <a:pt x="626" y="276"/>
                  </a:lnTo>
                  <a:lnTo>
                    <a:pt x="627" y="276"/>
                  </a:lnTo>
                  <a:lnTo>
                    <a:pt x="629" y="274"/>
                  </a:lnTo>
                  <a:lnTo>
                    <a:pt x="630" y="274"/>
                  </a:lnTo>
                  <a:lnTo>
                    <a:pt x="632" y="273"/>
                  </a:lnTo>
                  <a:lnTo>
                    <a:pt x="633" y="271"/>
                  </a:lnTo>
                  <a:lnTo>
                    <a:pt x="635" y="271"/>
                  </a:lnTo>
                  <a:lnTo>
                    <a:pt x="636" y="270"/>
                  </a:lnTo>
                  <a:lnTo>
                    <a:pt x="638" y="270"/>
                  </a:lnTo>
                  <a:lnTo>
                    <a:pt x="638" y="268"/>
                  </a:lnTo>
                  <a:lnTo>
                    <a:pt x="639" y="268"/>
                  </a:lnTo>
                  <a:lnTo>
                    <a:pt x="641" y="268"/>
                  </a:lnTo>
                  <a:lnTo>
                    <a:pt x="641" y="267"/>
                  </a:lnTo>
                  <a:lnTo>
                    <a:pt x="642" y="267"/>
                  </a:lnTo>
                  <a:lnTo>
                    <a:pt x="644" y="265"/>
                  </a:lnTo>
                  <a:lnTo>
                    <a:pt x="645" y="264"/>
                  </a:lnTo>
                  <a:lnTo>
                    <a:pt x="647" y="264"/>
                  </a:lnTo>
                  <a:lnTo>
                    <a:pt x="648" y="262"/>
                  </a:lnTo>
                  <a:lnTo>
                    <a:pt x="650" y="262"/>
                  </a:lnTo>
                  <a:lnTo>
                    <a:pt x="651" y="261"/>
                  </a:lnTo>
                  <a:lnTo>
                    <a:pt x="653" y="260"/>
                  </a:lnTo>
                  <a:lnTo>
                    <a:pt x="654" y="258"/>
                  </a:lnTo>
                  <a:lnTo>
                    <a:pt x="656" y="258"/>
                  </a:lnTo>
                  <a:lnTo>
                    <a:pt x="657" y="257"/>
                  </a:lnTo>
                  <a:lnTo>
                    <a:pt x="659" y="255"/>
                  </a:lnTo>
                  <a:lnTo>
                    <a:pt x="660" y="255"/>
                  </a:lnTo>
                  <a:lnTo>
                    <a:pt x="661" y="254"/>
                  </a:lnTo>
                  <a:lnTo>
                    <a:pt x="663" y="254"/>
                  </a:lnTo>
                  <a:lnTo>
                    <a:pt x="664" y="252"/>
                  </a:lnTo>
                  <a:lnTo>
                    <a:pt x="666" y="252"/>
                  </a:lnTo>
                  <a:lnTo>
                    <a:pt x="666" y="251"/>
                  </a:lnTo>
                  <a:lnTo>
                    <a:pt x="667" y="251"/>
                  </a:lnTo>
                  <a:lnTo>
                    <a:pt x="667" y="249"/>
                  </a:lnTo>
                  <a:lnTo>
                    <a:pt x="669" y="249"/>
                  </a:lnTo>
                  <a:lnTo>
                    <a:pt x="670" y="248"/>
                  </a:lnTo>
                  <a:lnTo>
                    <a:pt x="672" y="248"/>
                  </a:lnTo>
                  <a:lnTo>
                    <a:pt x="672" y="246"/>
                  </a:lnTo>
                  <a:lnTo>
                    <a:pt x="673" y="246"/>
                  </a:lnTo>
                  <a:lnTo>
                    <a:pt x="675" y="245"/>
                  </a:lnTo>
                  <a:lnTo>
                    <a:pt x="676" y="245"/>
                  </a:lnTo>
                  <a:lnTo>
                    <a:pt x="676" y="243"/>
                  </a:lnTo>
                  <a:lnTo>
                    <a:pt x="678" y="243"/>
                  </a:lnTo>
                  <a:lnTo>
                    <a:pt x="678" y="242"/>
                  </a:lnTo>
                  <a:lnTo>
                    <a:pt x="679" y="242"/>
                  </a:lnTo>
                  <a:lnTo>
                    <a:pt x="681" y="240"/>
                  </a:lnTo>
                  <a:lnTo>
                    <a:pt x="682" y="240"/>
                  </a:lnTo>
                  <a:lnTo>
                    <a:pt x="682" y="239"/>
                  </a:lnTo>
                  <a:lnTo>
                    <a:pt x="684" y="239"/>
                  </a:lnTo>
                  <a:lnTo>
                    <a:pt x="685" y="237"/>
                  </a:lnTo>
                  <a:lnTo>
                    <a:pt x="685" y="236"/>
                  </a:lnTo>
                  <a:lnTo>
                    <a:pt x="687" y="236"/>
                  </a:lnTo>
                  <a:lnTo>
                    <a:pt x="688" y="234"/>
                  </a:lnTo>
                  <a:lnTo>
                    <a:pt x="690" y="234"/>
                  </a:lnTo>
                  <a:lnTo>
                    <a:pt x="690" y="233"/>
                  </a:lnTo>
                  <a:lnTo>
                    <a:pt x="691" y="233"/>
                  </a:lnTo>
                  <a:lnTo>
                    <a:pt x="693" y="231"/>
                  </a:lnTo>
                  <a:lnTo>
                    <a:pt x="694" y="230"/>
                  </a:lnTo>
                  <a:lnTo>
                    <a:pt x="696" y="230"/>
                  </a:lnTo>
                  <a:lnTo>
                    <a:pt x="696" y="228"/>
                  </a:lnTo>
                  <a:lnTo>
                    <a:pt x="697" y="228"/>
                  </a:lnTo>
                  <a:lnTo>
                    <a:pt x="697" y="227"/>
                  </a:lnTo>
                  <a:lnTo>
                    <a:pt x="699" y="227"/>
                  </a:lnTo>
                  <a:lnTo>
                    <a:pt x="700" y="225"/>
                  </a:lnTo>
                  <a:lnTo>
                    <a:pt x="702" y="225"/>
                  </a:lnTo>
                  <a:lnTo>
                    <a:pt x="702" y="224"/>
                  </a:lnTo>
                  <a:lnTo>
                    <a:pt x="703" y="224"/>
                  </a:lnTo>
                  <a:lnTo>
                    <a:pt x="704" y="222"/>
                  </a:lnTo>
                  <a:lnTo>
                    <a:pt x="706" y="221"/>
                  </a:lnTo>
                  <a:lnTo>
                    <a:pt x="707" y="219"/>
                  </a:lnTo>
                  <a:lnTo>
                    <a:pt x="709" y="219"/>
                  </a:lnTo>
                  <a:lnTo>
                    <a:pt x="710" y="218"/>
                  </a:lnTo>
                  <a:lnTo>
                    <a:pt x="712" y="217"/>
                  </a:lnTo>
                  <a:lnTo>
                    <a:pt x="713" y="217"/>
                  </a:lnTo>
                  <a:lnTo>
                    <a:pt x="715" y="215"/>
                  </a:lnTo>
                  <a:lnTo>
                    <a:pt x="716" y="214"/>
                  </a:lnTo>
                  <a:lnTo>
                    <a:pt x="718" y="214"/>
                  </a:lnTo>
                  <a:lnTo>
                    <a:pt x="718" y="212"/>
                  </a:lnTo>
                  <a:lnTo>
                    <a:pt x="719" y="212"/>
                  </a:lnTo>
                  <a:lnTo>
                    <a:pt x="721" y="211"/>
                  </a:lnTo>
                  <a:lnTo>
                    <a:pt x="722" y="211"/>
                  </a:lnTo>
                  <a:lnTo>
                    <a:pt x="724" y="209"/>
                  </a:lnTo>
                  <a:lnTo>
                    <a:pt x="725" y="208"/>
                  </a:lnTo>
                  <a:lnTo>
                    <a:pt x="727" y="208"/>
                  </a:lnTo>
                  <a:lnTo>
                    <a:pt x="727" y="206"/>
                  </a:lnTo>
                  <a:lnTo>
                    <a:pt x="728" y="206"/>
                  </a:lnTo>
                  <a:lnTo>
                    <a:pt x="728" y="205"/>
                  </a:lnTo>
                  <a:lnTo>
                    <a:pt x="730" y="205"/>
                  </a:lnTo>
                  <a:lnTo>
                    <a:pt x="730" y="203"/>
                  </a:lnTo>
                  <a:lnTo>
                    <a:pt x="731" y="203"/>
                  </a:lnTo>
                  <a:lnTo>
                    <a:pt x="731" y="202"/>
                  </a:lnTo>
                  <a:lnTo>
                    <a:pt x="733" y="202"/>
                  </a:lnTo>
                  <a:lnTo>
                    <a:pt x="733" y="200"/>
                  </a:lnTo>
                  <a:lnTo>
                    <a:pt x="734" y="200"/>
                  </a:lnTo>
                  <a:lnTo>
                    <a:pt x="734" y="199"/>
                  </a:lnTo>
                  <a:lnTo>
                    <a:pt x="736" y="199"/>
                  </a:lnTo>
                  <a:lnTo>
                    <a:pt x="737" y="197"/>
                  </a:lnTo>
                  <a:lnTo>
                    <a:pt x="737" y="196"/>
                  </a:lnTo>
                  <a:lnTo>
                    <a:pt x="739" y="194"/>
                  </a:lnTo>
                  <a:lnTo>
                    <a:pt x="740" y="194"/>
                  </a:lnTo>
                  <a:lnTo>
                    <a:pt x="742" y="193"/>
                  </a:lnTo>
                  <a:lnTo>
                    <a:pt x="743" y="191"/>
                  </a:lnTo>
                  <a:lnTo>
                    <a:pt x="745" y="190"/>
                  </a:lnTo>
                  <a:lnTo>
                    <a:pt x="746" y="188"/>
                  </a:lnTo>
                  <a:lnTo>
                    <a:pt x="747" y="187"/>
                  </a:lnTo>
                  <a:lnTo>
                    <a:pt x="747" y="185"/>
                  </a:lnTo>
                  <a:lnTo>
                    <a:pt x="749" y="184"/>
                  </a:lnTo>
                  <a:lnTo>
                    <a:pt x="750" y="182"/>
                  </a:lnTo>
                  <a:lnTo>
                    <a:pt x="752" y="181"/>
                  </a:lnTo>
                  <a:lnTo>
                    <a:pt x="753" y="179"/>
                  </a:lnTo>
                  <a:lnTo>
                    <a:pt x="755" y="178"/>
                  </a:lnTo>
                  <a:lnTo>
                    <a:pt x="755" y="176"/>
                  </a:lnTo>
                  <a:lnTo>
                    <a:pt x="756" y="176"/>
                  </a:lnTo>
                  <a:lnTo>
                    <a:pt x="758" y="175"/>
                  </a:lnTo>
                  <a:lnTo>
                    <a:pt x="759" y="174"/>
                  </a:lnTo>
                  <a:lnTo>
                    <a:pt x="759" y="172"/>
                  </a:lnTo>
                  <a:lnTo>
                    <a:pt x="761" y="172"/>
                  </a:lnTo>
                  <a:lnTo>
                    <a:pt x="761" y="171"/>
                  </a:lnTo>
                  <a:lnTo>
                    <a:pt x="762" y="171"/>
                  </a:lnTo>
                  <a:lnTo>
                    <a:pt x="762" y="169"/>
                  </a:lnTo>
                  <a:lnTo>
                    <a:pt x="764" y="168"/>
                  </a:lnTo>
                  <a:lnTo>
                    <a:pt x="765" y="166"/>
                  </a:lnTo>
                  <a:lnTo>
                    <a:pt x="767" y="165"/>
                  </a:lnTo>
                  <a:lnTo>
                    <a:pt x="768" y="163"/>
                  </a:lnTo>
                  <a:lnTo>
                    <a:pt x="768" y="162"/>
                  </a:lnTo>
                  <a:lnTo>
                    <a:pt x="770" y="160"/>
                  </a:lnTo>
                  <a:lnTo>
                    <a:pt x="771" y="159"/>
                  </a:lnTo>
                  <a:lnTo>
                    <a:pt x="773" y="157"/>
                  </a:lnTo>
                  <a:lnTo>
                    <a:pt x="774" y="156"/>
                  </a:lnTo>
                  <a:lnTo>
                    <a:pt x="776" y="154"/>
                  </a:lnTo>
                  <a:lnTo>
                    <a:pt x="777" y="153"/>
                  </a:lnTo>
                  <a:lnTo>
                    <a:pt x="779" y="150"/>
                  </a:lnTo>
                  <a:lnTo>
                    <a:pt x="780" y="148"/>
                  </a:lnTo>
                  <a:lnTo>
                    <a:pt x="782" y="147"/>
                  </a:lnTo>
                  <a:lnTo>
                    <a:pt x="783" y="144"/>
                  </a:lnTo>
                  <a:lnTo>
                    <a:pt x="785" y="142"/>
                  </a:lnTo>
                  <a:lnTo>
                    <a:pt x="786" y="141"/>
                  </a:lnTo>
                  <a:lnTo>
                    <a:pt x="788" y="139"/>
                  </a:lnTo>
                  <a:lnTo>
                    <a:pt x="789" y="138"/>
                  </a:lnTo>
                  <a:lnTo>
                    <a:pt x="789" y="136"/>
                  </a:lnTo>
                  <a:lnTo>
                    <a:pt x="790" y="135"/>
                  </a:lnTo>
                  <a:lnTo>
                    <a:pt x="792" y="135"/>
                  </a:lnTo>
                  <a:lnTo>
                    <a:pt x="792" y="133"/>
                  </a:lnTo>
                  <a:lnTo>
                    <a:pt x="793" y="132"/>
                  </a:lnTo>
                  <a:lnTo>
                    <a:pt x="795" y="130"/>
                  </a:lnTo>
                  <a:lnTo>
                    <a:pt x="795" y="129"/>
                  </a:lnTo>
                  <a:lnTo>
                    <a:pt x="796" y="129"/>
                  </a:lnTo>
                  <a:lnTo>
                    <a:pt x="796" y="128"/>
                  </a:lnTo>
                  <a:lnTo>
                    <a:pt x="798" y="126"/>
                  </a:lnTo>
                  <a:lnTo>
                    <a:pt x="799" y="125"/>
                  </a:lnTo>
                  <a:lnTo>
                    <a:pt x="801" y="123"/>
                  </a:lnTo>
                  <a:lnTo>
                    <a:pt x="801" y="122"/>
                  </a:lnTo>
                  <a:lnTo>
                    <a:pt x="802" y="120"/>
                  </a:lnTo>
                  <a:lnTo>
                    <a:pt x="804" y="119"/>
                  </a:lnTo>
                  <a:lnTo>
                    <a:pt x="805" y="117"/>
                  </a:lnTo>
                  <a:lnTo>
                    <a:pt x="805" y="116"/>
                  </a:lnTo>
                  <a:lnTo>
                    <a:pt x="807" y="114"/>
                  </a:lnTo>
                  <a:lnTo>
                    <a:pt x="808" y="113"/>
                  </a:lnTo>
                  <a:lnTo>
                    <a:pt x="810" y="111"/>
                  </a:lnTo>
                  <a:lnTo>
                    <a:pt x="811" y="108"/>
                  </a:lnTo>
                  <a:lnTo>
                    <a:pt x="813" y="107"/>
                  </a:lnTo>
                  <a:lnTo>
                    <a:pt x="814" y="104"/>
                  </a:lnTo>
                  <a:lnTo>
                    <a:pt x="816" y="102"/>
                  </a:lnTo>
                  <a:lnTo>
                    <a:pt x="817" y="99"/>
                  </a:lnTo>
                  <a:lnTo>
                    <a:pt x="819" y="98"/>
                  </a:lnTo>
                  <a:lnTo>
                    <a:pt x="820" y="95"/>
                  </a:lnTo>
                  <a:lnTo>
                    <a:pt x="822" y="93"/>
                  </a:lnTo>
                  <a:lnTo>
                    <a:pt x="823" y="92"/>
                  </a:lnTo>
                  <a:lnTo>
                    <a:pt x="825" y="90"/>
                  </a:lnTo>
                  <a:lnTo>
                    <a:pt x="826" y="87"/>
                  </a:lnTo>
                  <a:lnTo>
                    <a:pt x="826" y="86"/>
                  </a:lnTo>
                  <a:lnTo>
                    <a:pt x="828" y="85"/>
                  </a:lnTo>
                  <a:lnTo>
                    <a:pt x="829" y="83"/>
                  </a:lnTo>
                  <a:lnTo>
                    <a:pt x="829" y="82"/>
                  </a:lnTo>
                  <a:lnTo>
                    <a:pt x="831" y="82"/>
                  </a:lnTo>
                  <a:lnTo>
                    <a:pt x="832" y="80"/>
                  </a:lnTo>
                  <a:lnTo>
                    <a:pt x="832" y="79"/>
                  </a:lnTo>
                  <a:lnTo>
                    <a:pt x="833" y="77"/>
                  </a:lnTo>
                  <a:lnTo>
                    <a:pt x="835" y="76"/>
                  </a:lnTo>
                  <a:lnTo>
                    <a:pt x="835" y="74"/>
                  </a:lnTo>
                  <a:lnTo>
                    <a:pt x="836" y="74"/>
                  </a:lnTo>
                  <a:lnTo>
                    <a:pt x="836" y="73"/>
                  </a:lnTo>
                  <a:lnTo>
                    <a:pt x="838" y="71"/>
                  </a:lnTo>
                  <a:lnTo>
                    <a:pt x="839" y="70"/>
                  </a:lnTo>
                  <a:lnTo>
                    <a:pt x="839" y="68"/>
                  </a:lnTo>
                  <a:lnTo>
                    <a:pt x="841" y="67"/>
                  </a:lnTo>
                  <a:lnTo>
                    <a:pt x="842" y="65"/>
                  </a:lnTo>
                  <a:lnTo>
                    <a:pt x="844" y="64"/>
                  </a:lnTo>
                  <a:lnTo>
                    <a:pt x="844" y="62"/>
                  </a:lnTo>
                  <a:lnTo>
                    <a:pt x="845" y="59"/>
                  </a:lnTo>
                  <a:lnTo>
                    <a:pt x="847" y="58"/>
                  </a:lnTo>
                  <a:lnTo>
                    <a:pt x="848" y="56"/>
                  </a:lnTo>
                  <a:lnTo>
                    <a:pt x="850" y="53"/>
                  </a:lnTo>
                  <a:lnTo>
                    <a:pt x="851" y="52"/>
                  </a:lnTo>
                  <a:lnTo>
                    <a:pt x="853" y="49"/>
                  </a:lnTo>
                  <a:lnTo>
                    <a:pt x="856" y="47"/>
                  </a:lnTo>
                  <a:lnTo>
                    <a:pt x="857" y="44"/>
                  </a:lnTo>
                  <a:lnTo>
                    <a:pt x="859" y="43"/>
                  </a:lnTo>
                  <a:lnTo>
                    <a:pt x="860" y="40"/>
                  </a:lnTo>
                  <a:lnTo>
                    <a:pt x="862" y="39"/>
                  </a:lnTo>
                  <a:lnTo>
                    <a:pt x="863" y="37"/>
                  </a:lnTo>
                  <a:lnTo>
                    <a:pt x="863" y="36"/>
                  </a:lnTo>
                  <a:lnTo>
                    <a:pt x="865" y="33"/>
                  </a:lnTo>
                  <a:lnTo>
                    <a:pt x="866" y="31"/>
                  </a:lnTo>
                  <a:lnTo>
                    <a:pt x="868" y="30"/>
                  </a:lnTo>
                  <a:lnTo>
                    <a:pt x="869" y="28"/>
                  </a:lnTo>
                  <a:lnTo>
                    <a:pt x="871" y="27"/>
                  </a:lnTo>
                  <a:lnTo>
                    <a:pt x="871" y="25"/>
                  </a:lnTo>
                  <a:lnTo>
                    <a:pt x="872" y="24"/>
                  </a:lnTo>
                  <a:lnTo>
                    <a:pt x="872" y="22"/>
                  </a:lnTo>
                  <a:lnTo>
                    <a:pt x="874" y="22"/>
                  </a:lnTo>
                  <a:lnTo>
                    <a:pt x="874" y="21"/>
                  </a:lnTo>
                  <a:lnTo>
                    <a:pt x="875" y="19"/>
                  </a:lnTo>
                  <a:lnTo>
                    <a:pt x="875" y="18"/>
                  </a:lnTo>
                  <a:lnTo>
                    <a:pt x="876" y="18"/>
                  </a:lnTo>
                  <a:lnTo>
                    <a:pt x="876" y="16"/>
                  </a:lnTo>
                  <a:lnTo>
                    <a:pt x="878" y="15"/>
                  </a:lnTo>
                  <a:lnTo>
                    <a:pt x="878" y="13"/>
                  </a:lnTo>
                  <a:lnTo>
                    <a:pt x="879" y="12"/>
                  </a:lnTo>
                  <a:lnTo>
                    <a:pt x="879" y="10"/>
                  </a:lnTo>
                  <a:lnTo>
                    <a:pt x="881" y="9"/>
                  </a:lnTo>
                  <a:lnTo>
                    <a:pt x="882" y="7"/>
                  </a:lnTo>
                  <a:lnTo>
                    <a:pt x="882" y="6"/>
                  </a:lnTo>
                  <a:lnTo>
                    <a:pt x="884" y="4"/>
                  </a:lnTo>
                  <a:lnTo>
                    <a:pt x="885" y="1"/>
                  </a:lnTo>
                  <a:lnTo>
                    <a:pt x="885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09" name="Freeform 51">
              <a:extLst>
                <a:ext uri="{FF2B5EF4-FFF2-40B4-BE49-F238E27FC236}">
                  <a16:creationId xmlns:a16="http://schemas.microsoft.com/office/drawing/2014/main" id="{48551020-D7BB-47CF-A6E0-AED51A2FB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8113" y="4770438"/>
              <a:ext cx="84137" cy="280987"/>
            </a:xfrm>
            <a:custGeom>
              <a:avLst/>
              <a:gdLst>
                <a:gd name="T0" fmla="*/ 2147483646 w 106"/>
                <a:gd name="T1" fmla="*/ 2147483646 h 354"/>
                <a:gd name="T2" fmla="*/ 2147483646 w 106"/>
                <a:gd name="T3" fmla="*/ 2147483646 h 354"/>
                <a:gd name="T4" fmla="*/ 2147483646 w 106"/>
                <a:gd name="T5" fmla="*/ 2147483646 h 354"/>
                <a:gd name="T6" fmla="*/ 2147483646 w 106"/>
                <a:gd name="T7" fmla="*/ 2147483646 h 354"/>
                <a:gd name="T8" fmla="*/ 2147483646 w 106"/>
                <a:gd name="T9" fmla="*/ 2147483646 h 354"/>
                <a:gd name="T10" fmla="*/ 2147483646 w 106"/>
                <a:gd name="T11" fmla="*/ 2147483646 h 354"/>
                <a:gd name="T12" fmla="*/ 2147483646 w 106"/>
                <a:gd name="T13" fmla="*/ 2147483646 h 354"/>
                <a:gd name="T14" fmla="*/ 2147483646 w 106"/>
                <a:gd name="T15" fmla="*/ 2147483646 h 354"/>
                <a:gd name="T16" fmla="*/ 2147483646 w 106"/>
                <a:gd name="T17" fmla="*/ 2147483646 h 354"/>
                <a:gd name="T18" fmla="*/ 2147483646 w 106"/>
                <a:gd name="T19" fmla="*/ 2147483646 h 354"/>
                <a:gd name="T20" fmla="*/ 2147483646 w 106"/>
                <a:gd name="T21" fmla="*/ 2147483646 h 354"/>
                <a:gd name="T22" fmla="*/ 2147483646 w 106"/>
                <a:gd name="T23" fmla="*/ 2147483646 h 354"/>
                <a:gd name="T24" fmla="*/ 2147483646 w 106"/>
                <a:gd name="T25" fmla="*/ 2147483646 h 354"/>
                <a:gd name="T26" fmla="*/ 2147483646 w 106"/>
                <a:gd name="T27" fmla="*/ 2147483646 h 354"/>
                <a:gd name="T28" fmla="*/ 2147483646 w 106"/>
                <a:gd name="T29" fmla="*/ 2147483646 h 354"/>
                <a:gd name="T30" fmla="*/ 2147483646 w 106"/>
                <a:gd name="T31" fmla="*/ 2147483646 h 354"/>
                <a:gd name="T32" fmla="*/ 2147483646 w 106"/>
                <a:gd name="T33" fmla="*/ 2147483646 h 354"/>
                <a:gd name="T34" fmla="*/ 2147483646 w 106"/>
                <a:gd name="T35" fmla="*/ 2147483646 h 354"/>
                <a:gd name="T36" fmla="*/ 2147483646 w 106"/>
                <a:gd name="T37" fmla="*/ 2147483646 h 354"/>
                <a:gd name="T38" fmla="*/ 2147483646 w 106"/>
                <a:gd name="T39" fmla="*/ 2147483646 h 354"/>
                <a:gd name="T40" fmla="*/ 2147483646 w 106"/>
                <a:gd name="T41" fmla="*/ 2147483646 h 354"/>
                <a:gd name="T42" fmla="*/ 2147483646 w 106"/>
                <a:gd name="T43" fmla="*/ 2147483646 h 354"/>
                <a:gd name="T44" fmla="*/ 2147483646 w 106"/>
                <a:gd name="T45" fmla="*/ 2147483646 h 354"/>
                <a:gd name="T46" fmla="*/ 2147483646 w 106"/>
                <a:gd name="T47" fmla="*/ 2147483646 h 354"/>
                <a:gd name="T48" fmla="*/ 2147483646 w 106"/>
                <a:gd name="T49" fmla="*/ 2147483646 h 354"/>
                <a:gd name="T50" fmla="*/ 2147483646 w 106"/>
                <a:gd name="T51" fmla="*/ 2147483646 h 354"/>
                <a:gd name="T52" fmla="*/ 2147483646 w 106"/>
                <a:gd name="T53" fmla="*/ 2147483646 h 354"/>
                <a:gd name="T54" fmla="*/ 2147483646 w 106"/>
                <a:gd name="T55" fmla="*/ 2147483646 h 354"/>
                <a:gd name="T56" fmla="*/ 2147483646 w 106"/>
                <a:gd name="T57" fmla="*/ 2147483646 h 354"/>
                <a:gd name="T58" fmla="*/ 2147483646 w 106"/>
                <a:gd name="T59" fmla="*/ 2147483646 h 354"/>
                <a:gd name="T60" fmla="*/ 2147483646 w 106"/>
                <a:gd name="T61" fmla="*/ 2147483646 h 354"/>
                <a:gd name="T62" fmla="*/ 2147483646 w 106"/>
                <a:gd name="T63" fmla="*/ 2147483646 h 354"/>
                <a:gd name="T64" fmla="*/ 2147483646 w 106"/>
                <a:gd name="T65" fmla="*/ 2147483646 h 354"/>
                <a:gd name="T66" fmla="*/ 2147483646 w 106"/>
                <a:gd name="T67" fmla="*/ 2147483646 h 354"/>
                <a:gd name="T68" fmla="*/ 2147483646 w 106"/>
                <a:gd name="T69" fmla="*/ 2147483646 h 354"/>
                <a:gd name="T70" fmla="*/ 2147483646 w 106"/>
                <a:gd name="T71" fmla="*/ 2147483646 h 354"/>
                <a:gd name="T72" fmla="*/ 2147483646 w 106"/>
                <a:gd name="T73" fmla="*/ 2147483646 h 354"/>
                <a:gd name="T74" fmla="*/ 2147483646 w 106"/>
                <a:gd name="T75" fmla="*/ 2147483646 h 354"/>
                <a:gd name="T76" fmla="*/ 2147483646 w 106"/>
                <a:gd name="T77" fmla="*/ 2147483646 h 354"/>
                <a:gd name="T78" fmla="*/ 2147483646 w 106"/>
                <a:gd name="T79" fmla="*/ 2147483646 h 354"/>
                <a:gd name="T80" fmla="*/ 2147483646 w 106"/>
                <a:gd name="T81" fmla="*/ 2147483646 h 354"/>
                <a:gd name="T82" fmla="*/ 2147483646 w 106"/>
                <a:gd name="T83" fmla="*/ 2147483646 h 354"/>
                <a:gd name="T84" fmla="*/ 2147483646 w 106"/>
                <a:gd name="T85" fmla="*/ 2147483646 h 354"/>
                <a:gd name="T86" fmla="*/ 2147483646 w 106"/>
                <a:gd name="T87" fmla="*/ 2147483646 h 354"/>
                <a:gd name="T88" fmla="*/ 2147483646 w 106"/>
                <a:gd name="T89" fmla="*/ 2147483646 h 354"/>
                <a:gd name="T90" fmla="*/ 2147483646 w 106"/>
                <a:gd name="T91" fmla="*/ 2147483646 h 354"/>
                <a:gd name="T92" fmla="*/ 2147483646 w 106"/>
                <a:gd name="T93" fmla="*/ 2147483646 h 354"/>
                <a:gd name="T94" fmla="*/ 2147483646 w 106"/>
                <a:gd name="T95" fmla="*/ 2147483646 h 354"/>
                <a:gd name="T96" fmla="*/ 2147483646 w 106"/>
                <a:gd name="T97" fmla="*/ 2147483646 h 354"/>
                <a:gd name="T98" fmla="*/ 2147483646 w 106"/>
                <a:gd name="T99" fmla="*/ 2147483646 h 354"/>
                <a:gd name="T100" fmla="*/ 2147483646 w 106"/>
                <a:gd name="T101" fmla="*/ 2147483646 h 354"/>
                <a:gd name="T102" fmla="*/ 2147483646 w 106"/>
                <a:gd name="T103" fmla="*/ 2147483646 h 354"/>
                <a:gd name="T104" fmla="*/ 2147483646 w 106"/>
                <a:gd name="T105" fmla="*/ 2147483646 h 354"/>
                <a:gd name="T106" fmla="*/ 2147483646 w 106"/>
                <a:gd name="T107" fmla="*/ 2147483646 h 354"/>
                <a:gd name="T108" fmla="*/ 2147483646 w 106"/>
                <a:gd name="T109" fmla="*/ 2147483646 h 354"/>
                <a:gd name="T110" fmla="*/ 2147483646 w 106"/>
                <a:gd name="T111" fmla="*/ 2147483646 h 354"/>
                <a:gd name="T112" fmla="*/ 2147483646 w 106"/>
                <a:gd name="T113" fmla="*/ 2147483646 h 35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06" h="354">
                  <a:moveTo>
                    <a:pt x="0" y="0"/>
                  </a:moveTo>
                  <a:lnTo>
                    <a:pt x="2" y="4"/>
                  </a:lnTo>
                  <a:lnTo>
                    <a:pt x="5" y="7"/>
                  </a:lnTo>
                  <a:lnTo>
                    <a:pt x="6" y="11"/>
                  </a:lnTo>
                  <a:lnTo>
                    <a:pt x="8" y="14"/>
                  </a:lnTo>
                  <a:lnTo>
                    <a:pt x="9" y="17"/>
                  </a:lnTo>
                  <a:lnTo>
                    <a:pt x="11" y="20"/>
                  </a:lnTo>
                  <a:lnTo>
                    <a:pt x="12" y="22"/>
                  </a:lnTo>
                  <a:lnTo>
                    <a:pt x="14" y="25"/>
                  </a:lnTo>
                  <a:lnTo>
                    <a:pt x="15" y="28"/>
                  </a:lnTo>
                  <a:lnTo>
                    <a:pt x="17" y="29"/>
                  </a:lnTo>
                  <a:lnTo>
                    <a:pt x="18" y="32"/>
                  </a:lnTo>
                  <a:lnTo>
                    <a:pt x="18" y="34"/>
                  </a:lnTo>
                  <a:lnTo>
                    <a:pt x="20" y="35"/>
                  </a:lnTo>
                  <a:lnTo>
                    <a:pt x="21" y="37"/>
                  </a:lnTo>
                  <a:lnTo>
                    <a:pt x="21" y="38"/>
                  </a:lnTo>
                  <a:lnTo>
                    <a:pt x="22" y="40"/>
                  </a:lnTo>
                  <a:lnTo>
                    <a:pt x="22" y="41"/>
                  </a:lnTo>
                  <a:lnTo>
                    <a:pt x="24" y="43"/>
                  </a:lnTo>
                  <a:lnTo>
                    <a:pt x="24" y="44"/>
                  </a:lnTo>
                  <a:lnTo>
                    <a:pt x="25" y="46"/>
                  </a:lnTo>
                  <a:lnTo>
                    <a:pt x="25" y="47"/>
                  </a:lnTo>
                  <a:lnTo>
                    <a:pt x="25" y="49"/>
                  </a:lnTo>
                  <a:lnTo>
                    <a:pt x="27" y="50"/>
                  </a:lnTo>
                  <a:lnTo>
                    <a:pt x="27" y="51"/>
                  </a:lnTo>
                  <a:lnTo>
                    <a:pt x="28" y="53"/>
                  </a:lnTo>
                  <a:lnTo>
                    <a:pt x="28" y="54"/>
                  </a:lnTo>
                  <a:lnTo>
                    <a:pt x="30" y="56"/>
                  </a:lnTo>
                  <a:lnTo>
                    <a:pt x="30" y="57"/>
                  </a:lnTo>
                  <a:lnTo>
                    <a:pt x="30" y="59"/>
                  </a:lnTo>
                  <a:lnTo>
                    <a:pt x="31" y="60"/>
                  </a:lnTo>
                  <a:lnTo>
                    <a:pt x="33" y="63"/>
                  </a:lnTo>
                  <a:lnTo>
                    <a:pt x="33" y="65"/>
                  </a:lnTo>
                  <a:lnTo>
                    <a:pt x="34" y="66"/>
                  </a:lnTo>
                  <a:lnTo>
                    <a:pt x="34" y="69"/>
                  </a:lnTo>
                  <a:lnTo>
                    <a:pt x="36" y="71"/>
                  </a:lnTo>
                  <a:lnTo>
                    <a:pt x="36" y="72"/>
                  </a:lnTo>
                  <a:lnTo>
                    <a:pt x="37" y="74"/>
                  </a:lnTo>
                  <a:lnTo>
                    <a:pt x="37" y="75"/>
                  </a:lnTo>
                  <a:lnTo>
                    <a:pt x="39" y="77"/>
                  </a:lnTo>
                  <a:lnTo>
                    <a:pt x="39" y="78"/>
                  </a:lnTo>
                  <a:lnTo>
                    <a:pt x="39" y="80"/>
                  </a:lnTo>
                  <a:lnTo>
                    <a:pt x="40" y="81"/>
                  </a:lnTo>
                  <a:lnTo>
                    <a:pt x="40" y="83"/>
                  </a:lnTo>
                  <a:lnTo>
                    <a:pt x="42" y="84"/>
                  </a:lnTo>
                  <a:lnTo>
                    <a:pt x="42" y="86"/>
                  </a:lnTo>
                  <a:lnTo>
                    <a:pt x="42" y="87"/>
                  </a:lnTo>
                  <a:lnTo>
                    <a:pt x="43" y="87"/>
                  </a:lnTo>
                  <a:lnTo>
                    <a:pt x="43" y="89"/>
                  </a:lnTo>
                  <a:lnTo>
                    <a:pt x="43" y="90"/>
                  </a:lnTo>
                  <a:lnTo>
                    <a:pt x="43" y="92"/>
                  </a:lnTo>
                  <a:lnTo>
                    <a:pt x="45" y="93"/>
                  </a:lnTo>
                  <a:lnTo>
                    <a:pt x="45" y="94"/>
                  </a:lnTo>
                  <a:lnTo>
                    <a:pt x="46" y="94"/>
                  </a:lnTo>
                  <a:lnTo>
                    <a:pt x="46" y="96"/>
                  </a:lnTo>
                  <a:lnTo>
                    <a:pt x="46" y="97"/>
                  </a:lnTo>
                  <a:lnTo>
                    <a:pt x="48" y="100"/>
                  </a:lnTo>
                  <a:lnTo>
                    <a:pt x="48" y="102"/>
                  </a:lnTo>
                  <a:lnTo>
                    <a:pt x="49" y="103"/>
                  </a:lnTo>
                  <a:lnTo>
                    <a:pt x="49" y="105"/>
                  </a:lnTo>
                  <a:lnTo>
                    <a:pt x="51" y="108"/>
                  </a:lnTo>
                  <a:lnTo>
                    <a:pt x="51" y="109"/>
                  </a:lnTo>
                  <a:lnTo>
                    <a:pt x="52" y="112"/>
                  </a:lnTo>
                  <a:lnTo>
                    <a:pt x="52" y="114"/>
                  </a:lnTo>
                  <a:lnTo>
                    <a:pt x="54" y="117"/>
                  </a:lnTo>
                  <a:lnTo>
                    <a:pt x="54" y="118"/>
                  </a:lnTo>
                  <a:lnTo>
                    <a:pt x="55" y="121"/>
                  </a:lnTo>
                  <a:lnTo>
                    <a:pt x="57" y="123"/>
                  </a:lnTo>
                  <a:lnTo>
                    <a:pt x="57" y="124"/>
                  </a:lnTo>
                  <a:lnTo>
                    <a:pt x="57" y="127"/>
                  </a:lnTo>
                  <a:lnTo>
                    <a:pt x="58" y="129"/>
                  </a:lnTo>
                  <a:lnTo>
                    <a:pt x="58" y="130"/>
                  </a:lnTo>
                  <a:lnTo>
                    <a:pt x="60" y="132"/>
                  </a:lnTo>
                  <a:lnTo>
                    <a:pt x="60" y="133"/>
                  </a:lnTo>
                  <a:lnTo>
                    <a:pt x="60" y="135"/>
                  </a:lnTo>
                  <a:lnTo>
                    <a:pt x="61" y="136"/>
                  </a:lnTo>
                  <a:lnTo>
                    <a:pt x="61" y="137"/>
                  </a:lnTo>
                  <a:lnTo>
                    <a:pt x="61" y="139"/>
                  </a:lnTo>
                  <a:lnTo>
                    <a:pt x="63" y="139"/>
                  </a:lnTo>
                  <a:lnTo>
                    <a:pt x="63" y="140"/>
                  </a:lnTo>
                  <a:lnTo>
                    <a:pt x="63" y="142"/>
                  </a:lnTo>
                  <a:lnTo>
                    <a:pt x="64" y="143"/>
                  </a:lnTo>
                  <a:lnTo>
                    <a:pt x="64" y="145"/>
                  </a:lnTo>
                  <a:lnTo>
                    <a:pt x="64" y="146"/>
                  </a:lnTo>
                  <a:lnTo>
                    <a:pt x="64" y="148"/>
                  </a:lnTo>
                  <a:lnTo>
                    <a:pt x="65" y="149"/>
                  </a:lnTo>
                  <a:lnTo>
                    <a:pt x="65" y="151"/>
                  </a:lnTo>
                  <a:lnTo>
                    <a:pt x="65" y="152"/>
                  </a:lnTo>
                  <a:lnTo>
                    <a:pt x="67" y="154"/>
                  </a:lnTo>
                  <a:lnTo>
                    <a:pt x="67" y="155"/>
                  </a:lnTo>
                  <a:lnTo>
                    <a:pt x="67" y="157"/>
                  </a:lnTo>
                  <a:lnTo>
                    <a:pt x="68" y="158"/>
                  </a:lnTo>
                  <a:lnTo>
                    <a:pt x="68" y="161"/>
                  </a:lnTo>
                  <a:lnTo>
                    <a:pt x="70" y="163"/>
                  </a:lnTo>
                  <a:lnTo>
                    <a:pt x="70" y="166"/>
                  </a:lnTo>
                  <a:lnTo>
                    <a:pt x="71" y="167"/>
                  </a:lnTo>
                  <a:lnTo>
                    <a:pt x="71" y="170"/>
                  </a:lnTo>
                  <a:lnTo>
                    <a:pt x="73" y="173"/>
                  </a:lnTo>
                  <a:lnTo>
                    <a:pt x="73" y="175"/>
                  </a:lnTo>
                  <a:lnTo>
                    <a:pt x="74" y="176"/>
                  </a:lnTo>
                  <a:lnTo>
                    <a:pt x="74" y="179"/>
                  </a:lnTo>
                  <a:lnTo>
                    <a:pt x="74" y="180"/>
                  </a:lnTo>
                  <a:lnTo>
                    <a:pt x="76" y="182"/>
                  </a:lnTo>
                  <a:lnTo>
                    <a:pt x="76" y="183"/>
                  </a:lnTo>
                  <a:lnTo>
                    <a:pt x="76" y="185"/>
                  </a:lnTo>
                  <a:lnTo>
                    <a:pt x="77" y="186"/>
                  </a:lnTo>
                  <a:lnTo>
                    <a:pt x="77" y="188"/>
                  </a:lnTo>
                  <a:lnTo>
                    <a:pt x="77" y="189"/>
                  </a:lnTo>
                  <a:lnTo>
                    <a:pt x="79" y="191"/>
                  </a:lnTo>
                  <a:lnTo>
                    <a:pt x="79" y="192"/>
                  </a:lnTo>
                  <a:lnTo>
                    <a:pt x="79" y="194"/>
                  </a:lnTo>
                  <a:lnTo>
                    <a:pt x="79" y="195"/>
                  </a:lnTo>
                  <a:lnTo>
                    <a:pt x="80" y="195"/>
                  </a:lnTo>
                  <a:lnTo>
                    <a:pt x="80" y="197"/>
                  </a:lnTo>
                  <a:lnTo>
                    <a:pt x="80" y="198"/>
                  </a:lnTo>
                  <a:lnTo>
                    <a:pt x="82" y="200"/>
                  </a:lnTo>
                  <a:lnTo>
                    <a:pt x="82" y="201"/>
                  </a:lnTo>
                  <a:lnTo>
                    <a:pt x="82" y="203"/>
                  </a:lnTo>
                  <a:lnTo>
                    <a:pt x="82" y="204"/>
                  </a:lnTo>
                  <a:lnTo>
                    <a:pt x="83" y="206"/>
                  </a:lnTo>
                  <a:lnTo>
                    <a:pt x="83" y="207"/>
                  </a:lnTo>
                  <a:lnTo>
                    <a:pt x="83" y="209"/>
                  </a:lnTo>
                  <a:lnTo>
                    <a:pt x="85" y="210"/>
                  </a:lnTo>
                  <a:lnTo>
                    <a:pt x="85" y="213"/>
                  </a:lnTo>
                  <a:lnTo>
                    <a:pt x="86" y="215"/>
                  </a:lnTo>
                  <a:lnTo>
                    <a:pt x="86" y="216"/>
                  </a:lnTo>
                  <a:lnTo>
                    <a:pt x="88" y="219"/>
                  </a:lnTo>
                  <a:lnTo>
                    <a:pt x="88" y="222"/>
                  </a:lnTo>
                  <a:lnTo>
                    <a:pt x="89" y="224"/>
                  </a:lnTo>
                  <a:lnTo>
                    <a:pt x="89" y="226"/>
                  </a:lnTo>
                  <a:lnTo>
                    <a:pt x="91" y="228"/>
                  </a:lnTo>
                  <a:lnTo>
                    <a:pt x="91" y="231"/>
                  </a:lnTo>
                  <a:lnTo>
                    <a:pt x="91" y="232"/>
                  </a:lnTo>
                  <a:lnTo>
                    <a:pt x="92" y="234"/>
                  </a:lnTo>
                  <a:lnTo>
                    <a:pt x="92" y="235"/>
                  </a:lnTo>
                  <a:lnTo>
                    <a:pt x="92" y="237"/>
                  </a:lnTo>
                  <a:lnTo>
                    <a:pt x="94" y="238"/>
                  </a:lnTo>
                  <a:lnTo>
                    <a:pt x="94" y="240"/>
                  </a:lnTo>
                  <a:lnTo>
                    <a:pt x="94" y="241"/>
                  </a:lnTo>
                  <a:lnTo>
                    <a:pt x="94" y="243"/>
                  </a:lnTo>
                  <a:lnTo>
                    <a:pt x="95" y="244"/>
                  </a:lnTo>
                  <a:lnTo>
                    <a:pt x="95" y="246"/>
                  </a:lnTo>
                  <a:lnTo>
                    <a:pt x="95" y="247"/>
                  </a:lnTo>
                  <a:lnTo>
                    <a:pt x="95" y="249"/>
                  </a:lnTo>
                  <a:lnTo>
                    <a:pt x="95" y="250"/>
                  </a:lnTo>
                  <a:lnTo>
                    <a:pt x="97" y="252"/>
                  </a:lnTo>
                  <a:lnTo>
                    <a:pt x="97" y="253"/>
                  </a:lnTo>
                  <a:lnTo>
                    <a:pt x="97" y="255"/>
                  </a:lnTo>
                  <a:lnTo>
                    <a:pt x="97" y="256"/>
                  </a:lnTo>
                  <a:lnTo>
                    <a:pt x="97" y="258"/>
                  </a:lnTo>
                  <a:lnTo>
                    <a:pt x="97" y="259"/>
                  </a:lnTo>
                  <a:lnTo>
                    <a:pt x="97" y="261"/>
                  </a:lnTo>
                  <a:lnTo>
                    <a:pt x="97" y="262"/>
                  </a:lnTo>
                  <a:lnTo>
                    <a:pt x="97" y="264"/>
                  </a:lnTo>
                  <a:lnTo>
                    <a:pt x="98" y="265"/>
                  </a:lnTo>
                  <a:lnTo>
                    <a:pt x="98" y="268"/>
                  </a:lnTo>
                  <a:lnTo>
                    <a:pt x="98" y="269"/>
                  </a:lnTo>
                  <a:lnTo>
                    <a:pt x="98" y="271"/>
                  </a:lnTo>
                  <a:lnTo>
                    <a:pt x="98" y="274"/>
                  </a:lnTo>
                  <a:lnTo>
                    <a:pt x="98" y="275"/>
                  </a:lnTo>
                  <a:lnTo>
                    <a:pt x="98" y="277"/>
                  </a:lnTo>
                  <a:lnTo>
                    <a:pt x="98" y="280"/>
                  </a:lnTo>
                  <a:lnTo>
                    <a:pt x="98" y="281"/>
                  </a:lnTo>
                  <a:lnTo>
                    <a:pt x="98" y="283"/>
                  </a:lnTo>
                  <a:lnTo>
                    <a:pt x="100" y="284"/>
                  </a:lnTo>
                  <a:lnTo>
                    <a:pt x="100" y="286"/>
                  </a:lnTo>
                  <a:lnTo>
                    <a:pt x="100" y="287"/>
                  </a:lnTo>
                  <a:lnTo>
                    <a:pt x="100" y="289"/>
                  </a:lnTo>
                  <a:lnTo>
                    <a:pt x="100" y="290"/>
                  </a:lnTo>
                  <a:lnTo>
                    <a:pt x="100" y="292"/>
                  </a:lnTo>
                  <a:lnTo>
                    <a:pt x="100" y="293"/>
                  </a:lnTo>
                  <a:lnTo>
                    <a:pt x="100" y="295"/>
                  </a:lnTo>
                  <a:lnTo>
                    <a:pt x="100" y="296"/>
                  </a:lnTo>
                  <a:lnTo>
                    <a:pt x="101" y="298"/>
                  </a:lnTo>
                  <a:lnTo>
                    <a:pt x="101" y="299"/>
                  </a:lnTo>
                  <a:lnTo>
                    <a:pt x="101" y="301"/>
                  </a:lnTo>
                  <a:lnTo>
                    <a:pt x="101" y="302"/>
                  </a:lnTo>
                  <a:lnTo>
                    <a:pt x="101" y="304"/>
                  </a:lnTo>
                  <a:lnTo>
                    <a:pt x="103" y="305"/>
                  </a:lnTo>
                  <a:lnTo>
                    <a:pt x="103" y="307"/>
                  </a:lnTo>
                  <a:lnTo>
                    <a:pt x="103" y="308"/>
                  </a:lnTo>
                  <a:lnTo>
                    <a:pt x="103" y="310"/>
                  </a:lnTo>
                  <a:lnTo>
                    <a:pt x="103" y="311"/>
                  </a:lnTo>
                  <a:lnTo>
                    <a:pt x="104" y="312"/>
                  </a:lnTo>
                  <a:lnTo>
                    <a:pt x="104" y="314"/>
                  </a:lnTo>
                  <a:lnTo>
                    <a:pt x="104" y="315"/>
                  </a:lnTo>
                  <a:lnTo>
                    <a:pt x="104" y="317"/>
                  </a:lnTo>
                  <a:lnTo>
                    <a:pt x="104" y="318"/>
                  </a:lnTo>
                  <a:lnTo>
                    <a:pt x="104" y="320"/>
                  </a:lnTo>
                  <a:lnTo>
                    <a:pt x="104" y="321"/>
                  </a:lnTo>
                  <a:lnTo>
                    <a:pt x="104" y="323"/>
                  </a:lnTo>
                  <a:lnTo>
                    <a:pt x="104" y="324"/>
                  </a:lnTo>
                  <a:lnTo>
                    <a:pt x="106" y="324"/>
                  </a:lnTo>
                  <a:lnTo>
                    <a:pt x="106" y="326"/>
                  </a:lnTo>
                  <a:lnTo>
                    <a:pt x="106" y="327"/>
                  </a:lnTo>
                  <a:lnTo>
                    <a:pt x="106" y="329"/>
                  </a:lnTo>
                  <a:lnTo>
                    <a:pt x="106" y="330"/>
                  </a:lnTo>
                  <a:lnTo>
                    <a:pt x="104" y="330"/>
                  </a:lnTo>
                  <a:lnTo>
                    <a:pt x="104" y="332"/>
                  </a:lnTo>
                  <a:lnTo>
                    <a:pt x="104" y="333"/>
                  </a:lnTo>
                  <a:lnTo>
                    <a:pt x="104" y="336"/>
                  </a:lnTo>
                  <a:lnTo>
                    <a:pt x="104" y="338"/>
                  </a:lnTo>
                  <a:lnTo>
                    <a:pt x="104" y="339"/>
                  </a:lnTo>
                  <a:lnTo>
                    <a:pt x="104" y="342"/>
                  </a:lnTo>
                  <a:lnTo>
                    <a:pt x="104" y="344"/>
                  </a:lnTo>
                  <a:lnTo>
                    <a:pt x="104" y="347"/>
                  </a:lnTo>
                  <a:lnTo>
                    <a:pt x="104" y="348"/>
                  </a:lnTo>
                  <a:lnTo>
                    <a:pt x="104" y="351"/>
                  </a:lnTo>
                  <a:lnTo>
                    <a:pt x="104" y="35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10" name="Freeform 52">
              <a:extLst>
                <a:ext uri="{FF2B5EF4-FFF2-40B4-BE49-F238E27FC236}">
                  <a16:creationId xmlns:a16="http://schemas.microsoft.com/office/drawing/2014/main" id="{A79D8A22-B6A7-4776-9FAE-EDEBEF24D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8113" y="5049838"/>
              <a:ext cx="84137" cy="280987"/>
            </a:xfrm>
            <a:custGeom>
              <a:avLst/>
              <a:gdLst>
                <a:gd name="T0" fmla="*/ 2147483646 w 106"/>
                <a:gd name="T1" fmla="*/ 2147483646 h 354"/>
                <a:gd name="T2" fmla="*/ 2147483646 w 106"/>
                <a:gd name="T3" fmla="*/ 2147483646 h 354"/>
                <a:gd name="T4" fmla="*/ 2147483646 w 106"/>
                <a:gd name="T5" fmla="*/ 2147483646 h 354"/>
                <a:gd name="T6" fmla="*/ 2147483646 w 106"/>
                <a:gd name="T7" fmla="*/ 2147483646 h 354"/>
                <a:gd name="T8" fmla="*/ 2147483646 w 106"/>
                <a:gd name="T9" fmla="*/ 2147483646 h 354"/>
                <a:gd name="T10" fmla="*/ 2147483646 w 106"/>
                <a:gd name="T11" fmla="*/ 2147483646 h 354"/>
                <a:gd name="T12" fmla="*/ 2147483646 w 106"/>
                <a:gd name="T13" fmla="*/ 2147483646 h 354"/>
                <a:gd name="T14" fmla="*/ 2147483646 w 106"/>
                <a:gd name="T15" fmla="*/ 2147483646 h 354"/>
                <a:gd name="T16" fmla="*/ 2147483646 w 106"/>
                <a:gd name="T17" fmla="*/ 2147483646 h 354"/>
                <a:gd name="T18" fmla="*/ 2147483646 w 106"/>
                <a:gd name="T19" fmla="*/ 2147483646 h 354"/>
                <a:gd name="T20" fmla="*/ 2147483646 w 106"/>
                <a:gd name="T21" fmla="*/ 2147483646 h 354"/>
                <a:gd name="T22" fmla="*/ 2147483646 w 106"/>
                <a:gd name="T23" fmla="*/ 2147483646 h 354"/>
                <a:gd name="T24" fmla="*/ 2147483646 w 106"/>
                <a:gd name="T25" fmla="*/ 2147483646 h 354"/>
                <a:gd name="T26" fmla="*/ 2147483646 w 106"/>
                <a:gd name="T27" fmla="*/ 2147483646 h 354"/>
                <a:gd name="T28" fmla="*/ 2147483646 w 106"/>
                <a:gd name="T29" fmla="*/ 2147483646 h 354"/>
                <a:gd name="T30" fmla="*/ 2147483646 w 106"/>
                <a:gd name="T31" fmla="*/ 2147483646 h 354"/>
                <a:gd name="T32" fmla="*/ 2147483646 w 106"/>
                <a:gd name="T33" fmla="*/ 2147483646 h 354"/>
                <a:gd name="T34" fmla="*/ 2147483646 w 106"/>
                <a:gd name="T35" fmla="*/ 2147483646 h 354"/>
                <a:gd name="T36" fmla="*/ 2147483646 w 106"/>
                <a:gd name="T37" fmla="*/ 2147483646 h 354"/>
                <a:gd name="T38" fmla="*/ 2147483646 w 106"/>
                <a:gd name="T39" fmla="*/ 2147483646 h 354"/>
                <a:gd name="T40" fmla="*/ 2147483646 w 106"/>
                <a:gd name="T41" fmla="*/ 2147483646 h 354"/>
                <a:gd name="T42" fmla="*/ 2147483646 w 106"/>
                <a:gd name="T43" fmla="*/ 2147483646 h 354"/>
                <a:gd name="T44" fmla="*/ 2147483646 w 106"/>
                <a:gd name="T45" fmla="*/ 2147483646 h 354"/>
                <a:gd name="T46" fmla="*/ 2147483646 w 106"/>
                <a:gd name="T47" fmla="*/ 2147483646 h 354"/>
                <a:gd name="T48" fmla="*/ 2147483646 w 106"/>
                <a:gd name="T49" fmla="*/ 2147483646 h 354"/>
                <a:gd name="T50" fmla="*/ 2147483646 w 106"/>
                <a:gd name="T51" fmla="*/ 2147483646 h 354"/>
                <a:gd name="T52" fmla="*/ 2147483646 w 106"/>
                <a:gd name="T53" fmla="*/ 2147483646 h 354"/>
                <a:gd name="T54" fmla="*/ 2147483646 w 106"/>
                <a:gd name="T55" fmla="*/ 2147483646 h 354"/>
                <a:gd name="T56" fmla="*/ 2147483646 w 106"/>
                <a:gd name="T57" fmla="*/ 2147483646 h 354"/>
                <a:gd name="T58" fmla="*/ 2147483646 w 106"/>
                <a:gd name="T59" fmla="*/ 2147483646 h 354"/>
                <a:gd name="T60" fmla="*/ 2147483646 w 106"/>
                <a:gd name="T61" fmla="*/ 2147483646 h 354"/>
                <a:gd name="T62" fmla="*/ 2147483646 w 106"/>
                <a:gd name="T63" fmla="*/ 2147483646 h 354"/>
                <a:gd name="T64" fmla="*/ 2147483646 w 106"/>
                <a:gd name="T65" fmla="*/ 2147483646 h 354"/>
                <a:gd name="T66" fmla="*/ 2147483646 w 106"/>
                <a:gd name="T67" fmla="*/ 2147483646 h 354"/>
                <a:gd name="T68" fmla="*/ 2147483646 w 106"/>
                <a:gd name="T69" fmla="*/ 2147483646 h 354"/>
                <a:gd name="T70" fmla="*/ 2147483646 w 106"/>
                <a:gd name="T71" fmla="*/ 2147483646 h 354"/>
                <a:gd name="T72" fmla="*/ 2147483646 w 106"/>
                <a:gd name="T73" fmla="*/ 2147483646 h 354"/>
                <a:gd name="T74" fmla="*/ 2147483646 w 106"/>
                <a:gd name="T75" fmla="*/ 2147483646 h 354"/>
                <a:gd name="T76" fmla="*/ 2147483646 w 106"/>
                <a:gd name="T77" fmla="*/ 2147483646 h 354"/>
                <a:gd name="T78" fmla="*/ 2147483646 w 106"/>
                <a:gd name="T79" fmla="*/ 2147483646 h 354"/>
                <a:gd name="T80" fmla="*/ 2147483646 w 106"/>
                <a:gd name="T81" fmla="*/ 2147483646 h 354"/>
                <a:gd name="T82" fmla="*/ 2147483646 w 106"/>
                <a:gd name="T83" fmla="*/ 2147483646 h 354"/>
                <a:gd name="T84" fmla="*/ 2147483646 w 106"/>
                <a:gd name="T85" fmla="*/ 2147483646 h 354"/>
                <a:gd name="T86" fmla="*/ 2147483646 w 106"/>
                <a:gd name="T87" fmla="*/ 2147483646 h 354"/>
                <a:gd name="T88" fmla="*/ 2147483646 w 106"/>
                <a:gd name="T89" fmla="*/ 2147483646 h 354"/>
                <a:gd name="T90" fmla="*/ 2147483646 w 106"/>
                <a:gd name="T91" fmla="*/ 2147483646 h 354"/>
                <a:gd name="T92" fmla="*/ 2147483646 w 106"/>
                <a:gd name="T93" fmla="*/ 2147483646 h 354"/>
                <a:gd name="T94" fmla="*/ 2147483646 w 106"/>
                <a:gd name="T95" fmla="*/ 2147483646 h 354"/>
                <a:gd name="T96" fmla="*/ 2147483646 w 106"/>
                <a:gd name="T97" fmla="*/ 2147483646 h 354"/>
                <a:gd name="T98" fmla="*/ 2147483646 w 106"/>
                <a:gd name="T99" fmla="*/ 2147483646 h 354"/>
                <a:gd name="T100" fmla="*/ 2147483646 w 106"/>
                <a:gd name="T101" fmla="*/ 2147483646 h 354"/>
                <a:gd name="T102" fmla="*/ 2147483646 w 106"/>
                <a:gd name="T103" fmla="*/ 2147483646 h 354"/>
                <a:gd name="T104" fmla="*/ 2147483646 w 106"/>
                <a:gd name="T105" fmla="*/ 2147483646 h 354"/>
                <a:gd name="T106" fmla="*/ 2147483646 w 106"/>
                <a:gd name="T107" fmla="*/ 2147483646 h 354"/>
                <a:gd name="T108" fmla="*/ 2147483646 w 106"/>
                <a:gd name="T109" fmla="*/ 2147483646 h 354"/>
                <a:gd name="T110" fmla="*/ 2147483646 w 106"/>
                <a:gd name="T111" fmla="*/ 2147483646 h 354"/>
                <a:gd name="T112" fmla="*/ 2147483646 w 106"/>
                <a:gd name="T113" fmla="*/ 2147483646 h 35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06" h="354">
                  <a:moveTo>
                    <a:pt x="0" y="354"/>
                  </a:moveTo>
                  <a:lnTo>
                    <a:pt x="2" y="349"/>
                  </a:lnTo>
                  <a:lnTo>
                    <a:pt x="5" y="347"/>
                  </a:lnTo>
                  <a:lnTo>
                    <a:pt x="6" y="342"/>
                  </a:lnTo>
                  <a:lnTo>
                    <a:pt x="8" y="339"/>
                  </a:lnTo>
                  <a:lnTo>
                    <a:pt x="9" y="336"/>
                  </a:lnTo>
                  <a:lnTo>
                    <a:pt x="11" y="333"/>
                  </a:lnTo>
                  <a:lnTo>
                    <a:pt x="12" y="330"/>
                  </a:lnTo>
                  <a:lnTo>
                    <a:pt x="14" y="329"/>
                  </a:lnTo>
                  <a:lnTo>
                    <a:pt x="15" y="326"/>
                  </a:lnTo>
                  <a:lnTo>
                    <a:pt x="17" y="324"/>
                  </a:lnTo>
                  <a:lnTo>
                    <a:pt x="18" y="321"/>
                  </a:lnTo>
                  <a:lnTo>
                    <a:pt x="18" y="320"/>
                  </a:lnTo>
                  <a:lnTo>
                    <a:pt x="20" y="318"/>
                  </a:lnTo>
                  <a:lnTo>
                    <a:pt x="21" y="317"/>
                  </a:lnTo>
                  <a:lnTo>
                    <a:pt x="21" y="315"/>
                  </a:lnTo>
                  <a:lnTo>
                    <a:pt x="22" y="314"/>
                  </a:lnTo>
                  <a:lnTo>
                    <a:pt x="22" y="312"/>
                  </a:lnTo>
                  <a:lnTo>
                    <a:pt x="24" y="311"/>
                  </a:lnTo>
                  <a:lnTo>
                    <a:pt x="24" y="309"/>
                  </a:lnTo>
                  <a:lnTo>
                    <a:pt x="25" y="308"/>
                  </a:lnTo>
                  <a:lnTo>
                    <a:pt x="25" y="306"/>
                  </a:lnTo>
                  <a:lnTo>
                    <a:pt x="25" y="305"/>
                  </a:lnTo>
                  <a:lnTo>
                    <a:pt x="27" y="304"/>
                  </a:lnTo>
                  <a:lnTo>
                    <a:pt x="27" y="302"/>
                  </a:lnTo>
                  <a:lnTo>
                    <a:pt x="28" y="301"/>
                  </a:lnTo>
                  <a:lnTo>
                    <a:pt x="28" y="299"/>
                  </a:lnTo>
                  <a:lnTo>
                    <a:pt x="30" y="298"/>
                  </a:lnTo>
                  <a:lnTo>
                    <a:pt x="30" y="296"/>
                  </a:lnTo>
                  <a:lnTo>
                    <a:pt x="30" y="295"/>
                  </a:lnTo>
                  <a:lnTo>
                    <a:pt x="31" y="292"/>
                  </a:lnTo>
                  <a:lnTo>
                    <a:pt x="33" y="290"/>
                  </a:lnTo>
                  <a:lnTo>
                    <a:pt x="33" y="289"/>
                  </a:lnTo>
                  <a:lnTo>
                    <a:pt x="34" y="286"/>
                  </a:lnTo>
                  <a:lnTo>
                    <a:pt x="34" y="284"/>
                  </a:lnTo>
                  <a:lnTo>
                    <a:pt x="36" y="283"/>
                  </a:lnTo>
                  <a:lnTo>
                    <a:pt x="36" y="281"/>
                  </a:lnTo>
                  <a:lnTo>
                    <a:pt x="37" y="280"/>
                  </a:lnTo>
                  <a:lnTo>
                    <a:pt x="37" y="278"/>
                  </a:lnTo>
                  <a:lnTo>
                    <a:pt x="39" y="277"/>
                  </a:lnTo>
                  <a:lnTo>
                    <a:pt x="39" y="275"/>
                  </a:lnTo>
                  <a:lnTo>
                    <a:pt x="39" y="274"/>
                  </a:lnTo>
                  <a:lnTo>
                    <a:pt x="40" y="272"/>
                  </a:lnTo>
                  <a:lnTo>
                    <a:pt x="40" y="271"/>
                  </a:lnTo>
                  <a:lnTo>
                    <a:pt x="42" y="269"/>
                  </a:lnTo>
                  <a:lnTo>
                    <a:pt x="42" y="268"/>
                  </a:lnTo>
                  <a:lnTo>
                    <a:pt x="42" y="266"/>
                  </a:lnTo>
                  <a:lnTo>
                    <a:pt x="43" y="265"/>
                  </a:lnTo>
                  <a:lnTo>
                    <a:pt x="43" y="263"/>
                  </a:lnTo>
                  <a:lnTo>
                    <a:pt x="43" y="262"/>
                  </a:lnTo>
                  <a:lnTo>
                    <a:pt x="45" y="261"/>
                  </a:lnTo>
                  <a:lnTo>
                    <a:pt x="45" y="259"/>
                  </a:lnTo>
                  <a:lnTo>
                    <a:pt x="46" y="258"/>
                  </a:lnTo>
                  <a:lnTo>
                    <a:pt x="46" y="256"/>
                  </a:lnTo>
                  <a:lnTo>
                    <a:pt x="46" y="255"/>
                  </a:lnTo>
                  <a:lnTo>
                    <a:pt x="48" y="253"/>
                  </a:lnTo>
                  <a:lnTo>
                    <a:pt x="48" y="252"/>
                  </a:lnTo>
                  <a:lnTo>
                    <a:pt x="49" y="250"/>
                  </a:lnTo>
                  <a:lnTo>
                    <a:pt x="49" y="249"/>
                  </a:lnTo>
                  <a:lnTo>
                    <a:pt x="51" y="246"/>
                  </a:lnTo>
                  <a:lnTo>
                    <a:pt x="51" y="244"/>
                  </a:lnTo>
                  <a:lnTo>
                    <a:pt x="52" y="241"/>
                  </a:lnTo>
                  <a:lnTo>
                    <a:pt x="52" y="240"/>
                  </a:lnTo>
                  <a:lnTo>
                    <a:pt x="54" y="237"/>
                  </a:lnTo>
                  <a:lnTo>
                    <a:pt x="54" y="234"/>
                  </a:lnTo>
                  <a:lnTo>
                    <a:pt x="55" y="232"/>
                  </a:lnTo>
                  <a:lnTo>
                    <a:pt x="57" y="231"/>
                  </a:lnTo>
                  <a:lnTo>
                    <a:pt x="57" y="228"/>
                  </a:lnTo>
                  <a:lnTo>
                    <a:pt x="57" y="226"/>
                  </a:lnTo>
                  <a:lnTo>
                    <a:pt x="58" y="225"/>
                  </a:lnTo>
                  <a:lnTo>
                    <a:pt x="58" y="223"/>
                  </a:lnTo>
                  <a:lnTo>
                    <a:pt x="60" y="222"/>
                  </a:lnTo>
                  <a:lnTo>
                    <a:pt x="60" y="220"/>
                  </a:lnTo>
                  <a:lnTo>
                    <a:pt x="60" y="219"/>
                  </a:lnTo>
                  <a:lnTo>
                    <a:pt x="61" y="218"/>
                  </a:lnTo>
                  <a:lnTo>
                    <a:pt x="61" y="216"/>
                  </a:lnTo>
                  <a:lnTo>
                    <a:pt x="61" y="215"/>
                  </a:lnTo>
                  <a:lnTo>
                    <a:pt x="63" y="213"/>
                  </a:lnTo>
                  <a:lnTo>
                    <a:pt x="63" y="212"/>
                  </a:lnTo>
                  <a:lnTo>
                    <a:pt x="64" y="210"/>
                  </a:lnTo>
                  <a:lnTo>
                    <a:pt x="64" y="209"/>
                  </a:lnTo>
                  <a:lnTo>
                    <a:pt x="64" y="207"/>
                  </a:lnTo>
                  <a:lnTo>
                    <a:pt x="64" y="206"/>
                  </a:lnTo>
                  <a:lnTo>
                    <a:pt x="65" y="204"/>
                  </a:lnTo>
                  <a:lnTo>
                    <a:pt x="65" y="203"/>
                  </a:lnTo>
                  <a:lnTo>
                    <a:pt x="65" y="201"/>
                  </a:lnTo>
                  <a:lnTo>
                    <a:pt x="67" y="200"/>
                  </a:lnTo>
                  <a:lnTo>
                    <a:pt x="67" y="198"/>
                  </a:lnTo>
                  <a:lnTo>
                    <a:pt x="67" y="197"/>
                  </a:lnTo>
                  <a:lnTo>
                    <a:pt x="68" y="194"/>
                  </a:lnTo>
                  <a:lnTo>
                    <a:pt x="68" y="192"/>
                  </a:lnTo>
                  <a:lnTo>
                    <a:pt x="70" y="191"/>
                  </a:lnTo>
                  <a:lnTo>
                    <a:pt x="70" y="188"/>
                  </a:lnTo>
                  <a:lnTo>
                    <a:pt x="71" y="185"/>
                  </a:lnTo>
                  <a:lnTo>
                    <a:pt x="71" y="183"/>
                  </a:lnTo>
                  <a:lnTo>
                    <a:pt x="73" y="180"/>
                  </a:lnTo>
                  <a:lnTo>
                    <a:pt x="73" y="179"/>
                  </a:lnTo>
                  <a:lnTo>
                    <a:pt x="74" y="176"/>
                  </a:lnTo>
                  <a:lnTo>
                    <a:pt x="74" y="175"/>
                  </a:lnTo>
                  <a:lnTo>
                    <a:pt x="74" y="173"/>
                  </a:lnTo>
                  <a:lnTo>
                    <a:pt x="76" y="172"/>
                  </a:lnTo>
                  <a:lnTo>
                    <a:pt x="76" y="170"/>
                  </a:lnTo>
                  <a:lnTo>
                    <a:pt x="76" y="169"/>
                  </a:lnTo>
                  <a:lnTo>
                    <a:pt x="77" y="167"/>
                  </a:lnTo>
                  <a:lnTo>
                    <a:pt x="77" y="166"/>
                  </a:lnTo>
                  <a:lnTo>
                    <a:pt x="77" y="164"/>
                  </a:lnTo>
                  <a:lnTo>
                    <a:pt x="79" y="163"/>
                  </a:lnTo>
                  <a:lnTo>
                    <a:pt x="79" y="161"/>
                  </a:lnTo>
                  <a:lnTo>
                    <a:pt x="79" y="160"/>
                  </a:lnTo>
                  <a:lnTo>
                    <a:pt x="79" y="158"/>
                  </a:lnTo>
                  <a:lnTo>
                    <a:pt x="80" y="157"/>
                  </a:lnTo>
                  <a:lnTo>
                    <a:pt x="80" y="155"/>
                  </a:lnTo>
                  <a:lnTo>
                    <a:pt x="82" y="154"/>
                  </a:lnTo>
                  <a:lnTo>
                    <a:pt x="82" y="152"/>
                  </a:lnTo>
                  <a:lnTo>
                    <a:pt x="82" y="151"/>
                  </a:lnTo>
                  <a:lnTo>
                    <a:pt x="82" y="149"/>
                  </a:lnTo>
                  <a:lnTo>
                    <a:pt x="83" y="148"/>
                  </a:lnTo>
                  <a:lnTo>
                    <a:pt x="83" y="146"/>
                  </a:lnTo>
                  <a:lnTo>
                    <a:pt x="83" y="145"/>
                  </a:lnTo>
                  <a:lnTo>
                    <a:pt x="85" y="142"/>
                  </a:lnTo>
                  <a:lnTo>
                    <a:pt x="85" y="140"/>
                  </a:lnTo>
                  <a:lnTo>
                    <a:pt x="86" y="139"/>
                  </a:lnTo>
                  <a:lnTo>
                    <a:pt x="86" y="136"/>
                  </a:lnTo>
                  <a:lnTo>
                    <a:pt x="88" y="134"/>
                  </a:lnTo>
                  <a:lnTo>
                    <a:pt x="88" y="131"/>
                  </a:lnTo>
                  <a:lnTo>
                    <a:pt x="89" y="130"/>
                  </a:lnTo>
                  <a:lnTo>
                    <a:pt x="89" y="127"/>
                  </a:lnTo>
                  <a:lnTo>
                    <a:pt x="91" y="126"/>
                  </a:lnTo>
                  <a:lnTo>
                    <a:pt x="91" y="123"/>
                  </a:lnTo>
                  <a:lnTo>
                    <a:pt x="91" y="121"/>
                  </a:lnTo>
                  <a:lnTo>
                    <a:pt x="92" y="120"/>
                  </a:lnTo>
                  <a:lnTo>
                    <a:pt x="92" y="118"/>
                  </a:lnTo>
                  <a:lnTo>
                    <a:pt x="92" y="115"/>
                  </a:lnTo>
                  <a:lnTo>
                    <a:pt x="94" y="114"/>
                  </a:lnTo>
                  <a:lnTo>
                    <a:pt x="94" y="112"/>
                  </a:lnTo>
                  <a:lnTo>
                    <a:pt x="94" y="111"/>
                  </a:lnTo>
                  <a:lnTo>
                    <a:pt x="95" y="109"/>
                  </a:lnTo>
                  <a:lnTo>
                    <a:pt x="95" y="108"/>
                  </a:lnTo>
                  <a:lnTo>
                    <a:pt x="95" y="106"/>
                  </a:lnTo>
                  <a:lnTo>
                    <a:pt x="95" y="105"/>
                  </a:lnTo>
                  <a:lnTo>
                    <a:pt x="95" y="103"/>
                  </a:lnTo>
                  <a:lnTo>
                    <a:pt x="97" y="102"/>
                  </a:lnTo>
                  <a:lnTo>
                    <a:pt x="97" y="100"/>
                  </a:lnTo>
                  <a:lnTo>
                    <a:pt x="97" y="99"/>
                  </a:lnTo>
                  <a:lnTo>
                    <a:pt x="97" y="97"/>
                  </a:lnTo>
                  <a:lnTo>
                    <a:pt x="97" y="96"/>
                  </a:lnTo>
                  <a:lnTo>
                    <a:pt x="97" y="94"/>
                  </a:lnTo>
                  <a:lnTo>
                    <a:pt x="97" y="93"/>
                  </a:lnTo>
                  <a:lnTo>
                    <a:pt x="97" y="91"/>
                  </a:lnTo>
                  <a:lnTo>
                    <a:pt x="97" y="90"/>
                  </a:lnTo>
                  <a:lnTo>
                    <a:pt x="98" y="87"/>
                  </a:lnTo>
                  <a:lnTo>
                    <a:pt x="98" y="86"/>
                  </a:lnTo>
                  <a:lnTo>
                    <a:pt x="98" y="84"/>
                  </a:lnTo>
                  <a:lnTo>
                    <a:pt x="98" y="81"/>
                  </a:lnTo>
                  <a:lnTo>
                    <a:pt x="98" y="80"/>
                  </a:lnTo>
                  <a:lnTo>
                    <a:pt x="98" y="78"/>
                  </a:lnTo>
                  <a:lnTo>
                    <a:pt x="98" y="75"/>
                  </a:lnTo>
                  <a:lnTo>
                    <a:pt x="98" y="74"/>
                  </a:lnTo>
                  <a:lnTo>
                    <a:pt x="98" y="72"/>
                  </a:lnTo>
                  <a:lnTo>
                    <a:pt x="98" y="71"/>
                  </a:lnTo>
                  <a:lnTo>
                    <a:pt x="100" y="69"/>
                  </a:lnTo>
                  <a:lnTo>
                    <a:pt x="100" y="68"/>
                  </a:lnTo>
                  <a:lnTo>
                    <a:pt x="100" y="66"/>
                  </a:lnTo>
                  <a:lnTo>
                    <a:pt x="100" y="65"/>
                  </a:lnTo>
                  <a:lnTo>
                    <a:pt x="100" y="63"/>
                  </a:lnTo>
                  <a:lnTo>
                    <a:pt x="100" y="62"/>
                  </a:lnTo>
                  <a:lnTo>
                    <a:pt x="100" y="60"/>
                  </a:lnTo>
                  <a:lnTo>
                    <a:pt x="100" y="59"/>
                  </a:lnTo>
                  <a:lnTo>
                    <a:pt x="100" y="57"/>
                  </a:lnTo>
                  <a:lnTo>
                    <a:pt x="101" y="56"/>
                  </a:lnTo>
                  <a:lnTo>
                    <a:pt x="101" y="54"/>
                  </a:lnTo>
                  <a:lnTo>
                    <a:pt x="101" y="53"/>
                  </a:lnTo>
                  <a:lnTo>
                    <a:pt x="101" y="51"/>
                  </a:lnTo>
                  <a:lnTo>
                    <a:pt x="101" y="50"/>
                  </a:lnTo>
                  <a:lnTo>
                    <a:pt x="103" y="48"/>
                  </a:lnTo>
                  <a:lnTo>
                    <a:pt x="103" y="47"/>
                  </a:lnTo>
                  <a:lnTo>
                    <a:pt x="103" y="45"/>
                  </a:lnTo>
                  <a:lnTo>
                    <a:pt x="103" y="44"/>
                  </a:lnTo>
                  <a:lnTo>
                    <a:pt x="103" y="43"/>
                  </a:lnTo>
                  <a:lnTo>
                    <a:pt x="104" y="41"/>
                  </a:lnTo>
                  <a:lnTo>
                    <a:pt x="104" y="40"/>
                  </a:lnTo>
                  <a:lnTo>
                    <a:pt x="104" y="38"/>
                  </a:lnTo>
                  <a:lnTo>
                    <a:pt x="104" y="37"/>
                  </a:lnTo>
                  <a:lnTo>
                    <a:pt x="104" y="35"/>
                  </a:lnTo>
                  <a:lnTo>
                    <a:pt x="104" y="34"/>
                  </a:lnTo>
                  <a:lnTo>
                    <a:pt x="104" y="32"/>
                  </a:lnTo>
                  <a:lnTo>
                    <a:pt x="104" y="31"/>
                  </a:lnTo>
                  <a:lnTo>
                    <a:pt x="104" y="29"/>
                  </a:lnTo>
                  <a:lnTo>
                    <a:pt x="106" y="29"/>
                  </a:lnTo>
                  <a:lnTo>
                    <a:pt x="106" y="28"/>
                  </a:lnTo>
                  <a:lnTo>
                    <a:pt x="106" y="26"/>
                  </a:lnTo>
                  <a:lnTo>
                    <a:pt x="106" y="25"/>
                  </a:lnTo>
                  <a:lnTo>
                    <a:pt x="106" y="23"/>
                  </a:lnTo>
                  <a:lnTo>
                    <a:pt x="104" y="22"/>
                  </a:lnTo>
                  <a:lnTo>
                    <a:pt x="104" y="20"/>
                  </a:lnTo>
                  <a:lnTo>
                    <a:pt x="104" y="19"/>
                  </a:lnTo>
                  <a:lnTo>
                    <a:pt x="104" y="17"/>
                  </a:lnTo>
                  <a:lnTo>
                    <a:pt x="104" y="16"/>
                  </a:lnTo>
                  <a:lnTo>
                    <a:pt x="104" y="14"/>
                  </a:lnTo>
                  <a:lnTo>
                    <a:pt x="104" y="11"/>
                  </a:lnTo>
                  <a:lnTo>
                    <a:pt x="104" y="10"/>
                  </a:lnTo>
                  <a:lnTo>
                    <a:pt x="104" y="7"/>
                  </a:lnTo>
                  <a:lnTo>
                    <a:pt x="104" y="5"/>
                  </a:lnTo>
                  <a:lnTo>
                    <a:pt x="104" y="2"/>
                  </a:lnTo>
                  <a:lnTo>
                    <a:pt x="104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11" name="Line 53">
              <a:extLst>
                <a:ext uri="{FF2B5EF4-FFF2-40B4-BE49-F238E27FC236}">
                  <a16:creationId xmlns:a16="http://schemas.microsoft.com/office/drawing/2014/main" id="{952FE2CD-9BFF-47CB-9AC7-471927FC4B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87863" y="4878388"/>
              <a:ext cx="19050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12" name="Line 54">
              <a:extLst>
                <a:ext uri="{FF2B5EF4-FFF2-40B4-BE49-F238E27FC236}">
                  <a16:creationId xmlns:a16="http://schemas.microsoft.com/office/drawing/2014/main" id="{C3D370D1-B927-4731-B5B7-68390568A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9050" y="4878388"/>
              <a:ext cx="258763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13" name="Freeform 55">
              <a:extLst>
                <a:ext uri="{FF2B5EF4-FFF2-40B4-BE49-F238E27FC236}">
                  <a16:creationId xmlns:a16="http://schemas.microsoft.com/office/drawing/2014/main" id="{9DB0C8E5-7EFD-4587-803F-9D999D58B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963" y="4713288"/>
              <a:ext cx="330200" cy="330200"/>
            </a:xfrm>
            <a:custGeom>
              <a:avLst/>
              <a:gdLst>
                <a:gd name="T0" fmla="*/ 2147483646 w 415"/>
                <a:gd name="T1" fmla="*/ 2147483646 h 416"/>
                <a:gd name="T2" fmla="*/ 0 w 415"/>
                <a:gd name="T3" fmla="*/ 2147483646 h 416"/>
                <a:gd name="T4" fmla="*/ 0 w 415"/>
                <a:gd name="T5" fmla="*/ 0 h 416"/>
                <a:gd name="T6" fmla="*/ 2147483646 w 415"/>
                <a:gd name="T7" fmla="*/ 2147483646 h 4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5" h="416">
                  <a:moveTo>
                    <a:pt x="415" y="208"/>
                  </a:moveTo>
                  <a:lnTo>
                    <a:pt x="0" y="416"/>
                  </a:lnTo>
                  <a:lnTo>
                    <a:pt x="0" y="0"/>
                  </a:lnTo>
                  <a:lnTo>
                    <a:pt x="415" y="208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14" name="Freeform 56">
              <a:extLst>
                <a:ext uri="{FF2B5EF4-FFF2-40B4-BE49-F238E27FC236}">
                  <a16:creationId xmlns:a16="http://schemas.microsoft.com/office/drawing/2014/main" id="{CE433CE2-A066-49E0-B1D7-7EBD1AB00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213" y="4827588"/>
              <a:ext cx="107950" cy="107950"/>
            </a:xfrm>
            <a:custGeom>
              <a:avLst/>
              <a:gdLst>
                <a:gd name="T0" fmla="*/ 2147483646 w 135"/>
                <a:gd name="T1" fmla="*/ 0 h 135"/>
                <a:gd name="T2" fmla="*/ 2147483646 w 135"/>
                <a:gd name="T3" fmla="*/ 2147483646 h 135"/>
                <a:gd name="T4" fmla="*/ 2147483646 w 135"/>
                <a:gd name="T5" fmla="*/ 2147483646 h 135"/>
                <a:gd name="T6" fmla="*/ 2147483646 w 135"/>
                <a:gd name="T7" fmla="*/ 2147483646 h 135"/>
                <a:gd name="T8" fmla="*/ 2147483646 w 135"/>
                <a:gd name="T9" fmla="*/ 2147483646 h 135"/>
                <a:gd name="T10" fmla="*/ 2147483646 w 135"/>
                <a:gd name="T11" fmla="*/ 2147483646 h 135"/>
                <a:gd name="T12" fmla="*/ 2147483646 w 135"/>
                <a:gd name="T13" fmla="*/ 2147483646 h 135"/>
                <a:gd name="T14" fmla="*/ 2147483646 w 135"/>
                <a:gd name="T15" fmla="*/ 2147483646 h 135"/>
                <a:gd name="T16" fmla="*/ 2147483646 w 135"/>
                <a:gd name="T17" fmla="*/ 2147483646 h 135"/>
                <a:gd name="T18" fmla="*/ 2147483646 w 135"/>
                <a:gd name="T19" fmla="*/ 2147483646 h 135"/>
                <a:gd name="T20" fmla="*/ 0 w 135"/>
                <a:gd name="T21" fmla="*/ 2147483646 h 135"/>
                <a:gd name="T22" fmla="*/ 2147483646 w 135"/>
                <a:gd name="T23" fmla="*/ 2147483646 h 135"/>
                <a:gd name="T24" fmla="*/ 2147483646 w 135"/>
                <a:gd name="T25" fmla="*/ 2147483646 h 135"/>
                <a:gd name="T26" fmla="*/ 2147483646 w 135"/>
                <a:gd name="T27" fmla="*/ 2147483646 h 135"/>
                <a:gd name="T28" fmla="*/ 2147483646 w 135"/>
                <a:gd name="T29" fmla="*/ 2147483646 h 135"/>
                <a:gd name="T30" fmla="*/ 2147483646 w 135"/>
                <a:gd name="T31" fmla="*/ 2147483646 h 135"/>
                <a:gd name="T32" fmla="*/ 2147483646 w 135"/>
                <a:gd name="T33" fmla="*/ 2147483646 h 135"/>
                <a:gd name="T34" fmla="*/ 2147483646 w 135"/>
                <a:gd name="T35" fmla="*/ 2147483646 h 135"/>
                <a:gd name="T36" fmla="*/ 2147483646 w 135"/>
                <a:gd name="T37" fmla="*/ 2147483646 h 135"/>
                <a:gd name="T38" fmla="*/ 2147483646 w 135"/>
                <a:gd name="T39" fmla="*/ 2147483646 h 135"/>
                <a:gd name="T40" fmla="*/ 2147483646 w 135"/>
                <a:gd name="T41" fmla="*/ 2147483646 h 135"/>
                <a:gd name="T42" fmla="*/ 2147483646 w 135"/>
                <a:gd name="T43" fmla="*/ 2147483646 h 135"/>
                <a:gd name="T44" fmla="*/ 2147483646 w 135"/>
                <a:gd name="T45" fmla="*/ 2147483646 h 135"/>
                <a:gd name="T46" fmla="*/ 2147483646 w 135"/>
                <a:gd name="T47" fmla="*/ 2147483646 h 135"/>
                <a:gd name="T48" fmla="*/ 2147483646 w 135"/>
                <a:gd name="T49" fmla="*/ 2147483646 h 135"/>
                <a:gd name="T50" fmla="*/ 2147483646 w 135"/>
                <a:gd name="T51" fmla="*/ 2147483646 h 135"/>
                <a:gd name="T52" fmla="*/ 2147483646 w 135"/>
                <a:gd name="T53" fmla="*/ 2147483646 h 135"/>
                <a:gd name="T54" fmla="*/ 2147483646 w 135"/>
                <a:gd name="T55" fmla="*/ 2147483646 h 135"/>
                <a:gd name="T56" fmla="*/ 2147483646 w 135"/>
                <a:gd name="T57" fmla="*/ 2147483646 h 135"/>
                <a:gd name="T58" fmla="*/ 2147483646 w 135"/>
                <a:gd name="T59" fmla="*/ 2147483646 h 135"/>
                <a:gd name="T60" fmla="*/ 2147483646 w 135"/>
                <a:gd name="T61" fmla="*/ 2147483646 h 135"/>
                <a:gd name="T62" fmla="*/ 2147483646 w 135"/>
                <a:gd name="T63" fmla="*/ 2147483646 h 135"/>
                <a:gd name="T64" fmla="*/ 2147483646 w 135"/>
                <a:gd name="T65" fmla="*/ 2147483646 h 135"/>
                <a:gd name="T66" fmla="*/ 2147483646 w 135"/>
                <a:gd name="T67" fmla="*/ 2147483646 h 135"/>
                <a:gd name="T68" fmla="*/ 2147483646 w 135"/>
                <a:gd name="T69" fmla="*/ 2147483646 h 135"/>
                <a:gd name="T70" fmla="*/ 2147483646 w 135"/>
                <a:gd name="T71" fmla="*/ 2147483646 h 135"/>
                <a:gd name="T72" fmla="*/ 2147483646 w 135"/>
                <a:gd name="T73" fmla="*/ 2147483646 h 135"/>
                <a:gd name="T74" fmla="*/ 2147483646 w 135"/>
                <a:gd name="T75" fmla="*/ 2147483646 h 135"/>
                <a:gd name="T76" fmla="*/ 2147483646 w 135"/>
                <a:gd name="T77" fmla="*/ 2147483646 h 135"/>
                <a:gd name="T78" fmla="*/ 2147483646 w 135"/>
                <a:gd name="T79" fmla="*/ 2147483646 h 135"/>
                <a:gd name="T80" fmla="*/ 2147483646 w 135"/>
                <a:gd name="T81" fmla="*/ 2147483646 h 135"/>
                <a:gd name="T82" fmla="*/ 2147483646 w 135"/>
                <a:gd name="T83" fmla="*/ 2147483646 h 135"/>
                <a:gd name="T84" fmla="*/ 2147483646 w 135"/>
                <a:gd name="T85" fmla="*/ 2147483646 h 135"/>
                <a:gd name="T86" fmla="*/ 2147483646 w 135"/>
                <a:gd name="T87" fmla="*/ 0 h 13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35" h="135">
                  <a:moveTo>
                    <a:pt x="68" y="0"/>
                  </a:moveTo>
                  <a:lnTo>
                    <a:pt x="64" y="0"/>
                  </a:lnTo>
                  <a:lnTo>
                    <a:pt x="61" y="0"/>
                  </a:lnTo>
                  <a:lnTo>
                    <a:pt x="58" y="2"/>
                  </a:lnTo>
                  <a:lnTo>
                    <a:pt x="55" y="2"/>
                  </a:lnTo>
                  <a:lnTo>
                    <a:pt x="51" y="3"/>
                  </a:lnTo>
                  <a:lnTo>
                    <a:pt x="48" y="3"/>
                  </a:lnTo>
                  <a:lnTo>
                    <a:pt x="45" y="5"/>
                  </a:lnTo>
                  <a:lnTo>
                    <a:pt x="42" y="6"/>
                  </a:lnTo>
                  <a:lnTo>
                    <a:pt x="39" y="8"/>
                  </a:lnTo>
                  <a:lnTo>
                    <a:pt x="36" y="9"/>
                  </a:lnTo>
                  <a:lnTo>
                    <a:pt x="33" y="11"/>
                  </a:lnTo>
                  <a:lnTo>
                    <a:pt x="30" y="12"/>
                  </a:lnTo>
                  <a:lnTo>
                    <a:pt x="28" y="14"/>
                  </a:lnTo>
                  <a:lnTo>
                    <a:pt x="25" y="17"/>
                  </a:lnTo>
                  <a:lnTo>
                    <a:pt x="22" y="18"/>
                  </a:lnTo>
                  <a:lnTo>
                    <a:pt x="21" y="20"/>
                  </a:lnTo>
                  <a:lnTo>
                    <a:pt x="18" y="22"/>
                  </a:lnTo>
                  <a:lnTo>
                    <a:pt x="16" y="25"/>
                  </a:lnTo>
                  <a:lnTo>
                    <a:pt x="14" y="27"/>
                  </a:lnTo>
                  <a:lnTo>
                    <a:pt x="12" y="30"/>
                  </a:lnTo>
                  <a:lnTo>
                    <a:pt x="11" y="33"/>
                  </a:lnTo>
                  <a:lnTo>
                    <a:pt x="9" y="36"/>
                  </a:lnTo>
                  <a:lnTo>
                    <a:pt x="8" y="39"/>
                  </a:lnTo>
                  <a:lnTo>
                    <a:pt x="6" y="42"/>
                  </a:lnTo>
                  <a:lnTo>
                    <a:pt x="5" y="45"/>
                  </a:lnTo>
                  <a:lnTo>
                    <a:pt x="3" y="48"/>
                  </a:lnTo>
                  <a:lnTo>
                    <a:pt x="3" y="51"/>
                  </a:lnTo>
                  <a:lnTo>
                    <a:pt x="2" y="54"/>
                  </a:lnTo>
                  <a:lnTo>
                    <a:pt x="2" y="58"/>
                  </a:lnTo>
                  <a:lnTo>
                    <a:pt x="2" y="61"/>
                  </a:lnTo>
                  <a:lnTo>
                    <a:pt x="0" y="64"/>
                  </a:lnTo>
                  <a:lnTo>
                    <a:pt x="0" y="68"/>
                  </a:lnTo>
                  <a:lnTo>
                    <a:pt x="0" y="71"/>
                  </a:lnTo>
                  <a:lnTo>
                    <a:pt x="2" y="74"/>
                  </a:lnTo>
                  <a:lnTo>
                    <a:pt x="2" y="77"/>
                  </a:lnTo>
                  <a:lnTo>
                    <a:pt x="2" y="82"/>
                  </a:lnTo>
                  <a:lnTo>
                    <a:pt x="3" y="85"/>
                  </a:lnTo>
                  <a:lnTo>
                    <a:pt x="3" y="88"/>
                  </a:lnTo>
                  <a:lnTo>
                    <a:pt x="5" y="91"/>
                  </a:lnTo>
                  <a:lnTo>
                    <a:pt x="6" y="94"/>
                  </a:lnTo>
                  <a:lnTo>
                    <a:pt x="8" y="97"/>
                  </a:lnTo>
                  <a:lnTo>
                    <a:pt x="9" y="100"/>
                  </a:lnTo>
                  <a:lnTo>
                    <a:pt x="11" y="103"/>
                  </a:lnTo>
                  <a:lnTo>
                    <a:pt x="12" y="106"/>
                  </a:lnTo>
                  <a:lnTo>
                    <a:pt x="14" y="108"/>
                  </a:lnTo>
                  <a:lnTo>
                    <a:pt x="16" y="110"/>
                  </a:lnTo>
                  <a:lnTo>
                    <a:pt x="18" y="113"/>
                  </a:lnTo>
                  <a:lnTo>
                    <a:pt x="21" y="116"/>
                  </a:lnTo>
                  <a:lnTo>
                    <a:pt x="22" y="117"/>
                  </a:lnTo>
                  <a:lnTo>
                    <a:pt x="25" y="120"/>
                  </a:lnTo>
                  <a:lnTo>
                    <a:pt x="28" y="122"/>
                  </a:lnTo>
                  <a:lnTo>
                    <a:pt x="30" y="123"/>
                  </a:lnTo>
                  <a:lnTo>
                    <a:pt x="33" y="125"/>
                  </a:lnTo>
                  <a:lnTo>
                    <a:pt x="36" y="126"/>
                  </a:lnTo>
                  <a:lnTo>
                    <a:pt x="39" y="128"/>
                  </a:lnTo>
                  <a:lnTo>
                    <a:pt x="42" y="129"/>
                  </a:lnTo>
                  <a:lnTo>
                    <a:pt x="45" y="131"/>
                  </a:lnTo>
                  <a:lnTo>
                    <a:pt x="48" y="132"/>
                  </a:lnTo>
                  <a:lnTo>
                    <a:pt x="51" y="134"/>
                  </a:lnTo>
                  <a:lnTo>
                    <a:pt x="55" y="134"/>
                  </a:lnTo>
                  <a:lnTo>
                    <a:pt x="58" y="134"/>
                  </a:lnTo>
                  <a:lnTo>
                    <a:pt x="61" y="135"/>
                  </a:lnTo>
                  <a:lnTo>
                    <a:pt x="64" y="135"/>
                  </a:lnTo>
                  <a:lnTo>
                    <a:pt x="68" y="135"/>
                  </a:lnTo>
                  <a:lnTo>
                    <a:pt x="71" y="135"/>
                  </a:lnTo>
                  <a:lnTo>
                    <a:pt x="74" y="135"/>
                  </a:lnTo>
                  <a:lnTo>
                    <a:pt x="79" y="134"/>
                  </a:lnTo>
                  <a:lnTo>
                    <a:pt x="82" y="134"/>
                  </a:lnTo>
                  <a:lnTo>
                    <a:pt x="85" y="134"/>
                  </a:lnTo>
                  <a:lnTo>
                    <a:pt x="88" y="132"/>
                  </a:lnTo>
                  <a:lnTo>
                    <a:pt x="91" y="131"/>
                  </a:lnTo>
                  <a:lnTo>
                    <a:pt x="94" y="129"/>
                  </a:lnTo>
                  <a:lnTo>
                    <a:pt x="97" y="128"/>
                  </a:lnTo>
                  <a:lnTo>
                    <a:pt x="100" y="126"/>
                  </a:lnTo>
                  <a:lnTo>
                    <a:pt x="102" y="125"/>
                  </a:lnTo>
                  <a:lnTo>
                    <a:pt x="105" y="123"/>
                  </a:lnTo>
                  <a:lnTo>
                    <a:pt x="108" y="122"/>
                  </a:lnTo>
                  <a:lnTo>
                    <a:pt x="111" y="120"/>
                  </a:lnTo>
                  <a:lnTo>
                    <a:pt x="113" y="117"/>
                  </a:lnTo>
                  <a:lnTo>
                    <a:pt x="116" y="116"/>
                  </a:lnTo>
                  <a:lnTo>
                    <a:pt x="117" y="113"/>
                  </a:lnTo>
                  <a:lnTo>
                    <a:pt x="120" y="110"/>
                  </a:lnTo>
                  <a:lnTo>
                    <a:pt x="122" y="108"/>
                  </a:lnTo>
                  <a:lnTo>
                    <a:pt x="123" y="106"/>
                  </a:lnTo>
                  <a:lnTo>
                    <a:pt x="126" y="103"/>
                  </a:lnTo>
                  <a:lnTo>
                    <a:pt x="128" y="100"/>
                  </a:lnTo>
                  <a:lnTo>
                    <a:pt x="129" y="97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8"/>
                  </a:lnTo>
                  <a:lnTo>
                    <a:pt x="134" y="85"/>
                  </a:lnTo>
                  <a:lnTo>
                    <a:pt x="134" y="82"/>
                  </a:lnTo>
                  <a:lnTo>
                    <a:pt x="135" y="77"/>
                  </a:lnTo>
                  <a:lnTo>
                    <a:pt x="135" y="74"/>
                  </a:lnTo>
                  <a:lnTo>
                    <a:pt x="135" y="71"/>
                  </a:lnTo>
                  <a:lnTo>
                    <a:pt x="135" y="68"/>
                  </a:lnTo>
                  <a:lnTo>
                    <a:pt x="135" y="64"/>
                  </a:lnTo>
                  <a:lnTo>
                    <a:pt x="135" y="61"/>
                  </a:lnTo>
                  <a:lnTo>
                    <a:pt x="135" y="58"/>
                  </a:lnTo>
                  <a:lnTo>
                    <a:pt x="134" y="54"/>
                  </a:lnTo>
                  <a:lnTo>
                    <a:pt x="134" y="51"/>
                  </a:lnTo>
                  <a:lnTo>
                    <a:pt x="132" y="48"/>
                  </a:lnTo>
                  <a:lnTo>
                    <a:pt x="131" y="45"/>
                  </a:lnTo>
                  <a:lnTo>
                    <a:pt x="131" y="42"/>
                  </a:lnTo>
                  <a:lnTo>
                    <a:pt x="129" y="39"/>
                  </a:lnTo>
                  <a:lnTo>
                    <a:pt x="128" y="36"/>
                  </a:lnTo>
                  <a:lnTo>
                    <a:pt x="126" y="33"/>
                  </a:lnTo>
                  <a:lnTo>
                    <a:pt x="123" y="30"/>
                  </a:lnTo>
                  <a:lnTo>
                    <a:pt x="122" y="27"/>
                  </a:lnTo>
                  <a:lnTo>
                    <a:pt x="120" y="25"/>
                  </a:lnTo>
                  <a:lnTo>
                    <a:pt x="117" y="22"/>
                  </a:lnTo>
                  <a:lnTo>
                    <a:pt x="116" y="20"/>
                  </a:lnTo>
                  <a:lnTo>
                    <a:pt x="113" y="18"/>
                  </a:lnTo>
                  <a:lnTo>
                    <a:pt x="111" y="17"/>
                  </a:lnTo>
                  <a:lnTo>
                    <a:pt x="108" y="14"/>
                  </a:lnTo>
                  <a:lnTo>
                    <a:pt x="105" y="12"/>
                  </a:lnTo>
                  <a:lnTo>
                    <a:pt x="102" y="11"/>
                  </a:lnTo>
                  <a:lnTo>
                    <a:pt x="100" y="9"/>
                  </a:lnTo>
                  <a:lnTo>
                    <a:pt x="97" y="8"/>
                  </a:lnTo>
                  <a:lnTo>
                    <a:pt x="94" y="6"/>
                  </a:lnTo>
                  <a:lnTo>
                    <a:pt x="91" y="5"/>
                  </a:lnTo>
                  <a:lnTo>
                    <a:pt x="88" y="3"/>
                  </a:lnTo>
                  <a:lnTo>
                    <a:pt x="85" y="3"/>
                  </a:lnTo>
                  <a:lnTo>
                    <a:pt x="82" y="2"/>
                  </a:lnTo>
                  <a:lnTo>
                    <a:pt x="79" y="2"/>
                  </a:lnTo>
                  <a:lnTo>
                    <a:pt x="74" y="0"/>
                  </a:lnTo>
                  <a:lnTo>
                    <a:pt x="71" y="0"/>
                  </a:lnTo>
                  <a:lnTo>
                    <a:pt x="68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15" name="Line 57">
              <a:extLst>
                <a:ext uri="{FF2B5EF4-FFF2-40B4-BE49-F238E27FC236}">
                  <a16:creationId xmlns:a16="http://schemas.microsoft.com/office/drawing/2014/main" id="{9B2C338A-92FA-4B12-9871-45BDDEB4D0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78363" y="4878388"/>
              <a:ext cx="23495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16" name="Line 58">
              <a:extLst>
                <a:ext uri="{FF2B5EF4-FFF2-40B4-BE49-F238E27FC236}">
                  <a16:creationId xmlns:a16="http://schemas.microsoft.com/office/drawing/2014/main" id="{AEDE90DC-EA91-4AA5-9441-6ECDF2839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263" y="5208588"/>
              <a:ext cx="167005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17" name="Line 59">
              <a:extLst>
                <a:ext uri="{FF2B5EF4-FFF2-40B4-BE49-F238E27FC236}">
                  <a16:creationId xmlns:a16="http://schemas.microsoft.com/office/drawing/2014/main" id="{2E22F21E-510C-4A69-84F2-6BDA081D45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263" y="4878388"/>
              <a:ext cx="585787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18" name="Line 60">
              <a:extLst>
                <a:ext uri="{FF2B5EF4-FFF2-40B4-BE49-F238E27FC236}">
                  <a16:creationId xmlns:a16="http://schemas.microsoft.com/office/drawing/2014/main" id="{6F440164-2EB7-47B6-82B3-D03EDF08A0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89650" y="5043488"/>
              <a:ext cx="328613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19" name="Rectangle 61">
              <a:extLst>
                <a:ext uri="{FF2B5EF4-FFF2-40B4-BE49-F238E27FC236}">
                  <a16:creationId xmlns:a16="http://schemas.microsoft.com/office/drawing/2014/main" id="{E694D73E-07D4-4E9C-B4AB-ACC14CF11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200" y="3767138"/>
              <a:ext cx="3059113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(a) Canonical sum-of-products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20" name="Rectangle 62">
              <a:extLst>
                <a:ext uri="{FF2B5EF4-FFF2-40B4-BE49-F238E27FC236}">
                  <a16:creationId xmlns:a16="http://schemas.microsoft.com/office/drawing/2014/main" id="{A3429928-C968-48A5-88D7-17341FF34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2250" y="4946650"/>
              <a:ext cx="201613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21" name="Freeform 63">
              <a:extLst>
                <a:ext uri="{FF2B5EF4-FFF2-40B4-BE49-F238E27FC236}">
                  <a16:creationId xmlns:a16="http://schemas.microsoft.com/office/drawing/2014/main" id="{A4F31674-012C-4744-A541-C8804B51C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163" y="876300"/>
              <a:ext cx="187325" cy="1588"/>
            </a:xfrm>
            <a:custGeom>
              <a:avLst/>
              <a:gdLst>
                <a:gd name="T0" fmla="*/ 2147483646 w 237"/>
                <a:gd name="T1" fmla="*/ 0 h 1588"/>
                <a:gd name="T2" fmla="*/ 0 w 237"/>
                <a:gd name="T3" fmla="*/ 0 h 1588"/>
                <a:gd name="T4" fmla="*/ 2147483646 w 237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7" h="1588">
                  <a:moveTo>
                    <a:pt x="237" y="0"/>
                  </a:moveTo>
                  <a:lnTo>
                    <a:pt x="0" y="0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22" name="Line 64">
              <a:extLst>
                <a:ext uri="{FF2B5EF4-FFF2-40B4-BE49-F238E27FC236}">
                  <a16:creationId xmlns:a16="http://schemas.microsoft.com/office/drawing/2014/main" id="{0602528B-8F46-4EC1-9CAA-1EB8B20EA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83163" y="876300"/>
              <a:ext cx="1873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23" name="Freeform 65">
              <a:extLst>
                <a:ext uri="{FF2B5EF4-FFF2-40B4-BE49-F238E27FC236}">
                  <a16:creationId xmlns:a16="http://schemas.microsoft.com/office/drawing/2014/main" id="{0D9303E4-3ECE-440F-A9FD-DC9006AA39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150" y="1041400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24" name="Line 66">
              <a:extLst>
                <a:ext uri="{FF2B5EF4-FFF2-40B4-BE49-F238E27FC236}">
                  <a16:creationId xmlns:a16="http://schemas.microsoft.com/office/drawing/2014/main" id="{F688CC65-65F2-46D9-BEA5-CF56D6533E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4150" y="1041400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25" name="Freeform 67">
              <a:extLst>
                <a:ext uri="{FF2B5EF4-FFF2-40B4-BE49-F238E27FC236}">
                  <a16:creationId xmlns:a16="http://schemas.microsoft.com/office/drawing/2014/main" id="{68380555-F047-4B96-A02F-5D418649D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150" y="711200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26" name="Line 68">
              <a:extLst>
                <a:ext uri="{FF2B5EF4-FFF2-40B4-BE49-F238E27FC236}">
                  <a16:creationId xmlns:a16="http://schemas.microsoft.com/office/drawing/2014/main" id="{D5A38ABE-06F4-4207-86AF-AFCE0656A6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4150" y="711200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27" name="Line 69">
              <a:extLst>
                <a:ext uri="{FF2B5EF4-FFF2-40B4-BE49-F238E27FC236}">
                  <a16:creationId xmlns:a16="http://schemas.microsoft.com/office/drawing/2014/main" id="{4824209B-6192-4252-A1C4-B8EE0051E0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3950" y="711200"/>
              <a:ext cx="1588" cy="3302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28" name="Rectangle 70">
              <a:extLst>
                <a:ext uri="{FF2B5EF4-FFF2-40B4-BE49-F238E27FC236}">
                  <a16:creationId xmlns:a16="http://schemas.microsoft.com/office/drawing/2014/main" id="{D9EEA200-75BA-4594-A4DA-ED6BEBF6A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6950" y="5616575"/>
              <a:ext cx="2674938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Helvetica" panose="020B0604020202020204" pitchFamily="34" charset="0"/>
                  <a:ea typeface="MS PGothic" panose="020B0600070205080204" pitchFamily="34" charset="-128"/>
                  <a:cs typeface="+mn-cs"/>
                </a:rPr>
                <a:t>(b) Minimal-cost realization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29" name="Rectangle 71">
              <a:extLst>
                <a:ext uri="{FF2B5EF4-FFF2-40B4-BE49-F238E27FC236}">
                  <a16:creationId xmlns:a16="http://schemas.microsoft.com/office/drawing/2014/main" id="{1FB92F72-3478-4E47-B40F-C99514D07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7200" y="5075238"/>
              <a:ext cx="236538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30" name="Rectangle 72">
              <a:extLst>
                <a:ext uri="{FF2B5EF4-FFF2-40B4-BE49-F238E27FC236}">
                  <a16:creationId xmlns:a16="http://schemas.microsoft.com/office/drawing/2014/main" id="{73209207-0473-4B7C-ADCB-8EB836E8A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0388" y="5181600"/>
              <a:ext cx="206375" cy="239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31" name="Rectangle 73">
              <a:extLst>
                <a:ext uri="{FF2B5EF4-FFF2-40B4-BE49-F238E27FC236}">
                  <a16:creationId xmlns:a16="http://schemas.microsoft.com/office/drawing/2014/main" id="{2DAEB249-9174-4516-9AA7-AF1E83952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5613" y="4733925"/>
              <a:ext cx="236537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32" name="Rectangle 74">
              <a:extLst>
                <a:ext uri="{FF2B5EF4-FFF2-40B4-BE49-F238E27FC236}">
                  <a16:creationId xmlns:a16="http://schemas.microsoft.com/office/drawing/2014/main" id="{94BA1045-367F-4D01-8CB3-939CCDD49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7213" y="4840288"/>
              <a:ext cx="206375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33" name="Rectangle 75">
              <a:extLst>
                <a:ext uri="{FF2B5EF4-FFF2-40B4-BE49-F238E27FC236}">
                  <a16:creationId xmlns:a16="http://schemas.microsoft.com/office/drawing/2014/main" id="{96417E1C-BC6A-4BA2-9475-B2AB81781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8850" y="558800"/>
              <a:ext cx="236538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34" name="Rectangle 76">
              <a:extLst>
                <a:ext uri="{FF2B5EF4-FFF2-40B4-BE49-F238E27FC236}">
                  <a16:creationId xmlns:a16="http://schemas.microsoft.com/office/drawing/2014/main" id="{05C161CA-4E59-4389-AE79-843E710CF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2038" y="665163"/>
              <a:ext cx="206375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35" name="Rectangle 77">
              <a:extLst>
                <a:ext uri="{FF2B5EF4-FFF2-40B4-BE49-F238E27FC236}">
                  <a16:creationId xmlns:a16="http://schemas.microsoft.com/office/drawing/2014/main" id="{FBF1615B-A9D8-4E98-ACD5-FDD6E2B37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8850" y="904875"/>
              <a:ext cx="236538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5136" name="Rectangle 78">
              <a:extLst>
                <a:ext uri="{FF2B5EF4-FFF2-40B4-BE49-F238E27FC236}">
                  <a16:creationId xmlns:a16="http://schemas.microsoft.com/office/drawing/2014/main" id="{3E6AF74F-52DA-45BF-9008-5BF0D9855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2038" y="1011238"/>
              <a:ext cx="206375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45137" name="Group 80">
              <a:extLst>
                <a:ext uri="{FF2B5EF4-FFF2-40B4-BE49-F238E27FC236}">
                  <a16:creationId xmlns:a16="http://schemas.microsoft.com/office/drawing/2014/main" id="{B0D872F7-1988-457C-81DD-A2A766F06A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16413" y="595313"/>
              <a:ext cx="666750" cy="561975"/>
              <a:chOff x="3435" y="821"/>
              <a:chExt cx="421" cy="354"/>
            </a:xfrm>
          </p:grpSpPr>
          <p:sp>
            <p:nvSpPr>
              <p:cNvPr id="45150" name="Line 81">
                <a:extLst>
                  <a:ext uri="{FF2B5EF4-FFF2-40B4-BE49-F238E27FC236}">
                    <a16:creationId xmlns:a16="http://schemas.microsoft.com/office/drawing/2014/main" id="{20352FE2-3239-49E9-B2BE-C2F6DF9A98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51" name="Line 82">
                <a:extLst>
                  <a:ext uri="{FF2B5EF4-FFF2-40B4-BE49-F238E27FC236}">
                    <a16:creationId xmlns:a16="http://schemas.microsoft.com/office/drawing/2014/main" id="{82034161-3964-493E-B1F7-55F048EA6F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52" name="Arc 83">
                <a:extLst>
                  <a:ext uri="{FF2B5EF4-FFF2-40B4-BE49-F238E27FC236}">
                    <a16:creationId xmlns:a16="http://schemas.microsoft.com/office/drawing/2014/main" id="{217B4B66-3BB0-4DAE-8B64-6487AD2CA8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53" name="Arc 84">
                <a:extLst>
                  <a:ext uri="{FF2B5EF4-FFF2-40B4-BE49-F238E27FC236}">
                    <a16:creationId xmlns:a16="http://schemas.microsoft.com/office/drawing/2014/main" id="{7951594D-0591-4CA5-A325-D6D2C9F6CE9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54" name="Line 85">
                <a:extLst>
                  <a:ext uri="{FF2B5EF4-FFF2-40B4-BE49-F238E27FC236}">
                    <a16:creationId xmlns:a16="http://schemas.microsoft.com/office/drawing/2014/main" id="{CA8EBF80-513F-4300-AE16-3216E42963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5138" name="Group 86">
              <a:extLst>
                <a:ext uri="{FF2B5EF4-FFF2-40B4-BE49-F238E27FC236}">
                  <a16:creationId xmlns:a16="http://schemas.microsoft.com/office/drawing/2014/main" id="{69704754-DED0-4B11-8F27-C00017FEC8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4350" y="1774825"/>
              <a:ext cx="668338" cy="561975"/>
              <a:chOff x="3435" y="821"/>
              <a:chExt cx="421" cy="354"/>
            </a:xfrm>
          </p:grpSpPr>
          <p:sp>
            <p:nvSpPr>
              <p:cNvPr id="45145" name="Line 87">
                <a:extLst>
                  <a:ext uri="{FF2B5EF4-FFF2-40B4-BE49-F238E27FC236}">
                    <a16:creationId xmlns:a16="http://schemas.microsoft.com/office/drawing/2014/main" id="{21A060AE-630F-4080-B14E-839D0155FF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46" name="Line 88">
                <a:extLst>
                  <a:ext uri="{FF2B5EF4-FFF2-40B4-BE49-F238E27FC236}">
                    <a16:creationId xmlns:a16="http://schemas.microsoft.com/office/drawing/2014/main" id="{F242DCFA-8F9C-4617-85FC-55256B36D2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47" name="Arc 89">
                <a:extLst>
                  <a:ext uri="{FF2B5EF4-FFF2-40B4-BE49-F238E27FC236}">
                    <a16:creationId xmlns:a16="http://schemas.microsoft.com/office/drawing/2014/main" id="{CA06A750-74A6-4253-82FF-07965A6A7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48" name="Arc 90">
                <a:extLst>
                  <a:ext uri="{FF2B5EF4-FFF2-40B4-BE49-F238E27FC236}">
                    <a16:creationId xmlns:a16="http://schemas.microsoft.com/office/drawing/2014/main" id="{34BAB30F-842E-48E1-A9ED-D5404D722B1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49" name="Line 91">
                <a:extLst>
                  <a:ext uri="{FF2B5EF4-FFF2-40B4-BE49-F238E27FC236}">
                    <a16:creationId xmlns:a16="http://schemas.microsoft.com/office/drawing/2014/main" id="{B681F7BF-F8E4-4AED-956D-B64D267C8B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5139" name="Group 92">
              <a:extLst>
                <a:ext uri="{FF2B5EF4-FFF2-40B4-BE49-F238E27FC236}">
                  <a16:creationId xmlns:a16="http://schemas.microsoft.com/office/drawing/2014/main" id="{4907F99A-6F7C-496A-96FA-25118AC5D6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9113" y="2925763"/>
              <a:ext cx="666750" cy="561975"/>
              <a:chOff x="3435" y="821"/>
              <a:chExt cx="421" cy="354"/>
            </a:xfrm>
          </p:grpSpPr>
          <p:sp>
            <p:nvSpPr>
              <p:cNvPr id="45140" name="Line 93">
                <a:extLst>
                  <a:ext uri="{FF2B5EF4-FFF2-40B4-BE49-F238E27FC236}">
                    <a16:creationId xmlns:a16="http://schemas.microsoft.com/office/drawing/2014/main" id="{62BE78B6-F6C8-4058-BEDF-74D6F967D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41" name="Line 94">
                <a:extLst>
                  <a:ext uri="{FF2B5EF4-FFF2-40B4-BE49-F238E27FC236}">
                    <a16:creationId xmlns:a16="http://schemas.microsoft.com/office/drawing/2014/main" id="{C4E9421D-5E5E-499F-88C3-801901FE30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42" name="Arc 95">
                <a:extLst>
                  <a:ext uri="{FF2B5EF4-FFF2-40B4-BE49-F238E27FC236}">
                    <a16:creationId xmlns:a16="http://schemas.microsoft.com/office/drawing/2014/main" id="{9B338B4B-3E2B-46FE-880E-E850CA9FCD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43" name="Arc 96">
                <a:extLst>
                  <a:ext uri="{FF2B5EF4-FFF2-40B4-BE49-F238E27FC236}">
                    <a16:creationId xmlns:a16="http://schemas.microsoft.com/office/drawing/2014/main" id="{80FBF66B-C34D-4EB9-9C01-77F475BC13C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5144" name="Line 97">
                <a:extLst>
                  <a:ext uri="{FF2B5EF4-FFF2-40B4-BE49-F238E27FC236}">
                    <a16:creationId xmlns:a16="http://schemas.microsoft.com/office/drawing/2014/main" id="{5AEB6C97-B986-45F8-9D21-D53A1ACBD7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45059" name="TextBox 125">
            <a:extLst>
              <a:ext uri="{FF2B5EF4-FFF2-40B4-BE49-F238E27FC236}">
                <a16:creationId xmlns:a16="http://schemas.microsoft.com/office/drawing/2014/main" id="{03443D0E-86BA-4D98-88AC-963E11EAA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2.20 from the textbook ]</a:t>
            </a:r>
          </a:p>
        </p:txBody>
      </p:sp>
      <p:pic>
        <p:nvPicPr>
          <p:cNvPr id="100" name="Picture 99">
            <a:extLst>
              <a:ext uri="{FF2B5EF4-FFF2-40B4-BE49-F238E27FC236}">
                <a16:creationId xmlns:a16="http://schemas.microsoft.com/office/drawing/2014/main" id="{F354A1AE-A228-4267-9CED-146B95490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50" y="1313431"/>
            <a:ext cx="3083788" cy="272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48870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Box 125">
            <a:extLst>
              <a:ext uri="{FF2B5EF4-FFF2-40B4-BE49-F238E27FC236}">
                <a16:creationId xmlns:a16="http://schemas.microsoft.com/office/drawing/2014/main" id="{26FBF640-1EEF-410E-A94D-4D585A2B0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2.21 from the textbook ]</a:t>
            </a:r>
          </a:p>
        </p:txBody>
      </p:sp>
      <p:sp>
        <p:nvSpPr>
          <p:cNvPr id="52227" name="Title 1">
            <a:extLst>
              <a:ext uri="{FF2B5EF4-FFF2-40B4-BE49-F238E27FC236}">
                <a16:creationId xmlns:a16="http://schemas.microsoft.com/office/drawing/2014/main" id="{E3A8D966-C489-4C78-B02A-50B152D681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9739"/>
            <a:ext cx="9144000" cy="417461"/>
          </a:xfrm>
        </p:spPr>
        <p:txBody>
          <a:bodyPr/>
          <a:lstStyle/>
          <a:p>
            <a:r>
              <a:rPr lang="en-US" altLang="en-US" dirty="0"/>
              <a:t>Example 2.7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B44304-F2A0-42ED-900F-9F32FAD31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533400"/>
            <a:ext cx="5953125" cy="15305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3D648EF-1CE5-4A6A-B0EA-61B5BD69F3E9}"/>
              </a:ext>
            </a:extLst>
          </p:cNvPr>
          <p:cNvSpPr/>
          <p:nvPr/>
        </p:nvSpPr>
        <p:spPr>
          <a:xfrm>
            <a:off x="76200" y="2133600"/>
            <a:ext cx="8915400" cy="21390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/>
              <a:t>The gumballs travel on a conveyor that has three associated sensors s</a:t>
            </a:r>
            <a:r>
              <a:rPr lang="en-US" sz="2100" baseline="-25000" dirty="0"/>
              <a:t>1</a:t>
            </a:r>
            <a:r>
              <a:rPr lang="en-US" sz="2100" dirty="0"/>
              <a:t>, s</a:t>
            </a:r>
            <a:r>
              <a:rPr lang="en-US" sz="2100" baseline="-25000" dirty="0"/>
              <a:t>2</a:t>
            </a:r>
            <a:r>
              <a:rPr lang="en-US" sz="2100" dirty="0"/>
              <a:t>, and s</a:t>
            </a:r>
            <a:r>
              <a:rPr lang="en-US" sz="2100" baseline="-25000" dirty="0"/>
              <a:t>3</a:t>
            </a:r>
            <a:r>
              <a:rPr lang="en-US" sz="2100" dirty="0"/>
              <a:t>.</a:t>
            </a:r>
          </a:p>
          <a:p>
            <a:endParaRPr lang="en-US" sz="1000" dirty="0"/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/>
              <a:t>If a gumball is not heavy enough to be acceptable then the sensor sets s</a:t>
            </a:r>
            <a:r>
              <a:rPr lang="en-US" sz="2300" baseline="-25000" dirty="0"/>
              <a:t>1</a:t>
            </a:r>
            <a:r>
              <a:rPr lang="en-US" sz="2300" dirty="0"/>
              <a:t>=1.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/>
              <a:t>If  a gumball is too small to be acceptable, then s</a:t>
            </a:r>
            <a:r>
              <a:rPr lang="en-US" sz="2300" baseline="-25000" dirty="0"/>
              <a:t>2</a:t>
            </a:r>
            <a:r>
              <a:rPr lang="en-US" sz="2300" dirty="0"/>
              <a:t>=1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/>
              <a:t>If it is too large, then s</a:t>
            </a:r>
            <a:r>
              <a:rPr lang="en-US" sz="2300" baseline="-25000" dirty="0"/>
              <a:t>3</a:t>
            </a:r>
            <a:r>
              <a:rPr lang="en-US" sz="2300" dirty="0"/>
              <a:t>=1.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4547E6-FFC5-4468-B1B3-56A9B23E52CE}"/>
              </a:ext>
            </a:extLst>
          </p:cNvPr>
          <p:cNvSpPr/>
          <p:nvPr/>
        </p:nvSpPr>
        <p:spPr>
          <a:xfrm>
            <a:off x="47171" y="4498824"/>
            <a:ext cx="8915400" cy="186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300" dirty="0"/>
              <a:t>A gumball should be rejected if it is </a:t>
            </a:r>
            <a:r>
              <a:rPr lang="en-US" sz="2300" dirty="0">
                <a:solidFill>
                  <a:srgbClr val="FF0000"/>
                </a:solidFill>
              </a:rPr>
              <a:t>too large, or both too small and too light</a:t>
            </a:r>
            <a:r>
              <a:rPr lang="en-US" sz="2300" dirty="0"/>
              <a:t>. The trap door is opened by setting the logic function f to the value 1. </a:t>
            </a:r>
          </a:p>
          <a:p>
            <a:pPr algn="just"/>
            <a:endParaRPr lang="en-US" sz="2300" dirty="0"/>
          </a:p>
          <a:p>
            <a:pPr algn="just"/>
            <a:r>
              <a:rPr lang="en-US" sz="2300" dirty="0"/>
              <a:t>By inspection, f = s</a:t>
            </a:r>
            <a:r>
              <a:rPr lang="en-US" sz="2300" baseline="-25000" dirty="0"/>
              <a:t>3 </a:t>
            </a:r>
            <a:r>
              <a:rPr lang="en-US" sz="2300" dirty="0"/>
              <a:t>+ s</a:t>
            </a:r>
            <a:r>
              <a:rPr lang="en-US" sz="2300" baseline="-25000" dirty="0"/>
              <a:t>1</a:t>
            </a:r>
            <a:r>
              <a:rPr lang="en-US" sz="2300" dirty="0"/>
              <a:t>s</a:t>
            </a:r>
            <a:r>
              <a:rPr lang="en-US" sz="2300" baseline="-25000" dirty="0"/>
              <a:t>2</a:t>
            </a:r>
            <a:endParaRPr lang="en-US" sz="23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8DF80F8-FDED-42D9-8A0F-8E0CAB04F4F0}"/>
                  </a:ext>
                </a:extLst>
              </p14:cNvPr>
              <p14:cNvContentPartPr/>
              <p14:nvPr/>
            </p14:nvContentPartPr>
            <p14:xfrm>
              <a:off x="1737000" y="1528920"/>
              <a:ext cx="5787720" cy="5092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8DF80F8-FDED-42D9-8A0F-8E0CAB04F4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7640" y="1519560"/>
                <a:ext cx="5806440" cy="5111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Box 125">
            <a:extLst>
              <a:ext uri="{FF2B5EF4-FFF2-40B4-BE49-F238E27FC236}">
                <a16:creationId xmlns:a16="http://schemas.microsoft.com/office/drawing/2014/main" id="{26FBF640-1EEF-410E-A94D-4D585A2B0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2.21 from the textbook ]</a:t>
            </a:r>
          </a:p>
        </p:txBody>
      </p:sp>
      <p:sp>
        <p:nvSpPr>
          <p:cNvPr id="52227" name="Title 1">
            <a:extLst>
              <a:ext uri="{FF2B5EF4-FFF2-40B4-BE49-F238E27FC236}">
                <a16:creationId xmlns:a16="http://schemas.microsoft.com/office/drawing/2014/main" id="{E3A8D966-C489-4C78-B02A-50B152D681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txBody>
          <a:bodyPr/>
          <a:lstStyle/>
          <a:p>
            <a:r>
              <a:rPr lang="en-US" altLang="en-US" dirty="0"/>
              <a:t>Let’s look at another problem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03A2F4-B712-4B61-8DE1-9E2587182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679270"/>
            <a:ext cx="5343525" cy="157899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1B64AAF-6FB9-440C-AE56-DEDE490E95B5}"/>
              </a:ext>
            </a:extLst>
          </p:cNvPr>
          <p:cNvSpPr/>
          <p:nvPr/>
        </p:nvSpPr>
        <p:spPr>
          <a:xfrm>
            <a:off x="100466" y="2840244"/>
            <a:ext cx="508113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dirty="0"/>
              <a:t>A gumball should be rejected if it is </a:t>
            </a:r>
            <a:r>
              <a:rPr lang="en-US" dirty="0">
                <a:solidFill>
                  <a:srgbClr val="0070C0"/>
                </a:solidFill>
              </a:rPr>
              <a:t>too large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or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both too small and too light. 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endParaRPr lang="en-US" dirty="0"/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dirty="0"/>
              <a:t>It sets f to 1 for each row in the table where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 has the value 1 </a:t>
            </a:r>
            <a:r>
              <a:rPr lang="en-US" dirty="0"/>
              <a:t>(too large), as well as for each row where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baseline="-25000" dirty="0">
                <a:solidFill>
                  <a:srgbClr val="FF0000"/>
                </a:solidFill>
              </a:rPr>
              <a:t>1 </a:t>
            </a:r>
            <a:r>
              <a:rPr lang="en-US" dirty="0">
                <a:solidFill>
                  <a:srgbClr val="FF0000"/>
                </a:solidFill>
              </a:rPr>
              <a:t>= s</a:t>
            </a:r>
            <a:r>
              <a:rPr lang="en-US" baseline="-25000" dirty="0">
                <a:solidFill>
                  <a:srgbClr val="FF0000"/>
                </a:solidFill>
              </a:rPr>
              <a:t>2 </a:t>
            </a:r>
            <a:r>
              <a:rPr lang="en-US" dirty="0">
                <a:solidFill>
                  <a:srgbClr val="FF0000"/>
                </a:solidFill>
              </a:rPr>
              <a:t>= 1 </a:t>
            </a:r>
            <a:r>
              <a:rPr lang="en-US" dirty="0"/>
              <a:t>(too light and too small).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40E41D-89CD-49A7-B35C-D2F46EB74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615197"/>
              </p:ext>
            </p:extLst>
          </p:nvPr>
        </p:nvGraphicFramePr>
        <p:xfrm>
          <a:off x="5715000" y="2258266"/>
          <a:ext cx="3190648" cy="421873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97662">
                  <a:extLst>
                    <a:ext uri="{9D8B030D-6E8A-4147-A177-3AD203B41FA5}">
                      <a16:colId xmlns:a16="http://schemas.microsoft.com/office/drawing/2014/main" val="3463954469"/>
                    </a:ext>
                  </a:extLst>
                </a:gridCol>
                <a:gridCol w="797662">
                  <a:extLst>
                    <a:ext uri="{9D8B030D-6E8A-4147-A177-3AD203B41FA5}">
                      <a16:colId xmlns:a16="http://schemas.microsoft.com/office/drawing/2014/main" val="4051494194"/>
                    </a:ext>
                  </a:extLst>
                </a:gridCol>
                <a:gridCol w="797662">
                  <a:extLst>
                    <a:ext uri="{9D8B030D-6E8A-4147-A177-3AD203B41FA5}">
                      <a16:colId xmlns:a16="http://schemas.microsoft.com/office/drawing/2014/main" val="1497000144"/>
                    </a:ext>
                  </a:extLst>
                </a:gridCol>
                <a:gridCol w="797662">
                  <a:extLst>
                    <a:ext uri="{9D8B030D-6E8A-4147-A177-3AD203B41FA5}">
                      <a16:colId xmlns:a16="http://schemas.microsoft.com/office/drawing/2014/main" val="347291969"/>
                    </a:ext>
                  </a:extLst>
                </a:gridCol>
              </a:tblGrid>
              <a:tr h="46874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5606155"/>
                  </a:ext>
                </a:extLst>
              </a:tr>
              <a:tr h="4687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7085165"/>
                  </a:ext>
                </a:extLst>
              </a:tr>
              <a:tr h="4687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407438"/>
                  </a:ext>
                </a:extLst>
              </a:tr>
              <a:tr h="4687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9804928"/>
                  </a:ext>
                </a:extLst>
              </a:tr>
              <a:tr h="4687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686066"/>
                  </a:ext>
                </a:extLst>
              </a:tr>
              <a:tr h="4687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030684"/>
                  </a:ext>
                </a:extLst>
              </a:tr>
              <a:tr h="4687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66063"/>
                  </a:ext>
                </a:extLst>
              </a:tr>
              <a:tr h="4687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43365"/>
                  </a:ext>
                </a:extLst>
              </a:tr>
              <a:tr h="4687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28574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505569F-9573-4CC8-AA5F-E8629E468D26}"/>
                  </a:ext>
                </a:extLst>
              </p14:cNvPr>
              <p14:cNvContentPartPr/>
              <p14:nvPr/>
            </p14:nvContentPartPr>
            <p14:xfrm>
              <a:off x="5935320" y="2871000"/>
              <a:ext cx="3011400" cy="3538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505569F-9573-4CC8-AA5F-E8629E468D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25960" y="2861640"/>
                <a:ext cx="3030120" cy="355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0447016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Box 125">
            <a:extLst>
              <a:ext uri="{FF2B5EF4-FFF2-40B4-BE49-F238E27FC236}">
                <a16:creationId xmlns:a16="http://schemas.microsoft.com/office/drawing/2014/main" id="{26FBF640-1EEF-410E-A94D-4D585A2B0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2.21 from the textbook ]</a:t>
            </a:r>
          </a:p>
        </p:txBody>
      </p:sp>
      <p:sp>
        <p:nvSpPr>
          <p:cNvPr id="52227" name="Title 1">
            <a:extLst>
              <a:ext uri="{FF2B5EF4-FFF2-40B4-BE49-F238E27FC236}">
                <a16:creationId xmlns:a16="http://schemas.microsoft.com/office/drawing/2014/main" id="{E3A8D966-C489-4C78-B02A-50B152D681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txBody>
          <a:bodyPr/>
          <a:lstStyle/>
          <a:p>
            <a:r>
              <a:rPr lang="en-US" altLang="en-US" dirty="0"/>
              <a:t>Let’s look at another problem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03A2F4-B712-4B61-8DE1-9E2587182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679270"/>
            <a:ext cx="5343525" cy="1578995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E3459A1-289F-4789-865B-9876FF8901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682467"/>
              </p:ext>
            </p:extLst>
          </p:nvPr>
        </p:nvGraphicFramePr>
        <p:xfrm>
          <a:off x="5715000" y="2258266"/>
          <a:ext cx="3190648" cy="421873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97662">
                  <a:extLst>
                    <a:ext uri="{9D8B030D-6E8A-4147-A177-3AD203B41FA5}">
                      <a16:colId xmlns:a16="http://schemas.microsoft.com/office/drawing/2014/main" val="3463954469"/>
                    </a:ext>
                  </a:extLst>
                </a:gridCol>
                <a:gridCol w="797662">
                  <a:extLst>
                    <a:ext uri="{9D8B030D-6E8A-4147-A177-3AD203B41FA5}">
                      <a16:colId xmlns:a16="http://schemas.microsoft.com/office/drawing/2014/main" val="4051494194"/>
                    </a:ext>
                  </a:extLst>
                </a:gridCol>
                <a:gridCol w="797662">
                  <a:extLst>
                    <a:ext uri="{9D8B030D-6E8A-4147-A177-3AD203B41FA5}">
                      <a16:colId xmlns:a16="http://schemas.microsoft.com/office/drawing/2014/main" val="1497000144"/>
                    </a:ext>
                  </a:extLst>
                </a:gridCol>
                <a:gridCol w="797662">
                  <a:extLst>
                    <a:ext uri="{9D8B030D-6E8A-4147-A177-3AD203B41FA5}">
                      <a16:colId xmlns:a16="http://schemas.microsoft.com/office/drawing/2014/main" val="347291969"/>
                    </a:ext>
                  </a:extLst>
                </a:gridCol>
              </a:tblGrid>
              <a:tr h="46874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5606155"/>
                  </a:ext>
                </a:extLst>
              </a:tr>
              <a:tr h="4687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7085165"/>
                  </a:ext>
                </a:extLst>
              </a:tr>
              <a:tr h="4687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2407438"/>
                  </a:ext>
                </a:extLst>
              </a:tr>
              <a:tr h="4687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9804928"/>
                  </a:ext>
                </a:extLst>
              </a:tr>
              <a:tr h="4687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686066"/>
                  </a:ext>
                </a:extLst>
              </a:tr>
              <a:tr h="4687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030684"/>
                  </a:ext>
                </a:extLst>
              </a:tr>
              <a:tr h="4687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66063"/>
                  </a:ext>
                </a:extLst>
              </a:tr>
              <a:tr h="4687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43365"/>
                  </a:ext>
                </a:extLst>
              </a:tr>
              <a:tr h="4687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28574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224D754-9A01-4FE9-A1FD-53E5B09AFF80}"/>
              </a:ext>
            </a:extLst>
          </p:cNvPr>
          <p:cNvSpPr/>
          <p:nvPr/>
        </p:nvSpPr>
        <p:spPr>
          <a:xfrm>
            <a:off x="100466" y="2840244"/>
            <a:ext cx="508113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dirty="0"/>
              <a:t>A gumball should be rejected if it is </a:t>
            </a:r>
            <a:r>
              <a:rPr lang="en-US" dirty="0">
                <a:solidFill>
                  <a:srgbClr val="0070C0"/>
                </a:solidFill>
              </a:rPr>
              <a:t>too large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or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both too small and too light. </a:t>
            </a:r>
          </a:p>
          <a:p>
            <a:pPr marL="182880" indent="-182880">
              <a:buFont typeface="Arial" panose="020B0604020202020204" pitchFamily="34" charset="0"/>
              <a:buChar char="•"/>
            </a:pPr>
            <a:endParaRPr lang="en-US" dirty="0"/>
          </a:p>
          <a:p>
            <a:pPr marL="182880" indent="-182880">
              <a:buFont typeface="Arial" panose="020B0604020202020204" pitchFamily="34" charset="0"/>
              <a:buChar char="•"/>
            </a:pPr>
            <a:r>
              <a:rPr lang="en-US" dirty="0"/>
              <a:t>It sets f to 1 for each row in the table where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baseline="-25000" dirty="0">
                <a:solidFill>
                  <a:srgbClr val="FF0000"/>
                </a:solidFill>
              </a:rPr>
              <a:t>3</a:t>
            </a:r>
            <a:r>
              <a:rPr lang="en-US" dirty="0">
                <a:solidFill>
                  <a:srgbClr val="FF0000"/>
                </a:solidFill>
              </a:rPr>
              <a:t> has the value 1 </a:t>
            </a:r>
            <a:r>
              <a:rPr lang="en-US" dirty="0"/>
              <a:t>(too large), as well as for each row where </a:t>
            </a:r>
            <a:r>
              <a:rPr lang="en-US" dirty="0">
                <a:solidFill>
                  <a:srgbClr val="FF0000"/>
                </a:solidFill>
              </a:rPr>
              <a:t>s</a:t>
            </a:r>
            <a:r>
              <a:rPr lang="en-US" baseline="-25000" dirty="0">
                <a:solidFill>
                  <a:srgbClr val="FF0000"/>
                </a:solidFill>
              </a:rPr>
              <a:t>1 </a:t>
            </a:r>
            <a:r>
              <a:rPr lang="en-US" dirty="0">
                <a:solidFill>
                  <a:srgbClr val="FF0000"/>
                </a:solidFill>
              </a:rPr>
              <a:t>= s</a:t>
            </a:r>
            <a:r>
              <a:rPr lang="en-US" baseline="-25000" dirty="0">
                <a:solidFill>
                  <a:srgbClr val="FF0000"/>
                </a:solidFill>
              </a:rPr>
              <a:t>2 </a:t>
            </a:r>
            <a:r>
              <a:rPr lang="en-US" dirty="0">
                <a:solidFill>
                  <a:srgbClr val="FF0000"/>
                </a:solidFill>
              </a:rPr>
              <a:t>= 1 </a:t>
            </a:r>
            <a:r>
              <a:rPr lang="en-US" dirty="0"/>
              <a:t>(too light and too small).</a:t>
            </a:r>
          </a:p>
        </p:txBody>
      </p:sp>
    </p:spTree>
    <p:extLst>
      <p:ext uri="{BB962C8B-B14F-4D97-AF65-F5344CB8AC3E}">
        <p14:creationId xmlns:p14="http://schemas.microsoft.com/office/powerpoint/2010/main" val="4214081171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875CC42D-8BDB-4A76-8F55-D5F3C0AE5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76200"/>
            <a:ext cx="9144000" cy="685800"/>
          </a:xfrm>
        </p:spPr>
        <p:txBody>
          <a:bodyPr/>
          <a:lstStyle/>
          <a:p>
            <a:r>
              <a:rPr lang="en-US" altLang="en-US"/>
              <a:t>Let’s look at another problem</a:t>
            </a:r>
          </a:p>
        </p:txBody>
      </p:sp>
      <p:pic>
        <p:nvPicPr>
          <p:cNvPr id="54274" name="Picture 2" descr="Screen shot 2013-09-06 at 2.22.47 PM.png">
            <a:extLst>
              <a:ext uri="{FF2B5EF4-FFF2-40B4-BE49-F238E27FC236}">
                <a16:creationId xmlns:a16="http://schemas.microsoft.com/office/drawing/2014/main" id="{17A35ECA-0C5B-42FA-BC01-2400634A4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609600"/>
            <a:ext cx="4114800" cy="563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5" name="Rectangle 5">
            <a:extLst>
              <a:ext uri="{FF2B5EF4-FFF2-40B4-BE49-F238E27FC236}">
                <a16:creationId xmlns:a16="http://schemas.microsoft.com/office/drawing/2014/main" id="{18DACDA2-1B8F-41D8-8981-6BC89D09A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5900" y="2278063"/>
            <a:ext cx="533400" cy="5334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76" name="Rectangle 6">
            <a:extLst>
              <a:ext uri="{FF2B5EF4-FFF2-40B4-BE49-F238E27FC236}">
                <a16:creationId xmlns:a16="http://schemas.microsoft.com/office/drawing/2014/main" id="{D6678B8D-3AB4-4C42-B43F-C76D4F2F2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8600" y="3268663"/>
            <a:ext cx="533400" cy="5334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77" name="Rectangle 7">
            <a:extLst>
              <a:ext uri="{FF2B5EF4-FFF2-40B4-BE49-F238E27FC236}">
                <a16:creationId xmlns:a16="http://schemas.microsoft.com/office/drawing/2014/main" id="{FDF2B7CC-B7CA-4671-8F33-A5DF102F8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5425" y="4327525"/>
            <a:ext cx="533400" cy="5334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78" name="Rectangle 8">
            <a:extLst>
              <a:ext uri="{FF2B5EF4-FFF2-40B4-BE49-F238E27FC236}">
                <a16:creationId xmlns:a16="http://schemas.microsoft.com/office/drawing/2014/main" id="{3A6B4367-17EE-4881-9ACC-F3DAAFB68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4852988"/>
            <a:ext cx="533400" cy="5334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4279" name="Rectangle 9">
            <a:extLst>
              <a:ext uri="{FF2B5EF4-FFF2-40B4-BE49-F238E27FC236}">
                <a16:creationId xmlns:a16="http://schemas.microsoft.com/office/drawing/2014/main" id="{1A031BFA-B120-46B1-9CFF-F52EEE39B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0" y="5376863"/>
            <a:ext cx="533400" cy="5334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0FC7699-AC82-4EE8-8228-73486F65FBD3}"/>
                  </a:ext>
                </a:extLst>
              </p14:cNvPr>
              <p14:cNvContentPartPr/>
              <p14:nvPr/>
            </p14:nvContentPartPr>
            <p14:xfrm>
              <a:off x="5856120" y="167760"/>
              <a:ext cx="2943720" cy="5818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0FC7699-AC82-4EE8-8228-73486F65FB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46760" y="158400"/>
                <a:ext cx="2962440" cy="5837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95D33E5E-0559-4CB2-B324-789AFDEDB1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76200"/>
            <a:ext cx="9144000" cy="685800"/>
          </a:xfrm>
        </p:spPr>
        <p:txBody>
          <a:bodyPr/>
          <a:lstStyle/>
          <a:p>
            <a:r>
              <a:rPr lang="en-US" altLang="en-US"/>
              <a:t>Let’s look at another problem</a:t>
            </a:r>
          </a:p>
        </p:txBody>
      </p:sp>
      <p:pic>
        <p:nvPicPr>
          <p:cNvPr id="56322" name="Picture 2" descr="Screen shot 2013-09-06 at 2.22.47 PM.png">
            <a:extLst>
              <a:ext uri="{FF2B5EF4-FFF2-40B4-BE49-F238E27FC236}">
                <a16:creationId xmlns:a16="http://schemas.microsoft.com/office/drawing/2014/main" id="{5B8FC167-843A-49FD-A13E-203D8F54B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609600"/>
            <a:ext cx="4114800" cy="563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3" name="Rectangle 5">
            <a:extLst>
              <a:ext uri="{FF2B5EF4-FFF2-40B4-BE49-F238E27FC236}">
                <a16:creationId xmlns:a16="http://schemas.microsoft.com/office/drawing/2014/main" id="{E02367F2-58FC-4F81-8603-4B6C49482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5900" y="2278063"/>
            <a:ext cx="533400" cy="5334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6324" name="Rectangle 6">
            <a:extLst>
              <a:ext uri="{FF2B5EF4-FFF2-40B4-BE49-F238E27FC236}">
                <a16:creationId xmlns:a16="http://schemas.microsoft.com/office/drawing/2014/main" id="{CAAB77D7-9457-4D8A-A2AE-B3A55C282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8600" y="3268663"/>
            <a:ext cx="533400" cy="5334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6325" name="Rectangle 7">
            <a:extLst>
              <a:ext uri="{FF2B5EF4-FFF2-40B4-BE49-F238E27FC236}">
                <a16:creationId xmlns:a16="http://schemas.microsoft.com/office/drawing/2014/main" id="{F29BB037-E622-4031-B437-9C3DD8CA7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5425" y="4327525"/>
            <a:ext cx="533400" cy="5334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6326" name="Rectangle 8">
            <a:extLst>
              <a:ext uri="{FF2B5EF4-FFF2-40B4-BE49-F238E27FC236}">
                <a16:creationId xmlns:a16="http://schemas.microsoft.com/office/drawing/2014/main" id="{4E0C6A0B-77EA-4DD0-8949-6E09E90DC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4852988"/>
            <a:ext cx="533400" cy="5334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6327" name="Rectangle 9">
            <a:extLst>
              <a:ext uri="{FF2B5EF4-FFF2-40B4-BE49-F238E27FC236}">
                <a16:creationId xmlns:a16="http://schemas.microsoft.com/office/drawing/2014/main" id="{2A17B0E8-4551-48F9-BDD4-8DAAC08D1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0" y="5376863"/>
            <a:ext cx="533400" cy="5334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6328" name="Picture 3" descr="Screen shot 2013-09-06 at 2.25.50 PM.png">
            <a:extLst>
              <a:ext uri="{FF2B5EF4-FFF2-40B4-BE49-F238E27FC236}">
                <a16:creationId xmlns:a16="http://schemas.microsoft.com/office/drawing/2014/main" id="{D6E865CF-9335-4533-BBDF-57FDA56A1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188" y="2130425"/>
            <a:ext cx="1547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9" name="Picture 10" descr="Screen shot 2013-09-06 at 2.25.58 PM.png">
            <a:extLst>
              <a:ext uri="{FF2B5EF4-FFF2-40B4-BE49-F238E27FC236}">
                <a16:creationId xmlns:a16="http://schemas.microsoft.com/office/drawing/2014/main" id="{2630F6FE-7FFA-43EC-ACB6-524190826D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192463"/>
            <a:ext cx="13970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30" name="Picture 11" descr="Screen shot 2013-09-06 at 2.26.03 PM.png">
            <a:extLst>
              <a:ext uri="{FF2B5EF4-FFF2-40B4-BE49-F238E27FC236}">
                <a16:creationId xmlns:a16="http://schemas.microsoft.com/office/drawing/2014/main" id="{B3EAF0CE-11AE-41CD-AB3E-A24AB4A96D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183063"/>
            <a:ext cx="13795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31" name="Picture 12" descr="Screen shot 2013-09-06 at 2.26.11 PM.png">
            <a:extLst>
              <a:ext uri="{FF2B5EF4-FFF2-40B4-BE49-F238E27FC236}">
                <a16:creationId xmlns:a16="http://schemas.microsoft.com/office/drawing/2014/main" id="{D4C27240-2956-4260-8EC3-6587E54BE4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792663"/>
            <a:ext cx="12192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32" name="Picture 13" descr="Screen shot 2013-09-06 at 2.26.17 PM.png">
            <a:extLst>
              <a:ext uri="{FF2B5EF4-FFF2-40B4-BE49-F238E27FC236}">
                <a16:creationId xmlns:a16="http://schemas.microsoft.com/office/drawing/2014/main" id="{84C00E7D-D81B-4D22-87BA-89E6BAB24F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1138" y="5402263"/>
            <a:ext cx="1363662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33" name="Picture 14" descr="Screen shot 2013-09-06 at 2.28.25 PM.png">
            <a:extLst>
              <a:ext uri="{FF2B5EF4-FFF2-40B4-BE49-F238E27FC236}">
                <a16:creationId xmlns:a16="http://schemas.microsoft.com/office/drawing/2014/main" id="{52A9717B-09D2-4520-A35B-41527B9DB3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172200"/>
            <a:ext cx="8382000" cy="58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C7921CF9-9A0D-4AFC-A3AA-D4A7633829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990600"/>
          </a:xfrm>
        </p:spPr>
        <p:txBody>
          <a:bodyPr/>
          <a:lstStyle/>
          <a:p>
            <a:r>
              <a:rPr lang="en-US" altLang="en-US" dirty="0"/>
              <a:t>Let’s look at another problem</a:t>
            </a:r>
            <a:br>
              <a:rPr lang="en-US" altLang="en-US" dirty="0"/>
            </a:br>
            <a:r>
              <a:rPr lang="en-US" altLang="en-US" dirty="0"/>
              <a:t>(minimization)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6A5400-9CA1-4BFD-84AB-5FA8F646E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401"/>
            <a:ext cx="7924800" cy="55570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1A2A114-FBF5-439B-BD1A-CC3586D11211}"/>
                  </a:ext>
                </a:extLst>
              </p14:cNvPr>
              <p14:cNvContentPartPr/>
              <p14:nvPr/>
            </p14:nvContentPartPr>
            <p14:xfrm>
              <a:off x="7634880" y="560880"/>
              <a:ext cx="821160" cy="309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1A2A114-FBF5-439B-BD1A-CC3586D112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25520" y="551520"/>
                <a:ext cx="839880" cy="328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C7921CF9-9A0D-4AFC-A3AA-D4A7633829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990600"/>
          </a:xfrm>
        </p:spPr>
        <p:txBody>
          <a:bodyPr/>
          <a:lstStyle/>
          <a:p>
            <a:r>
              <a:rPr lang="en-US" altLang="en-US" dirty="0"/>
              <a:t>Let’s look at another problem</a:t>
            </a:r>
            <a:br>
              <a:rPr lang="en-US" altLang="en-US" dirty="0"/>
            </a:br>
            <a:r>
              <a:rPr lang="en-US" altLang="en-US" dirty="0"/>
              <a:t>(minimization)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6A5400-9CA1-4BFD-84AB-5FA8F646E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401"/>
            <a:ext cx="7924800" cy="555702"/>
          </a:xfrm>
          <a:prstGeom prst="rect">
            <a:avLst/>
          </a:prstGeo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DA7D0F7F-4DA3-4F31-B646-44CE42F05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" y="1295401"/>
            <a:ext cx="1219200" cy="6096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5D8C4D-253D-44C5-9EC1-3F5778FE83C2}"/>
              </a:ext>
            </a:extLst>
          </p:cNvPr>
          <p:cNvCxnSpPr>
            <a:cxnSpLocks noChangeShapeType="1"/>
            <a:stCxn id="10" idx="2"/>
          </p:cNvCxnSpPr>
          <p:nvPr/>
        </p:nvCxnSpPr>
        <p:spPr bwMode="auto">
          <a:xfrm>
            <a:off x="1417320" y="1905001"/>
            <a:ext cx="4145280" cy="914399"/>
          </a:xfrm>
          <a:prstGeom prst="straightConnector1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A88D7B-BCF2-4DF8-9AD5-3FBD18650EF0}"/>
              </a:ext>
            </a:extLst>
          </p:cNvPr>
          <p:cNvCxnSpPr>
            <a:cxnSpLocks noChangeShapeType="1"/>
            <a:stCxn id="10" idx="2"/>
          </p:cNvCxnSpPr>
          <p:nvPr/>
        </p:nvCxnSpPr>
        <p:spPr bwMode="auto">
          <a:xfrm>
            <a:off x="1417320" y="1905001"/>
            <a:ext cx="0" cy="968297"/>
          </a:xfrm>
          <a:prstGeom prst="straightConnector1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TextBox 2">
            <a:extLst>
              <a:ext uri="{FF2B5EF4-FFF2-40B4-BE49-F238E27FC236}">
                <a16:creationId xmlns:a16="http://schemas.microsoft.com/office/drawing/2014/main" id="{CCA3865F-C5DD-4E51-A1C3-2EE7234D1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1938" y="2003504"/>
            <a:ext cx="2010601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Replicate this term (apply 7b)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CB651A-2B07-41EE-ADA7-E6AC6C792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19400"/>
            <a:ext cx="8610600" cy="55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003274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C7921CF9-9A0D-4AFC-A3AA-D4A7633829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990600"/>
          </a:xfrm>
        </p:spPr>
        <p:txBody>
          <a:bodyPr/>
          <a:lstStyle/>
          <a:p>
            <a:r>
              <a:rPr lang="en-US" altLang="en-US" dirty="0"/>
              <a:t>Let’s look at another problem</a:t>
            </a:r>
            <a:br>
              <a:rPr lang="en-US" altLang="en-US" dirty="0"/>
            </a:br>
            <a:r>
              <a:rPr lang="en-US" altLang="en-US" dirty="0"/>
              <a:t>(minimization)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6A5400-9CA1-4BFD-84AB-5FA8F646E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401"/>
            <a:ext cx="7924800" cy="555702"/>
          </a:xfrm>
          <a:prstGeom prst="rect">
            <a:avLst/>
          </a:prstGeom>
        </p:spPr>
      </p:pic>
      <p:sp>
        <p:nvSpPr>
          <p:cNvPr id="16" name="TextBox 14">
            <a:extLst>
              <a:ext uri="{FF2B5EF4-FFF2-40B4-BE49-F238E27FC236}">
                <a16:creationId xmlns:a16="http://schemas.microsoft.com/office/drawing/2014/main" id="{FF33CE33-AD87-4463-A6A9-8687BB763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3733800"/>
            <a:ext cx="2438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0">
              <a:spcBef>
                <a:spcPct val="0"/>
              </a:spcBef>
              <a:buNone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Group these </a:t>
            </a:r>
            <a:r>
              <a:rPr lang="en-US" altLang="en-US" b="0" dirty="0">
                <a:solidFill>
                  <a:srgbClr val="3366FF"/>
                </a:solidFill>
                <a:latin typeface="Times" panose="02020603050405020304" pitchFamily="18" charset="0"/>
              </a:rPr>
              <a:t>terms (apply 12a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13773BD-B210-46ED-AC72-AE19637B0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05000"/>
            <a:ext cx="8610600" cy="55420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C4A72D8-AECA-47DF-8DF4-E890C9D6E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196515"/>
            <a:ext cx="8305800" cy="537285"/>
          </a:xfrm>
          <a:prstGeom prst="rect">
            <a:avLst/>
          </a:prstGeom>
        </p:spPr>
      </p:pic>
      <p:sp>
        <p:nvSpPr>
          <p:cNvPr id="38" name="Rectangle 5">
            <a:extLst>
              <a:ext uri="{FF2B5EF4-FFF2-40B4-BE49-F238E27FC236}">
                <a16:creationId xmlns:a16="http://schemas.microsoft.com/office/drawing/2014/main" id="{5A492D4C-8F90-417D-A444-7BCF374D9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" y="1927303"/>
            <a:ext cx="1021080" cy="6096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2627670-1A39-4757-BC94-53880AC059C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514600" y="2566408"/>
            <a:ext cx="289560" cy="630107"/>
          </a:xfrm>
          <a:prstGeom prst="straightConnector1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D81E33F-66F9-45F5-B11F-11E216A183B0}"/>
              </a:ext>
            </a:extLst>
          </p:cNvPr>
          <p:cNvCxnSpPr>
            <a:cxnSpLocks noChangeShapeType="1"/>
            <a:stCxn id="38" idx="2"/>
          </p:cNvCxnSpPr>
          <p:nvPr/>
        </p:nvCxnSpPr>
        <p:spPr bwMode="auto">
          <a:xfrm>
            <a:off x="1318260" y="2536903"/>
            <a:ext cx="1196340" cy="684303"/>
          </a:xfrm>
          <a:prstGeom prst="straightConnector1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Rectangle 5">
            <a:extLst>
              <a:ext uri="{FF2B5EF4-FFF2-40B4-BE49-F238E27FC236}">
                <a16:creationId xmlns:a16="http://schemas.microsoft.com/office/drawing/2014/main" id="{9C5696A8-5002-4A76-86F5-33F0C6DF6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5520" y="1927303"/>
            <a:ext cx="1097280" cy="6096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7" name="Rectangle 5">
            <a:extLst>
              <a:ext uri="{FF2B5EF4-FFF2-40B4-BE49-F238E27FC236}">
                <a16:creationId xmlns:a16="http://schemas.microsoft.com/office/drawing/2014/main" id="{52187287-3FBC-40C4-900D-D25C43DDE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320" y="1905000"/>
            <a:ext cx="1021080" cy="609600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8" name="Rectangle 5">
            <a:extLst>
              <a:ext uri="{FF2B5EF4-FFF2-40B4-BE49-F238E27FC236}">
                <a16:creationId xmlns:a16="http://schemas.microsoft.com/office/drawing/2014/main" id="{DFA1DEAB-D2E4-47FE-987B-C49BAE356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1120" y="1905000"/>
            <a:ext cx="1097280" cy="609600"/>
          </a:xfrm>
          <a:prstGeom prst="rect">
            <a:avLst/>
          </a:pr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A9A3DC0-FD10-41F6-B08C-BB6823A0EE48}"/>
              </a:ext>
            </a:extLst>
          </p:cNvPr>
          <p:cNvCxnSpPr>
            <a:cxnSpLocks noChangeShapeType="1"/>
            <a:stCxn id="47" idx="2"/>
          </p:cNvCxnSpPr>
          <p:nvPr/>
        </p:nvCxnSpPr>
        <p:spPr bwMode="auto">
          <a:xfrm>
            <a:off x="4213860" y="2514600"/>
            <a:ext cx="861060" cy="659612"/>
          </a:xfrm>
          <a:prstGeom prst="straightConnector1">
            <a:avLst/>
          </a:prstGeom>
          <a:noFill/>
          <a:ln w="25400">
            <a:solidFill>
              <a:schemeClr val="accent2">
                <a:lumMod val="40000"/>
                <a:lumOff val="60000"/>
              </a:schemeClr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5F9B1A0-BBE9-4B48-9C31-9434ADE12B5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227320" y="2514600"/>
            <a:ext cx="388620" cy="659612"/>
          </a:xfrm>
          <a:prstGeom prst="straightConnector1">
            <a:avLst/>
          </a:prstGeom>
          <a:noFill/>
          <a:ln w="25400">
            <a:solidFill>
              <a:schemeClr val="accent2">
                <a:lumMod val="40000"/>
                <a:lumOff val="60000"/>
              </a:schemeClr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Rectangle 5">
            <a:extLst>
              <a:ext uri="{FF2B5EF4-FFF2-40B4-BE49-F238E27FC236}">
                <a16:creationId xmlns:a16="http://schemas.microsoft.com/office/drawing/2014/main" id="{984C03E6-B244-40F8-8441-D9CBDB641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7020" y="1905000"/>
            <a:ext cx="1021080" cy="6096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5" name="Rectangle 5">
            <a:extLst>
              <a:ext uri="{FF2B5EF4-FFF2-40B4-BE49-F238E27FC236}">
                <a16:creationId xmlns:a16="http://schemas.microsoft.com/office/drawing/2014/main" id="{73743B39-2804-490B-AC44-894597A35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6720" y="1883627"/>
            <a:ext cx="1021080" cy="6096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3243D86-4589-4C8C-9554-E08ACA9F824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132320" y="2514600"/>
            <a:ext cx="861060" cy="659612"/>
          </a:xfrm>
          <a:prstGeom prst="straightConnector1">
            <a:avLst/>
          </a:prstGeom>
          <a:noFill/>
          <a:ln w="25400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E5B6C0B-CF2B-4EB3-808A-D9B67998C5E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45780" y="2514600"/>
            <a:ext cx="388620" cy="659612"/>
          </a:xfrm>
          <a:prstGeom prst="straightConnector1">
            <a:avLst/>
          </a:prstGeom>
          <a:noFill/>
          <a:ln w="25400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4128175371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C7921CF9-9A0D-4AFC-A3AA-D4A7633829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990600"/>
          </a:xfrm>
        </p:spPr>
        <p:txBody>
          <a:bodyPr/>
          <a:lstStyle/>
          <a:p>
            <a:r>
              <a:rPr lang="en-US" altLang="en-US" dirty="0"/>
              <a:t>Let’s look at another problem</a:t>
            </a:r>
            <a:br>
              <a:rPr lang="en-US" altLang="en-US" dirty="0"/>
            </a:br>
            <a:r>
              <a:rPr lang="en-US" altLang="en-US" dirty="0"/>
              <a:t>(minimization)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6A5400-9CA1-4BFD-84AB-5FA8F646E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401"/>
            <a:ext cx="7924800" cy="5557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13773BD-B210-46ED-AC72-AE19637B0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81200"/>
            <a:ext cx="8610600" cy="55420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C4A72D8-AECA-47DF-8DF4-E890C9D6E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67000"/>
            <a:ext cx="7924800" cy="51263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BE4DFFE-7E17-46D2-AB2D-7506A2AFA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78361"/>
            <a:ext cx="3631708" cy="512639"/>
          </a:xfrm>
          <a:prstGeom prst="rect">
            <a:avLst/>
          </a:prstGeom>
        </p:spPr>
      </p:pic>
      <p:sp>
        <p:nvSpPr>
          <p:cNvPr id="20" name="Rectangle 5">
            <a:extLst>
              <a:ext uri="{FF2B5EF4-FFF2-40B4-BE49-F238E27FC236}">
                <a16:creationId xmlns:a16="http://schemas.microsoft.com/office/drawing/2014/main" id="{BAC06615-A1BA-4DD5-8534-2DF8EEAA0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681184"/>
            <a:ext cx="1447800" cy="498455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6B928FF1-12D0-4379-A13B-17EC7A5D4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343400"/>
            <a:ext cx="655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0">
              <a:spcBef>
                <a:spcPct val="0"/>
              </a:spcBef>
              <a:buNone/>
            </a:pPr>
            <a:r>
              <a:rPr lang="en-US" altLang="en-US" b="0" dirty="0">
                <a:solidFill>
                  <a:srgbClr val="3366FF"/>
                </a:solidFill>
                <a:latin typeface="Times" panose="02020603050405020304" pitchFamily="18" charset="0"/>
              </a:rPr>
              <a:t>(apply 8b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), then (apply 6a)</a:t>
            </a: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E9C5C57D-64DE-4BD6-B997-22AF2F446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665503"/>
            <a:ext cx="1447800" cy="498455"/>
          </a:xfrm>
          <a:prstGeom prst="rect">
            <a:avLst/>
          </a:prstGeom>
          <a:solidFill>
            <a:schemeClr val="accent2">
              <a:lumMod val="40000"/>
              <a:lumOff val="60000"/>
              <a:alpha val="21960"/>
            </a:schemeClr>
          </a:solidFill>
          <a:ln w="9525">
            <a:solidFill>
              <a:schemeClr val="accent2">
                <a:lumMod val="40000"/>
                <a:lumOff val="60000"/>
                <a:alpha val="43137"/>
              </a:scheme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CC7B75D2-12D6-4939-8888-C64A0A05A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701945"/>
            <a:ext cx="1447800" cy="498455"/>
          </a:xfrm>
          <a:prstGeom prst="rect">
            <a:avLst/>
          </a:prstGeom>
          <a:solidFill>
            <a:schemeClr val="accent1">
              <a:lumMod val="75000"/>
              <a:alpha val="21960"/>
            </a:scheme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A13D13E-D622-4099-840F-A61471F841D0}"/>
              </a:ext>
            </a:extLst>
          </p:cNvPr>
          <p:cNvCxnSpPr>
            <a:cxnSpLocks noChangeShapeType="1"/>
            <a:stCxn id="22" idx="2"/>
          </p:cNvCxnSpPr>
          <p:nvPr/>
        </p:nvCxnSpPr>
        <p:spPr bwMode="auto">
          <a:xfrm flipH="1">
            <a:off x="2667000" y="3163958"/>
            <a:ext cx="2324100" cy="530085"/>
          </a:xfrm>
          <a:prstGeom prst="straightConnector1">
            <a:avLst/>
          </a:prstGeom>
          <a:noFill/>
          <a:ln w="25400">
            <a:solidFill>
              <a:schemeClr val="accent2">
                <a:lumMod val="40000"/>
                <a:lumOff val="60000"/>
              </a:schemeClr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857C8B3-036C-4289-9DBB-D83F64D629A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008898" y="3212460"/>
            <a:ext cx="3534902" cy="616536"/>
          </a:xfrm>
          <a:prstGeom prst="straightConnector1">
            <a:avLst/>
          </a:prstGeom>
          <a:noFill/>
          <a:ln w="25400">
            <a:solidFill>
              <a:schemeClr val="accent1">
                <a:lumMod val="75000"/>
              </a:schemeClr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B623FBD-8F02-4D57-BC12-501562E6A65E}"/>
              </a:ext>
            </a:extLst>
          </p:cNvPr>
          <p:cNvCxnSpPr>
            <a:cxnSpLocks noChangeShapeType="1"/>
            <a:stCxn id="20" idx="2"/>
          </p:cNvCxnSpPr>
          <p:nvPr/>
        </p:nvCxnSpPr>
        <p:spPr bwMode="auto">
          <a:xfrm flipH="1">
            <a:off x="1456198" y="3179639"/>
            <a:ext cx="944102" cy="544884"/>
          </a:xfrm>
          <a:prstGeom prst="straightConnector1">
            <a:avLst/>
          </a:prstGeom>
          <a:noFill/>
          <a:ln w="25400">
            <a:solidFill>
              <a:srgbClr val="92D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59337956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C7921CF9-9A0D-4AFC-A3AA-D4A7633829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990600"/>
          </a:xfrm>
        </p:spPr>
        <p:txBody>
          <a:bodyPr/>
          <a:lstStyle/>
          <a:p>
            <a:r>
              <a:rPr lang="en-US" altLang="en-US" dirty="0"/>
              <a:t>Let’s look at another problem</a:t>
            </a:r>
            <a:br>
              <a:rPr lang="en-US" altLang="en-US" dirty="0"/>
            </a:br>
            <a:r>
              <a:rPr lang="en-US" altLang="en-US" dirty="0"/>
              <a:t>(minimization)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6A5400-9CA1-4BFD-84AB-5FA8F646E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401"/>
            <a:ext cx="7924800" cy="5557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13773BD-B210-46ED-AC72-AE19637B0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81200"/>
            <a:ext cx="8610600" cy="55420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C4A72D8-AECA-47DF-8DF4-E890C9D6E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67000"/>
            <a:ext cx="7924800" cy="51263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BE4DFFE-7E17-46D2-AB2D-7506A2AFA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52800"/>
            <a:ext cx="3631708" cy="5126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65016E-BA11-45BE-BC42-2001004099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20" y="4343400"/>
            <a:ext cx="3646145" cy="5126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B9427A7-72D4-4DEE-BB8A-C3333C385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760" y="3926355"/>
            <a:ext cx="2438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0">
              <a:spcBef>
                <a:spcPct val="0"/>
              </a:spcBef>
              <a:buNone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Group these </a:t>
            </a:r>
            <a:r>
              <a:rPr lang="en-US" altLang="en-US" b="0" dirty="0">
                <a:solidFill>
                  <a:srgbClr val="3366FF"/>
                </a:solidFill>
                <a:latin typeface="Times" panose="02020603050405020304" pitchFamily="18" charset="0"/>
              </a:rPr>
              <a:t>terms (apply 12a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</a:t>
            </a: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B5FB7030-3FC2-4177-A639-155FB2EAF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341713"/>
            <a:ext cx="914400" cy="6096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1032E7-21F2-4559-B06C-BFCC7D26214B}"/>
              </a:ext>
            </a:extLst>
          </p:cNvPr>
          <p:cNvCxnSpPr>
            <a:cxnSpLocks noChangeShapeType="1"/>
            <a:stCxn id="16" idx="2"/>
          </p:cNvCxnSpPr>
          <p:nvPr/>
        </p:nvCxnSpPr>
        <p:spPr bwMode="auto">
          <a:xfrm>
            <a:off x="1371600" y="3951313"/>
            <a:ext cx="609600" cy="423980"/>
          </a:xfrm>
          <a:prstGeom prst="straightConnector1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Rectangle 5">
            <a:extLst>
              <a:ext uri="{FF2B5EF4-FFF2-40B4-BE49-F238E27FC236}">
                <a16:creationId xmlns:a16="http://schemas.microsoft.com/office/drawing/2014/main" id="{4622E9B0-65EB-4AD8-91EE-90B653F91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373606"/>
            <a:ext cx="914400" cy="6096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4602BD3-F7D1-4993-8130-427046F9FE7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981200" y="4038600"/>
            <a:ext cx="685800" cy="304800"/>
          </a:xfrm>
          <a:prstGeom prst="straightConnector1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228711251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C7921CF9-9A0D-4AFC-A3AA-D4A7633829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990600"/>
          </a:xfrm>
        </p:spPr>
        <p:txBody>
          <a:bodyPr/>
          <a:lstStyle/>
          <a:p>
            <a:r>
              <a:rPr lang="en-US" altLang="en-US" dirty="0"/>
              <a:t>Let’s look at another problem</a:t>
            </a:r>
            <a:br>
              <a:rPr lang="en-US" altLang="en-US" dirty="0"/>
            </a:br>
            <a:r>
              <a:rPr lang="en-US" altLang="en-US" dirty="0"/>
              <a:t>(minimization)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6A5400-9CA1-4BFD-84AB-5FA8F646E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401"/>
            <a:ext cx="7924800" cy="5557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13773BD-B210-46ED-AC72-AE19637B0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81200"/>
            <a:ext cx="8610600" cy="55420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C4A72D8-AECA-47DF-8DF4-E890C9D6E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67000"/>
            <a:ext cx="7924800" cy="51263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BE4DFFE-7E17-46D2-AB2D-7506A2AFA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52800"/>
            <a:ext cx="3631708" cy="5126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65016E-BA11-45BE-BC42-2001004099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20" y="4038600"/>
            <a:ext cx="3646145" cy="5126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1418AD-6903-493A-9363-91AE4B0DC4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20" y="5067927"/>
            <a:ext cx="3288449" cy="530606"/>
          </a:xfrm>
          <a:prstGeom prst="rect">
            <a:avLst/>
          </a:prstGeom>
        </p:spPr>
      </p:pic>
      <p:sp>
        <p:nvSpPr>
          <p:cNvPr id="14" name="Rectangle 5">
            <a:extLst>
              <a:ext uri="{FF2B5EF4-FFF2-40B4-BE49-F238E27FC236}">
                <a16:creationId xmlns:a16="http://schemas.microsoft.com/office/drawing/2014/main" id="{4A868E62-452F-4C66-A181-023D6884B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941639"/>
            <a:ext cx="1524000" cy="6096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A4A7657-CBA9-4397-961F-E1B306FA8B2F}"/>
              </a:ext>
            </a:extLst>
          </p:cNvPr>
          <p:cNvCxnSpPr>
            <a:cxnSpLocks noChangeShapeType="1"/>
            <a:stCxn id="14" idx="2"/>
          </p:cNvCxnSpPr>
          <p:nvPr/>
        </p:nvCxnSpPr>
        <p:spPr bwMode="auto">
          <a:xfrm flipH="1">
            <a:off x="2057400" y="4551239"/>
            <a:ext cx="152400" cy="530606"/>
          </a:xfrm>
          <a:prstGeom prst="straightConnector1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06C30E3-602F-4B27-AEF5-88341337A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7260" y="4089574"/>
            <a:ext cx="243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0">
              <a:spcBef>
                <a:spcPct val="0"/>
              </a:spcBef>
              <a:buNone/>
            </a:pPr>
            <a:r>
              <a:rPr lang="en-US" altLang="en-US" b="0" dirty="0">
                <a:solidFill>
                  <a:srgbClr val="3366FF"/>
                </a:solidFill>
                <a:latin typeface="Times" panose="02020603050405020304" pitchFamily="18" charset="0"/>
              </a:rPr>
              <a:t>(apply 15b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08968377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C7921CF9-9A0D-4AFC-A3AA-D4A7633829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990600"/>
          </a:xfrm>
        </p:spPr>
        <p:txBody>
          <a:bodyPr/>
          <a:lstStyle/>
          <a:p>
            <a:r>
              <a:rPr lang="en-US" altLang="en-US" dirty="0"/>
              <a:t>Let’s look at another problem</a:t>
            </a:r>
            <a:br>
              <a:rPr lang="en-US" altLang="en-US" dirty="0"/>
            </a:br>
            <a:r>
              <a:rPr lang="en-US" altLang="en-US" dirty="0"/>
              <a:t>(minimization)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6A5400-9CA1-4BFD-84AB-5FA8F646E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401"/>
            <a:ext cx="7924800" cy="5557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13773BD-B210-46ED-AC72-AE19637B0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81200"/>
            <a:ext cx="8610600" cy="55420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C4A72D8-AECA-47DF-8DF4-E890C9D6E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67000"/>
            <a:ext cx="7924800" cy="51263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BE4DFFE-7E17-46D2-AB2D-7506A2AFA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52800"/>
            <a:ext cx="3631708" cy="5126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65016E-BA11-45BE-BC42-2001004099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20" y="4038600"/>
            <a:ext cx="3646145" cy="5126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1418AD-6903-493A-9363-91AE4B0DC4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20" y="4724400"/>
            <a:ext cx="3288449" cy="53060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06C30E3-602F-4B27-AEF5-88341337A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793341"/>
            <a:ext cx="243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0">
              <a:spcBef>
                <a:spcPct val="0"/>
              </a:spcBef>
              <a:buNone/>
            </a:pPr>
            <a:r>
              <a:rPr lang="en-US" altLang="en-US" b="0" dirty="0">
                <a:solidFill>
                  <a:srgbClr val="3366FF"/>
                </a:solidFill>
                <a:latin typeface="Times" panose="02020603050405020304" pitchFamily="18" charset="0"/>
              </a:rPr>
              <a:t>(apply 16a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FCC930-8C30-459B-8CD2-A956B40976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5410200"/>
            <a:ext cx="2171281" cy="4625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177DF00-01DC-4BC8-ADE1-8621582C583F}"/>
                  </a:ext>
                </a:extLst>
              </p14:cNvPr>
              <p14:cNvContentPartPr/>
              <p14:nvPr/>
            </p14:nvContentPartPr>
            <p14:xfrm>
              <a:off x="6359760" y="3812040"/>
              <a:ext cx="2624400" cy="1399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177DF00-01DC-4BC8-ADE1-8621582C583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50400" y="3802680"/>
                <a:ext cx="2643120" cy="141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1066842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C7921CF9-9A0D-4AFC-A3AA-D4A7633829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990600"/>
          </a:xfrm>
        </p:spPr>
        <p:txBody>
          <a:bodyPr/>
          <a:lstStyle/>
          <a:p>
            <a:r>
              <a:rPr lang="en-US" altLang="en-US" dirty="0"/>
              <a:t>Let’s look at another problem</a:t>
            </a:r>
            <a:br>
              <a:rPr lang="en-US" altLang="en-US" dirty="0"/>
            </a:br>
            <a:r>
              <a:rPr lang="en-US" altLang="en-US" dirty="0"/>
              <a:t>(minimization)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6A5400-9CA1-4BFD-84AB-5FA8F646E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401"/>
            <a:ext cx="7924800" cy="5557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13773BD-B210-46ED-AC72-AE19637B0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81200"/>
            <a:ext cx="8610600" cy="55420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C4A72D8-AECA-47DF-8DF4-E890C9D6E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67000"/>
            <a:ext cx="7924800" cy="51263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BE4DFFE-7E17-46D2-AB2D-7506A2AFA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52800"/>
            <a:ext cx="3631708" cy="5126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65016E-BA11-45BE-BC42-2001004099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20" y="4038600"/>
            <a:ext cx="3646145" cy="5126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1418AD-6903-493A-9363-91AE4B0DC4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120" y="4724400"/>
            <a:ext cx="3288449" cy="5306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FCC930-8C30-459B-8CD2-A956B40976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5410200"/>
            <a:ext cx="2171281" cy="462521"/>
          </a:xfrm>
          <a:prstGeom prst="rect">
            <a:avLst/>
          </a:prstGeom>
        </p:spPr>
      </p:pic>
      <p:grpSp>
        <p:nvGrpSpPr>
          <p:cNvPr id="11" name="Group 2">
            <a:extLst>
              <a:ext uri="{FF2B5EF4-FFF2-40B4-BE49-F238E27FC236}">
                <a16:creationId xmlns:a16="http://schemas.microsoft.com/office/drawing/2014/main" id="{D54B957C-B44B-4E7E-B058-C5D5CB61D4E4}"/>
              </a:ext>
            </a:extLst>
          </p:cNvPr>
          <p:cNvGrpSpPr>
            <a:grpSpLocks/>
          </p:cNvGrpSpPr>
          <p:nvPr/>
        </p:nvGrpSpPr>
        <p:grpSpPr bwMode="auto">
          <a:xfrm>
            <a:off x="4864100" y="4724400"/>
            <a:ext cx="3822700" cy="1265238"/>
            <a:chOff x="3429000" y="4800600"/>
            <a:chExt cx="3822700" cy="1265039"/>
          </a:xfrm>
        </p:grpSpPr>
        <p:grpSp>
          <p:nvGrpSpPr>
            <p:cNvPr id="12" name="Group 2">
              <a:extLst>
                <a:ext uri="{FF2B5EF4-FFF2-40B4-BE49-F238E27FC236}">
                  <a16:creationId xmlns:a16="http://schemas.microsoft.com/office/drawing/2014/main" id="{A3390561-D1F6-4D9D-B423-B7B8FFF5F5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7362" y="4948238"/>
              <a:ext cx="668338" cy="561975"/>
              <a:chOff x="3435" y="821"/>
              <a:chExt cx="421" cy="354"/>
            </a:xfrm>
          </p:grpSpPr>
          <p:sp>
            <p:nvSpPr>
              <p:cNvPr id="33" name="Line 3">
                <a:extLst>
                  <a:ext uri="{FF2B5EF4-FFF2-40B4-BE49-F238E27FC236}">
                    <a16:creationId xmlns:a16="http://schemas.microsoft.com/office/drawing/2014/main" id="{8D931905-DDF7-446F-96F2-048B2F395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4" name="Line 4">
                <a:extLst>
                  <a:ext uri="{FF2B5EF4-FFF2-40B4-BE49-F238E27FC236}">
                    <a16:creationId xmlns:a16="http://schemas.microsoft.com/office/drawing/2014/main" id="{DC920880-329C-4FB2-A921-66E00B6CD2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5" name="Arc 5">
                <a:extLst>
                  <a:ext uri="{FF2B5EF4-FFF2-40B4-BE49-F238E27FC236}">
                    <a16:creationId xmlns:a16="http://schemas.microsoft.com/office/drawing/2014/main" id="{C5728856-4164-4239-9138-CCD80F57B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7" name="Arc 6">
                <a:extLst>
                  <a:ext uri="{FF2B5EF4-FFF2-40B4-BE49-F238E27FC236}">
                    <a16:creationId xmlns:a16="http://schemas.microsoft.com/office/drawing/2014/main" id="{AC5AF215-9086-4B3E-A11E-27AB2597A295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8" name="Line 7">
                <a:extLst>
                  <a:ext uri="{FF2B5EF4-FFF2-40B4-BE49-F238E27FC236}">
                    <a16:creationId xmlns:a16="http://schemas.microsoft.com/office/drawing/2014/main" id="{2EA57D37-CBF8-48A2-BB28-CE6AF71D4F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3FBBCFE4-6137-464A-AA8D-261C2941681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426075" y="5578475"/>
              <a:ext cx="3429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6B53B51F-1379-4420-A0C5-7841B752F76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33800" y="5922963"/>
              <a:ext cx="2035175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28BBB57A-DBD2-4302-8738-D44BECD0636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6451600" y="5748338"/>
              <a:ext cx="171450" cy="317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2939304-00F1-4D11-AF96-C6215804437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737225" y="5453063"/>
              <a:ext cx="730250" cy="292100"/>
            </a:xfrm>
            <a:custGeom>
              <a:avLst/>
              <a:gdLst>
                <a:gd name="T0" fmla="*/ 0 w 597"/>
                <a:gd name="T1" fmla="*/ 0 h 238"/>
                <a:gd name="T2" fmla="*/ 2147483646 w 597"/>
                <a:gd name="T3" fmla="*/ 2147483646 h 238"/>
                <a:gd name="T4" fmla="*/ 2147483646 w 597"/>
                <a:gd name="T5" fmla="*/ 2147483646 h 238"/>
                <a:gd name="T6" fmla="*/ 2147483646 w 597"/>
                <a:gd name="T7" fmla="*/ 2147483646 h 238"/>
                <a:gd name="T8" fmla="*/ 2147483646 w 597"/>
                <a:gd name="T9" fmla="*/ 2147483646 h 238"/>
                <a:gd name="T10" fmla="*/ 2147483646 w 597"/>
                <a:gd name="T11" fmla="*/ 2147483646 h 238"/>
                <a:gd name="T12" fmla="*/ 2147483646 w 597"/>
                <a:gd name="T13" fmla="*/ 2147483646 h 238"/>
                <a:gd name="T14" fmla="*/ 2147483646 w 597"/>
                <a:gd name="T15" fmla="*/ 2147483646 h 238"/>
                <a:gd name="T16" fmla="*/ 2147483646 w 597"/>
                <a:gd name="T17" fmla="*/ 2147483646 h 238"/>
                <a:gd name="T18" fmla="*/ 2147483646 w 597"/>
                <a:gd name="T19" fmla="*/ 2147483646 h 238"/>
                <a:gd name="T20" fmla="*/ 2147483646 w 597"/>
                <a:gd name="T21" fmla="*/ 2147483646 h 238"/>
                <a:gd name="T22" fmla="*/ 2147483646 w 597"/>
                <a:gd name="T23" fmla="*/ 2147483646 h 238"/>
                <a:gd name="T24" fmla="*/ 2147483646 w 597"/>
                <a:gd name="T25" fmla="*/ 2147483646 h 238"/>
                <a:gd name="T26" fmla="*/ 2147483646 w 597"/>
                <a:gd name="T27" fmla="*/ 2147483646 h 23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97" h="238">
                  <a:moveTo>
                    <a:pt x="0" y="0"/>
                  </a:moveTo>
                  <a:cubicBezTo>
                    <a:pt x="251" y="0"/>
                    <a:pt x="251" y="0"/>
                    <a:pt x="269" y="2"/>
                  </a:cubicBezTo>
                  <a:cubicBezTo>
                    <a:pt x="287" y="3"/>
                    <a:pt x="287" y="3"/>
                    <a:pt x="305" y="5"/>
                  </a:cubicBezTo>
                  <a:cubicBezTo>
                    <a:pt x="322" y="8"/>
                    <a:pt x="322" y="8"/>
                    <a:pt x="342" y="14"/>
                  </a:cubicBezTo>
                  <a:cubicBezTo>
                    <a:pt x="362" y="20"/>
                    <a:pt x="362" y="20"/>
                    <a:pt x="380" y="29"/>
                  </a:cubicBezTo>
                  <a:cubicBezTo>
                    <a:pt x="397" y="38"/>
                    <a:pt x="397" y="38"/>
                    <a:pt x="413" y="47"/>
                  </a:cubicBezTo>
                  <a:cubicBezTo>
                    <a:pt x="429" y="55"/>
                    <a:pt x="429" y="55"/>
                    <a:pt x="441" y="64"/>
                  </a:cubicBezTo>
                  <a:cubicBezTo>
                    <a:pt x="454" y="72"/>
                    <a:pt x="454" y="72"/>
                    <a:pt x="462" y="79"/>
                  </a:cubicBezTo>
                  <a:cubicBezTo>
                    <a:pt x="471" y="85"/>
                    <a:pt x="471" y="85"/>
                    <a:pt x="481" y="92"/>
                  </a:cubicBezTo>
                  <a:cubicBezTo>
                    <a:pt x="491" y="99"/>
                    <a:pt x="491" y="99"/>
                    <a:pt x="502" y="110"/>
                  </a:cubicBezTo>
                  <a:cubicBezTo>
                    <a:pt x="512" y="122"/>
                    <a:pt x="512" y="122"/>
                    <a:pt x="525" y="137"/>
                  </a:cubicBezTo>
                  <a:cubicBezTo>
                    <a:pt x="537" y="152"/>
                    <a:pt x="537" y="152"/>
                    <a:pt x="550" y="169"/>
                  </a:cubicBezTo>
                  <a:cubicBezTo>
                    <a:pt x="562" y="187"/>
                    <a:pt x="562" y="187"/>
                    <a:pt x="575" y="205"/>
                  </a:cubicBezTo>
                  <a:cubicBezTo>
                    <a:pt x="589" y="223"/>
                    <a:pt x="589" y="223"/>
                    <a:pt x="597" y="238"/>
                  </a:cubicBezTo>
                </a:path>
              </a:pathLst>
            </a:custGeom>
            <a:noFill/>
            <a:ln w="2222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518386EF-C9D6-4BBA-AD32-5DEF81A2158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737225" y="5746750"/>
              <a:ext cx="730250" cy="292100"/>
            </a:xfrm>
            <a:custGeom>
              <a:avLst/>
              <a:gdLst>
                <a:gd name="T0" fmla="*/ 0 w 597"/>
                <a:gd name="T1" fmla="*/ 2147483646 h 238"/>
                <a:gd name="T2" fmla="*/ 2147483646 w 597"/>
                <a:gd name="T3" fmla="*/ 2147483646 h 238"/>
                <a:gd name="T4" fmla="*/ 2147483646 w 597"/>
                <a:gd name="T5" fmla="*/ 2147483646 h 238"/>
                <a:gd name="T6" fmla="*/ 2147483646 w 597"/>
                <a:gd name="T7" fmla="*/ 2147483646 h 238"/>
                <a:gd name="T8" fmla="*/ 2147483646 w 597"/>
                <a:gd name="T9" fmla="*/ 2147483646 h 238"/>
                <a:gd name="T10" fmla="*/ 2147483646 w 597"/>
                <a:gd name="T11" fmla="*/ 2147483646 h 238"/>
                <a:gd name="T12" fmla="*/ 2147483646 w 597"/>
                <a:gd name="T13" fmla="*/ 2147483646 h 238"/>
                <a:gd name="T14" fmla="*/ 2147483646 w 597"/>
                <a:gd name="T15" fmla="*/ 2147483646 h 238"/>
                <a:gd name="T16" fmla="*/ 2147483646 w 597"/>
                <a:gd name="T17" fmla="*/ 2147483646 h 238"/>
                <a:gd name="T18" fmla="*/ 2147483646 w 597"/>
                <a:gd name="T19" fmla="*/ 2147483646 h 238"/>
                <a:gd name="T20" fmla="*/ 2147483646 w 597"/>
                <a:gd name="T21" fmla="*/ 2147483646 h 238"/>
                <a:gd name="T22" fmla="*/ 2147483646 w 597"/>
                <a:gd name="T23" fmla="*/ 2147483646 h 238"/>
                <a:gd name="T24" fmla="*/ 2147483646 w 597"/>
                <a:gd name="T25" fmla="*/ 2147483646 h 238"/>
                <a:gd name="T26" fmla="*/ 2147483646 w 597"/>
                <a:gd name="T27" fmla="*/ 0 h 23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97" h="238">
                  <a:moveTo>
                    <a:pt x="0" y="238"/>
                  </a:moveTo>
                  <a:cubicBezTo>
                    <a:pt x="251" y="238"/>
                    <a:pt x="251" y="238"/>
                    <a:pt x="269" y="236"/>
                  </a:cubicBezTo>
                  <a:cubicBezTo>
                    <a:pt x="287" y="235"/>
                    <a:pt x="287" y="235"/>
                    <a:pt x="305" y="233"/>
                  </a:cubicBezTo>
                  <a:cubicBezTo>
                    <a:pt x="322" y="230"/>
                    <a:pt x="322" y="230"/>
                    <a:pt x="342" y="224"/>
                  </a:cubicBezTo>
                  <a:cubicBezTo>
                    <a:pt x="362" y="218"/>
                    <a:pt x="362" y="218"/>
                    <a:pt x="380" y="209"/>
                  </a:cubicBezTo>
                  <a:cubicBezTo>
                    <a:pt x="397" y="200"/>
                    <a:pt x="397" y="200"/>
                    <a:pt x="413" y="191"/>
                  </a:cubicBezTo>
                  <a:cubicBezTo>
                    <a:pt x="429" y="183"/>
                    <a:pt x="429" y="183"/>
                    <a:pt x="441" y="175"/>
                  </a:cubicBezTo>
                  <a:cubicBezTo>
                    <a:pt x="454" y="166"/>
                    <a:pt x="454" y="166"/>
                    <a:pt x="462" y="160"/>
                  </a:cubicBezTo>
                  <a:cubicBezTo>
                    <a:pt x="471" y="153"/>
                    <a:pt x="471" y="153"/>
                    <a:pt x="481" y="146"/>
                  </a:cubicBezTo>
                  <a:cubicBezTo>
                    <a:pt x="491" y="139"/>
                    <a:pt x="491" y="139"/>
                    <a:pt x="502" y="128"/>
                  </a:cubicBezTo>
                  <a:cubicBezTo>
                    <a:pt x="512" y="116"/>
                    <a:pt x="512" y="116"/>
                    <a:pt x="525" y="101"/>
                  </a:cubicBezTo>
                  <a:cubicBezTo>
                    <a:pt x="537" y="86"/>
                    <a:pt x="537" y="86"/>
                    <a:pt x="550" y="69"/>
                  </a:cubicBezTo>
                  <a:cubicBezTo>
                    <a:pt x="562" y="51"/>
                    <a:pt x="562" y="51"/>
                    <a:pt x="575" y="33"/>
                  </a:cubicBezTo>
                  <a:cubicBezTo>
                    <a:pt x="589" y="15"/>
                    <a:pt x="589" y="15"/>
                    <a:pt x="597" y="0"/>
                  </a:cubicBezTo>
                </a:path>
              </a:pathLst>
            </a:custGeom>
            <a:noFill/>
            <a:ln w="2222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78D03CEA-F616-479C-B299-76159D483B8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730875" y="5453063"/>
              <a:ext cx="84137" cy="293687"/>
            </a:xfrm>
            <a:custGeom>
              <a:avLst/>
              <a:gdLst>
                <a:gd name="T0" fmla="*/ 0 w 71"/>
                <a:gd name="T1" fmla="*/ 0 h 239"/>
                <a:gd name="T2" fmla="*/ 2147483646 w 71"/>
                <a:gd name="T3" fmla="*/ 2147483646 h 239"/>
                <a:gd name="T4" fmla="*/ 2147483646 w 71"/>
                <a:gd name="T5" fmla="*/ 2147483646 h 239"/>
                <a:gd name="T6" fmla="*/ 2147483646 w 71"/>
                <a:gd name="T7" fmla="*/ 2147483646 h 239"/>
                <a:gd name="T8" fmla="*/ 2147483646 w 71"/>
                <a:gd name="T9" fmla="*/ 2147483646 h 239"/>
                <a:gd name="T10" fmla="*/ 2147483646 w 71"/>
                <a:gd name="T11" fmla="*/ 2147483646 h 239"/>
                <a:gd name="T12" fmla="*/ 2147483646 w 71"/>
                <a:gd name="T13" fmla="*/ 2147483646 h 239"/>
                <a:gd name="T14" fmla="*/ 2147483646 w 71"/>
                <a:gd name="T15" fmla="*/ 2147483646 h 2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1" h="239">
                  <a:moveTo>
                    <a:pt x="0" y="0"/>
                  </a:moveTo>
                  <a:cubicBezTo>
                    <a:pt x="16" y="29"/>
                    <a:pt x="16" y="29"/>
                    <a:pt x="22" y="44"/>
                  </a:cubicBezTo>
                  <a:cubicBezTo>
                    <a:pt x="28" y="59"/>
                    <a:pt x="28" y="59"/>
                    <a:pt x="35" y="77"/>
                  </a:cubicBezTo>
                  <a:cubicBezTo>
                    <a:pt x="42" y="95"/>
                    <a:pt x="42" y="95"/>
                    <a:pt x="48" y="114"/>
                  </a:cubicBezTo>
                  <a:cubicBezTo>
                    <a:pt x="53" y="132"/>
                    <a:pt x="53" y="132"/>
                    <a:pt x="59" y="150"/>
                  </a:cubicBezTo>
                  <a:cubicBezTo>
                    <a:pt x="65" y="168"/>
                    <a:pt x="65" y="168"/>
                    <a:pt x="66" y="184"/>
                  </a:cubicBezTo>
                  <a:cubicBezTo>
                    <a:pt x="67" y="199"/>
                    <a:pt x="67" y="199"/>
                    <a:pt x="69" y="209"/>
                  </a:cubicBezTo>
                  <a:cubicBezTo>
                    <a:pt x="71" y="218"/>
                    <a:pt x="71" y="218"/>
                    <a:pt x="70" y="239"/>
                  </a:cubicBezTo>
                </a:path>
              </a:pathLst>
            </a:custGeom>
            <a:noFill/>
            <a:ln w="2222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A460306-DD46-462C-8522-28EFE9B0C10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730875" y="5745163"/>
              <a:ext cx="84137" cy="293687"/>
            </a:xfrm>
            <a:custGeom>
              <a:avLst/>
              <a:gdLst>
                <a:gd name="T0" fmla="*/ 0 w 71"/>
                <a:gd name="T1" fmla="*/ 2147483646 h 239"/>
                <a:gd name="T2" fmla="*/ 2147483646 w 71"/>
                <a:gd name="T3" fmla="*/ 2147483646 h 239"/>
                <a:gd name="T4" fmla="*/ 2147483646 w 71"/>
                <a:gd name="T5" fmla="*/ 2147483646 h 239"/>
                <a:gd name="T6" fmla="*/ 2147483646 w 71"/>
                <a:gd name="T7" fmla="*/ 2147483646 h 239"/>
                <a:gd name="T8" fmla="*/ 2147483646 w 71"/>
                <a:gd name="T9" fmla="*/ 2147483646 h 239"/>
                <a:gd name="T10" fmla="*/ 2147483646 w 71"/>
                <a:gd name="T11" fmla="*/ 2147483646 h 239"/>
                <a:gd name="T12" fmla="*/ 2147483646 w 71"/>
                <a:gd name="T13" fmla="*/ 2147483646 h 239"/>
                <a:gd name="T14" fmla="*/ 2147483646 w 71"/>
                <a:gd name="T15" fmla="*/ 0 h 2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1" h="239">
                  <a:moveTo>
                    <a:pt x="0" y="239"/>
                  </a:moveTo>
                  <a:cubicBezTo>
                    <a:pt x="16" y="210"/>
                    <a:pt x="16" y="210"/>
                    <a:pt x="22" y="195"/>
                  </a:cubicBezTo>
                  <a:cubicBezTo>
                    <a:pt x="28" y="180"/>
                    <a:pt x="28" y="180"/>
                    <a:pt x="35" y="162"/>
                  </a:cubicBezTo>
                  <a:cubicBezTo>
                    <a:pt x="42" y="144"/>
                    <a:pt x="42" y="144"/>
                    <a:pt x="48" y="126"/>
                  </a:cubicBezTo>
                  <a:cubicBezTo>
                    <a:pt x="53" y="107"/>
                    <a:pt x="53" y="107"/>
                    <a:pt x="59" y="89"/>
                  </a:cubicBezTo>
                  <a:cubicBezTo>
                    <a:pt x="65" y="71"/>
                    <a:pt x="65" y="71"/>
                    <a:pt x="66" y="56"/>
                  </a:cubicBezTo>
                  <a:cubicBezTo>
                    <a:pt x="67" y="40"/>
                    <a:pt x="67" y="40"/>
                    <a:pt x="69" y="31"/>
                  </a:cubicBezTo>
                  <a:cubicBezTo>
                    <a:pt x="71" y="21"/>
                    <a:pt x="71" y="21"/>
                    <a:pt x="70" y="0"/>
                  </a:cubicBezTo>
                </a:path>
              </a:pathLst>
            </a:custGeom>
            <a:noFill/>
            <a:ln w="2222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1" name="Freeform 24">
              <a:extLst>
                <a:ext uri="{FF2B5EF4-FFF2-40B4-BE49-F238E27FC236}">
                  <a16:creationId xmlns:a16="http://schemas.microsoft.com/office/drawing/2014/main" id="{E3B433DA-4071-41A6-8144-5E63E5C87AB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156200" y="5233988"/>
              <a:ext cx="269875" cy="344487"/>
            </a:xfrm>
            <a:custGeom>
              <a:avLst/>
              <a:gdLst>
                <a:gd name="T0" fmla="*/ 2147483646 w 127"/>
                <a:gd name="T1" fmla="*/ 2147483646 h 163"/>
                <a:gd name="T2" fmla="*/ 2147483646 w 127"/>
                <a:gd name="T3" fmla="*/ 2147483646 h 163"/>
                <a:gd name="T4" fmla="*/ 2147483646 w 127"/>
                <a:gd name="T5" fmla="*/ 0 h 163"/>
                <a:gd name="T6" fmla="*/ 0 w 127"/>
                <a:gd name="T7" fmla="*/ 0 h 1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163">
                  <a:moveTo>
                    <a:pt x="127" y="163"/>
                  </a:moveTo>
                  <a:lnTo>
                    <a:pt x="81" y="163"/>
                  </a:lnTo>
                  <a:lnTo>
                    <a:pt x="81" y="0"/>
                  </a:lnTo>
                  <a:lnTo>
                    <a:pt x="0" y="0"/>
                  </a:lnTo>
                </a:path>
              </a:pathLst>
            </a:custGeom>
            <a:noFill/>
            <a:ln w="2222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CEB04BAC-BAEB-4BE6-BEBB-711C0D6038E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6623050" y="5748338"/>
              <a:ext cx="441325" cy="317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3" name="Rectangle 28">
              <a:extLst>
                <a:ext uri="{FF2B5EF4-FFF2-40B4-BE49-F238E27FC236}">
                  <a16:creationId xmlns:a16="http://schemas.microsoft.com/office/drawing/2014/main" id="{FB96BA63-0A72-40B6-916A-419FA676A1C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191375" y="5635625"/>
              <a:ext cx="60325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4" name="Line 49">
              <a:extLst>
                <a:ext uri="{FF2B5EF4-FFF2-40B4-BE49-F238E27FC236}">
                  <a16:creationId xmlns:a16="http://schemas.microsoft.com/office/drawing/2014/main" id="{F65064ED-2F48-4ACD-AFA9-76695D4767D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749675" y="5062538"/>
              <a:ext cx="18415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5" name="Rectangle 41">
              <a:extLst>
                <a:ext uri="{FF2B5EF4-FFF2-40B4-BE49-F238E27FC236}">
                  <a16:creationId xmlns:a16="http://schemas.microsoft.com/office/drawing/2014/main" id="{93E5C724-EDC3-4510-A580-46B5DA8454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7738" y="5757862"/>
              <a:ext cx="21986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s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</a:t>
              </a:r>
              <a:endParaRPr kumimoji="0" lang="en-US" altLang="en-US" sz="4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7" name="Line 77">
              <a:extLst>
                <a:ext uri="{FF2B5EF4-FFF2-40B4-BE49-F238E27FC236}">
                  <a16:creationId xmlns:a16="http://schemas.microsoft.com/office/drawing/2014/main" id="{283E35CF-393D-4A5C-BFCD-5D35916AA01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965700" y="5233988"/>
              <a:ext cx="19050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8" name="Freeform 44">
              <a:extLst>
                <a:ext uri="{FF2B5EF4-FFF2-40B4-BE49-F238E27FC236}">
                  <a16:creationId xmlns:a16="http://schemas.microsoft.com/office/drawing/2014/main" id="{FBD65015-F348-4166-8CED-A3021284FC0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33825" y="5407025"/>
              <a:ext cx="368300" cy="1588"/>
            </a:xfrm>
            <a:custGeom>
              <a:avLst/>
              <a:gdLst>
                <a:gd name="T0" fmla="*/ 2147483646 w 174"/>
                <a:gd name="T1" fmla="*/ 0 h 1588"/>
                <a:gd name="T2" fmla="*/ 0 w 174"/>
                <a:gd name="T3" fmla="*/ 0 h 1588"/>
                <a:gd name="T4" fmla="*/ 2147483646 w 174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4" h="1588">
                  <a:moveTo>
                    <a:pt x="174" y="0"/>
                  </a:moveTo>
                  <a:lnTo>
                    <a:pt x="0" y="0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FFFFFF"/>
            </a:solidFill>
            <a:ln w="2222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29" name="Line 79">
              <a:extLst>
                <a:ext uri="{FF2B5EF4-FFF2-40B4-BE49-F238E27FC236}">
                  <a16:creationId xmlns:a16="http://schemas.microsoft.com/office/drawing/2014/main" id="{000BBF68-CC69-4825-B00C-6B6FC264E98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733800" y="5407025"/>
              <a:ext cx="568325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0" name="Freeform 46">
              <a:extLst>
                <a:ext uri="{FF2B5EF4-FFF2-40B4-BE49-F238E27FC236}">
                  <a16:creationId xmlns:a16="http://schemas.microsoft.com/office/drawing/2014/main" id="{6453127F-2E76-41E2-81D0-65712488376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33825" y="5062538"/>
              <a:ext cx="368300" cy="1587"/>
            </a:xfrm>
            <a:custGeom>
              <a:avLst/>
              <a:gdLst>
                <a:gd name="T0" fmla="*/ 2147483646 w 174"/>
                <a:gd name="T1" fmla="*/ 0 h 1587"/>
                <a:gd name="T2" fmla="*/ 0 w 174"/>
                <a:gd name="T3" fmla="*/ 0 h 1587"/>
                <a:gd name="T4" fmla="*/ 2147483646 w 174"/>
                <a:gd name="T5" fmla="*/ 0 h 1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4" h="1587">
                  <a:moveTo>
                    <a:pt x="174" y="0"/>
                  </a:moveTo>
                  <a:lnTo>
                    <a:pt x="0" y="0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FFFFFF"/>
            </a:solidFill>
            <a:ln w="2222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1" name="Rectangle 59">
              <a:extLst>
                <a:ext uri="{FF2B5EF4-FFF2-40B4-BE49-F238E27FC236}">
                  <a16:creationId xmlns:a16="http://schemas.microsoft.com/office/drawing/2014/main" id="{EA28C070-4E6C-4FED-A1AA-FC569827966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9000" y="5181600"/>
              <a:ext cx="21280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s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</a:t>
              </a:r>
              <a:endParaRPr kumimoji="0" lang="en-US" altLang="en-US" sz="4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32" name="Rectangle 60">
              <a:extLst>
                <a:ext uri="{FF2B5EF4-FFF2-40B4-BE49-F238E27FC236}">
                  <a16:creationId xmlns:a16="http://schemas.microsoft.com/office/drawing/2014/main" id="{86317DBA-4998-446C-8774-C2F2D4523E4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7738" y="4800600"/>
              <a:ext cx="21280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s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4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6783683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id="{AA0DECA2-3558-4436-9F5E-E446C32598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39762"/>
          </a:xfrm>
        </p:spPr>
        <p:txBody>
          <a:bodyPr/>
          <a:lstStyle/>
          <a:p>
            <a:r>
              <a:rPr lang="en-US" altLang="en-US" dirty="0"/>
              <a:t>Example 2.8 minimization)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AAFE5E-5003-4FC2-AB0D-2B7451C16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90800"/>
            <a:ext cx="9144000" cy="246983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A5BD0F7-19E0-4173-BFF3-37B9D8ECA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990600"/>
            <a:ext cx="7924800" cy="555702"/>
          </a:xfrm>
          <a:prstGeom prst="rect">
            <a:avLst/>
          </a:prstGeom>
        </p:spPr>
      </p:pic>
      <p:sp>
        <p:nvSpPr>
          <p:cNvPr id="37" name="Rectangle 5">
            <a:extLst>
              <a:ext uri="{FF2B5EF4-FFF2-40B4-BE49-F238E27FC236}">
                <a16:creationId xmlns:a16="http://schemas.microsoft.com/office/drawing/2014/main" id="{CFDBA1EA-D925-478B-82B3-98F14ECFE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1007889"/>
            <a:ext cx="1219200" cy="6096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AD0E7FD-E2E3-42E9-9FBB-6E2549D78786}"/>
              </a:ext>
            </a:extLst>
          </p:cNvPr>
          <p:cNvCxnSpPr>
            <a:cxnSpLocks noChangeShapeType="1"/>
            <a:stCxn id="37" idx="2"/>
          </p:cNvCxnSpPr>
          <p:nvPr/>
        </p:nvCxnSpPr>
        <p:spPr bwMode="auto">
          <a:xfrm>
            <a:off x="7543800" y="1617489"/>
            <a:ext cx="1127125" cy="1249924"/>
          </a:xfrm>
          <a:prstGeom prst="straightConnector1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F672A74-DDA7-4B37-9F00-A0F442A9DD15}"/>
              </a:ext>
            </a:extLst>
          </p:cNvPr>
          <p:cNvCxnSpPr>
            <a:cxnSpLocks noChangeShapeType="1"/>
            <a:stCxn id="37" idx="2"/>
          </p:cNvCxnSpPr>
          <p:nvPr/>
        </p:nvCxnSpPr>
        <p:spPr bwMode="auto">
          <a:xfrm flipH="1">
            <a:off x="5807075" y="1617489"/>
            <a:ext cx="1736725" cy="1178737"/>
          </a:xfrm>
          <a:prstGeom prst="straightConnector1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TextBox 2">
            <a:extLst>
              <a:ext uri="{FF2B5EF4-FFF2-40B4-BE49-F238E27FC236}">
                <a16:creationId xmlns:a16="http://schemas.microsoft.com/office/drawing/2014/main" id="{99C9E172-CAB8-4EF9-943B-63B50600A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6363" y="1683830"/>
            <a:ext cx="2010601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Replicate this term (apply 7b)</a:t>
            </a:r>
          </a:p>
        </p:txBody>
      </p:sp>
      <p:grpSp>
        <p:nvGrpSpPr>
          <p:cNvPr id="46" name="Group 2">
            <a:extLst>
              <a:ext uri="{FF2B5EF4-FFF2-40B4-BE49-F238E27FC236}">
                <a16:creationId xmlns:a16="http://schemas.microsoft.com/office/drawing/2014/main" id="{F2605FFF-3CC7-498F-B0F6-521F19B8B0CC}"/>
              </a:ext>
            </a:extLst>
          </p:cNvPr>
          <p:cNvGrpSpPr>
            <a:grpSpLocks/>
          </p:cNvGrpSpPr>
          <p:nvPr/>
        </p:nvGrpSpPr>
        <p:grpSpPr bwMode="auto">
          <a:xfrm>
            <a:off x="3797300" y="4602162"/>
            <a:ext cx="3822700" cy="1265238"/>
            <a:chOff x="3429000" y="4800600"/>
            <a:chExt cx="3822700" cy="1265039"/>
          </a:xfrm>
        </p:grpSpPr>
        <p:grpSp>
          <p:nvGrpSpPr>
            <p:cNvPr id="47" name="Group 2">
              <a:extLst>
                <a:ext uri="{FF2B5EF4-FFF2-40B4-BE49-F238E27FC236}">
                  <a16:creationId xmlns:a16="http://schemas.microsoft.com/office/drawing/2014/main" id="{2D4FFE8C-5221-4585-BFDC-AFDFAC54CF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7362" y="4948238"/>
              <a:ext cx="668338" cy="561975"/>
              <a:chOff x="3435" y="821"/>
              <a:chExt cx="421" cy="354"/>
            </a:xfrm>
          </p:grpSpPr>
          <p:sp>
            <p:nvSpPr>
              <p:cNvPr id="66" name="Line 3">
                <a:extLst>
                  <a:ext uri="{FF2B5EF4-FFF2-40B4-BE49-F238E27FC236}">
                    <a16:creationId xmlns:a16="http://schemas.microsoft.com/office/drawing/2014/main" id="{16195E7C-9FE5-4302-9196-B54DAA2691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7" name="Line 4">
                <a:extLst>
                  <a:ext uri="{FF2B5EF4-FFF2-40B4-BE49-F238E27FC236}">
                    <a16:creationId xmlns:a16="http://schemas.microsoft.com/office/drawing/2014/main" id="{735854F4-DF09-41F3-9113-9E12DAE5AA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8" name="Arc 5">
                <a:extLst>
                  <a:ext uri="{FF2B5EF4-FFF2-40B4-BE49-F238E27FC236}">
                    <a16:creationId xmlns:a16="http://schemas.microsoft.com/office/drawing/2014/main" id="{8A77112A-5263-4DBC-AE81-4A52115C48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69" name="Arc 6">
                <a:extLst>
                  <a:ext uri="{FF2B5EF4-FFF2-40B4-BE49-F238E27FC236}">
                    <a16:creationId xmlns:a16="http://schemas.microsoft.com/office/drawing/2014/main" id="{E7BBB147-F11B-4EF4-B6A3-5DEFD2BCF43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70" name="Line 7">
                <a:extLst>
                  <a:ext uri="{FF2B5EF4-FFF2-40B4-BE49-F238E27FC236}">
                    <a16:creationId xmlns:a16="http://schemas.microsoft.com/office/drawing/2014/main" id="{233F283C-1757-43A5-84F3-E517901481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8" name="Line 10">
              <a:extLst>
                <a:ext uri="{FF2B5EF4-FFF2-40B4-BE49-F238E27FC236}">
                  <a16:creationId xmlns:a16="http://schemas.microsoft.com/office/drawing/2014/main" id="{F3966E62-1D0A-4EC3-8FC9-8E8FA1AAB4D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426075" y="5578475"/>
              <a:ext cx="3429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49" name="Line 11">
              <a:extLst>
                <a:ext uri="{FF2B5EF4-FFF2-40B4-BE49-F238E27FC236}">
                  <a16:creationId xmlns:a16="http://schemas.microsoft.com/office/drawing/2014/main" id="{E1E44EDD-25F6-44C6-8824-EF76A23B88C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33800" y="5922963"/>
              <a:ext cx="2035175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" name="Line 12">
              <a:extLst>
                <a:ext uri="{FF2B5EF4-FFF2-40B4-BE49-F238E27FC236}">
                  <a16:creationId xmlns:a16="http://schemas.microsoft.com/office/drawing/2014/main" id="{BF7A2A20-D089-454C-8594-90B985EB3F1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6451600" y="5748338"/>
              <a:ext cx="171450" cy="317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" name="Freeform 15">
              <a:extLst>
                <a:ext uri="{FF2B5EF4-FFF2-40B4-BE49-F238E27FC236}">
                  <a16:creationId xmlns:a16="http://schemas.microsoft.com/office/drawing/2014/main" id="{86AC12EB-32B2-4295-BED6-BFC2674C953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737225" y="5453063"/>
              <a:ext cx="730250" cy="292100"/>
            </a:xfrm>
            <a:custGeom>
              <a:avLst/>
              <a:gdLst>
                <a:gd name="T0" fmla="*/ 0 w 597"/>
                <a:gd name="T1" fmla="*/ 0 h 238"/>
                <a:gd name="T2" fmla="*/ 2147483646 w 597"/>
                <a:gd name="T3" fmla="*/ 2147483646 h 238"/>
                <a:gd name="T4" fmla="*/ 2147483646 w 597"/>
                <a:gd name="T5" fmla="*/ 2147483646 h 238"/>
                <a:gd name="T6" fmla="*/ 2147483646 w 597"/>
                <a:gd name="T7" fmla="*/ 2147483646 h 238"/>
                <a:gd name="T8" fmla="*/ 2147483646 w 597"/>
                <a:gd name="T9" fmla="*/ 2147483646 h 238"/>
                <a:gd name="T10" fmla="*/ 2147483646 w 597"/>
                <a:gd name="T11" fmla="*/ 2147483646 h 238"/>
                <a:gd name="T12" fmla="*/ 2147483646 w 597"/>
                <a:gd name="T13" fmla="*/ 2147483646 h 238"/>
                <a:gd name="T14" fmla="*/ 2147483646 w 597"/>
                <a:gd name="T15" fmla="*/ 2147483646 h 238"/>
                <a:gd name="T16" fmla="*/ 2147483646 w 597"/>
                <a:gd name="T17" fmla="*/ 2147483646 h 238"/>
                <a:gd name="T18" fmla="*/ 2147483646 w 597"/>
                <a:gd name="T19" fmla="*/ 2147483646 h 238"/>
                <a:gd name="T20" fmla="*/ 2147483646 w 597"/>
                <a:gd name="T21" fmla="*/ 2147483646 h 238"/>
                <a:gd name="T22" fmla="*/ 2147483646 w 597"/>
                <a:gd name="T23" fmla="*/ 2147483646 h 238"/>
                <a:gd name="T24" fmla="*/ 2147483646 w 597"/>
                <a:gd name="T25" fmla="*/ 2147483646 h 238"/>
                <a:gd name="T26" fmla="*/ 2147483646 w 597"/>
                <a:gd name="T27" fmla="*/ 2147483646 h 23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97" h="238">
                  <a:moveTo>
                    <a:pt x="0" y="0"/>
                  </a:moveTo>
                  <a:cubicBezTo>
                    <a:pt x="251" y="0"/>
                    <a:pt x="251" y="0"/>
                    <a:pt x="269" y="2"/>
                  </a:cubicBezTo>
                  <a:cubicBezTo>
                    <a:pt x="287" y="3"/>
                    <a:pt x="287" y="3"/>
                    <a:pt x="305" y="5"/>
                  </a:cubicBezTo>
                  <a:cubicBezTo>
                    <a:pt x="322" y="8"/>
                    <a:pt x="322" y="8"/>
                    <a:pt x="342" y="14"/>
                  </a:cubicBezTo>
                  <a:cubicBezTo>
                    <a:pt x="362" y="20"/>
                    <a:pt x="362" y="20"/>
                    <a:pt x="380" y="29"/>
                  </a:cubicBezTo>
                  <a:cubicBezTo>
                    <a:pt x="397" y="38"/>
                    <a:pt x="397" y="38"/>
                    <a:pt x="413" y="47"/>
                  </a:cubicBezTo>
                  <a:cubicBezTo>
                    <a:pt x="429" y="55"/>
                    <a:pt x="429" y="55"/>
                    <a:pt x="441" y="64"/>
                  </a:cubicBezTo>
                  <a:cubicBezTo>
                    <a:pt x="454" y="72"/>
                    <a:pt x="454" y="72"/>
                    <a:pt x="462" y="79"/>
                  </a:cubicBezTo>
                  <a:cubicBezTo>
                    <a:pt x="471" y="85"/>
                    <a:pt x="471" y="85"/>
                    <a:pt x="481" y="92"/>
                  </a:cubicBezTo>
                  <a:cubicBezTo>
                    <a:pt x="491" y="99"/>
                    <a:pt x="491" y="99"/>
                    <a:pt x="502" y="110"/>
                  </a:cubicBezTo>
                  <a:cubicBezTo>
                    <a:pt x="512" y="122"/>
                    <a:pt x="512" y="122"/>
                    <a:pt x="525" y="137"/>
                  </a:cubicBezTo>
                  <a:cubicBezTo>
                    <a:pt x="537" y="152"/>
                    <a:pt x="537" y="152"/>
                    <a:pt x="550" y="169"/>
                  </a:cubicBezTo>
                  <a:cubicBezTo>
                    <a:pt x="562" y="187"/>
                    <a:pt x="562" y="187"/>
                    <a:pt x="575" y="205"/>
                  </a:cubicBezTo>
                  <a:cubicBezTo>
                    <a:pt x="589" y="223"/>
                    <a:pt x="589" y="223"/>
                    <a:pt x="597" y="238"/>
                  </a:cubicBezTo>
                </a:path>
              </a:pathLst>
            </a:custGeom>
            <a:noFill/>
            <a:ln w="2222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A6D8B1CD-33F1-4E88-BD51-367E51E94C1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737225" y="5746750"/>
              <a:ext cx="730250" cy="292100"/>
            </a:xfrm>
            <a:custGeom>
              <a:avLst/>
              <a:gdLst>
                <a:gd name="T0" fmla="*/ 0 w 597"/>
                <a:gd name="T1" fmla="*/ 2147483646 h 238"/>
                <a:gd name="T2" fmla="*/ 2147483646 w 597"/>
                <a:gd name="T3" fmla="*/ 2147483646 h 238"/>
                <a:gd name="T4" fmla="*/ 2147483646 w 597"/>
                <a:gd name="T5" fmla="*/ 2147483646 h 238"/>
                <a:gd name="T6" fmla="*/ 2147483646 w 597"/>
                <a:gd name="T7" fmla="*/ 2147483646 h 238"/>
                <a:gd name="T8" fmla="*/ 2147483646 w 597"/>
                <a:gd name="T9" fmla="*/ 2147483646 h 238"/>
                <a:gd name="T10" fmla="*/ 2147483646 w 597"/>
                <a:gd name="T11" fmla="*/ 2147483646 h 238"/>
                <a:gd name="T12" fmla="*/ 2147483646 w 597"/>
                <a:gd name="T13" fmla="*/ 2147483646 h 238"/>
                <a:gd name="T14" fmla="*/ 2147483646 w 597"/>
                <a:gd name="T15" fmla="*/ 2147483646 h 238"/>
                <a:gd name="T16" fmla="*/ 2147483646 w 597"/>
                <a:gd name="T17" fmla="*/ 2147483646 h 238"/>
                <a:gd name="T18" fmla="*/ 2147483646 w 597"/>
                <a:gd name="T19" fmla="*/ 2147483646 h 238"/>
                <a:gd name="T20" fmla="*/ 2147483646 w 597"/>
                <a:gd name="T21" fmla="*/ 2147483646 h 238"/>
                <a:gd name="T22" fmla="*/ 2147483646 w 597"/>
                <a:gd name="T23" fmla="*/ 2147483646 h 238"/>
                <a:gd name="T24" fmla="*/ 2147483646 w 597"/>
                <a:gd name="T25" fmla="*/ 2147483646 h 238"/>
                <a:gd name="T26" fmla="*/ 2147483646 w 597"/>
                <a:gd name="T27" fmla="*/ 0 h 23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97" h="238">
                  <a:moveTo>
                    <a:pt x="0" y="238"/>
                  </a:moveTo>
                  <a:cubicBezTo>
                    <a:pt x="251" y="238"/>
                    <a:pt x="251" y="238"/>
                    <a:pt x="269" y="236"/>
                  </a:cubicBezTo>
                  <a:cubicBezTo>
                    <a:pt x="287" y="235"/>
                    <a:pt x="287" y="235"/>
                    <a:pt x="305" y="233"/>
                  </a:cubicBezTo>
                  <a:cubicBezTo>
                    <a:pt x="322" y="230"/>
                    <a:pt x="322" y="230"/>
                    <a:pt x="342" y="224"/>
                  </a:cubicBezTo>
                  <a:cubicBezTo>
                    <a:pt x="362" y="218"/>
                    <a:pt x="362" y="218"/>
                    <a:pt x="380" y="209"/>
                  </a:cubicBezTo>
                  <a:cubicBezTo>
                    <a:pt x="397" y="200"/>
                    <a:pt x="397" y="200"/>
                    <a:pt x="413" y="191"/>
                  </a:cubicBezTo>
                  <a:cubicBezTo>
                    <a:pt x="429" y="183"/>
                    <a:pt x="429" y="183"/>
                    <a:pt x="441" y="175"/>
                  </a:cubicBezTo>
                  <a:cubicBezTo>
                    <a:pt x="454" y="166"/>
                    <a:pt x="454" y="166"/>
                    <a:pt x="462" y="160"/>
                  </a:cubicBezTo>
                  <a:cubicBezTo>
                    <a:pt x="471" y="153"/>
                    <a:pt x="471" y="153"/>
                    <a:pt x="481" y="146"/>
                  </a:cubicBezTo>
                  <a:cubicBezTo>
                    <a:pt x="491" y="139"/>
                    <a:pt x="491" y="139"/>
                    <a:pt x="502" y="128"/>
                  </a:cubicBezTo>
                  <a:cubicBezTo>
                    <a:pt x="512" y="116"/>
                    <a:pt x="512" y="116"/>
                    <a:pt x="525" y="101"/>
                  </a:cubicBezTo>
                  <a:cubicBezTo>
                    <a:pt x="537" y="86"/>
                    <a:pt x="537" y="86"/>
                    <a:pt x="550" y="69"/>
                  </a:cubicBezTo>
                  <a:cubicBezTo>
                    <a:pt x="562" y="51"/>
                    <a:pt x="562" y="51"/>
                    <a:pt x="575" y="33"/>
                  </a:cubicBezTo>
                  <a:cubicBezTo>
                    <a:pt x="589" y="15"/>
                    <a:pt x="589" y="15"/>
                    <a:pt x="597" y="0"/>
                  </a:cubicBezTo>
                </a:path>
              </a:pathLst>
            </a:custGeom>
            <a:noFill/>
            <a:ln w="2222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157EB5A3-8E86-49DC-9323-7208B092A94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730875" y="5453063"/>
              <a:ext cx="84137" cy="293687"/>
            </a:xfrm>
            <a:custGeom>
              <a:avLst/>
              <a:gdLst>
                <a:gd name="T0" fmla="*/ 0 w 71"/>
                <a:gd name="T1" fmla="*/ 0 h 239"/>
                <a:gd name="T2" fmla="*/ 2147483646 w 71"/>
                <a:gd name="T3" fmla="*/ 2147483646 h 239"/>
                <a:gd name="T4" fmla="*/ 2147483646 w 71"/>
                <a:gd name="T5" fmla="*/ 2147483646 h 239"/>
                <a:gd name="T6" fmla="*/ 2147483646 w 71"/>
                <a:gd name="T7" fmla="*/ 2147483646 h 239"/>
                <a:gd name="T8" fmla="*/ 2147483646 w 71"/>
                <a:gd name="T9" fmla="*/ 2147483646 h 239"/>
                <a:gd name="T10" fmla="*/ 2147483646 w 71"/>
                <a:gd name="T11" fmla="*/ 2147483646 h 239"/>
                <a:gd name="T12" fmla="*/ 2147483646 w 71"/>
                <a:gd name="T13" fmla="*/ 2147483646 h 239"/>
                <a:gd name="T14" fmla="*/ 2147483646 w 71"/>
                <a:gd name="T15" fmla="*/ 2147483646 h 2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1" h="239">
                  <a:moveTo>
                    <a:pt x="0" y="0"/>
                  </a:moveTo>
                  <a:cubicBezTo>
                    <a:pt x="16" y="29"/>
                    <a:pt x="16" y="29"/>
                    <a:pt x="22" y="44"/>
                  </a:cubicBezTo>
                  <a:cubicBezTo>
                    <a:pt x="28" y="59"/>
                    <a:pt x="28" y="59"/>
                    <a:pt x="35" y="77"/>
                  </a:cubicBezTo>
                  <a:cubicBezTo>
                    <a:pt x="42" y="95"/>
                    <a:pt x="42" y="95"/>
                    <a:pt x="48" y="114"/>
                  </a:cubicBezTo>
                  <a:cubicBezTo>
                    <a:pt x="53" y="132"/>
                    <a:pt x="53" y="132"/>
                    <a:pt x="59" y="150"/>
                  </a:cubicBezTo>
                  <a:cubicBezTo>
                    <a:pt x="65" y="168"/>
                    <a:pt x="65" y="168"/>
                    <a:pt x="66" y="184"/>
                  </a:cubicBezTo>
                  <a:cubicBezTo>
                    <a:pt x="67" y="199"/>
                    <a:pt x="67" y="199"/>
                    <a:pt x="69" y="209"/>
                  </a:cubicBezTo>
                  <a:cubicBezTo>
                    <a:pt x="71" y="218"/>
                    <a:pt x="71" y="218"/>
                    <a:pt x="70" y="239"/>
                  </a:cubicBezTo>
                </a:path>
              </a:pathLst>
            </a:custGeom>
            <a:noFill/>
            <a:ln w="2222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1D1663AD-11EA-4D58-A6C6-B0B87E5E7D3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730875" y="5745163"/>
              <a:ext cx="84137" cy="293687"/>
            </a:xfrm>
            <a:custGeom>
              <a:avLst/>
              <a:gdLst>
                <a:gd name="T0" fmla="*/ 0 w 71"/>
                <a:gd name="T1" fmla="*/ 2147483646 h 239"/>
                <a:gd name="T2" fmla="*/ 2147483646 w 71"/>
                <a:gd name="T3" fmla="*/ 2147483646 h 239"/>
                <a:gd name="T4" fmla="*/ 2147483646 w 71"/>
                <a:gd name="T5" fmla="*/ 2147483646 h 239"/>
                <a:gd name="T6" fmla="*/ 2147483646 w 71"/>
                <a:gd name="T7" fmla="*/ 2147483646 h 239"/>
                <a:gd name="T8" fmla="*/ 2147483646 w 71"/>
                <a:gd name="T9" fmla="*/ 2147483646 h 239"/>
                <a:gd name="T10" fmla="*/ 2147483646 w 71"/>
                <a:gd name="T11" fmla="*/ 2147483646 h 239"/>
                <a:gd name="T12" fmla="*/ 2147483646 w 71"/>
                <a:gd name="T13" fmla="*/ 2147483646 h 239"/>
                <a:gd name="T14" fmla="*/ 2147483646 w 71"/>
                <a:gd name="T15" fmla="*/ 0 h 2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1" h="239">
                  <a:moveTo>
                    <a:pt x="0" y="239"/>
                  </a:moveTo>
                  <a:cubicBezTo>
                    <a:pt x="16" y="210"/>
                    <a:pt x="16" y="210"/>
                    <a:pt x="22" y="195"/>
                  </a:cubicBezTo>
                  <a:cubicBezTo>
                    <a:pt x="28" y="180"/>
                    <a:pt x="28" y="180"/>
                    <a:pt x="35" y="162"/>
                  </a:cubicBezTo>
                  <a:cubicBezTo>
                    <a:pt x="42" y="144"/>
                    <a:pt x="42" y="144"/>
                    <a:pt x="48" y="126"/>
                  </a:cubicBezTo>
                  <a:cubicBezTo>
                    <a:pt x="53" y="107"/>
                    <a:pt x="53" y="107"/>
                    <a:pt x="59" y="89"/>
                  </a:cubicBezTo>
                  <a:cubicBezTo>
                    <a:pt x="65" y="71"/>
                    <a:pt x="65" y="71"/>
                    <a:pt x="66" y="56"/>
                  </a:cubicBezTo>
                  <a:cubicBezTo>
                    <a:pt x="67" y="40"/>
                    <a:pt x="67" y="40"/>
                    <a:pt x="69" y="31"/>
                  </a:cubicBezTo>
                  <a:cubicBezTo>
                    <a:pt x="71" y="21"/>
                    <a:pt x="71" y="21"/>
                    <a:pt x="70" y="0"/>
                  </a:cubicBezTo>
                </a:path>
              </a:pathLst>
            </a:custGeom>
            <a:noFill/>
            <a:ln w="2222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5" name="Freeform 24">
              <a:extLst>
                <a:ext uri="{FF2B5EF4-FFF2-40B4-BE49-F238E27FC236}">
                  <a16:creationId xmlns:a16="http://schemas.microsoft.com/office/drawing/2014/main" id="{16848A60-3CA1-4EE4-AA55-EBCD2EA41EE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156200" y="5233988"/>
              <a:ext cx="269875" cy="344487"/>
            </a:xfrm>
            <a:custGeom>
              <a:avLst/>
              <a:gdLst>
                <a:gd name="T0" fmla="*/ 2147483646 w 127"/>
                <a:gd name="T1" fmla="*/ 2147483646 h 163"/>
                <a:gd name="T2" fmla="*/ 2147483646 w 127"/>
                <a:gd name="T3" fmla="*/ 2147483646 h 163"/>
                <a:gd name="T4" fmla="*/ 2147483646 w 127"/>
                <a:gd name="T5" fmla="*/ 0 h 163"/>
                <a:gd name="T6" fmla="*/ 0 w 127"/>
                <a:gd name="T7" fmla="*/ 0 h 1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163">
                  <a:moveTo>
                    <a:pt x="127" y="163"/>
                  </a:moveTo>
                  <a:lnTo>
                    <a:pt x="81" y="163"/>
                  </a:lnTo>
                  <a:lnTo>
                    <a:pt x="81" y="0"/>
                  </a:lnTo>
                  <a:lnTo>
                    <a:pt x="0" y="0"/>
                  </a:lnTo>
                </a:path>
              </a:pathLst>
            </a:custGeom>
            <a:noFill/>
            <a:ln w="2222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6" name="Line 22">
              <a:extLst>
                <a:ext uri="{FF2B5EF4-FFF2-40B4-BE49-F238E27FC236}">
                  <a16:creationId xmlns:a16="http://schemas.microsoft.com/office/drawing/2014/main" id="{B45530C5-3E17-4DAA-95E8-6C07A9D72E8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6623050" y="5748338"/>
              <a:ext cx="441325" cy="317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7" name="Rectangle 28">
              <a:extLst>
                <a:ext uri="{FF2B5EF4-FFF2-40B4-BE49-F238E27FC236}">
                  <a16:creationId xmlns:a16="http://schemas.microsoft.com/office/drawing/2014/main" id="{BEC573EB-EDDF-4E1D-B11B-CB393E37A78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191375" y="5635625"/>
              <a:ext cx="60325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</a:t>
              </a:r>
              <a:endParaRPr kumimoji="0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8" name="Line 49">
              <a:extLst>
                <a:ext uri="{FF2B5EF4-FFF2-40B4-BE49-F238E27FC236}">
                  <a16:creationId xmlns:a16="http://schemas.microsoft.com/office/drawing/2014/main" id="{1384CFA7-12B5-4F16-8078-DF312A5BBFC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749675" y="5062538"/>
              <a:ext cx="18415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:a16="http://schemas.microsoft.com/office/drawing/2014/main" id="{592DCB7A-4292-46DD-B46C-E60D20E039F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7738" y="5757862"/>
              <a:ext cx="21986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s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3</a:t>
              </a:r>
              <a:endParaRPr kumimoji="0" lang="en-US" altLang="en-US" sz="4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" name="Line 77">
              <a:extLst>
                <a:ext uri="{FF2B5EF4-FFF2-40B4-BE49-F238E27FC236}">
                  <a16:creationId xmlns:a16="http://schemas.microsoft.com/office/drawing/2014/main" id="{6F680A54-A7C5-45F4-B1A8-47479A5D1F4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965700" y="5233988"/>
              <a:ext cx="19050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1" name="Freeform 44">
              <a:extLst>
                <a:ext uri="{FF2B5EF4-FFF2-40B4-BE49-F238E27FC236}">
                  <a16:creationId xmlns:a16="http://schemas.microsoft.com/office/drawing/2014/main" id="{DCB693D0-16AB-4324-AF6D-7DD6F007809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33825" y="5407025"/>
              <a:ext cx="368300" cy="1588"/>
            </a:xfrm>
            <a:custGeom>
              <a:avLst/>
              <a:gdLst>
                <a:gd name="T0" fmla="*/ 2147483646 w 174"/>
                <a:gd name="T1" fmla="*/ 0 h 1588"/>
                <a:gd name="T2" fmla="*/ 0 w 174"/>
                <a:gd name="T3" fmla="*/ 0 h 1588"/>
                <a:gd name="T4" fmla="*/ 2147483646 w 174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4" h="1588">
                  <a:moveTo>
                    <a:pt x="174" y="0"/>
                  </a:moveTo>
                  <a:lnTo>
                    <a:pt x="0" y="0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FFFFFF"/>
            </a:solidFill>
            <a:ln w="2222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" name="Line 79">
              <a:extLst>
                <a:ext uri="{FF2B5EF4-FFF2-40B4-BE49-F238E27FC236}">
                  <a16:creationId xmlns:a16="http://schemas.microsoft.com/office/drawing/2014/main" id="{87B2C786-B15A-457B-8149-E56600F944A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733800" y="5407025"/>
              <a:ext cx="568325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3" name="Freeform 46">
              <a:extLst>
                <a:ext uri="{FF2B5EF4-FFF2-40B4-BE49-F238E27FC236}">
                  <a16:creationId xmlns:a16="http://schemas.microsoft.com/office/drawing/2014/main" id="{5D7F59A2-6A41-4E13-AA0A-70D5035EBC2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33825" y="5062538"/>
              <a:ext cx="368300" cy="1587"/>
            </a:xfrm>
            <a:custGeom>
              <a:avLst/>
              <a:gdLst>
                <a:gd name="T0" fmla="*/ 2147483646 w 174"/>
                <a:gd name="T1" fmla="*/ 0 h 1587"/>
                <a:gd name="T2" fmla="*/ 0 w 174"/>
                <a:gd name="T3" fmla="*/ 0 h 1587"/>
                <a:gd name="T4" fmla="*/ 2147483646 w 174"/>
                <a:gd name="T5" fmla="*/ 0 h 1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4" h="1587">
                  <a:moveTo>
                    <a:pt x="174" y="0"/>
                  </a:moveTo>
                  <a:lnTo>
                    <a:pt x="0" y="0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FFFFFF"/>
            </a:solidFill>
            <a:ln w="22225" cmpd="sng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" name="Rectangle 59">
              <a:extLst>
                <a:ext uri="{FF2B5EF4-FFF2-40B4-BE49-F238E27FC236}">
                  <a16:creationId xmlns:a16="http://schemas.microsoft.com/office/drawing/2014/main" id="{CA0A6BAF-1C96-40AD-935B-B6540388225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29000" y="5181600"/>
              <a:ext cx="21280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s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</a:t>
              </a:r>
              <a:endParaRPr kumimoji="0" lang="en-US" altLang="en-US" sz="4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5" name="Rectangle 60">
              <a:extLst>
                <a:ext uri="{FF2B5EF4-FFF2-40B4-BE49-F238E27FC236}">
                  <a16:creationId xmlns:a16="http://schemas.microsoft.com/office/drawing/2014/main" id="{A5B5FD06-6790-4FC7-8449-6F050F7E64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37738" y="4800600"/>
              <a:ext cx="21280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s</a:t>
              </a:r>
              <a:r>
                <a:rPr kumimoji="0" lang="en-US" altLang="en-US" sz="20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</a:t>
              </a:r>
              <a:endParaRPr kumimoji="0" lang="en-US" altLang="en-US" sz="4000" b="0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>
            <a:extLst>
              <a:ext uri="{FF2B5EF4-FFF2-40B4-BE49-F238E27FC236}">
                <a16:creationId xmlns:a16="http://schemas.microsoft.com/office/drawing/2014/main" id="{7474F37C-828F-4ED8-B03A-6CED152A5E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453632"/>
          </a:xfrm>
        </p:spPr>
        <p:txBody>
          <a:bodyPr/>
          <a:lstStyle/>
          <a:p>
            <a:r>
              <a:rPr lang="en-US" altLang="en-US" dirty="0" err="1"/>
              <a:t>Minterms</a:t>
            </a:r>
            <a:r>
              <a:rPr lang="en-US" altLang="en-US" dirty="0"/>
              <a:t> and Maxterms</a:t>
            </a:r>
          </a:p>
        </p:txBody>
      </p:sp>
      <p:grpSp>
        <p:nvGrpSpPr>
          <p:cNvPr id="59394" name="Group 2">
            <a:extLst>
              <a:ext uri="{FF2B5EF4-FFF2-40B4-BE49-F238E27FC236}">
                <a16:creationId xmlns:a16="http://schemas.microsoft.com/office/drawing/2014/main" id="{6B583900-4468-4018-9D0D-A69EF3D6A594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295400"/>
            <a:ext cx="8762999" cy="3048000"/>
            <a:chOff x="762000" y="1687513"/>
            <a:chExt cx="7634288" cy="2441574"/>
          </a:xfrm>
        </p:grpSpPr>
        <p:sp>
          <p:nvSpPr>
            <p:cNvPr id="59395" name="Rectangle 3">
              <a:extLst>
                <a:ext uri="{FF2B5EF4-FFF2-40B4-BE49-F238E27FC236}">
                  <a16:creationId xmlns:a16="http://schemas.microsoft.com/office/drawing/2014/main" id="{F92C88DF-1305-49CF-B56E-90884AAFA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1687513"/>
              <a:ext cx="7634288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396" name="Picture 4">
              <a:extLst>
                <a:ext uri="{FF2B5EF4-FFF2-40B4-BE49-F238E27FC236}">
                  <a16:creationId xmlns:a16="http://schemas.microsoft.com/office/drawing/2014/main" id="{2F982AD0-42FA-437D-9086-92D397ACBD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2688" y="1914525"/>
              <a:ext cx="188912" cy="19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397" name="Picture 5">
              <a:extLst>
                <a:ext uri="{FF2B5EF4-FFF2-40B4-BE49-F238E27FC236}">
                  <a16:creationId xmlns:a16="http://schemas.microsoft.com/office/drawing/2014/main" id="{B1BF725E-08B1-4699-9D93-B0E3B301BC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2713" y="1976438"/>
              <a:ext cx="1206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398" name="Picture 6">
              <a:extLst>
                <a:ext uri="{FF2B5EF4-FFF2-40B4-BE49-F238E27FC236}">
                  <a16:creationId xmlns:a16="http://schemas.microsoft.com/office/drawing/2014/main" id="{0992B720-C0C9-4F86-B03E-479473E3C7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6063" y="1984375"/>
              <a:ext cx="179387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399" name="Rectangle 7">
              <a:extLst>
                <a:ext uri="{FF2B5EF4-FFF2-40B4-BE49-F238E27FC236}">
                  <a16:creationId xmlns:a16="http://schemas.microsoft.com/office/drawing/2014/main" id="{E194866D-7075-4A58-A338-C847CBD53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1700213"/>
              <a:ext cx="12700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400" name="Rectangle 8">
              <a:extLst>
                <a:ext uri="{FF2B5EF4-FFF2-40B4-BE49-F238E27FC236}">
                  <a16:creationId xmlns:a16="http://schemas.microsoft.com/office/drawing/2014/main" id="{0398DDB9-B05E-4596-A1D2-35311F0606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1700213"/>
              <a:ext cx="14287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401" name="Rectangle 9">
              <a:extLst>
                <a:ext uri="{FF2B5EF4-FFF2-40B4-BE49-F238E27FC236}">
                  <a16:creationId xmlns:a16="http://schemas.microsoft.com/office/drawing/2014/main" id="{A9AD46D5-24AA-462A-985C-35FE9AA42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1700213"/>
              <a:ext cx="12700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402" name="Rectangle 10">
              <a:extLst>
                <a:ext uri="{FF2B5EF4-FFF2-40B4-BE49-F238E27FC236}">
                  <a16:creationId xmlns:a16="http://schemas.microsoft.com/office/drawing/2014/main" id="{B1042480-E8AB-4DCB-9ED4-E72C8581C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1700213"/>
              <a:ext cx="15875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403" name="Picture 11">
              <a:extLst>
                <a:ext uri="{FF2B5EF4-FFF2-40B4-BE49-F238E27FC236}">
                  <a16:creationId xmlns:a16="http://schemas.microsoft.com/office/drawing/2014/main" id="{26EBF192-0BD5-486A-8F08-48A9A8B5E8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6150" y="2312988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04" name="Picture 12">
              <a:extLst>
                <a:ext uri="{FF2B5EF4-FFF2-40B4-BE49-F238E27FC236}">
                  <a16:creationId xmlns:a16="http://schemas.microsoft.com/office/drawing/2014/main" id="{A2335815-ED8A-411A-82E8-2934268294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0613" y="23114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05" name="Picture 13">
              <a:extLst>
                <a:ext uri="{FF2B5EF4-FFF2-40B4-BE49-F238E27FC236}">
                  <a16:creationId xmlns:a16="http://schemas.microsoft.com/office/drawing/2014/main" id="{F0D36565-A9EC-44B2-A642-26BB5C2A2F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600" y="2312988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06" name="Picture 14">
              <a:extLst>
                <a:ext uri="{FF2B5EF4-FFF2-40B4-BE49-F238E27FC236}">
                  <a16:creationId xmlns:a16="http://schemas.microsoft.com/office/drawing/2014/main" id="{41538BBE-52E0-4AF5-9F0D-B8DBE7B4EA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5263" y="2241550"/>
              <a:ext cx="130175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07" name="Picture 15">
              <a:extLst>
                <a:ext uri="{FF2B5EF4-FFF2-40B4-BE49-F238E27FC236}">
                  <a16:creationId xmlns:a16="http://schemas.microsoft.com/office/drawing/2014/main" id="{2E2CEBE4-DE17-4703-B400-8B8917710A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5600" y="2308225"/>
              <a:ext cx="1063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08" name="Picture 16">
              <a:extLst>
                <a:ext uri="{FF2B5EF4-FFF2-40B4-BE49-F238E27FC236}">
                  <a16:creationId xmlns:a16="http://schemas.microsoft.com/office/drawing/2014/main" id="{57ED9223-8DB7-4758-BD5B-D85211471E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6250" y="2312988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09" name="Rectangle 17">
              <a:extLst>
                <a:ext uri="{FF2B5EF4-FFF2-40B4-BE49-F238E27FC236}">
                  <a16:creationId xmlns:a16="http://schemas.microsoft.com/office/drawing/2014/main" id="{57CF13A8-07B9-4AAD-8A66-09AECD1A7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2208213"/>
              <a:ext cx="12700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410" name="Picture 18">
              <a:extLst>
                <a:ext uri="{FF2B5EF4-FFF2-40B4-BE49-F238E27FC236}">
                  <a16:creationId xmlns:a16="http://schemas.microsoft.com/office/drawing/2014/main" id="{9CF4B556-091B-441A-B41C-38A59C059B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4112" y="2311400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11" name="Picture 19">
              <a:extLst>
                <a:ext uri="{FF2B5EF4-FFF2-40B4-BE49-F238E27FC236}">
                  <a16:creationId xmlns:a16="http://schemas.microsoft.com/office/drawing/2014/main" id="{CFE64535-3351-4DA7-95C5-D220F65646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9212" y="2346325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12" name="Picture 20">
              <a:extLst>
                <a:ext uri="{FF2B5EF4-FFF2-40B4-BE49-F238E27FC236}">
                  <a16:creationId xmlns:a16="http://schemas.microsoft.com/office/drawing/2014/main" id="{3E969218-7BD7-4D5C-BDFA-81DDC15614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8475" y="2311400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13" name="Picture 21">
              <a:extLst>
                <a:ext uri="{FF2B5EF4-FFF2-40B4-BE49-F238E27FC236}">
                  <a16:creationId xmlns:a16="http://schemas.microsoft.com/office/drawing/2014/main" id="{9C759158-03E3-4447-9638-57A4AA5512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7225" y="2346325"/>
              <a:ext cx="793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14" name="Rectangle 24">
              <a:extLst>
                <a:ext uri="{FF2B5EF4-FFF2-40B4-BE49-F238E27FC236}">
                  <a16:creationId xmlns:a16="http://schemas.microsoft.com/office/drawing/2014/main" id="{C466A0AE-D93D-4D69-9D94-864E25F0C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2208213"/>
              <a:ext cx="14287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415" name="Rectangle 25">
              <a:extLst>
                <a:ext uri="{FF2B5EF4-FFF2-40B4-BE49-F238E27FC236}">
                  <a16:creationId xmlns:a16="http://schemas.microsoft.com/office/drawing/2014/main" id="{D2B892BF-A964-4AA5-8F48-8BDE23272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2208213"/>
              <a:ext cx="12700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416" name="Picture 26">
              <a:extLst>
                <a:ext uri="{FF2B5EF4-FFF2-40B4-BE49-F238E27FC236}">
                  <a16:creationId xmlns:a16="http://schemas.microsoft.com/office/drawing/2014/main" id="{B19D5B28-DA3D-4753-B319-B8A895F7AD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1813" y="2246313"/>
              <a:ext cx="2286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17" name="Picture 27">
              <a:extLst>
                <a:ext uri="{FF2B5EF4-FFF2-40B4-BE49-F238E27FC236}">
                  <a16:creationId xmlns:a16="http://schemas.microsoft.com/office/drawing/2014/main" id="{3F337DF8-DDD9-4174-B3FD-D0E651440C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1050" y="2249488"/>
              <a:ext cx="58738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18" name="Picture 28">
              <a:extLst>
                <a:ext uri="{FF2B5EF4-FFF2-40B4-BE49-F238E27FC236}">
                  <a16:creationId xmlns:a16="http://schemas.microsoft.com/office/drawing/2014/main" id="{4ED19F36-F81B-44F1-AA81-6C5EB55B37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7250" y="2312988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19" name="Picture 29">
              <a:extLst>
                <a:ext uri="{FF2B5EF4-FFF2-40B4-BE49-F238E27FC236}">
                  <a16:creationId xmlns:a16="http://schemas.microsoft.com/office/drawing/2014/main" id="{8FF2BD8F-F460-44EC-A594-414650A4D4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8538" y="2265363"/>
              <a:ext cx="85725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20" name="Picture 30">
              <a:extLst>
                <a:ext uri="{FF2B5EF4-FFF2-40B4-BE49-F238E27FC236}">
                  <a16:creationId xmlns:a16="http://schemas.microsoft.com/office/drawing/2014/main" id="{4D858B7D-C96E-4515-9AF7-CFC4568318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9663" y="2308225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21" name="Picture 31">
              <a:extLst>
                <a:ext uri="{FF2B5EF4-FFF2-40B4-BE49-F238E27FC236}">
                  <a16:creationId xmlns:a16="http://schemas.microsoft.com/office/drawing/2014/main" id="{7D20EC45-C95F-40A1-B169-F53BF9A2E0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313" y="2312988"/>
              <a:ext cx="95250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22" name="Picture 32">
              <a:extLst>
                <a:ext uri="{FF2B5EF4-FFF2-40B4-BE49-F238E27FC236}">
                  <a16:creationId xmlns:a16="http://schemas.microsoft.com/office/drawing/2014/main" id="{1F1634DD-01E2-489E-87D3-F2EF8B09A7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9850" y="2312988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23" name="Rectangle 33">
              <a:extLst>
                <a:ext uri="{FF2B5EF4-FFF2-40B4-BE49-F238E27FC236}">
                  <a16:creationId xmlns:a16="http://schemas.microsoft.com/office/drawing/2014/main" id="{6663127F-CEC7-4206-A1C0-448331649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2208213"/>
              <a:ext cx="15875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424" name="Picture 34">
              <a:extLst>
                <a:ext uri="{FF2B5EF4-FFF2-40B4-BE49-F238E27FC236}">
                  <a16:creationId xmlns:a16="http://schemas.microsoft.com/office/drawing/2014/main" id="{A64CC50B-F6BB-4FD8-85F6-72AFC0CC1A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5900" y="2246313"/>
              <a:ext cx="227013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25" name="Picture 35">
              <a:extLst>
                <a:ext uri="{FF2B5EF4-FFF2-40B4-BE49-F238E27FC236}">
                  <a16:creationId xmlns:a16="http://schemas.microsoft.com/office/drawing/2014/main" id="{39A27778-4ADD-48F3-B5C9-13D42B17E1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8313" y="2308225"/>
              <a:ext cx="123825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26" name="Picture 36">
              <a:extLst>
                <a:ext uri="{FF2B5EF4-FFF2-40B4-BE49-F238E27FC236}">
                  <a16:creationId xmlns:a16="http://schemas.microsoft.com/office/drawing/2014/main" id="{6F4C1A23-8CBC-4D61-82FF-73D865AFEA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8488" y="2314575"/>
              <a:ext cx="136525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27" name="Picture 37">
              <a:extLst>
                <a:ext uri="{FF2B5EF4-FFF2-40B4-BE49-F238E27FC236}">
                  <a16:creationId xmlns:a16="http://schemas.microsoft.com/office/drawing/2014/main" id="{D51C9521-63E2-4828-9886-93E3B9F68B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7713" y="2265363"/>
              <a:ext cx="84137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28" name="Picture 38">
              <a:extLst>
                <a:ext uri="{FF2B5EF4-FFF2-40B4-BE49-F238E27FC236}">
                  <a16:creationId xmlns:a16="http://schemas.microsoft.com/office/drawing/2014/main" id="{70169290-13FF-4E00-9078-F3B2449FED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5663" y="2308225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29" name="Picture 39">
              <a:extLst>
                <a:ext uri="{FF2B5EF4-FFF2-40B4-BE49-F238E27FC236}">
                  <a16:creationId xmlns:a16="http://schemas.microsoft.com/office/drawing/2014/main" id="{8AAA65CF-D94A-41AE-874E-47188ABDA7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7900" y="2312988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30" name="Picture 40">
              <a:extLst>
                <a:ext uri="{FF2B5EF4-FFF2-40B4-BE49-F238E27FC236}">
                  <a16:creationId xmlns:a16="http://schemas.microsoft.com/office/drawing/2014/main" id="{E2172FDA-27FC-4F9F-91CF-92AD279708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7438" y="2312988"/>
              <a:ext cx="212725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31" name="Rectangle 41">
              <a:extLst>
                <a:ext uri="{FF2B5EF4-FFF2-40B4-BE49-F238E27FC236}">
                  <a16:creationId xmlns:a16="http://schemas.microsoft.com/office/drawing/2014/main" id="{680A6D3B-9F1F-4CAB-9C37-E270DE0E7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2624138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432" name="Picture 42">
              <a:extLst>
                <a:ext uri="{FF2B5EF4-FFF2-40B4-BE49-F238E27FC236}">
                  <a16:creationId xmlns:a16="http://schemas.microsoft.com/office/drawing/2014/main" id="{F36BF591-E5D7-47E3-9FE7-FA5F940315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913" y="2854325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33" name="Rectangle 43">
              <a:extLst>
                <a:ext uri="{FF2B5EF4-FFF2-40B4-BE49-F238E27FC236}">
                  <a16:creationId xmlns:a16="http://schemas.microsoft.com/office/drawing/2014/main" id="{D6F3FA8E-1B7B-4C4A-BEDE-B65B29D66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2638425"/>
              <a:ext cx="12700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434" name="Picture 44">
              <a:extLst>
                <a:ext uri="{FF2B5EF4-FFF2-40B4-BE49-F238E27FC236}">
                  <a16:creationId xmlns:a16="http://schemas.microsoft.com/office/drawing/2014/main" id="{975169C8-3D01-4DB2-BE71-B1767439AF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0312" y="2854325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35" name="Picture 45">
              <a:extLst>
                <a:ext uri="{FF2B5EF4-FFF2-40B4-BE49-F238E27FC236}">
                  <a16:creationId xmlns:a16="http://schemas.microsoft.com/office/drawing/2014/main" id="{CB1CD158-C114-44A0-A36B-29C124EED0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9912" y="2854325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36" name="Rectangle 47">
              <a:extLst>
                <a:ext uri="{FF2B5EF4-FFF2-40B4-BE49-F238E27FC236}">
                  <a16:creationId xmlns:a16="http://schemas.microsoft.com/office/drawing/2014/main" id="{AB817554-9574-40D4-BABD-A88F9F7FA8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2638425"/>
              <a:ext cx="14287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437" name="Rectangle 48">
              <a:extLst>
                <a:ext uri="{FF2B5EF4-FFF2-40B4-BE49-F238E27FC236}">
                  <a16:creationId xmlns:a16="http://schemas.microsoft.com/office/drawing/2014/main" id="{4F81BC18-6296-431A-A44C-7EEC847B8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2638425"/>
              <a:ext cx="12700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438" name="Picture 49">
              <a:extLst>
                <a:ext uri="{FF2B5EF4-FFF2-40B4-BE49-F238E27FC236}">
                  <a16:creationId xmlns:a16="http://schemas.microsoft.com/office/drawing/2014/main" id="{F68E48A5-C36E-4987-9EC0-5F3D0D80F2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2916238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39" name="Picture 50">
              <a:extLst>
                <a:ext uri="{FF2B5EF4-FFF2-40B4-BE49-F238E27FC236}">
                  <a16:creationId xmlns:a16="http://schemas.microsoft.com/office/drawing/2014/main" id="{B8819517-C951-4AE4-B4C2-38BD1C502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6413" y="2954338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40" name="Picture 51">
              <a:extLst>
                <a:ext uri="{FF2B5EF4-FFF2-40B4-BE49-F238E27FC236}">
                  <a16:creationId xmlns:a16="http://schemas.microsoft.com/office/drawing/2014/main" id="{00B40CAC-F356-4679-AF43-08A51F45E5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2935288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41" name="Rectangle 52">
              <a:extLst>
                <a:ext uri="{FF2B5EF4-FFF2-40B4-BE49-F238E27FC236}">
                  <a16:creationId xmlns:a16="http://schemas.microsoft.com/office/drawing/2014/main" id="{0A6DEBBF-3EBC-4B97-875A-B178A431C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2871788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442" name="Picture 53">
              <a:extLst>
                <a:ext uri="{FF2B5EF4-FFF2-40B4-BE49-F238E27FC236}">
                  <a16:creationId xmlns:a16="http://schemas.microsoft.com/office/drawing/2014/main" id="{546F2F3A-43D9-4C38-BA57-C50815EFE2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2916238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43" name="Picture 54">
              <a:extLst>
                <a:ext uri="{FF2B5EF4-FFF2-40B4-BE49-F238E27FC236}">
                  <a16:creationId xmlns:a16="http://schemas.microsoft.com/office/drawing/2014/main" id="{1FBB4744-CEF3-4FF9-A6CD-893485D7B6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2954338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44" name="Rectangle 55">
              <a:extLst>
                <a:ext uri="{FF2B5EF4-FFF2-40B4-BE49-F238E27FC236}">
                  <a16:creationId xmlns:a16="http://schemas.microsoft.com/office/drawing/2014/main" id="{0D518A88-EE08-4212-8A26-DE897CB94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8888" y="2871788"/>
              <a:ext cx="161925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445" name="Picture 56">
              <a:extLst>
                <a:ext uri="{FF2B5EF4-FFF2-40B4-BE49-F238E27FC236}">
                  <a16:creationId xmlns:a16="http://schemas.microsoft.com/office/drawing/2014/main" id="{78F87F72-9C0E-459E-BA3E-62B3A64E46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2916238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46" name="Picture 57">
              <a:extLst>
                <a:ext uri="{FF2B5EF4-FFF2-40B4-BE49-F238E27FC236}">
                  <a16:creationId xmlns:a16="http://schemas.microsoft.com/office/drawing/2014/main" id="{1145F7DE-AF7B-417F-9BCA-96EF6834F3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6688" y="2954338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47" name="Rectangle 61">
              <a:extLst>
                <a:ext uri="{FF2B5EF4-FFF2-40B4-BE49-F238E27FC236}">
                  <a16:creationId xmlns:a16="http://schemas.microsoft.com/office/drawing/2014/main" id="{31698A9C-FCDF-4C78-BDF4-E45F921B7C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2638425"/>
              <a:ext cx="15875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448" name="Picture 62">
              <a:extLst>
                <a:ext uri="{FF2B5EF4-FFF2-40B4-BE49-F238E27FC236}">
                  <a16:creationId xmlns:a16="http://schemas.microsoft.com/office/drawing/2014/main" id="{AE3C9F5B-4F42-4599-9646-306DC62C1A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2851150"/>
              <a:ext cx="266700" cy="188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49" name="Picture 63">
              <a:extLst>
                <a:ext uri="{FF2B5EF4-FFF2-40B4-BE49-F238E27FC236}">
                  <a16:creationId xmlns:a16="http://schemas.microsoft.com/office/drawing/2014/main" id="{99E7A97A-1871-416E-A330-249A492977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3638" y="2954338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50" name="Picture 64">
              <a:extLst>
                <a:ext uri="{FF2B5EF4-FFF2-40B4-BE49-F238E27FC236}">
                  <a16:creationId xmlns:a16="http://schemas.microsoft.com/office/drawing/2014/main" id="{1EED7B49-8A25-414D-8CF4-D5A8BBFBA4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2935288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51" name="Picture 65">
              <a:extLst>
                <a:ext uri="{FF2B5EF4-FFF2-40B4-BE49-F238E27FC236}">
                  <a16:creationId xmlns:a16="http://schemas.microsoft.com/office/drawing/2014/main" id="{F9938CB7-6F57-4832-B6A8-942183EFB4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2916238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52" name="Picture 66">
              <a:extLst>
                <a:ext uri="{FF2B5EF4-FFF2-40B4-BE49-F238E27FC236}">
                  <a16:creationId xmlns:a16="http://schemas.microsoft.com/office/drawing/2014/main" id="{D17C2912-7B3E-4A95-8F4F-309BBFE067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2954338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53" name="Picture 67">
              <a:extLst>
                <a:ext uri="{FF2B5EF4-FFF2-40B4-BE49-F238E27FC236}">
                  <a16:creationId xmlns:a16="http://schemas.microsoft.com/office/drawing/2014/main" id="{FF56C4AF-DFDF-4833-857C-4704CCC859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2881313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54" name="Picture 68">
              <a:extLst>
                <a:ext uri="{FF2B5EF4-FFF2-40B4-BE49-F238E27FC236}">
                  <a16:creationId xmlns:a16="http://schemas.microsoft.com/office/drawing/2014/main" id="{BA4E9B45-BA48-4157-8A07-848159391E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2916238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55" name="Picture 69">
              <a:extLst>
                <a:ext uri="{FF2B5EF4-FFF2-40B4-BE49-F238E27FC236}">
                  <a16:creationId xmlns:a16="http://schemas.microsoft.com/office/drawing/2014/main" id="{3B8D55A1-AEBE-47D0-A17B-4A67CCE579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2954338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56" name="Picture 73">
              <a:extLst>
                <a:ext uri="{FF2B5EF4-FFF2-40B4-BE49-F238E27FC236}">
                  <a16:creationId xmlns:a16="http://schemas.microsoft.com/office/drawing/2014/main" id="{2A7DAFA9-A7E3-440A-9C81-62563D0B7A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6200" y="3186113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57" name="Rectangle 74">
              <a:extLst>
                <a:ext uri="{FF2B5EF4-FFF2-40B4-BE49-F238E27FC236}">
                  <a16:creationId xmlns:a16="http://schemas.microsoft.com/office/drawing/2014/main" id="{53B4B297-EF07-439A-A7C8-6CFC575F0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3135313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458" name="Picture 75">
              <a:extLst>
                <a:ext uri="{FF2B5EF4-FFF2-40B4-BE49-F238E27FC236}">
                  <a16:creationId xmlns:a16="http://schemas.microsoft.com/office/drawing/2014/main" id="{15DB92DB-D9DB-42E1-9703-703E0EC4B4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0312" y="31861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59" name="Picture 76">
              <a:extLst>
                <a:ext uri="{FF2B5EF4-FFF2-40B4-BE49-F238E27FC236}">
                  <a16:creationId xmlns:a16="http://schemas.microsoft.com/office/drawing/2014/main" id="{4C35C097-AD05-4113-9552-E843D8ECDB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7212" y="3505200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60" name="Rectangle 78">
              <a:extLst>
                <a:ext uri="{FF2B5EF4-FFF2-40B4-BE49-F238E27FC236}">
                  <a16:creationId xmlns:a16="http://schemas.microsoft.com/office/drawing/2014/main" id="{A4219F81-711F-4834-B5BB-E2CBA50FD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3135313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461" name="Rectangle 79">
              <a:extLst>
                <a:ext uri="{FF2B5EF4-FFF2-40B4-BE49-F238E27FC236}">
                  <a16:creationId xmlns:a16="http://schemas.microsoft.com/office/drawing/2014/main" id="{2DCCCB75-502C-4286-8171-611504FCA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3135313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462" name="Picture 80">
              <a:extLst>
                <a:ext uri="{FF2B5EF4-FFF2-40B4-BE49-F238E27FC236}">
                  <a16:creationId xmlns:a16="http://schemas.microsoft.com/office/drawing/2014/main" id="{A27375BE-5F38-4E86-AA07-4B871C7378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3248025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63" name="Picture 81">
              <a:extLst>
                <a:ext uri="{FF2B5EF4-FFF2-40B4-BE49-F238E27FC236}">
                  <a16:creationId xmlns:a16="http://schemas.microsoft.com/office/drawing/2014/main" id="{41511878-EC7D-473F-A12B-0349AD1C8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5938" y="3284538"/>
              <a:ext cx="682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64" name="Picture 82">
              <a:extLst>
                <a:ext uri="{FF2B5EF4-FFF2-40B4-BE49-F238E27FC236}">
                  <a16:creationId xmlns:a16="http://schemas.microsoft.com/office/drawing/2014/main" id="{95D844C1-DFF2-4A90-AEA7-882C9CE0CC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3265488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65" name="Rectangle 83">
              <a:extLst>
                <a:ext uri="{FF2B5EF4-FFF2-40B4-BE49-F238E27FC236}">
                  <a16:creationId xmlns:a16="http://schemas.microsoft.com/office/drawing/2014/main" id="{08959AAD-956A-429F-A607-79EF60B20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3203575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466" name="Picture 84">
              <a:extLst>
                <a:ext uri="{FF2B5EF4-FFF2-40B4-BE49-F238E27FC236}">
                  <a16:creationId xmlns:a16="http://schemas.microsoft.com/office/drawing/2014/main" id="{5DE33736-2596-4371-BEBF-AADAD09D3C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324802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67" name="Picture 85">
              <a:extLst>
                <a:ext uri="{FF2B5EF4-FFF2-40B4-BE49-F238E27FC236}">
                  <a16:creationId xmlns:a16="http://schemas.microsoft.com/office/drawing/2014/main" id="{FEEFD797-6E8A-4B9A-875C-2CF6088A12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3284538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68" name="Picture 87">
              <a:extLst>
                <a:ext uri="{FF2B5EF4-FFF2-40B4-BE49-F238E27FC236}">
                  <a16:creationId xmlns:a16="http://schemas.microsoft.com/office/drawing/2014/main" id="{14394B0B-2FA4-438C-88D8-F997726790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32480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69" name="Picture 88">
              <a:extLst>
                <a:ext uri="{FF2B5EF4-FFF2-40B4-BE49-F238E27FC236}">
                  <a16:creationId xmlns:a16="http://schemas.microsoft.com/office/drawing/2014/main" id="{F1BD8276-3024-48D8-AC53-1A3529EF8E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6688" y="3284538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70" name="Rectangle 91">
              <a:extLst>
                <a:ext uri="{FF2B5EF4-FFF2-40B4-BE49-F238E27FC236}">
                  <a16:creationId xmlns:a16="http://schemas.microsoft.com/office/drawing/2014/main" id="{F149BDB4-16AE-4D38-AD8A-89ED61CE1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3135313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471" name="Picture 92">
              <a:extLst>
                <a:ext uri="{FF2B5EF4-FFF2-40B4-BE49-F238E27FC236}">
                  <a16:creationId xmlns:a16="http://schemas.microsoft.com/office/drawing/2014/main" id="{9B6847AF-D5A6-4931-B835-60A497E53A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3182938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72" name="Picture 93">
              <a:extLst>
                <a:ext uri="{FF2B5EF4-FFF2-40B4-BE49-F238E27FC236}">
                  <a16:creationId xmlns:a16="http://schemas.microsoft.com/office/drawing/2014/main" id="{24057795-82D2-4C9B-9C5E-2369B0EB5F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3163" y="3284538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73" name="Picture 94">
              <a:extLst>
                <a:ext uri="{FF2B5EF4-FFF2-40B4-BE49-F238E27FC236}">
                  <a16:creationId xmlns:a16="http://schemas.microsoft.com/office/drawing/2014/main" id="{65AB711A-10C0-4CD4-B03B-E1FB977180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3265488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74" name="Picture 95">
              <a:extLst>
                <a:ext uri="{FF2B5EF4-FFF2-40B4-BE49-F238E27FC236}">
                  <a16:creationId xmlns:a16="http://schemas.microsoft.com/office/drawing/2014/main" id="{72039647-D795-4C77-9933-89F9089DE0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3248025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75" name="Picture 96">
              <a:extLst>
                <a:ext uri="{FF2B5EF4-FFF2-40B4-BE49-F238E27FC236}">
                  <a16:creationId xmlns:a16="http://schemas.microsoft.com/office/drawing/2014/main" id="{939F5A1D-EA39-4E62-A865-D910266C7D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3284538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76" name="Picture 97">
              <a:extLst>
                <a:ext uri="{FF2B5EF4-FFF2-40B4-BE49-F238E27FC236}">
                  <a16:creationId xmlns:a16="http://schemas.microsoft.com/office/drawing/2014/main" id="{A491D2DB-1A58-4121-8D9C-BA87838561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3211513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77" name="Picture 98">
              <a:extLst>
                <a:ext uri="{FF2B5EF4-FFF2-40B4-BE49-F238E27FC236}">
                  <a16:creationId xmlns:a16="http://schemas.microsoft.com/office/drawing/2014/main" id="{BB139692-6E90-4F7C-84E9-C8694594A8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32480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78" name="Picture 99">
              <a:extLst>
                <a:ext uri="{FF2B5EF4-FFF2-40B4-BE49-F238E27FC236}">
                  <a16:creationId xmlns:a16="http://schemas.microsoft.com/office/drawing/2014/main" id="{74279467-D10C-4AD8-9721-6A001B7582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3284538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79" name="Rectangle 101">
              <a:extLst>
                <a:ext uri="{FF2B5EF4-FFF2-40B4-BE49-F238E27FC236}">
                  <a16:creationId xmlns:a16="http://schemas.microsoft.com/office/drawing/2014/main" id="{BED07A3C-1380-4257-ABF3-5D13657A6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1400" y="3203575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480" name="Picture 104">
              <a:extLst>
                <a:ext uri="{FF2B5EF4-FFF2-40B4-BE49-F238E27FC236}">
                  <a16:creationId xmlns:a16="http://schemas.microsoft.com/office/drawing/2014/main" id="{66B7ED91-8DF2-4DFC-8614-13DE88FF25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8263" y="3513138"/>
              <a:ext cx="107950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81" name="Rectangle 105">
              <a:extLst>
                <a:ext uri="{FF2B5EF4-FFF2-40B4-BE49-F238E27FC236}">
                  <a16:creationId xmlns:a16="http://schemas.microsoft.com/office/drawing/2014/main" id="{04E257C1-0120-4219-8805-7E66EE422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3465513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482" name="Picture 107">
              <a:extLst>
                <a:ext uri="{FF2B5EF4-FFF2-40B4-BE49-F238E27FC236}">
                  <a16:creationId xmlns:a16="http://schemas.microsoft.com/office/drawing/2014/main" id="{D3BF04F9-DE41-4A8A-90B0-7833AC722A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4200" y="316865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83" name="Rectangle 109">
              <a:extLst>
                <a:ext uri="{FF2B5EF4-FFF2-40B4-BE49-F238E27FC236}">
                  <a16:creationId xmlns:a16="http://schemas.microsoft.com/office/drawing/2014/main" id="{CD0133F7-764A-486B-BAAB-978A666B5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3465513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484" name="Rectangle 110">
              <a:extLst>
                <a:ext uri="{FF2B5EF4-FFF2-40B4-BE49-F238E27FC236}">
                  <a16:creationId xmlns:a16="http://schemas.microsoft.com/office/drawing/2014/main" id="{028EFED8-B8C9-4C09-A29A-454ECC8A7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3465513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485" name="Picture 111">
              <a:extLst>
                <a:ext uri="{FF2B5EF4-FFF2-40B4-BE49-F238E27FC236}">
                  <a16:creationId xmlns:a16="http://schemas.microsoft.com/office/drawing/2014/main" id="{CB3D170B-0638-4BFF-8165-9EDC62183F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3576638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86" name="Picture 112">
              <a:extLst>
                <a:ext uri="{FF2B5EF4-FFF2-40B4-BE49-F238E27FC236}">
                  <a16:creationId xmlns:a16="http://schemas.microsoft.com/office/drawing/2014/main" id="{FED9E1FC-8790-4584-9272-CB56274DBC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3611563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87" name="Picture 113">
              <a:extLst>
                <a:ext uri="{FF2B5EF4-FFF2-40B4-BE49-F238E27FC236}">
                  <a16:creationId xmlns:a16="http://schemas.microsoft.com/office/drawing/2014/main" id="{908D9F36-D6BE-4C23-B255-B5F2695132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3592513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88" name="Picture 115">
              <a:extLst>
                <a:ext uri="{FF2B5EF4-FFF2-40B4-BE49-F238E27FC236}">
                  <a16:creationId xmlns:a16="http://schemas.microsoft.com/office/drawing/2014/main" id="{C2F6F3DA-E78F-4660-9534-D40DF4E0D5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3576638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89" name="Picture 116">
              <a:extLst>
                <a:ext uri="{FF2B5EF4-FFF2-40B4-BE49-F238E27FC236}">
                  <a16:creationId xmlns:a16="http://schemas.microsoft.com/office/drawing/2014/main" id="{E960770C-07B3-4A05-9441-C9C1039808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3611563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90" name="Picture 117">
              <a:extLst>
                <a:ext uri="{FF2B5EF4-FFF2-40B4-BE49-F238E27FC236}">
                  <a16:creationId xmlns:a16="http://schemas.microsoft.com/office/drawing/2014/main" id="{20CD8C5C-5CEE-40B8-9752-6C01E77AB5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3576638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91" name="Picture 118">
              <a:extLst>
                <a:ext uri="{FF2B5EF4-FFF2-40B4-BE49-F238E27FC236}">
                  <a16:creationId xmlns:a16="http://schemas.microsoft.com/office/drawing/2014/main" id="{F3C7A739-9053-4DA0-92A3-C8B3C63432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3513" y="3611563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92" name="Rectangle 119">
              <a:extLst>
                <a:ext uri="{FF2B5EF4-FFF2-40B4-BE49-F238E27FC236}">
                  <a16:creationId xmlns:a16="http://schemas.microsoft.com/office/drawing/2014/main" id="{D9A1FA02-E380-46BB-B8D9-C2B57B99F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3535363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493" name="Rectangle 122">
              <a:extLst>
                <a:ext uri="{FF2B5EF4-FFF2-40B4-BE49-F238E27FC236}">
                  <a16:creationId xmlns:a16="http://schemas.microsoft.com/office/drawing/2014/main" id="{7B4EF48F-AA06-415C-9F00-AB2D9EBF7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3465513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494" name="Picture 123">
              <a:extLst>
                <a:ext uri="{FF2B5EF4-FFF2-40B4-BE49-F238E27FC236}">
                  <a16:creationId xmlns:a16="http://schemas.microsoft.com/office/drawing/2014/main" id="{597DD388-490C-4904-BB6F-15990D183B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3509963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95" name="Picture 124">
              <a:extLst>
                <a:ext uri="{FF2B5EF4-FFF2-40B4-BE49-F238E27FC236}">
                  <a16:creationId xmlns:a16="http://schemas.microsoft.com/office/drawing/2014/main" id="{DF41D625-87A6-4073-B10A-65A19F12CD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3611563"/>
              <a:ext cx="809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96" name="Picture 125">
              <a:extLst>
                <a:ext uri="{FF2B5EF4-FFF2-40B4-BE49-F238E27FC236}">
                  <a16:creationId xmlns:a16="http://schemas.microsoft.com/office/drawing/2014/main" id="{FA636A7D-0E50-43F3-8EF4-D0717A8F98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3592513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97" name="Picture 126">
              <a:extLst>
                <a:ext uri="{FF2B5EF4-FFF2-40B4-BE49-F238E27FC236}">
                  <a16:creationId xmlns:a16="http://schemas.microsoft.com/office/drawing/2014/main" id="{92665446-4031-4381-94B2-500A488940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3576638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98" name="Picture 127">
              <a:extLst>
                <a:ext uri="{FF2B5EF4-FFF2-40B4-BE49-F238E27FC236}">
                  <a16:creationId xmlns:a16="http://schemas.microsoft.com/office/drawing/2014/main" id="{A08578CD-430B-4202-A158-54748A878D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3611563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499" name="Picture 128">
              <a:extLst>
                <a:ext uri="{FF2B5EF4-FFF2-40B4-BE49-F238E27FC236}">
                  <a16:creationId xmlns:a16="http://schemas.microsoft.com/office/drawing/2014/main" id="{5AC728FB-1B66-488F-B190-A4AB7DE315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3540125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500" name="Rectangle 129">
              <a:extLst>
                <a:ext uri="{FF2B5EF4-FFF2-40B4-BE49-F238E27FC236}">
                  <a16:creationId xmlns:a16="http://schemas.microsoft.com/office/drawing/2014/main" id="{AB08AF91-224B-4187-8621-24518AAD2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3863" y="3535363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501" name="Picture 130">
              <a:extLst>
                <a:ext uri="{FF2B5EF4-FFF2-40B4-BE49-F238E27FC236}">
                  <a16:creationId xmlns:a16="http://schemas.microsoft.com/office/drawing/2014/main" id="{57CA1EAA-729B-4258-89BC-99EAAF2DC4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3576638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502" name="Picture 131">
              <a:extLst>
                <a:ext uri="{FF2B5EF4-FFF2-40B4-BE49-F238E27FC236}">
                  <a16:creationId xmlns:a16="http://schemas.microsoft.com/office/drawing/2014/main" id="{9384BE10-3BA4-4734-A4BF-F14868C026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3611563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503" name="Picture 135">
              <a:extLst>
                <a:ext uri="{FF2B5EF4-FFF2-40B4-BE49-F238E27FC236}">
                  <a16:creationId xmlns:a16="http://schemas.microsoft.com/office/drawing/2014/main" id="{7CDB2CDB-7B8F-4458-8278-CA8D78B52D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913" y="3843338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504" name="Rectangle 136">
              <a:extLst>
                <a:ext uri="{FF2B5EF4-FFF2-40B4-BE49-F238E27FC236}">
                  <a16:creationId xmlns:a16="http://schemas.microsoft.com/office/drawing/2014/main" id="{4431935E-B69D-494D-B123-530B233D9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3797300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505" name="Picture 138">
              <a:extLst>
                <a:ext uri="{FF2B5EF4-FFF2-40B4-BE49-F238E27FC236}">
                  <a16:creationId xmlns:a16="http://schemas.microsoft.com/office/drawing/2014/main" id="{F4A5088F-66AE-478D-A9BF-017982ED54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4200" y="3843338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506" name="Rectangle 140">
              <a:extLst>
                <a:ext uri="{FF2B5EF4-FFF2-40B4-BE49-F238E27FC236}">
                  <a16:creationId xmlns:a16="http://schemas.microsoft.com/office/drawing/2014/main" id="{BF797021-9F3C-4C2B-B99E-D8FA6F30E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3797300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9507" name="Rectangle 141">
              <a:extLst>
                <a:ext uri="{FF2B5EF4-FFF2-40B4-BE49-F238E27FC236}">
                  <a16:creationId xmlns:a16="http://schemas.microsoft.com/office/drawing/2014/main" id="{DBDB0D3F-EF05-4B21-A483-E1BC08403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3797300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508" name="Picture 142">
              <a:extLst>
                <a:ext uri="{FF2B5EF4-FFF2-40B4-BE49-F238E27FC236}">
                  <a16:creationId xmlns:a16="http://schemas.microsoft.com/office/drawing/2014/main" id="{2EB7E393-1C17-4ED1-9783-BA9569DE93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3906838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509" name="Picture 143">
              <a:extLst>
                <a:ext uri="{FF2B5EF4-FFF2-40B4-BE49-F238E27FC236}">
                  <a16:creationId xmlns:a16="http://schemas.microsoft.com/office/drawing/2014/main" id="{9EFF29F3-21D1-497B-8951-FDBB8EAFF6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3944938"/>
              <a:ext cx="80962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510" name="Picture 144">
              <a:extLst>
                <a:ext uri="{FF2B5EF4-FFF2-40B4-BE49-F238E27FC236}">
                  <a16:creationId xmlns:a16="http://schemas.microsoft.com/office/drawing/2014/main" id="{2D266303-B6AA-483B-8A17-5AC80A6BF2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3924300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511" name="Picture 146">
              <a:extLst>
                <a:ext uri="{FF2B5EF4-FFF2-40B4-BE49-F238E27FC236}">
                  <a16:creationId xmlns:a16="http://schemas.microsoft.com/office/drawing/2014/main" id="{FE513763-0521-4A24-B47F-F5E0C00C4B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3906838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512" name="Picture 147">
              <a:extLst>
                <a:ext uri="{FF2B5EF4-FFF2-40B4-BE49-F238E27FC236}">
                  <a16:creationId xmlns:a16="http://schemas.microsoft.com/office/drawing/2014/main" id="{D174EECB-E871-4EB9-A326-6B3126EF9B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3943350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513" name="Picture 148">
              <a:extLst>
                <a:ext uri="{FF2B5EF4-FFF2-40B4-BE49-F238E27FC236}">
                  <a16:creationId xmlns:a16="http://schemas.microsoft.com/office/drawing/2014/main" id="{870B9CAB-C2D9-414F-B656-6FFCDA7CB7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3906838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514" name="Picture 149">
              <a:extLst>
                <a:ext uri="{FF2B5EF4-FFF2-40B4-BE49-F238E27FC236}">
                  <a16:creationId xmlns:a16="http://schemas.microsoft.com/office/drawing/2014/main" id="{10E306D7-E7D9-4D9E-8301-F67A4CBD53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3513" y="3943350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515" name="Rectangle 152">
              <a:extLst>
                <a:ext uri="{FF2B5EF4-FFF2-40B4-BE49-F238E27FC236}">
                  <a16:creationId xmlns:a16="http://schemas.microsoft.com/office/drawing/2014/main" id="{FD3A3A7D-3742-41DB-B62A-13DB4415C2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3797300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516" name="Picture 153">
              <a:extLst>
                <a:ext uri="{FF2B5EF4-FFF2-40B4-BE49-F238E27FC236}">
                  <a16:creationId xmlns:a16="http://schemas.microsoft.com/office/drawing/2014/main" id="{17106D1A-B522-4754-B73B-53F9BE46AB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3840163"/>
              <a:ext cx="266700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517" name="Picture 154">
              <a:extLst>
                <a:ext uri="{FF2B5EF4-FFF2-40B4-BE49-F238E27FC236}">
                  <a16:creationId xmlns:a16="http://schemas.microsoft.com/office/drawing/2014/main" id="{36B419E6-2B34-4B59-B29C-31677EE7E0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3944938"/>
              <a:ext cx="80963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518" name="Picture 155">
              <a:extLst>
                <a:ext uri="{FF2B5EF4-FFF2-40B4-BE49-F238E27FC236}">
                  <a16:creationId xmlns:a16="http://schemas.microsoft.com/office/drawing/2014/main" id="{7DB2158D-16DF-4B9C-8C23-BDCEE76F5A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3924300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519" name="Picture 156">
              <a:extLst>
                <a:ext uri="{FF2B5EF4-FFF2-40B4-BE49-F238E27FC236}">
                  <a16:creationId xmlns:a16="http://schemas.microsoft.com/office/drawing/2014/main" id="{C7ED538E-510B-47B4-8947-E13DFC3DF3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3906838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520" name="Picture 157">
              <a:extLst>
                <a:ext uri="{FF2B5EF4-FFF2-40B4-BE49-F238E27FC236}">
                  <a16:creationId xmlns:a16="http://schemas.microsoft.com/office/drawing/2014/main" id="{579AAACB-3644-41E6-8EC4-158E92075A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3943350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521" name="Picture 158">
              <a:extLst>
                <a:ext uri="{FF2B5EF4-FFF2-40B4-BE49-F238E27FC236}">
                  <a16:creationId xmlns:a16="http://schemas.microsoft.com/office/drawing/2014/main" id="{5DCC916A-6708-4B1F-8CA4-666CF5AA0E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3871913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522" name="Rectangle 159">
              <a:extLst>
                <a:ext uri="{FF2B5EF4-FFF2-40B4-BE49-F238E27FC236}">
                  <a16:creationId xmlns:a16="http://schemas.microsoft.com/office/drawing/2014/main" id="{3022D846-CD77-4FEA-B858-026F8510E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3463" y="386556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523" name="Picture 160">
              <a:extLst>
                <a:ext uri="{FF2B5EF4-FFF2-40B4-BE49-F238E27FC236}">
                  <a16:creationId xmlns:a16="http://schemas.microsoft.com/office/drawing/2014/main" id="{B97D1901-CA7C-4F06-88B1-1ABCC8EBE3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3906838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524" name="Picture 161">
              <a:extLst>
                <a:ext uri="{FF2B5EF4-FFF2-40B4-BE49-F238E27FC236}">
                  <a16:creationId xmlns:a16="http://schemas.microsoft.com/office/drawing/2014/main" id="{A5611DE3-0A21-45C9-965C-0975CC2DF5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3943350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525" name="Rectangle 163">
              <a:extLst>
                <a:ext uri="{FF2B5EF4-FFF2-40B4-BE49-F238E27FC236}">
                  <a16:creationId xmlns:a16="http://schemas.microsoft.com/office/drawing/2014/main" id="{5C108D7F-3F0A-4DD9-BFE0-45131EF55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3863" y="386556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59526" name="Picture 168">
              <a:extLst>
                <a:ext uri="{FF2B5EF4-FFF2-40B4-BE49-F238E27FC236}">
                  <a16:creationId xmlns:a16="http://schemas.microsoft.com/office/drawing/2014/main" id="{C7E097A5-3A4B-42FF-87D3-012D4E8BE1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3012" y="3525837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527" name="Picture 199">
              <a:extLst>
                <a:ext uri="{FF2B5EF4-FFF2-40B4-BE49-F238E27FC236}">
                  <a16:creationId xmlns:a16="http://schemas.microsoft.com/office/drawing/2014/main" id="{EC45DA09-91FE-47FF-93BC-D9565AA1A2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3012" y="385445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528" name="Rectangle 290">
              <a:extLst>
                <a:ext uri="{FF2B5EF4-FFF2-40B4-BE49-F238E27FC236}">
                  <a16:creationId xmlns:a16="http://schemas.microsoft.com/office/drawing/2014/main" id="{56832746-6657-4694-8331-26F3639CA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4114800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2AEBB1A-D173-491C-830E-8732CD285EB0}"/>
                  </a:ext>
                </a:extLst>
              </p14:cNvPr>
              <p14:cNvContentPartPr/>
              <p14:nvPr/>
            </p14:nvContentPartPr>
            <p14:xfrm>
              <a:off x="3919680" y="410400"/>
              <a:ext cx="5125680" cy="6239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2AEBB1A-D173-491C-830E-8732CD285EB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910320" y="401040"/>
                <a:ext cx="5144400" cy="6258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>
            <a:extLst>
              <a:ext uri="{FF2B5EF4-FFF2-40B4-BE49-F238E27FC236}">
                <a16:creationId xmlns:a16="http://schemas.microsoft.com/office/drawing/2014/main" id="{871F3517-CF64-4C17-A50B-85C78B7D0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 err="1"/>
              <a:t>Minterms</a:t>
            </a:r>
            <a:r>
              <a:rPr lang="en-US" altLang="en-US" dirty="0"/>
              <a:t> and Maxterms</a:t>
            </a:r>
          </a:p>
        </p:txBody>
      </p:sp>
      <p:grpSp>
        <p:nvGrpSpPr>
          <p:cNvPr id="60418" name="Group 2">
            <a:extLst>
              <a:ext uri="{FF2B5EF4-FFF2-40B4-BE49-F238E27FC236}">
                <a16:creationId xmlns:a16="http://schemas.microsoft.com/office/drawing/2014/main" id="{8E767927-BAFF-45AF-A0B6-954265A3A35E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1371600"/>
            <a:ext cx="8915399" cy="3122612"/>
            <a:chOff x="762000" y="1687513"/>
            <a:chExt cx="7634288" cy="2441574"/>
          </a:xfrm>
        </p:grpSpPr>
        <p:sp>
          <p:nvSpPr>
            <p:cNvPr id="60421" name="Rectangle 3">
              <a:extLst>
                <a:ext uri="{FF2B5EF4-FFF2-40B4-BE49-F238E27FC236}">
                  <a16:creationId xmlns:a16="http://schemas.microsoft.com/office/drawing/2014/main" id="{2E4D73B2-D2F7-4D4F-9BB6-BC6147932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1687513"/>
              <a:ext cx="7634288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422" name="Picture 4">
              <a:extLst>
                <a:ext uri="{FF2B5EF4-FFF2-40B4-BE49-F238E27FC236}">
                  <a16:creationId xmlns:a16="http://schemas.microsoft.com/office/drawing/2014/main" id="{A696ABF8-571E-4EC0-A0FB-F876C4B821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2688" y="1914525"/>
              <a:ext cx="188912" cy="19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23" name="Picture 5">
              <a:extLst>
                <a:ext uri="{FF2B5EF4-FFF2-40B4-BE49-F238E27FC236}">
                  <a16:creationId xmlns:a16="http://schemas.microsoft.com/office/drawing/2014/main" id="{83DC8B4E-E08B-457F-BFC8-A33843A019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2713" y="1976438"/>
              <a:ext cx="1206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24" name="Picture 6">
              <a:extLst>
                <a:ext uri="{FF2B5EF4-FFF2-40B4-BE49-F238E27FC236}">
                  <a16:creationId xmlns:a16="http://schemas.microsoft.com/office/drawing/2014/main" id="{C98D6A2D-7AD2-472A-8F84-F360A59CCB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6063" y="1984375"/>
              <a:ext cx="179387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25" name="Rectangle 7">
              <a:extLst>
                <a:ext uri="{FF2B5EF4-FFF2-40B4-BE49-F238E27FC236}">
                  <a16:creationId xmlns:a16="http://schemas.microsoft.com/office/drawing/2014/main" id="{D929FBFF-C522-40A8-94FE-39600A995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1700213"/>
              <a:ext cx="12700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426" name="Rectangle 8">
              <a:extLst>
                <a:ext uri="{FF2B5EF4-FFF2-40B4-BE49-F238E27FC236}">
                  <a16:creationId xmlns:a16="http://schemas.microsoft.com/office/drawing/2014/main" id="{2063E4B5-19BF-487F-9C55-7697473C8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1700213"/>
              <a:ext cx="14287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427" name="Rectangle 9">
              <a:extLst>
                <a:ext uri="{FF2B5EF4-FFF2-40B4-BE49-F238E27FC236}">
                  <a16:creationId xmlns:a16="http://schemas.microsoft.com/office/drawing/2014/main" id="{4522A1BD-2208-48B6-94C6-62F6FFA34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1700213"/>
              <a:ext cx="12700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428" name="Rectangle 10">
              <a:extLst>
                <a:ext uri="{FF2B5EF4-FFF2-40B4-BE49-F238E27FC236}">
                  <a16:creationId xmlns:a16="http://schemas.microsoft.com/office/drawing/2014/main" id="{9BB345CA-244B-4ABE-B0EC-9D8A19BAA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1700213"/>
              <a:ext cx="15875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429" name="Picture 11">
              <a:extLst>
                <a:ext uri="{FF2B5EF4-FFF2-40B4-BE49-F238E27FC236}">
                  <a16:creationId xmlns:a16="http://schemas.microsoft.com/office/drawing/2014/main" id="{6F6F9E40-8DC6-42AD-AD82-E27F401947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6150" y="2312988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30" name="Picture 12">
              <a:extLst>
                <a:ext uri="{FF2B5EF4-FFF2-40B4-BE49-F238E27FC236}">
                  <a16:creationId xmlns:a16="http://schemas.microsoft.com/office/drawing/2014/main" id="{E5C9E7A4-5FA4-46C0-ABD6-3C8F0FA00B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0613" y="23114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31" name="Picture 13">
              <a:extLst>
                <a:ext uri="{FF2B5EF4-FFF2-40B4-BE49-F238E27FC236}">
                  <a16:creationId xmlns:a16="http://schemas.microsoft.com/office/drawing/2014/main" id="{E1D3D665-F9C5-4C37-A7E2-1448D823EC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600" y="2312988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32" name="Picture 14">
              <a:extLst>
                <a:ext uri="{FF2B5EF4-FFF2-40B4-BE49-F238E27FC236}">
                  <a16:creationId xmlns:a16="http://schemas.microsoft.com/office/drawing/2014/main" id="{75FACB31-DE2B-4C02-A766-165F5DE5D6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5263" y="2241550"/>
              <a:ext cx="130175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33" name="Picture 15">
              <a:extLst>
                <a:ext uri="{FF2B5EF4-FFF2-40B4-BE49-F238E27FC236}">
                  <a16:creationId xmlns:a16="http://schemas.microsoft.com/office/drawing/2014/main" id="{49F7E01F-1AE2-436A-8F90-A97DC7E187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5600" y="2308225"/>
              <a:ext cx="1063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34" name="Picture 16">
              <a:extLst>
                <a:ext uri="{FF2B5EF4-FFF2-40B4-BE49-F238E27FC236}">
                  <a16:creationId xmlns:a16="http://schemas.microsoft.com/office/drawing/2014/main" id="{93EA8300-3381-4D04-B9FD-5108A4EFD4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6250" y="2312988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35" name="Rectangle 17">
              <a:extLst>
                <a:ext uri="{FF2B5EF4-FFF2-40B4-BE49-F238E27FC236}">
                  <a16:creationId xmlns:a16="http://schemas.microsoft.com/office/drawing/2014/main" id="{BF588DB0-B4BF-486D-BDB7-A7D51291A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2208213"/>
              <a:ext cx="12700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436" name="Picture 18">
              <a:extLst>
                <a:ext uri="{FF2B5EF4-FFF2-40B4-BE49-F238E27FC236}">
                  <a16:creationId xmlns:a16="http://schemas.microsoft.com/office/drawing/2014/main" id="{A6853CCF-AC65-4EF9-87CA-1E523027D4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4112" y="2311400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37" name="Picture 19">
              <a:extLst>
                <a:ext uri="{FF2B5EF4-FFF2-40B4-BE49-F238E27FC236}">
                  <a16:creationId xmlns:a16="http://schemas.microsoft.com/office/drawing/2014/main" id="{7A8D14DD-DCC5-489C-B76F-AB2E574018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9212" y="2346325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38" name="Picture 20">
              <a:extLst>
                <a:ext uri="{FF2B5EF4-FFF2-40B4-BE49-F238E27FC236}">
                  <a16:creationId xmlns:a16="http://schemas.microsoft.com/office/drawing/2014/main" id="{9E91E213-8476-462C-B9A6-1F46FFFFD0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8475" y="2311400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39" name="Picture 21">
              <a:extLst>
                <a:ext uri="{FF2B5EF4-FFF2-40B4-BE49-F238E27FC236}">
                  <a16:creationId xmlns:a16="http://schemas.microsoft.com/office/drawing/2014/main" id="{11C60DBF-88C6-473D-A3A6-2B6667C103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97225" y="2346325"/>
              <a:ext cx="793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40" name="Rectangle 24">
              <a:extLst>
                <a:ext uri="{FF2B5EF4-FFF2-40B4-BE49-F238E27FC236}">
                  <a16:creationId xmlns:a16="http://schemas.microsoft.com/office/drawing/2014/main" id="{8F3C2686-40E2-4D04-ADF2-8D17C8DDB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2208213"/>
              <a:ext cx="14287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441" name="Rectangle 25">
              <a:extLst>
                <a:ext uri="{FF2B5EF4-FFF2-40B4-BE49-F238E27FC236}">
                  <a16:creationId xmlns:a16="http://schemas.microsoft.com/office/drawing/2014/main" id="{9BC0791F-11BF-4910-B039-53F57CA47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2208213"/>
              <a:ext cx="12700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442" name="Picture 26">
              <a:extLst>
                <a:ext uri="{FF2B5EF4-FFF2-40B4-BE49-F238E27FC236}">
                  <a16:creationId xmlns:a16="http://schemas.microsoft.com/office/drawing/2014/main" id="{2FCDA626-8568-4EAF-8576-A5CB8F4B7C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1813" y="2246313"/>
              <a:ext cx="2286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43" name="Picture 27">
              <a:extLst>
                <a:ext uri="{FF2B5EF4-FFF2-40B4-BE49-F238E27FC236}">
                  <a16:creationId xmlns:a16="http://schemas.microsoft.com/office/drawing/2014/main" id="{7FE3EAFA-F516-4D6C-8DDF-EAD2FF238E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1050" y="2249488"/>
              <a:ext cx="58738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44" name="Picture 28">
              <a:extLst>
                <a:ext uri="{FF2B5EF4-FFF2-40B4-BE49-F238E27FC236}">
                  <a16:creationId xmlns:a16="http://schemas.microsoft.com/office/drawing/2014/main" id="{B30FAA97-3C53-4CB0-9DFC-4083019202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7250" y="2312988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45" name="Picture 29">
              <a:extLst>
                <a:ext uri="{FF2B5EF4-FFF2-40B4-BE49-F238E27FC236}">
                  <a16:creationId xmlns:a16="http://schemas.microsoft.com/office/drawing/2014/main" id="{BA5B5F5D-6282-438B-A454-6BBE35B066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8538" y="2265363"/>
              <a:ext cx="85725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46" name="Picture 30">
              <a:extLst>
                <a:ext uri="{FF2B5EF4-FFF2-40B4-BE49-F238E27FC236}">
                  <a16:creationId xmlns:a16="http://schemas.microsoft.com/office/drawing/2014/main" id="{21E6CA89-9CB6-4860-939F-EBA32EA081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9663" y="2308225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47" name="Picture 31">
              <a:extLst>
                <a:ext uri="{FF2B5EF4-FFF2-40B4-BE49-F238E27FC236}">
                  <a16:creationId xmlns:a16="http://schemas.microsoft.com/office/drawing/2014/main" id="{322270EE-350B-4AB9-BB3E-80F4C03324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313" y="2312988"/>
              <a:ext cx="95250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48" name="Picture 32">
              <a:extLst>
                <a:ext uri="{FF2B5EF4-FFF2-40B4-BE49-F238E27FC236}">
                  <a16:creationId xmlns:a16="http://schemas.microsoft.com/office/drawing/2014/main" id="{953F4089-C8E0-4384-A3D9-C4F3414E15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9850" y="2312988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49" name="Rectangle 33">
              <a:extLst>
                <a:ext uri="{FF2B5EF4-FFF2-40B4-BE49-F238E27FC236}">
                  <a16:creationId xmlns:a16="http://schemas.microsoft.com/office/drawing/2014/main" id="{38C9421A-C76C-429A-A6BD-DDCC777D2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2208213"/>
              <a:ext cx="15875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450" name="Picture 34">
              <a:extLst>
                <a:ext uri="{FF2B5EF4-FFF2-40B4-BE49-F238E27FC236}">
                  <a16:creationId xmlns:a16="http://schemas.microsoft.com/office/drawing/2014/main" id="{CC588482-CF9F-4A6B-A5DD-840F8849CB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5900" y="2246313"/>
              <a:ext cx="227013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51" name="Picture 35">
              <a:extLst>
                <a:ext uri="{FF2B5EF4-FFF2-40B4-BE49-F238E27FC236}">
                  <a16:creationId xmlns:a16="http://schemas.microsoft.com/office/drawing/2014/main" id="{38C7FEDC-5224-4479-B467-F3D6A1A4C6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8313" y="2308225"/>
              <a:ext cx="123825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52" name="Picture 36">
              <a:extLst>
                <a:ext uri="{FF2B5EF4-FFF2-40B4-BE49-F238E27FC236}">
                  <a16:creationId xmlns:a16="http://schemas.microsoft.com/office/drawing/2014/main" id="{C787806E-DD05-4343-8428-BB981F565A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8488" y="2314575"/>
              <a:ext cx="136525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53" name="Picture 37">
              <a:extLst>
                <a:ext uri="{FF2B5EF4-FFF2-40B4-BE49-F238E27FC236}">
                  <a16:creationId xmlns:a16="http://schemas.microsoft.com/office/drawing/2014/main" id="{35E9AA95-38AF-4182-AE94-696669A3F3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7713" y="2265363"/>
              <a:ext cx="84137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54" name="Picture 38">
              <a:extLst>
                <a:ext uri="{FF2B5EF4-FFF2-40B4-BE49-F238E27FC236}">
                  <a16:creationId xmlns:a16="http://schemas.microsoft.com/office/drawing/2014/main" id="{8ADAE3F1-8A12-42A7-AB63-BD87B9D08D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5663" y="2308225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55" name="Picture 39">
              <a:extLst>
                <a:ext uri="{FF2B5EF4-FFF2-40B4-BE49-F238E27FC236}">
                  <a16:creationId xmlns:a16="http://schemas.microsoft.com/office/drawing/2014/main" id="{6DB8EDDE-836C-47AA-B456-AAAE238B29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7900" y="2312988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56" name="Picture 40">
              <a:extLst>
                <a:ext uri="{FF2B5EF4-FFF2-40B4-BE49-F238E27FC236}">
                  <a16:creationId xmlns:a16="http://schemas.microsoft.com/office/drawing/2014/main" id="{8FDABC6C-28C7-4314-AF7C-6FF7F6900C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7438" y="2312988"/>
              <a:ext cx="212725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57" name="Rectangle 41">
              <a:extLst>
                <a:ext uri="{FF2B5EF4-FFF2-40B4-BE49-F238E27FC236}">
                  <a16:creationId xmlns:a16="http://schemas.microsoft.com/office/drawing/2014/main" id="{3E2AFF90-A2C7-4248-97B2-AEF839F60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2624138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458" name="Picture 42">
              <a:extLst>
                <a:ext uri="{FF2B5EF4-FFF2-40B4-BE49-F238E27FC236}">
                  <a16:creationId xmlns:a16="http://schemas.microsoft.com/office/drawing/2014/main" id="{AE2F2A65-CA6B-4651-B433-B76D093825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913" y="2854325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59" name="Rectangle 43">
              <a:extLst>
                <a:ext uri="{FF2B5EF4-FFF2-40B4-BE49-F238E27FC236}">
                  <a16:creationId xmlns:a16="http://schemas.microsoft.com/office/drawing/2014/main" id="{A371483C-C5EC-4211-A407-18797F56B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2638425"/>
              <a:ext cx="12700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460" name="Picture 44">
              <a:extLst>
                <a:ext uri="{FF2B5EF4-FFF2-40B4-BE49-F238E27FC236}">
                  <a16:creationId xmlns:a16="http://schemas.microsoft.com/office/drawing/2014/main" id="{7095524E-9173-4AB5-9A0C-E32D6F0192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0312" y="2854325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61" name="Picture 45">
              <a:extLst>
                <a:ext uri="{FF2B5EF4-FFF2-40B4-BE49-F238E27FC236}">
                  <a16:creationId xmlns:a16="http://schemas.microsoft.com/office/drawing/2014/main" id="{5CC2A427-8772-4F77-BB17-CF8B8A3C60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9912" y="2854325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62" name="Rectangle 47">
              <a:extLst>
                <a:ext uri="{FF2B5EF4-FFF2-40B4-BE49-F238E27FC236}">
                  <a16:creationId xmlns:a16="http://schemas.microsoft.com/office/drawing/2014/main" id="{DCA7B770-31B4-4EF6-861F-371AEB1CD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2638425"/>
              <a:ext cx="14287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463" name="Rectangle 48">
              <a:extLst>
                <a:ext uri="{FF2B5EF4-FFF2-40B4-BE49-F238E27FC236}">
                  <a16:creationId xmlns:a16="http://schemas.microsoft.com/office/drawing/2014/main" id="{40990D71-628F-41A6-832B-34CEDF86E8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2638425"/>
              <a:ext cx="12700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464" name="Picture 49">
              <a:extLst>
                <a:ext uri="{FF2B5EF4-FFF2-40B4-BE49-F238E27FC236}">
                  <a16:creationId xmlns:a16="http://schemas.microsoft.com/office/drawing/2014/main" id="{1680179D-4225-4069-9439-0F2E6ED8C0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2916238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65" name="Picture 50">
              <a:extLst>
                <a:ext uri="{FF2B5EF4-FFF2-40B4-BE49-F238E27FC236}">
                  <a16:creationId xmlns:a16="http://schemas.microsoft.com/office/drawing/2014/main" id="{0C15A73A-1AF2-4CAF-AD8A-CC594CB499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6413" y="2954338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66" name="Picture 51">
              <a:extLst>
                <a:ext uri="{FF2B5EF4-FFF2-40B4-BE49-F238E27FC236}">
                  <a16:creationId xmlns:a16="http://schemas.microsoft.com/office/drawing/2014/main" id="{9993B10A-C5D3-4287-97CF-DF5B0B760F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2935288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67" name="Rectangle 52">
              <a:extLst>
                <a:ext uri="{FF2B5EF4-FFF2-40B4-BE49-F238E27FC236}">
                  <a16:creationId xmlns:a16="http://schemas.microsoft.com/office/drawing/2014/main" id="{D60D132D-BA33-4477-9135-237BCE100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2871788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468" name="Picture 53">
              <a:extLst>
                <a:ext uri="{FF2B5EF4-FFF2-40B4-BE49-F238E27FC236}">
                  <a16:creationId xmlns:a16="http://schemas.microsoft.com/office/drawing/2014/main" id="{F20BC14C-AE43-4F7B-BAF0-FC1DEEA1E3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2916238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69" name="Picture 54">
              <a:extLst>
                <a:ext uri="{FF2B5EF4-FFF2-40B4-BE49-F238E27FC236}">
                  <a16:creationId xmlns:a16="http://schemas.microsoft.com/office/drawing/2014/main" id="{1870E166-AAC0-4FB8-968C-D59C37B6F9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2954338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70" name="Rectangle 55">
              <a:extLst>
                <a:ext uri="{FF2B5EF4-FFF2-40B4-BE49-F238E27FC236}">
                  <a16:creationId xmlns:a16="http://schemas.microsoft.com/office/drawing/2014/main" id="{5998AAE9-F795-4D94-AEDA-BA8D87A48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8888" y="2871788"/>
              <a:ext cx="161925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471" name="Picture 56">
              <a:extLst>
                <a:ext uri="{FF2B5EF4-FFF2-40B4-BE49-F238E27FC236}">
                  <a16:creationId xmlns:a16="http://schemas.microsoft.com/office/drawing/2014/main" id="{ADAEB240-9B6D-4D79-B9C9-A669AD4F73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2916238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72" name="Picture 57">
              <a:extLst>
                <a:ext uri="{FF2B5EF4-FFF2-40B4-BE49-F238E27FC236}">
                  <a16:creationId xmlns:a16="http://schemas.microsoft.com/office/drawing/2014/main" id="{2C07B517-2E89-452A-8464-77BD3F14FC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6688" y="2954338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73" name="Rectangle 61">
              <a:extLst>
                <a:ext uri="{FF2B5EF4-FFF2-40B4-BE49-F238E27FC236}">
                  <a16:creationId xmlns:a16="http://schemas.microsoft.com/office/drawing/2014/main" id="{BE10EBF7-D137-4338-9D7E-ADDFE831D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2638425"/>
              <a:ext cx="15875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474" name="Picture 62">
              <a:extLst>
                <a:ext uri="{FF2B5EF4-FFF2-40B4-BE49-F238E27FC236}">
                  <a16:creationId xmlns:a16="http://schemas.microsoft.com/office/drawing/2014/main" id="{CC6DF293-7FAD-4C4E-9A12-AAB47257B0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2851150"/>
              <a:ext cx="266700" cy="188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75" name="Picture 63">
              <a:extLst>
                <a:ext uri="{FF2B5EF4-FFF2-40B4-BE49-F238E27FC236}">
                  <a16:creationId xmlns:a16="http://schemas.microsoft.com/office/drawing/2014/main" id="{13D6694A-99F8-40D8-93EF-A28A96CF84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3638" y="2954338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76" name="Picture 64">
              <a:extLst>
                <a:ext uri="{FF2B5EF4-FFF2-40B4-BE49-F238E27FC236}">
                  <a16:creationId xmlns:a16="http://schemas.microsoft.com/office/drawing/2014/main" id="{33C80CB4-4933-4F6F-B9C2-A0736067B6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2935288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77" name="Picture 65">
              <a:extLst>
                <a:ext uri="{FF2B5EF4-FFF2-40B4-BE49-F238E27FC236}">
                  <a16:creationId xmlns:a16="http://schemas.microsoft.com/office/drawing/2014/main" id="{3DBC6815-99A2-40B2-98E3-DCFE8782C8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2916238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78" name="Picture 66">
              <a:extLst>
                <a:ext uri="{FF2B5EF4-FFF2-40B4-BE49-F238E27FC236}">
                  <a16:creationId xmlns:a16="http://schemas.microsoft.com/office/drawing/2014/main" id="{C8D3AC88-AFDE-4159-BFE7-B6B1960AE1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2954338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79" name="Picture 67">
              <a:extLst>
                <a:ext uri="{FF2B5EF4-FFF2-40B4-BE49-F238E27FC236}">
                  <a16:creationId xmlns:a16="http://schemas.microsoft.com/office/drawing/2014/main" id="{F44D3495-4161-4FC3-88B2-AD1A7ACB1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2881313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80" name="Picture 68">
              <a:extLst>
                <a:ext uri="{FF2B5EF4-FFF2-40B4-BE49-F238E27FC236}">
                  <a16:creationId xmlns:a16="http://schemas.microsoft.com/office/drawing/2014/main" id="{F6C116DB-F93B-4750-89C0-5DF6D96694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2916238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81" name="Picture 69">
              <a:extLst>
                <a:ext uri="{FF2B5EF4-FFF2-40B4-BE49-F238E27FC236}">
                  <a16:creationId xmlns:a16="http://schemas.microsoft.com/office/drawing/2014/main" id="{6B1127BD-13A5-440F-9A4D-6D4A45D658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2954338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82" name="Picture 73">
              <a:extLst>
                <a:ext uri="{FF2B5EF4-FFF2-40B4-BE49-F238E27FC236}">
                  <a16:creationId xmlns:a16="http://schemas.microsoft.com/office/drawing/2014/main" id="{DAAB1707-C829-4129-9E84-55CDDD6338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6200" y="3186113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83" name="Rectangle 74">
              <a:extLst>
                <a:ext uri="{FF2B5EF4-FFF2-40B4-BE49-F238E27FC236}">
                  <a16:creationId xmlns:a16="http://schemas.microsoft.com/office/drawing/2014/main" id="{BF8978C7-BE94-4E70-A61D-37415B2F7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3135313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484" name="Picture 75">
              <a:extLst>
                <a:ext uri="{FF2B5EF4-FFF2-40B4-BE49-F238E27FC236}">
                  <a16:creationId xmlns:a16="http://schemas.microsoft.com/office/drawing/2014/main" id="{FA9DFE23-461F-4275-95FC-254D15DA82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00312" y="31861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85" name="Picture 76">
              <a:extLst>
                <a:ext uri="{FF2B5EF4-FFF2-40B4-BE49-F238E27FC236}">
                  <a16:creationId xmlns:a16="http://schemas.microsoft.com/office/drawing/2014/main" id="{6B054924-D581-401C-A6DE-CEF280951B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7212" y="3505200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86" name="Rectangle 78">
              <a:extLst>
                <a:ext uri="{FF2B5EF4-FFF2-40B4-BE49-F238E27FC236}">
                  <a16:creationId xmlns:a16="http://schemas.microsoft.com/office/drawing/2014/main" id="{AEB1AE5D-09FB-4DF9-B6D9-F8406C97C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3135313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487" name="Rectangle 79">
              <a:extLst>
                <a:ext uri="{FF2B5EF4-FFF2-40B4-BE49-F238E27FC236}">
                  <a16:creationId xmlns:a16="http://schemas.microsoft.com/office/drawing/2014/main" id="{D9A51CEA-FF60-4D08-B909-C61FFF819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3135313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488" name="Picture 80">
              <a:extLst>
                <a:ext uri="{FF2B5EF4-FFF2-40B4-BE49-F238E27FC236}">
                  <a16:creationId xmlns:a16="http://schemas.microsoft.com/office/drawing/2014/main" id="{2F945F53-5EF1-4473-A894-66FFC75FBF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3248025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89" name="Picture 81">
              <a:extLst>
                <a:ext uri="{FF2B5EF4-FFF2-40B4-BE49-F238E27FC236}">
                  <a16:creationId xmlns:a16="http://schemas.microsoft.com/office/drawing/2014/main" id="{4B3BF10B-B2B3-417C-9F8C-8C6BCBBDB9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5938" y="3284538"/>
              <a:ext cx="682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90" name="Picture 82">
              <a:extLst>
                <a:ext uri="{FF2B5EF4-FFF2-40B4-BE49-F238E27FC236}">
                  <a16:creationId xmlns:a16="http://schemas.microsoft.com/office/drawing/2014/main" id="{774A155B-5F7E-49EA-ABBA-DAE3AD9E01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3265488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91" name="Rectangle 83">
              <a:extLst>
                <a:ext uri="{FF2B5EF4-FFF2-40B4-BE49-F238E27FC236}">
                  <a16:creationId xmlns:a16="http://schemas.microsoft.com/office/drawing/2014/main" id="{92E71758-3D37-4CB5-BAC5-3AB7981A0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3203575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492" name="Picture 84">
              <a:extLst>
                <a:ext uri="{FF2B5EF4-FFF2-40B4-BE49-F238E27FC236}">
                  <a16:creationId xmlns:a16="http://schemas.microsoft.com/office/drawing/2014/main" id="{C4861EF2-7C34-449E-9F69-ADD2D8813F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324802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93" name="Picture 85">
              <a:extLst>
                <a:ext uri="{FF2B5EF4-FFF2-40B4-BE49-F238E27FC236}">
                  <a16:creationId xmlns:a16="http://schemas.microsoft.com/office/drawing/2014/main" id="{E37C2433-C999-48CB-A676-A4C74943D5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3284538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94" name="Picture 87">
              <a:extLst>
                <a:ext uri="{FF2B5EF4-FFF2-40B4-BE49-F238E27FC236}">
                  <a16:creationId xmlns:a16="http://schemas.microsoft.com/office/drawing/2014/main" id="{5E40456E-525E-4702-9EF8-E49433DAEE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32480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95" name="Picture 88">
              <a:extLst>
                <a:ext uri="{FF2B5EF4-FFF2-40B4-BE49-F238E27FC236}">
                  <a16:creationId xmlns:a16="http://schemas.microsoft.com/office/drawing/2014/main" id="{D94082B8-FDF1-422A-85E5-1AABD5CD14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6688" y="3284538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496" name="Rectangle 91">
              <a:extLst>
                <a:ext uri="{FF2B5EF4-FFF2-40B4-BE49-F238E27FC236}">
                  <a16:creationId xmlns:a16="http://schemas.microsoft.com/office/drawing/2014/main" id="{E5F0350E-E1DA-4115-A292-2372D6F2F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3135313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497" name="Picture 92">
              <a:extLst>
                <a:ext uri="{FF2B5EF4-FFF2-40B4-BE49-F238E27FC236}">
                  <a16:creationId xmlns:a16="http://schemas.microsoft.com/office/drawing/2014/main" id="{652FC3AC-7B96-4B17-984C-D9729AE0C6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3182938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98" name="Picture 93">
              <a:extLst>
                <a:ext uri="{FF2B5EF4-FFF2-40B4-BE49-F238E27FC236}">
                  <a16:creationId xmlns:a16="http://schemas.microsoft.com/office/drawing/2014/main" id="{FBE36EF2-1996-4605-8A1D-00BA2937B3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3163" y="3284538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499" name="Picture 94">
              <a:extLst>
                <a:ext uri="{FF2B5EF4-FFF2-40B4-BE49-F238E27FC236}">
                  <a16:creationId xmlns:a16="http://schemas.microsoft.com/office/drawing/2014/main" id="{B5DF7A9B-5888-44C5-8565-540FCB4F7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3265488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00" name="Picture 95">
              <a:extLst>
                <a:ext uri="{FF2B5EF4-FFF2-40B4-BE49-F238E27FC236}">
                  <a16:creationId xmlns:a16="http://schemas.microsoft.com/office/drawing/2014/main" id="{A25AD2C5-CAEB-42AF-86D3-8E149782EA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3248025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01" name="Picture 96">
              <a:extLst>
                <a:ext uri="{FF2B5EF4-FFF2-40B4-BE49-F238E27FC236}">
                  <a16:creationId xmlns:a16="http://schemas.microsoft.com/office/drawing/2014/main" id="{D68AD19F-1CFD-47E1-A8F0-7FAC1781FE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3284538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02" name="Picture 97">
              <a:extLst>
                <a:ext uri="{FF2B5EF4-FFF2-40B4-BE49-F238E27FC236}">
                  <a16:creationId xmlns:a16="http://schemas.microsoft.com/office/drawing/2014/main" id="{FBEC16C4-0B25-4CF7-A2BD-CD4B0F47FF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3211513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03" name="Picture 98">
              <a:extLst>
                <a:ext uri="{FF2B5EF4-FFF2-40B4-BE49-F238E27FC236}">
                  <a16:creationId xmlns:a16="http://schemas.microsoft.com/office/drawing/2014/main" id="{01BDBAB8-7806-4387-9CA6-EE7C60743C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32480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04" name="Picture 99">
              <a:extLst>
                <a:ext uri="{FF2B5EF4-FFF2-40B4-BE49-F238E27FC236}">
                  <a16:creationId xmlns:a16="http://schemas.microsoft.com/office/drawing/2014/main" id="{94806FA3-018C-4EAC-9DD9-F7DBBAB0E4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3284538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505" name="Rectangle 101">
              <a:extLst>
                <a:ext uri="{FF2B5EF4-FFF2-40B4-BE49-F238E27FC236}">
                  <a16:creationId xmlns:a16="http://schemas.microsoft.com/office/drawing/2014/main" id="{7C371AC9-B106-46A6-90D8-E34B27BF9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1400" y="3203575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506" name="Picture 104">
              <a:extLst>
                <a:ext uri="{FF2B5EF4-FFF2-40B4-BE49-F238E27FC236}">
                  <a16:creationId xmlns:a16="http://schemas.microsoft.com/office/drawing/2014/main" id="{C7F1176F-DC1D-4AA6-BF39-691CF70AD6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8263" y="3513138"/>
              <a:ext cx="107950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507" name="Rectangle 105">
              <a:extLst>
                <a:ext uri="{FF2B5EF4-FFF2-40B4-BE49-F238E27FC236}">
                  <a16:creationId xmlns:a16="http://schemas.microsoft.com/office/drawing/2014/main" id="{E310FE4D-E01A-431B-B61D-E660E0D98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3465513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508" name="Picture 107">
              <a:extLst>
                <a:ext uri="{FF2B5EF4-FFF2-40B4-BE49-F238E27FC236}">
                  <a16:creationId xmlns:a16="http://schemas.microsoft.com/office/drawing/2014/main" id="{112C36CB-9AE9-4D2F-8174-FAF22A6E4F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4200" y="316865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509" name="Rectangle 109">
              <a:extLst>
                <a:ext uri="{FF2B5EF4-FFF2-40B4-BE49-F238E27FC236}">
                  <a16:creationId xmlns:a16="http://schemas.microsoft.com/office/drawing/2014/main" id="{D7DB0478-7ED3-4074-A92D-BCEC1ADFD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3465513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510" name="Rectangle 110">
              <a:extLst>
                <a:ext uri="{FF2B5EF4-FFF2-40B4-BE49-F238E27FC236}">
                  <a16:creationId xmlns:a16="http://schemas.microsoft.com/office/drawing/2014/main" id="{C31B1532-AD79-450B-91EA-45AC31BFE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3465513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511" name="Picture 111">
              <a:extLst>
                <a:ext uri="{FF2B5EF4-FFF2-40B4-BE49-F238E27FC236}">
                  <a16:creationId xmlns:a16="http://schemas.microsoft.com/office/drawing/2014/main" id="{311BEF3B-EC20-4EE9-B620-A2B4CD3942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3576638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12" name="Picture 112">
              <a:extLst>
                <a:ext uri="{FF2B5EF4-FFF2-40B4-BE49-F238E27FC236}">
                  <a16:creationId xmlns:a16="http://schemas.microsoft.com/office/drawing/2014/main" id="{9F14B6BE-6F84-4522-8BE1-EF68355B3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3611563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13" name="Picture 113">
              <a:extLst>
                <a:ext uri="{FF2B5EF4-FFF2-40B4-BE49-F238E27FC236}">
                  <a16:creationId xmlns:a16="http://schemas.microsoft.com/office/drawing/2014/main" id="{F4D0A7A0-4DF4-4996-9C22-FD4BB1D89F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3592513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14" name="Picture 115">
              <a:extLst>
                <a:ext uri="{FF2B5EF4-FFF2-40B4-BE49-F238E27FC236}">
                  <a16:creationId xmlns:a16="http://schemas.microsoft.com/office/drawing/2014/main" id="{D779E7DA-8D45-451D-AB7C-0551A257AD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3576638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15" name="Picture 116">
              <a:extLst>
                <a:ext uri="{FF2B5EF4-FFF2-40B4-BE49-F238E27FC236}">
                  <a16:creationId xmlns:a16="http://schemas.microsoft.com/office/drawing/2014/main" id="{E40BE5B7-DF6E-4273-BD1A-C2ABC16AE2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3611563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16" name="Picture 117">
              <a:extLst>
                <a:ext uri="{FF2B5EF4-FFF2-40B4-BE49-F238E27FC236}">
                  <a16:creationId xmlns:a16="http://schemas.microsoft.com/office/drawing/2014/main" id="{18ED8C29-1A71-47D4-A8D3-23BB57DB4E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3576638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17" name="Picture 118">
              <a:extLst>
                <a:ext uri="{FF2B5EF4-FFF2-40B4-BE49-F238E27FC236}">
                  <a16:creationId xmlns:a16="http://schemas.microsoft.com/office/drawing/2014/main" id="{37260894-0E04-4198-8F27-2B807AC7A5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3513" y="3611563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518" name="Rectangle 119">
              <a:extLst>
                <a:ext uri="{FF2B5EF4-FFF2-40B4-BE49-F238E27FC236}">
                  <a16:creationId xmlns:a16="http://schemas.microsoft.com/office/drawing/2014/main" id="{1231A415-F6A6-4275-A17F-08FA32CA9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3535363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519" name="Rectangle 122">
              <a:extLst>
                <a:ext uri="{FF2B5EF4-FFF2-40B4-BE49-F238E27FC236}">
                  <a16:creationId xmlns:a16="http://schemas.microsoft.com/office/drawing/2014/main" id="{EBC22424-A5F4-4998-B493-47C7B0549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3465513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520" name="Picture 123">
              <a:extLst>
                <a:ext uri="{FF2B5EF4-FFF2-40B4-BE49-F238E27FC236}">
                  <a16:creationId xmlns:a16="http://schemas.microsoft.com/office/drawing/2014/main" id="{7C1D9EB7-10F0-4968-B539-96670CBC93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3509963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21" name="Picture 124">
              <a:extLst>
                <a:ext uri="{FF2B5EF4-FFF2-40B4-BE49-F238E27FC236}">
                  <a16:creationId xmlns:a16="http://schemas.microsoft.com/office/drawing/2014/main" id="{18B90037-9ACA-4A2B-8319-29838CF0DD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3611563"/>
              <a:ext cx="809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22" name="Picture 125">
              <a:extLst>
                <a:ext uri="{FF2B5EF4-FFF2-40B4-BE49-F238E27FC236}">
                  <a16:creationId xmlns:a16="http://schemas.microsoft.com/office/drawing/2014/main" id="{270F9D82-688D-4C92-BE31-C997A5D4AB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3592513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23" name="Picture 126">
              <a:extLst>
                <a:ext uri="{FF2B5EF4-FFF2-40B4-BE49-F238E27FC236}">
                  <a16:creationId xmlns:a16="http://schemas.microsoft.com/office/drawing/2014/main" id="{7537BE24-60EC-425F-8E00-13EAF2F545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3576638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24" name="Picture 127">
              <a:extLst>
                <a:ext uri="{FF2B5EF4-FFF2-40B4-BE49-F238E27FC236}">
                  <a16:creationId xmlns:a16="http://schemas.microsoft.com/office/drawing/2014/main" id="{D486A8F6-1794-4385-855B-2D5CE2B1AD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3611563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25" name="Picture 128">
              <a:extLst>
                <a:ext uri="{FF2B5EF4-FFF2-40B4-BE49-F238E27FC236}">
                  <a16:creationId xmlns:a16="http://schemas.microsoft.com/office/drawing/2014/main" id="{71E2E0EF-572A-4D7B-B8A6-46313C53FC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3540125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526" name="Rectangle 129">
              <a:extLst>
                <a:ext uri="{FF2B5EF4-FFF2-40B4-BE49-F238E27FC236}">
                  <a16:creationId xmlns:a16="http://schemas.microsoft.com/office/drawing/2014/main" id="{D367357A-F9A2-49AC-B022-CBACF1A4B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3863" y="3535363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527" name="Picture 130">
              <a:extLst>
                <a:ext uri="{FF2B5EF4-FFF2-40B4-BE49-F238E27FC236}">
                  <a16:creationId xmlns:a16="http://schemas.microsoft.com/office/drawing/2014/main" id="{7511504A-4F41-43A8-ADA7-2508B77476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3576638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28" name="Picture 131">
              <a:extLst>
                <a:ext uri="{FF2B5EF4-FFF2-40B4-BE49-F238E27FC236}">
                  <a16:creationId xmlns:a16="http://schemas.microsoft.com/office/drawing/2014/main" id="{BA219C54-5661-4877-81C8-9626279E10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3611563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29" name="Picture 135">
              <a:extLst>
                <a:ext uri="{FF2B5EF4-FFF2-40B4-BE49-F238E27FC236}">
                  <a16:creationId xmlns:a16="http://schemas.microsoft.com/office/drawing/2014/main" id="{168B4B91-423C-4846-9F09-247B9CE33B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913" y="3843338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530" name="Rectangle 136">
              <a:extLst>
                <a:ext uri="{FF2B5EF4-FFF2-40B4-BE49-F238E27FC236}">
                  <a16:creationId xmlns:a16="http://schemas.microsoft.com/office/drawing/2014/main" id="{B9EA1624-180A-4E18-872E-AEA1D87E8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3797300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531" name="Picture 138">
              <a:extLst>
                <a:ext uri="{FF2B5EF4-FFF2-40B4-BE49-F238E27FC236}">
                  <a16:creationId xmlns:a16="http://schemas.microsoft.com/office/drawing/2014/main" id="{9F6C595D-CA51-415C-9D86-3528204D05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4200" y="3843338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532" name="Rectangle 140">
              <a:extLst>
                <a:ext uri="{FF2B5EF4-FFF2-40B4-BE49-F238E27FC236}">
                  <a16:creationId xmlns:a16="http://schemas.microsoft.com/office/drawing/2014/main" id="{49DB6D68-268E-4DBF-8B2B-BCA528F69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3797300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0533" name="Rectangle 141">
              <a:extLst>
                <a:ext uri="{FF2B5EF4-FFF2-40B4-BE49-F238E27FC236}">
                  <a16:creationId xmlns:a16="http://schemas.microsoft.com/office/drawing/2014/main" id="{F20C73E6-450A-4A24-962F-90148429F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3797300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534" name="Picture 142">
              <a:extLst>
                <a:ext uri="{FF2B5EF4-FFF2-40B4-BE49-F238E27FC236}">
                  <a16:creationId xmlns:a16="http://schemas.microsoft.com/office/drawing/2014/main" id="{D8C41291-02F6-4A19-A31A-1DD877407E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3906838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35" name="Picture 143">
              <a:extLst>
                <a:ext uri="{FF2B5EF4-FFF2-40B4-BE49-F238E27FC236}">
                  <a16:creationId xmlns:a16="http://schemas.microsoft.com/office/drawing/2014/main" id="{6F0BF78A-42B2-4D95-BB3E-2283D9F51D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3944938"/>
              <a:ext cx="80962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36" name="Picture 144">
              <a:extLst>
                <a:ext uri="{FF2B5EF4-FFF2-40B4-BE49-F238E27FC236}">
                  <a16:creationId xmlns:a16="http://schemas.microsoft.com/office/drawing/2014/main" id="{52238FA9-C324-44DF-B470-C52B6D6432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3924300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37" name="Picture 146">
              <a:extLst>
                <a:ext uri="{FF2B5EF4-FFF2-40B4-BE49-F238E27FC236}">
                  <a16:creationId xmlns:a16="http://schemas.microsoft.com/office/drawing/2014/main" id="{15CAEF1C-7148-4258-981E-BA9A7116C2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3906838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38" name="Picture 147">
              <a:extLst>
                <a:ext uri="{FF2B5EF4-FFF2-40B4-BE49-F238E27FC236}">
                  <a16:creationId xmlns:a16="http://schemas.microsoft.com/office/drawing/2014/main" id="{E1A5C58D-3D55-4F91-B1E0-B6A4BC115D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3943350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39" name="Picture 148">
              <a:extLst>
                <a:ext uri="{FF2B5EF4-FFF2-40B4-BE49-F238E27FC236}">
                  <a16:creationId xmlns:a16="http://schemas.microsoft.com/office/drawing/2014/main" id="{F9D604C4-1022-4876-A35B-74061235C9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3906838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40" name="Picture 149">
              <a:extLst>
                <a:ext uri="{FF2B5EF4-FFF2-40B4-BE49-F238E27FC236}">
                  <a16:creationId xmlns:a16="http://schemas.microsoft.com/office/drawing/2014/main" id="{6AFB07CC-9B56-4334-9EBD-689AABC7E2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3513" y="3943350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541" name="Rectangle 152">
              <a:extLst>
                <a:ext uri="{FF2B5EF4-FFF2-40B4-BE49-F238E27FC236}">
                  <a16:creationId xmlns:a16="http://schemas.microsoft.com/office/drawing/2014/main" id="{F9E3ED7A-C1C4-4F3B-8D9B-67B0689C3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3797300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542" name="Picture 153">
              <a:extLst>
                <a:ext uri="{FF2B5EF4-FFF2-40B4-BE49-F238E27FC236}">
                  <a16:creationId xmlns:a16="http://schemas.microsoft.com/office/drawing/2014/main" id="{23B8224B-33B2-4102-BDDB-6343B24961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3840163"/>
              <a:ext cx="266700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43" name="Picture 154">
              <a:extLst>
                <a:ext uri="{FF2B5EF4-FFF2-40B4-BE49-F238E27FC236}">
                  <a16:creationId xmlns:a16="http://schemas.microsoft.com/office/drawing/2014/main" id="{BCA273BD-674C-4A5E-A165-FCAF4EEA8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3944938"/>
              <a:ext cx="80963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44" name="Picture 155">
              <a:extLst>
                <a:ext uri="{FF2B5EF4-FFF2-40B4-BE49-F238E27FC236}">
                  <a16:creationId xmlns:a16="http://schemas.microsoft.com/office/drawing/2014/main" id="{A6B137E7-D50E-41AC-850A-0E5EDC4F64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3924300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45" name="Picture 156">
              <a:extLst>
                <a:ext uri="{FF2B5EF4-FFF2-40B4-BE49-F238E27FC236}">
                  <a16:creationId xmlns:a16="http://schemas.microsoft.com/office/drawing/2014/main" id="{400918A6-7AA2-482B-95B3-73F8EE5802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3906838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46" name="Picture 157">
              <a:extLst>
                <a:ext uri="{FF2B5EF4-FFF2-40B4-BE49-F238E27FC236}">
                  <a16:creationId xmlns:a16="http://schemas.microsoft.com/office/drawing/2014/main" id="{18106ACE-5578-4980-8A1C-ABE8A968E7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3943350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47" name="Picture 158">
              <a:extLst>
                <a:ext uri="{FF2B5EF4-FFF2-40B4-BE49-F238E27FC236}">
                  <a16:creationId xmlns:a16="http://schemas.microsoft.com/office/drawing/2014/main" id="{BDED8280-C9EE-407E-861D-BE0638C708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3871913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548" name="Rectangle 159">
              <a:extLst>
                <a:ext uri="{FF2B5EF4-FFF2-40B4-BE49-F238E27FC236}">
                  <a16:creationId xmlns:a16="http://schemas.microsoft.com/office/drawing/2014/main" id="{DE7C9267-F5F0-4F09-962D-355AE520D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3463" y="386556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549" name="Picture 160">
              <a:extLst>
                <a:ext uri="{FF2B5EF4-FFF2-40B4-BE49-F238E27FC236}">
                  <a16:creationId xmlns:a16="http://schemas.microsoft.com/office/drawing/2014/main" id="{A916703A-5B6C-4482-886F-60E1821E43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3906838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50" name="Picture 161">
              <a:extLst>
                <a:ext uri="{FF2B5EF4-FFF2-40B4-BE49-F238E27FC236}">
                  <a16:creationId xmlns:a16="http://schemas.microsoft.com/office/drawing/2014/main" id="{3B74CCC9-DADD-4EB4-A614-C7D999F262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3943350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551" name="Rectangle 163">
              <a:extLst>
                <a:ext uri="{FF2B5EF4-FFF2-40B4-BE49-F238E27FC236}">
                  <a16:creationId xmlns:a16="http://schemas.microsoft.com/office/drawing/2014/main" id="{586CFBDB-61A5-4EF3-81BB-2874EA71D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3863" y="386556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0552" name="Picture 168">
              <a:extLst>
                <a:ext uri="{FF2B5EF4-FFF2-40B4-BE49-F238E27FC236}">
                  <a16:creationId xmlns:a16="http://schemas.microsoft.com/office/drawing/2014/main" id="{FCADB1AC-B42E-4F29-BB90-CE76F998EE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3012" y="3525837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0553" name="Picture 199">
              <a:extLst>
                <a:ext uri="{FF2B5EF4-FFF2-40B4-BE49-F238E27FC236}">
                  <a16:creationId xmlns:a16="http://schemas.microsoft.com/office/drawing/2014/main" id="{40F8CBD3-3BEC-4F51-87D4-4ACD09BC21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3012" y="385445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554" name="Rectangle 290">
              <a:extLst>
                <a:ext uri="{FF2B5EF4-FFF2-40B4-BE49-F238E27FC236}">
                  <a16:creationId xmlns:a16="http://schemas.microsoft.com/office/drawing/2014/main" id="{E6CBBDDC-1C44-41CF-B99D-F179D95FB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4114800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60419" name="TextBox 2">
            <a:extLst>
              <a:ext uri="{FF2B5EF4-FFF2-40B4-BE49-F238E27FC236}">
                <a16:creationId xmlns:a16="http://schemas.microsoft.com/office/drawing/2014/main" id="{4A7B058E-102B-45B0-997A-B19303399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8425" y="4724400"/>
            <a:ext cx="23526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Use these for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Sum-of-Products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Minimization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(1’s of the function)</a:t>
            </a:r>
          </a:p>
        </p:txBody>
      </p:sp>
      <p:sp>
        <p:nvSpPr>
          <p:cNvPr id="60420" name="TextBox 138">
            <a:extLst>
              <a:ext uri="{FF2B5EF4-FFF2-40B4-BE49-F238E27FC236}">
                <a16:creationId xmlns:a16="http://schemas.microsoft.com/office/drawing/2014/main" id="{D772C421-8C10-4536-AD39-307543E29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7288" y="4730750"/>
            <a:ext cx="23526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Use these for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Product-of-Sums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Minimization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(0’s of the function)</a:t>
            </a: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16F19C8C-C152-0D4D-82BB-E954E413C7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895600"/>
            <a:ext cx="7924800" cy="1066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Sum-of-Products Form</a:t>
            </a:r>
            <a:br>
              <a:rPr lang="en-US" dirty="0">
                <a:ea typeface="+mj-ea"/>
              </a:rPr>
            </a:br>
            <a:r>
              <a:rPr lang="en-US" sz="2400" dirty="0">
                <a:ea typeface="+mj-ea"/>
              </a:rPr>
              <a:t>(uses the </a:t>
            </a:r>
            <a:r>
              <a:rPr lang="en-US" sz="2400" dirty="0">
                <a:solidFill>
                  <a:srgbClr val="FF0000"/>
                </a:solidFill>
                <a:ea typeface="+mj-ea"/>
              </a:rPr>
              <a:t>ones</a:t>
            </a:r>
            <a:r>
              <a:rPr lang="en-US" sz="2400" dirty="0">
                <a:ea typeface="+mj-ea"/>
              </a:rPr>
              <a:t> of the function)</a:t>
            </a:r>
            <a:endParaRPr lang="en-US" sz="2400" dirty="0"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>
            <a:extLst>
              <a:ext uri="{FF2B5EF4-FFF2-40B4-BE49-F238E27FC236}">
                <a16:creationId xmlns:a16="http://schemas.microsoft.com/office/drawing/2014/main" id="{850DD474-18AD-4B31-B176-6CCF4E7EC7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Sum-of-Products Form</a:t>
            </a:r>
            <a:br>
              <a:rPr lang="en-US" altLang="en-US"/>
            </a:br>
            <a:r>
              <a:rPr lang="en-US" altLang="en-US" sz="2400"/>
              <a:t>(for the AND logic function)</a:t>
            </a:r>
            <a:endParaRPr lang="en-US" altLang="en-US"/>
          </a:p>
        </p:txBody>
      </p:sp>
      <p:grpSp>
        <p:nvGrpSpPr>
          <p:cNvPr id="62466" name="Group 150">
            <a:extLst>
              <a:ext uri="{FF2B5EF4-FFF2-40B4-BE49-F238E27FC236}">
                <a16:creationId xmlns:a16="http://schemas.microsoft.com/office/drawing/2014/main" id="{6749A29C-EE35-4DBC-9473-EAFEBDEBD31C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524000"/>
            <a:ext cx="7634288" cy="2452688"/>
            <a:chOff x="823912" y="2286000"/>
            <a:chExt cx="7634288" cy="2452687"/>
          </a:xfrm>
        </p:grpSpPr>
        <p:sp>
          <p:nvSpPr>
            <p:cNvPr id="62469" name="Rectangle 11">
              <a:extLst>
                <a:ext uri="{FF2B5EF4-FFF2-40B4-BE49-F238E27FC236}">
                  <a16:creationId xmlns:a16="http://schemas.microsoft.com/office/drawing/2014/main" id="{EA1571ED-E828-4435-AF7E-F29D6778F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2286000"/>
              <a:ext cx="7634288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2470" name="Picture 12">
              <a:extLst>
                <a:ext uri="{FF2B5EF4-FFF2-40B4-BE49-F238E27FC236}">
                  <a16:creationId xmlns:a16="http://schemas.microsoft.com/office/drawing/2014/main" id="{4DDF11E5-6186-4831-8F2B-3885C72D48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600" y="2513012"/>
              <a:ext cx="188912" cy="19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471" name="Picture 13">
              <a:extLst>
                <a:ext uri="{FF2B5EF4-FFF2-40B4-BE49-F238E27FC236}">
                  <a16:creationId xmlns:a16="http://schemas.microsoft.com/office/drawing/2014/main" id="{0FDAE998-78B4-4158-BD5C-EAE2FF92B2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4625" y="2574925"/>
              <a:ext cx="1206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472" name="Picture 14">
              <a:extLst>
                <a:ext uri="{FF2B5EF4-FFF2-40B4-BE49-F238E27FC236}">
                  <a16:creationId xmlns:a16="http://schemas.microsoft.com/office/drawing/2014/main" id="{62B8EC12-136D-46D4-9CD6-2EE5987097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975" y="2582862"/>
              <a:ext cx="179387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473" name="Rectangle 15">
              <a:extLst>
                <a:ext uri="{FF2B5EF4-FFF2-40B4-BE49-F238E27FC236}">
                  <a16:creationId xmlns:a16="http://schemas.microsoft.com/office/drawing/2014/main" id="{5AA16CCB-D421-4E81-AD63-B2319CAE4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298700"/>
              <a:ext cx="12700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474" name="Rectangle 16">
              <a:extLst>
                <a:ext uri="{FF2B5EF4-FFF2-40B4-BE49-F238E27FC236}">
                  <a16:creationId xmlns:a16="http://schemas.microsoft.com/office/drawing/2014/main" id="{AC2EDA0C-DE0C-4D34-957E-A38618E41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298700"/>
              <a:ext cx="14287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475" name="Rectangle 17">
              <a:extLst>
                <a:ext uri="{FF2B5EF4-FFF2-40B4-BE49-F238E27FC236}">
                  <a16:creationId xmlns:a16="http://schemas.microsoft.com/office/drawing/2014/main" id="{0BFDDF2B-2B22-4C0D-93ED-DB5838980C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298700"/>
              <a:ext cx="12700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476" name="Rectangle 18">
              <a:extLst>
                <a:ext uri="{FF2B5EF4-FFF2-40B4-BE49-F238E27FC236}">
                  <a16:creationId xmlns:a16="http://schemas.microsoft.com/office/drawing/2014/main" id="{3EFEADEE-70E9-4D6A-A948-375C9D289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298700"/>
              <a:ext cx="15875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2477" name="Picture 19">
              <a:extLst>
                <a:ext uri="{FF2B5EF4-FFF2-40B4-BE49-F238E27FC236}">
                  <a16:creationId xmlns:a16="http://schemas.microsoft.com/office/drawing/2014/main" id="{48972B05-669C-460A-9AD2-D31A3B23B1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062" y="2911475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478" name="Picture 20">
              <a:extLst>
                <a:ext uri="{FF2B5EF4-FFF2-40B4-BE49-F238E27FC236}">
                  <a16:creationId xmlns:a16="http://schemas.microsoft.com/office/drawing/2014/main" id="{737CC93E-4718-43CB-9F80-30E33BBAC0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525" y="2909887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479" name="Picture 21">
              <a:extLst>
                <a:ext uri="{FF2B5EF4-FFF2-40B4-BE49-F238E27FC236}">
                  <a16:creationId xmlns:a16="http://schemas.microsoft.com/office/drawing/2014/main" id="{E509EBE0-D3AC-4E3A-8982-1CF41AF590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6512" y="2911475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480" name="Picture 22">
              <a:extLst>
                <a:ext uri="{FF2B5EF4-FFF2-40B4-BE49-F238E27FC236}">
                  <a16:creationId xmlns:a16="http://schemas.microsoft.com/office/drawing/2014/main" id="{D547D8FD-29C7-4AC4-BE13-EF3F6FC662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2840037"/>
              <a:ext cx="130175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481" name="Picture 23">
              <a:extLst>
                <a:ext uri="{FF2B5EF4-FFF2-40B4-BE49-F238E27FC236}">
                  <a16:creationId xmlns:a16="http://schemas.microsoft.com/office/drawing/2014/main" id="{62B15DA3-547F-442F-BBB3-1B8216C905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7512" y="2906712"/>
              <a:ext cx="1063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482" name="Picture 24">
              <a:extLst>
                <a:ext uri="{FF2B5EF4-FFF2-40B4-BE49-F238E27FC236}">
                  <a16:creationId xmlns:a16="http://schemas.microsoft.com/office/drawing/2014/main" id="{DE40BD95-81EB-4117-92D5-FE8DCB6934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8162" y="2911475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483" name="Rectangle 25">
              <a:extLst>
                <a:ext uri="{FF2B5EF4-FFF2-40B4-BE49-F238E27FC236}">
                  <a16:creationId xmlns:a16="http://schemas.microsoft.com/office/drawing/2014/main" id="{2EE0DAE2-D1BF-4711-BAB2-5119ABB14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806700"/>
              <a:ext cx="12700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2484" name="Picture 26">
              <a:extLst>
                <a:ext uri="{FF2B5EF4-FFF2-40B4-BE49-F238E27FC236}">
                  <a16:creationId xmlns:a16="http://schemas.microsoft.com/office/drawing/2014/main" id="{DFB06F1E-F71F-445A-B32E-6A8FE322C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6024" y="2909887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485" name="Picture 27">
              <a:extLst>
                <a:ext uri="{FF2B5EF4-FFF2-40B4-BE49-F238E27FC236}">
                  <a16:creationId xmlns:a16="http://schemas.microsoft.com/office/drawing/2014/main" id="{E6924027-84C1-4D3A-B63F-F9F7762702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124" y="2944812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486" name="Picture 28">
              <a:extLst>
                <a:ext uri="{FF2B5EF4-FFF2-40B4-BE49-F238E27FC236}">
                  <a16:creationId xmlns:a16="http://schemas.microsoft.com/office/drawing/2014/main" id="{0165C3A2-FA0C-4D32-BC49-709CD71357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0387" y="2909887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487" name="Picture 29">
              <a:extLst>
                <a:ext uri="{FF2B5EF4-FFF2-40B4-BE49-F238E27FC236}">
                  <a16:creationId xmlns:a16="http://schemas.microsoft.com/office/drawing/2014/main" id="{7F787C75-6A99-4765-9E08-DB8B07EE67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9137" y="2944812"/>
              <a:ext cx="793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488" name="Rectangle 30">
              <a:extLst>
                <a:ext uri="{FF2B5EF4-FFF2-40B4-BE49-F238E27FC236}">
                  <a16:creationId xmlns:a16="http://schemas.microsoft.com/office/drawing/2014/main" id="{FDED5D91-ACED-4F04-B497-3E33C0B03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806700"/>
              <a:ext cx="14287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489" name="Rectangle 31">
              <a:extLst>
                <a:ext uri="{FF2B5EF4-FFF2-40B4-BE49-F238E27FC236}">
                  <a16:creationId xmlns:a16="http://schemas.microsoft.com/office/drawing/2014/main" id="{E7C78BDB-FD59-4AC1-9F5B-C71AA97DC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806700"/>
              <a:ext cx="12700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2490" name="Picture 32">
              <a:extLst>
                <a:ext uri="{FF2B5EF4-FFF2-40B4-BE49-F238E27FC236}">
                  <a16:creationId xmlns:a16="http://schemas.microsoft.com/office/drawing/2014/main" id="{18A51416-B136-49E0-B364-32E561E20E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3725" y="2844800"/>
              <a:ext cx="2286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491" name="Picture 33">
              <a:extLst>
                <a:ext uri="{FF2B5EF4-FFF2-40B4-BE49-F238E27FC236}">
                  <a16:creationId xmlns:a16="http://schemas.microsoft.com/office/drawing/2014/main" id="{863004A0-1302-440B-8C39-DB30BCD5CF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2962" y="2847975"/>
              <a:ext cx="58738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492" name="Picture 34">
              <a:extLst>
                <a:ext uri="{FF2B5EF4-FFF2-40B4-BE49-F238E27FC236}">
                  <a16:creationId xmlns:a16="http://schemas.microsoft.com/office/drawing/2014/main" id="{DDC09091-BA6B-4911-AE2C-62B1E6F9C5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9162" y="2911475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493" name="Picture 35">
              <a:extLst>
                <a:ext uri="{FF2B5EF4-FFF2-40B4-BE49-F238E27FC236}">
                  <a16:creationId xmlns:a16="http://schemas.microsoft.com/office/drawing/2014/main" id="{90B5F76A-8F23-4A73-B567-B70125A42E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0450" y="2863850"/>
              <a:ext cx="85725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494" name="Picture 36">
              <a:extLst>
                <a:ext uri="{FF2B5EF4-FFF2-40B4-BE49-F238E27FC236}">
                  <a16:creationId xmlns:a16="http://schemas.microsoft.com/office/drawing/2014/main" id="{D5F4880F-D468-4A5E-9EF6-9E33CE532A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1575" y="2906712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495" name="Picture 37">
              <a:extLst>
                <a:ext uri="{FF2B5EF4-FFF2-40B4-BE49-F238E27FC236}">
                  <a16:creationId xmlns:a16="http://schemas.microsoft.com/office/drawing/2014/main" id="{A09564A9-11BE-486E-A261-F021D8F4C0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2225" y="2911475"/>
              <a:ext cx="95250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496" name="Picture 38">
              <a:extLst>
                <a:ext uri="{FF2B5EF4-FFF2-40B4-BE49-F238E27FC236}">
                  <a16:creationId xmlns:a16="http://schemas.microsoft.com/office/drawing/2014/main" id="{A921DD7B-46C5-47CB-8D04-186051129E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1762" y="2911475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497" name="Rectangle 39">
              <a:extLst>
                <a:ext uri="{FF2B5EF4-FFF2-40B4-BE49-F238E27FC236}">
                  <a16:creationId xmlns:a16="http://schemas.microsoft.com/office/drawing/2014/main" id="{3795F34F-2E10-4E61-86DF-86FB6DBE5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806700"/>
              <a:ext cx="15875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498" name="Rectangle 47">
              <a:extLst>
                <a:ext uri="{FF2B5EF4-FFF2-40B4-BE49-F238E27FC236}">
                  <a16:creationId xmlns:a16="http://schemas.microsoft.com/office/drawing/2014/main" id="{994F9F14-9D69-4785-9593-BCC2093BD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3222625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2499" name="Picture 48">
              <a:extLst>
                <a:ext uri="{FF2B5EF4-FFF2-40B4-BE49-F238E27FC236}">
                  <a16:creationId xmlns:a16="http://schemas.microsoft.com/office/drawing/2014/main" id="{1BBC93C6-F66C-4443-8B64-F49E1CDC0B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3452812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00" name="Rectangle 49">
              <a:extLst>
                <a:ext uri="{FF2B5EF4-FFF2-40B4-BE49-F238E27FC236}">
                  <a16:creationId xmlns:a16="http://schemas.microsoft.com/office/drawing/2014/main" id="{C637463C-C3E2-49BB-ABFE-B1316CFC7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236912"/>
              <a:ext cx="12700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2501" name="Picture 50">
              <a:extLst>
                <a:ext uri="{FF2B5EF4-FFF2-40B4-BE49-F238E27FC236}">
                  <a16:creationId xmlns:a16="http://schemas.microsoft.com/office/drawing/2014/main" id="{8C8472B9-6903-49D7-9333-03A7E63D56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3452812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02" name="Picture 51">
              <a:extLst>
                <a:ext uri="{FF2B5EF4-FFF2-40B4-BE49-F238E27FC236}">
                  <a16:creationId xmlns:a16="http://schemas.microsoft.com/office/drawing/2014/main" id="{F177A5BA-16D6-4167-B686-3D351D8513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1824" y="3452812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03" name="Rectangle 52">
              <a:extLst>
                <a:ext uri="{FF2B5EF4-FFF2-40B4-BE49-F238E27FC236}">
                  <a16:creationId xmlns:a16="http://schemas.microsoft.com/office/drawing/2014/main" id="{935EC8C1-329E-4C0E-9341-31CCCD150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236912"/>
              <a:ext cx="14287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504" name="Rectangle 53">
              <a:extLst>
                <a:ext uri="{FF2B5EF4-FFF2-40B4-BE49-F238E27FC236}">
                  <a16:creationId xmlns:a16="http://schemas.microsoft.com/office/drawing/2014/main" id="{D4D96EE5-C0F6-4D5D-A22E-06FD0B0DA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236912"/>
              <a:ext cx="12700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2505" name="Picture 54">
              <a:extLst>
                <a:ext uri="{FF2B5EF4-FFF2-40B4-BE49-F238E27FC236}">
                  <a16:creationId xmlns:a16="http://schemas.microsoft.com/office/drawing/2014/main" id="{670F5BF1-97BB-4750-B9B7-5C9E734B4F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025" y="3514725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06" name="Picture 55">
              <a:extLst>
                <a:ext uri="{FF2B5EF4-FFF2-40B4-BE49-F238E27FC236}">
                  <a16:creationId xmlns:a16="http://schemas.microsoft.com/office/drawing/2014/main" id="{8079385C-4EB8-4CCC-9110-1C23014DCD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325" y="3552825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07" name="Picture 56">
              <a:extLst>
                <a:ext uri="{FF2B5EF4-FFF2-40B4-BE49-F238E27FC236}">
                  <a16:creationId xmlns:a16="http://schemas.microsoft.com/office/drawing/2014/main" id="{28B53B74-BC85-4EE1-8C7B-8C957F5862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3533775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08" name="Rectangle 57">
              <a:extLst>
                <a:ext uri="{FF2B5EF4-FFF2-40B4-BE49-F238E27FC236}">
                  <a16:creationId xmlns:a16="http://schemas.microsoft.com/office/drawing/2014/main" id="{2A91CF5C-CFEB-44F5-B680-5318104BF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4575" y="3470275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2509" name="Picture 58">
              <a:extLst>
                <a:ext uri="{FF2B5EF4-FFF2-40B4-BE49-F238E27FC236}">
                  <a16:creationId xmlns:a16="http://schemas.microsoft.com/office/drawing/2014/main" id="{5846A247-08BD-47D9-9993-98742C4D2F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62" y="3514725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10" name="Picture 59">
              <a:extLst>
                <a:ext uri="{FF2B5EF4-FFF2-40B4-BE49-F238E27FC236}">
                  <a16:creationId xmlns:a16="http://schemas.microsoft.com/office/drawing/2014/main" id="{02EFAF3C-7319-4E79-9F45-32ADE94BD1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962" y="3552825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11" name="Rectangle 60">
              <a:extLst>
                <a:ext uri="{FF2B5EF4-FFF2-40B4-BE49-F238E27FC236}">
                  <a16:creationId xmlns:a16="http://schemas.microsoft.com/office/drawing/2014/main" id="{9E3472BB-93F6-4470-A8C2-0CDD5D0BF2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0800" y="3470275"/>
              <a:ext cx="161925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2512" name="Picture 61">
              <a:extLst>
                <a:ext uri="{FF2B5EF4-FFF2-40B4-BE49-F238E27FC236}">
                  <a16:creationId xmlns:a16="http://schemas.microsoft.com/office/drawing/2014/main" id="{18624EA5-4CD3-41B4-90F8-EC3A6E1F7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675" y="3514725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13" name="Picture 62">
              <a:extLst>
                <a:ext uri="{FF2B5EF4-FFF2-40B4-BE49-F238E27FC236}">
                  <a16:creationId xmlns:a16="http://schemas.microsoft.com/office/drawing/2014/main" id="{6B8E146A-71D4-43A6-B134-99AD0A0521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8600" y="3552825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14" name="Rectangle 63">
              <a:extLst>
                <a:ext uri="{FF2B5EF4-FFF2-40B4-BE49-F238E27FC236}">
                  <a16:creationId xmlns:a16="http://schemas.microsoft.com/office/drawing/2014/main" id="{4587FF5B-8764-42DA-930A-3330DC203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236912"/>
              <a:ext cx="15875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2515" name="Picture 72">
              <a:extLst>
                <a:ext uri="{FF2B5EF4-FFF2-40B4-BE49-F238E27FC236}">
                  <a16:creationId xmlns:a16="http://schemas.microsoft.com/office/drawing/2014/main" id="{45C6B357-D362-4583-8DF8-6951D72084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8112" y="378460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16" name="Rectangle 73">
              <a:extLst>
                <a:ext uri="{FF2B5EF4-FFF2-40B4-BE49-F238E27FC236}">
                  <a16:creationId xmlns:a16="http://schemas.microsoft.com/office/drawing/2014/main" id="{E91F7F71-78E4-44AD-BEB9-AF6A1574A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733800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2517" name="Picture 74">
              <a:extLst>
                <a:ext uri="{FF2B5EF4-FFF2-40B4-BE49-F238E27FC236}">
                  <a16:creationId xmlns:a16="http://schemas.microsoft.com/office/drawing/2014/main" id="{294F17AC-E7BA-4244-BF39-1F7BE85557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3784600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18" name="Picture 75">
              <a:extLst>
                <a:ext uri="{FF2B5EF4-FFF2-40B4-BE49-F238E27FC236}">
                  <a16:creationId xmlns:a16="http://schemas.microsoft.com/office/drawing/2014/main" id="{829E784B-4828-4B34-A5AC-F92593CD2A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9124" y="4103687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19" name="Rectangle 76">
              <a:extLst>
                <a:ext uri="{FF2B5EF4-FFF2-40B4-BE49-F238E27FC236}">
                  <a16:creationId xmlns:a16="http://schemas.microsoft.com/office/drawing/2014/main" id="{9CCF5DC3-4665-4511-8572-CE3DF6994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733800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520" name="Rectangle 77">
              <a:extLst>
                <a:ext uri="{FF2B5EF4-FFF2-40B4-BE49-F238E27FC236}">
                  <a16:creationId xmlns:a16="http://schemas.microsoft.com/office/drawing/2014/main" id="{89B07003-7737-4CC9-84EF-335726C2B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733800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2521" name="Picture 78">
              <a:extLst>
                <a:ext uri="{FF2B5EF4-FFF2-40B4-BE49-F238E27FC236}">
                  <a16:creationId xmlns:a16="http://schemas.microsoft.com/office/drawing/2014/main" id="{9BD7D589-8823-43F7-8D0C-323369D0B2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025" y="3846512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22" name="Picture 79">
              <a:extLst>
                <a:ext uri="{FF2B5EF4-FFF2-40B4-BE49-F238E27FC236}">
                  <a16:creationId xmlns:a16="http://schemas.microsoft.com/office/drawing/2014/main" id="{B04ECCF2-AF93-4C0E-84E3-4127EFABB3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7850" y="3883025"/>
              <a:ext cx="682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23" name="Picture 80">
              <a:extLst>
                <a:ext uri="{FF2B5EF4-FFF2-40B4-BE49-F238E27FC236}">
                  <a16:creationId xmlns:a16="http://schemas.microsoft.com/office/drawing/2014/main" id="{893B3033-5784-44F7-B165-73EADA8E9A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3863975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24" name="Rectangle 81">
              <a:extLst>
                <a:ext uri="{FF2B5EF4-FFF2-40B4-BE49-F238E27FC236}">
                  <a16:creationId xmlns:a16="http://schemas.microsoft.com/office/drawing/2014/main" id="{38119EE8-B293-4A6B-BB2D-90B62ACED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4575" y="3802062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2525" name="Picture 82">
              <a:extLst>
                <a:ext uri="{FF2B5EF4-FFF2-40B4-BE49-F238E27FC236}">
                  <a16:creationId xmlns:a16="http://schemas.microsoft.com/office/drawing/2014/main" id="{2781B476-D941-422A-BD11-FE69184A37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62" y="3846512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26" name="Picture 83">
              <a:extLst>
                <a:ext uri="{FF2B5EF4-FFF2-40B4-BE49-F238E27FC236}">
                  <a16:creationId xmlns:a16="http://schemas.microsoft.com/office/drawing/2014/main" id="{78153BD0-AD5B-4A1B-828A-148009632F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962" y="3883025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27" name="Picture 84">
              <a:extLst>
                <a:ext uri="{FF2B5EF4-FFF2-40B4-BE49-F238E27FC236}">
                  <a16:creationId xmlns:a16="http://schemas.microsoft.com/office/drawing/2014/main" id="{00803EE0-A771-431D-9995-734915FA3D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675" y="3846512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28" name="Picture 85">
              <a:extLst>
                <a:ext uri="{FF2B5EF4-FFF2-40B4-BE49-F238E27FC236}">
                  <a16:creationId xmlns:a16="http://schemas.microsoft.com/office/drawing/2014/main" id="{5A4E8F36-E58B-48E2-9E81-9E1F929AFF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8600" y="3883025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29" name="Rectangle 86">
              <a:extLst>
                <a:ext uri="{FF2B5EF4-FFF2-40B4-BE49-F238E27FC236}">
                  <a16:creationId xmlns:a16="http://schemas.microsoft.com/office/drawing/2014/main" id="{CC5432AF-AD8B-44F9-AADC-65F50A9A0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733800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2530" name="Picture 96">
              <a:extLst>
                <a:ext uri="{FF2B5EF4-FFF2-40B4-BE49-F238E27FC236}">
                  <a16:creationId xmlns:a16="http://schemas.microsoft.com/office/drawing/2014/main" id="{4F7D6304-BC18-445B-B8B7-859DE64D22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175" y="4111625"/>
              <a:ext cx="107950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31" name="Rectangle 97">
              <a:extLst>
                <a:ext uri="{FF2B5EF4-FFF2-40B4-BE49-F238E27FC236}">
                  <a16:creationId xmlns:a16="http://schemas.microsoft.com/office/drawing/2014/main" id="{BB0041FD-66F9-43C7-A71E-77AC37A6C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4064000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2532" name="Picture 98">
              <a:extLst>
                <a:ext uri="{FF2B5EF4-FFF2-40B4-BE49-F238E27FC236}">
                  <a16:creationId xmlns:a16="http://schemas.microsoft.com/office/drawing/2014/main" id="{7D6698E6-F43B-485D-809A-07F5F54F0A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3767137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33" name="Rectangle 99">
              <a:extLst>
                <a:ext uri="{FF2B5EF4-FFF2-40B4-BE49-F238E27FC236}">
                  <a16:creationId xmlns:a16="http://schemas.microsoft.com/office/drawing/2014/main" id="{41CA033D-C857-4182-BEA7-6446398E7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4064000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534" name="Rectangle 100">
              <a:extLst>
                <a:ext uri="{FF2B5EF4-FFF2-40B4-BE49-F238E27FC236}">
                  <a16:creationId xmlns:a16="http://schemas.microsoft.com/office/drawing/2014/main" id="{F6FED08E-2B08-478A-A12D-DE18D798E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4064000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2535" name="Picture 101">
              <a:extLst>
                <a:ext uri="{FF2B5EF4-FFF2-40B4-BE49-F238E27FC236}">
                  <a16:creationId xmlns:a16="http://schemas.microsoft.com/office/drawing/2014/main" id="{A2C04428-85E0-4D15-B7EB-F4399ADB7F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025" y="4175125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36" name="Picture 102">
              <a:extLst>
                <a:ext uri="{FF2B5EF4-FFF2-40B4-BE49-F238E27FC236}">
                  <a16:creationId xmlns:a16="http://schemas.microsoft.com/office/drawing/2014/main" id="{D78D2CB7-8563-4D97-906A-B1E1DEFE83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1500" y="4210050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37" name="Picture 103">
              <a:extLst>
                <a:ext uri="{FF2B5EF4-FFF2-40B4-BE49-F238E27FC236}">
                  <a16:creationId xmlns:a16="http://schemas.microsoft.com/office/drawing/2014/main" id="{2972E213-AF78-4B10-A8A0-8840949AF9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4191000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38" name="Picture 104">
              <a:extLst>
                <a:ext uri="{FF2B5EF4-FFF2-40B4-BE49-F238E27FC236}">
                  <a16:creationId xmlns:a16="http://schemas.microsoft.com/office/drawing/2014/main" id="{A2B1200C-C755-4B62-82FB-E3CD522704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62" y="4175125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39" name="Picture 105">
              <a:extLst>
                <a:ext uri="{FF2B5EF4-FFF2-40B4-BE49-F238E27FC236}">
                  <a16:creationId xmlns:a16="http://schemas.microsoft.com/office/drawing/2014/main" id="{33B41EBB-8D70-42BA-A092-363F107599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962" y="4210050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40" name="Picture 106">
              <a:extLst>
                <a:ext uri="{FF2B5EF4-FFF2-40B4-BE49-F238E27FC236}">
                  <a16:creationId xmlns:a16="http://schemas.microsoft.com/office/drawing/2014/main" id="{A2DA2154-00C2-45E7-9728-001F8FC669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675" y="4175125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41" name="Picture 107">
              <a:extLst>
                <a:ext uri="{FF2B5EF4-FFF2-40B4-BE49-F238E27FC236}">
                  <a16:creationId xmlns:a16="http://schemas.microsoft.com/office/drawing/2014/main" id="{4D60D35F-717B-4711-BEF8-0CB5220999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5425" y="4210050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42" name="Rectangle 108">
              <a:extLst>
                <a:ext uri="{FF2B5EF4-FFF2-40B4-BE49-F238E27FC236}">
                  <a16:creationId xmlns:a16="http://schemas.microsoft.com/office/drawing/2014/main" id="{E68FD543-E38D-4362-84AD-4DAF14BF6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7312" y="4133850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543" name="Rectangle 109">
              <a:extLst>
                <a:ext uri="{FF2B5EF4-FFF2-40B4-BE49-F238E27FC236}">
                  <a16:creationId xmlns:a16="http://schemas.microsoft.com/office/drawing/2014/main" id="{84C3A8D9-349C-4F04-A5A3-208245684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4064000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2544" name="Picture 119">
              <a:extLst>
                <a:ext uri="{FF2B5EF4-FFF2-40B4-BE49-F238E27FC236}">
                  <a16:creationId xmlns:a16="http://schemas.microsoft.com/office/drawing/2014/main" id="{04FEAC5A-184D-42B0-AD2D-8CF4611DC7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4441825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45" name="Rectangle 120">
              <a:extLst>
                <a:ext uri="{FF2B5EF4-FFF2-40B4-BE49-F238E27FC236}">
                  <a16:creationId xmlns:a16="http://schemas.microsoft.com/office/drawing/2014/main" id="{CC399803-0154-42BB-8C92-5393C5F15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4395787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2546" name="Picture 121">
              <a:extLst>
                <a:ext uri="{FF2B5EF4-FFF2-40B4-BE49-F238E27FC236}">
                  <a16:creationId xmlns:a16="http://schemas.microsoft.com/office/drawing/2014/main" id="{F4B9BBA7-8379-4EC6-A0E2-34B7E44987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4441825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47" name="Rectangle 122">
              <a:extLst>
                <a:ext uri="{FF2B5EF4-FFF2-40B4-BE49-F238E27FC236}">
                  <a16:creationId xmlns:a16="http://schemas.microsoft.com/office/drawing/2014/main" id="{2CD795A6-86E5-4DFB-8A01-80B1B12641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4395787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548" name="Rectangle 123">
              <a:extLst>
                <a:ext uri="{FF2B5EF4-FFF2-40B4-BE49-F238E27FC236}">
                  <a16:creationId xmlns:a16="http://schemas.microsoft.com/office/drawing/2014/main" id="{C2BDFA1C-0FDF-41EE-B824-89C0CFE22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4395787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2549" name="Picture 124">
              <a:extLst>
                <a:ext uri="{FF2B5EF4-FFF2-40B4-BE49-F238E27FC236}">
                  <a16:creationId xmlns:a16="http://schemas.microsoft.com/office/drawing/2014/main" id="{B953974D-7278-42A7-A908-6E55178C3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025" y="4505325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50" name="Picture 125">
              <a:extLst>
                <a:ext uri="{FF2B5EF4-FFF2-40B4-BE49-F238E27FC236}">
                  <a16:creationId xmlns:a16="http://schemas.microsoft.com/office/drawing/2014/main" id="{9A1457E2-82E6-42B7-982E-3AB65BC08A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1500" y="4543425"/>
              <a:ext cx="80962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51" name="Picture 126">
              <a:extLst>
                <a:ext uri="{FF2B5EF4-FFF2-40B4-BE49-F238E27FC236}">
                  <a16:creationId xmlns:a16="http://schemas.microsoft.com/office/drawing/2014/main" id="{492871EA-2713-43D8-A20B-616E64958D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4522787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52" name="Picture 127">
              <a:extLst>
                <a:ext uri="{FF2B5EF4-FFF2-40B4-BE49-F238E27FC236}">
                  <a16:creationId xmlns:a16="http://schemas.microsoft.com/office/drawing/2014/main" id="{F5F41225-E646-4752-A0F1-1DEDDE9B81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62" y="4505325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53" name="Picture 128">
              <a:extLst>
                <a:ext uri="{FF2B5EF4-FFF2-40B4-BE49-F238E27FC236}">
                  <a16:creationId xmlns:a16="http://schemas.microsoft.com/office/drawing/2014/main" id="{BB8F9FFC-0AE4-4471-BEDE-6A05D30993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962" y="4541837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54" name="Picture 129">
              <a:extLst>
                <a:ext uri="{FF2B5EF4-FFF2-40B4-BE49-F238E27FC236}">
                  <a16:creationId xmlns:a16="http://schemas.microsoft.com/office/drawing/2014/main" id="{E06174A5-F1D2-4D11-81FB-340A82C6EA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675" y="4505325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55" name="Picture 130">
              <a:extLst>
                <a:ext uri="{FF2B5EF4-FFF2-40B4-BE49-F238E27FC236}">
                  <a16:creationId xmlns:a16="http://schemas.microsoft.com/office/drawing/2014/main" id="{879FECCD-291B-45CE-AE70-F7D4C353AD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5425" y="4541837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56" name="Rectangle 131">
              <a:extLst>
                <a:ext uri="{FF2B5EF4-FFF2-40B4-BE49-F238E27FC236}">
                  <a16:creationId xmlns:a16="http://schemas.microsoft.com/office/drawing/2014/main" id="{54966B15-5F77-40C9-828D-608AE66F7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4395787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2557" name="Picture 142">
              <a:extLst>
                <a:ext uri="{FF2B5EF4-FFF2-40B4-BE49-F238E27FC236}">
                  <a16:creationId xmlns:a16="http://schemas.microsoft.com/office/drawing/2014/main" id="{26FA7FA5-A92E-4BCA-9A34-C2104E061D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4124324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58" name="Picture 143">
              <a:extLst>
                <a:ext uri="{FF2B5EF4-FFF2-40B4-BE49-F238E27FC236}">
                  <a16:creationId xmlns:a16="http://schemas.microsoft.com/office/drawing/2014/main" id="{17D61CA8-4CEE-4F1A-B09C-44C4C7837E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4452937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559" name="Rectangle 144">
              <a:extLst>
                <a:ext uri="{FF2B5EF4-FFF2-40B4-BE49-F238E27FC236}">
                  <a16:creationId xmlns:a16="http://schemas.microsoft.com/office/drawing/2014/main" id="{2BF5295F-E79E-49E1-AC2D-6838EE8A3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4724400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2560" name="TextBox 145">
              <a:extLst>
                <a:ext uri="{FF2B5EF4-FFF2-40B4-BE49-F238E27FC236}">
                  <a16:creationId xmlns:a16="http://schemas.microsoft.com/office/drawing/2014/main" id="{B761EAA1-9B2C-4B25-9B80-56DFC1B403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0" y="2667000"/>
              <a:ext cx="12975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(x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, 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</a:t>
              </a:r>
            </a:p>
          </p:txBody>
        </p:sp>
        <p:pic>
          <p:nvPicPr>
            <p:cNvPr id="62561" name="Picture 148">
              <a:extLst>
                <a:ext uri="{FF2B5EF4-FFF2-40B4-BE49-F238E27FC236}">
                  <a16:creationId xmlns:a16="http://schemas.microsoft.com/office/drawing/2014/main" id="{172B2579-27A9-4358-87F2-52AE4F2367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4525" y="44196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562" name="Picture 149">
              <a:extLst>
                <a:ext uri="{FF2B5EF4-FFF2-40B4-BE49-F238E27FC236}">
                  <a16:creationId xmlns:a16="http://schemas.microsoft.com/office/drawing/2014/main" id="{4B93B757-F64D-441C-A196-33CDC0BFD0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9920" y="4114800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2467" name="Picture 149">
            <a:extLst>
              <a:ext uri="{FF2B5EF4-FFF2-40B4-BE49-F238E27FC236}">
                <a16:creationId xmlns:a16="http://schemas.microsoft.com/office/drawing/2014/main" id="{AE01ECAB-7626-4415-9BD1-D244540F0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0" y="3048000"/>
            <a:ext cx="11430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8" name="Picture 149">
            <a:extLst>
              <a:ext uri="{FF2B5EF4-FFF2-40B4-BE49-F238E27FC236}">
                <a16:creationId xmlns:a16="http://schemas.microsoft.com/office/drawing/2014/main" id="{0CDBDEB5-29B9-4B87-88E9-FA71C4173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038" y="2743200"/>
            <a:ext cx="11430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F17AB0A-6755-4A91-9FD7-DF631CAE186A}"/>
                  </a:ext>
                </a:extLst>
              </p14:cNvPr>
              <p14:cNvContentPartPr/>
              <p14:nvPr/>
            </p14:nvContentPartPr>
            <p14:xfrm>
              <a:off x="6546240" y="3502440"/>
              <a:ext cx="819000" cy="572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F17AB0A-6755-4A91-9FD7-DF631CAE186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536880" y="3493080"/>
                <a:ext cx="837720" cy="590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id="{CECF401C-834A-448E-A48B-B39525C63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Sum-of-Products Form</a:t>
            </a:r>
            <a:br>
              <a:rPr lang="en-US" altLang="en-US"/>
            </a:br>
            <a:r>
              <a:rPr lang="en-US" altLang="en-US" sz="2400"/>
              <a:t>(for the AND logic function)</a:t>
            </a:r>
            <a:endParaRPr lang="en-US" altLang="en-US"/>
          </a:p>
        </p:txBody>
      </p:sp>
      <p:grpSp>
        <p:nvGrpSpPr>
          <p:cNvPr id="64514" name="Group 150">
            <a:extLst>
              <a:ext uri="{FF2B5EF4-FFF2-40B4-BE49-F238E27FC236}">
                <a16:creationId xmlns:a16="http://schemas.microsoft.com/office/drawing/2014/main" id="{E7EC637C-2CEA-4DF4-9455-D346EA7E2137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524000"/>
            <a:ext cx="7634288" cy="2452688"/>
            <a:chOff x="823912" y="2286000"/>
            <a:chExt cx="7634288" cy="2452687"/>
          </a:xfrm>
        </p:grpSpPr>
        <p:sp>
          <p:nvSpPr>
            <p:cNvPr id="64520" name="Rectangle 11">
              <a:extLst>
                <a:ext uri="{FF2B5EF4-FFF2-40B4-BE49-F238E27FC236}">
                  <a16:creationId xmlns:a16="http://schemas.microsoft.com/office/drawing/2014/main" id="{27BBF69D-FC55-48D7-A2E4-C13159B0B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2286000"/>
              <a:ext cx="7634288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4521" name="Picture 12">
              <a:extLst>
                <a:ext uri="{FF2B5EF4-FFF2-40B4-BE49-F238E27FC236}">
                  <a16:creationId xmlns:a16="http://schemas.microsoft.com/office/drawing/2014/main" id="{0A965FE8-40B7-4000-86A9-B2D27B182D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600" y="2513012"/>
              <a:ext cx="188912" cy="19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22" name="Picture 13">
              <a:extLst>
                <a:ext uri="{FF2B5EF4-FFF2-40B4-BE49-F238E27FC236}">
                  <a16:creationId xmlns:a16="http://schemas.microsoft.com/office/drawing/2014/main" id="{B95BDB27-79B9-4A3C-913A-3480EA3342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4625" y="2574925"/>
              <a:ext cx="1206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23" name="Picture 14">
              <a:extLst>
                <a:ext uri="{FF2B5EF4-FFF2-40B4-BE49-F238E27FC236}">
                  <a16:creationId xmlns:a16="http://schemas.microsoft.com/office/drawing/2014/main" id="{33E4F88F-F02F-40F8-B9BE-5CCEB2B8AF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975" y="2582862"/>
              <a:ext cx="179387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24" name="Rectangle 15">
              <a:extLst>
                <a:ext uri="{FF2B5EF4-FFF2-40B4-BE49-F238E27FC236}">
                  <a16:creationId xmlns:a16="http://schemas.microsoft.com/office/drawing/2014/main" id="{DADF43B6-2200-48C8-86BE-11D12B1F8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298700"/>
              <a:ext cx="12700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525" name="Rectangle 16">
              <a:extLst>
                <a:ext uri="{FF2B5EF4-FFF2-40B4-BE49-F238E27FC236}">
                  <a16:creationId xmlns:a16="http://schemas.microsoft.com/office/drawing/2014/main" id="{9C26F1E6-08AC-4851-B47C-76B5AADCC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298700"/>
              <a:ext cx="14287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526" name="Rectangle 17">
              <a:extLst>
                <a:ext uri="{FF2B5EF4-FFF2-40B4-BE49-F238E27FC236}">
                  <a16:creationId xmlns:a16="http://schemas.microsoft.com/office/drawing/2014/main" id="{0F460E7F-79ED-4A70-82EA-6EFF5F392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298700"/>
              <a:ext cx="12700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527" name="Rectangle 18">
              <a:extLst>
                <a:ext uri="{FF2B5EF4-FFF2-40B4-BE49-F238E27FC236}">
                  <a16:creationId xmlns:a16="http://schemas.microsoft.com/office/drawing/2014/main" id="{7ADBFD2E-FC71-455F-84AB-E90355D8B8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298700"/>
              <a:ext cx="15875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4528" name="Picture 19">
              <a:extLst>
                <a:ext uri="{FF2B5EF4-FFF2-40B4-BE49-F238E27FC236}">
                  <a16:creationId xmlns:a16="http://schemas.microsoft.com/office/drawing/2014/main" id="{92D2337B-6DD7-42EB-AFEF-77E5BE7373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062" y="2911475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29" name="Picture 20">
              <a:extLst>
                <a:ext uri="{FF2B5EF4-FFF2-40B4-BE49-F238E27FC236}">
                  <a16:creationId xmlns:a16="http://schemas.microsoft.com/office/drawing/2014/main" id="{63AB88F4-1849-40E8-8D96-45CEAC46EC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525" y="2909887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30" name="Picture 21">
              <a:extLst>
                <a:ext uri="{FF2B5EF4-FFF2-40B4-BE49-F238E27FC236}">
                  <a16:creationId xmlns:a16="http://schemas.microsoft.com/office/drawing/2014/main" id="{B397B751-4B69-4774-B154-8869BDD47E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6512" y="2911475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31" name="Picture 22">
              <a:extLst>
                <a:ext uri="{FF2B5EF4-FFF2-40B4-BE49-F238E27FC236}">
                  <a16:creationId xmlns:a16="http://schemas.microsoft.com/office/drawing/2014/main" id="{22185D21-583B-41A8-A987-3B8243C61E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2840037"/>
              <a:ext cx="130175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32" name="Picture 23">
              <a:extLst>
                <a:ext uri="{FF2B5EF4-FFF2-40B4-BE49-F238E27FC236}">
                  <a16:creationId xmlns:a16="http://schemas.microsoft.com/office/drawing/2014/main" id="{716C0675-0174-4E18-8967-83ACA6AF0F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7512" y="2906712"/>
              <a:ext cx="1063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33" name="Picture 24">
              <a:extLst>
                <a:ext uri="{FF2B5EF4-FFF2-40B4-BE49-F238E27FC236}">
                  <a16:creationId xmlns:a16="http://schemas.microsoft.com/office/drawing/2014/main" id="{8F11270F-E94B-42ED-AF3A-449A9F2EA5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8162" y="2911475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34" name="Rectangle 25">
              <a:extLst>
                <a:ext uri="{FF2B5EF4-FFF2-40B4-BE49-F238E27FC236}">
                  <a16:creationId xmlns:a16="http://schemas.microsoft.com/office/drawing/2014/main" id="{A2661A23-5C0F-4F75-B4D6-8ADD06F91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806700"/>
              <a:ext cx="12700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4535" name="Picture 26">
              <a:extLst>
                <a:ext uri="{FF2B5EF4-FFF2-40B4-BE49-F238E27FC236}">
                  <a16:creationId xmlns:a16="http://schemas.microsoft.com/office/drawing/2014/main" id="{871964A3-B343-4709-A421-B54F59362D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6024" y="2909887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36" name="Picture 27">
              <a:extLst>
                <a:ext uri="{FF2B5EF4-FFF2-40B4-BE49-F238E27FC236}">
                  <a16:creationId xmlns:a16="http://schemas.microsoft.com/office/drawing/2014/main" id="{146FD613-792F-4B09-8E5C-5CF5D369DA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124" y="2944812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37" name="Picture 28">
              <a:extLst>
                <a:ext uri="{FF2B5EF4-FFF2-40B4-BE49-F238E27FC236}">
                  <a16:creationId xmlns:a16="http://schemas.microsoft.com/office/drawing/2014/main" id="{C3DA064C-C3AD-4015-AE25-E30ABDD903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0387" y="2909887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38" name="Picture 29">
              <a:extLst>
                <a:ext uri="{FF2B5EF4-FFF2-40B4-BE49-F238E27FC236}">
                  <a16:creationId xmlns:a16="http://schemas.microsoft.com/office/drawing/2014/main" id="{BF0FD1B1-412B-488A-9169-A23A5875DA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9137" y="2944812"/>
              <a:ext cx="793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39" name="Rectangle 30">
              <a:extLst>
                <a:ext uri="{FF2B5EF4-FFF2-40B4-BE49-F238E27FC236}">
                  <a16:creationId xmlns:a16="http://schemas.microsoft.com/office/drawing/2014/main" id="{42E3A330-2F7B-4D7C-B5CD-1ABF84830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806700"/>
              <a:ext cx="14287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540" name="Rectangle 31">
              <a:extLst>
                <a:ext uri="{FF2B5EF4-FFF2-40B4-BE49-F238E27FC236}">
                  <a16:creationId xmlns:a16="http://schemas.microsoft.com/office/drawing/2014/main" id="{580D0955-EA8C-4D64-B42E-BC9D56181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806700"/>
              <a:ext cx="12700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4541" name="Picture 32">
              <a:extLst>
                <a:ext uri="{FF2B5EF4-FFF2-40B4-BE49-F238E27FC236}">
                  <a16:creationId xmlns:a16="http://schemas.microsoft.com/office/drawing/2014/main" id="{5CF37786-E2CE-413E-B21C-16CF27A8AA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3725" y="2844800"/>
              <a:ext cx="2286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42" name="Picture 33">
              <a:extLst>
                <a:ext uri="{FF2B5EF4-FFF2-40B4-BE49-F238E27FC236}">
                  <a16:creationId xmlns:a16="http://schemas.microsoft.com/office/drawing/2014/main" id="{2C775697-D419-4B29-A726-4C408BB4B2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2962" y="2847975"/>
              <a:ext cx="58738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43" name="Picture 34">
              <a:extLst>
                <a:ext uri="{FF2B5EF4-FFF2-40B4-BE49-F238E27FC236}">
                  <a16:creationId xmlns:a16="http://schemas.microsoft.com/office/drawing/2014/main" id="{F4FF3F56-C909-41BB-A1F2-1C60106535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9162" y="2911475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44" name="Picture 35">
              <a:extLst>
                <a:ext uri="{FF2B5EF4-FFF2-40B4-BE49-F238E27FC236}">
                  <a16:creationId xmlns:a16="http://schemas.microsoft.com/office/drawing/2014/main" id="{36C45F9C-4C54-4A73-9119-525DB367F0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0450" y="2863850"/>
              <a:ext cx="85725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45" name="Picture 36">
              <a:extLst>
                <a:ext uri="{FF2B5EF4-FFF2-40B4-BE49-F238E27FC236}">
                  <a16:creationId xmlns:a16="http://schemas.microsoft.com/office/drawing/2014/main" id="{F16C6FC5-AF1E-47F5-B13E-C4584D0166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1575" y="2906712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46" name="Picture 37">
              <a:extLst>
                <a:ext uri="{FF2B5EF4-FFF2-40B4-BE49-F238E27FC236}">
                  <a16:creationId xmlns:a16="http://schemas.microsoft.com/office/drawing/2014/main" id="{28A87F12-00A5-4719-BC50-F4AEF80449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2225" y="2911475"/>
              <a:ext cx="95250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47" name="Picture 38">
              <a:extLst>
                <a:ext uri="{FF2B5EF4-FFF2-40B4-BE49-F238E27FC236}">
                  <a16:creationId xmlns:a16="http://schemas.microsoft.com/office/drawing/2014/main" id="{B9D98E67-4FE8-4F41-A740-15C3CEA4D4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1762" y="2911475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48" name="Rectangle 39">
              <a:extLst>
                <a:ext uri="{FF2B5EF4-FFF2-40B4-BE49-F238E27FC236}">
                  <a16:creationId xmlns:a16="http://schemas.microsoft.com/office/drawing/2014/main" id="{A893DD1F-ACD1-4BE0-AF1B-008C091D9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806700"/>
              <a:ext cx="15875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549" name="Rectangle 47">
              <a:extLst>
                <a:ext uri="{FF2B5EF4-FFF2-40B4-BE49-F238E27FC236}">
                  <a16:creationId xmlns:a16="http://schemas.microsoft.com/office/drawing/2014/main" id="{48D7CD53-C71C-48BC-B71B-98A1C92B8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3222625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4550" name="Picture 48">
              <a:extLst>
                <a:ext uri="{FF2B5EF4-FFF2-40B4-BE49-F238E27FC236}">
                  <a16:creationId xmlns:a16="http://schemas.microsoft.com/office/drawing/2014/main" id="{8A50D157-3E59-4236-BF20-2383A93658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3452812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51" name="Rectangle 49">
              <a:extLst>
                <a:ext uri="{FF2B5EF4-FFF2-40B4-BE49-F238E27FC236}">
                  <a16:creationId xmlns:a16="http://schemas.microsoft.com/office/drawing/2014/main" id="{2A2443CC-336D-45BA-A35F-4EC762602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236912"/>
              <a:ext cx="12700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4552" name="Picture 50">
              <a:extLst>
                <a:ext uri="{FF2B5EF4-FFF2-40B4-BE49-F238E27FC236}">
                  <a16:creationId xmlns:a16="http://schemas.microsoft.com/office/drawing/2014/main" id="{CFE31ECF-EBA1-46D9-AC1E-3717692B16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3452812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53" name="Picture 51">
              <a:extLst>
                <a:ext uri="{FF2B5EF4-FFF2-40B4-BE49-F238E27FC236}">
                  <a16:creationId xmlns:a16="http://schemas.microsoft.com/office/drawing/2014/main" id="{47DAFA58-1811-42D9-A7DE-967A462A9E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1824" y="3452812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54" name="Rectangle 52">
              <a:extLst>
                <a:ext uri="{FF2B5EF4-FFF2-40B4-BE49-F238E27FC236}">
                  <a16:creationId xmlns:a16="http://schemas.microsoft.com/office/drawing/2014/main" id="{E5FEBE2D-FFC8-4E79-91CF-82EC37CC8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236912"/>
              <a:ext cx="14287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555" name="Rectangle 53">
              <a:extLst>
                <a:ext uri="{FF2B5EF4-FFF2-40B4-BE49-F238E27FC236}">
                  <a16:creationId xmlns:a16="http://schemas.microsoft.com/office/drawing/2014/main" id="{9936EC60-128C-4ABF-9B5A-63BA9EB4B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236912"/>
              <a:ext cx="12700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4556" name="Picture 54">
              <a:extLst>
                <a:ext uri="{FF2B5EF4-FFF2-40B4-BE49-F238E27FC236}">
                  <a16:creationId xmlns:a16="http://schemas.microsoft.com/office/drawing/2014/main" id="{9417EF02-92F3-4C34-84F6-A881B01D23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025" y="3514725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57" name="Picture 55">
              <a:extLst>
                <a:ext uri="{FF2B5EF4-FFF2-40B4-BE49-F238E27FC236}">
                  <a16:creationId xmlns:a16="http://schemas.microsoft.com/office/drawing/2014/main" id="{A723FEAF-7713-4756-B8CF-0D2FE72B2B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325" y="3552825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58" name="Picture 56">
              <a:extLst>
                <a:ext uri="{FF2B5EF4-FFF2-40B4-BE49-F238E27FC236}">
                  <a16:creationId xmlns:a16="http://schemas.microsoft.com/office/drawing/2014/main" id="{2317014A-C91F-404D-97AE-0C07717F5B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3533775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59" name="Rectangle 57">
              <a:extLst>
                <a:ext uri="{FF2B5EF4-FFF2-40B4-BE49-F238E27FC236}">
                  <a16:creationId xmlns:a16="http://schemas.microsoft.com/office/drawing/2014/main" id="{F5170970-E8CB-4890-ABA1-4F0FD052F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4575" y="3470275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4560" name="Picture 58">
              <a:extLst>
                <a:ext uri="{FF2B5EF4-FFF2-40B4-BE49-F238E27FC236}">
                  <a16:creationId xmlns:a16="http://schemas.microsoft.com/office/drawing/2014/main" id="{F4BB11A2-52F5-45A2-B63B-D091442E23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62" y="3514725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61" name="Picture 59">
              <a:extLst>
                <a:ext uri="{FF2B5EF4-FFF2-40B4-BE49-F238E27FC236}">
                  <a16:creationId xmlns:a16="http://schemas.microsoft.com/office/drawing/2014/main" id="{7D595AFF-A767-4B1A-B51B-C31DAC5643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962" y="3552825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62" name="Rectangle 60">
              <a:extLst>
                <a:ext uri="{FF2B5EF4-FFF2-40B4-BE49-F238E27FC236}">
                  <a16:creationId xmlns:a16="http://schemas.microsoft.com/office/drawing/2014/main" id="{7B105B7B-DC3E-4646-AC18-BC06E6422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0800" y="3470275"/>
              <a:ext cx="161925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4563" name="Picture 61">
              <a:extLst>
                <a:ext uri="{FF2B5EF4-FFF2-40B4-BE49-F238E27FC236}">
                  <a16:creationId xmlns:a16="http://schemas.microsoft.com/office/drawing/2014/main" id="{947E6ED3-9AB7-4688-B7E2-BAB4E79087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675" y="3514725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64" name="Picture 62">
              <a:extLst>
                <a:ext uri="{FF2B5EF4-FFF2-40B4-BE49-F238E27FC236}">
                  <a16:creationId xmlns:a16="http://schemas.microsoft.com/office/drawing/2014/main" id="{9E881A9B-CF17-4CF8-AAE0-0C78D2255E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8600" y="3552825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65" name="Rectangle 63">
              <a:extLst>
                <a:ext uri="{FF2B5EF4-FFF2-40B4-BE49-F238E27FC236}">
                  <a16:creationId xmlns:a16="http://schemas.microsoft.com/office/drawing/2014/main" id="{C17B2631-4059-4143-A2E1-D670A300B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236912"/>
              <a:ext cx="15875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4566" name="Picture 72">
              <a:extLst>
                <a:ext uri="{FF2B5EF4-FFF2-40B4-BE49-F238E27FC236}">
                  <a16:creationId xmlns:a16="http://schemas.microsoft.com/office/drawing/2014/main" id="{5119D920-440A-47FE-B5D8-E5C8979786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8112" y="378460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67" name="Rectangle 73">
              <a:extLst>
                <a:ext uri="{FF2B5EF4-FFF2-40B4-BE49-F238E27FC236}">
                  <a16:creationId xmlns:a16="http://schemas.microsoft.com/office/drawing/2014/main" id="{BB4BCBCE-FA5B-46E1-9155-CF97D4475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733800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4568" name="Picture 74">
              <a:extLst>
                <a:ext uri="{FF2B5EF4-FFF2-40B4-BE49-F238E27FC236}">
                  <a16:creationId xmlns:a16="http://schemas.microsoft.com/office/drawing/2014/main" id="{A4EE5A94-BA20-41A3-A606-72CB37ACE0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3784600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69" name="Picture 75">
              <a:extLst>
                <a:ext uri="{FF2B5EF4-FFF2-40B4-BE49-F238E27FC236}">
                  <a16:creationId xmlns:a16="http://schemas.microsoft.com/office/drawing/2014/main" id="{66D579C5-9397-41DF-AE5A-8DA13987E6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9124" y="4103687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70" name="Rectangle 76">
              <a:extLst>
                <a:ext uri="{FF2B5EF4-FFF2-40B4-BE49-F238E27FC236}">
                  <a16:creationId xmlns:a16="http://schemas.microsoft.com/office/drawing/2014/main" id="{B5A0FAD7-9CB9-45C3-B271-0CA0E9992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733800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571" name="Rectangle 77">
              <a:extLst>
                <a:ext uri="{FF2B5EF4-FFF2-40B4-BE49-F238E27FC236}">
                  <a16:creationId xmlns:a16="http://schemas.microsoft.com/office/drawing/2014/main" id="{18D1FA4C-8B04-4CC1-B2A3-52F3E892B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733800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4572" name="Picture 78">
              <a:extLst>
                <a:ext uri="{FF2B5EF4-FFF2-40B4-BE49-F238E27FC236}">
                  <a16:creationId xmlns:a16="http://schemas.microsoft.com/office/drawing/2014/main" id="{0CF7545B-619F-4A9C-8612-8CDF151BF0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025" y="3846512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73" name="Picture 79">
              <a:extLst>
                <a:ext uri="{FF2B5EF4-FFF2-40B4-BE49-F238E27FC236}">
                  <a16:creationId xmlns:a16="http://schemas.microsoft.com/office/drawing/2014/main" id="{3FFFBCD3-6760-4C1B-B12C-6E7EF53117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7850" y="3883025"/>
              <a:ext cx="682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74" name="Picture 80">
              <a:extLst>
                <a:ext uri="{FF2B5EF4-FFF2-40B4-BE49-F238E27FC236}">
                  <a16:creationId xmlns:a16="http://schemas.microsoft.com/office/drawing/2014/main" id="{45ED6D5E-DE97-4EA8-A21C-F8623CD791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3863975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75" name="Rectangle 81">
              <a:extLst>
                <a:ext uri="{FF2B5EF4-FFF2-40B4-BE49-F238E27FC236}">
                  <a16:creationId xmlns:a16="http://schemas.microsoft.com/office/drawing/2014/main" id="{C16BC910-8267-486F-82E7-801848D74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4575" y="3802062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4576" name="Picture 82">
              <a:extLst>
                <a:ext uri="{FF2B5EF4-FFF2-40B4-BE49-F238E27FC236}">
                  <a16:creationId xmlns:a16="http://schemas.microsoft.com/office/drawing/2014/main" id="{50DDCCF9-D55E-4D7E-9A7D-B4B695866E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62" y="3846512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77" name="Picture 83">
              <a:extLst>
                <a:ext uri="{FF2B5EF4-FFF2-40B4-BE49-F238E27FC236}">
                  <a16:creationId xmlns:a16="http://schemas.microsoft.com/office/drawing/2014/main" id="{F04FB7F5-B2C5-4D5F-A815-5517FACCF6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962" y="3883025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78" name="Picture 84">
              <a:extLst>
                <a:ext uri="{FF2B5EF4-FFF2-40B4-BE49-F238E27FC236}">
                  <a16:creationId xmlns:a16="http://schemas.microsoft.com/office/drawing/2014/main" id="{A1B415B5-59A9-409F-8264-9356D23349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675" y="3846512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79" name="Picture 85">
              <a:extLst>
                <a:ext uri="{FF2B5EF4-FFF2-40B4-BE49-F238E27FC236}">
                  <a16:creationId xmlns:a16="http://schemas.microsoft.com/office/drawing/2014/main" id="{970B3AFA-C58E-4D4B-B8B0-B19D329DFC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8600" y="3883025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80" name="Rectangle 86">
              <a:extLst>
                <a:ext uri="{FF2B5EF4-FFF2-40B4-BE49-F238E27FC236}">
                  <a16:creationId xmlns:a16="http://schemas.microsoft.com/office/drawing/2014/main" id="{EC90B469-6486-4D25-AA21-A4A810186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733800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4581" name="Picture 96">
              <a:extLst>
                <a:ext uri="{FF2B5EF4-FFF2-40B4-BE49-F238E27FC236}">
                  <a16:creationId xmlns:a16="http://schemas.microsoft.com/office/drawing/2014/main" id="{A7611513-4689-4E25-A8B6-5649C29B1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175" y="4111625"/>
              <a:ext cx="107950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82" name="Rectangle 97">
              <a:extLst>
                <a:ext uri="{FF2B5EF4-FFF2-40B4-BE49-F238E27FC236}">
                  <a16:creationId xmlns:a16="http://schemas.microsoft.com/office/drawing/2014/main" id="{BFC62868-2D91-46B5-9A6B-610F7F1D4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4064000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4583" name="Picture 98">
              <a:extLst>
                <a:ext uri="{FF2B5EF4-FFF2-40B4-BE49-F238E27FC236}">
                  <a16:creationId xmlns:a16="http://schemas.microsoft.com/office/drawing/2014/main" id="{9C2DB639-106D-4DE7-A8BE-32C6864A2B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3767137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84" name="Rectangle 99">
              <a:extLst>
                <a:ext uri="{FF2B5EF4-FFF2-40B4-BE49-F238E27FC236}">
                  <a16:creationId xmlns:a16="http://schemas.microsoft.com/office/drawing/2014/main" id="{8AC2DFAB-558C-4066-8306-7C1EBE226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4064000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585" name="Rectangle 100">
              <a:extLst>
                <a:ext uri="{FF2B5EF4-FFF2-40B4-BE49-F238E27FC236}">
                  <a16:creationId xmlns:a16="http://schemas.microsoft.com/office/drawing/2014/main" id="{8CDD71FD-2190-4D60-9492-2053DD7A7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4064000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4586" name="Picture 101">
              <a:extLst>
                <a:ext uri="{FF2B5EF4-FFF2-40B4-BE49-F238E27FC236}">
                  <a16:creationId xmlns:a16="http://schemas.microsoft.com/office/drawing/2014/main" id="{7F1A379E-7975-4BA7-8D2D-DD567E57D9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025" y="4175125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87" name="Picture 102">
              <a:extLst>
                <a:ext uri="{FF2B5EF4-FFF2-40B4-BE49-F238E27FC236}">
                  <a16:creationId xmlns:a16="http://schemas.microsoft.com/office/drawing/2014/main" id="{15B44AE2-6EFA-406E-A04C-2D7630F53F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1500" y="4210050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88" name="Picture 103">
              <a:extLst>
                <a:ext uri="{FF2B5EF4-FFF2-40B4-BE49-F238E27FC236}">
                  <a16:creationId xmlns:a16="http://schemas.microsoft.com/office/drawing/2014/main" id="{5595558D-E1E9-49FC-90A2-BF8423BA32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4191000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89" name="Picture 104">
              <a:extLst>
                <a:ext uri="{FF2B5EF4-FFF2-40B4-BE49-F238E27FC236}">
                  <a16:creationId xmlns:a16="http://schemas.microsoft.com/office/drawing/2014/main" id="{85D88775-EF65-4A66-8FFE-A4D8E276C5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62" y="4175125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90" name="Picture 105">
              <a:extLst>
                <a:ext uri="{FF2B5EF4-FFF2-40B4-BE49-F238E27FC236}">
                  <a16:creationId xmlns:a16="http://schemas.microsoft.com/office/drawing/2014/main" id="{2DF4B976-5A81-4BB4-82AA-A4F7A34A73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962" y="4210050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91" name="Picture 106">
              <a:extLst>
                <a:ext uri="{FF2B5EF4-FFF2-40B4-BE49-F238E27FC236}">
                  <a16:creationId xmlns:a16="http://schemas.microsoft.com/office/drawing/2014/main" id="{4472B50C-F03E-4FC5-8A16-8A8CE7CCC2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675" y="4175125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592" name="Picture 107">
              <a:extLst>
                <a:ext uri="{FF2B5EF4-FFF2-40B4-BE49-F238E27FC236}">
                  <a16:creationId xmlns:a16="http://schemas.microsoft.com/office/drawing/2014/main" id="{9F39F63A-D7F2-4C31-AE51-032F3CE339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5425" y="4210050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93" name="Rectangle 108">
              <a:extLst>
                <a:ext uri="{FF2B5EF4-FFF2-40B4-BE49-F238E27FC236}">
                  <a16:creationId xmlns:a16="http://schemas.microsoft.com/office/drawing/2014/main" id="{ADA81421-ACC5-44C8-97DA-E9DC1E7DAF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7312" y="4133850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594" name="Rectangle 109">
              <a:extLst>
                <a:ext uri="{FF2B5EF4-FFF2-40B4-BE49-F238E27FC236}">
                  <a16:creationId xmlns:a16="http://schemas.microsoft.com/office/drawing/2014/main" id="{127356F8-306E-43C3-8396-4FE37C3AF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4064000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4595" name="Picture 119">
              <a:extLst>
                <a:ext uri="{FF2B5EF4-FFF2-40B4-BE49-F238E27FC236}">
                  <a16:creationId xmlns:a16="http://schemas.microsoft.com/office/drawing/2014/main" id="{A26276D6-A8F5-4FF6-AA76-95082B3ACF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4441825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96" name="Rectangle 120">
              <a:extLst>
                <a:ext uri="{FF2B5EF4-FFF2-40B4-BE49-F238E27FC236}">
                  <a16:creationId xmlns:a16="http://schemas.microsoft.com/office/drawing/2014/main" id="{8D7BBAB9-2A95-4E74-B4B2-50AC19B37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4395787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4597" name="Picture 121">
              <a:extLst>
                <a:ext uri="{FF2B5EF4-FFF2-40B4-BE49-F238E27FC236}">
                  <a16:creationId xmlns:a16="http://schemas.microsoft.com/office/drawing/2014/main" id="{10211042-23AE-47CB-893C-9ED2B87998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4441825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598" name="Rectangle 122">
              <a:extLst>
                <a:ext uri="{FF2B5EF4-FFF2-40B4-BE49-F238E27FC236}">
                  <a16:creationId xmlns:a16="http://schemas.microsoft.com/office/drawing/2014/main" id="{B8B313E0-DA6D-43AB-B4E6-8F87D403A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4395787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599" name="Rectangle 123">
              <a:extLst>
                <a:ext uri="{FF2B5EF4-FFF2-40B4-BE49-F238E27FC236}">
                  <a16:creationId xmlns:a16="http://schemas.microsoft.com/office/drawing/2014/main" id="{958E82F1-D617-48B1-9C2F-BEC465FF17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4395787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4600" name="Picture 124">
              <a:extLst>
                <a:ext uri="{FF2B5EF4-FFF2-40B4-BE49-F238E27FC236}">
                  <a16:creationId xmlns:a16="http://schemas.microsoft.com/office/drawing/2014/main" id="{DAC9E30C-4CC2-43AA-A406-59854BEBF2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025" y="4505325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601" name="Picture 125">
              <a:extLst>
                <a:ext uri="{FF2B5EF4-FFF2-40B4-BE49-F238E27FC236}">
                  <a16:creationId xmlns:a16="http://schemas.microsoft.com/office/drawing/2014/main" id="{00B5F27E-F854-47AC-BDEA-1EAB2608B0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1500" y="4543425"/>
              <a:ext cx="80962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602" name="Picture 126">
              <a:extLst>
                <a:ext uri="{FF2B5EF4-FFF2-40B4-BE49-F238E27FC236}">
                  <a16:creationId xmlns:a16="http://schemas.microsoft.com/office/drawing/2014/main" id="{59152F1A-1B6B-4BFF-9BB2-A78B29588D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4522787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603" name="Picture 127">
              <a:extLst>
                <a:ext uri="{FF2B5EF4-FFF2-40B4-BE49-F238E27FC236}">
                  <a16:creationId xmlns:a16="http://schemas.microsoft.com/office/drawing/2014/main" id="{65054E38-576D-465B-94C2-E7095A2588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62" y="4505325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604" name="Picture 128">
              <a:extLst>
                <a:ext uri="{FF2B5EF4-FFF2-40B4-BE49-F238E27FC236}">
                  <a16:creationId xmlns:a16="http://schemas.microsoft.com/office/drawing/2014/main" id="{2D9A0CA6-1AED-42D0-952D-944C1E2FF9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962" y="4541837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605" name="Picture 129">
              <a:extLst>
                <a:ext uri="{FF2B5EF4-FFF2-40B4-BE49-F238E27FC236}">
                  <a16:creationId xmlns:a16="http://schemas.microsoft.com/office/drawing/2014/main" id="{38262207-2A00-4CD9-B861-8FD784DA5C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675" y="4505325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606" name="Picture 130">
              <a:extLst>
                <a:ext uri="{FF2B5EF4-FFF2-40B4-BE49-F238E27FC236}">
                  <a16:creationId xmlns:a16="http://schemas.microsoft.com/office/drawing/2014/main" id="{016F3AA3-347A-4249-8405-0FAF09D6B8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5425" y="4541837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607" name="Rectangle 131">
              <a:extLst>
                <a:ext uri="{FF2B5EF4-FFF2-40B4-BE49-F238E27FC236}">
                  <a16:creationId xmlns:a16="http://schemas.microsoft.com/office/drawing/2014/main" id="{C6ADBC57-A782-4794-A352-3804C5759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4395787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4608" name="Picture 142">
              <a:extLst>
                <a:ext uri="{FF2B5EF4-FFF2-40B4-BE49-F238E27FC236}">
                  <a16:creationId xmlns:a16="http://schemas.microsoft.com/office/drawing/2014/main" id="{C36ECD6F-DD43-4EBC-B0A3-A0D6653B99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4124324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609" name="Picture 143">
              <a:extLst>
                <a:ext uri="{FF2B5EF4-FFF2-40B4-BE49-F238E27FC236}">
                  <a16:creationId xmlns:a16="http://schemas.microsoft.com/office/drawing/2014/main" id="{47D5B543-D6B5-47F5-9239-D1531B29F7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4452937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610" name="Rectangle 144">
              <a:extLst>
                <a:ext uri="{FF2B5EF4-FFF2-40B4-BE49-F238E27FC236}">
                  <a16:creationId xmlns:a16="http://schemas.microsoft.com/office/drawing/2014/main" id="{E5EF6313-F615-4D3D-BFCB-5571515E5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4724400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4611" name="TextBox 145">
              <a:extLst>
                <a:ext uri="{FF2B5EF4-FFF2-40B4-BE49-F238E27FC236}">
                  <a16:creationId xmlns:a16="http://schemas.microsoft.com/office/drawing/2014/main" id="{650B864E-B437-4A93-A607-49181F7F33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0" y="2667000"/>
              <a:ext cx="12975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(x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, 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</a:t>
              </a:r>
            </a:p>
          </p:txBody>
        </p:sp>
        <p:pic>
          <p:nvPicPr>
            <p:cNvPr id="64612" name="Picture 148">
              <a:extLst>
                <a:ext uri="{FF2B5EF4-FFF2-40B4-BE49-F238E27FC236}">
                  <a16:creationId xmlns:a16="http://schemas.microsoft.com/office/drawing/2014/main" id="{DE38CA08-AFF7-4ADD-AA01-A0084C372D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4525" y="44196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4613" name="Picture 149">
              <a:extLst>
                <a:ext uri="{FF2B5EF4-FFF2-40B4-BE49-F238E27FC236}">
                  <a16:creationId xmlns:a16="http://schemas.microsoft.com/office/drawing/2014/main" id="{119349BB-0AE1-467D-AE26-0B83C86653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9920" y="4114800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4515" name="Picture 149">
            <a:extLst>
              <a:ext uri="{FF2B5EF4-FFF2-40B4-BE49-F238E27FC236}">
                <a16:creationId xmlns:a16="http://schemas.microsoft.com/office/drawing/2014/main" id="{324C18B5-0DEA-4ABB-9814-68EAA842A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0" y="3048000"/>
            <a:ext cx="11430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149">
            <a:extLst>
              <a:ext uri="{FF2B5EF4-FFF2-40B4-BE49-F238E27FC236}">
                <a16:creationId xmlns:a16="http://schemas.microsoft.com/office/drawing/2014/main" id="{78C2AC8B-7A42-49A9-BB48-371258A31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038" y="2743200"/>
            <a:ext cx="11430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7" name="Rectangle 147">
            <a:extLst>
              <a:ext uri="{FF2B5EF4-FFF2-40B4-BE49-F238E27FC236}">
                <a16:creationId xmlns:a16="http://schemas.microsoft.com/office/drawing/2014/main" id="{244C9470-2386-42D8-94D6-FF9944DA1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5575" y="3581400"/>
            <a:ext cx="3163888" cy="33655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4518" name="TextBox 145">
            <a:extLst>
              <a:ext uri="{FF2B5EF4-FFF2-40B4-BE49-F238E27FC236}">
                <a16:creationId xmlns:a16="http://schemas.microsoft.com/office/drawing/2014/main" id="{84E0B7E1-3596-45DC-ABE0-74618EB49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5" y="4665663"/>
            <a:ext cx="29146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 (x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 = m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= x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x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64519" name="TextBox 3">
            <a:extLst>
              <a:ext uri="{FF2B5EF4-FFF2-40B4-BE49-F238E27FC236}">
                <a16:creationId xmlns:a16="http://schemas.microsoft.com/office/drawing/2014/main" id="{D838538B-22E6-48C1-935E-479E3A3C4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6096000"/>
            <a:ext cx="8580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(In this case there is just one product and there is no need for a sum)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0FDE66F-E9B7-49DF-9B18-5116D09C010E}"/>
                  </a:ext>
                </a:extLst>
              </p14:cNvPr>
              <p14:cNvContentPartPr/>
              <p14:nvPr/>
            </p14:nvContentPartPr>
            <p14:xfrm>
              <a:off x="5101560" y="4910400"/>
              <a:ext cx="10080" cy="29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0FDE66F-E9B7-49DF-9B18-5116D09C010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092200" y="4901040"/>
                <a:ext cx="28800" cy="47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24846DCE-0655-B64C-9DFE-5669507992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895600"/>
            <a:ext cx="7924800" cy="1066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Another Example</a:t>
            </a:r>
            <a:endParaRPr lang="en-US" sz="2400" dirty="0"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id="{84344646-5D86-42F0-8F1A-050977DA9B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Sum-of-Products Form</a:t>
            </a:r>
          </a:p>
        </p:txBody>
      </p:sp>
      <p:grpSp>
        <p:nvGrpSpPr>
          <p:cNvPr id="66562" name="Group 150">
            <a:extLst>
              <a:ext uri="{FF2B5EF4-FFF2-40B4-BE49-F238E27FC236}">
                <a16:creationId xmlns:a16="http://schemas.microsoft.com/office/drawing/2014/main" id="{EE34C91C-68B7-442A-BAA5-AC84A38913DD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524000"/>
            <a:ext cx="7634288" cy="2452688"/>
            <a:chOff x="823912" y="2286000"/>
            <a:chExt cx="7634288" cy="2452687"/>
          </a:xfrm>
        </p:grpSpPr>
        <p:sp>
          <p:nvSpPr>
            <p:cNvPr id="66563" name="Rectangle 11">
              <a:extLst>
                <a:ext uri="{FF2B5EF4-FFF2-40B4-BE49-F238E27FC236}">
                  <a16:creationId xmlns:a16="http://schemas.microsoft.com/office/drawing/2014/main" id="{173ED4B1-8149-4995-BADA-D39DFB63A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2286000"/>
              <a:ext cx="7634288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6564" name="Picture 12">
              <a:extLst>
                <a:ext uri="{FF2B5EF4-FFF2-40B4-BE49-F238E27FC236}">
                  <a16:creationId xmlns:a16="http://schemas.microsoft.com/office/drawing/2014/main" id="{3701921D-A395-4B79-BB8C-1BF4D40C58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600" y="2513012"/>
              <a:ext cx="188912" cy="19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65" name="Picture 13">
              <a:extLst>
                <a:ext uri="{FF2B5EF4-FFF2-40B4-BE49-F238E27FC236}">
                  <a16:creationId xmlns:a16="http://schemas.microsoft.com/office/drawing/2014/main" id="{32280DD5-6581-41B0-98C0-20FF364952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4625" y="2574925"/>
              <a:ext cx="1206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66" name="Picture 14">
              <a:extLst>
                <a:ext uri="{FF2B5EF4-FFF2-40B4-BE49-F238E27FC236}">
                  <a16:creationId xmlns:a16="http://schemas.microsoft.com/office/drawing/2014/main" id="{F4F0F613-45D4-4984-A70C-86F732EB7D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975" y="2582862"/>
              <a:ext cx="179387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567" name="Rectangle 15">
              <a:extLst>
                <a:ext uri="{FF2B5EF4-FFF2-40B4-BE49-F238E27FC236}">
                  <a16:creationId xmlns:a16="http://schemas.microsoft.com/office/drawing/2014/main" id="{A069562B-8464-4E05-8960-4976161CF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298700"/>
              <a:ext cx="12700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68" name="Rectangle 16">
              <a:extLst>
                <a:ext uri="{FF2B5EF4-FFF2-40B4-BE49-F238E27FC236}">
                  <a16:creationId xmlns:a16="http://schemas.microsoft.com/office/drawing/2014/main" id="{4E0E4465-8371-474E-8364-67D5EDB3F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298700"/>
              <a:ext cx="14287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69" name="Rectangle 17">
              <a:extLst>
                <a:ext uri="{FF2B5EF4-FFF2-40B4-BE49-F238E27FC236}">
                  <a16:creationId xmlns:a16="http://schemas.microsoft.com/office/drawing/2014/main" id="{0BE714D3-16B1-44A1-A064-AACF7BA81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298700"/>
              <a:ext cx="12700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70" name="Rectangle 18">
              <a:extLst>
                <a:ext uri="{FF2B5EF4-FFF2-40B4-BE49-F238E27FC236}">
                  <a16:creationId xmlns:a16="http://schemas.microsoft.com/office/drawing/2014/main" id="{D7620618-6B56-4F49-B794-E6FFF6DAC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298700"/>
              <a:ext cx="15875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6571" name="Picture 19">
              <a:extLst>
                <a:ext uri="{FF2B5EF4-FFF2-40B4-BE49-F238E27FC236}">
                  <a16:creationId xmlns:a16="http://schemas.microsoft.com/office/drawing/2014/main" id="{E65872D7-E422-44A2-B3A6-35FAC7FB33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062" y="2911475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72" name="Picture 20">
              <a:extLst>
                <a:ext uri="{FF2B5EF4-FFF2-40B4-BE49-F238E27FC236}">
                  <a16:creationId xmlns:a16="http://schemas.microsoft.com/office/drawing/2014/main" id="{30626677-5F48-4729-94BA-21CAA4D297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525" y="2909887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73" name="Picture 21">
              <a:extLst>
                <a:ext uri="{FF2B5EF4-FFF2-40B4-BE49-F238E27FC236}">
                  <a16:creationId xmlns:a16="http://schemas.microsoft.com/office/drawing/2014/main" id="{DBAA4135-6807-4E14-9D00-1BC3B0F772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6512" y="2911475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74" name="Picture 22">
              <a:extLst>
                <a:ext uri="{FF2B5EF4-FFF2-40B4-BE49-F238E27FC236}">
                  <a16:creationId xmlns:a16="http://schemas.microsoft.com/office/drawing/2014/main" id="{37B0554C-4A8E-492C-893E-5156FCB1F4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2840037"/>
              <a:ext cx="130175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75" name="Picture 23">
              <a:extLst>
                <a:ext uri="{FF2B5EF4-FFF2-40B4-BE49-F238E27FC236}">
                  <a16:creationId xmlns:a16="http://schemas.microsoft.com/office/drawing/2014/main" id="{41FBB795-0694-4A25-9EAC-D5017A3EFC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7512" y="2906712"/>
              <a:ext cx="1063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76" name="Picture 24">
              <a:extLst>
                <a:ext uri="{FF2B5EF4-FFF2-40B4-BE49-F238E27FC236}">
                  <a16:creationId xmlns:a16="http://schemas.microsoft.com/office/drawing/2014/main" id="{89FAECF1-312A-44F7-B1D5-A1B9CBB219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8162" y="2911475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577" name="Rectangle 25">
              <a:extLst>
                <a:ext uri="{FF2B5EF4-FFF2-40B4-BE49-F238E27FC236}">
                  <a16:creationId xmlns:a16="http://schemas.microsoft.com/office/drawing/2014/main" id="{55C55B45-7066-4DAD-8CD6-1321FC6E9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806700"/>
              <a:ext cx="12700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6578" name="Picture 26">
              <a:extLst>
                <a:ext uri="{FF2B5EF4-FFF2-40B4-BE49-F238E27FC236}">
                  <a16:creationId xmlns:a16="http://schemas.microsoft.com/office/drawing/2014/main" id="{F3CD863B-0059-4329-9DAD-E768344AC8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6024" y="2909887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79" name="Picture 27">
              <a:extLst>
                <a:ext uri="{FF2B5EF4-FFF2-40B4-BE49-F238E27FC236}">
                  <a16:creationId xmlns:a16="http://schemas.microsoft.com/office/drawing/2014/main" id="{31E2B809-E00C-41C5-A8D2-14C1929693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124" y="2944812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80" name="Picture 28">
              <a:extLst>
                <a:ext uri="{FF2B5EF4-FFF2-40B4-BE49-F238E27FC236}">
                  <a16:creationId xmlns:a16="http://schemas.microsoft.com/office/drawing/2014/main" id="{E27B0719-898D-4332-A2BE-A241EFABF6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0387" y="2909887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81" name="Picture 29">
              <a:extLst>
                <a:ext uri="{FF2B5EF4-FFF2-40B4-BE49-F238E27FC236}">
                  <a16:creationId xmlns:a16="http://schemas.microsoft.com/office/drawing/2014/main" id="{15FC0009-1CE1-4C25-B517-82D7578C8A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9137" y="2944812"/>
              <a:ext cx="793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582" name="Rectangle 30">
              <a:extLst>
                <a:ext uri="{FF2B5EF4-FFF2-40B4-BE49-F238E27FC236}">
                  <a16:creationId xmlns:a16="http://schemas.microsoft.com/office/drawing/2014/main" id="{85D2090A-D390-4841-9FD0-F0ADE1CB0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806700"/>
              <a:ext cx="14287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83" name="Rectangle 31">
              <a:extLst>
                <a:ext uri="{FF2B5EF4-FFF2-40B4-BE49-F238E27FC236}">
                  <a16:creationId xmlns:a16="http://schemas.microsoft.com/office/drawing/2014/main" id="{F6BBD6BA-2033-42B2-A042-54735358C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806700"/>
              <a:ext cx="12700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6584" name="Picture 32">
              <a:extLst>
                <a:ext uri="{FF2B5EF4-FFF2-40B4-BE49-F238E27FC236}">
                  <a16:creationId xmlns:a16="http://schemas.microsoft.com/office/drawing/2014/main" id="{943BDC06-0903-4C33-9F30-119591A454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3725" y="2844800"/>
              <a:ext cx="2286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85" name="Picture 33">
              <a:extLst>
                <a:ext uri="{FF2B5EF4-FFF2-40B4-BE49-F238E27FC236}">
                  <a16:creationId xmlns:a16="http://schemas.microsoft.com/office/drawing/2014/main" id="{801345A5-7C26-4E5F-8A84-BC41278AB1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2962" y="2847975"/>
              <a:ext cx="58738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86" name="Picture 34">
              <a:extLst>
                <a:ext uri="{FF2B5EF4-FFF2-40B4-BE49-F238E27FC236}">
                  <a16:creationId xmlns:a16="http://schemas.microsoft.com/office/drawing/2014/main" id="{3CEB8AEA-08BB-4EA9-817C-6B516C56F5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9162" y="2911475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87" name="Picture 35">
              <a:extLst>
                <a:ext uri="{FF2B5EF4-FFF2-40B4-BE49-F238E27FC236}">
                  <a16:creationId xmlns:a16="http://schemas.microsoft.com/office/drawing/2014/main" id="{7833C4A0-9CDF-417E-874A-EF626BCF0E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0450" y="2863850"/>
              <a:ext cx="85725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88" name="Picture 36">
              <a:extLst>
                <a:ext uri="{FF2B5EF4-FFF2-40B4-BE49-F238E27FC236}">
                  <a16:creationId xmlns:a16="http://schemas.microsoft.com/office/drawing/2014/main" id="{2C28FD69-89F6-4B4B-BCF7-6CB293EDEC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1575" y="2906712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89" name="Picture 37">
              <a:extLst>
                <a:ext uri="{FF2B5EF4-FFF2-40B4-BE49-F238E27FC236}">
                  <a16:creationId xmlns:a16="http://schemas.microsoft.com/office/drawing/2014/main" id="{14A9AC7F-926D-492F-BA11-5FBBD3F9F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2225" y="2911475"/>
              <a:ext cx="95250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90" name="Picture 38">
              <a:extLst>
                <a:ext uri="{FF2B5EF4-FFF2-40B4-BE49-F238E27FC236}">
                  <a16:creationId xmlns:a16="http://schemas.microsoft.com/office/drawing/2014/main" id="{A688DDE1-7DCD-4770-BDC7-2B62571D19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1762" y="2911475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591" name="Rectangle 39">
              <a:extLst>
                <a:ext uri="{FF2B5EF4-FFF2-40B4-BE49-F238E27FC236}">
                  <a16:creationId xmlns:a16="http://schemas.microsoft.com/office/drawing/2014/main" id="{6D51007C-CCF7-41F4-94DB-DE2380740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806700"/>
              <a:ext cx="15875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92" name="Rectangle 47">
              <a:extLst>
                <a:ext uri="{FF2B5EF4-FFF2-40B4-BE49-F238E27FC236}">
                  <a16:creationId xmlns:a16="http://schemas.microsoft.com/office/drawing/2014/main" id="{94C1273E-2F2A-4D91-9DBE-29F8A1766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3222625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6593" name="Picture 48">
              <a:extLst>
                <a:ext uri="{FF2B5EF4-FFF2-40B4-BE49-F238E27FC236}">
                  <a16:creationId xmlns:a16="http://schemas.microsoft.com/office/drawing/2014/main" id="{7D1D1FF4-8C01-4D6B-B175-E024BD37CF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3452812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594" name="Rectangle 49">
              <a:extLst>
                <a:ext uri="{FF2B5EF4-FFF2-40B4-BE49-F238E27FC236}">
                  <a16:creationId xmlns:a16="http://schemas.microsoft.com/office/drawing/2014/main" id="{B7895B09-F50B-40E0-8301-8AF47DB59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236912"/>
              <a:ext cx="12700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6595" name="Picture 50">
              <a:extLst>
                <a:ext uri="{FF2B5EF4-FFF2-40B4-BE49-F238E27FC236}">
                  <a16:creationId xmlns:a16="http://schemas.microsoft.com/office/drawing/2014/main" id="{4DB6662A-B7FF-4C4D-901E-BE7747C572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3452812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96" name="Picture 51">
              <a:extLst>
                <a:ext uri="{FF2B5EF4-FFF2-40B4-BE49-F238E27FC236}">
                  <a16:creationId xmlns:a16="http://schemas.microsoft.com/office/drawing/2014/main" id="{5D931460-0955-40C7-8C0B-506266368F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1824" y="3452812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597" name="Rectangle 52">
              <a:extLst>
                <a:ext uri="{FF2B5EF4-FFF2-40B4-BE49-F238E27FC236}">
                  <a16:creationId xmlns:a16="http://schemas.microsoft.com/office/drawing/2014/main" id="{3CD9A451-C444-4847-B731-3327BC820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236912"/>
              <a:ext cx="14287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598" name="Rectangle 53">
              <a:extLst>
                <a:ext uri="{FF2B5EF4-FFF2-40B4-BE49-F238E27FC236}">
                  <a16:creationId xmlns:a16="http://schemas.microsoft.com/office/drawing/2014/main" id="{EEA3A9B5-EBDC-4A3F-AC50-C274C3077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236912"/>
              <a:ext cx="12700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6599" name="Picture 54">
              <a:extLst>
                <a:ext uri="{FF2B5EF4-FFF2-40B4-BE49-F238E27FC236}">
                  <a16:creationId xmlns:a16="http://schemas.microsoft.com/office/drawing/2014/main" id="{F9B45EF8-0395-4BF5-A775-61BE94257F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025" y="3514725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00" name="Picture 55">
              <a:extLst>
                <a:ext uri="{FF2B5EF4-FFF2-40B4-BE49-F238E27FC236}">
                  <a16:creationId xmlns:a16="http://schemas.microsoft.com/office/drawing/2014/main" id="{B899EE53-FA68-4E64-A2D3-B567E0B9E9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325" y="3552825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01" name="Picture 56">
              <a:extLst>
                <a:ext uri="{FF2B5EF4-FFF2-40B4-BE49-F238E27FC236}">
                  <a16:creationId xmlns:a16="http://schemas.microsoft.com/office/drawing/2014/main" id="{045252D4-5FC4-42DD-9127-4ABBF7F5FC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3533775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602" name="Rectangle 57">
              <a:extLst>
                <a:ext uri="{FF2B5EF4-FFF2-40B4-BE49-F238E27FC236}">
                  <a16:creationId xmlns:a16="http://schemas.microsoft.com/office/drawing/2014/main" id="{15DBD550-DB62-4D87-A92F-1F57D68EF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4575" y="3470275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6603" name="Picture 58">
              <a:extLst>
                <a:ext uri="{FF2B5EF4-FFF2-40B4-BE49-F238E27FC236}">
                  <a16:creationId xmlns:a16="http://schemas.microsoft.com/office/drawing/2014/main" id="{D6B9BDE0-29BB-4351-878A-6DF650EFE5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62" y="3514725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04" name="Picture 59">
              <a:extLst>
                <a:ext uri="{FF2B5EF4-FFF2-40B4-BE49-F238E27FC236}">
                  <a16:creationId xmlns:a16="http://schemas.microsoft.com/office/drawing/2014/main" id="{F73227C9-E100-46A8-A3F3-149397B4F4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962" y="3552825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605" name="Rectangle 60">
              <a:extLst>
                <a:ext uri="{FF2B5EF4-FFF2-40B4-BE49-F238E27FC236}">
                  <a16:creationId xmlns:a16="http://schemas.microsoft.com/office/drawing/2014/main" id="{E1D63828-76F0-40F6-A228-C3F353959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0800" y="3470275"/>
              <a:ext cx="161925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6606" name="Picture 61">
              <a:extLst>
                <a:ext uri="{FF2B5EF4-FFF2-40B4-BE49-F238E27FC236}">
                  <a16:creationId xmlns:a16="http://schemas.microsoft.com/office/drawing/2014/main" id="{640C0029-F8CE-4E32-8DFE-A22EB2B5BB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675" y="3514725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07" name="Picture 62">
              <a:extLst>
                <a:ext uri="{FF2B5EF4-FFF2-40B4-BE49-F238E27FC236}">
                  <a16:creationId xmlns:a16="http://schemas.microsoft.com/office/drawing/2014/main" id="{E308BC5F-749D-48F2-AE19-12B3DB64F3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8600" y="3552825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608" name="Rectangle 63">
              <a:extLst>
                <a:ext uri="{FF2B5EF4-FFF2-40B4-BE49-F238E27FC236}">
                  <a16:creationId xmlns:a16="http://schemas.microsoft.com/office/drawing/2014/main" id="{48F8D945-1858-42EA-91E2-37F282150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236912"/>
              <a:ext cx="15875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6609" name="Picture 72">
              <a:extLst>
                <a:ext uri="{FF2B5EF4-FFF2-40B4-BE49-F238E27FC236}">
                  <a16:creationId xmlns:a16="http://schemas.microsoft.com/office/drawing/2014/main" id="{9FE6614C-73B5-4CB6-946C-5E356A520D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8112" y="378460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610" name="Rectangle 73">
              <a:extLst>
                <a:ext uri="{FF2B5EF4-FFF2-40B4-BE49-F238E27FC236}">
                  <a16:creationId xmlns:a16="http://schemas.microsoft.com/office/drawing/2014/main" id="{7ACD270F-B672-4C0B-83BD-AF8A4463F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733800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6611" name="Picture 74">
              <a:extLst>
                <a:ext uri="{FF2B5EF4-FFF2-40B4-BE49-F238E27FC236}">
                  <a16:creationId xmlns:a16="http://schemas.microsoft.com/office/drawing/2014/main" id="{FC2BE7BF-FBB9-42A8-AC7C-3FD030FD18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3784600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12" name="Picture 75">
              <a:extLst>
                <a:ext uri="{FF2B5EF4-FFF2-40B4-BE49-F238E27FC236}">
                  <a16:creationId xmlns:a16="http://schemas.microsoft.com/office/drawing/2014/main" id="{26636C6F-E9A7-4B4A-9C3E-C41BD9EB5C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9124" y="4103687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613" name="Rectangle 76">
              <a:extLst>
                <a:ext uri="{FF2B5EF4-FFF2-40B4-BE49-F238E27FC236}">
                  <a16:creationId xmlns:a16="http://schemas.microsoft.com/office/drawing/2014/main" id="{18CAAB1D-D0D6-4BCE-ABDD-1515CC1941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733800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614" name="Rectangle 77">
              <a:extLst>
                <a:ext uri="{FF2B5EF4-FFF2-40B4-BE49-F238E27FC236}">
                  <a16:creationId xmlns:a16="http://schemas.microsoft.com/office/drawing/2014/main" id="{3D78D95C-75B4-47CC-996C-D28647932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733800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6615" name="Picture 78">
              <a:extLst>
                <a:ext uri="{FF2B5EF4-FFF2-40B4-BE49-F238E27FC236}">
                  <a16:creationId xmlns:a16="http://schemas.microsoft.com/office/drawing/2014/main" id="{FAFF01B7-7120-4B21-95F9-B9BDB4288F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025" y="3846512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16" name="Picture 79">
              <a:extLst>
                <a:ext uri="{FF2B5EF4-FFF2-40B4-BE49-F238E27FC236}">
                  <a16:creationId xmlns:a16="http://schemas.microsoft.com/office/drawing/2014/main" id="{86D0D292-A81A-4CBF-8240-3B859CF79B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7850" y="3883025"/>
              <a:ext cx="682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17" name="Picture 80">
              <a:extLst>
                <a:ext uri="{FF2B5EF4-FFF2-40B4-BE49-F238E27FC236}">
                  <a16:creationId xmlns:a16="http://schemas.microsoft.com/office/drawing/2014/main" id="{ECB18ECA-8D6C-431E-A103-30FB70D95D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3863975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618" name="Rectangle 81">
              <a:extLst>
                <a:ext uri="{FF2B5EF4-FFF2-40B4-BE49-F238E27FC236}">
                  <a16:creationId xmlns:a16="http://schemas.microsoft.com/office/drawing/2014/main" id="{C8603491-4B89-4CF0-A63C-BFCB91DD07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4575" y="3802062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6619" name="Picture 82">
              <a:extLst>
                <a:ext uri="{FF2B5EF4-FFF2-40B4-BE49-F238E27FC236}">
                  <a16:creationId xmlns:a16="http://schemas.microsoft.com/office/drawing/2014/main" id="{00A18C0B-CDDA-443B-B5ED-9496A6C258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62" y="3846512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20" name="Picture 83">
              <a:extLst>
                <a:ext uri="{FF2B5EF4-FFF2-40B4-BE49-F238E27FC236}">
                  <a16:creationId xmlns:a16="http://schemas.microsoft.com/office/drawing/2014/main" id="{77EAB5C5-7BC6-4D6C-870D-AE43FFCD1F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962" y="3883025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21" name="Picture 84">
              <a:extLst>
                <a:ext uri="{FF2B5EF4-FFF2-40B4-BE49-F238E27FC236}">
                  <a16:creationId xmlns:a16="http://schemas.microsoft.com/office/drawing/2014/main" id="{9A1E4CFA-EFC8-4180-8F41-C2888624B9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675" y="3846512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22" name="Picture 85">
              <a:extLst>
                <a:ext uri="{FF2B5EF4-FFF2-40B4-BE49-F238E27FC236}">
                  <a16:creationId xmlns:a16="http://schemas.microsoft.com/office/drawing/2014/main" id="{A66CBD3C-7E1C-4214-AE34-E933F6ED79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8600" y="3883025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623" name="Rectangle 86">
              <a:extLst>
                <a:ext uri="{FF2B5EF4-FFF2-40B4-BE49-F238E27FC236}">
                  <a16:creationId xmlns:a16="http://schemas.microsoft.com/office/drawing/2014/main" id="{DE672E8A-61FD-4194-8092-A4AAD4121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733800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6624" name="Picture 96">
              <a:extLst>
                <a:ext uri="{FF2B5EF4-FFF2-40B4-BE49-F238E27FC236}">
                  <a16:creationId xmlns:a16="http://schemas.microsoft.com/office/drawing/2014/main" id="{EB5DB963-E56D-4504-888C-51555BD89A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175" y="4111625"/>
              <a:ext cx="107950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625" name="Rectangle 97">
              <a:extLst>
                <a:ext uri="{FF2B5EF4-FFF2-40B4-BE49-F238E27FC236}">
                  <a16:creationId xmlns:a16="http://schemas.microsoft.com/office/drawing/2014/main" id="{8C3D73D6-7754-4C4A-BDED-B1B6997EF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4064000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6626" name="Picture 98">
              <a:extLst>
                <a:ext uri="{FF2B5EF4-FFF2-40B4-BE49-F238E27FC236}">
                  <a16:creationId xmlns:a16="http://schemas.microsoft.com/office/drawing/2014/main" id="{A06989A8-2B57-4001-A322-57FBF05F40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3767137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627" name="Rectangle 99">
              <a:extLst>
                <a:ext uri="{FF2B5EF4-FFF2-40B4-BE49-F238E27FC236}">
                  <a16:creationId xmlns:a16="http://schemas.microsoft.com/office/drawing/2014/main" id="{622E372D-BD8D-499E-BC13-461001E91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4064000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628" name="Rectangle 100">
              <a:extLst>
                <a:ext uri="{FF2B5EF4-FFF2-40B4-BE49-F238E27FC236}">
                  <a16:creationId xmlns:a16="http://schemas.microsoft.com/office/drawing/2014/main" id="{F95D91E8-40C2-4772-9823-FAA78F536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4064000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6629" name="Picture 101">
              <a:extLst>
                <a:ext uri="{FF2B5EF4-FFF2-40B4-BE49-F238E27FC236}">
                  <a16:creationId xmlns:a16="http://schemas.microsoft.com/office/drawing/2014/main" id="{09EDE9FA-C99F-4CF9-AD5B-0DE2F7E976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025" y="4175125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30" name="Picture 102">
              <a:extLst>
                <a:ext uri="{FF2B5EF4-FFF2-40B4-BE49-F238E27FC236}">
                  <a16:creationId xmlns:a16="http://schemas.microsoft.com/office/drawing/2014/main" id="{D3E380CD-DB5A-4540-BC50-5469B3763B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1500" y="4210050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31" name="Picture 103">
              <a:extLst>
                <a:ext uri="{FF2B5EF4-FFF2-40B4-BE49-F238E27FC236}">
                  <a16:creationId xmlns:a16="http://schemas.microsoft.com/office/drawing/2014/main" id="{AC4108BA-FA0B-4652-8E09-B4F978C783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4191000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32" name="Picture 104">
              <a:extLst>
                <a:ext uri="{FF2B5EF4-FFF2-40B4-BE49-F238E27FC236}">
                  <a16:creationId xmlns:a16="http://schemas.microsoft.com/office/drawing/2014/main" id="{9B17EE7A-B63A-4695-854C-2DCD536677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62" y="4175125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33" name="Picture 105">
              <a:extLst>
                <a:ext uri="{FF2B5EF4-FFF2-40B4-BE49-F238E27FC236}">
                  <a16:creationId xmlns:a16="http://schemas.microsoft.com/office/drawing/2014/main" id="{29E7963C-1CAE-4B14-A476-DAC8585137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962" y="4210050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34" name="Picture 106">
              <a:extLst>
                <a:ext uri="{FF2B5EF4-FFF2-40B4-BE49-F238E27FC236}">
                  <a16:creationId xmlns:a16="http://schemas.microsoft.com/office/drawing/2014/main" id="{D1E5E30A-D268-4F81-B74C-410FA19212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675" y="4175125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35" name="Picture 107">
              <a:extLst>
                <a:ext uri="{FF2B5EF4-FFF2-40B4-BE49-F238E27FC236}">
                  <a16:creationId xmlns:a16="http://schemas.microsoft.com/office/drawing/2014/main" id="{458B9EA3-A906-4AB4-AFD7-4524C8E001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5425" y="4210050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636" name="Rectangle 108">
              <a:extLst>
                <a:ext uri="{FF2B5EF4-FFF2-40B4-BE49-F238E27FC236}">
                  <a16:creationId xmlns:a16="http://schemas.microsoft.com/office/drawing/2014/main" id="{338CAF9D-8AC2-4081-A4E9-756791756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7312" y="4133850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637" name="Rectangle 109">
              <a:extLst>
                <a:ext uri="{FF2B5EF4-FFF2-40B4-BE49-F238E27FC236}">
                  <a16:creationId xmlns:a16="http://schemas.microsoft.com/office/drawing/2014/main" id="{DC1A9B3F-0BDF-46EE-A01E-39EE35596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4064000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6638" name="Picture 119">
              <a:extLst>
                <a:ext uri="{FF2B5EF4-FFF2-40B4-BE49-F238E27FC236}">
                  <a16:creationId xmlns:a16="http://schemas.microsoft.com/office/drawing/2014/main" id="{98EC675B-5E19-4271-9741-C96A03C4F9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4441825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639" name="Rectangle 120">
              <a:extLst>
                <a:ext uri="{FF2B5EF4-FFF2-40B4-BE49-F238E27FC236}">
                  <a16:creationId xmlns:a16="http://schemas.microsoft.com/office/drawing/2014/main" id="{2BC043A9-3D27-44B9-96BA-DCF4C7858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4395787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6640" name="Picture 121">
              <a:extLst>
                <a:ext uri="{FF2B5EF4-FFF2-40B4-BE49-F238E27FC236}">
                  <a16:creationId xmlns:a16="http://schemas.microsoft.com/office/drawing/2014/main" id="{832C75C6-8DFC-4686-92AE-389ACA0B09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4441825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641" name="Rectangle 122">
              <a:extLst>
                <a:ext uri="{FF2B5EF4-FFF2-40B4-BE49-F238E27FC236}">
                  <a16:creationId xmlns:a16="http://schemas.microsoft.com/office/drawing/2014/main" id="{A75982C8-473A-428B-8140-3834EF92D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4395787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642" name="Rectangle 123">
              <a:extLst>
                <a:ext uri="{FF2B5EF4-FFF2-40B4-BE49-F238E27FC236}">
                  <a16:creationId xmlns:a16="http://schemas.microsoft.com/office/drawing/2014/main" id="{BB65A588-4064-4D5C-98EF-F8F93B311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4395787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6643" name="Picture 124">
              <a:extLst>
                <a:ext uri="{FF2B5EF4-FFF2-40B4-BE49-F238E27FC236}">
                  <a16:creationId xmlns:a16="http://schemas.microsoft.com/office/drawing/2014/main" id="{8F540979-7D1C-4000-9964-C3B0389840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025" y="4505325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44" name="Picture 125">
              <a:extLst>
                <a:ext uri="{FF2B5EF4-FFF2-40B4-BE49-F238E27FC236}">
                  <a16:creationId xmlns:a16="http://schemas.microsoft.com/office/drawing/2014/main" id="{74255CF5-C9A1-4A84-BE58-1CCCBC4EF8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1500" y="4543425"/>
              <a:ext cx="80962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45" name="Picture 126">
              <a:extLst>
                <a:ext uri="{FF2B5EF4-FFF2-40B4-BE49-F238E27FC236}">
                  <a16:creationId xmlns:a16="http://schemas.microsoft.com/office/drawing/2014/main" id="{1F40AB0D-EBED-4317-93C4-5326A51DC0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4522787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46" name="Picture 127">
              <a:extLst>
                <a:ext uri="{FF2B5EF4-FFF2-40B4-BE49-F238E27FC236}">
                  <a16:creationId xmlns:a16="http://schemas.microsoft.com/office/drawing/2014/main" id="{771D9D24-D210-4261-BE8B-16F41FB4FD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62" y="4505325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47" name="Picture 128">
              <a:extLst>
                <a:ext uri="{FF2B5EF4-FFF2-40B4-BE49-F238E27FC236}">
                  <a16:creationId xmlns:a16="http://schemas.microsoft.com/office/drawing/2014/main" id="{648552A5-D372-4A94-9BF6-A9E1CABBD5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962" y="4541837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48" name="Picture 129">
              <a:extLst>
                <a:ext uri="{FF2B5EF4-FFF2-40B4-BE49-F238E27FC236}">
                  <a16:creationId xmlns:a16="http://schemas.microsoft.com/office/drawing/2014/main" id="{9ADCE741-28D5-4C89-B608-CD72ADDE1B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675" y="4505325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49" name="Picture 130">
              <a:extLst>
                <a:ext uri="{FF2B5EF4-FFF2-40B4-BE49-F238E27FC236}">
                  <a16:creationId xmlns:a16="http://schemas.microsoft.com/office/drawing/2014/main" id="{96F6DA56-F35B-43F7-9EEB-7FB135B002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5425" y="4541837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650" name="Rectangle 131">
              <a:extLst>
                <a:ext uri="{FF2B5EF4-FFF2-40B4-BE49-F238E27FC236}">
                  <a16:creationId xmlns:a16="http://schemas.microsoft.com/office/drawing/2014/main" id="{298191A5-DFDC-49E9-9C03-A90044B1E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4395787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6651" name="Picture 142">
              <a:extLst>
                <a:ext uri="{FF2B5EF4-FFF2-40B4-BE49-F238E27FC236}">
                  <a16:creationId xmlns:a16="http://schemas.microsoft.com/office/drawing/2014/main" id="{97F707E3-136D-44B0-A0C4-85FA5E79FC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4124324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52" name="Picture 143">
              <a:extLst>
                <a:ext uri="{FF2B5EF4-FFF2-40B4-BE49-F238E27FC236}">
                  <a16:creationId xmlns:a16="http://schemas.microsoft.com/office/drawing/2014/main" id="{986B859F-1A40-4315-93B6-BB504EA1A2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4452937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653" name="Rectangle 144">
              <a:extLst>
                <a:ext uri="{FF2B5EF4-FFF2-40B4-BE49-F238E27FC236}">
                  <a16:creationId xmlns:a16="http://schemas.microsoft.com/office/drawing/2014/main" id="{CFC1C112-E064-4389-8132-53A543790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4724400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6654" name="TextBox 145">
              <a:extLst>
                <a:ext uri="{FF2B5EF4-FFF2-40B4-BE49-F238E27FC236}">
                  <a16:creationId xmlns:a16="http://schemas.microsoft.com/office/drawing/2014/main" id="{B93BFDBB-E92A-4A94-9B05-9DC3BF231A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0" y="2667000"/>
              <a:ext cx="12975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(x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, 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</a:t>
              </a:r>
            </a:p>
          </p:txBody>
        </p:sp>
        <p:pic>
          <p:nvPicPr>
            <p:cNvPr id="66655" name="Picture 146">
              <a:extLst>
                <a:ext uri="{FF2B5EF4-FFF2-40B4-BE49-F238E27FC236}">
                  <a16:creationId xmlns:a16="http://schemas.microsoft.com/office/drawing/2014/main" id="{F335BE9D-E7A6-479E-B53C-EB226FC0C2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4525" y="347345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56" name="Picture 147">
              <a:extLst>
                <a:ext uri="{FF2B5EF4-FFF2-40B4-BE49-F238E27FC236}">
                  <a16:creationId xmlns:a16="http://schemas.microsoft.com/office/drawing/2014/main" id="{E2CE8909-40B9-4228-8D07-3765593B7D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4525" y="377825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57" name="Picture 148">
              <a:extLst>
                <a:ext uri="{FF2B5EF4-FFF2-40B4-BE49-F238E27FC236}">
                  <a16:creationId xmlns:a16="http://schemas.microsoft.com/office/drawing/2014/main" id="{2601CEBD-7FC8-49BA-8888-5DA6235CA3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4525" y="44196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658" name="Picture 149">
              <a:extLst>
                <a:ext uri="{FF2B5EF4-FFF2-40B4-BE49-F238E27FC236}">
                  <a16:creationId xmlns:a16="http://schemas.microsoft.com/office/drawing/2014/main" id="{FF68468E-8262-431E-BC0E-CBD23D8B6D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9920" y="4114800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>
            <a:extLst>
              <a:ext uri="{FF2B5EF4-FFF2-40B4-BE49-F238E27FC236}">
                <a16:creationId xmlns:a16="http://schemas.microsoft.com/office/drawing/2014/main" id="{F0B0E7CF-B158-4246-8EEB-EFA583450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Sum-of-Products Form</a:t>
            </a:r>
          </a:p>
        </p:txBody>
      </p:sp>
      <p:grpSp>
        <p:nvGrpSpPr>
          <p:cNvPr id="67586" name="Group 150">
            <a:extLst>
              <a:ext uri="{FF2B5EF4-FFF2-40B4-BE49-F238E27FC236}">
                <a16:creationId xmlns:a16="http://schemas.microsoft.com/office/drawing/2014/main" id="{712E99C4-18CD-477A-9F70-5121867F2C0D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524000"/>
            <a:ext cx="7634288" cy="2452688"/>
            <a:chOff x="823912" y="2286000"/>
            <a:chExt cx="7634288" cy="2452687"/>
          </a:xfrm>
        </p:grpSpPr>
        <p:sp>
          <p:nvSpPr>
            <p:cNvPr id="67590" name="Rectangle 11">
              <a:extLst>
                <a:ext uri="{FF2B5EF4-FFF2-40B4-BE49-F238E27FC236}">
                  <a16:creationId xmlns:a16="http://schemas.microsoft.com/office/drawing/2014/main" id="{C5934238-CB08-4287-8214-8630DA47F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2286000"/>
              <a:ext cx="7634288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7591" name="Picture 12">
              <a:extLst>
                <a:ext uri="{FF2B5EF4-FFF2-40B4-BE49-F238E27FC236}">
                  <a16:creationId xmlns:a16="http://schemas.microsoft.com/office/drawing/2014/main" id="{86503509-5CF1-47EE-8679-39D3064930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600" y="2513012"/>
              <a:ext cx="188912" cy="19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592" name="Picture 13">
              <a:extLst>
                <a:ext uri="{FF2B5EF4-FFF2-40B4-BE49-F238E27FC236}">
                  <a16:creationId xmlns:a16="http://schemas.microsoft.com/office/drawing/2014/main" id="{DFA5BEC9-FAFF-46C8-8202-BF80AD780A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4625" y="2574925"/>
              <a:ext cx="1206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593" name="Picture 14">
              <a:extLst>
                <a:ext uri="{FF2B5EF4-FFF2-40B4-BE49-F238E27FC236}">
                  <a16:creationId xmlns:a16="http://schemas.microsoft.com/office/drawing/2014/main" id="{D476DE54-55CB-4ADE-9571-4B31258CDC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975" y="2582862"/>
              <a:ext cx="179387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594" name="Rectangle 15">
              <a:extLst>
                <a:ext uri="{FF2B5EF4-FFF2-40B4-BE49-F238E27FC236}">
                  <a16:creationId xmlns:a16="http://schemas.microsoft.com/office/drawing/2014/main" id="{B69AD545-9DCE-4B1C-8A2D-CAA6C424F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298700"/>
              <a:ext cx="12700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595" name="Rectangle 16">
              <a:extLst>
                <a:ext uri="{FF2B5EF4-FFF2-40B4-BE49-F238E27FC236}">
                  <a16:creationId xmlns:a16="http://schemas.microsoft.com/office/drawing/2014/main" id="{85DF8A1A-60DB-4348-9BA0-65A4B6F7D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298700"/>
              <a:ext cx="14287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596" name="Rectangle 17">
              <a:extLst>
                <a:ext uri="{FF2B5EF4-FFF2-40B4-BE49-F238E27FC236}">
                  <a16:creationId xmlns:a16="http://schemas.microsoft.com/office/drawing/2014/main" id="{9D3DE254-F535-4782-B1A2-7CCF66AA8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298700"/>
              <a:ext cx="12700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597" name="Rectangle 18">
              <a:extLst>
                <a:ext uri="{FF2B5EF4-FFF2-40B4-BE49-F238E27FC236}">
                  <a16:creationId xmlns:a16="http://schemas.microsoft.com/office/drawing/2014/main" id="{70309162-4AC7-491F-B114-1B0740C4C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298700"/>
              <a:ext cx="15875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7598" name="Picture 19">
              <a:extLst>
                <a:ext uri="{FF2B5EF4-FFF2-40B4-BE49-F238E27FC236}">
                  <a16:creationId xmlns:a16="http://schemas.microsoft.com/office/drawing/2014/main" id="{B456ABE5-9735-4614-BD27-085DB42E83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062" y="2911475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599" name="Picture 20">
              <a:extLst>
                <a:ext uri="{FF2B5EF4-FFF2-40B4-BE49-F238E27FC236}">
                  <a16:creationId xmlns:a16="http://schemas.microsoft.com/office/drawing/2014/main" id="{4A36B755-24EE-4079-A2AB-EE8D8AF2F7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525" y="2909887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00" name="Picture 21">
              <a:extLst>
                <a:ext uri="{FF2B5EF4-FFF2-40B4-BE49-F238E27FC236}">
                  <a16:creationId xmlns:a16="http://schemas.microsoft.com/office/drawing/2014/main" id="{EE124EDD-16EC-4615-B30E-34065754D5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6512" y="2911475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01" name="Picture 22">
              <a:extLst>
                <a:ext uri="{FF2B5EF4-FFF2-40B4-BE49-F238E27FC236}">
                  <a16:creationId xmlns:a16="http://schemas.microsoft.com/office/drawing/2014/main" id="{BE6888B4-B5BE-4BAB-B78E-875520C488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2840037"/>
              <a:ext cx="130175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02" name="Picture 23">
              <a:extLst>
                <a:ext uri="{FF2B5EF4-FFF2-40B4-BE49-F238E27FC236}">
                  <a16:creationId xmlns:a16="http://schemas.microsoft.com/office/drawing/2014/main" id="{B9C96001-F17F-42EA-A05D-BA7ADF6D3D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7512" y="2906712"/>
              <a:ext cx="1063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03" name="Picture 24">
              <a:extLst>
                <a:ext uri="{FF2B5EF4-FFF2-40B4-BE49-F238E27FC236}">
                  <a16:creationId xmlns:a16="http://schemas.microsoft.com/office/drawing/2014/main" id="{C2F7B139-D018-4363-98D8-D30D5E853D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8162" y="2911475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04" name="Rectangle 25">
              <a:extLst>
                <a:ext uri="{FF2B5EF4-FFF2-40B4-BE49-F238E27FC236}">
                  <a16:creationId xmlns:a16="http://schemas.microsoft.com/office/drawing/2014/main" id="{5F6759C0-1C43-40D4-BA0F-9FEB3FFAD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806700"/>
              <a:ext cx="12700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7605" name="Picture 26">
              <a:extLst>
                <a:ext uri="{FF2B5EF4-FFF2-40B4-BE49-F238E27FC236}">
                  <a16:creationId xmlns:a16="http://schemas.microsoft.com/office/drawing/2014/main" id="{A17F7CAA-79E6-49AD-8599-D6055B6E28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6024" y="2909887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06" name="Picture 27">
              <a:extLst>
                <a:ext uri="{FF2B5EF4-FFF2-40B4-BE49-F238E27FC236}">
                  <a16:creationId xmlns:a16="http://schemas.microsoft.com/office/drawing/2014/main" id="{4539DF42-4F9F-4B9B-A6CA-99CE4BECCA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124" y="2944812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07" name="Picture 28">
              <a:extLst>
                <a:ext uri="{FF2B5EF4-FFF2-40B4-BE49-F238E27FC236}">
                  <a16:creationId xmlns:a16="http://schemas.microsoft.com/office/drawing/2014/main" id="{094E820D-362C-4C94-9B31-A232016E9D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0387" y="2909887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08" name="Picture 29">
              <a:extLst>
                <a:ext uri="{FF2B5EF4-FFF2-40B4-BE49-F238E27FC236}">
                  <a16:creationId xmlns:a16="http://schemas.microsoft.com/office/drawing/2014/main" id="{E50F0728-DB76-431D-B5D3-F40B4D4203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9137" y="2944812"/>
              <a:ext cx="793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09" name="Rectangle 30">
              <a:extLst>
                <a:ext uri="{FF2B5EF4-FFF2-40B4-BE49-F238E27FC236}">
                  <a16:creationId xmlns:a16="http://schemas.microsoft.com/office/drawing/2014/main" id="{1688F2DC-1DD7-4242-890C-F078F1C32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806700"/>
              <a:ext cx="14287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10" name="Rectangle 31">
              <a:extLst>
                <a:ext uri="{FF2B5EF4-FFF2-40B4-BE49-F238E27FC236}">
                  <a16:creationId xmlns:a16="http://schemas.microsoft.com/office/drawing/2014/main" id="{5F0D006E-3319-4ED7-96B4-9CCD252D3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806700"/>
              <a:ext cx="12700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7611" name="Picture 32">
              <a:extLst>
                <a:ext uri="{FF2B5EF4-FFF2-40B4-BE49-F238E27FC236}">
                  <a16:creationId xmlns:a16="http://schemas.microsoft.com/office/drawing/2014/main" id="{FBD09934-80EE-4767-8D4A-0B7669525F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3725" y="2844800"/>
              <a:ext cx="2286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12" name="Picture 33">
              <a:extLst>
                <a:ext uri="{FF2B5EF4-FFF2-40B4-BE49-F238E27FC236}">
                  <a16:creationId xmlns:a16="http://schemas.microsoft.com/office/drawing/2014/main" id="{C8B49668-9B38-4023-AEB4-69525C94B1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2962" y="2847975"/>
              <a:ext cx="58738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13" name="Picture 34">
              <a:extLst>
                <a:ext uri="{FF2B5EF4-FFF2-40B4-BE49-F238E27FC236}">
                  <a16:creationId xmlns:a16="http://schemas.microsoft.com/office/drawing/2014/main" id="{F701035C-EC27-4809-BEDC-32CA96D995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9162" y="2911475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14" name="Picture 35">
              <a:extLst>
                <a:ext uri="{FF2B5EF4-FFF2-40B4-BE49-F238E27FC236}">
                  <a16:creationId xmlns:a16="http://schemas.microsoft.com/office/drawing/2014/main" id="{8A1617C5-1863-4514-B1EC-B90D04AE66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0450" y="2863850"/>
              <a:ext cx="85725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15" name="Picture 36">
              <a:extLst>
                <a:ext uri="{FF2B5EF4-FFF2-40B4-BE49-F238E27FC236}">
                  <a16:creationId xmlns:a16="http://schemas.microsoft.com/office/drawing/2014/main" id="{8E2A977D-7677-4688-A5C5-6F28CCA736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1575" y="2906712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16" name="Picture 37">
              <a:extLst>
                <a:ext uri="{FF2B5EF4-FFF2-40B4-BE49-F238E27FC236}">
                  <a16:creationId xmlns:a16="http://schemas.microsoft.com/office/drawing/2014/main" id="{D3C1C258-D6E6-47A8-9F22-1581477655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2225" y="2911475"/>
              <a:ext cx="95250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17" name="Picture 38">
              <a:extLst>
                <a:ext uri="{FF2B5EF4-FFF2-40B4-BE49-F238E27FC236}">
                  <a16:creationId xmlns:a16="http://schemas.microsoft.com/office/drawing/2014/main" id="{08C5FA76-E4A9-4816-98E6-8F2AB61246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1762" y="2911475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18" name="Rectangle 39">
              <a:extLst>
                <a:ext uri="{FF2B5EF4-FFF2-40B4-BE49-F238E27FC236}">
                  <a16:creationId xmlns:a16="http://schemas.microsoft.com/office/drawing/2014/main" id="{2B011AB8-F922-42DE-B951-25844C0D0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806700"/>
              <a:ext cx="15875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19" name="Rectangle 47">
              <a:extLst>
                <a:ext uri="{FF2B5EF4-FFF2-40B4-BE49-F238E27FC236}">
                  <a16:creationId xmlns:a16="http://schemas.microsoft.com/office/drawing/2014/main" id="{1763AE83-995C-4AA4-AD3B-3D7E1970E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3222625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7620" name="Picture 48">
              <a:extLst>
                <a:ext uri="{FF2B5EF4-FFF2-40B4-BE49-F238E27FC236}">
                  <a16:creationId xmlns:a16="http://schemas.microsoft.com/office/drawing/2014/main" id="{1F6C5783-53B5-47F7-8C88-A399C7B73C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3452812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21" name="Rectangle 49">
              <a:extLst>
                <a:ext uri="{FF2B5EF4-FFF2-40B4-BE49-F238E27FC236}">
                  <a16:creationId xmlns:a16="http://schemas.microsoft.com/office/drawing/2014/main" id="{79B755F9-0241-437C-A923-FDE3A756B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236912"/>
              <a:ext cx="12700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7622" name="Picture 50">
              <a:extLst>
                <a:ext uri="{FF2B5EF4-FFF2-40B4-BE49-F238E27FC236}">
                  <a16:creationId xmlns:a16="http://schemas.microsoft.com/office/drawing/2014/main" id="{7FD8D8B2-6B42-4A49-96FE-BF2B971FFD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3452812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23" name="Picture 51">
              <a:extLst>
                <a:ext uri="{FF2B5EF4-FFF2-40B4-BE49-F238E27FC236}">
                  <a16:creationId xmlns:a16="http://schemas.microsoft.com/office/drawing/2014/main" id="{D174A8F8-4A47-45F3-AD25-236858FFD9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1824" y="3452812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24" name="Rectangle 52">
              <a:extLst>
                <a:ext uri="{FF2B5EF4-FFF2-40B4-BE49-F238E27FC236}">
                  <a16:creationId xmlns:a16="http://schemas.microsoft.com/office/drawing/2014/main" id="{D6BAB393-0436-42AC-AB24-C82ABC5FD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236912"/>
              <a:ext cx="14287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25" name="Rectangle 53">
              <a:extLst>
                <a:ext uri="{FF2B5EF4-FFF2-40B4-BE49-F238E27FC236}">
                  <a16:creationId xmlns:a16="http://schemas.microsoft.com/office/drawing/2014/main" id="{ADFBE5B8-6D7A-4593-850D-B6B2AAE4E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236912"/>
              <a:ext cx="12700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7626" name="Picture 54">
              <a:extLst>
                <a:ext uri="{FF2B5EF4-FFF2-40B4-BE49-F238E27FC236}">
                  <a16:creationId xmlns:a16="http://schemas.microsoft.com/office/drawing/2014/main" id="{8B5072AB-7769-44D8-A41F-373F2D7003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025" y="3514725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27" name="Picture 55">
              <a:extLst>
                <a:ext uri="{FF2B5EF4-FFF2-40B4-BE49-F238E27FC236}">
                  <a16:creationId xmlns:a16="http://schemas.microsoft.com/office/drawing/2014/main" id="{559ADAAE-113E-422B-BE88-7298E95292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325" y="3552825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28" name="Picture 56">
              <a:extLst>
                <a:ext uri="{FF2B5EF4-FFF2-40B4-BE49-F238E27FC236}">
                  <a16:creationId xmlns:a16="http://schemas.microsoft.com/office/drawing/2014/main" id="{9C95683F-5678-4598-8E18-61CD145436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3533775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29" name="Rectangle 57">
              <a:extLst>
                <a:ext uri="{FF2B5EF4-FFF2-40B4-BE49-F238E27FC236}">
                  <a16:creationId xmlns:a16="http://schemas.microsoft.com/office/drawing/2014/main" id="{6E51AD68-8827-4A81-975D-B3B4B69086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4575" y="3470275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7630" name="Picture 58">
              <a:extLst>
                <a:ext uri="{FF2B5EF4-FFF2-40B4-BE49-F238E27FC236}">
                  <a16:creationId xmlns:a16="http://schemas.microsoft.com/office/drawing/2014/main" id="{46348A68-AA1F-48E2-9EF7-D9CAA82E1A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62" y="3514725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31" name="Picture 59">
              <a:extLst>
                <a:ext uri="{FF2B5EF4-FFF2-40B4-BE49-F238E27FC236}">
                  <a16:creationId xmlns:a16="http://schemas.microsoft.com/office/drawing/2014/main" id="{5C293659-48EE-4C9E-A723-88DF12AC1F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962" y="3552825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32" name="Rectangle 60">
              <a:extLst>
                <a:ext uri="{FF2B5EF4-FFF2-40B4-BE49-F238E27FC236}">
                  <a16:creationId xmlns:a16="http://schemas.microsoft.com/office/drawing/2014/main" id="{5D31F4A8-A9F3-4ACC-93DB-DDFA6D81D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0800" y="3470275"/>
              <a:ext cx="161925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7633" name="Picture 61">
              <a:extLst>
                <a:ext uri="{FF2B5EF4-FFF2-40B4-BE49-F238E27FC236}">
                  <a16:creationId xmlns:a16="http://schemas.microsoft.com/office/drawing/2014/main" id="{289A660D-E1CB-4346-8D65-DAFD96F37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675" y="3514725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34" name="Picture 62">
              <a:extLst>
                <a:ext uri="{FF2B5EF4-FFF2-40B4-BE49-F238E27FC236}">
                  <a16:creationId xmlns:a16="http://schemas.microsoft.com/office/drawing/2014/main" id="{6A3E70D2-4054-4274-AA2E-CB256A037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8600" y="3552825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35" name="Rectangle 63">
              <a:extLst>
                <a:ext uri="{FF2B5EF4-FFF2-40B4-BE49-F238E27FC236}">
                  <a16:creationId xmlns:a16="http://schemas.microsoft.com/office/drawing/2014/main" id="{9879D33D-40BF-40CA-982D-FCA946DBA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236912"/>
              <a:ext cx="15875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7636" name="Picture 72">
              <a:extLst>
                <a:ext uri="{FF2B5EF4-FFF2-40B4-BE49-F238E27FC236}">
                  <a16:creationId xmlns:a16="http://schemas.microsoft.com/office/drawing/2014/main" id="{9F383B14-2D94-4048-84B4-265914C8CB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8112" y="378460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37" name="Rectangle 73">
              <a:extLst>
                <a:ext uri="{FF2B5EF4-FFF2-40B4-BE49-F238E27FC236}">
                  <a16:creationId xmlns:a16="http://schemas.microsoft.com/office/drawing/2014/main" id="{270D98F9-DBC2-4187-B135-393308456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733800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7638" name="Picture 74">
              <a:extLst>
                <a:ext uri="{FF2B5EF4-FFF2-40B4-BE49-F238E27FC236}">
                  <a16:creationId xmlns:a16="http://schemas.microsoft.com/office/drawing/2014/main" id="{8ABDF893-2892-4CEC-A869-B77DFE929B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3784600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39" name="Picture 75">
              <a:extLst>
                <a:ext uri="{FF2B5EF4-FFF2-40B4-BE49-F238E27FC236}">
                  <a16:creationId xmlns:a16="http://schemas.microsoft.com/office/drawing/2014/main" id="{39B6DE1B-D5F2-41D3-9F82-226855CCF3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9124" y="4103687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40" name="Rectangle 76">
              <a:extLst>
                <a:ext uri="{FF2B5EF4-FFF2-40B4-BE49-F238E27FC236}">
                  <a16:creationId xmlns:a16="http://schemas.microsoft.com/office/drawing/2014/main" id="{B01CDED5-31D0-44E3-AF34-27CE7AB99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733800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41" name="Rectangle 77">
              <a:extLst>
                <a:ext uri="{FF2B5EF4-FFF2-40B4-BE49-F238E27FC236}">
                  <a16:creationId xmlns:a16="http://schemas.microsoft.com/office/drawing/2014/main" id="{54B20466-8662-45DD-AF52-DE06297B4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733800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7642" name="Picture 78">
              <a:extLst>
                <a:ext uri="{FF2B5EF4-FFF2-40B4-BE49-F238E27FC236}">
                  <a16:creationId xmlns:a16="http://schemas.microsoft.com/office/drawing/2014/main" id="{CB3B9961-D36B-4CCE-A2F1-0EDE25E79B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025" y="3846512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43" name="Picture 79">
              <a:extLst>
                <a:ext uri="{FF2B5EF4-FFF2-40B4-BE49-F238E27FC236}">
                  <a16:creationId xmlns:a16="http://schemas.microsoft.com/office/drawing/2014/main" id="{3223F9DB-7129-4A49-BDE9-D14FDA9E3A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7850" y="3883025"/>
              <a:ext cx="682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44" name="Picture 80">
              <a:extLst>
                <a:ext uri="{FF2B5EF4-FFF2-40B4-BE49-F238E27FC236}">
                  <a16:creationId xmlns:a16="http://schemas.microsoft.com/office/drawing/2014/main" id="{9FF48FC3-1BFE-4C28-8004-920F2C6579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3863975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45" name="Rectangle 81">
              <a:extLst>
                <a:ext uri="{FF2B5EF4-FFF2-40B4-BE49-F238E27FC236}">
                  <a16:creationId xmlns:a16="http://schemas.microsoft.com/office/drawing/2014/main" id="{976B417A-FD37-48A1-B5D1-BDA76F057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4575" y="3802062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7646" name="Picture 82">
              <a:extLst>
                <a:ext uri="{FF2B5EF4-FFF2-40B4-BE49-F238E27FC236}">
                  <a16:creationId xmlns:a16="http://schemas.microsoft.com/office/drawing/2014/main" id="{6DFC5116-BF6C-46F1-90A1-F3A23E2572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62" y="3846512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47" name="Picture 83">
              <a:extLst>
                <a:ext uri="{FF2B5EF4-FFF2-40B4-BE49-F238E27FC236}">
                  <a16:creationId xmlns:a16="http://schemas.microsoft.com/office/drawing/2014/main" id="{C8EDB590-7FF5-4DA1-9180-702E03CB7A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962" y="3883025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48" name="Picture 84">
              <a:extLst>
                <a:ext uri="{FF2B5EF4-FFF2-40B4-BE49-F238E27FC236}">
                  <a16:creationId xmlns:a16="http://schemas.microsoft.com/office/drawing/2014/main" id="{BA872823-B950-4E6C-BCB2-967DEA6699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675" y="3846512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49" name="Picture 85">
              <a:extLst>
                <a:ext uri="{FF2B5EF4-FFF2-40B4-BE49-F238E27FC236}">
                  <a16:creationId xmlns:a16="http://schemas.microsoft.com/office/drawing/2014/main" id="{A385A561-C947-4F5F-93AE-C14F227ECC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8600" y="3883025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50" name="Rectangle 86">
              <a:extLst>
                <a:ext uri="{FF2B5EF4-FFF2-40B4-BE49-F238E27FC236}">
                  <a16:creationId xmlns:a16="http://schemas.microsoft.com/office/drawing/2014/main" id="{EE460BA9-47E3-48C5-917E-B10CA843E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733800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7651" name="Picture 96">
              <a:extLst>
                <a:ext uri="{FF2B5EF4-FFF2-40B4-BE49-F238E27FC236}">
                  <a16:creationId xmlns:a16="http://schemas.microsoft.com/office/drawing/2014/main" id="{F76586F8-21E3-4DEF-B796-DE3BD310A6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175" y="4111625"/>
              <a:ext cx="107950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52" name="Rectangle 97">
              <a:extLst>
                <a:ext uri="{FF2B5EF4-FFF2-40B4-BE49-F238E27FC236}">
                  <a16:creationId xmlns:a16="http://schemas.microsoft.com/office/drawing/2014/main" id="{01B05DE5-A67E-4306-BD85-51F9C4FCA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4064000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7653" name="Picture 98">
              <a:extLst>
                <a:ext uri="{FF2B5EF4-FFF2-40B4-BE49-F238E27FC236}">
                  <a16:creationId xmlns:a16="http://schemas.microsoft.com/office/drawing/2014/main" id="{BB24B296-972A-4D07-948D-C3A6D9AB42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3767137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54" name="Rectangle 99">
              <a:extLst>
                <a:ext uri="{FF2B5EF4-FFF2-40B4-BE49-F238E27FC236}">
                  <a16:creationId xmlns:a16="http://schemas.microsoft.com/office/drawing/2014/main" id="{E1730E04-1F7C-456B-9E48-1C4F757B5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4064000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55" name="Rectangle 100">
              <a:extLst>
                <a:ext uri="{FF2B5EF4-FFF2-40B4-BE49-F238E27FC236}">
                  <a16:creationId xmlns:a16="http://schemas.microsoft.com/office/drawing/2014/main" id="{435A70AF-EC29-4B7C-9A2C-9B42A727C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4064000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7656" name="Picture 101">
              <a:extLst>
                <a:ext uri="{FF2B5EF4-FFF2-40B4-BE49-F238E27FC236}">
                  <a16:creationId xmlns:a16="http://schemas.microsoft.com/office/drawing/2014/main" id="{18C7F194-B603-498F-ABBE-E423402CF4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025" y="4175125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57" name="Picture 102">
              <a:extLst>
                <a:ext uri="{FF2B5EF4-FFF2-40B4-BE49-F238E27FC236}">
                  <a16:creationId xmlns:a16="http://schemas.microsoft.com/office/drawing/2014/main" id="{3273F5A7-B7CF-48DC-A3A4-72028DDAC1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1500" y="4210050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58" name="Picture 103">
              <a:extLst>
                <a:ext uri="{FF2B5EF4-FFF2-40B4-BE49-F238E27FC236}">
                  <a16:creationId xmlns:a16="http://schemas.microsoft.com/office/drawing/2014/main" id="{A717C854-A6DA-4584-9EED-48CA785BA9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4191000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59" name="Picture 104">
              <a:extLst>
                <a:ext uri="{FF2B5EF4-FFF2-40B4-BE49-F238E27FC236}">
                  <a16:creationId xmlns:a16="http://schemas.microsoft.com/office/drawing/2014/main" id="{8C0DBC14-AC33-447D-9C20-6BF69AABCA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62" y="4175125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60" name="Picture 105">
              <a:extLst>
                <a:ext uri="{FF2B5EF4-FFF2-40B4-BE49-F238E27FC236}">
                  <a16:creationId xmlns:a16="http://schemas.microsoft.com/office/drawing/2014/main" id="{F2EF9D1B-F11C-42BF-AB5C-A299795AC2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962" y="4210050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61" name="Picture 106">
              <a:extLst>
                <a:ext uri="{FF2B5EF4-FFF2-40B4-BE49-F238E27FC236}">
                  <a16:creationId xmlns:a16="http://schemas.microsoft.com/office/drawing/2014/main" id="{D1C69A4E-C9A3-424D-9533-C5A0874B68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675" y="4175125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62" name="Picture 107">
              <a:extLst>
                <a:ext uri="{FF2B5EF4-FFF2-40B4-BE49-F238E27FC236}">
                  <a16:creationId xmlns:a16="http://schemas.microsoft.com/office/drawing/2014/main" id="{E88CDA26-D40E-4BFB-A073-0B8A8537DB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5425" y="4210050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63" name="Rectangle 108">
              <a:extLst>
                <a:ext uri="{FF2B5EF4-FFF2-40B4-BE49-F238E27FC236}">
                  <a16:creationId xmlns:a16="http://schemas.microsoft.com/office/drawing/2014/main" id="{7DD9B95B-1281-4B99-AC77-15B72ECFC9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7312" y="4133850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64" name="Rectangle 109">
              <a:extLst>
                <a:ext uri="{FF2B5EF4-FFF2-40B4-BE49-F238E27FC236}">
                  <a16:creationId xmlns:a16="http://schemas.microsoft.com/office/drawing/2014/main" id="{9D4E982E-2957-4AD1-9D96-59134A4CF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4064000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7665" name="Picture 119">
              <a:extLst>
                <a:ext uri="{FF2B5EF4-FFF2-40B4-BE49-F238E27FC236}">
                  <a16:creationId xmlns:a16="http://schemas.microsoft.com/office/drawing/2014/main" id="{A069693B-5966-4DBA-A3F2-2CF9809430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4441825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66" name="Rectangle 120">
              <a:extLst>
                <a:ext uri="{FF2B5EF4-FFF2-40B4-BE49-F238E27FC236}">
                  <a16:creationId xmlns:a16="http://schemas.microsoft.com/office/drawing/2014/main" id="{32C17DD2-858F-4E89-B33A-2660AE2D4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4395787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7667" name="Picture 121">
              <a:extLst>
                <a:ext uri="{FF2B5EF4-FFF2-40B4-BE49-F238E27FC236}">
                  <a16:creationId xmlns:a16="http://schemas.microsoft.com/office/drawing/2014/main" id="{63B44041-12E5-426A-AFD3-5982BC9C9F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4441825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68" name="Rectangle 122">
              <a:extLst>
                <a:ext uri="{FF2B5EF4-FFF2-40B4-BE49-F238E27FC236}">
                  <a16:creationId xmlns:a16="http://schemas.microsoft.com/office/drawing/2014/main" id="{EED980DA-E254-4A26-9A47-41E6B98A7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4395787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69" name="Rectangle 123">
              <a:extLst>
                <a:ext uri="{FF2B5EF4-FFF2-40B4-BE49-F238E27FC236}">
                  <a16:creationId xmlns:a16="http://schemas.microsoft.com/office/drawing/2014/main" id="{43613EDA-EFE0-4AC7-8178-2BC6FF938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4395787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7670" name="Picture 124">
              <a:extLst>
                <a:ext uri="{FF2B5EF4-FFF2-40B4-BE49-F238E27FC236}">
                  <a16:creationId xmlns:a16="http://schemas.microsoft.com/office/drawing/2014/main" id="{7DB8D0F0-AF60-4A9E-A643-B59295588C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025" y="4505325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71" name="Picture 125">
              <a:extLst>
                <a:ext uri="{FF2B5EF4-FFF2-40B4-BE49-F238E27FC236}">
                  <a16:creationId xmlns:a16="http://schemas.microsoft.com/office/drawing/2014/main" id="{B116DF8C-8280-4A4F-9EA2-FA2BA519CB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1500" y="4543425"/>
              <a:ext cx="80962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72" name="Picture 126">
              <a:extLst>
                <a:ext uri="{FF2B5EF4-FFF2-40B4-BE49-F238E27FC236}">
                  <a16:creationId xmlns:a16="http://schemas.microsoft.com/office/drawing/2014/main" id="{55D85B6C-F112-46FB-8A03-06117FF2B2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4522787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73" name="Picture 127">
              <a:extLst>
                <a:ext uri="{FF2B5EF4-FFF2-40B4-BE49-F238E27FC236}">
                  <a16:creationId xmlns:a16="http://schemas.microsoft.com/office/drawing/2014/main" id="{8ED697D6-E05E-4F36-BB31-9BBB6E2C7C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62" y="4505325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74" name="Picture 128">
              <a:extLst>
                <a:ext uri="{FF2B5EF4-FFF2-40B4-BE49-F238E27FC236}">
                  <a16:creationId xmlns:a16="http://schemas.microsoft.com/office/drawing/2014/main" id="{429205F1-BAF9-42E2-ADC4-76ED180549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962" y="4541837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75" name="Picture 129">
              <a:extLst>
                <a:ext uri="{FF2B5EF4-FFF2-40B4-BE49-F238E27FC236}">
                  <a16:creationId xmlns:a16="http://schemas.microsoft.com/office/drawing/2014/main" id="{2B08CBE5-8BC4-43F1-926C-D35082DE90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675" y="4505325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76" name="Picture 130">
              <a:extLst>
                <a:ext uri="{FF2B5EF4-FFF2-40B4-BE49-F238E27FC236}">
                  <a16:creationId xmlns:a16="http://schemas.microsoft.com/office/drawing/2014/main" id="{72543F67-327F-406A-8112-2A81AF5FA1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5425" y="4541837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77" name="Rectangle 131">
              <a:extLst>
                <a:ext uri="{FF2B5EF4-FFF2-40B4-BE49-F238E27FC236}">
                  <a16:creationId xmlns:a16="http://schemas.microsoft.com/office/drawing/2014/main" id="{1B53406A-DCFD-4512-A544-2F3F7B66D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4395787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7678" name="Picture 142">
              <a:extLst>
                <a:ext uri="{FF2B5EF4-FFF2-40B4-BE49-F238E27FC236}">
                  <a16:creationId xmlns:a16="http://schemas.microsoft.com/office/drawing/2014/main" id="{D782BA09-591D-4E86-A200-1B830E1978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4124324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79" name="Picture 143">
              <a:extLst>
                <a:ext uri="{FF2B5EF4-FFF2-40B4-BE49-F238E27FC236}">
                  <a16:creationId xmlns:a16="http://schemas.microsoft.com/office/drawing/2014/main" id="{34F21BD9-3488-49A6-A909-A2440E45B3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4452937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680" name="Rectangle 144">
              <a:extLst>
                <a:ext uri="{FF2B5EF4-FFF2-40B4-BE49-F238E27FC236}">
                  <a16:creationId xmlns:a16="http://schemas.microsoft.com/office/drawing/2014/main" id="{B44E4334-BB77-4BEC-8277-DB4892D03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4724400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7681" name="TextBox 145">
              <a:extLst>
                <a:ext uri="{FF2B5EF4-FFF2-40B4-BE49-F238E27FC236}">
                  <a16:creationId xmlns:a16="http://schemas.microsoft.com/office/drawing/2014/main" id="{37B908E0-DCC6-446A-B87D-56BB27CDAF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0" y="2667000"/>
              <a:ext cx="12975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(x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, 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</a:t>
              </a:r>
            </a:p>
          </p:txBody>
        </p:sp>
        <p:pic>
          <p:nvPicPr>
            <p:cNvPr id="67682" name="Picture 146">
              <a:extLst>
                <a:ext uri="{FF2B5EF4-FFF2-40B4-BE49-F238E27FC236}">
                  <a16:creationId xmlns:a16="http://schemas.microsoft.com/office/drawing/2014/main" id="{06DC92A1-7FAD-4580-86EC-A3F1D2E5EC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4525" y="347345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83" name="Picture 147">
              <a:extLst>
                <a:ext uri="{FF2B5EF4-FFF2-40B4-BE49-F238E27FC236}">
                  <a16:creationId xmlns:a16="http://schemas.microsoft.com/office/drawing/2014/main" id="{0511FDDB-CF2F-4A6F-A09C-8251D79286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4525" y="377825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84" name="Picture 148">
              <a:extLst>
                <a:ext uri="{FF2B5EF4-FFF2-40B4-BE49-F238E27FC236}">
                  <a16:creationId xmlns:a16="http://schemas.microsoft.com/office/drawing/2014/main" id="{4DF0D93A-D984-4CDF-9B8C-0FE23D520E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4525" y="44196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685" name="Picture 149">
              <a:extLst>
                <a:ext uri="{FF2B5EF4-FFF2-40B4-BE49-F238E27FC236}">
                  <a16:creationId xmlns:a16="http://schemas.microsoft.com/office/drawing/2014/main" id="{7539FE9E-7D3E-4CB9-99A2-4F26E1FBBE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9920" y="4114800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7587" name="Rectangle 147">
            <a:extLst>
              <a:ext uri="{FF2B5EF4-FFF2-40B4-BE49-F238E27FC236}">
                <a16:creationId xmlns:a16="http://schemas.microsoft.com/office/drawing/2014/main" id="{195E3DC1-15BB-48CA-9BC7-433A46B23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2913" y="3581400"/>
            <a:ext cx="336550" cy="33655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7588" name="Rectangle 147">
            <a:extLst>
              <a:ext uri="{FF2B5EF4-FFF2-40B4-BE49-F238E27FC236}">
                <a16:creationId xmlns:a16="http://schemas.microsoft.com/office/drawing/2014/main" id="{0D1C5F66-D1AD-4029-B2E5-C5672CAB3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6088" y="2971800"/>
            <a:ext cx="336550" cy="33655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7589" name="Rectangle 147">
            <a:extLst>
              <a:ext uri="{FF2B5EF4-FFF2-40B4-BE49-F238E27FC236}">
                <a16:creationId xmlns:a16="http://schemas.microsoft.com/office/drawing/2014/main" id="{72885C0E-CD78-4945-B0FC-207A7BC51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5613" y="2579688"/>
            <a:ext cx="336550" cy="33655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>
            <a:extLst>
              <a:ext uri="{FF2B5EF4-FFF2-40B4-BE49-F238E27FC236}">
                <a16:creationId xmlns:a16="http://schemas.microsoft.com/office/drawing/2014/main" id="{1A384301-7D4B-4CDE-97B7-C5FDD6809C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/>
              <a:t>Sum-of-Products Form</a:t>
            </a:r>
          </a:p>
        </p:txBody>
      </p:sp>
      <p:grpSp>
        <p:nvGrpSpPr>
          <p:cNvPr id="68610" name="Group 150">
            <a:extLst>
              <a:ext uri="{FF2B5EF4-FFF2-40B4-BE49-F238E27FC236}">
                <a16:creationId xmlns:a16="http://schemas.microsoft.com/office/drawing/2014/main" id="{3AE0215A-D95D-45A3-8B69-71355E0DFCFE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524000"/>
            <a:ext cx="7634288" cy="2452688"/>
            <a:chOff x="823912" y="2286000"/>
            <a:chExt cx="7634288" cy="2452687"/>
          </a:xfrm>
        </p:grpSpPr>
        <p:sp>
          <p:nvSpPr>
            <p:cNvPr id="68615" name="Rectangle 11">
              <a:extLst>
                <a:ext uri="{FF2B5EF4-FFF2-40B4-BE49-F238E27FC236}">
                  <a16:creationId xmlns:a16="http://schemas.microsoft.com/office/drawing/2014/main" id="{DA451DDC-EF1F-4532-BBAC-432ADB718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2286000"/>
              <a:ext cx="7634288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8616" name="Picture 12">
              <a:extLst>
                <a:ext uri="{FF2B5EF4-FFF2-40B4-BE49-F238E27FC236}">
                  <a16:creationId xmlns:a16="http://schemas.microsoft.com/office/drawing/2014/main" id="{F8E80C05-8282-4B75-B01F-6EB01EAA7B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600" y="2513012"/>
              <a:ext cx="188912" cy="19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17" name="Picture 13">
              <a:extLst>
                <a:ext uri="{FF2B5EF4-FFF2-40B4-BE49-F238E27FC236}">
                  <a16:creationId xmlns:a16="http://schemas.microsoft.com/office/drawing/2014/main" id="{55A42E9F-DF6F-4E40-8C1F-4035819642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4625" y="2574925"/>
              <a:ext cx="1206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18" name="Picture 14">
              <a:extLst>
                <a:ext uri="{FF2B5EF4-FFF2-40B4-BE49-F238E27FC236}">
                  <a16:creationId xmlns:a16="http://schemas.microsoft.com/office/drawing/2014/main" id="{4ADE6F74-F9CD-458E-BE2F-2E8BA24C4A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975" y="2582862"/>
              <a:ext cx="179387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619" name="Rectangle 15">
              <a:extLst>
                <a:ext uri="{FF2B5EF4-FFF2-40B4-BE49-F238E27FC236}">
                  <a16:creationId xmlns:a16="http://schemas.microsoft.com/office/drawing/2014/main" id="{FA21839F-CE43-4355-96BA-D29913F55B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298700"/>
              <a:ext cx="12700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20" name="Rectangle 16">
              <a:extLst>
                <a:ext uri="{FF2B5EF4-FFF2-40B4-BE49-F238E27FC236}">
                  <a16:creationId xmlns:a16="http://schemas.microsoft.com/office/drawing/2014/main" id="{5C6010B4-8EB8-4D44-A25C-DE9905F0CF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298700"/>
              <a:ext cx="14287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21" name="Rectangle 17">
              <a:extLst>
                <a:ext uri="{FF2B5EF4-FFF2-40B4-BE49-F238E27FC236}">
                  <a16:creationId xmlns:a16="http://schemas.microsoft.com/office/drawing/2014/main" id="{F879E0C8-7046-4B72-A093-7B9C702C8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298700"/>
              <a:ext cx="12700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22" name="Rectangle 18">
              <a:extLst>
                <a:ext uri="{FF2B5EF4-FFF2-40B4-BE49-F238E27FC236}">
                  <a16:creationId xmlns:a16="http://schemas.microsoft.com/office/drawing/2014/main" id="{E41F2224-7D40-4D6C-9244-158E36301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298700"/>
              <a:ext cx="15875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8623" name="Picture 19">
              <a:extLst>
                <a:ext uri="{FF2B5EF4-FFF2-40B4-BE49-F238E27FC236}">
                  <a16:creationId xmlns:a16="http://schemas.microsoft.com/office/drawing/2014/main" id="{5E0BDC59-1F3F-4FFD-AC88-2B33820B94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062" y="2911475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24" name="Picture 20">
              <a:extLst>
                <a:ext uri="{FF2B5EF4-FFF2-40B4-BE49-F238E27FC236}">
                  <a16:creationId xmlns:a16="http://schemas.microsoft.com/office/drawing/2014/main" id="{62116C4C-7E0E-4739-87B1-A918F13B96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525" y="2909887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25" name="Picture 21">
              <a:extLst>
                <a:ext uri="{FF2B5EF4-FFF2-40B4-BE49-F238E27FC236}">
                  <a16:creationId xmlns:a16="http://schemas.microsoft.com/office/drawing/2014/main" id="{9BF16CB4-E971-4FF1-BC47-59C9290196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6512" y="2911475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26" name="Picture 22">
              <a:extLst>
                <a:ext uri="{FF2B5EF4-FFF2-40B4-BE49-F238E27FC236}">
                  <a16:creationId xmlns:a16="http://schemas.microsoft.com/office/drawing/2014/main" id="{CABB3D1C-FA07-4AB6-A528-A16027ED48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2840037"/>
              <a:ext cx="130175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27" name="Picture 23">
              <a:extLst>
                <a:ext uri="{FF2B5EF4-FFF2-40B4-BE49-F238E27FC236}">
                  <a16:creationId xmlns:a16="http://schemas.microsoft.com/office/drawing/2014/main" id="{51BFFB2E-5AE9-49F0-B5F1-970B77D1B1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7512" y="2906712"/>
              <a:ext cx="1063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28" name="Picture 24">
              <a:extLst>
                <a:ext uri="{FF2B5EF4-FFF2-40B4-BE49-F238E27FC236}">
                  <a16:creationId xmlns:a16="http://schemas.microsoft.com/office/drawing/2014/main" id="{846A99FF-02BD-402B-B713-9837710C12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8162" y="2911475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629" name="Rectangle 25">
              <a:extLst>
                <a:ext uri="{FF2B5EF4-FFF2-40B4-BE49-F238E27FC236}">
                  <a16:creationId xmlns:a16="http://schemas.microsoft.com/office/drawing/2014/main" id="{05720578-6AAD-4B1E-B895-049CF635F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806700"/>
              <a:ext cx="12700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8630" name="Picture 26">
              <a:extLst>
                <a:ext uri="{FF2B5EF4-FFF2-40B4-BE49-F238E27FC236}">
                  <a16:creationId xmlns:a16="http://schemas.microsoft.com/office/drawing/2014/main" id="{62E3A879-14BE-4D43-BC53-F4591F9A41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6024" y="2909887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31" name="Picture 27">
              <a:extLst>
                <a:ext uri="{FF2B5EF4-FFF2-40B4-BE49-F238E27FC236}">
                  <a16:creationId xmlns:a16="http://schemas.microsoft.com/office/drawing/2014/main" id="{6315F6C7-75D8-49A8-93DD-EF96582F0E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124" y="2944812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32" name="Picture 28">
              <a:extLst>
                <a:ext uri="{FF2B5EF4-FFF2-40B4-BE49-F238E27FC236}">
                  <a16:creationId xmlns:a16="http://schemas.microsoft.com/office/drawing/2014/main" id="{3CF2DE90-BF15-44ED-A3D9-B62AA01394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0387" y="2909887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33" name="Picture 29">
              <a:extLst>
                <a:ext uri="{FF2B5EF4-FFF2-40B4-BE49-F238E27FC236}">
                  <a16:creationId xmlns:a16="http://schemas.microsoft.com/office/drawing/2014/main" id="{B68A821A-9585-4777-89AD-6D80010B34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9137" y="2944812"/>
              <a:ext cx="793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634" name="Rectangle 30">
              <a:extLst>
                <a:ext uri="{FF2B5EF4-FFF2-40B4-BE49-F238E27FC236}">
                  <a16:creationId xmlns:a16="http://schemas.microsoft.com/office/drawing/2014/main" id="{E9B8AC68-F952-4F6E-95BC-CC63EB49C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806700"/>
              <a:ext cx="14287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35" name="Rectangle 31">
              <a:extLst>
                <a:ext uri="{FF2B5EF4-FFF2-40B4-BE49-F238E27FC236}">
                  <a16:creationId xmlns:a16="http://schemas.microsoft.com/office/drawing/2014/main" id="{59419E49-3B8A-429E-A388-71AD8C1EB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806700"/>
              <a:ext cx="12700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8636" name="Picture 32">
              <a:extLst>
                <a:ext uri="{FF2B5EF4-FFF2-40B4-BE49-F238E27FC236}">
                  <a16:creationId xmlns:a16="http://schemas.microsoft.com/office/drawing/2014/main" id="{025EA96B-1C60-4CE5-813C-21ECACA002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3725" y="2844800"/>
              <a:ext cx="2286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37" name="Picture 33">
              <a:extLst>
                <a:ext uri="{FF2B5EF4-FFF2-40B4-BE49-F238E27FC236}">
                  <a16:creationId xmlns:a16="http://schemas.microsoft.com/office/drawing/2014/main" id="{9C1D1D50-8011-4E70-AC8F-88852834B8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2962" y="2847975"/>
              <a:ext cx="58738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38" name="Picture 34">
              <a:extLst>
                <a:ext uri="{FF2B5EF4-FFF2-40B4-BE49-F238E27FC236}">
                  <a16:creationId xmlns:a16="http://schemas.microsoft.com/office/drawing/2014/main" id="{950AA624-DF79-4F5E-A85A-1329644615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9162" y="2911475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39" name="Picture 35">
              <a:extLst>
                <a:ext uri="{FF2B5EF4-FFF2-40B4-BE49-F238E27FC236}">
                  <a16:creationId xmlns:a16="http://schemas.microsoft.com/office/drawing/2014/main" id="{FD58FB57-33FA-417C-81A2-C1A8DF58FA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0450" y="2863850"/>
              <a:ext cx="85725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40" name="Picture 36">
              <a:extLst>
                <a:ext uri="{FF2B5EF4-FFF2-40B4-BE49-F238E27FC236}">
                  <a16:creationId xmlns:a16="http://schemas.microsoft.com/office/drawing/2014/main" id="{359DF8FE-DC69-42B1-A6AF-6162734C94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1575" y="2906712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41" name="Picture 37">
              <a:extLst>
                <a:ext uri="{FF2B5EF4-FFF2-40B4-BE49-F238E27FC236}">
                  <a16:creationId xmlns:a16="http://schemas.microsoft.com/office/drawing/2014/main" id="{19931047-7CA2-46B4-8BE4-9FFE056204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2225" y="2911475"/>
              <a:ext cx="95250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42" name="Picture 38">
              <a:extLst>
                <a:ext uri="{FF2B5EF4-FFF2-40B4-BE49-F238E27FC236}">
                  <a16:creationId xmlns:a16="http://schemas.microsoft.com/office/drawing/2014/main" id="{C76FF7C5-583C-4838-A269-193F17F15D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1762" y="2911475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643" name="Rectangle 39">
              <a:extLst>
                <a:ext uri="{FF2B5EF4-FFF2-40B4-BE49-F238E27FC236}">
                  <a16:creationId xmlns:a16="http://schemas.microsoft.com/office/drawing/2014/main" id="{E96F7FF0-9E94-4F65-A89B-0FDE6B785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806700"/>
              <a:ext cx="15875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44" name="Rectangle 47">
              <a:extLst>
                <a:ext uri="{FF2B5EF4-FFF2-40B4-BE49-F238E27FC236}">
                  <a16:creationId xmlns:a16="http://schemas.microsoft.com/office/drawing/2014/main" id="{F4ED4F60-239C-4071-A34D-9890839D0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3222625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8645" name="Picture 48">
              <a:extLst>
                <a:ext uri="{FF2B5EF4-FFF2-40B4-BE49-F238E27FC236}">
                  <a16:creationId xmlns:a16="http://schemas.microsoft.com/office/drawing/2014/main" id="{3F2AC77D-57EF-4D4D-927D-F262801215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3452812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646" name="Rectangle 49">
              <a:extLst>
                <a:ext uri="{FF2B5EF4-FFF2-40B4-BE49-F238E27FC236}">
                  <a16:creationId xmlns:a16="http://schemas.microsoft.com/office/drawing/2014/main" id="{03653C7E-809E-4E91-A2FC-BE9BC0A0A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236912"/>
              <a:ext cx="12700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8647" name="Picture 50">
              <a:extLst>
                <a:ext uri="{FF2B5EF4-FFF2-40B4-BE49-F238E27FC236}">
                  <a16:creationId xmlns:a16="http://schemas.microsoft.com/office/drawing/2014/main" id="{8B483167-7ADB-4A73-B01D-EB43583174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3452812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48" name="Picture 51">
              <a:extLst>
                <a:ext uri="{FF2B5EF4-FFF2-40B4-BE49-F238E27FC236}">
                  <a16:creationId xmlns:a16="http://schemas.microsoft.com/office/drawing/2014/main" id="{32331A1C-44C0-4048-A36A-5F25F7DE5B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1824" y="3452812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649" name="Rectangle 52">
              <a:extLst>
                <a:ext uri="{FF2B5EF4-FFF2-40B4-BE49-F238E27FC236}">
                  <a16:creationId xmlns:a16="http://schemas.microsoft.com/office/drawing/2014/main" id="{D26F6012-49F0-4375-AAE6-F1122AF11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236912"/>
              <a:ext cx="14287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50" name="Rectangle 53">
              <a:extLst>
                <a:ext uri="{FF2B5EF4-FFF2-40B4-BE49-F238E27FC236}">
                  <a16:creationId xmlns:a16="http://schemas.microsoft.com/office/drawing/2014/main" id="{B1DCB547-22D3-4FFA-A023-822A468BE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236912"/>
              <a:ext cx="12700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8651" name="Picture 54">
              <a:extLst>
                <a:ext uri="{FF2B5EF4-FFF2-40B4-BE49-F238E27FC236}">
                  <a16:creationId xmlns:a16="http://schemas.microsoft.com/office/drawing/2014/main" id="{98EB7AB3-E7D9-4BF0-B69B-C2E1B65189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025" y="3514725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52" name="Picture 55">
              <a:extLst>
                <a:ext uri="{FF2B5EF4-FFF2-40B4-BE49-F238E27FC236}">
                  <a16:creationId xmlns:a16="http://schemas.microsoft.com/office/drawing/2014/main" id="{C4BFF8C2-788D-42FC-BFC1-6586385797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325" y="3552825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53" name="Picture 56">
              <a:extLst>
                <a:ext uri="{FF2B5EF4-FFF2-40B4-BE49-F238E27FC236}">
                  <a16:creationId xmlns:a16="http://schemas.microsoft.com/office/drawing/2014/main" id="{64D62B2C-8FE4-44D8-981F-56A377F5A8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3533775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654" name="Rectangle 57">
              <a:extLst>
                <a:ext uri="{FF2B5EF4-FFF2-40B4-BE49-F238E27FC236}">
                  <a16:creationId xmlns:a16="http://schemas.microsoft.com/office/drawing/2014/main" id="{6D596B52-A98F-4437-9305-9C87C9D33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4575" y="3470275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8655" name="Picture 58">
              <a:extLst>
                <a:ext uri="{FF2B5EF4-FFF2-40B4-BE49-F238E27FC236}">
                  <a16:creationId xmlns:a16="http://schemas.microsoft.com/office/drawing/2014/main" id="{158E47C8-C0DB-4556-B3A2-AB95166A31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62" y="3514725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56" name="Picture 59">
              <a:extLst>
                <a:ext uri="{FF2B5EF4-FFF2-40B4-BE49-F238E27FC236}">
                  <a16:creationId xmlns:a16="http://schemas.microsoft.com/office/drawing/2014/main" id="{820B17D1-E0E6-42FA-96BF-9C06CB840D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962" y="3552825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657" name="Rectangle 60">
              <a:extLst>
                <a:ext uri="{FF2B5EF4-FFF2-40B4-BE49-F238E27FC236}">
                  <a16:creationId xmlns:a16="http://schemas.microsoft.com/office/drawing/2014/main" id="{55CF9AFB-3C5C-4246-B80C-1B87D53EB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0800" y="3470275"/>
              <a:ext cx="161925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8658" name="Picture 61">
              <a:extLst>
                <a:ext uri="{FF2B5EF4-FFF2-40B4-BE49-F238E27FC236}">
                  <a16:creationId xmlns:a16="http://schemas.microsoft.com/office/drawing/2014/main" id="{73A7E5AB-0D2B-45C1-8EA4-0E594CE410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675" y="3514725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59" name="Picture 62">
              <a:extLst>
                <a:ext uri="{FF2B5EF4-FFF2-40B4-BE49-F238E27FC236}">
                  <a16:creationId xmlns:a16="http://schemas.microsoft.com/office/drawing/2014/main" id="{EA953F51-74D3-4E96-AE07-F785E9DE3A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8600" y="3552825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660" name="Rectangle 63">
              <a:extLst>
                <a:ext uri="{FF2B5EF4-FFF2-40B4-BE49-F238E27FC236}">
                  <a16:creationId xmlns:a16="http://schemas.microsoft.com/office/drawing/2014/main" id="{E00B465E-6502-4CDD-B948-C0181460A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236912"/>
              <a:ext cx="15875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8661" name="Picture 72">
              <a:extLst>
                <a:ext uri="{FF2B5EF4-FFF2-40B4-BE49-F238E27FC236}">
                  <a16:creationId xmlns:a16="http://schemas.microsoft.com/office/drawing/2014/main" id="{5C8598BB-2DD5-4238-9750-5C3BB39792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8112" y="378460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662" name="Rectangle 73">
              <a:extLst>
                <a:ext uri="{FF2B5EF4-FFF2-40B4-BE49-F238E27FC236}">
                  <a16:creationId xmlns:a16="http://schemas.microsoft.com/office/drawing/2014/main" id="{69B12A29-0265-4B29-8F49-3AC2786C84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733800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8663" name="Picture 74">
              <a:extLst>
                <a:ext uri="{FF2B5EF4-FFF2-40B4-BE49-F238E27FC236}">
                  <a16:creationId xmlns:a16="http://schemas.microsoft.com/office/drawing/2014/main" id="{8CFD8D3D-F04E-4170-8EAC-BBF91B6C55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3784600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64" name="Picture 75">
              <a:extLst>
                <a:ext uri="{FF2B5EF4-FFF2-40B4-BE49-F238E27FC236}">
                  <a16:creationId xmlns:a16="http://schemas.microsoft.com/office/drawing/2014/main" id="{3F300D37-64FA-4668-82CF-48782CC0B0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9124" y="4103687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665" name="Rectangle 76">
              <a:extLst>
                <a:ext uri="{FF2B5EF4-FFF2-40B4-BE49-F238E27FC236}">
                  <a16:creationId xmlns:a16="http://schemas.microsoft.com/office/drawing/2014/main" id="{E286FC34-0256-43FC-925E-5FFE23D5A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733800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66" name="Rectangle 77">
              <a:extLst>
                <a:ext uri="{FF2B5EF4-FFF2-40B4-BE49-F238E27FC236}">
                  <a16:creationId xmlns:a16="http://schemas.microsoft.com/office/drawing/2014/main" id="{9F5915DD-9B4F-400F-88FB-C80F8F594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733800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8667" name="Picture 78">
              <a:extLst>
                <a:ext uri="{FF2B5EF4-FFF2-40B4-BE49-F238E27FC236}">
                  <a16:creationId xmlns:a16="http://schemas.microsoft.com/office/drawing/2014/main" id="{16D69B49-F547-485C-A259-906D31905F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025" y="3846512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68" name="Picture 79">
              <a:extLst>
                <a:ext uri="{FF2B5EF4-FFF2-40B4-BE49-F238E27FC236}">
                  <a16:creationId xmlns:a16="http://schemas.microsoft.com/office/drawing/2014/main" id="{10A7EF9E-1CE3-4E55-9E18-D649F9A54B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7850" y="3883025"/>
              <a:ext cx="682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69" name="Picture 80">
              <a:extLst>
                <a:ext uri="{FF2B5EF4-FFF2-40B4-BE49-F238E27FC236}">
                  <a16:creationId xmlns:a16="http://schemas.microsoft.com/office/drawing/2014/main" id="{B45486CC-92D8-4A0F-BA32-FE4A1E6709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3863975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670" name="Rectangle 81">
              <a:extLst>
                <a:ext uri="{FF2B5EF4-FFF2-40B4-BE49-F238E27FC236}">
                  <a16:creationId xmlns:a16="http://schemas.microsoft.com/office/drawing/2014/main" id="{101A3F0C-94C1-4CDB-932D-F633E1D60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4575" y="3802062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8671" name="Picture 82">
              <a:extLst>
                <a:ext uri="{FF2B5EF4-FFF2-40B4-BE49-F238E27FC236}">
                  <a16:creationId xmlns:a16="http://schemas.microsoft.com/office/drawing/2014/main" id="{70075B51-1737-42AC-BFDC-6EB1AC94C0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62" y="3846512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72" name="Picture 83">
              <a:extLst>
                <a:ext uri="{FF2B5EF4-FFF2-40B4-BE49-F238E27FC236}">
                  <a16:creationId xmlns:a16="http://schemas.microsoft.com/office/drawing/2014/main" id="{86E03B9E-DAA5-4FDD-B389-F9E28B5EE4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962" y="3883025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73" name="Picture 84">
              <a:extLst>
                <a:ext uri="{FF2B5EF4-FFF2-40B4-BE49-F238E27FC236}">
                  <a16:creationId xmlns:a16="http://schemas.microsoft.com/office/drawing/2014/main" id="{B9B2E4B5-B583-4794-9B7A-7DC26BDEDA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675" y="3846512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74" name="Picture 85">
              <a:extLst>
                <a:ext uri="{FF2B5EF4-FFF2-40B4-BE49-F238E27FC236}">
                  <a16:creationId xmlns:a16="http://schemas.microsoft.com/office/drawing/2014/main" id="{C27D771A-03DD-4B16-90BB-C18095074E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8600" y="3883025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675" name="Rectangle 86">
              <a:extLst>
                <a:ext uri="{FF2B5EF4-FFF2-40B4-BE49-F238E27FC236}">
                  <a16:creationId xmlns:a16="http://schemas.microsoft.com/office/drawing/2014/main" id="{B527145C-3C40-4A6D-A897-3C6B7D189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733800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8676" name="Picture 96">
              <a:extLst>
                <a:ext uri="{FF2B5EF4-FFF2-40B4-BE49-F238E27FC236}">
                  <a16:creationId xmlns:a16="http://schemas.microsoft.com/office/drawing/2014/main" id="{2B34F9CE-CBD7-4BE2-9F8E-5BC6FFFAA8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175" y="4111625"/>
              <a:ext cx="107950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677" name="Rectangle 97">
              <a:extLst>
                <a:ext uri="{FF2B5EF4-FFF2-40B4-BE49-F238E27FC236}">
                  <a16:creationId xmlns:a16="http://schemas.microsoft.com/office/drawing/2014/main" id="{952BD76A-11F6-41CC-9AEC-A01C5E958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4064000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8678" name="Picture 98">
              <a:extLst>
                <a:ext uri="{FF2B5EF4-FFF2-40B4-BE49-F238E27FC236}">
                  <a16:creationId xmlns:a16="http://schemas.microsoft.com/office/drawing/2014/main" id="{989A549F-9595-436A-95D5-B42F04F9F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3767137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679" name="Rectangle 99">
              <a:extLst>
                <a:ext uri="{FF2B5EF4-FFF2-40B4-BE49-F238E27FC236}">
                  <a16:creationId xmlns:a16="http://schemas.microsoft.com/office/drawing/2014/main" id="{1011D218-9347-4FE0-8AAF-F021F63B6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4064000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80" name="Rectangle 100">
              <a:extLst>
                <a:ext uri="{FF2B5EF4-FFF2-40B4-BE49-F238E27FC236}">
                  <a16:creationId xmlns:a16="http://schemas.microsoft.com/office/drawing/2014/main" id="{31F85620-6A37-4EF9-A517-34D599D169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4064000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8681" name="Picture 101">
              <a:extLst>
                <a:ext uri="{FF2B5EF4-FFF2-40B4-BE49-F238E27FC236}">
                  <a16:creationId xmlns:a16="http://schemas.microsoft.com/office/drawing/2014/main" id="{E42775EF-1163-42F2-AC0A-068985C3B7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025" y="4175125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82" name="Picture 102">
              <a:extLst>
                <a:ext uri="{FF2B5EF4-FFF2-40B4-BE49-F238E27FC236}">
                  <a16:creationId xmlns:a16="http://schemas.microsoft.com/office/drawing/2014/main" id="{BF28EE21-068D-46C3-B633-B5F8E389A3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1500" y="4210050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83" name="Picture 103">
              <a:extLst>
                <a:ext uri="{FF2B5EF4-FFF2-40B4-BE49-F238E27FC236}">
                  <a16:creationId xmlns:a16="http://schemas.microsoft.com/office/drawing/2014/main" id="{97C24E02-63C1-421D-9D73-42C15AD967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4191000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84" name="Picture 104">
              <a:extLst>
                <a:ext uri="{FF2B5EF4-FFF2-40B4-BE49-F238E27FC236}">
                  <a16:creationId xmlns:a16="http://schemas.microsoft.com/office/drawing/2014/main" id="{9EDF1BFB-04A4-4888-8DF1-F79D60E9FA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62" y="4175125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85" name="Picture 105">
              <a:extLst>
                <a:ext uri="{FF2B5EF4-FFF2-40B4-BE49-F238E27FC236}">
                  <a16:creationId xmlns:a16="http://schemas.microsoft.com/office/drawing/2014/main" id="{2755A620-0A38-4FAF-AC9B-D31AABA3FA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962" y="4210050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86" name="Picture 106">
              <a:extLst>
                <a:ext uri="{FF2B5EF4-FFF2-40B4-BE49-F238E27FC236}">
                  <a16:creationId xmlns:a16="http://schemas.microsoft.com/office/drawing/2014/main" id="{F3516A5D-BEDF-4863-8EEF-BF76A63819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675" y="4175125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87" name="Picture 107">
              <a:extLst>
                <a:ext uri="{FF2B5EF4-FFF2-40B4-BE49-F238E27FC236}">
                  <a16:creationId xmlns:a16="http://schemas.microsoft.com/office/drawing/2014/main" id="{FFB05097-1F6D-472D-A57F-F803426051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5425" y="4210050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688" name="Rectangle 108">
              <a:extLst>
                <a:ext uri="{FF2B5EF4-FFF2-40B4-BE49-F238E27FC236}">
                  <a16:creationId xmlns:a16="http://schemas.microsoft.com/office/drawing/2014/main" id="{C1B11B83-5CA9-4A63-9BF2-B74EB89AF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7312" y="4133850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89" name="Rectangle 109">
              <a:extLst>
                <a:ext uri="{FF2B5EF4-FFF2-40B4-BE49-F238E27FC236}">
                  <a16:creationId xmlns:a16="http://schemas.microsoft.com/office/drawing/2014/main" id="{415CF246-3AAB-4D88-A716-2118736B1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4064000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8690" name="Picture 119">
              <a:extLst>
                <a:ext uri="{FF2B5EF4-FFF2-40B4-BE49-F238E27FC236}">
                  <a16:creationId xmlns:a16="http://schemas.microsoft.com/office/drawing/2014/main" id="{A587B2BC-0578-4C2F-8977-EE1708BAED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4441825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691" name="Rectangle 120">
              <a:extLst>
                <a:ext uri="{FF2B5EF4-FFF2-40B4-BE49-F238E27FC236}">
                  <a16:creationId xmlns:a16="http://schemas.microsoft.com/office/drawing/2014/main" id="{27D46D74-BD16-48DE-8C78-E49F40317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4395787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8692" name="Picture 121">
              <a:extLst>
                <a:ext uri="{FF2B5EF4-FFF2-40B4-BE49-F238E27FC236}">
                  <a16:creationId xmlns:a16="http://schemas.microsoft.com/office/drawing/2014/main" id="{961FE533-EB46-498F-9600-132E2A0619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4441825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693" name="Rectangle 122">
              <a:extLst>
                <a:ext uri="{FF2B5EF4-FFF2-40B4-BE49-F238E27FC236}">
                  <a16:creationId xmlns:a16="http://schemas.microsoft.com/office/drawing/2014/main" id="{A6BA152F-9ACF-4BA6-AF1F-76554DC85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4395787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694" name="Rectangle 123">
              <a:extLst>
                <a:ext uri="{FF2B5EF4-FFF2-40B4-BE49-F238E27FC236}">
                  <a16:creationId xmlns:a16="http://schemas.microsoft.com/office/drawing/2014/main" id="{B6E34C94-A800-48C9-98F9-308D6CC7B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4395787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8695" name="Picture 124">
              <a:extLst>
                <a:ext uri="{FF2B5EF4-FFF2-40B4-BE49-F238E27FC236}">
                  <a16:creationId xmlns:a16="http://schemas.microsoft.com/office/drawing/2014/main" id="{46995F98-D2D0-405C-A863-1387032B81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7025" y="4505325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96" name="Picture 125">
              <a:extLst>
                <a:ext uri="{FF2B5EF4-FFF2-40B4-BE49-F238E27FC236}">
                  <a16:creationId xmlns:a16="http://schemas.microsoft.com/office/drawing/2014/main" id="{EB090E1D-F8CB-44E8-9580-098B71589F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1500" y="4543425"/>
              <a:ext cx="80962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97" name="Picture 126">
              <a:extLst>
                <a:ext uri="{FF2B5EF4-FFF2-40B4-BE49-F238E27FC236}">
                  <a16:creationId xmlns:a16="http://schemas.microsoft.com/office/drawing/2014/main" id="{A3704863-46F4-46EE-A797-B080B78B9B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875" y="4522787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98" name="Picture 127">
              <a:extLst>
                <a:ext uri="{FF2B5EF4-FFF2-40B4-BE49-F238E27FC236}">
                  <a16:creationId xmlns:a16="http://schemas.microsoft.com/office/drawing/2014/main" id="{2C6629F3-18DD-4853-8AEC-4FB898F19C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8862" y="4505325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99" name="Picture 128">
              <a:extLst>
                <a:ext uri="{FF2B5EF4-FFF2-40B4-BE49-F238E27FC236}">
                  <a16:creationId xmlns:a16="http://schemas.microsoft.com/office/drawing/2014/main" id="{E89ED16C-05FD-4694-93B8-7B1DB95048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962" y="4541837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700" name="Picture 129">
              <a:extLst>
                <a:ext uri="{FF2B5EF4-FFF2-40B4-BE49-F238E27FC236}">
                  <a16:creationId xmlns:a16="http://schemas.microsoft.com/office/drawing/2014/main" id="{22ABCDFE-AB41-44A7-B89B-B8F3535890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6675" y="4505325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701" name="Picture 130">
              <a:extLst>
                <a:ext uri="{FF2B5EF4-FFF2-40B4-BE49-F238E27FC236}">
                  <a16:creationId xmlns:a16="http://schemas.microsoft.com/office/drawing/2014/main" id="{7BC49D5F-1A15-4F75-A4C5-471934D4FF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5425" y="4541837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702" name="Rectangle 131">
              <a:extLst>
                <a:ext uri="{FF2B5EF4-FFF2-40B4-BE49-F238E27FC236}">
                  <a16:creationId xmlns:a16="http://schemas.microsoft.com/office/drawing/2014/main" id="{371AB9E8-C88B-4F13-AB18-F16C32161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4395787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68703" name="Picture 142">
              <a:extLst>
                <a:ext uri="{FF2B5EF4-FFF2-40B4-BE49-F238E27FC236}">
                  <a16:creationId xmlns:a16="http://schemas.microsoft.com/office/drawing/2014/main" id="{81D4B994-8A8B-43AF-8A20-83309E1A0A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4124324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704" name="Picture 143">
              <a:extLst>
                <a:ext uri="{FF2B5EF4-FFF2-40B4-BE49-F238E27FC236}">
                  <a16:creationId xmlns:a16="http://schemas.microsoft.com/office/drawing/2014/main" id="{043A82B9-BC1E-4786-A9CD-4BCA945DC2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4452937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705" name="Rectangle 144">
              <a:extLst>
                <a:ext uri="{FF2B5EF4-FFF2-40B4-BE49-F238E27FC236}">
                  <a16:creationId xmlns:a16="http://schemas.microsoft.com/office/drawing/2014/main" id="{71B3A7CE-BFBD-41F7-9E45-3D28134D7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4724400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68706" name="TextBox 145">
              <a:extLst>
                <a:ext uri="{FF2B5EF4-FFF2-40B4-BE49-F238E27FC236}">
                  <a16:creationId xmlns:a16="http://schemas.microsoft.com/office/drawing/2014/main" id="{EBA31565-648A-40AA-A5D0-E70E59F562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0" y="2667000"/>
              <a:ext cx="12975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(x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, 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</a:t>
              </a:r>
            </a:p>
          </p:txBody>
        </p:sp>
        <p:pic>
          <p:nvPicPr>
            <p:cNvPr id="68707" name="Picture 146">
              <a:extLst>
                <a:ext uri="{FF2B5EF4-FFF2-40B4-BE49-F238E27FC236}">
                  <a16:creationId xmlns:a16="http://schemas.microsoft.com/office/drawing/2014/main" id="{67E56F76-2C9F-46AE-B274-7AD0E1B6FD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4525" y="347345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708" name="Picture 147">
              <a:extLst>
                <a:ext uri="{FF2B5EF4-FFF2-40B4-BE49-F238E27FC236}">
                  <a16:creationId xmlns:a16="http://schemas.microsoft.com/office/drawing/2014/main" id="{B726DC89-26D6-4BF8-A072-BAEB8DE760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4525" y="377825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709" name="Picture 148">
              <a:extLst>
                <a:ext uri="{FF2B5EF4-FFF2-40B4-BE49-F238E27FC236}">
                  <a16:creationId xmlns:a16="http://schemas.microsoft.com/office/drawing/2014/main" id="{9A3B6563-DC6E-4B71-85D8-B1E85482B0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4525" y="44196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710" name="Picture 149">
              <a:extLst>
                <a:ext uri="{FF2B5EF4-FFF2-40B4-BE49-F238E27FC236}">
                  <a16:creationId xmlns:a16="http://schemas.microsoft.com/office/drawing/2014/main" id="{979ED10B-94B7-4268-9F11-DCF4ECDC34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9920" y="4114800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68611" name="Picture 110" descr="Screen shot 2013-09-06 at 2.54.58 PM.png">
            <a:extLst>
              <a:ext uri="{FF2B5EF4-FFF2-40B4-BE49-F238E27FC236}">
                <a16:creationId xmlns:a16="http://schemas.microsoft.com/office/drawing/2014/main" id="{7B8ADE38-7C68-4354-8F9C-0AA71F5B8A5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4205287"/>
            <a:ext cx="6883224" cy="196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2" name="Rectangle 147">
            <a:extLst>
              <a:ext uri="{FF2B5EF4-FFF2-40B4-BE49-F238E27FC236}">
                <a16:creationId xmlns:a16="http://schemas.microsoft.com/office/drawing/2014/main" id="{3E62B1A6-A129-40B0-BE87-3E4B41D03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5575" y="3581400"/>
            <a:ext cx="3163888" cy="33655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8613" name="Rectangle 147">
            <a:extLst>
              <a:ext uri="{FF2B5EF4-FFF2-40B4-BE49-F238E27FC236}">
                <a16:creationId xmlns:a16="http://schemas.microsoft.com/office/drawing/2014/main" id="{0099EB86-9E12-4624-8CA4-1C812580A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5575" y="2971800"/>
            <a:ext cx="3167063" cy="33655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8614" name="Rectangle 147">
            <a:extLst>
              <a:ext uri="{FF2B5EF4-FFF2-40B4-BE49-F238E27FC236}">
                <a16:creationId xmlns:a16="http://schemas.microsoft.com/office/drawing/2014/main" id="{B41DCC50-98FD-4D2F-8347-A0797659B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5575" y="2579688"/>
            <a:ext cx="3176588" cy="33655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AAC4B09-A2B9-4F60-AA78-58FE456492DB}"/>
                  </a:ext>
                </a:extLst>
              </p14:cNvPr>
              <p14:cNvContentPartPr/>
              <p14:nvPr/>
            </p14:nvContentPartPr>
            <p14:xfrm>
              <a:off x="2536200" y="4866480"/>
              <a:ext cx="3148560" cy="694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AAC4B09-A2B9-4F60-AA78-58FE456492D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526840" y="4857120"/>
                <a:ext cx="3167280" cy="713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4D5A8C23-F495-BD4B-BFBE-681A91644C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895600"/>
            <a:ext cx="7924800" cy="1066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Product-of-Sums Form</a:t>
            </a:r>
            <a:br>
              <a:rPr lang="en-US" dirty="0">
                <a:ea typeface="+mj-ea"/>
              </a:rPr>
            </a:br>
            <a:r>
              <a:rPr lang="en-US" sz="2400" dirty="0">
                <a:ea typeface="+mj-ea"/>
              </a:rPr>
              <a:t>(uses the </a:t>
            </a:r>
            <a:r>
              <a:rPr lang="en-US" sz="2400" dirty="0">
                <a:solidFill>
                  <a:srgbClr val="FF0000"/>
                </a:solidFill>
                <a:ea typeface="+mj-ea"/>
              </a:rPr>
              <a:t>zeros</a:t>
            </a:r>
            <a:r>
              <a:rPr lang="en-US" sz="2400" dirty="0">
                <a:ea typeface="+mj-ea"/>
              </a:rPr>
              <a:t> of the function)</a:t>
            </a:r>
            <a:endParaRPr lang="en-US" sz="2400" dirty="0"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>
            <a:extLst>
              <a:ext uri="{FF2B5EF4-FFF2-40B4-BE49-F238E27FC236}">
                <a16:creationId xmlns:a16="http://schemas.microsoft.com/office/drawing/2014/main" id="{03EC9348-4FD8-4F84-9CBC-1F3D7B8E4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Product-of-Sums Form</a:t>
            </a:r>
            <a:br>
              <a:rPr lang="en-US" altLang="en-US"/>
            </a:br>
            <a:r>
              <a:rPr lang="en-US" altLang="en-US" sz="2800"/>
              <a:t>(for the OR logic function)</a:t>
            </a:r>
            <a:endParaRPr lang="en-US" altLang="en-US"/>
          </a:p>
        </p:txBody>
      </p:sp>
      <p:grpSp>
        <p:nvGrpSpPr>
          <p:cNvPr id="70658" name="Group 143">
            <a:extLst>
              <a:ext uri="{FF2B5EF4-FFF2-40B4-BE49-F238E27FC236}">
                <a16:creationId xmlns:a16="http://schemas.microsoft.com/office/drawing/2014/main" id="{919A001B-19C6-4F9A-9BD5-CC13232A5C17}"/>
              </a:ext>
            </a:extLst>
          </p:cNvPr>
          <p:cNvGrpSpPr>
            <a:grpSpLocks/>
          </p:cNvGrpSpPr>
          <p:nvPr/>
        </p:nvGrpSpPr>
        <p:grpSpPr bwMode="auto">
          <a:xfrm>
            <a:off x="823913" y="1219200"/>
            <a:ext cx="7634287" cy="2441575"/>
            <a:chOff x="823912" y="1673226"/>
            <a:chExt cx="7634288" cy="2441574"/>
          </a:xfrm>
        </p:grpSpPr>
        <p:sp>
          <p:nvSpPr>
            <p:cNvPr id="70659" name="Rectangle 4">
              <a:extLst>
                <a:ext uri="{FF2B5EF4-FFF2-40B4-BE49-F238E27FC236}">
                  <a16:creationId xmlns:a16="http://schemas.microsoft.com/office/drawing/2014/main" id="{7ED902A2-3A40-473C-91E8-F795872FB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1673226"/>
              <a:ext cx="7634288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0660" name="Picture 5">
              <a:extLst>
                <a:ext uri="{FF2B5EF4-FFF2-40B4-BE49-F238E27FC236}">
                  <a16:creationId xmlns:a16="http://schemas.microsoft.com/office/drawing/2014/main" id="{93B6E914-E025-43DD-BA3B-C50BF66A21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600" y="1900238"/>
              <a:ext cx="188912" cy="19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61" name="Picture 6">
              <a:extLst>
                <a:ext uri="{FF2B5EF4-FFF2-40B4-BE49-F238E27FC236}">
                  <a16:creationId xmlns:a16="http://schemas.microsoft.com/office/drawing/2014/main" id="{DC235336-35AD-4E93-8F4D-EF30F95754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4625" y="1962151"/>
              <a:ext cx="1206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62" name="Picture 7">
              <a:extLst>
                <a:ext uri="{FF2B5EF4-FFF2-40B4-BE49-F238E27FC236}">
                  <a16:creationId xmlns:a16="http://schemas.microsoft.com/office/drawing/2014/main" id="{EF8B5C7D-79D0-4522-96AE-0A6CCAE304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975" y="1970088"/>
              <a:ext cx="179387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663" name="Rectangle 8">
              <a:extLst>
                <a:ext uri="{FF2B5EF4-FFF2-40B4-BE49-F238E27FC236}">
                  <a16:creationId xmlns:a16="http://schemas.microsoft.com/office/drawing/2014/main" id="{931C773C-997C-43FE-A195-D4DBE4785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1685926"/>
              <a:ext cx="12700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64" name="Rectangle 9">
              <a:extLst>
                <a:ext uri="{FF2B5EF4-FFF2-40B4-BE49-F238E27FC236}">
                  <a16:creationId xmlns:a16="http://schemas.microsoft.com/office/drawing/2014/main" id="{0C51D789-3C17-4A18-A881-AE0A5284D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1685926"/>
              <a:ext cx="14287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65" name="Rectangle 10">
              <a:extLst>
                <a:ext uri="{FF2B5EF4-FFF2-40B4-BE49-F238E27FC236}">
                  <a16:creationId xmlns:a16="http://schemas.microsoft.com/office/drawing/2014/main" id="{21497B87-5D0B-453B-9E75-0241A9380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1685926"/>
              <a:ext cx="12700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66" name="Rectangle 11">
              <a:extLst>
                <a:ext uri="{FF2B5EF4-FFF2-40B4-BE49-F238E27FC236}">
                  <a16:creationId xmlns:a16="http://schemas.microsoft.com/office/drawing/2014/main" id="{C7CBDF22-91B2-4DA5-8B94-0CED99B2D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1685926"/>
              <a:ext cx="15875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0667" name="Picture 12">
              <a:extLst>
                <a:ext uri="{FF2B5EF4-FFF2-40B4-BE49-F238E27FC236}">
                  <a16:creationId xmlns:a16="http://schemas.microsoft.com/office/drawing/2014/main" id="{33515FB8-1341-4BA4-9CFA-AD8A871BE0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062" y="2298701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68" name="Picture 13">
              <a:extLst>
                <a:ext uri="{FF2B5EF4-FFF2-40B4-BE49-F238E27FC236}">
                  <a16:creationId xmlns:a16="http://schemas.microsoft.com/office/drawing/2014/main" id="{76514ABC-0ABD-4D26-B6FA-8B77A04542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525" y="2297113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69" name="Picture 14">
              <a:extLst>
                <a:ext uri="{FF2B5EF4-FFF2-40B4-BE49-F238E27FC236}">
                  <a16:creationId xmlns:a16="http://schemas.microsoft.com/office/drawing/2014/main" id="{679E1879-8C63-46FE-AE53-D1A8ECF139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6512" y="2298701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70" name="Picture 15">
              <a:extLst>
                <a:ext uri="{FF2B5EF4-FFF2-40B4-BE49-F238E27FC236}">
                  <a16:creationId xmlns:a16="http://schemas.microsoft.com/office/drawing/2014/main" id="{A64BD484-557D-4D43-90DD-459D4F4872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2227263"/>
              <a:ext cx="130175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71" name="Picture 16">
              <a:extLst>
                <a:ext uri="{FF2B5EF4-FFF2-40B4-BE49-F238E27FC236}">
                  <a16:creationId xmlns:a16="http://schemas.microsoft.com/office/drawing/2014/main" id="{A97BD9FB-59C9-4DFE-8CE3-CE595B1B0F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7512" y="2293938"/>
              <a:ext cx="1063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72" name="Picture 17">
              <a:extLst>
                <a:ext uri="{FF2B5EF4-FFF2-40B4-BE49-F238E27FC236}">
                  <a16:creationId xmlns:a16="http://schemas.microsoft.com/office/drawing/2014/main" id="{0D62AE76-8E8C-44B3-8305-6E07AB7CF4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8162" y="2298701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673" name="Rectangle 18">
              <a:extLst>
                <a:ext uri="{FF2B5EF4-FFF2-40B4-BE49-F238E27FC236}">
                  <a16:creationId xmlns:a16="http://schemas.microsoft.com/office/drawing/2014/main" id="{F255EFA6-CCCD-405F-B6EF-10D8C8C1B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193926"/>
              <a:ext cx="12700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0674" name="Picture 19">
              <a:extLst>
                <a:ext uri="{FF2B5EF4-FFF2-40B4-BE49-F238E27FC236}">
                  <a16:creationId xmlns:a16="http://schemas.microsoft.com/office/drawing/2014/main" id="{EC5B14E6-D293-452A-A738-5E7C72E162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6024" y="2297113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75" name="Picture 20">
              <a:extLst>
                <a:ext uri="{FF2B5EF4-FFF2-40B4-BE49-F238E27FC236}">
                  <a16:creationId xmlns:a16="http://schemas.microsoft.com/office/drawing/2014/main" id="{D673AB86-22D9-4261-9E87-6E433637D5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124" y="2332038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76" name="Picture 21">
              <a:extLst>
                <a:ext uri="{FF2B5EF4-FFF2-40B4-BE49-F238E27FC236}">
                  <a16:creationId xmlns:a16="http://schemas.microsoft.com/office/drawing/2014/main" id="{54EB18D5-F911-463E-973E-99514AF451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0387" y="2297113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77" name="Picture 22">
              <a:extLst>
                <a:ext uri="{FF2B5EF4-FFF2-40B4-BE49-F238E27FC236}">
                  <a16:creationId xmlns:a16="http://schemas.microsoft.com/office/drawing/2014/main" id="{41F9B93B-2529-4460-B0B7-3F8AAC0AAA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9137" y="2332038"/>
              <a:ext cx="793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678" name="Rectangle 23">
              <a:extLst>
                <a:ext uri="{FF2B5EF4-FFF2-40B4-BE49-F238E27FC236}">
                  <a16:creationId xmlns:a16="http://schemas.microsoft.com/office/drawing/2014/main" id="{BC87BBA8-4F95-4F34-9577-1ADCDA8E6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193926"/>
              <a:ext cx="14287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79" name="Rectangle 24">
              <a:extLst>
                <a:ext uri="{FF2B5EF4-FFF2-40B4-BE49-F238E27FC236}">
                  <a16:creationId xmlns:a16="http://schemas.microsoft.com/office/drawing/2014/main" id="{020AA714-DD7A-43D7-8B92-D3AC5C801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193926"/>
              <a:ext cx="12700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80" name="Rectangle 32">
              <a:extLst>
                <a:ext uri="{FF2B5EF4-FFF2-40B4-BE49-F238E27FC236}">
                  <a16:creationId xmlns:a16="http://schemas.microsoft.com/office/drawing/2014/main" id="{B6785C36-0D6B-4504-A82D-641F80007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193926"/>
              <a:ext cx="15875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0681" name="Picture 33">
              <a:extLst>
                <a:ext uri="{FF2B5EF4-FFF2-40B4-BE49-F238E27FC236}">
                  <a16:creationId xmlns:a16="http://schemas.microsoft.com/office/drawing/2014/main" id="{F638FD99-22D5-4394-8C4D-63DBED347A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9600" y="2232026"/>
              <a:ext cx="227013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82" name="Picture 34">
              <a:extLst>
                <a:ext uri="{FF2B5EF4-FFF2-40B4-BE49-F238E27FC236}">
                  <a16:creationId xmlns:a16="http://schemas.microsoft.com/office/drawing/2014/main" id="{9889B0B1-D60C-4FCB-B2C7-76E867AF5E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2013" y="2293938"/>
              <a:ext cx="123825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83" name="Picture 35">
              <a:extLst>
                <a:ext uri="{FF2B5EF4-FFF2-40B4-BE49-F238E27FC236}">
                  <a16:creationId xmlns:a16="http://schemas.microsoft.com/office/drawing/2014/main" id="{9FF3247F-5EEB-4E7B-94EF-2CBD4B4E3A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2188" y="2300288"/>
              <a:ext cx="136525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84" name="Picture 36">
              <a:extLst>
                <a:ext uri="{FF2B5EF4-FFF2-40B4-BE49-F238E27FC236}">
                  <a16:creationId xmlns:a16="http://schemas.microsoft.com/office/drawing/2014/main" id="{D4CEF488-3F76-4A89-BAF0-79ED86E55F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1413" y="2251076"/>
              <a:ext cx="84137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85" name="Picture 37">
              <a:extLst>
                <a:ext uri="{FF2B5EF4-FFF2-40B4-BE49-F238E27FC236}">
                  <a16:creationId xmlns:a16="http://schemas.microsoft.com/office/drawing/2014/main" id="{D532E5FF-1E5D-442C-995D-FE8EEC3A27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9363" y="2293938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86" name="Picture 38">
              <a:extLst>
                <a:ext uri="{FF2B5EF4-FFF2-40B4-BE49-F238E27FC236}">
                  <a16:creationId xmlns:a16="http://schemas.microsoft.com/office/drawing/2014/main" id="{C3BDD785-0CC6-4637-BA3D-89DFC62FE0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1600" y="2298701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87" name="Picture 39">
              <a:extLst>
                <a:ext uri="{FF2B5EF4-FFF2-40B4-BE49-F238E27FC236}">
                  <a16:creationId xmlns:a16="http://schemas.microsoft.com/office/drawing/2014/main" id="{A7ED5163-01CB-456F-AA6E-668B472C71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1138" y="2298701"/>
              <a:ext cx="212725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688" name="Rectangle 40">
              <a:extLst>
                <a:ext uri="{FF2B5EF4-FFF2-40B4-BE49-F238E27FC236}">
                  <a16:creationId xmlns:a16="http://schemas.microsoft.com/office/drawing/2014/main" id="{B4ECC399-3D60-44FC-8BF2-FA25451E1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2609851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0689" name="Picture 41">
              <a:extLst>
                <a:ext uri="{FF2B5EF4-FFF2-40B4-BE49-F238E27FC236}">
                  <a16:creationId xmlns:a16="http://schemas.microsoft.com/office/drawing/2014/main" id="{F5807DFA-9222-4EA2-89F8-B9A830FF1A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690" name="Rectangle 42">
              <a:extLst>
                <a:ext uri="{FF2B5EF4-FFF2-40B4-BE49-F238E27FC236}">
                  <a16:creationId xmlns:a16="http://schemas.microsoft.com/office/drawing/2014/main" id="{F0CB6765-755B-4533-9699-7685C40AA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624138"/>
              <a:ext cx="12700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0691" name="Picture 43">
              <a:extLst>
                <a:ext uri="{FF2B5EF4-FFF2-40B4-BE49-F238E27FC236}">
                  <a16:creationId xmlns:a16="http://schemas.microsoft.com/office/drawing/2014/main" id="{30C1C742-82B8-49F1-88A5-6666C86337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92" name="Picture 44">
              <a:extLst>
                <a:ext uri="{FF2B5EF4-FFF2-40B4-BE49-F238E27FC236}">
                  <a16:creationId xmlns:a16="http://schemas.microsoft.com/office/drawing/2014/main" id="{44934D02-AECE-4E33-9A16-E0D6EA33E6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1824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693" name="Rectangle 45">
              <a:extLst>
                <a:ext uri="{FF2B5EF4-FFF2-40B4-BE49-F238E27FC236}">
                  <a16:creationId xmlns:a16="http://schemas.microsoft.com/office/drawing/2014/main" id="{4C314063-5362-4F9F-A86A-379AA7E11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624138"/>
              <a:ext cx="14287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94" name="Rectangle 46">
              <a:extLst>
                <a:ext uri="{FF2B5EF4-FFF2-40B4-BE49-F238E27FC236}">
                  <a16:creationId xmlns:a16="http://schemas.microsoft.com/office/drawing/2014/main" id="{0E71B79D-E61B-4F4E-BE33-15BF7D5E1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624138"/>
              <a:ext cx="12700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695" name="Rectangle 56">
              <a:extLst>
                <a:ext uri="{FF2B5EF4-FFF2-40B4-BE49-F238E27FC236}">
                  <a16:creationId xmlns:a16="http://schemas.microsoft.com/office/drawing/2014/main" id="{68B44439-FD5E-4DC2-9BC1-532757DE7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624138"/>
              <a:ext cx="15875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0696" name="Picture 57">
              <a:extLst>
                <a:ext uri="{FF2B5EF4-FFF2-40B4-BE49-F238E27FC236}">
                  <a16:creationId xmlns:a16="http://schemas.microsoft.com/office/drawing/2014/main" id="{A091B6FD-F513-47DD-89D4-E809E112B2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2836863"/>
              <a:ext cx="266700" cy="188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97" name="Picture 58">
              <a:extLst>
                <a:ext uri="{FF2B5EF4-FFF2-40B4-BE49-F238E27FC236}">
                  <a16:creationId xmlns:a16="http://schemas.microsoft.com/office/drawing/2014/main" id="{AD6230C3-2907-439D-B15F-D977E84613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5150" y="2940051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98" name="Picture 59">
              <a:extLst>
                <a:ext uri="{FF2B5EF4-FFF2-40B4-BE49-F238E27FC236}">
                  <a16:creationId xmlns:a16="http://schemas.microsoft.com/office/drawing/2014/main" id="{DA66FA41-152C-41C7-B172-D42E182F2F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2921001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99" name="Picture 60">
              <a:extLst>
                <a:ext uri="{FF2B5EF4-FFF2-40B4-BE49-F238E27FC236}">
                  <a16:creationId xmlns:a16="http://schemas.microsoft.com/office/drawing/2014/main" id="{77275E06-2B89-494F-9EFC-EDA6C57D6E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29019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00" name="Picture 61">
              <a:extLst>
                <a:ext uri="{FF2B5EF4-FFF2-40B4-BE49-F238E27FC236}">
                  <a16:creationId xmlns:a16="http://schemas.microsoft.com/office/drawing/2014/main" id="{6D4FA68A-677C-4BC4-BF43-289894B981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29400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01" name="Picture 62">
              <a:extLst>
                <a:ext uri="{FF2B5EF4-FFF2-40B4-BE49-F238E27FC236}">
                  <a16:creationId xmlns:a16="http://schemas.microsoft.com/office/drawing/2014/main" id="{AAA89972-D5C8-4031-AE57-A56C0FDE0A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28670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02" name="Picture 63">
              <a:extLst>
                <a:ext uri="{FF2B5EF4-FFF2-40B4-BE49-F238E27FC236}">
                  <a16:creationId xmlns:a16="http://schemas.microsoft.com/office/drawing/2014/main" id="{D7197D40-70A8-4FB3-B734-7E9B5D0EA8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29019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03" name="Picture 64">
              <a:extLst>
                <a:ext uri="{FF2B5EF4-FFF2-40B4-BE49-F238E27FC236}">
                  <a16:creationId xmlns:a16="http://schemas.microsoft.com/office/drawing/2014/main" id="{D8FB6B70-EDD8-4EDE-A2AB-2918E85C30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2940051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04" name="Picture 65">
              <a:extLst>
                <a:ext uri="{FF2B5EF4-FFF2-40B4-BE49-F238E27FC236}">
                  <a16:creationId xmlns:a16="http://schemas.microsoft.com/office/drawing/2014/main" id="{11423C84-E0D4-400E-BE7A-D420AD16FA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8112" y="3171826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705" name="Rectangle 66">
              <a:extLst>
                <a:ext uri="{FF2B5EF4-FFF2-40B4-BE49-F238E27FC236}">
                  <a16:creationId xmlns:a16="http://schemas.microsoft.com/office/drawing/2014/main" id="{526B8B74-487C-4990-896B-68C6714AC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121026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0706" name="Picture 67">
              <a:extLst>
                <a:ext uri="{FF2B5EF4-FFF2-40B4-BE49-F238E27FC236}">
                  <a16:creationId xmlns:a16="http://schemas.microsoft.com/office/drawing/2014/main" id="{6A56C0E6-742F-48CD-BD54-4AA8A704D7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3171826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07" name="Picture 68">
              <a:extLst>
                <a:ext uri="{FF2B5EF4-FFF2-40B4-BE49-F238E27FC236}">
                  <a16:creationId xmlns:a16="http://schemas.microsoft.com/office/drawing/2014/main" id="{AA124060-19ED-4AF6-B369-9F023D741C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9124" y="34909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708" name="Rectangle 69">
              <a:extLst>
                <a:ext uri="{FF2B5EF4-FFF2-40B4-BE49-F238E27FC236}">
                  <a16:creationId xmlns:a16="http://schemas.microsoft.com/office/drawing/2014/main" id="{A59D6B84-12A3-4E7A-8EE8-1B23E2D0A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121026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709" name="Rectangle 70">
              <a:extLst>
                <a:ext uri="{FF2B5EF4-FFF2-40B4-BE49-F238E27FC236}">
                  <a16:creationId xmlns:a16="http://schemas.microsoft.com/office/drawing/2014/main" id="{1E08A716-0422-4F2B-B60D-1FF463DB3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121026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710" name="Rectangle 79">
              <a:extLst>
                <a:ext uri="{FF2B5EF4-FFF2-40B4-BE49-F238E27FC236}">
                  <a16:creationId xmlns:a16="http://schemas.microsoft.com/office/drawing/2014/main" id="{D90B569B-6417-4583-8314-5F0D6A0CE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121026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0711" name="Picture 80">
              <a:extLst>
                <a:ext uri="{FF2B5EF4-FFF2-40B4-BE49-F238E27FC236}">
                  <a16:creationId xmlns:a16="http://schemas.microsoft.com/office/drawing/2014/main" id="{3FCBFE37-1E6D-49F7-B002-7F5DC9DA85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168651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12" name="Picture 81">
              <a:extLst>
                <a:ext uri="{FF2B5EF4-FFF2-40B4-BE49-F238E27FC236}">
                  <a16:creationId xmlns:a16="http://schemas.microsoft.com/office/drawing/2014/main" id="{8578AB38-99DE-4FE7-96BB-532E766580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4675" y="32702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13" name="Picture 82">
              <a:extLst>
                <a:ext uri="{FF2B5EF4-FFF2-40B4-BE49-F238E27FC236}">
                  <a16:creationId xmlns:a16="http://schemas.microsoft.com/office/drawing/2014/main" id="{EFA88C0E-3692-4769-80B5-ACB2C97344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251201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14" name="Picture 83">
              <a:extLst>
                <a:ext uri="{FF2B5EF4-FFF2-40B4-BE49-F238E27FC236}">
                  <a16:creationId xmlns:a16="http://schemas.microsoft.com/office/drawing/2014/main" id="{D12780EF-DBCA-4421-A727-86D3F7DE0A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233738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15" name="Picture 84">
              <a:extLst>
                <a:ext uri="{FF2B5EF4-FFF2-40B4-BE49-F238E27FC236}">
                  <a16:creationId xmlns:a16="http://schemas.microsoft.com/office/drawing/2014/main" id="{FF43555F-D082-46BB-83D7-07E095D877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2702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16" name="Picture 85">
              <a:extLst>
                <a:ext uri="{FF2B5EF4-FFF2-40B4-BE49-F238E27FC236}">
                  <a16:creationId xmlns:a16="http://schemas.microsoft.com/office/drawing/2014/main" id="{69917EB6-7D29-42AE-AE30-E3D0AB6CAB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1972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17" name="Picture 86">
              <a:extLst>
                <a:ext uri="{FF2B5EF4-FFF2-40B4-BE49-F238E27FC236}">
                  <a16:creationId xmlns:a16="http://schemas.microsoft.com/office/drawing/2014/main" id="{231CF5A0-5131-45F4-8D6B-C701E3A035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233738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18" name="Picture 87">
              <a:extLst>
                <a:ext uri="{FF2B5EF4-FFF2-40B4-BE49-F238E27FC236}">
                  <a16:creationId xmlns:a16="http://schemas.microsoft.com/office/drawing/2014/main" id="{E00832A1-157D-4B0D-805D-FF3667CC2B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270251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719" name="Rectangle 88">
              <a:extLst>
                <a:ext uri="{FF2B5EF4-FFF2-40B4-BE49-F238E27FC236}">
                  <a16:creationId xmlns:a16="http://schemas.microsoft.com/office/drawing/2014/main" id="{F609F2EA-DCB6-424F-9F68-045221A2C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912" y="3189288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0720" name="Picture 89">
              <a:extLst>
                <a:ext uri="{FF2B5EF4-FFF2-40B4-BE49-F238E27FC236}">
                  <a16:creationId xmlns:a16="http://schemas.microsoft.com/office/drawing/2014/main" id="{FAA8CC42-8C09-4BAB-9F75-AD9C988BDB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175" y="3498851"/>
              <a:ext cx="107950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721" name="Rectangle 90">
              <a:extLst>
                <a:ext uri="{FF2B5EF4-FFF2-40B4-BE49-F238E27FC236}">
                  <a16:creationId xmlns:a16="http://schemas.microsoft.com/office/drawing/2014/main" id="{2BB87229-857F-4D77-8B71-37EF98297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451226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0722" name="Picture 91">
              <a:extLst>
                <a:ext uri="{FF2B5EF4-FFF2-40B4-BE49-F238E27FC236}">
                  <a16:creationId xmlns:a16="http://schemas.microsoft.com/office/drawing/2014/main" id="{9C46FC3C-A839-4423-A6EF-0CF1F26CC4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3154363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723" name="Rectangle 92">
              <a:extLst>
                <a:ext uri="{FF2B5EF4-FFF2-40B4-BE49-F238E27FC236}">
                  <a16:creationId xmlns:a16="http://schemas.microsoft.com/office/drawing/2014/main" id="{E8499485-9FD1-47D4-AC71-5FE254CE1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451226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724" name="Rectangle 93">
              <a:extLst>
                <a:ext uri="{FF2B5EF4-FFF2-40B4-BE49-F238E27FC236}">
                  <a16:creationId xmlns:a16="http://schemas.microsoft.com/office/drawing/2014/main" id="{0A734913-A003-4980-B310-A0D9914A6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451226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725" name="Rectangle 102">
              <a:extLst>
                <a:ext uri="{FF2B5EF4-FFF2-40B4-BE49-F238E27FC236}">
                  <a16:creationId xmlns:a16="http://schemas.microsoft.com/office/drawing/2014/main" id="{678605DA-27F8-4935-B7D3-06E7B8C51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451226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0726" name="Picture 103">
              <a:extLst>
                <a:ext uri="{FF2B5EF4-FFF2-40B4-BE49-F238E27FC236}">
                  <a16:creationId xmlns:a16="http://schemas.microsoft.com/office/drawing/2014/main" id="{891EFB2A-8396-4CB2-BCC5-520B05987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495676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27" name="Picture 104">
              <a:extLst>
                <a:ext uri="{FF2B5EF4-FFF2-40B4-BE49-F238E27FC236}">
                  <a16:creationId xmlns:a16="http://schemas.microsoft.com/office/drawing/2014/main" id="{60BA1371-4B13-43AC-A2E8-336F52AC29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9912" y="3597276"/>
              <a:ext cx="809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28" name="Picture 105">
              <a:extLst>
                <a:ext uri="{FF2B5EF4-FFF2-40B4-BE49-F238E27FC236}">
                  <a16:creationId xmlns:a16="http://schemas.microsoft.com/office/drawing/2014/main" id="{4FCE1E6F-AF51-4E8A-ACE3-FDCA7DE0F2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578226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29" name="Picture 106">
              <a:extLst>
                <a:ext uri="{FF2B5EF4-FFF2-40B4-BE49-F238E27FC236}">
                  <a16:creationId xmlns:a16="http://schemas.microsoft.com/office/drawing/2014/main" id="{AD839D00-4D9C-4E0C-B023-8F78E50C37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5623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30" name="Picture 107">
              <a:extLst>
                <a:ext uri="{FF2B5EF4-FFF2-40B4-BE49-F238E27FC236}">
                  <a16:creationId xmlns:a16="http://schemas.microsoft.com/office/drawing/2014/main" id="{7CFD0FE0-B3DB-48F0-9FEE-13F7665E32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597276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31" name="Picture 108">
              <a:extLst>
                <a:ext uri="{FF2B5EF4-FFF2-40B4-BE49-F238E27FC236}">
                  <a16:creationId xmlns:a16="http://schemas.microsoft.com/office/drawing/2014/main" id="{0837493C-3980-4A66-8185-CADF16AAC4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52583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732" name="Rectangle 109">
              <a:extLst>
                <a:ext uri="{FF2B5EF4-FFF2-40B4-BE49-F238E27FC236}">
                  <a16:creationId xmlns:a16="http://schemas.microsoft.com/office/drawing/2014/main" id="{C90A0D75-0BE9-48D9-BE03-7BFC4F7A3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75" y="3521076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0733" name="Picture 110">
              <a:extLst>
                <a:ext uri="{FF2B5EF4-FFF2-40B4-BE49-F238E27FC236}">
                  <a16:creationId xmlns:a16="http://schemas.microsoft.com/office/drawing/2014/main" id="{29D21FCA-15D6-4E3E-9976-8BC8DF7870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5623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34" name="Picture 111">
              <a:extLst>
                <a:ext uri="{FF2B5EF4-FFF2-40B4-BE49-F238E27FC236}">
                  <a16:creationId xmlns:a16="http://schemas.microsoft.com/office/drawing/2014/main" id="{9DB04FA4-FD9A-4B1D-8D7C-EE094EAE31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597276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35" name="Picture 112">
              <a:extLst>
                <a:ext uri="{FF2B5EF4-FFF2-40B4-BE49-F238E27FC236}">
                  <a16:creationId xmlns:a16="http://schemas.microsoft.com/office/drawing/2014/main" id="{626B8500-ECE3-44C5-8A73-F1F6A487AE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3829051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736" name="Rectangle 113">
              <a:extLst>
                <a:ext uri="{FF2B5EF4-FFF2-40B4-BE49-F238E27FC236}">
                  <a16:creationId xmlns:a16="http://schemas.microsoft.com/office/drawing/2014/main" id="{DE193024-4CDF-4341-B6E5-84E4A12E1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783013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0737" name="Picture 114">
              <a:extLst>
                <a:ext uri="{FF2B5EF4-FFF2-40B4-BE49-F238E27FC236}">
                  <a16:creationId xmlns:a16="http://schemas.microsoft.com/office/drawing/2014/main" id="{E9335EBE-B1BF-42AF-B27F-27C34B5E95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3829051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738" name="Rectangle 115">
              <a:extLst>
                <a:ext uri="{FF2B5EF4-FFF2-40B4-BE49-F238E27FC236}">
                  <a16:creationId xmlns:a16="http://schemas.microsoft.com/office/drawing/2014/main" id="{F3A45AC9-4F87-4573-9B4A-78BB1B230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783013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739" name="Rectangle 116">
              <a:extLst>
                <a:ext uri="{FF2B5EF4-FFF2-40B4-BE49-F238E27FC236}">
                  <a16:creationId xmlns:a16="http://schemas.microsoft.com/office/drawing/2014/main" id="{CB2EB282-105C-4107-A116-1F145900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783013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740" name="Rectangle 124">
              <a:extLst>
                <a:ext uri="{FF2B5EF4-FFF2-40B4-BE49-F238E27FC236}">
                  <a16:creationId xmlns:a16="http://schemas.microsoft.com/office/drawing/2014/main" id="{DFFD1F28-CDBC-4B31-88FD-27AB27A07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783013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0741" name="Picture 125">
              <a:extLst>
                <a:ext uri="{FF2B5EF4-FFF2-40B4-BE49-F238E27FC236}">
                  <a16:creationId xmlns:a16="http://schemas.microsoft.com/office/drawing/2014/main" id="{7C1995E4-09FA-4799-977B-A7F62E19E5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825876"/>
              <a:ext cx="266700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42" name="Picture 126">
              <a:extLst>
                <a:ext uri="{FF2B5EF4-FFF2-40B4-BE49-F238E27FC236}">
                  <a16:creationId xmlns:a16="http://schemas.microsoft.com/office/drawing/2014/main" id="{C19FE45D-B305-4617-AE7A-B04F5AEF38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9912" y="3930651"/>
              <a:ext cx="80963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43" name="Picture 127">
              <a:extLst>
                <a:ext uri="{FF2B5EF4-FFF2-40B4-BE49-F238E27FC236}">
                  <a16:creationId xmlns:a16="http://schemas.microsoft.com/office/drawing/2014/main" id="{B75CA8E5-BA78-4D3A-B6AE-1452F75883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910013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44" name="Picture 128">
              <a:extLst>
                <a:ext uri="{FF2B5EF4-FFF2-40B4-BE49-F238E27FC236}">
                  <a16:creationId xmlns:a16="http://schemas.microsoft.com/office/drawing/2014/main" id="{28CF8D86-9988-4BD0-B8E2-A04C95A516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8925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45" name="Picture 129">
              <a:extLst>
                <a:ext uri="{FF2B5EF4-FFF2-40B4-BE49-F238E27FC236}">
                  <a16:creationId xmlns:a16="http://schemas.microsoft.com/office/drawing/2014/main" id="{BF5C157B-0618-4239-B228-3A2BD75DE2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929063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46" name="Picture 130">
              <a:extLst>
                <a:ext uri="{FF2B5EF4-FFF2-40B4-BE49-F238E27FC236}">
                  <a16:creationId xmlns:a16="http://schemas.microsoft.com/office/drawing/2014/main" id="{697C90E5-0162-4964-9128-4C8A6C6B45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8576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747" name="Rectangle 131">
              <a:extLst>
                <a:ext uri="{FF2B5EF4-FFF2-40B4-BE49-F238E27FC236}">
                  <a16:creationId xmlns:a16="http://schemas.microsoft.com/office/drawing/2014/main" id="{D5F9926F-3269-41CD-9F86-BE93AEF31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975" y="3851276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0748" name="Picture 132">
              <a:extLst>
                <a:ext uri="{FF2B5EF4-FFF2-40B4-BE49-F238E27FC236}">
                  <a16:creationId xmlns:a16="http://schemas.microsoft.com/office/drawing/2014/main" id="{05D30EEE-6C3D-4530-BC50-34D27C5418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8925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49" name="Picture 133">
              <a:extLst>
                <a:ext uri="{FF2B5EF4-FFF2-40B4-BE49-F238E27FC236}">
                  <a16:creationId xmlns:a16="http://schemas.microsoft.com/office/drawing/2014/main" id="{019DABAB-E890-4C39-8C46-18D43B6220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929063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750" name="Rectangle 134">
              <a:extLst>
                <a:ext uri="{FF2B5EF4-FFF2-40B4-BE49-F238E27FC236}">
                  <a16:creationId xmlns:a16="http://schemas.microsoft.com/office/drawing/2014/main" id="{A75C9441-73B0-49C7-8029-C41698B94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75" y="3851276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0751" name="Picture 135">
              <a:extLst>
                <a:ext uri="{FF2B5EF4-FFF2-40B4-BE49-F238E27FC236}">
                  <a16:creationId xmlns:a16="http://schemas.microsoft.com/office/drawing/2014/main" id="{F150FF12-117A-44B1-85F6-D3F02669BF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351155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52" name="Picture 136">
              <a:extLst>
                <a:ext uri="{FF2B5EF4-FFF2-40B4-BE49-F238E27FC236}">
                  <a16:creationId xmlns:a16="http://schemas.microsoft.com/office/drawing/2014/main" id="{515523DC-23E0-4774-804B-D73B65CA8F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3840163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753" name="Rectangle 137">
              <a:extLst>
                <a:ext uri="{FF2B5EF4-FFF2-40B4-BE49-F238E27FC236}">
                  <a16:creationId xmlns:a16="http://schemas.microsoft.com/office/drawing/2014/main" id="{550909D4-ACB1-4380-B9A7-B63A53D40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4100513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0754" name="TextBox 138">
              <a:extLst>
                <a:ext uri="{FF2B5EF4-FFF2-40B4-BE49-F238E27FC236}">
                  <a16:creationId xmlns:a16="http://schemas.microsoft.com/office/drawing/2014/main" id="{75032000-ED53-4FFD-848E-71099B78F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5088" y="2101850"/>
              <a:ext cx="12975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(x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, 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</a:t>
              </a:r>
            </a:p>
          </p:txBody>
        </p:sp>
        <p:pic>
          <p:nvPicPr>
            <p:cNvPr id="70755" name="Picture 139">
              <a:extLst>
                <a:ext uri="{FF2B5EF4-FFF2-40B4-BE49-F238E27FC236}">
                  <a16:creationId xmlns:a16="http://schemas.microsoft.com/office/drawing/2014/main" id="{7B536E9A-F854-4457-BFCE-F5D59AF269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2613" y="3531139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56" name="Picture 140">
              <a:extLst>
                <a:ext uri="{FF2B5EF4-FFF2-40B4-BE49-F238E27FC236}">
                  <a16:creationId xmlns:a16="http://schemas.microsoft.com/office/drawing/2014/main" id="{C467061D-7198-46C1-8BB5-F37181A992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2613" y="32131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57" name="Picture 141">
              <a:extLst>
                <a:ext uri="{FF2B5EF4-FFF2-40B4-BE49-F238E27FC236}">
                  <a16:creationId xmlns:a16="http://schemas.microsoft.com/office/drawing/2014/main" id="{F4E0F911-1E1B-4053-A82A-4FF8747253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2613" y="385445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758" name="Picture 142">
              <a:extLst>
                <a:ext uri="{FF2B5EF4-FFF2-40B4-BE49-F238E27FC236}">
                  <a16:creationId xmlns:a16="http://schemas.microsoft.com/office/drawing/2014/main" id="{E3D2F3B4-0F78-4108-8734-5CF01F6625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9912" y="2844801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>
            <a:extLst>
              <a:ext uri="{FF2B5EF4-FFF2-40B4-BE49-F238E27FC236}">
                <a16:creationId xmlns:a16="http://schemas.microsoft.com/office/drawing/2014/main" id="{B9A25E36-893F-4D6D-9B5E-D27BE7694E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Product-of-Sums Form</a:t>
            </a:r>
            <a:br>
              <a:rPr lang="en-US" altLang="en-US"/>
            </a:br>
            <a:r>
              <a:rPr lang="en-US" altLang="en-US" sz="2800"/>
              <a:t>(for the OR logic function)</a:t>
            </a:r>
            <a:endParaRPr lang="en-US" altLang="en-US"/>
          </a:p>
        </p:txBody>
      </p:sp>
      <p:grpSp>
        <p:nvGrpSpPr>
          <p:cNvPr id="72706" name="Group 143">
            <a:extLst>
              <a:ext uri="{FF2B5EF4-FFF2-40B4-BE49-F238E27FC236}">
                <a16:creationId xmlns:a16="http://schemas.microsoft.com/office/drawing/2014/main" id="{B77BE2D1-172A-46E6-A81B-13E8B4F0E138}"/>
              </a:ext>
            </a:extLst>
          </p:cNvPr>
          <p:cNvGrpSpPr>
            <a:grpSpLocks/>
          </p:cNvGrpSpPr>
          <p:nvPr/>
        </p:nvGrpSpPr>
        <p:grpSpPr bwMode="auto">
          <a:xfrm>
            <a:off x="823913" y="1219200"/>
            <a:ext cx="7634287" cy="2441575"/>
            <a:chOff x="823912" y="1673226"/>
            <a:chExt cx="7634288" cy="2441574"/>
          </a:xfrm>
        </p:grpSpPr>
        <p:sp>
          <p:nvSpPr>
            <p:cNvPr id="72710" name="Rectangle 4">
              <a:extLst>
                <a:ext uri="{FF2B5EF4-FFF2-40B4-BE49-F238E27FC236}">
                  <a16:creationId xmlns:a16="http://schemas.microsoft.com/office/drawing/2014/main" id="{A71E97BA-EE07-4F41-989F-EFBAB26B5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1673226"/>
              <a:ext cx="7634288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2711" name="Picture 5">
              <a:extLst>
                <a:ext uri="{FF2B5EF4-FFF2-40B4-BE49-F238E27FC236}">
                  <a16:creationId xmlns:a16="http://schemas.microsoft.com/office/drawing/2014/main" id="{40F71039-6AC5-4CA7-BAA3-63DD9DAFFA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600" y="1900238"/>
              <a:ext cx="188912" cy="19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12" name="Picture 6">
              <a:extLst>
                <a:ext uri="{FF2B5EF4-FFF2-40B4-BE49-F238E27FC236}">
                  <a16:creationId xmlns:a16="http://schemas.microsoft.com/office/drawing/2014/main" id="{690BC5F7-C6ED-4B10-BAE2-9686694D4A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4625" y="1962151"/>
              <a:ext cx="1206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13" name="Picture 7">
              <a:extLst>
                <a:ext uri="{FF2B5EF4-FFF2-40B4-BE49-F238E27FC236}">
                  <a16:creationId xmlns:a16="http://schemas.microsoft.com/office/drawing/2014/main" id="{29A9C4EF-46AE-4A9C-95E0-0C73148E5D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975" y="1970088"/>
              <a:ext cx="179387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14" name="Rectangle 8">
              <a:extLst>
                <a:ext uri="{FF2B5EF4-FFF2-40B4-BE49-F238E27FC236}">
                  <a16:creationId xmlns:a16="http://schemas.microsoft.com/office/drawing/2014/main" id="{A1A6A1AB-375B-484E-89EB-15D1CEF1D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1685926"/>
              <a:ext cx="12700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15" name="Rectangle 9">
              <a:extLst>
                <a:ext uri="{FF2B5EF4-FFF2-40B4-BE49-F238E27FC236}">
                  <a16:creationId xmlns:a16="http://schemas.microsoft.com/office/drawing/2014/main" id="{EE4C1001-1C57-415F-A178-4FAE8A64B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1685926"/>
              <a:ext cx="14287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16" name="Rectangle 10">
              <a:extLst>
                <a:ext uri="{FF2B5EF4-FFF2-40B4-BE49-F238E27FC236}">
                  <a16:creationId xmlns:a16="http://schemas.microsoft.com/office/drawing/2014/main" id="{4BD56DB7-BC5F-4624-BD40-B120D4133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1685926"/>
              <a:ext cx="12700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17" name="Rectangle 11">
              <a:extLst>
                <a:ext uri="{FF2B5EF4-FFF2-40B4-BE49-F238E27FC236}">
                  <a16:creationId xmlns:a16="http://schemas.microsoft.com/office/drawing/2014/main" id="{B0C065A8-097C-4559-AF92-977E0FFE7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1685926"/>
              <a:ext cx="15875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2718" name="Picture 12">
              <a:extLst>
                <a:ext uri="{FF2B5EF4-FFF2-40B4-BE49-F238E27FC236}">
                  <a16:creationId xmlns:a16="http://schemas.microsoft.com/office/drawing/2014/main" id="{F1E4546B-BADC-4B5B-B98C-763104E76C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062" y="2298701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19" name="Picture 13">
              <a:extLst>
                <a:ext uri="{FF2B5EF4-FFF2-40B4-BE49-F238E27FC236}">
                  <a16:creationId xmlns:a16="http://schemas.microsoft.com/office/drawing/2014/main" id="{A0191883-F6AA-418F-86CD-8DF7998325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525" y="2297113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20" name="Picture 14">
              <a:extLst>
                <a:ext uri="{FF2B5EF4-FFF2-40B4-BE49-F238E27FC236}">
                  <a16:creationId xmlns:a16="http://schemas.microsoft.com/office/drawing/2014/main" id="{AD5D364C-6A92-42FD-84C3-DF8C6609A2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6512" y="2298701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21" name="Picture 15">
              <a:extLst>
                <a:ext uri="{FF2B5EF4-FFF2-40B4-BE49-F238E27FC236}">
                  <a16:creationId xmlns:a16="http://schemas.microsoft.com/office/drawing/2014/main" id="{1C3ED4B7-2380-4EAB-805E-9F1DA37202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2227263"/>
              <a:ext cx="130175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22" name="Picture 16">
              <a:extLst>
                <a:ext uri="{FF2B5EF4-FFF2-40B4-BE49-F238E27FC236}">
                  <a16:creationId xmlns:a16="http://schemas.microsoft.com/office/drawing/2014/main" id="{64E666B3-E51F-4BDE-BAAC-8072DB37AC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7512" y="2293938"/>
              <a:ext cx="1063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23" name="Picture 17">
              <a:extLst>
                <a:ext uri="{FF2B5EF4-FFF2-40B4-BE49-F238E27FC236}">
                  <a16:creationId xmlns:a16="http://schemas.microsoft.com/office/drawing/2014/main" id="{72554DCD-6D1C-42BB-BF42-1439E368FD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8162" y="2298701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24" name="Rectangle 18">
              <a:extLst>
                <a:ext uri="{FF2B5EF4-FFF2-40B4-BE49-F238E27FC236}">
                  <a16:creationId xmlns:a16="http://schemas.microsoft.com/office/drawing/2014/main" id="{F49C4CB8-B18B-4BFC-8144-C171158DE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193926"/>
              <a:ext cx="12700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2725" name="Picture 19">
              <a:extLst>
                <a:ext uri="{FF2B5EF4-FFF2-40B4-BE49-F238E27FC236}">
                  <a16:creationId xmlns:a16="http://schemas.microsoft.com/office/drawing/2014/main" id="{B5AC5265-9458-4028-8DC9-0C78C611AF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6024" y="2297113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26" name="Picture 20">
              <a:extLst>
                <a:ext uri="{FF2B5EF4-FFF2-40B4-BE49-F238E27FC236}">
                  <a16:creationId xmlns:a16="http://schemas.microsoft.com/office/drawing/2014/main" id="{A6B2D7AC-4CD0-44A1-8324-C767C16FF8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124" y="2332038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27" name="Picture 21">
              <a:extLst>
                <a:ext uri="{FF2B5EF4-FFF2-40B4-BE49-F238E27FC236}">
                  <a16:creationId xmlns:a16="http://schemas.microsoft.com/office/drawing/2014/main" id="{619C0F6D-D3C6-4A9E-968B-07F07FE9D5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0387" y="2297113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28" name="Picture 22">
              <a:extLst>
                <a:ext uri="{FF2B5EF4-FFF2-40B4-BE49-F238E27FC236}">
                  <a16:creationId xmlns:a16="http://schemas.microsoft.com/office/drawing/2014/main" id="{C49FF8C6-7D59-4F66-8BCC-AD2A5F4204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9137" y="2332038"/>
              <a:ext cx="793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29" name="Rectangle 23">
              <a:extLst>
                <a:ext uri="{FF2B5EF4-FFF2-40B4-BE49-F238E27FC236}">
                  <a16:creationId xmlns:a16="http://schemas.microsoft.com/office/drawing/2014/main" id="{52680EA1-9E97-4BD3-B831-D08392895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193926"/>
              <a:ext cx="14287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30" name="Rectangle 24">
              <a:extLst>
                <a:ext uri="{FF2B5EF4-FFF2-40B4-BE49-F238E27FC236}">
                  <a16:creationId xmlns:a16="http://schemas.microsoft.com/office/drawing/2014/main" id="{EB2386D1-3A6B-4682-9AD5-6D1396B34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193926"/>
              <a:ext cx="12700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31" name="Rectangle 32">
              <a:extLst>
                <a:ext uri="{FF2B5EF4-FFF2-40B4-BE49-F238E27FC236}">
                  <a16:creationId xmlns:a16="http://schemas.microsoft.com/office/drawing/2014/main" id="{9F4DBCC1-0073-476D-98E6-18FBF6EA4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193926"/>
              <a:ext cx="15875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2732" name="Picture 33">
              <a:extLst>
                <a:ext uri="{FF2B5EF4-FFF2-40B4-BE49-F238E27FC236}">
                  <a16:creationId xmlns:a16="http://schemas.microsoft.com/office/drawing/2014/main" id="{695D1C6E-1983-446D-9483-D09AA21DCF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9600" y="2232026"/>
              <a:ext cx="227013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33" name="Picture 34">
              <a:extLst>
                <a:ext uri="{FF2B5EF4-FFF2-40B4-BE49-F238E27FC236}">
                  <a16:creationId xmlns:a16="http://schemas.microsoft.com/office/drawing/2014/main" id="{A29810AA-F053-49F2-8B6D-02812085E3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2013" y="2293938"/>
              <a:ext cx="123825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34" name="Picture 35">
              <a:extLst>
                <a:ext uri="{FF2B5EF4-FFF2-40B4-BE49-F238E27FC236}">
                  <a16:creationId xmlns:a16="http://schemas.microsoft.com/office/drawing/2014/main" id="{A2E5DF3B-1C01-48B5-8B4E-6E5AD0254E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2188" y="2300288"/>
              <a:ext cx="136525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35" name="Picture 36">
              <a:extLst>
                <a:ext uri="{FF2B5EF4-FFF2-40B4-BE49-F238E27FC236}">
                  <a16:creationId xmlns:a16="http://schemas.microsoft.com/office/drawing/2014/main" id="{8C25D56D-EAC0-4C09-A15A-12F7C1F770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1413" y="2251076"/>
              <a:ext cx="84137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36" name="Picture 37">
              <a:extLst>
                <a:ext uri="{FF2B5EF4-FFF2-40B4-BE49-F238E27FC236}">
                  <a16:creationId xmlns:a16="http://schemas.microsoft.com/office/drawing/2014/main" id="{EA3A8A98-0AFF-4832-A502-0DA9289BCB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9363" y="2293938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37" name="Picture 38">
              <a:extLst>
                <a:ext uri="{FF2B5EF4-FFF2-40B4-BE49-F238E27FC236}">
                  <a16:creationId xmlns:a16="http://schemas.microsoft.com/office/drawing/2014/main" id="{6CC88890-2FB4-4A71-B165-C3937CA894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1600" y="2298701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38" name="Picture 39">
              <a:extLst>
                <a:ext uri="{FF2B5EF4-FFF2-40B4-BE49-F238E27FC236}">
                  <a16:creationId xmlns:a16="http://schemas.microsoft.com/office/drawing/2014/main" id="{3D42CE4F-B4D6-4B7B-A4B3-DBEE6C5DE3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1138" y="2298701"/>
              <a:ext cx="212725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39" name="Rectangle 40">
              <a:extLst>
                <a:ext uri="{FF2B5EF4-FFF2-40B4-BE49-F238E27FC236}">
                  <a16:creationId xmlns:a16="http://schemas.microsoft.com/office/drawing/2014/main" id="{E27F26B6-C81F-4951-B10E-BB080A6EB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2609851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2740" name="Picture 41">
              <a:extLst>
                <a:ext uri="{FF2B5EF4-FFF2-40B4-BE49-F238E27FC236}">
                  <a16:creationId xmlns:a16="http://schemas.microsoft.com/office/drawing/2014/main" id="{37B17AAA-F924-45D9-BD78-ED4AC96541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41" name="Rectangle 42">
              <a:extLst>
                <a:ext uri="{FF2B5EF4-FFF2-40B4-BE49-F238E27FC236}">
                  <a16:creationId xmlns:a16="http://schemas.microsoft.com/office/drawing/2014/main" id="{12477A0D-21B2-42A7-AAAE-0E42B2F6A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624138"/>
              <a:ext cx="12700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2742" name="Picture 43">
              <a:extLst>
                <a:ext uri="{FF2B5EF4-FFF2-40B4-BE49-F238E27FC236}">
                  <a16:creationId xmlns:a16="http://schemas.microsoft.com/office/drawing/2014/main" id="{B0AF2FB2-9A99-4E80-BA1D-FE3AD80319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43" name="Picture 44">
              <a:extLst>
                <a:ext uri="{FF2B5EF4-FFF2-40B4-BE49-F238E27FC236}">
                  <a16:creationId xmlns:a16="http://schemas.microsoft.com/office/drawing/2014/main" id="{404580E7-E6F3-4E55-8227-FD7783C30B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1824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44" name="Rectangle 45">
              <a:extLst>
                <a:ext uri="{FF2B5EF4-FFF2-40B4-BE49-F238E27FC236}">
                  <a16:creationId xmlns:a16="http://schemas.microsoft.com/office/drawing/2014/main" id="{8D964C96-56C6-4F4B-A015-0A27A897C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624138"/>
              <a:ext cx="14287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45" name="Rectangle 46">
              <a:extLst>
                <a:ext uri="{FF2B5EF4-FFF2-40B4-BE49-F238E27FC236}">
                  <a16:creationId xmlns:a16="http://schemas.microsoft.com/office/drawing/2014/main" id="{15D26592-0B4D-4977-87E1-39D5DB58DC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624138"/>
              <a:ext cx="12700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46" name="Rectangle 56">
              <a:extLst>
                <a:ext uri="{FF2B5EF4-FFF2-40B4-BE49-F238E27FC236}">
                  <a16:creationId xmlns:a16="http://schemas.microsoft.com/office/drawing/2014/main" id="{3151E0F8-F8C1-4EF4-9749-34191732A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624138"/>
              <a:ext cx="15875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2747" name="Picture 57">
              <a:extLst>
                <a:ext uri="{FF2B5EF4-FFF2-40B4-BE49-F238E27FC236}">
                  <a16:creationId xmlns:a16="http://schemas.microsoft.com/office/drawing/2014/main" id="{3C5D729E-EBF5-42D4-A7A0-13CCFD5D7E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2836863"/>
              <a:ext cx="266700" cy="188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48" name="Picture 58">
              <a:extLst>
                <a:ext uri="{FF2B5EF4-FFF2-40B4-BE49-F238E27FC236}">
                  <a16:creationId xmlns:a16="http://schemas.microsoft.com/office/drawing/2014/main" id="{28FF19CE-7114-45FA-A2DB-C499432815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5150" y="2940051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49" name="Picture 59">
              <a:extLst>
                <a:ext uri="{FF2B5EF4-FFF2-40B4-BE49-F238E27FC236}">
                  <a16:creationId xmlns:a16="http://schemas.microsoft.com/office/drawing/2014/main" id="{7307D353-6EEE-4F35-9DA9-7C8C5392CF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2921001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50" name="Picture 60">
              <a:extLst>
                <a:ext uri="{FF2B5EF4-FFF2-40B4-BE49-F238E27FC236}">
                  <a16:creationId xmlns:a16="http://schemas.microsoft.com/office/drawing/2014/main" id="{82D66662-6176-40C8-93C5-A14164DB84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29019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51" name="Picture 61">
              <a:extLst>
                <a:ext uri="{FF2B5EF4-FFF2-40B4-BE49-F238E27FC236}">
                  <a16:creationId xmlns:a16="http://schemas.microsoft.com/office/drawing/2014/main" id="{36BF8C32-F5A5-40D5-8946-0DD64FB31F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29400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52" name="Picture 62">
              <a:extLst>
                <a:ext uri="{FF2B5EF4-FFF2-40B4-BE49-F238E27FC236}">
                  <a16:creationId xmlns:a16="http://schemas.microsoft.com/office/drawing/2014/main" id="{98899897-3704-4BA4-892F-B2FA462091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28670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53" name="Picture 63">
              <a:extLst>
                <a:ext uri="{FF2B5EF4-FFF2-40B4-BE49-F238E27FC236}">
                  <a16:creationId xmlns:a16="http://schemas.microsoft.com/office/drawing/2014/main" id="{59897AA5-5EE3-4ECF-B214-52FE2364A4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29019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54" name="Picture 64">
              <a:extLst>
                <a:ext uri="{FF2B5EF4-FFF2-40B4-BE49-F238E27FC236}">
                  <a16:creationId xmlns:a16="http://schemas.microsoft.com/office/drawing/2014/main" id="{5038988B-38E2-4409-A4BA-3004C87C87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2940051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55" name="Picture 65">
              <a:extLst>
                <a:ext uri="{FF2B5EF4-FFF2-40B4-BE49-F238E27FC236}">
                  <a16:creationId xmlns:a16="http://schemas.microsoft.com/office/drawing/2014/main" id="{5D2D8685-BA4B-4C71-AF88-A49418FBBC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8112" y="3171826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56" name="Rectangle 66">
              <a:extLst>
                <a:ext uri="{FF2B5EF4-FFF2-40B4-BE49-F238E27FC236}">
                  <a16:creationId xmlns:a16="http://schemas.microsoft.com/office/drawing/2014/main" id="{A485F290-EE04-4A38-B174-DFF1AC4CD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121026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2757" name="Picture 67">
              <a:extLst>
                <a:ext uri="{FF2B5EF4-FFF2-40B4-BE49-F238E27FC236}">
                  <a16:creationId xmlns:a16="http://schemas.microsoft.com/office/drawing/2014/main" id="{505F4FE2-401B-4EAC-841B-8F31B8461E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3171826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58" name="Picture 68">
              <a:extLst>
                <a:ext uri="{FF2B5EF4-FFF2-40B4-BE49-F238E27FC236}">
                  <a16:creationId xmlns:a16="http://schemas.microsoft.com/office/drawing/2014/main" id="{4D5A1549-30A7-4B16-A91B-0A02C0F357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9124" y="34909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59" name="Rectangle 69">
              <a:extLst>
                <a:ext uri="{FF2B5EF4-FFF2-40B4-BE49-F238E27FC236}">
                  <a16:creationId xmlns:a16="http://schemas.microsoft.com/office/drawing/2014/main" id="{CA99F3A2-C52C-4342-9470-2419A5A34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121026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60" name="Rectangle 70">
              <a:extLst>
                <a:ext uri="{FF2B5EF4-FFF2-40B4-BE49-F238E27FC236}">
                  <a16:creationId xmlns:a16="http://schemas.microsoft.com/office/drawing/2014/main" id="{C3D52B92-EAF3-40D5-90B5-D2D84D26D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121026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61" name="Rectangle 79">
              <a:extLst>
                <a:ext uri="{FF2B5EF4-FFF2-40B4-BE49-F238E27FC236}">
                  <a16:creationId xmlns:a16="http://schemas.microsoft.com/office/drawing/2014/main" id="{4E14EB1F-9A07-420B-B85F-FF13E6145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121026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2762" name="Picture 80">
              <a:extLst>
                <a:ext uri="{FF2B5EF4-FFF2-40B4-BE49-F238E27FC236}">
                  <a16:creationId xmlns:a16="http://schemas.microsoft.com/office/drawing/2014/main" id="{60C775B4-3169-489C-8572-FAD769410A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168651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63" name="Picture 81">
              <a:extLst>
                <a:ext uri="{FF2B5EF4-FFF2-40B4-BE49-F238E27FC236}">
                  <a16:creationId xmlns:a16="http://schemas.microsoft.com/office/drawing/2014/main" id="{7FE13D3D-7F26-421C-A7A4-6DD75ED633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4675" y="32702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64" name="Picture 82">
              <a:extLst>
                <a:ext uri="{FF2B5EF4-FFF2-40B4-BE49-F238E27FC236}">
                  <a16:creationId xmlns:a16="http://schemas.microsoft.com/office/drawing/2014/main" id="{D70DBE69-6EC6-4B03-BBCE-7D9ABBA471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251201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65" name="Picture 83">
              <a:extLst>
                <a:ext uri="{FF2B5EF4-FFF2-40B4-BE49-F238E27FC236}">
                  <a16:creationId xmlns:a16="http://schemas.microsoft.com/office/drawing/2014/main" id="{95CEE612-2693-443B-97D7-1DA00971A8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233738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66" name="Picture 84">
              <a:extLst>
                <a:ext uri="{FF2B5EF4-FFF2-40B4-BE49-F238E27FC236}">
                  <a16:creationId xmlns:a16="http://schemas.microsoft.com/office/drawing/2014/main" id="{1093971B-9C81-4F33-A6D0-22E2070935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2702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67" name="Picture 85">
              <a:extLst>
                <a:ext uri="{FF2B5EF4-FFF2-40B4-BE49-F238E27FC236}">
                  <a16:creationId xmlns:a16="http://schemas.microsoft.com/office/drawing/2014/main" id="{1F90FDBF-0559-4FE1-AE60-B6EA8CF2E1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1972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68" name="Picture 86">
              <a:extLst>
                <a:ext uri="{FF2B5EF4-FFF2-40B4-BE49-F238E27FC236}">
                  <a16:creationId xmlns:a16="http://schemas.microsoft.com/office/drawing/2014/main" id="{EABCB1C0-E26C-4FAF-97D6-D56FBB4A20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233738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69" name="Picture 87">
              <a:extLst>
                <a:ext uri="{FF2B5EF4-FFF2-40B4-BE49-F238E27FC236}">
                  <a16:creationId xmlns:a16="http://schemas.microsoft.com/office/drawing/2014/main" id="{5E6B341A-0D13-45D6-97A8-68E665217D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270251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70" name="Rectangle 88">
              <a:extLst>
                <a:ext uri="{FF2B5EF4-FFF2-40B4-BE49-F238E27FC236}">
                  <a16:creationId xmlns:a16="http://schemas.microsoft.com/office/drawing/2014/main" id="{6651CCA6-ABCD-46CA-A469-818D86C89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912" y="3189288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2771" name="Picture 89">
              <a:extLst>
                <a:ext uri="{FF2B5EF4-FFF2-40B4-BE49-F238E27FC236}">
                  <a16:creationId xmlns:a16="http://schemas.microsoft.com/office/drawing/2014/main" id="{1D29B29B-13ED-4911-9206-0C4201C2BD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175" y="3498851"/>
              <a:ext cx="107950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72" name="Rectangle 90">
              <a:extLst>
                <a:ext uri="{FF2B5EF4-FFF2-40B4-BE49-F238E27FC236}">
                  <a16:creationId xmlns:a16="http://schemas.microsoft.com/office/drawing/2014/main" id="{ABE54E20-2585-463D-B92C-876D4DEA16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451226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2773" name="Picture 91">
              <a:extLst>
                <a:ext uri="{FF2B5EF4-FFF2-40B4-BE49-F238E27FC236}">
                  <a16:creationId xmlns:a16="http://schemas.microsoft.com/office/drawing/2014/main" id="{41FC7968-27C4-4B2D-9D92-37B1DAEDBE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3154363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74" name="Rectangle 92">
              <a:extLst>
                <a:ext uri="{FF2B5EF4-FFF2-40B4-BE49-F238E27FC236}">
                  <a16:creationId xmlns:a16="http://schemas.microsoft.com/office/drawing/2014/main" id="{E8EE3AD4-C9B1-4905-B927-E07547376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451226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75" name="Rectangle 93">
              <a:extLst>
                <a:ext uri="{FF2B5EF4-FFF2-40B4-BE49-F238E27FC236}">
                  <a16:creationId xmlns:a16="http://schemas.microsoft.com/office/drawing/2014/main" id="{34EDC2CF-CC0B-49F8-86B6-1BBC25126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451226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76" name="Rectangle 102">
              <a:extLst>
                <a:ext uri="{FF2B5EF4-FFF2-40B4-BE49-F238E27FC236}">
                  <a16:creationId xmlns:a16="http://schemas.microsoft.com/office/drawing/2014/main" id="{1FB97119-8738-4A82-89AA-E00E16B79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451226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2777" name="Picture 103">
              <a:extLst>
                <a:ext uri="{FF2B5EF4-FFF2-40B4-BE49-F238E27FC236}">
                  <a16:creationId xmlns:a16="http://schemas.microsoft.com/office/drawing/2014/main" id="{5B6F24B3-E731-41F5-90FF-58A3EE3832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495676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78" name="Picture 104">
              <a:extLst>
                <a:ext uri="{FF2B5EF4-FFF2-40B4-BE49-F238E27FC236}">
                  <a16:creationId xmlns:a16="http://schemas.microsoft.com/office/drawing/2014/main" id="{62004BEB-D961-4694-84BA-E8EC2150A1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9912" y="3597276"/>
              <a:ext cx="809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79" name="Picture 105">
              <a:extLst>
                <a:ext uri="{FF2B5EF4-FFF2-40B4-BE49-F238E27FC236}">
                  <a16:creationId xmlns:a16="http://schemas.microsoft.com/office/drawing/2014/main" id="{94B4B9FE-F6E7-498A-B3ED-84837C80A0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578226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80" name="Picture 106">
              <a:extLst>
                <a:ext uri="{FF2B5EF4-FFF2-40B4-BE49-F238E27FC236}">
                  <a16:creationId xmlns:a16="http://schemas.microsoft.com/office/drawing/2014/main" id="{6A9D6A91-80E5-45C9-910C-0813E32AA8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5623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81" name="Picture 107">
              <a:extLst>
                <a:ext uri="{FF2B5EF4-FFF2-40B4-BE49-F238E27FC236}">
                  <a16:creationId xmlns:a16="http://schemas.microsoft.com/office/drawing/2014/main" id="{3336426D-CC3A-4FCF-8833-FF3C2377A0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597276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82" name="Picture 108">
              <a:extLst>
                <a:ext uri="{FF2B5EF4-FFF2-40B4-BE49-F238E27FC236}">
                  <a16:creationId xmlns:a16="http://schemas.microsoft.com/office/drawing/2014/main" id="{361C8C3F-AF77-420D-850F-25C7B063FA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52583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83" name="Rectangle 109">
              <a:extLst>
                <a:ext uri="{FF2B5EF4-FFF2-40B4-BE49-F238E27FC236}">
                  <a16:creationId xmlns:a16="http://schemas.microsoft.com/office/drawing/2014/main" id="{97CDA2D6-8532-4341-95C9-A0F502EAA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75" y="3521076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2784" name="Picture 110">
              <a:extLst>
                <a:ext uri="{FF2B5EF4-FFF2-40B4-BE49-F238E27FC236}">
                  <a16:creationId xmlns:a16="http://schemas.microsoft.com/office/drawing/2014/main" id="{FA20C77A-D4EF-47A9-8873-123E0E08A5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5623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85" name="Picture 111">
              <a:extLst>
                <a:ext uri="{FF2B5EF4-FFF2-40B4-BE49-F238E27FC236}">
                  <a16:creationId xmlns:a16="http://schemas.microsoft.com/office/drawing/2014/main" id="{AE6F3A5E-AFE8-4CA6-BF58-37D1D4B7DB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597276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86" name="Picture 112">
              <a:extLst>
                <a:ext uri="{FF2B5EF4-FFF2-40B4-BE49-F238E27FC236}">
                  <a16:creationId xmlns:a16="http://schemas.microsoft.com/office/drawing/2014/main" id="{2C13BC09-4925-4528-9EE4-3222CB2AE8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3829051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87" name="Rectangle 113">
              <a:extLst>
                <a:ext uri="{FF2B5EF4-FFF2-40B4-BE49-F238E27FC236}">
                  <a16:creationId xmlns:a16="http://schemas.microsoft.com/office/drawing/2014/main" id="{41679BC4-F7F1-4996-94B3-86B52C99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783013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2788" name="Picture 114">
              <a:extLst>
                <a:ext uri="{FF2B5EF4-FFF2-40B4-BE49-F238E27FC236}">
                  <a16:creationId xmlns:a16="http://schemas.microsoft.com/office/drawing/2014/main" id="{3D502582-7B6C-478C-BD43-B050011783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3829051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89" name="Rectangle 115">
              <a:extLst>
                <a:ext uri="{FF2B5EF4-FFF2-40B4-BE49-F238E27FC236}">
                  <a16:creationId xmlns:a16="http://schemas.microsoft.com/office/drawing/2014/main" id="{2C1B2046-CB24-4887-BADC-7DD06E4C8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783013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90" name="Rectangle 116">
              <a:extLst>
                <a:ext uri="{FF2B5EF4-FFF2-40B4-BE49-F238E27FC236}">
                  <a16:creationId xmlns:a16="http://schemas.microsoft.com/office/drawing/2014/main" id="{BBE1DEE8-2459-4367-A468-DCD976578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783013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791" name="Rectangle 124">
              <a:extLst>
                <a:ext uri="{FF2B5EF4-FFF2-40B4-BE49-F238E27FC236}">
                  <a16:creationId xmlns:a16="http://schemas.microsoft.com/office/drawing/2014/main" id="{DAA76FB5-6242-4A17-ACB0-6F3E5BB3E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783013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2792" name="Picture 125">
              <a:extLst>
                <a:ext uri="{FF2B5EF4-FFF2-40B4-BE49-F238E27FC236}">
                  <a16:creationId xmlns:a16="http://schemas.microsoft.com/office/drawing/2014/main" id="{2981DF2C-5A8C-4F6A-AE85-DED426A517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825876"/>
              <a:ext cx="266700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93" name="Picture 126">
              <a:extLst>
                <a:ext uri="{FF2B5EF4-FFF2-40B4-BE49-F238E27FC236}">
                  <a16:creationId xmlns:a16="http://schemas.microsoft.com/office/drawing/2014/main" id="{AD88EC98-0EFE-4A4C-A40F-F262795D6F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9912" y="3930651"/>
              <a:ext cx="80963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94" name="Picture 127">
              <a:extLst>
                <a:ext uri="{FF2B5EF4-FFF2-40B4-BE49-F238E27FC236}">
                  <a16:creationId xmlns:a16="http://schemas.microsoft.com/office/drawing/2014/main" id="{DED814B2-CB27-450B-B584-5488610E1F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910013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95" name="Picture 128">
              <a:extLst>
                <a:ext uri="{FF2B5EF4-FFF2-40B4-BE49-F238E27FC236}">
                  <a16:creationId xmlns:a16="http://schemas.microsoft.com/office/drawing/2014/main" id="{0E25636C-8412-4FFD-8DDE-D8D75C2017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8925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96" name="Picture 129">
              <a:extLst>
                <a:ext uri="{FF2B5EF4-FFF2-40B4-BE49-F238E27FC236}">
                  <a16:creationId xmlns:a16="http://schemas.microsoft.com/office/drawing/2014/main" id="{837636C4-942B-4463-875B-1DE212ECB9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929063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797" name="Picture 130">
              <a:extLst>
                <a:ext uri="{FF2B5EF4-FFF2-40B4-BE49-F238E27FC236}">
                  <a16:creationId xmlns:a16="http://schemas.microsoft.com/office/drawing/2014/main" id="{D679F42E-7CBB-4F4A-8B78-2C6659769B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8576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98" name="Rectangle 131">
              <a:extLst>
                <a:ext uri="{FF2B5EF4-FFF2-40B4-BE49-F238E27FC236}">
                  <a16:creationId xmlns:a16="http://schemas.microsoft.com/office/drawing/2014/main" id="{A422AE62-4658-4952-A398-58404B6A6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975" y="3851276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2799" name="Picture 132">
              <a:extLst>
                <a:ext uri="{FF2B5EF4-FFF2-40B4-BE49-F238E27FC236}">
                  <a16:creationId xmlns:a16="http://schemas.microsoft.com/office/drawing/2014/main" id="{F6C5372A-9F62-4124-8D21-35A729CDD5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8925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800" name="Picture 133">
              <a:extLst>
                <a:ext uri="{FF2B5EF4-FFF2-40B4-BE49-F238E27FC236}">
                  <a16:creationId xmlns:a16="http://schemas.microsoft.com/office/drawing/2014/main" id="{AD2BE314-5CC7-41F8-A948-8FC07D038F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929063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01" name="Rectangle 134">
              <a:extLst>
                <a:ext uri="{FF2B5EF4-FFF2-40B4-BE49-F238E27FC236}">
                  <a16:creationId xmlns:a16="http://schemas.microsoft.com/office/drawing/2014/main" id="{D6F7F1BF-B078-4EE1-93E6-7844FD934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75" y="3851276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2802" name="Picture 135">
              <a:extLst>
                <a:ext uri="{FF2B5EF4-FFF2-40B4-BE49-F238E27FC236}">
                  <a16:creationId xmlns:a16="http://schemas.microsoft.com/office/drawing/2014/main" id="{7EF17DE3-4971-4459-82B1-927C7AD298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351155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803" name="Picture 136">
              <a:extLst>
                <a:ext uri="{FF2B5EF4-FFF2-40B4-BE49-F238E27FC236}">
                  <a16:creationId xmlns:a16="http://schemas.microsoft.com/office/drawing/2014/main" id="{A0429EB0-26F7-4581-9ECC-EE78084A75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3840163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804" name="Rectangle 137">
              <a:extLst>
                <a:ext uri="{FF2B5EF4-FFF2-40B4-BE49-F238E27FC236}">
                  <a16:creationId xmlns:a16="http://schemas.microsoft.com/office/drawing/2014/main" id="{F6645719-7858-4118-8CDA-3AA47F8A5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4100513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2805" name="TextBox 138">
              <a:extLst>
                <a:ext uri="{FF2B5EF4-FFF2-40B4-BE49-F238E27FC236}">
                  <a16:creationId xmlns:a16="http://schemas.microsoft.com/office/drawing/2014/main" id="{19A99204-6353-49A4-98CD-22CC56C87F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5088" y="2101850"/>
              <a:ext cx="12975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(x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, 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</a:t>
              </a:r>
            </a:p>
          </p:txBody>
        </p:sp>
        <p:pic>
          <p:nvPicPr>
            <p:cNvPr id="72806" name="Picture 139">
              <a:extLst>
                <a:ext uri="{FF2B5EF4-FFF2-40B4-BE49-F238E27FC236}">
                  <a16:creationId xmlns:a16="http://schemas.microsoft.com/office/drawing/2014/main" id="{00EE1DBB-8474-4A5A-966A-E0BC4A6B14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2613" y="3531139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807" name="Picture 140">
              <a:extLst>
                <a:ext uri="{FF2B5EF4-FFF2-40B4-BE49-F238E27FC236}">
                  <a16:creationId xmlns:a16="http://schemas.microsoft.com/office/drawing/2014/main" id="{6C693F15-C5F0-44D1-8946-5B3DF38F57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2613" y="32131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808" name="Picture 141">
              <a:extLst>
                <a:ext uri="{FF2B5EF4-FFF2-40B4-BE49-F238E27FC236}">
                  <a16:creationId xmlns:a16="http://schemas.microsoft.com/office/drawing/2014/main" id="{9B44AA08-6F2E-47C1-8884-4F25A4E14A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2613" y="385445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809" name="Picture 142">
              <a:extLst>
                <a:ext uri="{FF2B5EF4-FFF2-40B4-BE49-F238E27FC236}">
                  <a16:creationId xmlns:a16="http://schemas.microsoft.com/office/drawing/2014/main" id="{B861424A-5060-4457-B403-30040AB5DB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9912" y="2844801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2707" name="Rectangle 147">
            <a:extLst>
              <a:ext uri="{FF2B5EF4-FFF2-40B4-BE49-F238E27FC236}">
                <a16:creationId xmlns:a16="http://schemas.microsoft.com/office/drawing/2014/main" id="{DDE132F2-529C-4E45-B014-261F682A9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7488" y="2330450"/>
            <a:ext cx="3101975" cy="33655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2708" name="TextBox 145">
            <a:extLst>
              <a:ext uri="{FF2B5EF4-FFF2-40B4-BE49-F238E27FC236}">
                <a16:creationId xmlns:a16="http://schemas.microsoft.com/office/drawing/2014/main" id="{364CA5B2-6151-4EFE-80C2-C272949543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5" y="4665663"/>
            <a:ext cx="31829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 (x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 = M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0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= x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+ x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  <p:sp>
        <p:nvSpPr>
          <p:cNvPr id="72709" name="TextBox 105">
            <a:extLst>
              <a:ext uri="{FF2B5EF4-FFF2-40B4-BE49-F238E27FC236}">
                <a16:creationId xmlns:a16="http://schemas.microsoft.com/office/drawing/2014/main" id="{11792444-D5B3-4333-ACCB-5C68F98EF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6096000"/>
            <a:ext cx="8580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(In this case there is just one sum and there is no need for a product)</a:t>
            </a: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70905C8E-7EB4-0140-BA05-78BCDD7E53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895600"/>
            <a:ext cx="7924800" cy="1066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Another Example</a:t>
            </a:r>
            <a:endParaRPr lang="en-US" sz="2400" dirty="0">
              <a:ea typeface="+mj-ea"/>
              <a:cs typeface="+mj-cs"/>
            </a:endParaRP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>
            <a:extLst>
              <a:ext uri="{FF2B5EF4-FFF2-40B4-BE49-F238E27FC236}">
                <a16:creationId xmlns:a16="http://schemas.microsoft.com/office/drawing/2014/main" id="{85599B9B-F3C5-4589-A123-E6D1FB1CFD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Product-of-Sums Form</a:t>
            </a:r>
          </a:p>
        </p:txBody>
      </p:sp>
      <p:grpSp>
        <p:nvGrpSpPr>
          <p:cNvPr id="74754" name="Group 143">
            <a:extLst>
              <a:ext uri="{FF2B5EF4-FFF2-40B4-BE49-F238E27FC236}">
                <a16:creationId xmlns:a16="http://schemas.microsoft.com/office/drawing/2014/main" id="{0F1384EC-E886-4D51-859A-0351D87B3C2F}"/>
              </a:ext>
            </a:extLst>
          </p:cNvPr>
          <p:cNvGrpSpPr>
            <a:grpSpLocks/>
          </p:cNvGrpSpPr>
          <p:nvPr/>
        </p:nvGrpSpPr>
        <p:grpSpPr bwMode="auto">
          <a:xfrm>
            <a:off x="823913" y="1219200"/>
            <a:ext cx="7634287" cy="2441575"/>
            <a:chOff x="823912" y="1673226"/>
            <a:chExt cx="7634288" cy="2441574"/>
          </a:xfrm>
        </p:grpSpPr>
        <p:sp>
          <p:nvSpPr>
            <p:cNvPr id="74759" name="Rectangle 4">
              <a:extLst>
                <a:ext uri="{FF2B5EF4-FFF2-40B4-BE49-F238E27FC236}">
                  <a16:creationId xmlns:a16="http://schemas.microsoft.com/office/drawing/2014/main" id="{634E2866-AB2C-4D8E-B525-81EC198F5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1673226"/>
              <a:ext cx="7634288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4760" name="Picture 5">
              <a:extLst>
                <a:ext uri="{FF2B5EF4-FFF2-40B4-BE49-F238E27FC236}">
                  <a16:creationId xmlns:a16="http://schemas.microsoft.com/office/drawing/2014/main" id="{D83E8DE2-5D63-4A30-95CB-FA7427FA3D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600" y="1900238"/>
              <a:ext cx="188912" cy="19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61" name="Picture 6">
              <a:extLst>
                <a:ext uri="{FF2B5EF4-FFF2-40B4-BE49-F238E27FC236}">
                  <a16:creationId xmlns:a16="http://schemas.microsoft.com/office/drawing/2014/main" id="{587AFEF7-D35F-44DE-ABB4-8DDF6068FB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4625" y="1962151"/>
              <a:ext cx="1206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62" name="Picture 7">
              <a:extLst>
                <a:ext uri="{FF2B5EF4-FFF2-40B4-BE49-F238E27FC236}">
                  <a16:creationId xmlns:a16="http://schemas.microsoft.com/office/drawing/2014/main" id="{4E6753CF-8CB0-4617-8A67-086E9D6CD5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975" y="1970088"/>
              <a:ext cx="179387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763" name="Rectangle 8">
              <a:extLst>
                <a:ext uri="{FF2B5EF4-FFF2-40B4-BE49-F238E27FC236}">
                  <a16:creationId xmlns:a16="http://schemas.microsoft.com/office/drawing/2014/main" id="{3DDB64F9-3806-43C6-9602-F199AA14A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1685926"/>
              <a:ext cx="12700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764" name="Rectangle 9">
              <a:extLst>
                <a:ext uri="{FF2B5EF4-FFF2-40B4-BE49-F238E27FC236}">
                  <a16:creationId xmlns:a16="http://schemas.microsoft.com/office/drawing/2014/main" id="{E27A73A4-F97E-4B25-8A49-4183D285A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1685926"/>
              <a:ext cx="14287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765" name="Rectangle 10">
              <a:extLst>
                <a:ext uri="{FF2B5EF4-FFF2-40B4-BE49-F238E27FC236}">
                  <a16:creationId xmlns:a16="http://schemas.microsoft.com/office/drawing/2014/main" id="{1C8BB1AE-FE9F-46F5-A24B-CE07B0972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1685926"/>
              <a:ext cx="12700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766" name="Rectangle 11">
              <a:extLst>
                <a:ext uri="{FF2B5EF4-FFF2-40B4-BE49-F238E27FC236}">
                  <a16:creationId xmlns:a16="http://schemas.microsoft.com/office/drawing/2014/main" id="{0EC60E70-B0D9-4384-8BF3-3915B56A9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1685926"/>
              <a:ext cx="15875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4767" name="Picture 12">
              <a:extLst>
                <a:ext uri="{FF2B5EF4-FFF2-40B4-BE49-F238E27FC236}">
                  <a16:creationId xmlns:a16="http://schemas.microsoft.com/office/drawing/2014/main" id="{D5A0A503-122A-4EE6-B93A-0B8104D1A3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062" y="2298701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68" name="Picture 13">
              <a:extLst>
                <a:ext uri="{FF2B5EF4-FFF2-40B4-BE49-F238E27FC236}">
                  <a16:creationId xmlns:a16="http://schemas.microsoft.com/office/drawing/2014/main" id="{322E645D-EA5A-4B0F-9EDE-F9CB211054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525" y="2297113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69" name="Picture 14">
              <a:extLst>
                <a:ext uri="{FF2B5EF4-FFF2-40B4-BE49-F238E27FC236}">
                  <a16:creationId xmlns:a16="http://schemas.microsoft.com/office/drawing/2014/main" id="{605480CE-C0BD-4EF8-9AD0-C33E4C3CCC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6512" y="2298701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70" name="Picture 15">
              <a:extLst>
                <a:ext uri="{FF2B5EF4-FFF2-40B4-BE49-F238E27FC236}">
                  <a16:creationId xmlns:a16="http://schemas.microsoft.com/office/drawing/2014/main" id="{18601044-72C9-4111-B13A-50DB93FDA1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2227263"/>
              <a:ext cx="130175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71" name="Picture 16">
              <a:extLst>
                <a:ext uri="{FF2B5EF4-FFF2-40B4-BE49-F238E27FC236}">
                  <a16:creationId xmlns:a16="http://schemas.microsoft.com/office/drawing/2014/main" id="{DDA1BB6C-8C09-4E14-B5A2-65815DDEC5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7512" y="2293938"/>
              <a:ext cx="1063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72" name="Picture 17">
              <a:extLst>
                <a:ext uri="{FF2B5EF4-FFF2-40B4-BE49-F238E27FC236}">
                  <a16:creationId xmlns:a16="http://schemas.microsoft.com/office/drawing/2014/main" id="{A77ECFC6-F3B3-4597-9FC0-9C5E1F0204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8162" y="2298701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773" name="Rectangle 18">
              <a:extLst>
                <a:ext uri="{FF2B5EF4-FFF2-40B4-BE49-F238E27FC236}">
                  <a16:creationId xmlns:a16="http://schemas.microsoft.com/office/drawing/2014/main" id="{37B4C6D4-35A1-45FC-9AFF-EC910303F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193926"/>
              <a:ext cx="12700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4774" name="Picture 19">
              <a:extLst>
                <a:ext uri="{FF2B5EF4-FFF2-40B4-BE49-F238E27FC236}">
                  <a16:creationId xmlns:a16="http://schemas.microsoft.com/office/drawing/2014/main" id="{D358C554-9885-4F1A-B7A2-64433E2254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6024" y="2297113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75" name="Picture 20">
              <a:extLst>
                <a:ext uri="{FF2B5EF4-FFF2-40B4-BE49-F238E27FC236}">
                  <a16:creationId xmlns:a16="http://schemas.microsoft.com/office/drawing/2014/main" id="{1C74226D-C6A6-4395-B554-F55465B78F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124" y="2332038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76" name="Picture 21">
              <a:extLst>
                <a:ext uri="{FF2B5EF4-FFF2-40B4-BE49-F238E27FC236}">
                  <a16:creationId xmlns:a16="http://schemas.microsoft.com/office/drawing/2014/main" id="{150BC463-C457-497C-A249-E76639DD2D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0387" y="2297113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77" name="Picture 22">
              <a:extLst>
                <a:ext uri="{FF2B5EF4-FFF2-40B4-BE49-F238E27FC236}">
                  <a16:creationId xmlns:a16="http://schemas.microsoft.com/office/drawing/2014/main" id="{E77D4481-DBFD-4E9F-8200-B89914A64D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9137" y="2332038"/>
              <a:ext cx="793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778" name="Rectangle 23">
              <a:extLst>
                <a:ext uri="{FF2B5EF4-FFF2-40B4-BE49-F238E27FC236}">
                  <a16:creationId xmlns:a16="http://schemas.microsoft.com/office/drawing/2014/main" id="{3E580959-C380-46B7-81E8-830BEA3BC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193926"/>
              <a:ext cx="14287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779" name="Rectangle 24">
              <a:extLst>
                <a:ext uri="{FF2B5EF4-FFF2-40B4-BE49-F238E27FC236}">
                  <a16:creationId xmlns:a16="http://schemas.microsoft.com/office/drawing/2014/main" id="{E2B33FDE-08AF-4ADC-88DB-14D0368CD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193926"/>
              <a:ext cx="12700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780" name="Rectangle 32">
              <a:extLst>
                <a:ext uri="{FF2B5EF4-FFF2-40B4-BE49-F238E27FC236}">
                  <a16:creationId xmlns:a16="http://schemas.microsoft.com/office/drawing/2014/main" id="{C9BDDA8A-85FE-475C-AE03-0A6ADE57E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193926"/>
              <a:ext cx="15875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4781" name="Picture 33">
              <a:extLst>
                <a:ext uri="{FF2B5EF4-FFF2-40B4-BE49-F238E27FC236}">
                  <a16:creationId xmlns:a16="http://schemas.microsoft.com/office/drawing/2014/main" id="{B9DA613C-D9F0-4FF4-B5DF-02305F5EE4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9600" y="2232026"/>
              <a:ext cx="227013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82" name="Picture 34">
              <a:extLst>
                <a:ext uri="{FF2B5EF4-FFF2-40B4-BE49-F238E27FC236}">
                  <a16:creationId xmlns:a16="http://schemas.microsoft.com/office/drawing/2014/main" id="{D1A7213A-5FEE-4D21-94E0-EB3C3661D6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2013" y="2293938"/>
              <a:ext cx="123825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83" name="Picture 35">
              <a:extLst>
                <a:ext uri="{FF2B5EF4-FFF2-40B4-BE49-F238E27FC236}">
                  <a16:creationId xmlns:a16="http://schemas.microsoft.com/office/drawing/2014/main" id="{6253AED0-5EE9-4AC8-9EA5-E858511DCF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2188" y="2300288"/>
              <a:ext cx="136525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84" name="Picture 36">
              <a:extLst>
                <a:ext uri="{FF2B5EF4-FFF2-40B4-BE49-F238E27FC236}">
                  <a16:creationId xmlns:a16="http://schemas.microsoft.com/office/drawing/2014/main" id="{00137B81-69F1-4CDB-89E9-91A4BCBB5F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1413" y="2251076"/>
              <a:ext cx="84137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85" name="Picture 37">
              <a:extLst>
                <a:ext uri="{FF2B5EF4-FFF2-40B4-BE49-F238E27FC236}">
                  <a16:creationId xmlns:a16="http://schemas.microsoft.com/office/drawing/2014/main" id="{BE0DDF25-74AD-4492-863B-44D86A71C0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9363" y="2293938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86" name="Picture 38">
              <a:extLst>
                <a:ext uri="{FF2B5EF4-FFF2-40B4-BE49-F238E27FC236}">
                  <a16:creationId xmlns:a16="http://schemas.microsoft.com/office/drawing/2014/main" id="{72D946F2-7BF2-4518-905A-5A8C2B5B18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1600" y="2298701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87" name="Picture 39">
              <a:extLst>
                <a:ext uri="{FF2B5EF4-FFF2-40B4-BE49-F238E27FC236}">
                  <a16:creationId xmlns:a16="http://schemas.microsoft.com/office/drawing/2014/main" id="{8750F4EF-8247-4269-963F-EEBD3ED2E1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1138" y="2298701"/>
              <a:ext cx="212725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788" name="Rectangle 40">
              <a:extLst>
                <a:ext uri="{FF2B5EF4-FFF2-40B4-BE49-F238E27FC236}">
                  <a16:creationId xmlns:a16="http://schemas.microsoft.com/office/drawing/2014/main" id="{E8777ED3-6784-40ED-BBDD-5B5B8213B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2609851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4789" name="Picture 41">
              <a:extLst>
                <a:ext uri="{FF2B5EF4-FFF2-40B4-BE49-F238E27FC236}">
                  <a16:creationId xmlns:a16="http://schemas.microsoft.com/office/drawing/2014/main" id="{3D9416DA-66E0-49AB-BF83-7AB18FF463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790" name="Rectangle 42">
              <a:extLst>
                <a:ext uri="{FF2B5EF4-FFF2-40B4-BE49-F238E27FC236}">
                  <a16:creationId xmlns:a16="http://schemas.microsoft.com/office/drawing/2014/main" id="{6CDF7B4A-2268-4410-91B9-428473110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624138"/>
              <a:ext cx="12700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4791" name="Picture 43">
              <a:extLst>
                <a:ext uri="{FF2B5EF4-FFF2-40B4-BE49-F238E27FC236}">
                  <a16:creationId xmlns:a16="http://schemas.microsoft.com/office/drawing/2014/main" id="{44171544-F95C-4EB5-958C-2AED87F20B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92" name="Picture 44">
              <a:extLst>
                <a:ext uri="{FF2B5EF4-FFF2-40B4-BE49-F238E27FC236}">
                  <a16:creationId xmlns:a16="http://schemas.microsoft.com/office/drawing/2014/main" id="{1F82DD58-E339-4623-A143-31850DE45B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1824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793" name="Rectangle 45">
              <a:extLst>
                <a:ext uri="{FF2B5EF4-FFF2-40B4-BE49-F238E27FC236}">
                  <a16:creationId xmlns:a16="http://schemas.microsoft.com/office/drawing/2014/main" id="{EAAA2EAA-4F2E-4269-985F-D6DD33C439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624138"/>
              <a:ext cx="14287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794" name="Rectangle 46">
              <a:extLst>
                <a:ext uri="{FF2B5EF4-FFF2-40B4-BE49-F238E27FC236}">
                  <a16:creationId xmlns:a16="http://schemas.microsoft.com/office/drawing/2014/main" id="{9062BC46-0897-4630-95A3-E97D05E14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624138"/>
              <a:ext cx="12700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795" name="Rectangle 56">
              <a:extLst>
                <a:ext uri="{FF2B5EF4-FFF2-40B4-BE49-F238E27FC236}">
                  <a16:creationId xmlns:a16="http://schemas.microsoft.com/office/drawing/2014/main" id="{8CDC718C-40C1-4762-9FF2-7D6419A5C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624138"/>
              <a:ext cx="15875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4796" name="Picture 57">
              <a:extLst>
                <a:ext uri="{FF2B5EF4-FFF2-40B4-BE49-F238E27FC236}">
                  <a16:creationId xmlns:a16="http://schemas.microsoft.com/office/drawing/2014/main" id="{A6318FBA-8783-4F06-9326-8FC4434C0B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2836863"/>
              <a:ext cx="266700" cy="188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97" name="Picture 58">
              <a:extLst>
                <a:ext uri="{FF2B5EF4-FFF2-40B4-BE49-F238E27FC236}">
                  <a16:creationId xmlns:a16="http://schemas.microsoft.com/office/drawing/2014/main" id="{C31056BA-8FA1-46E7-8744-961C16C1F5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5150" y="2940051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98" name="Picture 59">
              <a:extLst>
                <a:ext uri="{FF2B5EF4-FFF2-40B4-BE49-F238E27FC236}">
                  <a16:creationId xmlns:a16="http://schemas.microsoft.com/office/drawing/2014/main" id="{676FCA8F-BBBC-43D2-AA51-6B8CCF642F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2921001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799" name="Picture 60">
              <a:extLst>
                <a:ext uri="{FF2B5EF4-FFF2-40B4-BE49-F238E27FC236}">
                  <a16:creationId xmlns:a16="http://schemas.microsoft.com/office/drawing/2014/main" id="{75277E27-6199-4653-A13A-995AC9C16A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29019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00" name="Picture 61">
              <a:extLst>
                <a:ext uri="{FF2B5EF4-FFF2-40B4-BE49-F238E27FC236}">
                  <a16:creationId xmlns:a16="http://schemas.microsoft.com/office/drawing/2014/main" id="{37EED033-16C3-4F87-BB46-D6FDC90E5A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29400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01" name="Picture 62">
              <a:extLst>
                <a:ext uri="{FF2B5EF4-FFF2-40B4-BE49-F238E27FC236}">
                  <a16:creationId xmlns:a16="http://schemas.microsoft.com/office/drawing/2014/main" id="{B50712D9-F53A-490E-A33D-D20710C199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28670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02" name="Picture 63">
              <a:extLst>
                <a:ext uri="{FF2B5EF4-FFF2-40B4-BE49-F238E27FC236}">
                  <a16:creationId xmlns:a16="http://schemas.microsoft.com/office/drawing/2014/main" id="{6F2B92BE-0B12-45C5-A6F8-2AC709B3D6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29019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03" name="Picture 64">
              <a:extLst>
                <a:ext uri="{FF2B5EF4-FFF2-40B4-BE49-F238E27FC236}">
                  <a16:creationId xmlns:a16="http://schemas.microsoft.com/office/drawing/2014/main" id="{A16E0393-87CE-45F5-83F8-2F09E2A977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2940051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04" name="Picture 65">
              <a:extLst>
                <a:ext uri="{FF2B5EF4-FFF2-40B4-BE49-F238E27FC236}">
                  <a16:creationId xmlns:a16="http://schemas.microsoft.com/office/drawing/2014/main" id="{949775A7-D4A0-45A2-9FAB-608998148C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8112" y="3171826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805" name="Rectangle 66">
              <a:extLst>
                <a:ext uri="{FF2B5EF4-FFF2-40B4-BE49-F238E27FC236}">
                  <a16:creationId xmlns:a16="http://schemas.microsoft.com/office/drawing/2014/main" id="{1FC96735-202E-4083-942E-77B493F2A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121026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4806" name="Picture 67">
              <a:extLst>
                <a:ext uri="{FF2B5EF4-FFF2-40B4-BE49-F238E27FC236}">
                  <a16:creationId xmlns:a16="http://schemas.microsoft.com/office/drawing/2014/main" id="{F95AAD72-79BB-4FDD-AE70-73B0B16909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3171826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07" name="Picture 68">
              <a:extLst>
                <a:ext uri="{FF2B5EF4-FFF2-40B4-BE49-F238E27FC236}">
                  <a16:creationId xmlns:a16="http://schemas.microsoft.com/office/drawing/2014/main" id="{AC648F8D-510C-4284-B146-0702410CEB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9124" y="34909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808" name="Rectangle 69">
              <a:extLst>
                <a:ext uri="{FF2B5EF4-FFF2-40B4-BE49-F238E27FC236}">
                  <a16:creationId xmlns:a16="http://schemas.microsoft.com/office/drawing/2014/main" id="{40391EFF-F79C-4DB6-AEA7-54C9156F6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121026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09" name="Rectangle 70">
              <a:extLst>
                <a:ext uri="{FF2B5EF4-FFF2-40B4-BE49-F238E27FC236}">
                  <a16:creationId xmlns:a16="http://schemas.microsoft.com/office/drawing/2014/main" id="{37A17177-C40C-48E3-B4BB-3E2737B1C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121026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10" name="Rectangle 79">
              <a:extLst>
                <a:ext uri="{FF2B5EF4-FFF2-40B4-BE49-F238E27FC236}">
                  <a16:creationId xmlns:a16="http://schemas.microsoft.com/office/drawing/2014/main" id="{D1D110F1-9DB9-4CE0-A900-BDBBEA042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121026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4811" name="Picture 80">
              <a:extLst>
                <a:ext uri="{FF2B5EF4-FFF2-40B4-BE49-F238E27FC236}">
                  <a16:creationId xmlns:a16="http://schemas.microsoft.com/office/drawing/2014/main" id="{5141FE9F-5A50-4512-A8E2-0E9F831FDC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168651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12" name="Picture 81">
              <a:extLst>
                <a:ext uri="{FF2B5EF4-FFF2-40B4-BE49-F238E27FC236}">
                  <a16:creationId xmlns:a16="http://schemas.microsoft.com/office/drawing/2014/main" id="{75FC583C-7E9A-4779-A605-BB915A495F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4675" y="32702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13" name="Picture 82">
              <a:extLst>
                <a:ext uri="{FF2B5EF4-FFF2-40B4-BE49-F238E27FC236}">
                  <a16:creationId xmlns:a16="http://schemas.microsoft.com/office/drawing/2014/main" id="{741AC301-2365-41C3-BA4A-21C755FD98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251201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14" name="Picture 83">
              <a:extLst>
                <a:ext uri="{FF2B5EF4-FFF2-40B4-BE49-F238E27FC236}">
                  <a16:creationId xmlns:a16="http://schemas.microsoft.com/office/drawing/2014/main" id="{F082D77D-3D03-43B1-8226-00BF7CACF3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233738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15" name="Picture 84">
              <a:extLst>
                <a:ext uri="{FF2B5EF4-FFF2-40B4-BE49-F238E27FC236}">
                  <a16:creationId xmlns:a16="http://schemas.microsoft.com/office/drawing/2014/main" id="{B9E03445-11DF-4F2C-800E-6500D5F60C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2702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16" name="Picture 85">
              <a:extLst>
                <a:ext uri="{FF2B5EF4-FFF2-40B4-BE49-F238E27FC236}">
                  <a16:creationId xmlns:a16="http://schemas.microsoft.com/office/drawing/2014/main" id="{E7F8C264-46F7-437B-88E8-9C8DAA268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1972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17" name="Picture 86">
              <a:extLst>
                <a:ext uri="{FF2B5EF4-FFF2-40B4-BE49-F238E27FC236}">
                  <a16:creationId xmlns:a16="http://schemas.microsoft.com/office/drawing/2014/main" id="{0AB378A9-BEEA-4C4B-97EA-003D4750E8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233738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18" name="Picture 87">
              <a:extLst>
                <a:ext uri="{FF2B5EF4-FFF2-40B4-BE49-F238E27FC236}">
                  <a16:creationId xmlns:a16="http://schemas.microsoft.com/office/drawing/2014/main" id="{C0EBFA76-C90A-408A-A2EA-423A3C66CE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270251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819" name="Rectangle 88">
              <a:extLst>
                <a:ext uri="{FF2B5EF4-FFF2-40B4-BE49-F238E27FC236}">
                  <a16:creationId xmlns:a16="http://schemas.microsoft.com/office/drawing/2014/main" id="{C7454111-83AE-4ADE-A0E0-64851B88F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912" y="3189288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4820" name="Picture 89">
              <a:extLst>
                <a:ext uri="{FF2B5EF4-FFF2-40B4-BE49-F238E27FC236}">
                  <a16:creationId xmlns:a16="http://schemas.microsoft.com/office/drawing/2014/main" id="{B2180494-0AE8-4BEC-B14E-7966B5BEBC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175" y="3498851"/>
              <a:ext cx="107950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821" name="Rectangle 90">
              <a:extLst>
                <a:ext uri="{FF2B5EF4-FFF2-40B4-BE49-F238E27FC236}">
                  <a16:creationId xmlns:a16="http://schemas.microsoft.com/office/drawing/2014/main" id="{513ACCB4-D648-414F-91E9-5D95746D0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451226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4822" name="Picture 91">
              <a:extLst>
                <a:ext uri="{FF2B5EF4-FFF2-40B4-BE49-F238E27FC236}">
                  <a16:creationId xmlns:a16="http://schemas.microsoft.com/office/drawing/2014/main" id="{29D5A050-8F0B-4002-81BE-CCEF78BA05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3154363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823" name="Rectangle 92">
              <a:extLst>
                <a:ext uri="{FF2B5EF4-FFF2-40B4-BE49-F238E27FC236}">
                  <a16:creationId xmlns:a16="http://schemas.microsoft.com/office/drawing/2014/main" id="{1540FC7A-3D84-4ADE-BB65-1758BDC1C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451226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24" name="Rectangle 93">
              <a:extLst>
                <a:ext uri="{FF2B5EF4-FFF2-40B4-BE49-F238E27FC236}">
                  <a16:creationId xmlns:a16="http://schemas.microsoft.com/office/drawing/2014/main" id="{4CEECC50-6ACA-4973-AD68-7B1727BC6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451226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25" name="Rectangle 102">
              <a:extLst>
                <a:ext uri="{FF2B5EF4-FFF2-40B4-BE49-F238E27FC236}">
                  <a16:creationId xmlns:a16="http://schemas.microsoft.com/office/drawing/2014/main" id="{9ED3DA97-9C69-4CB0-9649-8C1A8405F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451226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4826" name="Picture 103">
              <a:extLst>
                <a:ext uri="{FF2B5EF4-FFF2-40B4-BE49-F238E27FC236}">
                  <a16:creationId xmlns:a16="http://schemas.microsoft.com/office/drawing/2014/main" id="{4BCFF840-F860-468E-8BF8-9A52FF30FF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495676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27" name="Picture 104">
              <a:extLst>
                <a:ext uri="{FF2B5EF4-FFF2-40B4-BE49-F238E27FC236}">
                  <a16:creationId xmlns:a16="http://schemas.microsoft.com/office/drawing/2014/main" id="{8D6448A6-D029-4804-940F-2B04809918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9912" y="3597276"/>
              <a:ext cx="809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28" name="Picture 105">
              <a:extLst>
                <a:ext uri="{FF2B5EF4-FFF2-40B4-BE49-F238E27FC236}">
                  <a16:creationId xmlns:a16="http://schemas.microsoft.com/office/drawing/2014/main" id="{89E91D8A-D9CE-4310-BADB-F761201A97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578226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29" name="Picture 106">
              <a:extLst>
                <a:ext uri="{FF2B5EF4-FFF2-40B4-BE49-F238E27FC236}">
                  <a16:creationId xmlns:a16="http://schemas.microsoft.com/office/drawing/2014/main" id="{9124CE75-9E53-4152-91E4-CC2ABB2BDF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5623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30" name="Picture 107">
              <a:extLst>
                <a:ext uri="{FF2B5EF4-FFF2-40B4-BE49-F238E27FC236}">
                  <a16:creationId xmlns:a16="http://schemas.microsoft.com/office/drawing/2014/main" id="{274E790C-29A5-4A28-80EF-FCA321E52F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597276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31" name="Picture 108">
              <a:extLst>
                <a:ext uri="{FF2B5EF4-FFF2-40B4-BE49-F238E27FC236}">
                  <a16:creationId xmlns:a16="http://schemas.microsoft.com/office/drawing/2014/main" id="{8A4C304A-7A0F-4EB8-8749-94AC6F65F5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52583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832" name="Rectangle 109">
              <a:extLst>
                <a:ext uri="{FF2B5EF4-FFF2-40B4-BE49-F238E27FC236}">
                  <a16:creationId xmlns:a16="http://schemas.microsoft.com/office/drawing/2014/main" id="{AE8FF2C2-4DCA-4643-A015-B3C5862B3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75" y="3521076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4833" name="Picture 110">
              <a:extLst>
                <a:ext uri="{FF2B5EF4-FFF2-40B4-BE49-F238E27FC236}">
                  <a16:creationId xmlns:a16="http://schemas.microsoft.com/office/drawing/2014/main" id="{9DD1245D-7408-4CAA-8983-72F961BE0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5623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34" name="Picture 111">
              <a:extLst>
                <a:ext uri="{FF2B5EF4-FFF2-40B4-BE49-F238E27FC236}">
                  <a16:creationId xmlns:a16="http://schemas.microsoft.com/office/drawing/2014/main" id="{25DD3702-B229-47EE-ADA2-74C5176F86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597276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35" name="Picture 112">
              <a:extLst>
                <a:ext uri="{FF2B5EF4-FFF2-40B4-BE49-F238E27FC236}">
                  <a16:creationId xmlns:a16="http://schemas.microsoft.com/office/drawing/2014/main" id="{29E3670B-08E9-441D-9FC3-065A9A2A00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3829051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836" name="Rectangle 113">
              <a:extLst>
                <a:ext uri="{FF2B5EF4-FFF2-40B4-BE49-F238E27FC236}">
                  <a16:creationId xmlns:a16="http://schemas.microsoft.com/office/drawing/2014/main" id="{7D2C36D0-1319-4245-86E3-64F931899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783013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4837" name="Picture 114">
              <a:extLst>
                <a:ext uri="{FF2B5EF4-FFF2-40B4-BE49-F238E27FC236}">
                  <a16:creationId xmlns:a16="http://schemas.microsoft.com/office/drawing/2014/main" id="{ADF5E24E-BE07-462A-B2D7-A2DFE38ABB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3829051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838" name="Rectangle 115">
              <a:extLst>
                <a:ext uri="{FF2B5EF4-FFF2-40B4-BE49-F238E27FC236}">
                  <a16:creationId xmlns:a16="http://schemas.microsoft.com/office/drawing/2014/main" id="{75CDD05D-E0F7-493E-8D8D-50FA50A77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783013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39" name="Rectangle 116">
              <a:extLst>
                <a:ext uri="{FF2B5EF4-FFF2-40B4-BE49-F238E27FC236}">
                  <a16:creationId xmlns:a16="http://schemas.microsoft.com/office/drawing/2014/main" id="{0AB13BAC-829E-46A5-90CF-70DBD7E7E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783013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40" name="Rectangle 124">
              <a:extLst>
                <a:ext uri="{FF2B5EF4-FFF2-40B4-BE49-F238E27FC236}">
                  <a16:creationId xmlns:a16="http://schemas.microsoft.com/office/drawing/2014/main" id="{2B51700F-7420-45CE-A33C-F3158D7F7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783013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4841" name="Picture 125">
              <a:extLst>
                <a:ext uri="{FF2B5EF4-FFF2-40B4-BE49-F238E27FC236}">
                  <a16:creationId xmlns:a16="http://schemas.microsoft.com/office/drawing/2014/main" id="{15485ACD-22C5-4776-A161-1D41896DE2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825876"/>
              <a:ext cx="266700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42" name="Picture 126">
              <a:extLst>
                <a:ext uri="{FF2B5EF4-FFF2-40B4-BE49-F238E27FC236}">
                  <a16:creationId xmlns:a16="http://schemas.microsoft.com/office/drawing/2014/main" id="{9264C79E-D776-4CC3-8BA5-1CEDE21A63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9912" y="3930651"/>
              <a:ext cx="80963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43" name="Picture 127">
              <a:extLst>
                <a:ext uri="{FF2B5EF4-FFF2-40B4-BE49-F238E27FC236}">
                  <a16:creationId xmlns:a16="http://schemas.microsoft.com/office/drawing/2014/main" id="{8505AD0A-645B-4D23-A8FE-939ADE075F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910013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44" name="Picture 128">
              <a:extLst>
                <a:ext uri="{FF2B5EF4-FFF2-40B4-BE49-F238E27FC236}">
                  <a16:creationId xmlns:a16="http://schemas.microsoft.com/office/drawing/2014/main" id="{42F67006-436A-442B-BF42-8CFA78895C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8925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45" name="Picture 129">
              <a:extLst>
                <a:ext uri="{FF2B5EF4-FFF2-40B4-BE49-F238E27FC236}">
                  <a16:creationId xmlns:a16="http://schemas.microsoft.com/office/drawing/2014/main" id="{AB0EBD0E-FA3A-4897-8618-4A8E1DC7BB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929063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46" name="Picture 130">
              <a:extLst>
                <a:ext uri="{FF2B5EF4-FFF2-40B4-BE49-F238E27FC236}">
                  <a16:creationId xmlns:a16="http://schemas.microsoft.com/office/drawing/2014/main" id="{EF7A6E85-A95A-4CE3-B559-4683F15B92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8576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847" name="Rectangle 131">
              <a:extLst>
                <a:ext uri="{FF2B5EF4-FFF2-40B4-BE49-F238E27FC236}">
                  <a16:creationId xmlns:a16="http://schemas.microsoft.com/office/drawing/2014/main" id="{C90565E9-60BB-404F-9CEE-98C666E47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975" y="3851276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4848" name="Picture 132">
              <a:extLst>
                <a:ext uri="{FF2B5EF4-FFF2-40B4-BE49-F238E27FC236}">
                  <a16:creationId xmlns:a16="http://schemas.microsoft.com/office/drawing/2014/main" id="{01A180F8-1667-4B45-873A-02EDE6C310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8925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49" name="Picture 133">
              <a:extLst>
                <a:ext uri="{FF2B5EF4-FFF2-40B4-BE49-F238E27FC236}">
                  <a16:creationId xmlns:a16="http://schemas.microsoft.com/office/drawing/2014/main" id="{2F6420B6-BD52-45EB-984A-1C28C31949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929063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850" name="Rectangle 134">
              <a:extLst>
                <a:ext uri="{FF2B5EF4-FFF2-40B4-BE49-F238E27FC236}">
                  <a16:creationId xmlns:a16="http://schemas.microsoft.com/office/drawing/2014/main" id="{AC43CFDB-D491-4102-8427-28924D5D2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75" y="3851276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4851" name="Picture 135">
              <a:extLst>
                <a:ext uri="{FF2B5EF4-FFF2-40B4-BE49-F238E27FC236}">
                  <a16:creationId xmlns:a16="http://schemas.microsoft.com/office/drawing/2014/main" id="{B5E55E5C-ACDD-4D14-B578-A9A40E3CAA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351155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52" name="Picture 136">
              <a:extLst>
                <a:ext uri="{FF2B5EF4-FFF2-40B4-BE49-F238E27FC236}">
                  <a16:creationId xmlns:a16="http://schemas.microsoft.com/office/drawing/2014/main" id="{3546FC3F-860C-4192-96F2-21FAF576BF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3840163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853" name="Rectangle 137">
              <a:extLst>
                <a:ext uri="{FF2B5EF4-FFF2-40B4-BE49-F238E27FC236}">
                  <a16:creationId xmlns:a16="http://schemas.microsoft.com/office/drawing/2014/main" id="{7E4313B4-2118-44B1-89ED-A998E7288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4100513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4854" name="TextBox 138">
              <a:extLst>
                <a:ext uri="{FF2B5EF4-FFF2-40B4-BE49-F238E27FC236}">
                  <a16:creationId xmlns:a16="http://schemas.microsoft.com/office/drawing/2014/main" id="{51225D4C-2E06-4BD1-A2CC-DF7471BD2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5088" y="2101850"/>
              <a:ext cx="12975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(x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, 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</a:t>
              </a:r>
            </a:p>
          </p:txBody>
        </p:sp>
        <p:pic>
          <p:nvPicPr>
            <p:cNvPr id="74855" name="Picture 139">
              <a:extLst>
                <a:ext uri="{FF2B5EF4-FFF2-40B4-BE49-F238E27FC236}">
                  <a16:creationId xmlns:a16="http://schemas.microsoft.com/office/drawing/2014/main" id="{7F749E46-C005-4859-84D8-8413FB117D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2613" y="29083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56" name="Picture 140">
              <a:extLst>
                <a:ext uri="{FF2B5EF4-FFF2-40B4-BE49-F238E27FC236}">
                  <a16:creationId xmlns:a16="http://schemas.microsoft.com/office/drawing/2014/main" id="{8D6847A9-9889-4C8F-8446-C844D4C993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2613" y="32131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57" name="Picture 141">
              <a:extLst>
                <a:ext uri="{FF2B5EF4-FFF2-40B4-BE49-F238E27FC236}">
                  <a16:creationId xmlns:a16="http://schemas.microsoft.com/office/drawing/2014/main" id="{96DC2391-C71D-4331-9FD2-7A4AF89CD3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2613" y="385445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858" name="Picture 142">
              <a:extLst>
                <a:ext uri="{FF2B5EF4-FFF2-40B4-BE49-F238E27FC236}">
                  <a16:creationId xmlns:a16="http://schemas.microsoft.com/office/drawing/2014/main" id="{CE2AC1EB-AD0B-4D4B-A181-B417BF4C41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8008" y="3549650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4755" name="Rectangle 147">
            <a:extLst>
              <a:ext uri="{FF2B5EF4-FFF2-40B4-BE49-F238E27FC236}">
                <a16:creationId xmlns:a16="http://schemas.microsoft.com/office/drawing/2014/main" id="{0906A5EB-5BF7-4C9F-9B15-0FCFAFF55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7675" y="3022600"/>
            <a:ext cx="336550" cy="33655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74756" name="Group 104">
            <a:extLst>
              <a:ext uri="{FF2B5EF4-FFF2-40B4-BE49-F238E27FC236}">
                <a16:creationId xmlns:a16="http://schemas.microsoft.com/office/drawing/2014/main" id="{19768A3C-D850-46A0-9A3F-8BEB95B50473}"/>
              </a:ext>
            </a:extLst>
          </p:cNvPr>
          <p:cNvGrpSpPr>
            <a:grpSpLocks/>
          </p:cNvGrpSpPr>
          <p:nvPr/>
        </p:nvGrpSpPr>
        <p:grpSpPr bwMode="auto">
          <a:xfrm>
            <a:off x="1463675" y="5376863"/>
            <a:ext cx="6861175" cy="831850"/>
            <a:chOff x="1787395" y="5410200"/>
            <a:chExt cx="6860917" cy="830997"/>
          </a:xfrm>
        </p:grpSpPr>
        <p:sp>
          <p:nvSpPr>
            <p:cNvPr id="74757" name="TextBox 105">
              <a:extLst>
                <a:ext uri="{FF2B5EF4-FFF2-40B4-BE49-F238E27FC236}">
                  <a16:creationId xmlns:a16="http://schemas.microsoft.com/office/drawing/2014/main" id="{B728AD23-148A-4BB0-ABC5-589F0BA1F4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7395" y="5410200"/>
              <a:ext cx="6860917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We need to minimize using the zeros of the function f.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But let’s first minimize the inverse of f, i.e., f.</a:t>
              </a:r>
            </a:p>
          </p:txBody>
        </p:sp>
        <p:sp>
          <p:nvSpPr>
            <p:cNvPr id="74758" name="Rectangle 88">
              <a:extLst>
                <a:ext uri="{FF2B5EF4-FFF2-40B4-BE49-F238E27FC236}">
                  <a16:creationId xmlns:a16="http://schemas.microsoft.com/office/drawing/2014/main" id="{81AF8460-7974-414C-8898-58F85F9C2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4191" y="5853112"/>
              <a:ext cx="213409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itle 1">
            <a:extLst>
              <a:ext uri="{FF2B5EF4-FFF2-40B4-BE49-F238E27FC236}">
                <a16:creationId xmlns:a16="http://schemas.microsoft.com/office/drawing/2014/main" id="{D0A420E9-78AA-42C3-8628-EBB7A810E6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Product-of-Sums Form</a:t>
            </a:r>
          </a:p>
        </p:txBody>
      </p:sp>
      <p:grpSp>
        <p:nvGrpSpPr>
          <p:cNvPr id="75778" name="Group 143">
            <a:extLst>
              <a:ext uri="{FF2B5EF4-FFF2-40B4-BE49-F238E27FC236}">
                <a16:creationId xmlns:a16="http://schemas.microsoft.com/office/drawing/2014/main" id="{5A9C6E8D-F679-49B5-B457-4DB68DECED2A}"/>
              </a:ext>
            </a:extLst>
          </p:cNvPr>
          <p:cNvGrpSpPr>
            <a:grpSpLocks/>
          </p:cNvGrpSpPr>
          <p:nvPr/>
        </p:nvGrpSpPr>
        <p:grpSpPr bwMode="auto">
          <a:xfrm>
            <a:off x="823913" y="1219200"/>
            <a:ext cx="7634287" cy="2441575"/>
            <a:chOff x="823912" y="1673226"/>
            <a:chExt cx="7634288" cy="2441574"/>
          </a:xfrm>
        </p:grpSpPr>
        <p:sp>
          <p:nvSpPr>
            <p:cNvPr id="75786" name="Rectangle 4">
              <a:extLst>
                <a:ext uri="{FF2B5EF4-FFF2-40B4-BE49-F238E27FC236}">
                  <a16:creationId xmlns:a16="http://schemas.microsoft.com/office/drawing/2014/main" id="{5A5EB2F5-7549-44EB-B0E2-DB4411897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1673226"/>
              <a:ext cx="7634288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5787" name="Picture 5">
              <a:extLst>
                <a:ext uri="{FF2B5EF4-FFF2-40B4-BE49-F238E27FC236}">
                  <a16:creationId xmlns:a16="http://schemas.microsoft.com/office/drawing/2014/main" id="{BEB5CAD7-1100-4B9A-9641-512024ACA6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600" y="1900238"/>
              <a:ext cx="188912" cy="19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788" name="Picture 6">
              <a:extLst>
                <a:ext uri="{FF2B5EF4-FFF2-40B4-BE49-F238E27FC236}">
                  <a16:creationId xmlns:a16="http://schemas.microsoft.com/office/drawing/2014/main" id="{1136904C-2C0D-493A-9F05-F2E3CB68E7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4625" y="1962151"/>
              <a:ext cx="1206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789" name="Picture 7">
              <a:extLst>
                <a:ext uri="{FF2B5EF4-FFF2-40B4-BE49-F238E27FC236}">
                  <a16:creationId xmlns:a16="http://schemas.microsoft.com/office/drawing/2014/main" id="{21BFEBB1-82F6-4D42-A9A9-9A75919176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975" y="1970088"/>
              <a:ext cx="179387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790" name="Rectangle 8">
              <a:extLst>
                <a:ext uri="{FF2B5EF4-FFF2-40B4-BE49-F238E27FC236}">
                  <a16:creationId xmlns:a16="http://schemas.microsoft.com/office/drawing/2014/main" id="{D0983394-D2E9-4B69-897B-D21372F69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1685926"/>
              <a:ext cx="12700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5791" name="Rectangle 9">
              <a:extLst>
                <a:ext uri="{FF2B5EF4-FFF2-40B4-BE49-F238E27FC236}">
                  <a16:creationId xmlns:a16="http://schemas.microsoft.com/office/drawing/2014/main" id="{B9D6B10D-E248-412B-90A7-DF7D16437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1685926"/>
              <a:ext cx="14287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5792" name="Rectangle 10">
              <a:extLst>
                <a:ext uri="{FF2B5EF4-FFF2-40B4-BE49-F238E27FC236}">
                  <a16:creationId xmlns:a16="http://schemas.microsoft.com/office/drawing/2014/main" id="{6C7CF6F2-6C76-43FC-8B26-E879628FD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1685926"/>
              <a:ext cx="12700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5793" name="Rectangle 11">
              <a:extLst>
                <a:ext uri="{FF2B5EF4-FFF2-40B4-BE49-F238E27FC236}">
                  <a16:creationId xmlns:a16="http://schemas.microsoft.com/office/drawing/2014/main" id="{272233F7-9265-4054-9DBC-8FE7B48D1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1685926"/>
              <a:ext cx="15875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5794" name="Picture 12">
              <a:extLst>
                <a:ext uri="{FF2B5EF4-FFF2-40B4-BE49-F238E27FC236}">
                  <a16:creationId xmlns:a16="http://schemas.microsoft.com/office/drawing/2014/main" id="{37A4E817-164F-4589-9194-21BBBA502F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062" y="2298701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795" name="Picture 13">
              <a:extLst>
                <a:ext uri="{FF2B5EF4-FFF2-40B4-BE49-F238E27FC236}">
                  <a16:creationId xmlns:a16="http://schemas.microsoft.com/office/drawing/2014/main" id="{EF25D331-CA1F-4C3F-88D3-7FFF7CA273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525" y="2297113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796" name="Picture 14">
              <a:extLst>
                <a:ext uri="{FF2B5EF4-FFF2-40B4-BE49-F238E27FC236}">
                  <a16:creationId xmlns:a16="http://schemas.microsoft.com/office/drawing/2014/main" id="{5DBEF100-DB69-4985-B877-4455DBFD2E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6512" y="2298701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797" name="Picture 15">
              <a:extLst>
                <a:ext uri="{FF2B5EF4-FFF2-40B4-BE49-F238E27FC236}">
                  <a16:creationId xmlns:a16="http://schemas.microsoft.com/office/drawing/2014/main" id="{00D7E185-24F7-4029-9821-B9B99649C3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2227263"/>
              <a:ext cx="130175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798" name="Picture 16">
              <a:extLst>
                <a:ext uri="{FF2B5EF4-FFF2-40B4-BE49-F238E27FC236}">
                  <a16:creationId xmlns:a16="http://schemas.microsoft.com/office/drawing/2014/main" id="{DA79A3DF-6BDA-446E-A09E-E1596AA43A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7512" y="2293938"/>
              <a:ext cx="1063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799" name="Picture 17">
              <a:extLst>
                <a:ext uri="{FF2B5EF4-FFF2-40B4-BE49-F238E27FC236}">
                  <a16:creationId xmlns:a16="http://schemas.microsoft.com/office/drawing/2014/main" id="{13D28F47-F2A6-47C1-A06B-5F70BDE742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8162" y="2298701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800" name="Rectangle 18">
              <a:extLst>
                <a:ext uri="{FF2B5EF4-FFF2-40B4-BE49-F238E27FC236}">
                  <a16:creationId xmlns:a16="http://schemas.microsoft.com/office/drawing/2014/main" id="{BEF75CE5-1CAB-4387-AA71-2E774B62F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193926"/>
              <a:ext cx="12700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5801" name="Picture 19">
              <a:extLst>
                <a:ext uri="{FF2B5EF4-FFF2-40B4-BE49-F238E27FC236}">
                  <a16:creationId xmlns:a16="http://schemas.microsoft.com/office/drawing/2014/main" id="{87B7243D-8782-466E-AB47-AA2006CC66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6024" y="2297113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02" name="Picture 20">
              <a:extLst>
                <a:ext uri="{FF2B5EF4-FFF2-40B4-BE49-F238E27FC236}">
                  <a16:creationId xmlns:a16="http://schemas.microsoft.com/office/drawing/2014/main" id="{9594EBDC-9B1E-4178-A89F-F52176C47E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124" y="2332038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03" name="Picture 21">
              <a:extLst>
                <a:ext uri="{FF2B5EF4-FFF2-40B4-BE49-F238E27FC236}">
                  <a16:creationId xmlns:a16="http://schemas.microsoft.com/office/drawing/2014/main" id="{5143C87B-0198-4FCB-8F47-7386701473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0387" y="2297113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04" name="Picture 22">
              <a:extLst>
                <a:ext uri="{FF2B5EF4-FFF2-40B4-BE49-F238E27FC236}">
                  <a16:creationId xmlns:a16="http://schemas.microsoft.com/office/drawing/2014/main" id="{526D5AC8-A966-4C85-AB88-B09CCA6CB5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9137" y="2332038"/>
              <a:ext cx="793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805" name="Rectangle 23">
              <a:extLst>
                <a:ext uri="{FF2B5EF4-FFF2-40B4-BE49-F238E27FC236}">
                  <a16:creationId xmlns:a16="http://schemas.microsoft.com/office/drawing/2014/main" id="{324DECF1-C362-41E8-BFEC-8411C7313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193926"/>
              <a:ext cx="14287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5806" name="Rectangle 24">
              <a:extLst>
                <a:ext uri="{FF2B5EF4-FFF2-40B4-BE49-F238E27FC236}">
                  <a16:creationId xmlns:a16="http://schemas.microsoft.com/office/drawing/2014/main" id="{A5A0E02F-2615-4410-A659-D6CCA386C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193926"/>
              <a:ext cx="12700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5807" name="Rectangle 32">
              <a:extLst>
                <a:ext uri="{FF2B5EF4-FFF2-40B4-BE49-F238E27FC236}">
                  <a16:creationId xmlns:a16="http://schemas.microsoft.com/office/drawing/2014/main" id="{AEDD46BD-28B9-4197-91AD-D0001D940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193926"/>
              <a:ext cx="15875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5808" name="Picture 33">
              <a:extLst>
                <a:ext uri="{FF2B5EF4-FFF2-40B4-BE49-F238E27FC236}">
                  <a16:creationId xmlns:a16="http://schemas.microsoft.com/office/drawing/2014/main" id="{0B093863-319B-4F56-929D-48D9D49F4D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9600" y="2232026"/>
              <a:ext cx="227013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09" name="Picture 34">
              <a:extLst>
                <a:ext uri="{FF2B5EF4-FFF2-40B4-BE49-F238E27FC236}">
                  <a16:creationId xmlns:a16="http://schemas.microsoft.com/office/drawing/2014/main" id="{9657BBE9-9B4B-4702-814B-AE6FE084EE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2013" y="2293938"/>
              <a:ext cx="123825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10" name="Picture 35">
              <a:extLst>
                <a:ext uri="{FF2B5EF4-FFF2-40B4-BE49-F238E27FC236}">
                  <a16:creationId xmlns:a16="http://schemas.microsoft.com/office/drawing/2014/main" id="{86536280-D310-49AE-932E-41693B85C9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2188" y="2300288"/>
              <a:ext cx="136525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11" name="Picture 36">
              <a:extLst>
                <a:ext uri="{FF2B5EF4-FFF2-40B4-BE49-F238E27FC236}">
                  <a16:creationId xmlns:a16="http://schemas.microsoft.com/office/drawing/2014/main" id="{E5A2DB7D-5E43-4892-9E45-25EAD53C2F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1413" y="2251076"/>
              <a:ext cx="84137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12" name="Picture 37">
              <a:extLst>
                <a:ext uri="{FF2B5EF4-FFF2-40B4-BE49-F238E27FC236}">
                  <a16:creationId xmlns:a16="http://schemas.microsoft.com/office/drawing/2014/main" id="{9E0193EC-4803-452E-895A-79701E6BC4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9363" y="2293938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13" name="Picture 38">
              <a:extLst>
                <a:ext uri="{FF2B5EF4-FFF2-40B4-BE49-F238E27FC236}">
                  <a16:creationId xmlns:a16="http://schemas.microsoft.com/office/drawing/2014/main" id="{8B1ADA92-E6B9-4C4E-BC46-24C8F0026E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1600" y="2298701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14" name="Picture 39">
              <a:extLst>
                <a:ext uri="{FF2B5EF4-FFF2-40B4-BE49-F238E27FC236}">
                  <a16:creationId xmlns:a16="http://schemas.microsoft.com/office/drawing/2014/main" id="{E7AF8505-88FA-4F6E-A307-9A77EB5FCD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1138" y="2298701"/>
              <a:ext cx="212725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815" name="Rectangle 40">
              <a:extLst>
                <a:ext uri="{FF2B5EF4-FFF2-40B4-BE49-F238E27FC236}">
                  <a16:creationId xmlns:a16="http://schemas.microsoft.com/office/drawing/2014/main" id="{A179E179-835D-48E3-967B-796EAA30B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2609851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5816" name="Picture 41">
              <a:extLst>
                <a:ext uri="{FF2B5EF4-FFF2-40B4-BE49-F238E27FC236}">
                  <a16:creationId xmlns:a16="http://schemas.microsoft.com/office/drawing/2014/main" id="{1D82D5D1-3D3E-49F1-AB3C-9B1C948945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817" name="Rectangle 42">
              <a:extLst>
                <a:ext uri="{FF2B5EF4-FFF2-40B4-BE49-F238E27FC236}">
                  <a16:creationId xmlns:a16="http://schemas.microsoft.com/office/drawing/2014/main" id="{CF8A868D-8228-453E-BC9C-56C4392F9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624138"/>
              <a:ext cx="12700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5818" name="Picture 43">
              <a:extLst>
                <a:ext uri="{FF2B5EF4-FFF2-40B4-BE49-F238E27FC236}">
                  <a16:creationId xmlns:a16="http://schemas.microsoft.com/office/drawing/2014/main" id="{16A92EB1-B033-4A1C-9269-7A96962ADD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19" name="Picture 44">
              <a:extLst>
                <a:ext uri="{FF2B5EF4-FFF2-40B4-BE49-F238E27FC236}">
                  <a16:creationId xmlns:a16="http://schemas.microsoft.com/office/drawing/2014/main" id="{3F9E1847-8654-4AF6-95E3-D025065075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1824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820" name="Rectangle 45">
              <a:extLst>
                <a:ext uri="{FF2B5EF4-FFF2-40B4-BE49-F238E27FC236}">
                  <a16:creationId xmlns:a16="http://schemas.microsoft.com/office/drawing/2014/main" id="{4C66DF6E-D345-4010-A063-8938BC080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624138"/>
              <a:ext cx="14287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5821" name="Rectangle 46">
              <a:extLst>
                <a:ext uri="{FF2B5EF4-FFF2-40B4-BE49-F238E27FC236}">
                  <a16:creationId xmlns:a16="http://schemas.microsoft.com/office/drawing/2014/main" id="{9B766C71-628E-4E5C-9E3D-19D5CFD689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624138"/>
              <a:ext cx="12700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5822" name="Rectangle 56">
              <a:extLst>
                <a:ext uri="{FF2B5EF4-FFF2-40B4-BE49-F238E27FC236}">
                  <a16:creationId xmlns:a16="http://schemas.microsoft.com/office/drawing/2014/main" id="{383CCE53-F8BA-4534-B7CB-10AD82C55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624138"/>
              <a:ext cx="15875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5823" name="Picture 57">
              <a:extLst>
                <a:ext uri="{FF2B5EF4-FFF2-40B4-BE49-F238E27FC236}">
                  <a16:creationId xmlns:a16="http://schemas.microsoft.com/office/drawing/2014/main" id="{2C6C301A-96EA-41F5-B878-A0E8D47792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2836863"/>
              <a:ext cx="266700" cy="188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24" name="Picture 58">
              <a:extLst>
                <a:ext uri="{FF2B5EF4-FFF2-40B4-BE49-F238E27FC236}">
                  <a16:creationId xmlns:a16="http://schemas.microsoft.com/office/drawing/2014/main" id="{5FA2D37B-D63A-42BE-AB67-6E259C7BF9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5150" y="2940051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25" name="Picture 59">
              <a:extLst>
                <a:ext uri="{FF2B5EF4-FFF2-40B4-BE49-F238E27FC236}">
                  <a16:creationId xmlns:a16="http://schemas.microsoft.com/office/drawing/2014/main" id="{5E17FEA5-1FD3-48E2-BDCE-4EDBDACC98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2921001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26" name="Picture 60">
              <a:extLst>
                <a:ext uri="{FF2B5EF4-FFF2-40B4-BE49-F238E27FC236}">
                  <a16:creationId xmlns:a16="http://schemas.microsoft.com/office/drawing/2014/main" id="{9B0AE022-03A3-4783-92FA-86A0C04675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29019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27" name="Picture 61">
              <a:extLst>
                <a:ext uri="{FF2B5EF4-FFF2-40B4-BE49-F238E27FC236}">
                  <a16:creationId xmlns:a16="http://schemas.microsoft.com/office/drawing/2014/main" id="{6F0844EF-8B53-4165-9E8B-2980454DC1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29400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28" name="Picture 62">
              <a:extLst>
                <a:ext uri="{FF2B5EF4-FFF2-40B4-BE49-F238E27FC236}">
                  <a16:creationId xmlns:a16="http://schemas.microsoft.com/office/drawing/2014/main" id="{8464A6F0-AE3F-4401-994F-90C47729A0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28670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29" name="Picture 63">
              <a:extLst>
                <a:ext uri="{FF2B5EF4-FFF2-40B4-BE49-F238E27FC236}">
                  <a16:creationId xmlns:a16="http://schemas.microsoft.com/office/drawing/2014/main" id="{A7321DCA-66A5-4841-9460-852D53D31A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29019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30" name="Picture 64">
              <a:extLst>
                <a:ext uri="{FF2B5EF4-FFF2-40B4-BE49-F238E27FC236}">
                  <a16:creationId xmlns:a16="http://schemas.microsoft.com/office/drawing/2014/main" id="{E61D2A8F-EBC8-49CD-9691-A872351B92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2940051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31" name="Picture 65">
              <a:extLst>
                <a:ext uri="{FF2B5EF4-FFF2-40B4-BE49-F238E27FC236}">
                  <a16:creationId xmlns:a16="http://schemas.microsoft.com/office/drawing/2014/main" id="{D2CB1DB3-9B39-4536-8D35-8EEE78D6F8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8112" y="3171826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832" name="Rectangle 66">
              <a:extLst>
                <a:ext uri="{FF2B5EF4-FFF2-40B4-BE49-F238E27FC236}">
                  <a16:creationId xmlns:a16="http://schemas.microsoft.com/office/drawing/2014/main" id="{263D87EA-8F52-4161-AD6A-6C893A739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121026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5833" name="Picture 67">
              <a:extLst>
                <a:ext uri="{FF2B5EF4-FFF2-40B4-BE49-F238E27FC236}">
                  <a16:creationId xmlns:a16="http://schemas.microsoft.com/office/drawing/2014/main" id="{BDA28DBA-1850-44A7-B7F6-15391C32A1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3171826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34" name="Picture 68">
              <a:extLst>
                <a:ext uri="{FF2B5EF4-FFF2-40B4-BE49-F238E27FC236}">
                  <a16:creationId xmlns:a16="http://schemas.microsoft.com/office/drawing/2014/main" id="{409F1C8F-A531-405B-9799-6C693FD6F1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9124" y="34909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835" name="Rectangle 69">
              <a:extLst>
                <a:ext uri="{FF2B5EF4-FFF2-40B4-BE49-F238E27FC236}">
                  <a16:creationId xmlns:a16="http://schemas.microsoft.com/office/drawing/2014/main" id="{3C951E24-C647-4102-8855-4703C251E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121026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5836" name="Rectangle 70">
              <a:extLst>
                <a:ext uri="{FF2B5EF4-FFF2-40B4-BE49-F238E27FC236}">
                  <a16:creationId xmlns:a16="http://schemas.microsoft.com/office/drawing/2014/main" id="{AA80F4E4-C240-4468-994A-1540CC700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121026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5837" name="Rectangle 79">
              <a:extLst>
                <a:ext uri="{FF2B5EF4-FFF2-40B4-BE49-F238E27FC236}">
                  <a16:creationId xmlns:a16="http://schemas.microsoft.com/office/drawing/2014/main" id="{FCBC5291-1F49-48F5-A24F-3614383F8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121026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5838" name="Picture 80">
              <a:extLst>
                <a:ext uri="{FF2B5EF4-FFF2-40B4-BE49-F238E27FC236}">
                  <a16:creationId xmlns:a16="http://schemas.microsoft.com/office/drawing/2014/main" id="{781E35AB-0C1A-46C2-B426-8DB8932052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168651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39" name="Picture 81">
              <a:extLst>
                <a:ext uri="{FF2B5EF4-FFF2-40B4-BE49-F238E27FC236}">
                  <a16:creationId xmlns:a16="http://schemas.microsoft.com/office/drawing/2014/main" id="{789943EE-FA1C-44BB-B821-ACABBF8EB5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4675" y="32702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40" name="Picture 82">
              <a:extLst>
                <a:ext uri="{FF2B5EF4-FFF2-40B4-BE49-F238E27FC236}">
                  <a16:creationId xmlns:a16="http://schemas.microsoft.com/office/drawing/2014/main" id="{3EBD9C91-4A08-4879-B23F-C0FADFB943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251201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41" name="Picture 83">
              <a:extLst>
                <a:ext uri="{FF2B5EF4-FFF2-40B4-BE49-F238E27FC236}">
                  <a16:creationId xmlns:a16="http://schemas.microsoft.com/office/drawing/2014/main" id="{C5D90857-ABF4-4995-8D3B-DBD858D413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233738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42" name="Picture 84">
              <a:extLst>
                <a:ext uri="{FF2B5EF4-FFF2-40B4-BE49-F238E27FC236}">
                  <a16:creationId xmlns:a16="http://schemas.microsoft.com/office/drawing/2014/main" id="{717238B9-6954-474E-AFAE-348F239194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2702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43" name="Picture 85">
              <a:extLst>
                <a:ext uri="{FF2B5EF4-FFF2-40B4-BE49-F238E27FC236}">
                  <a16:creationId xmlns:a16="http://schemas.microsoft.com/office/drawing/2014/main" id="{AB96C3F4-B3DD-49F7-A9B3-9CD878AF89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1972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44" name="Picture 86">
              <a:extLst>
                <a:ext uri="{FF2B5EF4-FFF2-40B4-BE49-F238E27FC236}">
                  <a16:creationId xmlns:a16="http://schemas.microsoft.com/office/drawing/2014/main" id="{FCF1B1F4-4751-47B1-B21F-5D0746B3F0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233738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45" name="Picture 87">
              <a:extLst>
                <a:ext uri="{FF2B5EF4-FFF2-40B4-BE49-F238E27FC236}">
                  <a16:creationId xmlns:a16="http://schemas.microsoft.com/office/drawing/2014/main" id="{D3D6FA6C-CBDB-45D4-9B67-541F413CEA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270251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846" name="Rectangle 88">
              <a:extLst>
                <a:ext uri="{FF2B5EF4-FFF2-40B4-BE49-F238E27FC236}">
                  <a16:creationId xmlns:a16="http://schemas.microsoft.com/office/drawing/2014/main" id="{F7B8979D-9006-4C6A-8390-C6D10E357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912" y="3189288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5847" name="Picture 89">
              <a:extLst>
                <a:ext uri="{FF2B5EF4-FFF2-40B4-BE49-F238E27FC236}">
                  <a16:creationId xmlns:a16="http://schemas.microsoft.com/office/drawing/2014/main" id="{B0D13CCB-C62C-447B-9072-B040EF8C50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175" y="3498851"/>
              <a:ext cx="107950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848" name="Rectangle 90">
              <a:extLst>
                <a:ext uri="{FF2B5EF4-FFF2-40B4-BE49-F238E27FC236}">
                  <a16:creationId xmlns:a16="http://schemas.microsoft.com/office/drawing/2014/main" id="{DB411E81-FB5E-4804-9CB4-ACD56F159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451226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5849" name="Picture 91">
              <a:extLst>
                <a:ext uri="{FF2B5EF4-FFF2-40B4-BE49-F238E27FC236}">
                  <a16:creationId xmlns:a16="http://schemas.microsoft.com/office/drawing/2014/main" id="{54B1ED6E-1417-4FF5-8E4C-47337DB5E9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3154363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850" name="Rectangle 92">
              <a:extLst>
                <a:ext uri="{FF2B5EF4-FFF2-40B4-BE49-F238E27FC236}">
                  <a16:creationId xmlns:a16="http://schemas.microsoft.com/office/drawing/2014/main" id="{8BF80722-0559-44FE-8284-438B6CFCA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451226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5851" name="Rectangle 93">
              <a:extLst>
                <a:ext uri="{FF2B5EF4-FFF2-40B4-BE49-F238E27FC236}">
                  <a16:creationId xmlns:a16="http://schemas.microsoft.com/office/drawing/2014/main" id="{DEC02D94-5660-4564-87DF-20210BDE6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451226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5852" name="Rectangle 102">
              <a:extLst>
                <a:ext uri="{FF2B5EF4-FFF2-40B4-BE49-F238E27FC236}">
                  <a16:creationId xmlns:a16="http://schemas.microsoft.com/office/drawing/2014/main" id="{CA1FAE45-5D82-42E9-A7D7-C82B18E77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451226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5853" name="Picture 103">
              <a:extLst>
                <a:ext uri="{FF2B5EF4-FFF2-40B4-BE49-F238E27FC236}">
                  <a16:creationId xmlns:a16="http://schemas.microsoft.com/office/drawing/2014/main" id="{1CC28B4F-DF0A-4EF1-9989-4784E51A70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495676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54" name="Picture 104">
              <a:extLst>
                <a:ext uri="{FF2B5EF4-FFF2-40B4-BE49-F238E27FC236}">
                  <a16:creationId xmlns:a16="http://schemas.microsoft.com/office/drawing/2014/main" id="{C118D32D-FE1C-4D09-8279-B94C6FFC31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9912" y="3597276"/>
              <a:ext cx="809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55" name="Picture 105">
              <a:extLst>
                <a:ext uri="{FF2B5EF4-FFF2-40B4-BE49-F238E27FC236}">
                  <a16:creationId xmlns:a16="http://schemas.microsoft.com/office/drawing/2014/main" id="{410B3D9B-7A79-4C1A-BD2A-6F1EF6299B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578226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56" name="Picture 106">
              <a:extLst>
                <a:ext uri="{FF2B5EF4-FFF2-40B4-BE49-F238E27FC236}">
                  <a16:creationId xmlns:a16="http://schemas.microsoft.com/office/drawing/2014/main" id="{3462CACC-31C0-4C8E-BA58-D147F04E72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5623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57" name="Picture 107">
              <a:extLst>
                <a:ext uri="{FF2B5EF4-FFF2-40B4-BE49-F238E27FC236}">
                  <a16:creationId xmlns:a16="http://schemas.microsoft.com/office/drawing/2014/main" id="{55412B36-2F93-47F6-A0CF-4DA2A5981D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597276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58" name="Picture 108">
              <a:extLst>
                <a:ext uri="{FF2B5EF4-FFF2-40B4-BE49-F238E27FC236}">
                  <a16:creationId xmlns:a16="http://schemas.microsoft.com/office/drawing/2014/main" id="{7ED838BD-6B4C-4321-8357-4449A55C66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52583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859" name="Rectangle 109">
              <a:extLst>
                <a:ext uri="{FF2B5EF4-FFF2-40B4-BE49-F238E27FC236}">
                  <a16:creationId xmlns:a16="http://schemas.microsoft.com/office/drawing/2014/main" id="{D046777D-A04B-4505-8C48-547232A13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75" y="3521076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5860" name="Picture 110">
              <a:extLst>
                <a:ext uri="{FF2B5EF4-FFF2-40B4-BE49-F238E27FC236}">
                  <a16:creationId xmlns:a16="http://schemas.microsoft.com/office/drawing/2014/main" id="{32B0AD6F-2994-48BC-8223-9F14E3E087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5623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61" name="Picture 111">
              <a:extLst>
                <a:ext uri="{FF2B5EF4-FFF2-40B4-BE49-F238E27FC236}">
                  <a16:creationId xmlns:a16="http://schemas.microsoft.com/office/drawing/2014/main" id="{7350874E-9423-40BE-AE69-A4A9640A09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597276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62" name="Picture 112">
              <a:extLst>
                <a:ext uri="{FF2B5EF4-FFF2-40B4-BE49-F238E27FC236}">
                  <a16:creationId xmlns:a16="http://schemas.microsoft.com/office/drawing/2014/main" id="{70A5346F-F50C-48FE-ABD9-9BA70A82D1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3829051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863" name="Rectangle 113">
              <a:extLst>
                <a:ext uri="{FF2B5EF4-FFF2-40B4-BE49-F238E27FC236}">
                  <a16:creationId xmlns:a16="http://schemas.microsoft.com/office/drawing/2014/main" id="{15463C74-48B9-41E2-B827-1250AA3EB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783013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5864" name="Picture 114">
              <a:extLst>
                <a:ext uri="{FF2B5EF4-FFF2-40B4-BE49-F238E27FC236}">
                  <a16:creationId xmlns:a16="http://schemas.microsoft.com/office/drawing/2014/main" id="{670C1DC9-568D-4A4C-8FF8-F40E8677C3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3829051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865" name="Rectangle 115">
              <a:extLst>
                <a:ext uri="{FF2B5EF4-FFF2-40B4-BE49-F238E27FC236}">
                  <a16:creationId xmlns:a16="http://schemas.microsoft.com/office/drawing/2014/main" id="{BE4C3492-71CC-43D3-A1B5-696F98965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783013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5866" name="Rectangle 116">
              <a:extLst>
                <a:ext uri="{FF2B5EF4-FFF2-40B4-BE49-F238E27FC236}">
                  <a16:creationId xmlns:a16="http://schemas.microsoft.com/office/drawing/2014/main" id="{CEDD6AB2-9EAD-4987-8673-A0CEC4363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783013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5867" name="Rectangle 124">
              <a:extLst>
                <a:ext uri="{FF2B5EF4-FFF2-40B4-BE49-F238E27FC236}">
                  <a16:creationId xmlns:a16="http://schemas.microsoft.com/office/drawing/2014/main" id="{D2421FC2-3131-4D85-91ED-A524BA3B0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783013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5868" name="Picture 125">
              <a:extLst>
                <a:ext uri="{FF2B5EF4-FFF2-40B4-BE49-F238E27FC236}">
                  <a16:creationId xmlns:a16="http://schemas.microsoft.com/office/drawing/2014/main" id="{263F74C9-0BA1-4277-9AEA-FBBEBC3783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825876"/>
              <a:ext cx="266700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69" name="Picture 126">
              <a:extLst>
                <a:ext uri="{FF2B5EF4-FFF2-40B4-BE49-F238E27FC236}">
                  <a16:creationId xmlns:a16="http://schemas.microsoft.com/office/drawing/2014/main" id="{B7F48ACE-A7ED-4386-BC0E-36B903301D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9912" y="3930651"/>
              <a:ext cx="80963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70" name="Picture 127">
              <a:extLst>
                <a:ext uri="{FF2B5EF4-FFF2-40B4-BE49-F238E27FC236}">
                  <a16:creationId xmlns:a16="http://schemas.microsoft.com/office/drawing/2014/main" id="{A3000565-8F30-49D4-8457-B190D5F5E9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910013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71" name="Picture 128">
              <a:extLst>
                <a:ext uri="{FF2B5EF4-FFF2-40B4-BE49-F238E27FC236}">
                  <a16:creationId xmlns:a16="http://schemas.microsoft.com/office/drawing/2014/main" id="{D35FE4FD-BF60-4B3F-812E-9C7F8D700C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8925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72" name="Picture 129">
              <a:extLst>
                <a:ext uri="{FF2B5EF4-FFF2-40B4-BE49-F238E27FC236}">
                  <a16:creationId xmlns:a16="http://schemas.microsoft.com/office/drawing/2014/main" id="{9D6C7503-6AF2-446A-B994-9E1DD1BA97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929063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73" name="Picture 130">
              <a:extLst>
                <a:ext uri="{FF2B5EF4-FFF2-40B4-BE49-F238E27FC236}">
                  <a16:creationId xmlns:a16="http://schemas.microsoft.com/office/drawing/2014/main" id="{EA6A1F93-81BC-497A-8C9D-7168AD3DD6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8576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874" name="Rectangle 131">
              <a:extLst>
                <a:ext uri="{FF2B5EF4-FFF2-40B4-BE49-F238E27FC236}">
                  <a16:creationId xmlns:a16="http://schemas.microsoft.com/office/drawing/2014/main" id="{8EB31DDD-E8D2-4894-846A-03A6F66A8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975" y="3851276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5875" name="Picture 132">
              <a:extLst>
                <a:ext uri="{FF2B5EF4-FFF2-40B4-BE49-F238E27FC236}">
                  <a16:creationId xmlns:a16="http://schemas.microsoft.com/office/drawing/2014/main" id="{64DB8F5A-FDF7-4458-BD03-F55FA6B616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8925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76" name="Picture 133">
              <a:extLst>
                <a:ext uri="{FF2B5EF4-FFF2-40B4-BE49-F238E27FC236}">
                  <a16:creationId xmlns:a16="http://schemas.microsoft.com/office/drawing/2014/main" id="{FB757DB5-9C0C-4573-B741-BFC0E90C64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929063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877" name="Rectangle 134">
              <a:extLst>
                <a:ext uri="{FF2B5EF4-FFF2-40B4-BE49-F238E27FC236}">
                  <a16:creationId xmlns:a16="http://schemas.microsoft.com/office/drawing/2014/main" id="{792A105D-0E70-4ACD-A387-28522047F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75" y="3851276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5878" name="Picture 135">
              <a:extLst>
                <a:ext uri="{FF2B5EF4-FFF2-40B4-BE49-F238E27FC236}">
                  <a16:creationId xmlns:a16="http://schemas.microsoft.com/office/drawing/2014/main" id="{95E20644-10BA-4136-9BB8-4B5EBA8950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351155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79" name="Picture 136">
              <a:extLst>
                <a:ext uri="{FF2B5EF4-FFF2-40B4-BE49-F238E27FC236}">
                  <a16:creationId xmlns:a16="http://schemas.microsoft.com/office/drawing/2014/main" id="{D3A50412-EA54-414D-97A3-DA88C48551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3840163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880" name="Rectangle 137">
              <a:extLst>
                <a:ext uri="{FF2B5EF4-FFF2-40B4-BE49-F238E27FC236}">
                  <a16:creationId xmlns:a16="http://schemas.microsoft.com/office/drawing/2014/main" id="{8AD1D22A-C4DF-4A49-BA47-91B35D4A5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4100513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5881" name="TextBox 138">
              <a:extLst>
                <a:ext uri="{FF2B5EF4-FFF2-40B4-BE49-F238E27FC236}">
                  <a16:creationId xmlns:a16="http://schemas.microsoft.com/office/drawing/2014/main" id="{3F03EF1C-5CEE-449A-8E00-C66EA0591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6077" y="2085225"/>
              <a:ext cx="12975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(x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, 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</a:t>
              </a:r>
            </a:p>
          </p:txBody>
        </p:sp>
        <p:pic>
          <p:nvPicPr>
            <p:cNvPr id="75882" name="Picture 139">
              <a:extLst>
                <a:ext uri="{FF2B5EF4-FFF2-40B4-BE49-F238E27FC236}">
                  <a16:creationId xmlns:a16="http://schemas.microsoft.com/office/drawing/2014/main" id="{FE9F41C3-557D-4E98-81F6-95B3CBAB2E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1605" y="29083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83" name="Picture 140">
              <a:extLst>
                <a:ext uri="{FF2B5EF4-FFF2-40B4-BE49-F238E27FC236}">
                  <a16:creationId xmlns:a16="http://schemas.microsoft.com/office/drawing/2014/main" id="{25BC9473-7A3F-4870-AB61-F9AE085736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1605" y="32131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84" name="Picture 141">
              <a:extLst>
                <a:ext uri="{FF2B5EF4-FFF2-40B4-BE49-F238E27FC236}">
                  <a16:creationId xmlns:a16="http://schemas.microsoft.com/office/drawing/2014/main" id="{28170866-C504-484D-BA37-E5C48AA50A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1605" y="385445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885" name="Picture 142">
              <a:extLst>
                <a:ext uri="{FF2B5EF4-FFF2-40B4-BE49-F238E27FC236}">
                  <a16:creationId xmlns:a16="http://schemas.microsoft.com/office/drawing/2014/main" id="{41D36E46-94C0-4D5B-95EA-1A3810F76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3549650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5779" name="TextBox 138">
            <a:extLst>
              <a:ext uri="{FF2B5EF4-FFF2-40B4-BE49-F238E27FC236}">
                <a16:creationId xmlns:a16="http://schemas.microsoft.com/office/drawing/2014/main" id="{B4D8DF73-CFA0-4DDB-92AD-68054784B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875" y="1643063"/>
            <a:ext cx="12985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 (x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</a:t>
            </a:r>
          </a:p>
        </p:txBody>
      </p:sp>
      <p:pic>
        <p:nvPicPr>
          <p:cNvPr id="75780" name="Picture 140">
            <a:extLst>
              <a:ext uri="{FF2B5EF4-FFF2-40B4-BE49-F238E27FC236}">
                <a16:creationId xmlns:a16="http://schemas.microsoft.com/office/drawing/2014/main" id="{E3048D62-9195-49F3-8489-91AAF3547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0988" y="3092450"/>
            <a:ext cx="920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1" name="Picture 142">
            <a:extLst>
              <a:ext uri="{FF2B5EF4-FFF2-40B4-BE49-F238E27FC236}">
                <a16:creationId xmlns:a16="http://schemas.microsoft.com/office/drawing/2014/main" id="{2A5C1EB5-A15E-4771-B83E-01B0B3038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00" y="3389313"/>
            <a:ext cx="114300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2" name="Picture 142">
            <a:extLst>
              <a:ext uri="{FF2B5EF4-FFF2-40B4-BE49-F238E27FC236}">
                <a16:creationId xmlns:a16="http://schemas.microsoft.com/office/drawing/2014/main" id="{80DD38DA-7B6D-4E2C-A9D5-2C1895268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00" y="2779713"/>
            <a:ext cx="114300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3" name="Picture 142">
            <a:extLst>
              <a:ext uri="{FF2B5EF4-FFF2-40B4-BE49-F238E27FC236}">
                <a16:creationId xmlns:a16="http://schemas.microsoft.com/office/drawing/2014/main" id="{522F67C2-51FD-4E3D-96FD-E068FCC46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00" y="2438400"/>
            <a:ext cx="11430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4" name="Rectangle 88">
            <a:extLst>
              <a:ext uri="{FF2B5EF4-FFF2-40B4-BE49-F238E27FC236}">
                <a16:creationId xmlns:a16="http://schemas.microsoft.com/office/drawing/2014/main" id="{80892F01-47AF-45C2-8F02-3326258A8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1676400"/>
            <a:ext cx="214312" cy="142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5785" name="Rectangle 90">
            <a:extLst>
              <a:ext uri="{FF2B5EF4-FFF2-40B4-BE49-F238E27FC236}">
                <a16:creationId xmlns:a16="http://schemas.microsoft.com/office/drawing/2014/main" id="{002C20BE-527C-43A5-90A1-30020D4CB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1219200"/>
            <a:ext cx="12700" cy="24558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41CC4E8-650F-44A6-B1A7-F71030C1408D}"/>
                  </a:ext>
                </a:extLst>
              </p14:cNvPr>
              <p14:cNvContentPartPr/>
              <p14:nvPr/>
            </p14:nvContentPartPr>
            <p14:xfrm>
              <a:off x="6229800" y="803160"/>
              <a:ext cx="1750320" cy="336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41CC4E8-650F-44A6-B1A7-F71030C1408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220440" y="793800"/>
                <a:ext cx="1769040" cy="355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>
            <a:extLst>
              <a:ext uri="{FF2B5EF4-FFF2-40B4-BE49-F238E27FC236}">
                <a16:creationId xmlns:a16="http://schemas.microsoft.com/office/drawing/2014/main" id="{63217133-EAAC-42C2-AEE7-95FFB6A6A3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Product-of-Sums Form</a:t>
            </a:r>
          </a:p>
        </p:txBody>
      </p:sp>
      <p:grpSp>
        <p:nvGrpSpPr>
          <p:cNvPr id="76802" name="Group 143">
            <a:extLst>
              <a:ext uri="{FF2B5EF4-FFF2-40B4-BE49-F238E27FC236}">
                <a16:creationId xmlns:a16="http://schemas.microsoft.com/office/drawing/2014/main" id="{2C1F00D2-88BF-4493-9F90-D0284C2888B3}"/>
              </a:ext>
            </a:extLst>
          </p:cNvPr>
          <p:cNvGrpSpPr>
            <a:grpSpLocks/>
          </p:cNvGrpSpPr>
          <p:nvPr/>
        </p:nvGrpSpPr>
        <p:grpSpPr bwMode="auto">
          <a:xfrm>
            <a:off x="823913" y="1219200"/>
            <a:ext cx="7634287" cy="2441575"/>
            <a:chOff x="823912" y="1673226"/>
            <a:chExt cx="7634288" cy="2441574"/>
          </a:xfrm>
        </p:grpSpPr>
        <p:sp>
          <p:nvSpPr>
            <p:cNvPr id="76812" name="Rectangle 4">
              <a:extLst>
                <a:ext uri="{FF2B5EF4-FFF2-40B4-BE49-F238E27FC236}">
                  <a16:creationId xmlns:a16="http://schemas.microsoft.com/office/drawing/2014/main" id="{B1EFD83A-D3ED-485C-8B3C-CB6BA7F17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1673226"/>
              <a:ext cx="7634288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6813" name="Picture 5">
              <a:extLst>
                <a:ext uri="{FF2B5EF4-FFF2-40B4-BE49-F238E27FC236}">
                  <a16:creationId xmlns:a16="http://schemas.microsoft.com/office/drawing/2014/main" id="{633DA0B8-6419-499A-B34D-505695739E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600" y="1900238"/>
              <a:ext cx="188912" cy="19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14" name="Picture 6">
              <a:extLst>
                <a:ext uri="{FF2B5EF4-FFF2-40B4-BE49-F238E27FC236}">
                  <a16:creationId xmlns:a16="http://schemas.microsoft.com/office/drawing/2014/main" id="{9AF52AF4-6569-4D8F-B869-F110620413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4625" y="1962151"/>
              <a:ext cx="1206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15" name="Picture 7">
              <a:extLst>
                <a:ext uri="{FF2B5EF4-FFF2-40B4-BE49-F238E27FC236}">
                  <a16:creationId xmlns:a16="http://schemas.microsoft.com/office/drawing/2014/main" id="{9DDF4180-021D-49ED-8C03-1B4B79ACA2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975" y="1970088"/>
              <a:ext cx="179387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16" name="Rectangle 8">
              <a:extLst>
                <a:ext uri="{FF2B5EF4-FFF2-40B4-BE49-F238E27FC236}">
                  <a16:creationId xmlns:a16="http://schemas.microsoft.com/office/drawing/2014/main" id="{8EFEF2FC-DCFE-4FA3-BE57-A50589FAB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1685926"/>
              <a:ext cx="12700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6817" name="Rectangle 9">
              <a:extLst>
                <a:ext uri="{FF2B5EF4-FFF2-40B4-BE49-F238E27FC236}">
                  <a16:creationId xmlns:a16="http://schemas.microsoft.com/office/drawing/2014/main" id="{806A1FF4-00F6-432C-B305-DFD90ABBF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1685926"/>
              <a:ext cx="14287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6818" name="Rectangle 10">
              <a:extLst>
                <a:ext uri="{FF2B5EF4-FFF2-40B4-BE49-F238E27FC236}">
                  <a16:creationId xmlns:a16="http://schemas.microsoft.com/office/drawing/2014/main" id="{025125BF-22AF-419E-99E1-2FF9E9352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1685926"/>
              <a:ext cx="12700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6819" name="Rectangle 11">
              <a:extLst>
                <a:ext uri="{FF2B5EF4-FFF2-40B4-BE49-F238E27FC236}">
                  <a16:creationId xmlns:a16="http://schemas.microsoft.com/office/drawing/2014/main" id="{D875C39D-DE13-4FFF-907B-737624917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1685926"/>
              <a:ext cx="15875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6820" name="Picture 12">
              <a:extLst>
                <a:ext uri="{FF2B5EF4-FFF2-40B4-BE49-F238E27FC236}">
                  <a16:creationId xmlns:a16="http://schemas.microsoft.com/office/drawing/2014/main" id="{096F1F34-518D-4562-81D7-011F1BA64C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062" y="2298701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21" name="Picture 13">
              <a:extLst>
                <a:ext uri="{FF2B5EF4-FFF2-40B4-BE49-F238E27FC236}">
                  <a16:creationId xmlns:a16="http://schemas.microsoft.com/office/drawing/2014/main" id="{B16FAF0E-3338-46AC-A3AC-EDB1B563A5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525" y="2297113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22" name="Picture 14">
              <a:extLst>
                <a:ext uri="{FF2B5EF4-FFF2-40B4-BE49-F238E27FC236}">
                  <a16:creationId xmlns:a16="http://schemas.microsoft.com/office/drawing/2014/main" id="{EC426B8A-208D-48A9-B7CA-FE4C3FBE0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6512" y="2298701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23" name="Picture 15">
              <a:extLst>
                <a:ext uri="{FF2B5EF4-FFF2-40B4-BE49-F238E27FC236}">
                  <a16:creationId xmlns:a16="http://schemas.microsoft.com/office/drawing/2014/main" id="{C7435A29-F695-4669-A2FC-4409C50677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2227263"/>
              <a:ext cx="130175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24" name="Picture 16">
              <a:extLst>
                <a:ext uri="{FF2B5EF4-FFF2-40B4-BE49-F238E27FC236}">
                  <a16:creationId xmlns:a16="http://schemas.microsoft.com/office/drawing/2014/main" id="{B7928389-CEA1-4BC3-9CB4-78272CEB51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7512" y="2293938"/>
              <a:ext cx="1063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25" name="Picture 17">
              <a:extLst>
                <a:ext uri="{FF2B5EF4-FFF2-40B4-BE49-F238E27FC236}">
                  <a16:creationId xmlns:a16="http://schemas.microsoft.com/office/drawing/2014/main" id="{4471FC26-A9D7-4BCE-9B3B-9F555FC614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8162" y="2298701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26" name="Rectangle 18">
              <a:extLst>
                <a:ext uri="{FF2B5EF4-FFF2-40B4-BE49-F238E27FC236}">
                  <a16:creationId xmlns:a16="http://schemas.microsoft.com/office/drawing/2014/main" id="{D11F2330-E496-4BF8-94AD-42478E19F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193926"/>
              <a:ext cx="12700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6827" name="Picture 19">
              <a:extLst>
                <a:ext uri="{FF2B5EF4-FFF2-40B4-BE49-F238E27FC236}">
                  <a16:creationId xmlns:a16="http://schemas.microsoft.com/office/drawing/2014/main" id="{A740243F-4A05-4472-8DF4-7A6B47DDF2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6024" y="2297113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28" name="Picture 20">
              <a:extLst>
                <a:ext uri="{FF2B5EF4-FFF2-40B4-BE49-F238E27FC236}">
                  <a16:creationId xmlns:a16="http://schemas.microsoft.com/office/drawing/2014/main" id="{17DF6508-9901-4E91-BA78-D783A2B3EF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124" y="2332038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29" name="Picture 21">
              <a:extLst>
                <a:ext uri="{FF2B5EF4-FFF2-40B4-BE49-F238E27FC236}">
                  <a16:creationId xmlns:a16="http://schemas.microsoft.com/office/drawing/2014/main" id="{8AE19DA8-0702-4E37-867B-958366FC7B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0387" y="2297113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30" name="Picture 22">
              <a:extLst>
                <a:ext uri="{FF2B5EF4-FFF2-40B4-BE49-F238E27FC236}">
                  <a16:creationId xmlns:a16="http://schemas.microsoft.com/office/drawing/2014/main" id="{84C897D4-9B91-43AE-A537-C78C2C5254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9137" y="2332038"/>
              <a:ext cx="793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31" name="Rectangle 23">
              <a:extLst>
                <a:ext uri="{FF2B5EF4-FFF2-40B4-BE49-F238E27FC236}">
                  <a16:creationId xmlns:a16="http://schemas.microsoft.com/office/drawing/2014/main" id="{20A9955E-6F0D-4149-AD2B-1367B5983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193926"/>
              <a:ext cx="14287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6832" name="Rectangle 24">
              <a:extLst>
                <a:ext uri="{FF2B5EF4-FFF2-40B4-BE49-F238E27FC236}">
                  <a16:creationId xmlns:a16="http://schemas.microsoft.com/office/drawing/2014/main" id="{AC04E89F-38FB-4134-8983-D195E75AE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193926"/>
              <a:ext cx="12700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6833" name="Rectangle 32">
              <a:extLst>
                <a:ext uri="{FF2B5EF4-FFF2-40B4-BE49-F238E27FC236}">
                  <a16:creationId xmlns:a16="http://schemas.microsoft.com/office/drawing/2014/main" id="{6E69A0AF-2541-43C7-811F-B5F6F05FD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193926"/>
              <a:ext cx="15875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6834" name="Picture 33">
              <a:extLst>
                <a:ext uri="{FF2B5EF4-FFF2-40B4-BE49-F238E27FC236}">
                  <a16:creationId xmlns:a16="http://schemas.microsoft.com/office/drawing/2014/main" id="{E7614F7E-8A2D-4D10-998C-FEAEE7F4C8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9600" y="2232026"/>
              <a:ext cx="227013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35" name="Picture 34">
              <a:extLst>
                <a:ext uri="{FF2B5EF4-FFF2-40B4-BE49-F238E27FC236}">
                  <a16:creationId xmlns:a16="http://schemas.microsoft.com/office/drawing/2014/main" id="{E14E546F-AC77-49C3-924B-D5D2D682F3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2013" y="2293938"/>
              <a:ext cx="123825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36" name="Picture 35">
              <a:extLst>
                <a:ext uri="{FF2B5EF4-FFF2-40B4-BE49-F238E27FC236}">
                  <a16:creationId xmlns:a16="http://schemas.microsoft.com/office/drawing/2014/main" id="{9CC170F2-FDB5-4872-9262-A56EACEEFF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2188" y="2300288"/>
              <a:ext cx="136525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37" name="Picture 36">
              <a:extLst>
                <a:ext uri="{FF2B5EF4-FFF2-40B4-BE49-F238E27FC236}">
                  <a16:creationId xmlns:a16="http://schemas.microsoft.com/office/drawing/2014/main" id="{EA1D725C-D787-4DC7-8FF0-8BD5BB8D81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1413" y="2251076"/>
              <a:ext cx="84137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38" name="Picture 37">
              <a:extLst>
                <a:ext uri="{FF2B5EF4-FFF2-40B4-BE49-F238E27FC236}">
                  <a16:creationId xmlns:a16="http://schemas.microsoft.com/office/drawing/2014/main" id="{8F5F7A44-E880-4636-A434-6DB1D3FE99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9363" y="2293938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39" name="Picture 38">
              <a:extLst>
                <a:ext uri="{FF2B5EF4-FFF2-40B4-BE49-F238E27FC236}">
                  <a16:creationId xmlns:a16="http://schemas.microsoft.com/office/drawing/2014/main" id="{ADDB5091-8EF5-4C8F-9548-3A719661C5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1600" y="2298701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40" name="Picture 39">
              <a:extLst>
                <a:ext uri="{FF2B5EF4-FFF2-40B4-BE49-F238E27FC236}">
                  <a16:creationId xmlns:a16="http://schemas.microsoft.com/office/drawing/2014/main" id="{09B67BD0-624F-44D8-8066-69505ED42E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1138" y="2298701"/>
              <a:ext cx="212725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41" name="Rectangle 40">
              <a:extLst>
                <a:ext uri="{FF2B5EF4-FFF2-40B4-BE49-F238E27FC236}">
                  <a16:creationId xmlns:a16="http://schemas.microsoft.com/office/drawing/2014/main" id="{2A5ED947-9460-404B-88D9-E63F90A8C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2609851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6842" name="Picture 41">
              <a:extLst>
                <a:ext uri="{FF2B5EF4-FFF2-40B4-BE49-F238E27FC236}">
                  <a16:creationId xmlns:a16="http://schemas.microsoft.com/office/drawing/2014/main" id="{3D9E4698-357C-4535-BA28-DF19CEAE36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43" name="Rectangle 42">
              <a:extLst>
                <a:ext uri="{FF2B5EF4-FFF2-40B4-BE49-F238E27FC236}">
                  <a16:creationId xmlns:a16="http://schemas.microsoft.com/office/drawing/2014/main" id="{F3D0ED6D-87DB-4513-A817-A53BC04A6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624138"/>
              <a:ext cx="12700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6844" name="Picture 43">
              <a:extLst>
                <a:ext uri="{FF2B5EF4-FFF2-40B4-BE49-F238E27FC236}">
                  <a16:creationId xmlns:a16="http://schemas.microsoft.com/office/drawing/2014/main" id="{A51066C2-0BEB-469F-A4AA-AC3AAC506A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45" name="Picture 44">
              <a:extLst>
                <a:ext uri="{FF2B5EF4-FFF2-40B4-BE49-F238E27FC236}">
                  <a16:creationId xmlns:a16="http://schemas.microsoft.com/office/drawing/2014/main" id="{686AE5FE-85D1-4AED-A870-06D9766948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1824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46" name="Rectangle 45">
              <a:extLst>
                <a:ext uri="{FF2B5EF4-FFF2-40B4-BE49-F238E27FC236}">
                  <a16:creationId xmlns:a16="http://schemas.microsoft.com/office/drawing/2014/main" id="{C2D700D6-931C-4880-A831-FA25A9A9C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624138"/>
              <a:ext cx="14287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6847" name="Rectangle 46">
              <a:extLst>
                <a:ext uri="{FF2B5EF4-FFF2-40B4-BE49-F238E27FC236}">
                  <a16:creationId xmlns:a16="http://schemas.microsoft.com/office/drawing/2014/main" id="{B4028953-DBB5-40B8-B9A5-39BA01B76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624138"/>
              <a:ext cx="12700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6848" name="Rectangle 56">
              <a:extLst>
                <a:ext uri="{FF2B5EF4-FFF2-40B4-BE49-F238E27FC236}">
                  <a16:creationId xmlns:a16="http://schemas.microsoft.com/office/drawing/2014/main" id="{CDBBB441-B444-417D-B634-7677FCBB3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624138"/>
              <a:ext cx="15875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6849" name="Picture 57">
              <a:extLst>
                <a:ext uri="{FF2B5EF4-FFF2-40B4-BE49-F238E27FC236}">
                  <a16:creationId xmlns:a16="http://schemas.microsoft.com/office/drawing/2014/main" id="{3352BB55-0263-45AE-95C5-3FA7EAD2E1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2836863"/>
              <a:ext cx="266700" cy="188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50" name="Picture 58">
              <a:extLst>
                <a:ext uri="{FF2B5EF4-FFF2-40B4-BE49-F238E27FC236}">
                  <a16:creationId xmlns:a16="http://schemas.microsoft.com/office/drawing/2014/main" id="{9D6B9CED-7EA4-4FE6-9078-46FABABE67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5150" y="2940051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51" name="Picture 59">
              <a:extLst>
                <a:ext uri="{FF2B5EF4-FFF2-40B4-BE49-F238E27FC236}">
                  <a16:creationId xmlns:a16="http://schemas.microsoft.com/office/drawing/2014/main" id="{5071FE10-F68A-4E53-A047-3CB314FEE6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2921001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52" name="Picture 60">
              <a:extLst>
                <a:ext uri="{FF2B5EF4-FFF2-40B4-BE49-F238E27FC236}">
                  <a16:creationId xmlns:a16="http://schemas.microsoft.com/office/drawing/2014/main" id="{6566EAA1-BA85-4167-8428-B0DEE21F20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29019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53" name="Picture 61">
              <a:extLst>
                <a:ext uri="{FF2B5EF4-FFF2-40B4-BE49-F238E27FC236}">
                  <a16:creationId xmlns:a16="http://schemas.microsoft.com/office/drawing/2014/main" id="{35BA0283-442D-4D4E-917F-22BCC9343E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29400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54" name="Picture 62">
              <a:extLst>
                <a:ext uri="{FF2B5EF4-FFF2-40B4-BE49-F238E27FC236}">
                  <a16:creationId xmlns:a16="http://schemas.microsoft.com/office/drawing/2014/main" id="{0984DACE-D2BC-4069-926D-1099C9BE45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28670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55" name="Picture 63">
              <a:extLst>
                <a:ext uri="{FF2B5EF4-FFF2-40B4-BE49-F238E27FC236}">
                  <a16:creationId xmlns:a16="http://schemas.microsoft.com/office/drawing/2014/main" id="{2987F522-C32F-41D4-A5B6-4F023988BB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29019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56" name="Picture 64">
              <a:extLst>
                <a:ext uri="{FF2B5EF4-FFF2-40B4-BE49-F238E27FC236}">
                  <a16:creationId xmlns:a16="http://schemas.microsoft.com/office/drawing/2014/main" id="{1479A63D-A91F-4EF2-A1C8-9BC084325A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2940051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57" name="Picture 65">
              <a:extLst>
                <a:ext uri="{FF2B5EF4-FFF2-40B4-BE49-F238E27FC236}">
                  <a16:creationId xmlns:a16="http://schemas.microsoft.com/office/drawing/2014/main" id="{A885E037-1325-4C75-B50E-EA06D29E94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8112" y="3171826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58" name="Rectangle 66">
              <a:extLst>
                <a:ext uri="{FF2B5EF4-FFF2-40B4-BE49-F238E27FC236}">
                  <a16:creationId xmlns:a16="http://schemas.microsoft.com/office/drawing/2014/main" id="{42D31C77-12B7-4DF0-8A8C-F3629350B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121026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6859" name="Picture 67">
              <a:extLst>
                <a:ext uri="{FF2B5EF4-FFF2-40B4-BE49-F238E27FC236}">
                  <a16:creationId xmlns:a16="http://schemas.microsoft.com/office/drawing/2014/main" id="{050B903E-404E-4B6E-B9E0-1C67985DF8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3171826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60" name="Picture 68">
              <a:extLst>
                <a:ext uri="{FF2B5EF4-FFF2-40B4-BE49-F238E27FC236}">
                  <a16:creationId xmlns:a16="http://schemas.microsoft.com/office/drawing/2014/main" id="{00CDC0D2-2DA2-440A-8069-ABD19DCAF8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9124" y="34909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61" name="Rectangle 69">
              <a:extLst>
                <a:ext uri="{FF2B5EF4-FFF2-40B4-BE49-F238E27FC236}">
                  <a16:creationId xmlns:a16="http://schemas.microsoft.com/office/drawing/2014/main" id="{1ECA1231-855D-4BF5-BE68-C26FDE137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121026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6862" name="Rectangle 70">
              <a:extLst>
                <a:ext uri="{FF2B5EF4-FFF2-40B4-BE49-F238E27FC236}">
                  <a16:creationId xmlns:a16="http://schemas.microsoft.com/office/drawing/2014/main" id="{A86C283C-0C2C-4E2C-BE06-21B57BEFA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121026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6863" name="Rectangle 79">
              <a:extLst>
                <a:ext uri="{FF2B5EF4-FFF2-40B4-BE49-F238E27FC236}">
                  <a16:creationId xmlns:a16="http://schemas.microsoft.com/office/drawing/2014/main" id="{3235BDC0-4984-44BF-8D5F-E9C10AD82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121026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6864" name="Picture 80">
              <a:extLst>
                <a:ext uri="{FF2B5EF4-FFF2-40B4-BE49-F238E27FC236}">
                  <a16:creationId xmlns:a16="http://schemas.microsoft.com/office/drawing/2014/main" id="{877F9769-A4EF-4EF5-A78C-F2862D1677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168651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65" name="Picture 81">
              <a:extLst>
                <a:ext uri="{FF2B5EF4-FFF2-40B4-BE49-F238E27FC236}">
                  <a16:creationId xmlns:a16="http://schemas.microsoft.com/office/drawing/2014/main" id="{50670DC3-5D2E-45DB-94BD-B939DBED28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4675" y="32702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66" name="Picture 82">
              <a:extLst>
                <a:ext uri="{FF2B5EF4-FFF2-40B4-BE49-F238E27FC236}">
                  <a16:creationId xmlns:a16="http://schemas.microsoft.com/office/drawing/2014/main" id="{BF56D460-268B-443D-B4BD-395D05E99B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251201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67" name="Picture 83">
              <a:extLst>
                <a:ext uri="{FF2B5EF4-FFF2-40B4-BE49-F238E27FC236}">
                  <a16:creationId xmlns:a16="http://schemas.microsoft.com/office/drawing/2014/main" id="{4C35B461-93FB-4C4A-9F50-F131FF4F8C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233738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68" name="Picture 84">
              <a:extLst>
                <a:ext uri="{FF2B5EF4-FFF2-40B4-BE49-F238E27FC236}">
                  <a16:creationId xmlns:a16="http://schemas.microsoft.com/office/drawing/2014/main" id="{388A50C1-B805-41F5-ACBA-B06427CF20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2702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69" name="Picture 85">
              <a:extLst>
                <a:ext uri="{FF2B5EF4-FFF2-40B4-BE49-F238E27FC236}">
                  <a16:creationId xmlns:a16="http://schemas.microsoft.com/office/drawing/2014/main" id="{D616CB22-BA30-476F-A398-A73561CF94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1972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70" name="Picture 86">
              <a:extLst>
                <a:ext uri="{FF2B5EF4-FFF2-40B4-BE49-F238E27FC236}">
                  <a16:creationId xmlns:a16="http://schemas.microsoft.com/office/drawing/2014/main" id="{D39ED221-14C8-4BE2-BCF7-270749B9BB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233738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71" name="Picture 87">
              <a:extLst>
                <a:ext uri="{FF2B5EF4-FFF2-40B4-BE49-F238E27FC236}">
                  <a16:creationId xmlns:a16="http://schemas.microsoft.com/office/drawing/2014/main" id="{620C82B5-94F8-4173-BAEC-B99EDE4E80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270251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72" name="Rectangle 88">
              <a:extLst>
                <a:ext uri="{FF2B5EF4-FFF2-40B4-BE49-F238E27FC236}">
                  <a16:creationId xmlns:a16="http://schemas.microsoft.com/office/drawing/2014/main" id="{F1029454-467B-4934-94DB-899E047BF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912" y="3189288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6873" name="Picture 89">
              <a:extLst>
                <a:ext uri="{FF2B5EF4-FFF2-40B4-BE49-F238E27FC236}">
                  <a16:creationId xmlns:a16="http://schemas.microsoft.com/office/drawing/2014/main" id="{EFCDB99D-2DE2-4B90-ABAA-03645D8014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175" y="3498851"/>
              <a:ext cx="107950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74" name="Rectangle 90">
              <a:extLst>
                <a:ext uri="{FF2B5EF4-FFF2-40B4-BE49-F238E27FC236}">
                  <a16:creationId xmlns:a16="http://schemas.microsoft.com/office/drawing/2014/main" id="{711B21A8-215C-4FB7-ACE3-19D47DC57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451226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6875" name="Picture 91">
              <a:extLst>
                <a:ext uri="{FF2B5EF4-FFF2-40B4-BE49-F238E27FC236}">
                  <a16:creationId xmlns:a16="http://schemas.microsoft.com/office/drawing/2014/main" id="{BBA8F99C-0D69-45C0-8556-50661BD407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3154363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76" name="Rectangle 92">
              <a:extLst>
                <a:ext uri="{FF2B5EF4-FFF2-40B4-BE49-F238E27FC236}">
                  <a16:creationId xmlns:a16="http://schemas.microsoft.com/office/drawing/2014/main" id="{1EEF4B05-E2E7-4E3A-9BB6-434BF621C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451226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6877" name="Rectangle 93">
              <a:extLst>
                <a:ext uri="{FF2B5EF4-FFF2-40B4-BE49-F238E27FC236}">
                  <a16:creationId xmlns:a16="http://schemas.microsoft.com/office/drawing/2014/main" id="{6B20859F-F166-47A0-92C4-7F437EE07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451226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6878" name="Rectangle 102">
              <a:extLst>
                <a:ext uri="{FF2B5EF4-FFF2-40B4-BE49-F238E27FC236}">
                  <a16:creationId xmlns:a16="http://schemas.microsoft.com/office/drawing/2014/main" id="{B356E852-374A-4C62-9E1C-7D966C16B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451226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6879" name="Picture 103">
              <a:extLst>
                <a:ext uri="{FF2B5EF4-FFF2-40B4-BE49-F238E27FC236}">
                  <a16:creationId xmlns:a16="http://schemas.microsoft.com/office/drawing/2014/main" id="{703F0AB4-E3EB-4FC4-8BED-961EAE5A71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495676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80" name="Picture 104">
              <a:extLst>
                <a:ext uri="{FF2B5EF4-FFF2-40B4-BE49-F238E27FC236}">
                  <a16:creationId xmlns:a16="http://schemas.microsoft.com/office/drawing/2014/main" id="{C06D5B6F-0D57-4C6B-B6D9-957FD98B57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9912" y="3597276"/>
              <a:ext cx="809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81" name="Picture 105">
              <a:extLst>
                <a:ext uri="{FF2B5EF4-FFF2-40B4-BE49-F238E27FC236}">
                  <a16:creationId xmlns:a16="http://schemas.microsoft.com/office/drawing/2014/main" id="{5B26C97D-CC88-4213-8F34-7486E722EE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578226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82" name="Picture 106">
              <a:extLst>
                <a:ext uri="{FF2B5EF4-FFF2-40B4-BE49-F238E27FC236}">
                  <a16:creationId xmlns:a16="http://schemas.microsoft.com/office/drawing/2014/main" id="{3E479D75-46E6-480F-A9C6-5C3D4E5048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5623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83" name="Picture 107">
              <a:extLst>
                <a:ext uri="{FF2B5EF4-FFF2-40B4-BE49-F238E27FC236}">
                  <a16:creationId xmlns:a16="http://schemas.microsoft.com/office/drawing/2014/main" id="{9F3E9C9E-73D4-4F7F-AAD4-72218F7C94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597276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84" name="Picture 108">
              <a:extLst>
                <a:ext uri="{FF2B5EF4-FFF2-40B4-BE49-F238E27FC236}">
                  <a16:creationId xmlns:a16="http://schemas.microsoft.com/office/drawing/2014/main" id="{920BA1F1-B807-4626-B22F-BFCC4EED4D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52583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85" name="Rectangle 109">
              <a:extLst>
                <a:ext uri="{FF2B5EF4-FFF2-40B4-BE49-F238E27FC236}">
                  <a16:creationId xmlns:a16="http://schemas.microsoft.com/office/drawing/2014/main" id="{8ECBCF1B-2BBE-42A0-8605-AA41D562D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75" y="3521076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6886" name="Picture 110">
              <a:extLst>
                <a:ext uri="{FF2B5EF4-FFF2-40B4-BE49-F238E27FC236}">
                  <a16:creationId xmlns:a16="http://schemas.microsoft.com/office/drawing/2014/main" id="{B58864FC-75CA-4AFF-861D-4672038C5E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5623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87" name="Picture 111">
              <a:extLst>
                <a:ext uri="{FF2B5EF4-FFF2-40B4-BE49-F238E27FC236}">
                  <a16:creationId xmlns:a16="http://schemas.microsoft.com/office/drawing/2014/main" id="{EB9A51DA-D8CD-4453-A29D-AD512A7AE3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597276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88" name="Picture 112">
              <a:extLst>
                <a:ext uri="{FF2B5EF4-FFF2-40B4-BE49-F238E27FC236}">
                  <a16:creationId xmlns:a16="http://schemas.microsoft.com/office/drawing/2014/main" id="{F921168B-2C0F-46B4-B633-E0DBE69B7A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3829051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89" name="Rectangle 113">
              <a:extLst>
                <a:ext uri="{FF2B5EF4-FFF2-40B4-BE49-F238E27FC236}">
                  <a16:creationId xmlns:a16="http://schemas.microsoft.com/office/drawing/2014/main" id="{EA09BC1D-9B2F-459A-860D-0CD9C245A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783013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6890" name="Picture 114">
              <a:extLst>
                <a:ext uri="{FF2B5EF4-FFF2-40B4-BE49-F238E27FC236}">
                  <a16:creationId xmlns:a16="http://schemas.microsoft.com/office/drawing/2014/main" id="{9775EC11-3954-4A82-8F37-54B2A35CE8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3829051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891" name="Rectangle 115">
              <a:extLst>
                <a:ext uri="{FF2B5EF4-FFF2-40B4-BE49-F238E27FC236}">
                  <a16:creationId xmlns:a16="http://schemas.microsoft.com/office/drawing/2014/main" id="{A3A9A07C-F1A6-4B5E-8623-5AD426BC6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783013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6892" name="Rectangle 116">
              <a:extLst>
                <a:ext uri="{FF2B5EF4-FFF2-40B4-BE49-F238E27FC236}">
                  <a16:creationId xmlns:a16="http://schemas.microsoft.com/office/drawing/2014/main" id="{A3A33C74-2244-4FD0-BACA-E61DA23D4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783013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6893" name="Rectangle 124">
              <a:extLst>
                <a:ext uri="{FF2B5EF4-FFF2-40B4-BE49-F238E27FC236}">
                  <a16:creationId xmlns:a16="http://schemas.microsoft.com/office/drawing/2014/main" id="{07270E07-88F6-42D5-86A9-64840E0CF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783013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6894" name="Picture 125">
              <a:extLst>
                <a:ext uri="{FF2B5EF4-FFF2-40B4-BE49-F238E27FC236}">
                  <a16:creationId xmlns:a16="http://schemas.microsoft.com/office/drawing/2014/main" id="{11FACB20-650F-4FEB-983B-B70107F87C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825876"/>
              <a:ext cx="266700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95" name="Picture 126">
              <a:extLst>
                <a:ext uri="{FF2B5EF4-FFF2-40B4-BE49-F238E27FC236}">
                  <a16:creationId xmlns:a16="http://schemas.microsoft.com/office/drawing/2014/main" id="{0BA62B27-AFD3-4478-8146-45A21010D8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9912" y="3930651"/>
              <a:ext cx="80963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96" name="Picture 127">
              <a:extLst>
                <a:ext uri="{FF2B5EF4-FFF2-40B4-BE49-F238E27FC236}">
                  <a16:creationId xmlns:a16="http://schemas.microsoft.com/office/drawing/2014/main" id="{574B3825-C0AC-401A-8BAD-475AC50793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910013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97" name="Picture 128">
              <a:extLst>
                <a:ext uri="{FF2B5EF4-FFF2-40B4-BE49-F238E27FC236}">
                  <a16:creationId xmlns:a16="http://schemas.microsoft.com/office/drawing/2014/main" id="{5E47C64E-1019-4128-8703-08CDE2156C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8925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98" name="Picture 129">
              <a:extLst>
                <a:ext uri="{FF2B5EF4-FFF2-40B4-BE49-F238E27FC236}">
                  <a16:creationId xmlns:a16="http://schemas.microsoft.com/office/drawing/2014/main" id="{3D2C11CB-4DFB-4951-8A13-2F2AAAEBEC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929063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899" name="Picture 130">
              <a:extLst>
                <a:ext uri="{FF2B5EF4-FFF2-40B4-BE49-F238E27FC236}">
                  <a16:creationId xmlns:a16="http://schemas.microsoft.com/office/drawing/2014/main" id="{31738E00-ACB2-45D9-8826-0EB0203787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8576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900" name="Rectangle 131">
              <a:extLst>
                <a:ext uri="{FF2B5EF4-FFF2-40B4-BE49-F238E27FC236}">
                  <a16:creationId xmlns:a16="http://schemas.microsoft.com/office/drawing/2014/main" id="{E58131DB-8A58-439D-AA29-F00CEE63C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975" y="3851276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6901" name="Picture 132">
              <a:extLst>
                <a:ext uri="{FF2B5EF4-FFF2-40B4-BE49-F238E27FC236}">
                  <a16:creationId xmlns:a16="http://schemas.microsoft.com/office/drawing/2014/main" id="{30471DB8-4BC8-4F71-B48A-C1839B03D9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8925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902" name="Picture 133">
              <a:extLst>
                <a:ext uri="{FF2B5EF4-FFF2-40B4-BE49-F238E27FC236}">
                  <a16:creationId xmlns:a16="http://schemas.microsoft.com/office/drawing/2014/main" id="{7E6ECAC0-434F-4B44-AA5A-581B5B70F0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929063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903" name="Rectangle 134">
              <a:extLst>
                <a:ext uri="{FF2B5EF4-FFF2-40B4-BE49-F238E27FC236}">
                  <a16:creationId xmlns:a16="http://schemas.microsoft.com/office/drawing/2014/main" id="{24237788-B048-4DAD-AEC5-D5EFB991C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75" y="3851276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6904" name="Picture 135">
              <a:extLst>
                <a:ext uri="{FF2B5EF4-FFF2-40B4-BE49-F238E27FC236}">
                  <a16:creationId xmlns:a16="http://schemas.microsoft.com/office/drawing/2014/main" id="{62953249-6958-414F-B76A-42F29932FF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351155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905" name="Picture 136">
              <a:extLst>
                <a:ext uri="{FF2B5EF4-FFF2-40B4-BE49-F238E27FC236}">
                  <a16:creationId xmlns:a16="http://schemas.microsoft.com/office/drawing/2014/main" id="{118D4D59-0DD9-4667-99CB-D53DD4A73D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3840163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906" name="Rectangle 137">
              <a:extLst>
                <a:ext uri="{FF2B5EF4-FFF2-40B4-BE49-F238E27FC236}">
                  <a16:creationId xmlns:a16="http://schemas.microsoft.com/office/drawing/2014/main" id="{C29F3DB0-4BC9-4CEF-8856-D204D1032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4100513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6907" name="TextBox 138">
              <a:extLst>
                <a:ext uri="{FF2B5EF4-FFF2-40B4-BE49-F238E27FC236}">
                  <a16:creationId xmlns:a16="http://schemas.microsoft.com/office/drawing/2014/main" id="{349156B1-FADF-494C-83EB-AF35CC1B6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6077" y="2085225"/>
              <a:ext cx="12975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(x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, 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</a:t>
              </a:r>
            </a:p>
          </p:txBody>
        </p:sp>
        <p:pic>
          <p:nvPicPr>
            <p:cNvPr id="76908" name="Picture 139">
              <a:extLst>
                <a:ext uri="{FF2B5EF4-FFF2-40B4-BE49-F238E27FC236}">
                  <a16:creationId xmlns:a16="http://schemas.microsoft.com/office/drawing/2014/main" id="{3944A13C-4F37-4279-BAFD-F4C11358DC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1605" y="29083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909" name="Picture 140">
              <a:extLst>
                <a:ext uri="{FF2B5EF4-FFF2-40B4-BE49-F238E27FC236}">
                  <a16:creationId xmlns:a16="http://schemas.microsoft.com/office/drawing/2014/main" id="{70A88D94-D365-4283-A065-35B2A11C40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1605" y="32131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910" name="Picture 141">
              <a:extLst>
                <a:ext uri="{FF2B5EF4-FFF2-40B4-BE49-F238E27FC236}">
                  <a16:creationId xmlns:a16="http://schemas.microsoft.com/office/drawing/2014/main" id="{7FC657A1-DBAE-41D7-AB07-94044F5649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1605" y="385445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6911" name="Picture 142">
              <a:extLst>
                <a:ext uri="{FF2B5EF4-FFF2-40B4-BE49-F238E27FC236}">
                  <a16:creationId xmlns:a16="http://schemas.microsoft.com/office/drawing/2014/main" id="{7132D0B4-46B9-4A70-BE0A-05E2A95B42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3549650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6803" name="TextBox 138">
            <a:extLst>
              <a:ext uri="{FF2B5EF4-FFF2-40B4-BE49-F238E27FC236}">
                <a16:creationId xmlns:a16="http://schemas.microsoft.com/office/drawing/2014/main" id="{7CDC3DCE-A9D1-44EB-8AE1-5E2DA37E3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875" y="1643063"/>
            <a:ext cx="12985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 (x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</a:t>
            </a:r>
          </a:p>
        </p:txBody>
      </p:sp>
      <p:pic>
        <p:nvPicPr>
          <p:cNvPr id="76804" name="Picture 140">
            <a:extLst>
              <a:ext uri="{FF2B5EF4-FFF2-40B4-BE49-F238E27FC236}">
                <a16:creationId xmlns:a16="http://schemas.microsoft.com/office/drawing/2014/main" id="{7F8D152E-732D-4117-A308-14B2CE3AC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0988" y="3092450"/>
            <a:ext cx="920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5" name="Picture 142">
            <a:extLst>
              <a:ext uri="{FF2B5EF4-FFF2-40B4-BE49-F238E27FC236}">
                <a16:creationId xmlns:a16="http://schemas.microsoft.com/office/drawing/2014/main" id="{688D4419-E5A7-401C-BBC8-96A3535A8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00" y="3389313"/>
            <a:ext cx="114300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6" name="Picture 142">
            <a:extLst>
              <a:ext uri="{FF2B5EF4-FFF2-40B4-BE49-F238E27FC236}">
                <a16:creationId xmlns:a16="http://schemas.microsoft.com/office/drawing/2014/main" id="{C318B4BD-40CB-40CF-8A37-20AF2BF41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00" y="2779713"/>
            <a:ext cx="114300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7" name="Picture 142">
            <a:extLst>
              <a:ext uri="{FF2B5EF4-FFF2-40B4-BE49-F238E27FC236}">
                <a16:creationId xmlns:a16="http://schemas.microsoft.com/office/drawing/2014/main" id="{B3E3A1EC-E41D-47CD-A177-355AA80C7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00" y="2438400"/>
            <a:ext cx="11430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8" name="Rectangle 88">
            <a:extLst>
              <a:ext uri="{FF2B5EF4-FFF2-40B4-BE49-F238E27FC236}">
                <a16:creationId xmlns:a16="http://schemas.microsoft.com/office/drawing/2014/main" id="{333CF98B-9CBB-44D6-A753-8DC4D8767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1676400"/>
            <a:ext cx="214312" cy="142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6809" name="Rectangle 90">
            <a:extLst>
              <a:ext uri="{FF2B5EF4-FFF2-40B4-BE49-F238E27FC236}">
                <a16:creationId xmlns:a16="http://schemas.microsoft.com/office/drawing/2014/main" id="{4A92C493-C16F-43DA-BA27-E7DA0F14E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1219200"/>
            <a:ext cx="12700" cy="24558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6810" name="Rectangle 147">
            <a:extLst>
              <a:ext uri="{FF2B5EF4-FFF2-40B4-BE49-F238E27FC236}">
                <a16:creationId xmlns:a16="http://schemas.microsoft.com/office/drawing/2014/main" id="{EFBB7C3F-C48F-401C-A863-2FB385A47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3016250"/>
            <a:ext cx="336550" cy="33655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76811" name="Picture 144" descr="Screen shot 2013-09-06 at 3.10.44 PM.png">
            <a:extLst>
              <a:ext uri="{FF2B5EF4-FFF2-40B4-BE49-F238E27FC236}">
                <a16:creationId xmlns:a16="http://schemas.microsoft.com/office/drawing/2014/main" id="{BDEF9415-EBEC-4068-BC3D-6A8DA78388A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838" y="4400550"/>
            <a:ext cx="2819400" cy="117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>
            <a:extLst>
              <a:ext uri="{FF2B5EF4-FFF2-40B4-BE49-F238E27FC236}">
                <a16:creationId xmlns:a16="http://schemas.microsoft.com/office/drawing/2014/main" id="{E3AC029B-C251-4ED0-9F23-CC3941981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Product-of-Sums Form</a:t>
            </a:r>
          </a:p>
        </p:txBody>
      </p:sp>
      <p:grpSp>
        <p:nvGrpSpPr>
          <p:cNvPr id="77826" name="Group 143">
            <a:extLst>
              <a:ext uri="{FF2B5EF4-FFF2-40B4-BE49-F238E27FC236}">
                <a16:creationId xmlns:a16="http://schemas.microsoft.com/office/drawing/2014/main" id="{BB125CBD-001D-4722-80D7-217E56CEA9AD}"/>
              </a:ext>
            </a:extLst>
          </p:cNvPr>
          <p:cNvGrpSpPr>
            <a:grpSpLocks/>
          </p:cNvGrpSpPr>
          <p:nvPr/>
        </p:nvGrpSpPr>
        <p:grpSpPr bwMode="auto">
          <a:xfrm>
            <a:off x="823913" y="1219200"/>
            <a:ext cx="7634287" cy="2441575"/>
            <a:chOff x="823912" y="1673226"/>
            <a:chExt cx="7634288" cy="2441574"/>
          </a:xfrm>
        </p:grpSpPr>
        <p:sp>
          <p:nvSpPr>
            <p:cNvPr id="77837" name="Rectangle 4">
              <a:extLst>
                <a:ext uri="{FF2B5EF4-FFF2-40B4-BE49-F238E27FC236}">
                  <a16:creationId xmlns:a16="http://schemas.microsoft.com/office/drawing/2014/main" id="{21D97E4C-3D30-4138-B608-6244AACD6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1673226"/>
              <a:ext cx="7634288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7838" name="Picture 5">
              <a:extLst>
                <a:ext uri="{FF2B5EF4-FFF2-40B4-BE49-F238E27FC236}">
                  <a16:creationId xmlns:a16="http://schemas.microsoft.com/office/drawing/2014/main" id="{88B12703-21B1-4D43-A08C-20B6D48AAD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600" y="1900238"/>
              <a:ext cx="188912" cy="19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39" name="Picture 6">
              <a:extLst>
                <a:ext uri="{FF2B5EF4-FFF2-40B4-BE49-F238E27FC236}">
                  <a16:creationId xmlns:a16="http://schemas.microsoft.com/office/drawing/2014/main" id="{985269C6-80D3-4509-82BE-24AAB912B4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4625" y="1962151"/>
              <a:ext cx="1206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40" name="Picture 7">
              <a:extLst>
                <a:ext uri="{FF2B5EF4-FFF2-40B4-BE49-F238E27FC236}">
                  <a16:creationId xmlns:a16="http://schemas.microsoft.com/office/drawing/2014/main" id="{90DB4897-36FB-4554-8FDA-19F8CC240F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975" y="1970088"/>
              <a:ext cx="179387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841" name="Rectangle 8">
              <a:extLst>
                <a:ext uri="{FF2B5EF4-FFF2-40B4-BE49-F238E27FC236}">
                  <a16:creationId xmlns:a16="http://schemas.microsoft.com/office/drawing/2014/main" id="{CC1657A3-FD47-4660-9639-EAF723FFD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1685926"/>
              <a:ext cx="12700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7842" name="Rectangle 9">
              <a:extLst>
                <a:ext uri="{FF2B5EF4-FFF2-40B4-BE49-F238E27FC236}">
                  <a16:creationId xmlns:a16="http://schemas.microsoft.com/office/drawing/2014/main" id="{0D47AF9A-D3AE-4EB3-9F4B-4F6C88FC8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1685926"/>
              <a:ext cx="14287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7843" name="Rectangle 10">
              <a:extLst>
                <a:ext uri="{FF2B5EF4-FFF2-40B4-BE49-F238E27FC236}">
                  <a16:creationId xmlns:a16="http://schemas.microsoft.com/office/drawing/2014/main" id="{58CCD8CE-A9AA-404D-8D8C-0BC371DF9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1685926"/>
              <a:ext cx="12700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7844" name="Rectangle 11">
              <a:extLst>
                <a:ext uri="{FF2B5EF4-FFF2-40B4-BE49-F238E27FC236}">
                  <a16:creationId xmlns:a16="http://schemas.microsoft.com/office/drawing/2014/main" id="{DBC15FE4-25D2-4580-A482-8069CF932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1685926"/>
              <a:ext cx="15875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7845" name="Picture 12">
              <a:extLst>
                <a:ext uri="{FF2B5EF4-FFF2-40B4-BE49-F238E27FC236}">
                  <a16:creationId xmlns:a16="http://schemas.microsoft.com/office/drawing/2014/main" id="{9A95C795-2D72-41B0-9D45-16D9233743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062" y="2298701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46" name="Picture 13">
              <a:extLst>
                <a:ext uri="{FF2B5EF4-FFF2-40B4-BE49-F238E27FC236}">
                  <a16:creationId xmlns:a16="http://schemas.microsoft.com/office/drawing/2014/main" id="{FC3F9656-727F-4032-88DA-C4F8C8BA66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525" y="2297113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47" name="Picture 14">
              <a:extLst>
                <a:ext uri="{FF2B5EF4-FFF2-40B4-BE49-F238E27FC236}">
                  <a16:creationId xmlns:a16="http://schemas.microsoft.com/office/drawing/2014/main" id="{45E467D4-F699-4092-8ED3-C1DD4D5407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6512" y="2298701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48" name="Picture 15">
              <a:extLst>
                <a:ext uri="{FF2B5EF4-FFF2-40B4-BE49-F238E27FC236}">
                  <a16:creationId xmlns:a16="http://schemas.microsoft.com/office/drawing/2014/main" id="{590EBDD9-D640-4ABC-A4CD-BB91F5CD70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2227263"/>
              <a:ext cx="130175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49" name="Picture 16">
              <a:extLst>
                <a:ext uri="{FF2B5EF4-FFF2-40B4-BE49-F238E27FC236}">
                  <a16:creationId xmlns:a16="http://schemas.microsoft.com/office/drawing/2014/main" id="{4FEB314A-9B27-4563-986B-BD45EC5DA4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7512" y="2293938"/>
              <a:ext cx="1063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50" name="Picture 17">
              <a:extLst>
                <a:ext uri="{FF2B5EF4-FFF2-40B4-BE49-F238E27FC236}">
                  <a16:creationId xmlns:a16="http://schemas.microsoft.com/office/drawing/2014/main" id="{CE1FF0E9-4F4F-4BDC-8BDF-D2EE50E0CA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8162" y="2298701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851" name="Rectangle 18">
              <a:extLst>
                <a:ext uri="{FF2B5EF4-FFF2-40B4-BE49-F238E27FC236}">
                  <a16:creationId xmlns:a16="http://schemas.microsoft.com/office/drawing/2014/main" id="{2B968BFF-C4F7-4D10-9896-233E699B5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193926"/>
              <a:ext cx="12700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7852" name="Picture 19">
              <a:extLst>
                <a:ext uri="{FF2B5EF4-FFF2-40B4-BE49-F238E27FC236}">
                  <a16:creationId xmlns:a16="http://schemas.microsoft.com/office/drawing/2014/main" id="{34DAE9CA-8C1A-4034-A6FC-5096D14DC7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6024" y="2297113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53" name="Picture 20">
              <a:extLst>
                <a:ext uri="{FF2B5EF4-FFF2-40B4-BE49-F238E27FC236}">
                  <a16:creationId xmlns:a16="http://schemas.microsoft.com/office/drawing/2014/main" id="{F519E670-8DA6-46FB-B0B3-001E20BFCF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124" y="2332038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54" name="Picture 21">
              <a:extLst>
                <a:ext uri="{FF2B5EF4-FFF2-40B4-BE49-F238E27FC236}">
                  <a16:creationId xmlns:a16="http://schemas.microsoft.com/office/drawing/2014/main" id="{DE29C009-700A-4014-AE1A-457F85E7CA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0387" y="2297113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55" name="Picture 22">
              <a:extLst>
                <a:ext uri="{FF2B5EF4-FFF2-40B4-BE49-F238E27FC236}">
                  <a16:creationId xmlns:a16="http://schemas.microsoft.com/office/drawing/2014/main" id="{2824513D-BCBD-4EDE-BB1E-9AF637265B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9137" y="2332038"/>
              <a:ext cx="793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856" name="Rectangle 23">
              <a:extLst>
                <a:ext uri="{FF2B5EF4-FFF2-40B4-BE49-F238E27FC236}">
                  <a16:creationId xmlns:a16="http://schemas.microsoft.com/office/drawing/2014/main" id="{BD1BA825-1B8E-4F02-8A8F-276B0B31A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193926"/>
              <a:ext cx="14287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7857" name="Rectangle 24">
              <a:extLst>
                <a:ext uri="{FF2B5EF4-FFF2-40B4-BE49-F238E27FC236}">
                  <a16:creationId xmlns:a16="http://schemas.microsoft.com/office/drawing/2014/main" id="{9E6E63C3-CF58-4A82-867D-94186AEEB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193926"/>
              <a:ext cx="12700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7858" name="Rectangle 32">
              <a:extLst>
                <a:ext uri="{FF2B5EF4-FFF2-40B4-BE49-F238E27FC236}">
                  <a16:creationId xmlns:a16="http://schemas.microsoft.com/office/drawing/2014/main" id="{FD22132A-F24B-4746-840B-E03CFAEEBF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193926"/>
              <a:ext cx="15875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7859" name="Picture 33">
              <a:extLst>
                <a:ext uri="{FF2B5EF4-FFF2-40B4-BE49-F238E27FC236}">
                  <a16:creationId xmlns:a16="http://schemas.microsoft.com/office/drawing/2014/main" id="{13A7F1AC-E45B-4317-B293-0DF20F6CE7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9600" y="2232026"/>
              <a:ext cx="227013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60" name="Picture 34">
              <a:extLst>
                <a:ext uri="{FF2B5EF4-FFF2-40B4-BE49-F238E27FC236}">
                  <a16:creationId xmlns:a16="http://schemas.microsoft.com/office/drawing/2014/main" id="{C773E8C8-2708-4C04-B297-717C5E3094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2013" y="2293938"/>
              <a:ext cx="123825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61" name="Picture 35">
              <a:extLst>
                <a:ext uri="{FF2B5EF4-FFF2-40B4-BE49-F238E27FC236}">
                  <a16:creationId xmlns:a16="http://schemas.microsoft.com/office/drawing/2014/main" id="{35301FC1-FE92-409E-ADA0-0C35585AEF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2188" y="2300288"/>
              <a:ext cx="136525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62" name="Picture 36">
              <a:extLst>
                <a:ext uri="{FF2B5EF4-FFF2-40B4-BE49-F238E27FC236}">
                  <a16:creationId xmlns:a16="http://schemas.microsoft.com/office/drawing/2014/main" id="{52B10D7B-2DFD-489A-A3DB-26FF4AC9EF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1413" y="2251076"/>
              <a:ext cx="84137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63" name="Picture 37">
              <a:extLst>
                <a:ext uri="{FF2B5EF4-FFF2-40B4-BE49-F238E27FC236}">
                  <a16:creationId xmlns:a16="http://schemas.microsoft.com/office/drawing/2014/main" id="{0483E7CA-23A2-4976-96BA-0395C79C47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9363" y="2293938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64" name="Picture 38">
              <a:extLst>
                <a:ext uri="{FF2B5EF4-FFF2-40B4-BE49-F238E27FC236}">
                  <a16:creationId xmlns:a16="http://schemas.microsoft.com/office/drawing/2014/main" id="{6430D662-3116-4781-9ADB-0679685F65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1600" y="2298701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65" name="Picture 39">
              <a:extLst>
                <a:ext uri="{FF2B5EF4-FFF2-40B4-BE49-F238E27FC236}">
                  <a16:creationId xmlns:a16="http://schemas.microsoft.com/office/drawing/2014/main" id="{FB9A03E4-F37C-41EF-A14B-0C48163C49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1138" y="2298701"/>
              <a:ext cx="212725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866" name="Rectangle 40">
              <a:extLst>
                <a:ext uri="{FF2B5EF4-FFF2-40B4-BE49-F238E27FC236}">
                  <a16:creationId xmlns:a16="http://schemas.microsoft.com/office/drawing/2014/main" id="{5AB4A6FE-8036-45DB-B1C1-318254C69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2609851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7867" name="Picture 41">
              <a:extLst>
                <a:ext uri="{FF2B5EF4-FFF2-40B4-BE49-F238E27FC236}">
                  <a16:creationId xmlns:a16="http://schemas.microsoft.com/office/drawing/2014/main" id="{C36295E3-3E6D-4D44-9A76-4070788BAE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868" name="Rectangle 42">
              <a:extLst>
                <a:ext uri="{FF2B5EF4-FFF2-40B4-BE49-F238E27FC236}">
                  <a16:creationId xmlns:a16="http://schemas.microsoft.com/office/drawing/2014/main" id="{5E84B831-E960-48B5-9BFD-ACB38B015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624138"/>
              <a:ext cx="12700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7869" name="Picture 43">
              <a:extLst>
                <a:ext uri="{FF2B5EF4-FFF2-40B4-BE49-F238E27FC236}">
                  <a16:creationId xmlns:a16="http://schemas.microsoft.com/office/drawing/2014/main" id="{1A97D8BE-E66E-4740-94EF-E191BDB729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70" name="Picture 44">
              <a:extLst>
                <a:ext uri="{FF2B5EF4-FFF2-40B4-BE49-F238E27FC236}">
                  <a16:creationId xmlns:a16="http://schemas.microsoft.com/office/drawing/2014/main" id="{7B256BA3-4269-4F31-ABA7-EC6A8E94C6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1824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871" name="Rectangle 45">
              <a:extLst>
                <a:ext uri="{FF2B5EF4-FFF2-40B4-BE49-F238E27FC236}">
                  <a16:creationId xmlns:a16="http://schemas.microsoft.com/office/drawing/2014/main" id="{DA03B9B9-30E4-4A19-8BAA-746B86BAC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624138"/>
              <a:ext cx="14287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7872" name="Rectangle 46">
              <a:extLst>
                <a:ext uri="{FF2B5EF4-FFF2-40B4-BE49-F238E27FC236}">
                  <a16:creationId xmlns:a16="http://schemas.microsoft.com/office/drawing/2014/main" id="{D2DA93FF-BCA5-414D-91E7-3676C9879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624138"/>
              <a:ext cx="12700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7873" name="Rectangle 56">
              <a:extLst>
                <a:ext uri="{FF2B5EF4-FFF2-40B4-BE49-F238E27FC236}">
                  <a16:creationId xmlns:a16="http://schemas.microsoft.com/office/drawing/2014/main" id="{0DD6465E-D351-475E-B3FF-2AE5928F4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624138"/>
              <a:ext cx="15875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7874" name="Picture 57">
              <a:extLst>
                <a:ext uri="{FF2B5EF4-FFF2-40B4-BE49-F238E27FC236}">
                  <a16:creationId xmlns:a16="http://schemas.microsoft.com/office/drawing/2014/main" id="{4013F7FA-2C5E-4545-8C93-FE6538262E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2836863"/>
              <a:ext cx="266700" cy="188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75" name="Picture 58">
              <a:extLst>
                <a:ext uri="{FF2B5EF4-FFF2-40B4-BE49-F238E27FC236}">
                  <a16:creationId xmlns:a16="http://schemas.microsoft.com/office/drawing/2014/main" id="{0B139B83-5DBE-4AB1-BFD3-F4E7BD20BD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5150" y="2940051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76" name="Picture 59">
              <a:extLst>
                <a:ext uri="{FF2B5EF4-FFF2-40B4-BE49-F238E27FC236}">
                  <a16:creationId xmlns:a16="http://schemas.microsoft.com/office/drawing/2014/main" id="{9E2EBA80-1661-4E88-B756-ADDDC3F4EE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2921001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77" name="Picture 60">
              <a:extLst>
                <a:ext uri="{FF2B5EF4-FFF2-40B4-BE49-F238E27FC236}">
                  <a16:creationId xmlns:a16="http://schemas.microsoft.com/office/drawing/2014/main" id="{6B791533-C046-4F05-91E2-9CCA869A8E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29019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78" name="Picture 61">
              <a:extLst>
                <a:ext uri="{FF2B5EF4-FFF2-40B4-BE49-F238E27FC236}">
                  <a16:creationId xmlns:a16="http://schemas.microsoft.com/office/drawing/2014/main" id="{C3AC654A-36D1-4462-894A-9D78DB7891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29400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79" name="Picture 62">
              <a:extLst>
                <a:ext uri="{FF2B5EF4-FFF2-40B4-BE49-F238E27FC236}">
                  <a16:creationId xmlns:a16="http://schemas.microsoft.com/office/drawing/2014/main" id="{9E7C8A56-DE85-4F6A-85DF-78F9EB52E3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28670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80" name="Picture 63">
              <a:extLst>
                <a:ext uri="{FF2B5EF4-FFF2-40B4-BE49-F238E27FC236}">
                  <a16:creationId xmlns:a16="http://schemas.microsoft.com/office/drawing/2014/main" id="{968FA13D-B841-4BB5-9F00-D50D81C17A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29019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81" name="Picture 64">
              <a:extLst>
                <a:ext uri="{FF2B5EF4-FFF2-40B4-BE49-F238E27FC236}">
                  <a16:creationId xmlns:a16="http://schemas.microsoft.com/office/drawing/2014/main" id="{77F48DA4-7CDA-43D6-81BB-833C3D57F1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2940051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82" name="Picture 65">
              <a:extLst>
                <a:ext uri="{FF2B5EF4-FFF2-40B4-BE49-F238E27FC236}">
                  <a16:creationId xmlns:a16="http://schemas.microsoft.com/office/drawing/2014/main" id="{66317051-B098-4180-8619-12B4DBA43E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8112" y="3171826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883" name="Rectangle 66">
              <a:extLst>
                <a:ext uri="{FF2B5EF4-FFF2-40B4-BE49-F238E27FC236}">
                  <a16:creationId xmlns:a16="http://schemas.microsoft.com/office/drawing/2014/main" id="{3183F167-D372-4AE9-98B0-EE5FBD50C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121026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7884" name="Picture 67">
              <a:extLst>
                <a:ext uri="{FF2B5EF4-FFF2-40B4-BE49-F238E27FC236}">
                  <a16:creationId xmlns:a16="http://schemas.microsoft.com/office/drawing/2014/main" id="{B6D49F3A-A278-4A35-86D7-EDF32B7545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3171826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85" name="Picture 68">
              <a:extLst>
                <a:ext uri="{FF2B5EF4-FFF2-40B4-BE49-F238E27FC236}">
                  <a16:creationId xmlns:a16="http://schemas.microsoft.com/office/drawing/2014/main" id="{AC56A87E-62D4-4D71-BB67-7CFFEB0AF2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9124" y="34909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886" name="Rectangle 69">
              <a:extLst>
                <a:ext uri="{FF2B5EF4-FFF2-40B4-BE49-F238E27FC236}">
                  <a16:creationId xmlns:a16="http://schemas.microsoft.com/office/drawing/2014/main" id="{899CDE74-7D8C-4678-8ED2-FB7531F40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121026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7887" name="Rectangle 70">
              <a:extLst>
                <a:ext uri="{FF2B5EF4-FFF2-40B4-BE49-F238E27FC236}">
                  <a16:creationId xmlns:a16="http://schemas.microsoft.com/office/drawing/2014/main" id="{6E40A317-625C-47C3-BC32-79E31A6F9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121026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7888" name="Rectangle 79">
              <a:extLst>
                <a:ext uri="{FF2B5EF4-FFF2-40B4-BE49-F238E27FC236}">
                  <a16:creationId xmlns:a16="http://schemas.microsoft.com/office/drawing/2014/main" id="{E519C852-D63E-4C74-B1AA-E6B06D6F3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121026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7889" name="Picture 80">
              <a:extLst>
                <a:ext uri="{FF2B5EF4-FFF2-40B4-BE49-F238E27FC236}">
                  <a16:creationId xmlns:a16="http://schemas.microsoft.com/office/drawing/2014/main" id="{272D9308-A299-4EDF-8837-BDF64A8815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168651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90" name="Picture 81">
              <a:extLst>
                <a:ext uri="{FF2B5EF4-FFF2-40B4-BE49-F238E27FC236}">
                  <a16:creationId xmlns:a16="http://schemas.microsoft.com/office/drawing/2014/main" id="{2CC99980-71B1-4F9C-A00E-BC0F281661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4675" y="32702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91" name="Picture 82">
              <a:extLst>
                <a:ext uri="{FF2B5EF4-FFF2-40B4-BE49-F238E27FC236}">
                  <a16:creationId xmlns:a16="http://schemas.microsoft.com/office/drawing/2014/main" id="{DA066110-1EAB-4285-B125-805C6A904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251201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92" name="Picture 83">
              <a:extLst>
                <a:ext uri="{FF2B5EF4-FFF2-40B4-BE49-F238E27FC236}">
                  <a16:creationId xmlns:a16="http://schemas.microsoft.com/office/drawing/2014/main" id="{FB466F0C-6A27-4FA7-9AB8-645C727677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233738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93" name="Picture 84">
              <a:extLst>
                <a:ext uri="{FF2B5EF4-FFF2-40B4-BE49-F238E27FC236}">
                  <a16:creationId xmlns:a16="http://schemas.microsoft.com/office/drawing/2014/main" id="{6FC4934F-AB98-4202-A8C6-84604191C7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2702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94" name="Picture 85">
              <a:extLst>
                <a:ext uri="{FF2B5EF4-FFF2-40B4-BE49-F238E27FC236}">
                  <a16:creationId xmlns:a16="http://schemas.microsoft.com/office/drawing/2014/main" id="{C47AC691-6DEA-41E2-B576-7584CC6667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1972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95" name="Picture 86">
              <a:extLst>
                <a:ext uri="{FF2B5EF4-FFF2-40B4-BE49-F238E27FC236}">
                  <a16:creationId xmlns:a16="http://schemas.microsoft.com/office/drawing/2014/main" id="{6E66777C-8493-4C24-91EB-88C304B5D7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233738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96" name="Picture 87">
              <a:extLst>
                <a:ext uri="{FF2B5EF4-FFF2-40B4-BE49-F238E27FC236}">
                  <a16:creationId xmlns:a16="http://schemas.microsoft.com/office/drawing/2014/main" id="{2BC5E514-10A6-41D5-AB8E-8641939ED1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270251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897" name="Rectangle 88">
              <a:extLst>
                <a:ext uri="{FF2B5EF4-FFF2-40B4-BE49-F238E27FC236}">
                  <a16:creationId xmlns:a16="http://schemas.microsoft.com/office/drawing/2014/main" id="{1F0059CC-EA1F-44B3-BD45-8765DECE6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912" y="3189288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7898" name="Picture 89">
              <a:extLst>
                <a:ext uri="{FF2B5EF4-FFF2-40B4-BE49-F238E27FC236}">
                  <a16:creationId xmlns:a16="http://schemas.microsoft.com/office/drawing/2014/main" id="{817C8833-9937-4FF2-9324-FB9D8117F5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175" y="3498851"/>
              <a:ext cx="107950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899" name="Rectangle 90">
              <a:extLst>
                <a:ext uri="{FF2B5EF4-FFF2-40B4-BE49-F238E27FC236}">
                  <a16:creationId xmlns:a16="http://schemas.microsoft.com/office/drawing/2014/main" id="{567CF85D-3C51-4345-BE61-0063FD28F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451226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7900" name="Picture 91">
              <a:extLst>
                <a:ext uri="{FF2B5EF4-FFF2-40B4-BE49-F238E27FC236}">
                  <a16:creationId xmlns:a16="http://schemas.microsoft.com/office/drawing/2014/main" id="{D3E99E2F-1DAD-48E6-9E99-5457903A2A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3154363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901" name="Rectangle 92">
              <a:extLst>
                <a:ext uri="{FF2B5EF4-FFF2-40B4-BE49-F238E27FC236}">
                  <a16:creationId xmlns:a16="http://schemas.microsoft.com/office/drawing/2014/main" id="{84C1E09C-391D-4BB5-BAA3-CED68349F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451226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7902" name="Rectangle 93">
              <a:extLst>
                <a:ext uri="{FF2B5EF4-FFF2-40B4-BE49-F238E27FC236}">
                  <a16:creationId xmlns:a16="http://schemas.microsoft.com/office/drawing/2014/main" id="{1EC699DE-D368-45E9-939C-3D1C56AEA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451226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7903" name="Rectangle 102">
              <a:extLst>
                <a:ext uri="{FF2B5EF4-FFF2-40B4-BE49-F238E27FC236}">
                  <a16:creationId xmlns:a16="http://schemas.microsoft.com/office/drawing/2014/main" id="{B0ED76DB-CE13-4E88-93EE-131AD3BEF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451226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7904" name="Picture 103">
              <a:extLst>
                <a:ext uri="{FF2B5EF4-FFF2-40B4-BE49-F238E27FC236}">
                  <a16:creationId xmlns:a16="http://schemas.microsoft.com/office/drawing/2014/main" id="{E758463F-C88E-487E-9C4D-3EB073E899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495676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05" name="Picture 104">
              <a:extLst>
                <a:ext uri="{FF2B5EF4-FFF2-40B4-BE49-F238E27FC236}">
                  <a16:creationId xmlns:a16="http://schemas.microsoft.com/office/drawing/2014/main" id="{8A5AE598-B0D5-4874-BE3E-2C31DF807E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9912" y="3597276"/>
              <a:ext cx="809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06" name="Picture 105">
              <a:extLst>
                <a:ext uri="{FF2B5EF4-FFF2-40B4-BE49-F238E27FC236}">
                  <a16:creationId xmlns:a16="http://schemas.microsoft.com/office/drawing/2014/main" id="{E08438F8-26F8-4CF9-8967-259610BF7D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578226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07" name="Picture 106">
              <a:extLst>
                <a:ext uri="{FF2B5EF4-FFF2-40B4-BE49-F238E27FC236}">
                  <a16:creationId xmlns:a16="http://schemas.microsoft.com/office/drawing/2014/main" id="{3560E5E3-937D-4221-8E50-735BD5EEDC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5623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08" name="Picture 107">
              <a:extLst>
                <a:ext uri="{FF2B5EF4-FFF2-40B4-BE49-F238E27FC236}">
                  <a16:creationId xmlns:a16="http://schemas.microsoft.com/office/drawing/2014/main" id="{B30A3C53-5E88-40BE-96F9-F6251C1AF4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597276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09" name="Picture 108">
              <a:extLst>
                <a:ext uri="{FF2B5EF4-FFF2-40B4-BE49-F238E27FC236}">
                  <a16:creationId xmlns:a16="http://schemas.microsoft.com/office/drawing/2014/main" id="{EAED8928-B1CE-4211-8250-6B2D4171A6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52583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910" name="Rectangle 109">
              <a:extLst>
                <a:ext uri="{FF2B5EF4-FFF2-40B4-BE49-F238E27FC236}">
                  <a16:creationId xmlns:a16="http://schemas.microsoft.com/office/drawing/2014/main" id="{6C1953DD-DD0B-4395-8DBA-4A1EE9E36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75" y="3521076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7911" name="Picture 110">
              <a:extLst>
                <a:ext uri="{FF2B5EF4-FFF2-40B4-BE49-F238E27FC236}">
                  <a16:creationId xmlns:a16="http://schemas.microsoft.com/office/drawing/2014/main" id="{C6E9411A-5E4F-4577-AB2A-CF262C568F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5623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12" name="Picture 111">
              <a:extLst>
                <a:ext uri="{FF2B5EF4-FFF2-40B4-BE49-F238E27FC236}">
                  <a16:creationId xmlns:a16="http://schemas.microsoft.com/office/drawing/2014/main" id="{6443A280-F171-420D-BF79-4F35333359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597276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13" name="Picture 112">
              <a:extLst>
                <a:ext uri="{FF2B5EF4-FFF2-40B4-BE49-F238E27FC236}">
                  <a16:creationId xmlns:a16="http://schemas.microsoft.com/office/drawing/2014/main" id="{DBC6EF04-1F51-4C95-884D-E889F43611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3829051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914" name="Rectangle 113">
              <a:extLst>
                <a:ext uri="{FF2B5EF4-FFF2-40B4-BE49-F238E27FC236}">
                  <a16:creationId xmlns:a16="http://schemas.microsoft.com/office/drawing/2014/main" id="{3D17FE3E-220B-401F-B699-3B00FDF07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783013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7915" name="Picture 114">
              <a:extLst>
                <a:ext uri="{FF2B5EF4-FFF2-40B4-BE49-F238E27FC236}">
                  <a16:creationId xmlns:a16="http://schemas.microsoft.com/office/drawing/2014/main" id="{3F39CD36-837F-4F91-9A31-DC0FB4CA29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3829051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916" name="Rectangle 115">
              <a:extLst>
                <a:ext uri="{FF2B5EF4-FFF2-40B4-BE49-F238E27FC236}">
                  <a16:creationId xmlns:a16="http://schemas.microsoft.com/office/drawing/2014/main" id="{19FF3D61-74C0-4674-90A0-617CFB9F4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783013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7917" name="Rectangle 116">
              <a:extLst>
                <a:ext uri="{FF2B5EF4-FFF2-40B4-BE49-F238E27FC236}">
                  <a16:creationId xmlns:a16="http://schemas.microsoft.com/office/drawing/2014/main" id="{DA32FB23-67AF-4AE0-B99F-ECF1FF53A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783013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7918" name="Rectangle 124">
              <a:extLst>
                <a:ext uri="{FF2B5EF4-FFF2-40B4-BE49-F238E27FC236}">
                  <a16:creationId xmlns:a16="http://schemas.microsoft.com/office/drawing/2014/main" id="{175BD986-EDB2-46CF-9FE6-81CA288BE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783013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7919" name="Picture 125">
              <a:extLst>
                <a:ext uri="{FF2B5EF4-FFF2-40B4-BE49-F238E27FC236}">
                  <a16:creationId xmlns:a16="http://schemas.microsoft.com/office/drawing/2014/main" id="{F6EF686D-0136-4936-8C40-71ADE999E4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825876"/>
              <a:ext cx="266700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20" name="Picture 126">
              <a:extLst>
                <a:ext uri="{FF2B5EF4-FFF2-40B4-BE49-F238E27FC236}">
                  <a16:creationId xmlns:a16="http://schemas.microsoft.com/office/drawing/2014/main" id="{B3607511-665C-4F42-A554-2D2C96A6CA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9912" y="3930651"/>
              <a:ext cx="80963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21" name="Picture 127">
              <a:extLst>
                <a:ext uri="{FF2B5EF4-FFF2-40B4-BE49-F238E27FC236}">
                  <a16:creationId xmlns:a16="http://schemas.microsoft.com/office/drawing/2014/main" id="{4D46E056-791B-44DB-99CF-F693F4A586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910013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22" name="Picture 128">
              <a:extLst>
                <a:ext uri="{FF2B5EF4-FFF2-40B4-BE49-F238E27FC236}">
                  <a16:creationId xmlns:a16="http://schemas.microsoft.com/office/drawing/2014/main" id="{855FBB0D-00C9-4BE9-8686-1540C2E6D3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8925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23" name="Picture 129">
              <a:extLst>
                <a:ext uri="{FF2B5EF4-FFF2-40B4-BE49-F238E27FC236}">
                  <a16:creationId xmlns:a16="http://schemas.microsoft.com/office/drawing/2014/main" id="{46BB00FC-68C1-4B3B-A768-C8437A702A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929063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24" name="Picture 130">
              <a:extLst>
                <a:ext uri="{FF2B5EF4-FFF2-40B4-BE49-F238E27FC236}">
                  <a16:creationId xmlns:a16="http://schemas.microsoft.com/office/drawing/2014/main" id="{E1021B00-CBDB-43FE-AFC3-1ABA665296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8576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925" name="Rectangle 131">
              <a:extLst>
                <a:ext uri="{FF2B5EF4-FFF2-40B4-BE49-F238E27FC236}">
                  <a16:creationId xmlns:a16="http://schemas.microsoft.com/office/drawing/2014/main" id="{1E5F9B34-6F3A-4404-A792-C55584821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975" y="3851276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7926" name="Picture 132">
              <a:extLst>
                <a:ext uri="{FF2B5EF4-FFF2-40B4-BE49-F238E27FC236}">
                  <a16:creationId xmlns:a16="http://schemas.microsoft.com/office/drawing/2014/main" id="{51EC15B4-9B88-4BE3-9577-D118AE4C9E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8925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27" name="Picture 133">
              <a:extLst>
                <a:ext uri="{FF2B5EF4-FFF2-40B4-BE49-F238E27FC236}">
                  <a16:creationId xmlns:a16="http://schemas.microsoft.com/office/drawing/2014/main" id="{0FDF909C-58C6-40E8-AF59-F56E752C4E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929063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928" name="Rectangle 134">
              <a:extLst>
                <a:ext uri="{FF2B5EF4-FFF2-40B4-BE49-F238E27FC236}">
                  <a16:creationId xmlns:a16="http://schemas.microsoft.com/office/drawing/2014/main" id="{C666FD0F-C4C4-4EC1-833D-41897EBCD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75" y="3851276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7929" name="Picture 135">
              <a:extLst>
                <a:ext uri="{FF2B5EF4-FFF2-40B4-BE49-F238E27FC236}">
                  <a16:creationId xmlns:a16="http://schemas.microsoft.com/office/drawing/2014/main" id="{EE985ED1-49EA-4B7B-B5BD-6F4CD936F7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351155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30" name="Picture 136">
              <a:extLst>
                <a:ext uri="{FF2B5EF4-FFF2-40B4-BE49-F238E27FC236}">
                  <a16:creationId xmlns:a16="http://schemas.microsoft.com/office/drawing/2014/main" id="{1541B4B7-6F01-4E7B-BF0C-BEA7A47653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3840163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931" name="Rectangle 137">
              <a:extLst>
                <a:ext uri="{FF2B5EF4-FFF2-40B4-BE49-F238E27FC236}">
                  <a16:creationId xmlns:a16="http://schemas.microsoft.com/office/drawing/2014/main" id="{D60D430E-EDA2-45DE-A4AE-62982C58C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4100513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7932" name="TextBox 138">
              <a:extLst>
                <a:ext uri="{FF2B5EF4-FFF2-40B4-BE49-F238E27FC236}">
                  <a16:creationId xmlns:a16="http://schemas.microsoft.com/office/drawing/2014/main" id="{76C127E2-1A02-446C-A34B-1D572FAB1B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6077" y="2085225"/>
              <a:ext cx="12975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(x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, 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</a:t>
              </a:r>
            </a:p>
          </p:txBody>
        </p:sp>
        <p:pic>
          <p:nvPicPr>
            <p:cNvPr id="77933" name="Picture 139">
              <a:extLst>
                <a:ext uri="{FF2B5EF4-FFF2-40B4-BE49-F238E27FC236}">
                  <a16:creationId xmlns:a16="http://schemas.microsoft.com/office/drawing/2014/main" id="{32AD4E6C-46C8-4D86-96FE-6A7F58D3BD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1605" y="29083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34" name="Picture 140">
              <a:extLst>
                <a:ext uri="{FF2B5EF4-FFF2-40B4-BE49-F238E27FC236}">
                  <a16:creationId xmlns:a16="http://schemas.microsoft.com/office/drawing/2014/main" id="{E9C86175-2D1F-410E-A034-9C3875D858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1605" y="32131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35" name="Picture 141">
              <a:extLst>
                <a:ext uri="{FF2B5EF4-FFF2-40B4-BE49-F238E27FC236}">
                  <a16:creationId xmlns:a16="http://schemas.microsoft.com/office/drawing/2014/main" id="{CC252316-8B30-4AC2-8431-50C907222B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1605" y="385445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36" name="Picture 142">
              <a:extLst>
                <a:ext uri="{FF2B5EF4-FFF2-40B4-BE49-F238E27FC236}">
                  <a16:creationId xmlns:a16="http://schemas.microsoft.com/office/drawing/2014/main" id="{AFA6D452-BB2C-4150-8EF2-5EB752A837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3549650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7827" name="TextBox 138">
            <a:extLst>
              <a:ext uri="{FF2B5EF4-FFF2-40B4-BE49-F238E27FC236}">
                <a16:creationId xmlns:a16="http://schemas.microsoft.com/office/drawing/2014/main" id="{70B0DD53-389C-465A-8477-97A701829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875" y="1643063"/>
            <a:ext cx="12985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 (x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</a:t>
            </a:r>
          </a:p>
        </p:txBody>
      </p:sp>
      <p:pic>
        <p:nvPicPr>
          <p:cNvPr id="77828" name="Picture 140">
            <a:extLst>
              <a:ext uri="{FF2B5EF4-FFF2-40B4-BE49-F238E27FC236}">
                <a16:creationId xmlns:a16="http://schemas.microsoft.com/office/drawing/2014/main" id="{7DED3BF4-4AFB-4A8E-90FE-1BF5367EA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0988" y="3092450"/>
            <a:ext cx="920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9" name="Picture 142">
            <a:extLst>
              <a:ext uri="{FF2B5EF4-FFF2-40B4-BE49-F238E27FC236}">
                <a16:creationId xmlns:a16="http://schemas.microsoft.com/office/drawing/2014/main" id="{544DA227-270A-4840-AF66-7E792A27F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00" y="3389313"/>
            <a:ext cx="114300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30" name="Picture 142">
            <a:extLst>
              <a:ext uri="{FF2B5EF4-FFF2-40B4-BE49-F238E27FC236}">
                <a16:creationId xmlns:a16="http://schemas.microsoft.com/office/drawing/2014/main" id="{9492129D-4DF2-457D-AAF2-E2885A3D7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00" y="2779713"/>
            <a:ext cx="114300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31" name="Picture 142">
            <a:extLst>
              <a:ext uri="{FF2B5EF4-FFF2-40B4-BE49-F238E27FC236}">
                <a16:creationId xmlns:a16="http://schemas.microsoft.com/office/drawing/2014/main" id="{568F6F2E-892A-483C-ACAB-7648650FC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00" y="2438400"/>
            <a:ext cx="11430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2" name="Rectangle 88">
            <a:extLst>
              <a:ext uri="{FF2B5EF4-FFF2-40B4-BE49-F238E27FC236}">
                <a16:creationId xmlns:a16="http://schemas.microsoft.com/office/drawing/2014/main" id="{E1BBB8E7-E664-4D61-878D-AB04C307E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1676400"/>
            <a:ext cx="214312" cy="142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7833" name="Rectangle 90">
            <a:extLst>
              <a:ext uri="{FF2B5EF4-FFF2-40B4-BE49-F238E27FC236}">
                <a16:creationId xmlns:a16="http://schemas.microsoft.com/office/drawing/2014/main" id="{3A0F4E12-0C30-49DB-8968-4F02711B0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1219200"/>
            <a:ext cx="12700" cy="24558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7834" name="Rectangle 147">
            <a:extLst>
              <a:ext uri="{FF2B5EF4-FFF2-40B4-BE49-F238E27FC236}">
                <a16:creationId xmlns:a16="http://schemas.microsoft.com/office/drawing/2014/main" id="{1FA30D10-EBC4-4667-9580-D317D80D5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9525" y="2998788"/>
            <a:ext cx="336550" cy="33655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77835" name="Picture 144" descr="Screen shot 2013-09-06 at 3.10.44 PM.png">
            <a:extLst>
              <a:ext uri="{FF2B5EF4-FFF2-40B4-BE49-F238E27FC236}">
                <a16:creationId xmlns:a16="http://schemas.microsoft.com/office/drawing/2014/main" id="{A478BC77-AE11-4F70-8D2C-87348934EB1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838" y="4400550"/>
            <a:ext cx="2819400" cy="117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36" name="Picture 145" descr="Screen shot 2013-09-06 at 3.10.49 PM.png">
            <a:extLst>
              <a:ext uri="{FF2B5EF4-FFF2-40B4-BE49-F238E27FC236}">
                <a16:creationId xmlns:a16="http://schemas.microsoft.com/office/drawing/2014/main" id="{C6F95F47-F42A-4440-86E8-D82FE93FA5A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343400"/>
            <a:ext cx="2895600" cy="130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A65DDA8-5A98-4A85-A6E4-DCAC756AE326}"/>
                  </a:ext>
                </a:extLst>
              </p14:cNvPr>
              <p14:cNvContentPartPr/>
              <p14:nvPr/>
            </p14:nvContentPartPr>
            <p14:xfrm>
              <a:off x="6082200" y="662040"/>
              <a:ext cx="2116440" cy="2668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A65DDA8-5A98-4A85-A6E4-DCAC756AE32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072840" y="652680"/>
                <a:ext cx="2135160" cy="2687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itle 1">
            <a:extLst>
              <a:ext uri="{FF2B5EF4-FFF2-40B4-BE49-F238E27FC236}">
                <a16:creationId xmlns:a16="http://schemas.microsoft.com/office/drawing/2014/main" id="{BE6FF71E-C9AB-4B99-A714-2BA0EDF13F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Product-of-Sums Form</a:t>
            </a:r>
          </a:p>
        </p:txBody>
      </p:sp>
      <p:grpSp>
        <p:nvGrpSpPr>
          <p:cNvPr id="78850" name="Group 143">
            <a:extLst>
              <a:ext uri="{FF2B5EF4-FFF2-40B4-BE49-F238E27FC236}">
                <a16:creationId xmlns:a16="http://schemas.microsoft.com/office/drawing/2014/main" id="{6A3BCBE8-EB63-4281-9BDF-33BE0B7E215B}"/>
              </a:ext>
            </a:extLst>
          </p:cNvPr>
          <p:cNvGrpSpPr>
            <a:grpSpLocks/>
          </p:cNvGrpSpPr>
          <p:nvPr/>
        </p:nvGrpSpPr>
        <p:grpSpPr bwMode="auto">
          <a:xfrm>
            <a:off x="823913" y="1219200"/>
            <a:ext cx="7634287" cy="2441575"/>
            <a:chOff x="823912" y="1673226"/>
            <a:chExt cx="7634288" cy="2441574"/>
          </a:xfrm>
        </p:grpSpPr>
        <p:sp>
          <p:nvSpPr>
            <p:cNvPr id="78862" name="Rectangle 4">
              <a:extLst>
                <a:ext uri="{FF2B5EF4-FFF2-40B4-BE49-F238E27FC236}">
                  <a16:creationId xmlns:a16="http://schemas.microsoft.com/office/drawing/2014/main" id="{D98EE90C-3697-4592-AAC1-9185B7082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1673226"/>
              <a:ext cx="7634288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8863" name="Picture 5">
              <a:extLst>
                <a:ext uri="{FF2B5EF4-FFF2-40B4-BE49-F238E27FC236}">
                  <a16:creationId xmlns:a16="http://schemas.microsoft.com/office/drawing/2014/main" id="{716FDE0C-85F7-4641-8800-71A4C68EE8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600" y="1900238"/>
              <a:ext cx="188912" cy="19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864" name="Picture 6">
              <a:extLst>
                <a:ext uri="{FF2B5EF4-FFF2-40B4-BE49-F238E27FC236}">
                  <a16:creationId xmlns:a16="http://schemas.microsoft.com/office/drawing/2014/main" id="{2506C43D-F87E-4DF5-A968-68D616A0C5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4625" y="1962151"/>
              <a:ext cx="1206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865" name="Picture 7">
              <a:extLst>
                <a:ext uri="{FF2B5EF4-FFF2-40B4-BE49-F238E27FC236}">
                  <a16:creationId xmlns:a16="http://schemas.microsoft.com/office/drawing/2014/main" id="{4C3E5F5F-B4B4-4DEE-B9D5-10E1C96F96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7975" y="1970088"/>
              <a:ext cx="179387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866" name="Rectangle 8">
              <a:extLst>
                <a:ext uri="{FF2B5EF4-FFF2-40B4-BE49-F238E27FC236}">
                  <a16:creationId xmlns:a16="http://schemas.microsoft.com/office/drawing/2014/main" id="{39E194A8-E9C6-469D-B116-B469B48EC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1685926"/>
              <a:ext cx="12700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67" name="Rectangle 9">
              <a:extLst>
                <a:ext uri="{FF2B5EF4-FFF2-40B4-BE49-F238E27FC236}">
                  <a16:creationId xmlns:a16="http://schemas.microsoft.com/office/drawing/2014/main" id="{1845A177-D0D7-42C3-943B-567A688E2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1685926"/>
              <a:ext cx="14287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68" name="Rectangle 10">
              <a:extLst>
                <a:ext uri="{FF2B5EF4-FFF2-40B4-BE49-F238E27FC236}">
                  <a16:creationId xmlns:a16="http://schemas.microsoft.com/office/drawing/2014/main" id="{AB716511-986E-4C5E-B668-C7B86CF37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1685926"/>
              <a:ext cx="12700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69" name="Rectangle 11">
              <a:extLst>
                <a:ext uri="{FF2B5EF4-FFF2-40B4-BE49-F238E27FC236}">
                  <a16:creationId xmlns:a16="http://schemas.microsoft.com/office/drawing/2014/main" id="{197B193E-61F1-425A-BFEB-ACE7BDD1A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1685926"/>
              <a:ext cx="15875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8870" name="Picture 12">
              <a:extLst>
                <a:ext uri="{FF2B5EF4-FFF2-40B4-BE49-F238E27FC236}">
                  <a16:creationId xmlns:a16="http://schemas.microsoft.com/office/drawing/2014/main" id="{E853C33C-D8AC-46D6-AA8D-B1D0275A9A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062" y="2298701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871" name="Picture 13">
              <a:extLst>
                <a:ext uri="{FF2B5EF4-FFF2-40B4-BE49-F238E27FC236}">
                  <a16:creationId xmlns:a16="http://schemas.microsoft.com/office/drawing/2014/main" id="{7D52E94F-FF84-4834-BE70-8044853058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525" y="2297113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872" name="Picture 14">
              <a:extLst>
                <a:ext uri="{FF2B5EF4-FFF2-40B4-BE49-F238E27FC236}">
                  <a16:creationId xmlns:a16="http://schemas.microsoft.com/office/drawing/2014/main" id="{72B5711A-46EE-407E-B2EE-40F4EE693B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6512" y="2298701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873" name="Picture 15">
              <a:extLst>
                <a:ext uri="{FF2B5EF4-FFF2-40B4-BE49-F238E27FC236}">
                  <a16:creationId xmlns:a16="http://schemas.microsoft.com/office/drawing/2014/main" id="{96C031C0-73E5-48F9-B7F6-7AE8C71A56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7175" y="2227263"/>
              <a:ext cx="130175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874" name="Picture 16">
              <a:extLst>
                <a:ext uri="{FF2B5EF4-FFF2-40B4-BE49-F238E27FC236}">
                  <a16:creationId xmlns:a16="http://schemas.microsoft.com/office/drawing/2014/main" id="{567FF4D5-B47B-4A32-90B3-54BB67651E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87512" y="2293938"/>
              <a:ext cx="1063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875" name="Picture 17">
              <a:extLst>
                <a:ext uri="{FF2B5EF4-FFF2-40B4-BE49-F238E27FC236}">
                  <a16:creationId xmlns:a16="http://schemas.microsoft.com/office/drawing/2014/main" id="{159C5AB6-E2DF-4E1B-B6FA-F03CB6CDC7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8162" y="2298701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876" name="Rectangle 18">
              <a:extLst>
                <a:ext uri="{FF2B5EF4-FFF2-40B4-BE49-F238E27FC236}">
                  <a16:creationId xmlns:a16="http://schemas.microsoft.com/office/drawing/2014/main" id="{B3A3F596-CE51-4643-AC83-86E2D28AD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193926"/>
              <a:ext cx="12700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8877" name="Picture 19">
              <a:extLst>
                <a:ext uri="{FF2B5EF4-FFF2-40B4-BE49-F238E27FC236}">
                  <a16:creationId xmlns:a16="http://schemas.microsoft.com/office/drawing/2014/main" id="{80A39C4A-78C9-46D3-8C84-25A4D2BCA2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6024" y="2297113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878" name="Picture 20">
              <a:extLst>
                <a:ext uri="{FF2B5EF4-FFF2-40B4-BE49-F238E27FC236}">
                  <a16:creationId xmlns:a16="http://schemas.microsoft.com/office/drawing/2014/main" id="{86E53FF4-DC61-4EE0-846E-64793798FC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1124" y="2332038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879" name="Picture 21">
              <a:extLst>
                <a:ext uri="{FF2B5EF4-FFF2-40B4-BE49-F238E27FC236}">
                  <a16:creationId xmlns:a16="http://schemas.microsoft.com/office/drawing/2014/main" id="{D2476D04-BB52-4201-A64C-49CE7C6D86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0387" y="2297113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880" name="Picture 22">
              <a:extLst>
                <a:ext uri="{FF2B5EF4-FFF2-40B4-BE49-F238E27FC236}">
                  <a16:creationId xmlns:a16="http://schemas.microsoft.com/office/drawing/2014/main" id="{EBA43002-7DA7-48BE-964E-10FA928678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9137" y="2332038"/>
              <a:ext cx="793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881" name="Rectangle 23">
              <a:extLst>
                <a:ext uri="{FF2B5EF4-FFF2-40B4-BE49-F238E27FC236}">
                  <a16:creationId xmlns:a16="http://schemas.microsoft.com/office/drawing/2014/main" id="{79F6B4B0-3CC8-48F4-BE86-6B62C01D87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193926"/>
              <a:ext cx="14287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82" name="Rectangle 24">
              <a:extLst>
                <a:ext uri="{FF2B5EF4-FFF2-40B4-BE49-F238E27FC236}">
                  <a16:creationId xmlns:a16="http://schemas.microsoft.com/office/drawing/2014/main" id="{5EC22DE0-1881-4213-A1BA-3F3175687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193926"/>
              <a:ext cx="12700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83" name="Rectangle 32">
              <a:extLst>
                <a:ext uri="{FF2B5EF4-FFF2-40B4-BE49-F238E27FC236}">
                  <a16:creationId xmlns:a16="http://schemas.microsoft.com/office/drawing/2014/main" id="{CF0E291B-849D-4F79-90FA-74AA1DC24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193926"/>
              <a:ext cx="15875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8884" name="Picture 33">
              <a:extLst>
                <a:ext uri="{FF2B5EF4-FFF2-40B4-BE49-F238E27FC236}">
                  <a16:creationId xmlns:a16="http://schemas.microsoft.com/office/drawing/2014/main" id="{B6043159-66C2-4C0C-8BC8-6BF3F4AED6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9600" y="2232026"/>
              <a:ext cx="227013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885" name="Picture 34">
              <a:extLst>
                <a:ext uri="{FF2B5EF4-FFF2-40B4-BE49-F238E27FC236}">
                  <a16:creationId xmlns:a16="http://schemas.microsoft.com/office/drawing/2014/main" id="{6C90FD0E-53C4-4306-A198-C25C239D35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2013" y="2293938"/>
              <a:ext cx="123825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886" name="Picture 35">
              <a:extLst>
                <a:ext uri="{FF2B5EF4-FFF2-40B4-BE49-F238E27FC236}">
                  <a16:creationId xmlns:a16="http://schemas.microsoft.com/office/drawing/2014/main" id="{9D3A0AFF-040F-49AB-AB56-BC02BD888F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2188" y="2300288"/>
              <a:ext cx="136525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887" name="Picture 36">
              <a:extLst>
                <a:ext uri="{FF2B5EF4-FFF2-40B4-BE49-F238E27FC236}">
                  <a16:creationId xmlns:a16="http://schemas.microsoft.com/office/drawing/2014/main" id="{7B0411F1-7591-4285-A020-5AD29B1FD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1413" y="2251076"/>
              <a:ext cx="84137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888" name="Picture 37">
              <a:extLst>
                <a:ext uri="{FF2B5EF4-FFF2-40B4-BE49-F238E27FC236}">
                  <a16:creationId xmlns:a16="http://schemas.microsoft.com/office/drawing/2014/main" id="{DCDB2A94-819C-44F6-8A1E-F884435A3A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9363" y="2293938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889" name="Picture 38">
              <a:extLst>
                <a:ext uri="{FF2B5EF4-FFF2-40B4-BE49-F238E27FC236}">
                  <a16:creationId xmlns:a16="http://schemas.microsoft.com/office/drawing/2014/main" id="{A5D93A4B-B35C-43A7-9F82-F61ECBB3EF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1600" y="2298701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890" name="Picture 39">
              <a:extLst>
                <a:ext uri="{FF2B5EF4-FFF2-40B4-BE49-F238E27FC236}">
                  <a16:creationId xmlns:a16="http://schemas.microsoft.com/office/drawing/2014/main" id="{07B40B10-A127-4A29-809D-8FD3CCC862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91138" y="2298701"/>
              <a:ext cx="212725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891" name="Rectangle 40">
              <a:extLst>
                <a:ext uri="{FF2B5EF4-FFF2-40B4-BE49-F238E27FC236}">
                  <a16:creationId xmlns:a16="http://schemas.microsoft.com/office/drawing/2014/main" id="{DE81F62A-9A20-4A1E-A2F0-62A0F8DD3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2609851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8892" name="Picture 41">
              <a:extLst>
                <a:ext uri="{FF2B5EF4-FFF2-40B4-BE49-F238E27FC236}">
                  <a16:creationId xmlns:a16="http://schemas.microsoft.com/office/drawing/2014/main" id="{CE6E8CB3-D4E9-47C9-B937-6441C517F1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893" name="Rectangle 42">
              <a:extLst>
                <a:ext uri="{FF2B5EF4-FFF2-40B4-BE49-F238E27FC236}">
                  <a16:creationId xmlns:a16="http://schemas.microsoft.com/office/drawing/2014/main" id="{A7E71342-ACF2-49D8-9D22-B89282C7A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2624138"/>
              <a:ext cx="12700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8894" name="Picture 43">
              <a:extLst>
                <a:ext uri="{FF2B5EF4-FFF2-40B4-BE49-F238E27FC236}">
                  <a16:creationId xmlns:a16="http://schemas.microsoft.com/office/drawing/2014/main" id="{F29A5D20-4A82-43DA-BFED-6C6AA7BFAC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895" name="Picture 44">
              <a:extLst>
                <a:ext uri="{FF2B5EF4-FFF2-40B4-BE49-F238E27FC236}">
                  <a16:creationId xmlns:a16="http://schemas.microsoft.com/office/drawing/2014/main" id="{FC92EFD1-C9A0-49D2-8F77-5967849D4C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71824" y="2840038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896" name="Rectangle 45">
              <a:extLst>
                <a:ext uri="{FF2B5EF4-FFF2-40B4-BE49-F238E27FC236}">
                  <a16:creationId xmlns:a16="http://schemas.microsoft.com/office/drawing/2014/main" id="{49DE31F6-A5F6-4CAA-B71B-C5690C4FB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624138"/>
              <a:ext cx="14287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97" name="Rectangle 46">
              <a:extLst>
                <a:ext uri="{FF2B5EF4-FFF2-40B4-BE49-F238E27FC236}">
                  <a16:creationId xmlns:a16="http://schemas.microsoft.com/office/drawing/2014/main" id="{A6EB95A5-75A3-41E9-937E-8BD51BFBA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2624138"/>
              <a:ext cx="12700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898" name="Rectangle 56">
              <a:extLst>
                <a:ext uri="{FF2B5EF4-FFF2-40B4-BE49-F238E27FC236}">
                  <a16:creationId xmlns:a16="http://schemas.microsoft.com/office/drawing/2014/main" id="{2A43A3B1-9B7B-4262-A167-E35FA7390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2624138"/>
              <a:ext cx="15875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8899" name="Picture 57">
              <a:extLst>
                <a:ext uri="{FF2B5EF4-FFF2-40B4-BE49-F238E27FC236}">
                  <a16:creationId xmlns:a16="http://schemas.microsoft.com/office/drawing/2014/main" id="{660CA81D-635A-4281-B8FD-AD2BEE44A7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2836863"/>
              <a:ext cx="266700" cy="188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00" name="Picture 58">
              <a:extLst>
                <a:ext uri="{FF2B5EF4-FFF2-40B4-BE49-F238E27FC236}">
                  <a16:creationId xmlns:a16="http://schemas.microsoft.com/office/drawing/2014/main" id="{11FB8602-1F6B-4B56-AE69-BEA717404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5150" y="2940051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01" name="Picture 59">
              <a:extLst>
                <a:ext uri="{FF2B5EF4-FFF2-40B4-BE49-F238E27FC236}">
                  <a16:creationId xmlns:a16="http://schemas.microsoft.com/office/drawing/2014/main" id="{B6EFFBFA-FE20-461C-A8A3-92DF9A2D49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2921001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02" name="Picture 60">
              <a:extLst>
                <a:ext uri="{FF2B5EF4-FFF2-40B4-BE49-F238E27FC236}">
                  <a16:creationId xmlns:a16="http://schemas.microsoft.com/office/drawing/2014/main" id="{5CF42456-7901-4A19-B670-A0A19E64D3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29019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03" name="Picture 61">
              <a:extLst>
                <a:ext uri="{FF2B5EF4-FFF2-40B4-BE49-F238E27FC236}">
                  <a16:creationId xmlns:a16="http://schemas.microsoft.com/office/drawing/2014/main" id="{43339869-96E7-4389-9A2A-E329CB9682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29400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04" name="Picture 62">
              <a:extLst>
                <a:ext uri="{FF2B5EF4-FFF2-40B4-BE49-F238E27FC236}">
                  <a16:creationId xmlns:a16="http://schemas.microsoft.com/office/drawing/2014/main" id="{B81435C9-D6C0-4B3F-AEBD-EB1B5B035F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28670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05" name="Picture 63">
              <a:extLst>
                <a:ext uri="{FF2B5EF4-FFF2-40B4-BE49-F238E27FC236}">
                  <a16:creationId xmlns:a16="http://schemas.microsoft.com/office/drawing/2014/main" id="{A8CCF7EA-B560-40BE-AE0F-8E64E8D97A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29019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06" name="Picture 64">
              <a:extLst>
                <a:ext uri="{FF2B5EF4-FFF2-40B4-BE49-F238E27FC236}">
                  <a16:creationId xmlns:a16="http://schemas.microsoft.com/office/drawing/2014/main" id="{9CEB5454-A070-4F79-9B97-25955864B4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2940051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07" name="Picture 65">
              <a:extLst>
                <a:ext uri="{FF2B5EF4-FFF2-40B4-BE49-F238E27FC236}">
                  <a16:creationId xmlns:a16="http://schemas.microsoft.com/office/drawing/2014/main" id="{6B0D3A3C-82C4-4EB1-8647-53E2E34A90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8112" y="3171826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908" name="Rectangle 66">
              <a:extLst>
                <a:ext uri="{FF2B5EF4-FFF2-40B4-BE49-F238E27FC236}">
                  <a16:creationId xmlns:a16="http://schemas.microsoft.com/office/drawing/2014/main" id="{96A0F809-C5F8-40A7-8865-5261A5D7C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121026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8909" name="Picture 67">
              <a:extLst>
                <a:ext uri="{FF2B5EF4-FFF2-40B4-BE49-F238E27FC236}">
                  <a16:creationId xmlns:a16="http://schemas.microsoft.com/office/drawing/2014/main" id="{755DF692-181B-4D87-9324-31A917E0D4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2224" y="3171826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10" name="Picture 68">
              <a:extLst>
                <a:ext uri="{FF2B5EF4-FFF2-40B4-BE49-F238E27FC236}">
                  <a16:creationId xmlns:a16="http://schemas.microsoft.com/office/drawing/2014/main" id="{8B047340-7CA9-4D33-90B7-4101C62448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9124" y="34909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911" name="Rectangle 69">
              <a:extLst>
                <a:ext uri="{FF2B5EF4-FFF2-40B4-BE49-F238E27FC236}">
                  <a16:creationId xmlns:a16="http://schemas.microsoft.com/office/drawing/2014/main" id="{FA88B02A-FA0C-4A13-AA9E-6634211CA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121026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12" name="Rectangle 70">
              <a:extLst>
                <a:ext uri="{FF2B5EF4-FFF2-40B4-BE49-F238E27FC236}">
                  <a16:creationId xmlns:a16="http://schemas.microsoft.com/office/drawing/2014/main" id="{4D093212-828F-46C8-BD58-EA6393C2B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121026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13" name="Rectangle 79">
              <a:extLst>
                <a:ext uri="{FF2B5EF4-FFF2-40B4-BE49-F238E27FC236}">
                  <a16:creationId xmlns:a16="http://schemas.microsoft.com/office/drawing/2014/main" id="{DA8E41D1-ED00-4EFE-BC5E-01AB1E25C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121026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8914" name="Picture 80">
              <a:extLst>
                <a:ext uri="{FF2B5EF4-FFF2-40B4-BE49-F238E27FC236}">
                  <a16:creationId xmlns:a16="http://schemas.microsoft.com/office/drawing/2014/main" id="{A0F3E08A-9567-443F-82EB-9A34971C1F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168651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15" name="Picture 81">
              <a:extLst>
                <a:ext uri="{FF2B5EF4-FFF2-40B4-BE49-F238E27FC236}">
                  <a16:creationId xmlns:a16="http://schemas.microsoft.com/office/drawing/2014/main" id="{1D617D27-180C-4FD9-9C66-D1CA8A306E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4675" y="32702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16" name="Picture 82">
              <a:extLst>
                <a:ext uri="{FF2B5EF4-FFF2-40B4-BE49-F238E27FC236}">
                  <a16:creationId xmlns:a16="http://schemas.microsoft.com/office/drawing/2014/main" id="{7E7F893D-4620-4841-AEB5-7AB6CC0EC9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251201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17" name="Picture 83">
              <a:extLst>
                <a:ext uri="{FF2B5EF4-FFF2-40B4-BE49-F238E27FC236}">
                  <a16:creationId xmlns:a16="http://schemas.microsoft.com/office/drawing/2014/main" id="{27FF6158-7401-46C7-82D9-A2C4E8E21F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233738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18" name="Picture 84">
              <a:extLst>
                <a:ext uri="{FF2B5EF4-FFF2-40B4-BE49-F238E27FC236}">
                  <a16:creationId xmlns:a16="http://schemas.microsoft.com/office/drawing/2014/main" id="{BAD4357A-DB0C-4B69-97E6-C64E7036D0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270251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19" name="Picture 85">
              <a:extLst>
                <a:ext uri="{FF2B5EF4-FFF2-40B4-BE49-F238E27FC236}">
                  <a16:creationId xmlns:a16="http://schemas.microsoft.com/office/drawing/2014/main" id="{1A63DD5C-0F4B-4F16-A0A3-10C324048C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1972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20" name="Picture 86">
              <a:extLst>
                <a:ext uri="{FF2B5EF4-FFF2-40B4-BE49-F238E27FC236}">
                  <a16:creationId xmlns:a16="http://schemas.microsoft.com/office/drawing/2014/main" id="{F71D30F6-6C09-4805-8CE1-9EBEAC64C9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233738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21" name="Picture 87">
              <a:extLst>
                <a:ext uri="{FF2B5EF4-FFF2-40B4-BE49-F238E27FC236}">
                  <a16:creationId xmlns:a16="http://schemas.microsoft.com/office/drawing/2014/main" id="{4990912D-0182-4376-A95F-8CE1C522A3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270251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922" name="Rectangle 88">
              <a:extLst>
                <a:ext uri="{FF2B5EF4-FFF2-40B4-BE49-F238E27FC236}">
                  <a16:creationId xmlns:a16="http://schemas.microsoft.com/office/drawing/2014/main" id="{49BDBAC0-609B-4FFB-B96D-11FEE94FD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912" y="3189288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8923" name="Picture 89">
              <a:extLst>
                <a:ext uri="{FF2B5EF4-FFF2-40B4-BE49-F238E27FC236}">
                  <a16:creationId xmlns:a16="http://schemas.microsoft.com/office/drawing/2014/main" id="{18A3265D-A20D-41E4-B4F2-2B58CC97B5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0175" y="3498851"/>
              <a:ext cx="107950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924" name="Rectangle 90">
              <a:extLst>
                <a:ext uri="{FF2B5EF4-FFF2-40B4-BE49-F238E27FC236}">
                  <a16:creationId xmlns:a16="http://schemas.microsoft.com/office/drawing/2014/main" id="{E56848BA-54B7-4839-A143-D98597831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451226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8925" name="Picture 91">
              <a:extLst>
                <a:ext uri="{FF2B5EF4-FFF2-40B4-BE49-F238E27FC236}">
                  <a16:creationId xmlns:a16="http://schemas.microsoft.com/office/drawing/2014/main" id="{7867DF7B-D739-40B9-84B6-1D7A9314B3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3154363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926" name="Rectangle 92">
              <a:extLst>
                <a:ext uri="{FF2B5EF4-FFF2-40B4-BE49-F238E27FC236}">
                  <a16:creationId xmlns:a16="http://schemas.microsoft.com/office/drawing/2014/main" id="{9C90087B-2DDD-41E3-8B8C-AADD14577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451226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27" name="Rectangle 93">
              <a:extLst>
                <a:ext uri="{FF2B5EF4-FFF2-40B4-BE49-F238E27FC236}">
                  <a16:creationId xmlns:a16="http://schemas.microsoft.com/office/drawing/2014/main" id="{F976ECE2-DF4D-4B7E-92FF-96D5893B9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451226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28" name="Rectangle 102">
              <a:extLst>
                <a:ext uri="{FF2B5EF4-FFF2-40B4-BE49-F238E27FC236}">
                  <a16:creationId xmlns:a16="http://schemas.microsoft.com/office/drawing/2014/main" id="{A23D2579-8817-48D0-8282-62D60BFF1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451226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8929" name="Picture 103">
              <a:extLst>
                <a:ext uri="{FF2B5EF4-FFF2-40B4-BE49-F238E27FC236}">
                  <a16:creationId xmlns:a16="http://schemas.microsoft.com/office/drawing/2014/main" id="{2098BA9B-78DC-4906-99B3-5B30E294FA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495676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30" name="Picture 104">
              <a:extLst>
                <a:ext uri="{FF2B5EF4-FFF2-40B4-BE49-F238E27FC236}">
                  <a16:creationId xmlns:a16="http://schemas.microsoft.com/office/drawing/2014/main" id="{229B51EE-6CEB-4032-A855-7408583046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9912" y="3597276"/>
              <a:ext cx="809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31" name="Picture 105">
              <a:extLst>
                <a:ext uri="{FF2B5EF4-FFF2-40B4-BE49-F238E27FC236}">
                  <a16:creationId xmlns:a16="http://schemas.microsoft.com/office/drawing/2014/main" id="{41C50EFD-CDB4-4296-8D15-A8371D49B8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578226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32" name="Picture 106">
              <a:extLst>
                <a:ext uri="{FF2B5EF4-FFF2-40B4-BE49-F238E27FC236}">
                  <a16:creationId xmlns:a16="http://schemas.microsoft.com/office/drawing/2014/main" id="{4D1AC09C-86A7-4D10-9429-8A979EAEE3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5623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33" name="Picture 107">
              <a:extLst>
                <a:ext uri="{FF2B5EF4-FFF2-40B4-BE49-F238E27FC236}">
                  <a16:creationId xmlns:a16="http://schemas.microsoft.com/office/drawing/2014/main" id="{75B509B6-0973-43C7-968C-3C13E55995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597276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34" name="Picture 108">
              <a:extLst>
                <a:ext uri="{FF2B5EF4-FFF2-40B4-BE49-F238E27FC236}">
                  <a16:creationId xmlns:a16="http://schemas.microsoft.com/office/drawing/2014/main" id="{A37A4647-2658-45EF-9359-E7C5BE061A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52583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935" name="Rectangle 109">
              <a:extLst>
                <a:ext uri="{FF2B5EF4-FFF2-40B4-BE49-F238E27FC236}">
                  <a16:creationId xmlns:a16="http://schemas.microsoft.com/office/drawing/2014/main" id="{27AA8BB3-ED90-4FF5-9481-D4348437D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75" y="3521076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8936" name="Picture 110">
              <a:extLst>
                <a:ext uri="{FF2B5EF4-FFF2-40B4-BE49-F238E27FC236}">
                  <a16:creationId xmlns:a16="http://schemas.microsoft.com/office/drawing/2014/main" id="{9E0D4EBA-3FDA-413D-A92B-8560EC303F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5623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37" name="Picture 111">
              <a:extLst>
                <a:ext uri="{FF2B5EF4-FFF2-40B4-BE49-F238E27FC236}">
                  <a16:creationId xmlns:a16="http://schemas.microsoft.com/office/drawing/2014/main" id="{722E6D7A-3B1D-450C-ACF8-8A3B635F43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597276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38" name="Picture 112">
              <a:extLst>
                <a:ext uri="{FF2B5EF4-FFF2-40B4-BE49-F238E27FC236}">
                  <a16:creationId xmlns:a16="http://schemas.microsoft.com/office/drawing/2014/main" id="{8F8CECBF-E012-417C-883B-A049ABEC8F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3825" y="3829051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939" name="Rectangle 113">
              <a:extLst>
                <a:ext uri="{FF2B5EF4-FFF2-40B4-BE49-F238E27FC236}">
                  <a16:creationId xmlns:a16="http://schemas.microsoft.com/office/drawing/2014/main" id="{C12F516E-D586-406B-BC05-1F862BF3F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6925" y="3783013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8940" name="Picture 114">
              <a:extLst>
                <a:ext uri="{FF2B5EF4-FFF2-40B4-BE49-F238E27FC236}">
                  <a16:creationId xmlns:a16="http://schemas.microsoft.com/office/drawing/2014/main" id="{204955C1-3709-4928-B7F5-600B229E79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6112" y="3829051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941" name="Rectangle 115">
              <a:extLst>
                <a:ext uri="{FF2B5EF4-FFF2-40B4-BE49-F238E27FC236}">
                  <a16:creationId xmlns:a16="http://schemas.microsoft.com/office/drawing/2014/main" id="{711F19E0-A2B3-444C-937C-B00279A33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3783013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42" name="Rectangle 116">
              <a:extLst>
                <a:ext uri="{FF2B5EF4-FFF2-40B4-BE49-F238E27FC236}">
                  <a16:creationId xmlns:a16="http://schemas.microsoft.com/office/drawing/2014/main" id="{81AA431F-6CE2-42C2-ACA2-64FA5E090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1925" y="3783013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43" name="Rectangle 124">
              <a:extLst>
                <a:ext uri="{FF2B5EF4-FFF2-40B4-BE49-F238E27FC236}">
                  <a16:creationId xmlns:a16="http://schemas.microsoft.com/office/drawing/2014/main" id="{B1DA7DF9-5DCD-437E-BD2D-F68543EAF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8350" y="3783013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8944" name="Picture 125">
              <a:extLst>
                <a:ext uri="{FF2B5EF4-FFF2-40B4-BE49-F238E27FC236}">
                  <a16:creationId xmlns:a16="http://schemas.microsoft.com/office/drawing/2014/main" id="{982E24F9-04A9-4BA2-BE94-CE282FCEC0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4800" y="3825876"/>
              <a:ext cx="266700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45" name="Picture 126">
              <a:extLst>
                <a:ext uri="{FF2B5EF4-FFF2-40B4-BE49-F238E27FC236}">
                  <a16:creationId xmlns:a16="http://schemas.microsoft.com/office/drawing/2014/main" id="{77FC843A-F528-4507-B1A5-2BC7354CCC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9912" y="3930651"/>
              <a:ext cx="80963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46" name="Picture 127">
              <a:extLst>
                <a:ext uri="{FF2B5EF4-FFF2-40B4-BE49-F238E27FC236}">
                  <a16:creationId xmlns:a16="http://schemas.microsoft.com/office/drawing/2014/main" id="{BB920674-FBF0-4EB9-ACF6-B20B701524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3112" y="3910013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47" name="Picture 128">
              <a:extLst>
                <a:ext uri="{FF2B5EF4-FFF2-40B4-BE49-F238E27FC236}">
                  <a16:creationId xmlns:a16="http://schemas.microsoft.com/office/drawing/2014/main" id="{D2C9DF73-A818-4720-9EFB-B8BE0C3FE4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7275" y="3892551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48" name="Picture 129">
              <a:extLst>
                <a:ext uri="{FF2B5EF4-FFF2-40B4-BE49-F238E27FC236}">
                  <a16:creationId xmlns:a16="http://schemas.microsoft.com/office/drawing/2014/main" id="{C2A35248-1C00-4D02-9B17-D914458095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2375" y="3929063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49" name="Picture 130">
              <a:extLst>
                <a:ext uri="{FF2B5EF4-FFF2-40B4-BE49-F238E27FC236}">
                  <a16:creationId xmlns:a16="http://schemas.microsoft.com/office/drawing/2014/main" id="{6ADE69F6-65BA-46B5-B085-9CFB15080A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8112" y="3857626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950" name="Rectangle 131">
              <a:extLst>
                <a:ext uri="{FF2B5EF4-FFF2-40B4-BE49-F238E27FC236}">
                  <a16:creationId xmlns:a16="http://schemas.microsoft.com/office/drawing/2014/main" id="{28F31E39-AB2A-4F9D-84BA-0D2ACFC3B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4975" y="3851276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8951" name="Picture 132">
              <a:extLst>
                <a:ext uri="{FF2B5EF4-FFF2-40B4-BE49-F238E27FC236}">
                  <a16:creationId xmlns:a16="http://schemas.microsoft.com/office/drawing/2014/main" id="{92590EFF-4535-49B0-B46D-9809BFF6E5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225" y="3892551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52" name="Picture 133">
              <a:extLst>
                <a:ext uri="{FF2B5EF4-FFF2-40B4-BE49-F238E27FC236}">
                  <a16:creationId xmlns:a16="http://schemas.microsoft.com/office/drawing/2014/main" id="{6B32D6B4-3F60-4D12-A18F-8CFD6EF1CA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1975" y="3929063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953" name="Rectangle 134">
              <a:extLst>
                <a:ext uri="{FF2B5EF4-FFF2-40B4-BE49-F238E27FC236}">
                  <a16:creationId xmlns:a16="http://schemas.microsoft.com/office/drawing/2014/main" id="{D338149F-25D9-440E-9371-6D9972E29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5375" y="3851276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8954" name="Picture 135">
              <a:extLst>
                <a:ext uri="{FF2B5EF4-FFF2-40B4-BE49-F238E27FC236}">
                  <a16:creationId xmlns:a16="http://schemas.microsoft.com/office/drawing/2014/main" id="{E14F678D-6D85-44AC-8B85-8FD5CF61F2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351155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55" name="Picture 136">
              <a:extLst>
                <a:ext uri="{FF2B5EF4-FFF2-40B4-BE49-F238E27FC236}">
                  <a16:creationId xmlns:a16="http://schemas.microsoft.com/office/drawing/2014/main" id="{1ACA9263-8C04-4F9B-AC65-34E4E5ED14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4924" y="3840163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956" name="Rectangle 137">
              <a:extLst>
                <a:ext uri="{FF2B5EF4-FFF2-40B4-BE49-F238E27FC236}">
                  <a16:creationId xmlns:a16="http://schemas.microsoft.com/office/drawing/2014/main" id="{511C72B7-ED10-4D6D-ADF4-C5574C94D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912" y="4100513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8957" name="TextBox 138">
              <a:extLst>
                <a:ext uri="{FF2B5EF4-FFF2-40B4-BE49-F238E27FC236}">
                  <a16:creationId xmlns:a16="http://schemas.microsoft.com/office/drawing/2014/main" id="{81A8813E-C533-4CDE-92B3-773A9EB2F4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6077" y="2085225"/>
              <a:ext cx="129756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f (x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1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, x</a:t>
              </a:r>
              <a:r>
                <a:rPr kumimoji="0" lang="en-US" altLang="en-US" sz="2400" b="0" i="1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2</a:t>
              </a:r>
              <a:r>
                <a:rPr kumimoji="0" lang="en-US" altLang="en-US" sz="24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rPr>
                <a:t>)</a:t>
              </a:r>
            </a:p>
          </p:txBody>
        </p:sp>
        <p:pic>
          <p:nvPicPr>
            <p:cNvPr id="78958" name="Picture 139">
              <a:extLst>
                <a:ext uri="{FF2B5EF4-FFF2-40B4-BE49-F238E27FC236}">
                  <a16:creationId xmlns:a16="http://schemas.microsoft.com/office/drawing/2014/main" id="{3923CEE2-D924-4A17-9334-218D518054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1605" y="29083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59" name="Picture 140">
              <a:extLst>
                <a:ext uri="{FF2B5EF4-FFF2-40B4-BE49-F238E27FC236}">
                  <a16:creationId xmlns:a16="http://schemas.microsoft.com/office/drawing/2014/main" id="{89766168-9205-4250-9348-C15979516D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1605" y="32131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60" name="Picture 141">
              <a:extLst>
                <a:ext uri="{FF2B5EF4-FFF2-40B4-BE49-F238E27FC236}">
                  <a16:creationId xmlns:a16="http://schemas.microsoft.com/office/drawing/2014/main" id="{DB07133C-230B-4DB4-A9E0-0119F7BDD6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1605" y="385445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8961" name="Picture 142">
              <a:extLst>
                <a:ext uri="{FF2B5EF4-FFF2-40B4-BE49-F238E27FC236}">
                  <a16:creationId xmlns:a16="http://schemas.microsoft.com/office/drawing/2014/main" id="{8614C341-F3D9-48A7-ABD9-9FE322AC01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3549650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8851" name="TextBox 138">
            <a:extLst>
              <a:ext uri="{FF2B5EF4-FFF2-40B4-BE49-F238E27FC236}">
                <a16:creationId xmlns:a16="http://schemas.microsoft.com/office/drawing/2014/main" id="{32793175-BECC-4572-ACA3-3669A5A7E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875" y="1643063"/>
            <a:ext cx="12985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 (x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altLang="en-US" sz="2400" b="0" i="1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)</a:t>
            </a:r>
          </a:p>
        </p:txBody>
      </p:sp>
      <p:pic>
        <p:nvPicPr>
          <p:cNvPr id="78852" name="Picture 140">
            <a:extLst>
              <a:ext uri="{FF2B5EF4-FFF2-40B4-BE49-F238E27FC236}">
                <a16:creationId xmlns:a16="http://schemas.microsoft.com/office/drawing/2014/main" id="{F9548F3A-97C3-4F4D-AA22-8DCCC3682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0988" y="3092450"/>
            <a:ext cx="92075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3" name="Picture 142">
            <a:extLst>
              <a:ext uri="{FF2B5EF4-FFF2-40B4-BE49-F238E27FC236}">
                <a16:creationId xmlns:a16="http://schemas.microsoft.com/office/drawing/2014/main" id="{D3B0EAEB-53E4-49D9-A631-C79F998B2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00" y="3389313"/>
            <a:ext cx="114300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4" name="Picture 142">
            <a:extLst>
              <a:ext uri="{FF2B5EF4-FFF2-40B4-BE49-F238E27FC236}">
                <a16:creationId xmlns:a16="http://schemas.microsoft.com/office/drawing/2014/main" id="{06C594B6-638D-49C7-ACC8-A84D6A687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00" y="2779713"/>
            <a:ext cx="114300" cy="19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5" name="Picture 142">
            <a:extLst>
              <a:ext uri="{FF2B5EF4-FFF2-40B4-BE49-F238E27FC236}">
                <a16:creationId xmlns:a16="http://schemas.microsoft.com/office/drawing/2014/main" id="{88723C19-6391-4DBE-B53A-D5BE541E0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00" y="2438400"/>
            <a:ext cx="114300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6" name="Rectangle 88">
            <a:extLst>
              <a:ext uri="{FF2B5EF4-FFF2-40B4-BE49-F238E27FC236}">
                <a16:creationId xmlns:a16="http://schemas.microsoft.com/office/drawing/2014/main" id="{9045E205-2306-47BE-BC4E-C4D39CB88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1676400"/>
            <a:ext cx="214312" cy="14288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8857" name="Rectangle 90">
            <a:extLst>
              <a:ext uri="{FF2B5EF4-FFF2-40B4-BE49-F238E27FC236}">
                <a16:creationId xmlns:a16="http://schemas.microsoft.com/office/drawing/2014/main" id="{2B526A83-9EA5-45A5-979C-D5222355F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1219200"/>
            <a:ext cx="12700" cy="2455863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78858" name="Picture 144" descr="Screen shot 2013-09-06 at 3.10.44 PM.png">
            <a:extLst>
              <a:ext uri="{FF2B5EF4-FFF2-40B4-BE49-F238E27FC236}">
                <a16:creationId xmlns:a16="http://schemas.microsoft.com/office/drawing/2014/main" id="{7A9C425D-1634-43D0-BE7B-A4CE2807652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838" y="4400550"/>
            <a:ext cx="2819400" cy="117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9" name="Picture 145" descr="Screen shot 2013-09-06 at 3.10.49 PM.png">
            <a:extLst>
              <a:ext uri="{FF2B5EF4-FFF2-40B4-BE49-F238E27FC236}">
                <a16:creationId xmlns:a16="http://schemas.microsoft.com/office/drawing/2014/main" id="{04EDBAE3-0241-4F25-A20B-366DC7F2659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343400"/>
            <a:ext cx="2895600" cy="130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60" name="Picture 146" descr="Screen shot 2013-09-06 at 3.10.55 PM.png">
            <a:extLst>
              <a:ext uri="{FF2B5EF4-FFF2-40B4-BE49-F238E27FC236}">
                <a16:creationId xmlns:a16="http://schemas.microsoft.com/office/drawing/2014/main" id="{25553100-96CD-470F-B2A4-CEF7FBE465B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5873750"/>
            <a:ext cx="3430588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61" name="Rectangle 147">
            <a:extLst>
              <a:ext uri="{FF2B5EF4-FFF2-40B4-BE49-F238E27FC236}">
                <a16:creationId xmlns:a16="http://schemas.microsoft.com/office/drawing/2014/main" id="{7387A26B-3689-437D-A8D5-815D3B403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3363" y="2998788"/>
            <a:ext cx="2652712" cy="33655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Title 1">
            <a:extLst>
              <a:ext uri="{FF2B5EF4-FFF2-40B4-BE49-F238E27FC236}">
                <a16:creationId xmlns:a16="http://schemas.microsoft.com/office/drawing/2014/main" id="{ACC5D2B5-D86E-43FB-9BE5-4588EDEDA2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915400" cy="685800"/>
          </a:xfrm>
        </p:spPr>
        <p:txBody>
          <a:bodyPr/>
          <a:lstStyle/>
          <a:p>
            <a:r>
              <a:rPr lang="en-US" altLang="en-US" dirty="0" err="1"/>
              <a:t>Minterms</a:t>
            </a:r>
            <a:r>
              <a:rPr lang="en-US" altLang="en-US" dirty="0"/>
              <a:t> and Maxterms</a:t>
            </a:r>
            <a:br>
              <a:rPr lang="en-US" altLang="en-US" dirty="0"/>
            </a:br>
            <a:r>
              <a:rPr lang="en-US" altLang="en-US" dirty="0"/>
              <a:t>(with three variables)</a:t>
            </a:r>
          </a:p>
        </p:txBody>
      </p:sp>
      <p:grpSp>
        <p:nvGrpSpPr>
          <p:cNvPr id="79874" name="Group 291">
            <a:extLst>
              <a:ext uri="{FF2B5EF4-FFF2-40B4-BE49-F238E27FC236}">
                <a16:creationId xmlns:a16="http://schemas.microsoft.com/office/drawing/2014/main" id="{59EE9E50-7CB6-4424-A6C3-3E361785D234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143000"/>
            <a:ext cx="7634288" cy="3875087"/>
            <a:chOff x="762000" y="1208088"/>
            <a:chExt cx="7634288" cy="3875087"/>
          </a:xfrm>
        </p:grpSpPr>
        <p:sp>
          <p:nvSpPr>
            <p:cNvPr id="79876" name="Rectangle 3">
              <a:extLst>
                <a:ext uri="{FF2B5EF4-FFF2-40B4-BE49-F238E27FC236}">
                  <a16:creationId xmlns:a16="http://schemas.microsoft.com/office/drawing/2014/main" id="{747597F8-1C75-4609-BE7C-110C87A09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1208088"/>
              <a:ext cx="7634288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877" name="Picture 4">
              <a:extLst>
                <a:ext uri="{FF2B5EF4-FFF2-40B4-BE49-F238E27FC236}">
                  <a16:creationId xmlns:a16="http://schemas.microsoft.com/office/drawing/2014/main" id="{7A98308A-FAB4-40FF-BFA3-2827FED29C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2688" y="1435100"/>
              <a:ext cx="188912" cy="19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878" name="Picture 5">
              <a:extLst>
                <a:ext uri="{FF2B5EF4-FFF2-40B4-BE49-F238E27FC236}">
                  <a16:creationId xmlns:a16="http://schemas.microsoft.com/office/drawing/2014/main" id="{632775E5-93BD-4103-949C-88CA2D4EAA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2713" y="1497013"/>
              <a:ext cx="1206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879" name="Picture 6">
              <a:extLst>
                <a:ext uri="{FF2B5EF4-FFF2-40B4-BE49-F238E27FC236}">
                  <a16:creationId xmlns:a16="http://schemas.microsoft.com/office/drawing/2014/main" id="{74FFCB1D-275C-42FA-B3F5-4D9428E1F7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6063" y="1504950"/>
              <a:ext cx="179387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880" name="Rectangle 7">
              <a:extLst>
                <a:ext uri="{FF2B5EF4-FFF2-40B4-BE49-F238E27FC236}">
                  <a16:creationId xmlns:a16="http://schemas.microsoft.com/office/drawing/2014/main" id="{903431E7-E118-4567-9D7F-944A92185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1220788"/>
              <a:ext cx="12700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9881" name="Rectangle 8">
              <a:extLst>
                <a:ext uri="{FF2B5EF4-FFF2-40B4-BE49-F238E27FC236}">
                  <a16:creationId xmlns:a16="http://schemas.microsoft.com/office/drawing/2014/main" id="{4340D884-33FF-4D9A-B791-1923B11F4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1220788"/>
              <a:ext cx="14287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9882" name="Rectangle 9">
              <a:extLst>
                <a:ext uri="{FF2B5EF4-FFF2-40B4-BE49-F238E27FC236}">
                  <a16:creationId xmlns:a16="http://schemas.microsoft.com/office/drawing/2014/main" id="{86FC365E-AF4F-40B7-88FA-020829019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1220788"/>
              <a:ext cx="12700" cy="496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9883" name="Rectangle 10">
              <a:extLst>
                <a:ext uri="{FF2B5EF4-FFF2-40B4-BE49-F238E27FC236}">
                  <a16:creationId xmlns:a16="http://schemas.microsoft.com/office/drawing/2014/main" id="{99901965-AB97-4985-8714-35AC91776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1220788"/>
              <a:ext cx="15875" cy="4968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884" name="Picture 11">
              <a:extLst>
                <a:ext uri="{FF2B5EF4-FFF2-40B4-BE49-F238E27FC236}">
                  <a16:creationId xmlns:a16="http://schemas.microsoft.com/office/drawing/2014/main" id="{D4AABE01-1B38-42A6-8AEC-3F2B45E404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6150" y="1833563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885" name="Picture 12">
              <a:extLst>
                <a:ext uri="{FF2B5EF4-FFF2-40B4-BE49-F238E27FC236}">
                  <a16:creationId xmlns:a16="http://schemas.microsoft.com/office/drawing/2014/main" id="{59A98953-3482-4537-A021-1292A7EE7C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0613" y="183197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886" name="Picture 13">
              <a:extLst>
                <a:ext uri="{FF2B5EF4-FFF2-40B4-BE49-F238E27FC236}">
                  <a16:creationId xmlns:a16="http://schemas.microsoft.com/office/drawing/2014/main" id="{0E5E3F9C-EBFF-4F23-AC39-7EE74070E0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4600" y="1833563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887" name="Picture 14">
              <a:extLst>
                <a:ext uri="{FF2B5EF4-FFF2-40B4-BE49-F238E27FC236}">
                  <a16:creationId xmlns:a16="http://schemas.microsoft.com/office/drawing/2014/main" id="{C4AB174F-A004-4FB7-9133-46434AF809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5263" y="1762125"/>
              <a:ext cx="130175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888" name="Picture 15">
              <a:extLst>
                <a:ext uri="{FF2B5EF4-FFF2-40B4-BE49-F238E27FC236}">
                  <a16:creationId xmlns:a16="http://schemas.microsoft.com/office/drawing/2014/main" id="{DB6CB58C-6A29-4BDC-8BA0-9A70E20941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25600" y="1828800"/>
              <a:ext cx="1063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889" name="Picture 16">
              <a:extLst>
                <a:ext uri="{FF2B5EF4-FFF2-40B4-BE49-F238E27FC236}">
                  <a16:creationId xmlns:a16="http://schemas.microsoft.com/office/drawing/2014/main" id="{812C8742-6A11-408D-B765-2D398003D6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6250" y="1833563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890" name="Rectangle 17">
              <a:extLst>
                <a:ext uri="{FF2B5EF4-FFF2-40B4-BE49-F238E27FC236}">
                  <a16:creationId xmlns:a16="http://schemas.microsoft.com/office/drawing/2014/main" id="{A4585A39-B656-4C89-91C5-B077B551E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1728788"/>
              <a:ext cx="12700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891" name="Picture 18">
              <a:extLst>
                <a:ext uri="{FF2B5EF4-FFF2-40B4-BE49-F238E27FC236}">
                  <a16:creationId xmlns:a16="http://schemas.microsoft.com/office/drawing/2014/main" id="{4BF78834-51FA-464E-9917-59183EEB88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4400" y="183197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892" name="Picture 19">
              <a:extLst>
                <a:ext uri="{FF2B5EF4-FFF2-40B4-BE49-F238E27FC236}">
                  <a16:creationId xmlns:a16="http://schemas.microsoft.com/office/drawing/2014/main" id="{024EBB43-A279-4589-92A7-F3434A610E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9500" y="1866900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893" name="Picture 20">
              <a:extLst>
                <a:ext uri="{FF2B5EF4-FFF2-40B4-BE49-F238E27FC236}">
                  <a16:creationId xmlns:a16="http://schemas.microsoft.com/office/drawing/2014/main" id="{5734CFF7-99EC-497D-937E-BAE454702D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98763" y="1831975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894" name="Picture 21">
              <a:extLst>
                <a:ext uri="{FF2B5EF4-FFF2-40B4-BE49-F238E27FC236}">
                  <a16:creationId xmlns:a16="http://schemas.microsoft.com/office/drawing/2014/main" id="{9F51A1DB-5C29-49CF-8509-E00B3328B3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7513" y="1866900"/>
              <a:ext cx="793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895" name="Picture 22">
              <a:extLst>
                <a:ext uri="{FF2B5EF4-FFF2-40B4-BE49-F238E27FC236}">
                  <a16:creationId xmlns:a16="http://schemas.microsoft.com/office/drawing/2014/main" id="{867C3236-B04B-472C-ADB1-9E094E5713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8363" y="183197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896" name="Picture 23">
              <a:extLst>
                <a:ext uri="{FF2B5EF4-FFF2-40B4-BE49-F238E27FC236}">
                  <a16:creationId xmlns:a16="http://schemas.microsoft.com/office/drawing/2014/main" id="{C8CD13E3-351C-48F3-8FB7-1FB7AC7B01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7113" y="1868488"/>
              <a:ext cx="825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897" name="Rectangle 24">
              <a:extLst>
                <a:ext uri="{FF2B5EF4-FFF2-40B4-BE49-F238E27FC236}">
                  <a16:creationId xmlns:a16="http://schemas.microsoft.com/office/drawing/2014/main" id="{B8531DB8-2A4E-428A-B16E-C8BA84D66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1728788"/>
              <a:ext cx="14287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9898" name="Rectangle 25">
              <a:extLst>
                <a:ext uri="{FF2B5EF4-FFF2-40B4-BE49-F238E27FC236}">
                  <a16:creationId xmlns:a16="http://schemas.microsoft.com/office/drawing/2014/main" id="{C4CFA341-8DB2-4FAE-876F-E9F1C320F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1728788"/>
              <a:ext cx="12700" cy="43021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899" name="Picture 26">
              <a:extLst>
                <a:ext uri="{FF2B5EF4-FFF2-40B4-BE49-F238E27FC236}">
                  <a16:creationId xmlns:a16="http://schemas.microsoft.com/office/drawing/2014/main" id="{1F0E3FE2-A296-4F22-9204-A90221203B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1813" y="1766888"/>
              <a:ext cx="2286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00" name="Picture 27">
              <a:extLst>
                <a:ext uri="{FF2B5EF4-FFF2-40B4-BE49-F238E27FC236}">
                  <a16:creationId xmlns:a16="http://schemas.microsoft.com/office/drawing/2014/main" id="{E8FE4860-5ED7-443F-887B-4654E9E87C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1050" y="1770063"/>
              <a:ext cx="58738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01" name="Picture 28">
              <a:extLst>
                <a:ext uri="{FF2B5EF4-FFF2-40B4-BE49-F238E27FC236}">
                  <a16:creationId xmlns:a16="http://schemas.microsoft.com/office/drawing/2014/main" id="{613484A5-9E78-49C6-AF2D-1F456217F6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7250" y="1833563"/>
              <a:ext cx="1349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02" name="Picture 29">
              <a:extLst>
                <a:ext uri="{FF2B5EF4-FFF2-40B4-BE49-F238E27FC236}">
                  <a16:creationId xmlns:a16="http://schemas.microsoft.com/office/drawing/2014/main" id="{1C72D823-361B-4186-B9A5-07700E043B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8538" y="1785938"/>
              <a:ext cx="85725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03" name="Picture 30">
              <a:extLst>
                <a:ext uri="{FF2B5EF4-FFF2-40B4-BE49-F238E27FC236}">
                  <a16:creationId xmlns:a16="http://schemas.microsoft.com/office/drawing/2014/main" id="{077AF425-B9F1-43AA-B25B-F16FDC3B69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9663" y="1828800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04" name="Picture 31">
              <a:extLst>
                <a:ext uri="{FF2B5EF4-FFF2-40B4-BE49-F238E27FC236}">
                  <a16:creationId xmlns:a16="http://schemas.microsoft.com/office/drawing/2014/main" id="{25D9A98C-84CA-4DF9-BD18-3B23E7DD8A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313" y="1833563"/>
              <a:ext cx="95250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05" name="Picture 32">
              <a:extLst>
                <a:ext uri="{FF2B5EF4-FFF2-40B4-BE49-F238E27FC236}">
                  <a16:creationId xmlns:a16="http://schemas.microsoft.com/office/drawing/2014/main" id="{67980910-4EB7-40F9-85DF-30A95CBCFE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9850" y="1833563"/>
              <a:ext cx="211138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906" name="Rectangle 33">
              <a:extLst>
                <a:ext uri="{FF2B5EF4-FFF2-40B4-BE49-F238E27FC236}">
                  <a16:creationId xmlns:a16="http://schemas.microsoft.com/office/drawing/2014/main" id="{8A813E10-58AC-4EA9-9832-8A282A5B8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1728788"/>
              <a:ext cx="15875" cy="43021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907" name="Picture 34">
              <a:extLst>
                <a:ext uri="{FF2B5EF4-FFF2-40B4-BE49-F238E27FC236}">
                  <a16:creationId xmlns:a16="http://schemas.microsoft.com/office/drawing/2014/main" id="{5A1647DE-A15E-4634-839A-7E0D171821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5900" y="1766888"/>
              <a:ext cx="227013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08" name="Picture 35">
              <a:extLst>
                <a:ext uri="{FF2B5EF4-FFF2-40B4-BE49-F238E27FC236}">
                  <a16:creationId xmlns:a16="http://schemas.microsoft.com/office/drawing/2014/main" id="{BABC8373-F392-4BF5-9AB1-FCB6A66884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8313" y="1828800"/>
              <a:ext cx="123825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09" name="Picture 36">
              <a:extLst>
                <a:ext uri="{FF2B5EF4-FFF2-40B4-BE49-F238E27FC236}">
                  <a16:creationId xmlns:a16="http://schemas.microsoft.com/office/drawing/2014/main" id="{8E1335EB-A77C-4EE7-84A2-1C80B4CA04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8488" y="1835150"/>
              <a:ext cx="136525" cy="119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10" name="Picture 37">
              <a:extLst>
                <a:ext uri="{FF2B5EF4-FFF2-40B4-BE49-F238E27FC236}">
                  <a16:creationId xmlns:a16="http://schemas.microsoft.com/office/drawing/2014/main" id="{BEC7AA6C-04CC-4188-85BE-6BD59B8678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7713" y="1785938"/>
              <a:ext cx="84137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11" name="Picture 38">
              <a:extLst>
                <a:ext uri="{FF2B5EF4-FFF2-40B4-BE49-F238E27FC236}">
                  <a16:creationId xmlns:a16="http://schemas.microsoft.com/office/drawing/2014/main" id="{FB658696-B5EF-4549-B996-CF66DCBCDB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05663" y="1828800"/>
              <a:ext cx="103187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12" name="Picture 39">
              <a:extLst>
                <a:ext uri="{FF2B5EF4-FFF2-40B4-BE49-F238E27FC236}">
                  <a16:creationId xmlns:a16="http://schemas.microsoft.com/office/drawing/2014/main" id="{2123C1FC-7A40-4A31-A374-181BA23937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7900" y="1833563"/>
              <a:ext cx="93663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13" name="Picture 40">
              <a:extLst>
                <a:ext uri="{FF2B5EF4-FFF2-40B4-BE49-F238E27FC236}">
                  <a16:creationId xmlns:a16="http://schemas.microsoft.com/office/drawing/2014/main" id="{B6539619-06F3-4D55-AF97-90AAC88810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7438" y="1833563"/>
              <a:ext cx="212725" cy="12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914" name="Rectangle 41">
              <a:extLst>
                <a:ext uri="{FF2B5EF4-FFF2-40B4-BE49-F238E27FC236}">
                  <a16:creationId xmlns:a16="http://schemas.microsoft.com/office/drawing/2014/main" id="{82F05FC1-1FE0-472F-A37B-0035B9BF33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2144713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915" name="Picture 42">
              <a:extLst>
                <a:ext uri="{FF2B5EF4-FFF2-40B4-BE49-F238E27FC236}">
                  <a16:creationId xmlns:a16="http://schemas.microsoft.com/office/drawing/2014/main" id="{8C6F1BCA-3F63-4201-B109-43EB203582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913" y="23749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916" name="Rectangle 43">
              <a:extLst>
                <a:ext uri="{FF2B5EF4-FFF2-40B4-BE49-F238E27FC236}">
                  <a16:creationId xmlns:a16="http://schemas.microsoft.com/office/drawing/2014/main" id="{C2F89EC3-E0ED-4993-8513-62C5865DE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2159000"/>
              <a:ext cx="12700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917" name="Picture 44">
              <a:extLst>
                <a:ext uri="{FF2B5EF4-FFF2-40B4-BE49-F238E27FC236}">
                  <a16:creationId xmlns:a16="http://schemas.microsoft.com/office/drawing/2014/main" id="{F5A99E20-7102-47DE-B70B-4533BA46B6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0600" y="23749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18" name="Picture 45">
              <a:extLst>
                <a:ext uri="{FF2B5EF4-FFF2-40B4-BE49-F238E27FC236}">
                  <a16:creationId xmlns:a16="http://schemas.microsoft.com/office/drawing/2014/main" id="{055FCD2C-FC69-4C66-915B-B237CFD837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0200" y="23749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19" name="Picture 46">
              <a:extLst>
                <a:ext uri="{FF2B5EF4-FFF2-40B4-BE49-F238E27FC236}">
                  <a16:creationId xmlns:a16="http://schemas.microsoft.com/office/drawing/2014/main" id="{A0E13CC9-0E18-4C87-B0DC-97A0E0AF1F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1388" y="23749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920" name="Rectangle 47">
              <a:extLst>
                <a:ext uri="{FF2B5EF4-FFF2-40B4-BE49-F238E27FC236}">
                  <a16:creationId xmlns:a16="http://schemas.microsoft.com/office/drawing/2014/main" id="{81E639E6-10C6-4A2F-95D2-DDE3E989E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2159000"/>
              <a:ext cx="14287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9921" name="Rectangle 48">
              <a:extLst>
                <a:ext uri="{FF2B5EF4-FFF2-40B4-BE49-F238E27FC236}">
                  <a16:creationId xmlns:a16="http://schemas.microsoft.com/office/drawing/2014/main" id="{4237A424-F4F0-4ED3-B351-474AF4BD5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2159000"/>
              <a:ext cx="12700" cy="496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922" name="Picture 49">
              <a:extLst>
                <a:ext uri="{FF2B5EF4-FFF2-40B4-BE49-F238E27FC236}">
                  <a16:creationId xmlns:a16="http://schemas.microsoft.com/office/drawing/2014/main" id="{4BFFDDEC-667A-4328-96B3-F24915FC99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2436813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23" name="Picture 50">
              <a:extLst>
                <a:ext uri="{FF2B5EF4-FFF2-40B4-BE49-F238E27FC236}">
                  <a16:creationId xmlns:a16="http://schemas.microsoft.com/office/drawing/2014/main" id="{40EFED9B-DB31-4D6D-8E1D-BF155E4364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6413" y="2474913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24" name="Picture 51">
              <a:extLst>
                <a:ext uri="{FF2B5EF4-FFF2-40B4-BE49-F238E27FC236}">
                  <a16:creationId xmlns:a16="http://schemas.microsoft.com/office/drawing/2014/main" id="{DF989649-EF09-4C87-9BBF-75106AE01E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2455863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925" name="Rectangle 52">
              <a:extLst>
                <a:ext uri="{FF2B5EF4-FFF2-40B4-BE49-F238E27FC236}">
                  <a16:creationId xmlns:a16="http://schemas.microsoft.com/office/drawing/2014/main" id="{DAFE7096-322D-46C4-8F8F-6FCD001C7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239236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926" name="Picture 53">
              <a:extLst>
                <a:ext uri="{FF2B5EF4-FFF2-40B4-BE49-F238E27FC236}">
                  <a16:creationId xmlns:a16="http://schemas.microsoft.com/office/drawing/2014/main" id="{88F28959-FCCE-4DB5-A094-096B6CAAA5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24368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27" name="Picture 54">
              <a:extLst>
                <a:ext uri="{FF2B5EF4-FFF2-40B4-BE49-F238E27FC236}">
                  <a16:creationId xmlns:a16="http://schemas.microsoft.com/office/drawing/2014/main" id="{30B3DB06-BB04-46C3-84CA-D71FABBA6D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2474913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928" name="Rectangle 55">
              <a:extLst>
                <a:ext uri="{FF2B5EF4-FFF2-40B4-BE49-F238E27FC236}">
                  <a16:creationId xmlns:a16="http://schemas.microsoft.com/office/drawing/2014/main" id="{AFDC52EA-135D-4249-BCF3-CB04D03AE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8888" y="2392363"/>
              <a:ext cx="161925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929" name="Picture 56">
              <a:extLst>
                <a:ext uri="{FF2B5EF4-FFF2-40B4-BE49-F238E27FC236}">
                  <a16:creationId xmlns:a16="http://schemas.microsoft.com/office/drawing/2014/main" id="{97242328-706F-4AE1-A23F-51B188EE58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24368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30" name="Picture 57">
              <a:extLst>
                <a:ext uri="{FF2B5EF4-FFF2-40B4-BE49-F238E27FC236}">
                  <a16:creationId xmlns:a16="http://schemas.microsoft.com/office/drawing/2014/main" id="{DA1C490C-8BA6-47C8-81B1-F52D613426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6688" y="2474913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931" name="Rectangle 58">
              <a:extLst>
                <a:ext uri="{FF2B5EF4-FFF2-40B4-BE49-F238E27FC236}">
                  <a16:creationId xmlns:a16="http://schemas.microsoft.com/office/drawing/2014/main" id="{353BE07D-6D71-4351-AEB2-99E5B009C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5113" y="239236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932" name="Picture 59">
              <a:extLst>
                <a:ext uri="{FF2B5EF4-FFF2-40B4-BE49-F238E27FC236}">
                  <a16:creationId xmlns:a16="http://schemas.microsoft.com/office/drawing/2014/main" id="{59151D29-7217-46EB-9C06-B35546C9A2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24368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33" name="Picture 60">
              <a:extLst>
                <a:ext uri="{FF2B5EF4-FFF2-40B4-BE49-F238E27FC236}">
                  <a16:creationId xmlns:a16="http://schemas.microsoft.com/office/drawing/2014/main" id="{F58DCE97-9D78-475E-98D3-9AC6EAAC3F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2474913"/>
              <a:ext cx="80963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934" name="Rectangle 61">
              <a:extLst>
                <a:ext uri="{FF2B5EF4-FFF2-40B4-BE49-F238E27FC236}">
                  <a16:creationId xmlns:a16="http://schemas.microsoft.com/office/drawing/2014/main" id="{A6CB5F13-2E4C-41C0-98D9-5FAB10FD9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2159000"/>
              <a:ext cx="15875" cy="4968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935" name="Picture 62">
              <a:extLst>
                <a:ext uri="{FF2B5EF4-FFF2-40B4-BE49-F238E27FC236}">
                  <a16:creationId xmlns:a16="http://schemas.microsoft.com/office/drawing/2014/main" id="{BF015D2B-550E-4E7A-9FC7-3CB068A038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2371725"/>
              <a:ext cx="266700" cy="188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36" name="Picture 63">
              <a:extLst>
                <a:ext uri="{FF2B5EF4-FFF2-40B4-BE49-F238E27FC236}">
                  <a16:creationId xmlns:a16="http://schemas.microsoft.com/office/drawing/2014/main" id="{E3ED2821-0B8D-4625-BB50-540C5C955B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3638" y="2474913"/>
              <a:ext cx="8890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37" name="Picture 64">
              <a:extLst>
                <a:ext uri="{FF2B5EF4-FFF2-40B4-BE49-F238E27FC236}">
                  <a16:creationId xmlns:a16="http://schemas.microsoft.com/office/drawing/2014/main" id="{FBF0098A-A88B-43FB-82FE-652C975B74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2455863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38" name="Picture 65">
              <a:extLst>
                <a:ext uri="{FF2B5EF4-FFF2-40B4-BE49-F238E27FC236}">
                  <a16:creationId xmlns:a16="http://schemas.microsoft.com/office/drawing/2014/main" id="{DE321950-F938-4B7A-8B50-2A6822F933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2436813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39" name="Picture 66">
              <a:extLst>
                <a:ext uri="{FF2B5EF4-FFF2-40B4-BE49-F238E27FC236}">
                  <a16:creationId xmlns:a16="http://schemas.microsoft.com/office/drawing/2014/main" id="{D88F9104-E4C1-4FF6-ABB4-7DC8CAC463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2474913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40" name="Picture 67">
              <a:extLst>
                <a:ext uri="{FF2B5EF4-FFF2-40B4-BE49-F238E27FC236}">
                  <a16:creationId xmlns:a16="http://schemas.microsoft.com/office/drawing/2014/main" id="{AC0899D3-3E86-49AA-83C8-2D4837E64E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24018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41" name="Picture 68">
              <a:extLst>
                <a:ext uri="{FF2B5EF4-FFF2-40B4-BE49-F238E27FC236}">
                  <a16:creationId xmlns:a16="http://schemas.microsoft.com/office/drawing/2014/main" id="{DE724360-086D-427C-AC1C-0AFA7B9EA9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24368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42" name="Picture 69">
              <a:extLst>
                <a:ext uri="{FF2B5EF4-FFF2-40B4-BE49-F238E27FC236}">
                  <a16:creationId xmlns:a16="http://schemas.microsoft.com/office/drawing/2014/main" id="{16A093F2-E90C-460C-B7E4-2E1467BF32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2474913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43" name="Picture 70">
              <a:extLst>
                <a:ext uri="{FF2B5EF4-FFF2-40B4-BE49-F238E27FC236}">
                  <a16:creationId xmlns:a16="http://schemas.microsoft.com/office/drawing/2014/main" id="{7C92B7B0-B003-40D5-AFCA-3FA17BCF36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24018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44" name="Picture 71">
              <a:extLst>
                <a:ext uri="{FF2B5EF4-FFF2-40B4-BE49-F238E27FC236}">
                  <a16:creationId xmlns:a16="http://schemas.microsoft.com/office/drawing/2014/main" id="{03556761-3F0B-4252-8C12-0744C91D70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24368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45" name="Picture 72">
              <a:extLst>
                <a:ext uri="{FF2B5EF4-FFF2-40B4-BE49-F238E27FC236}">
                  <a16:creationId xmlns:a16="http://schemas.microsoft.com/office/drawing/2014/main" id="{B19C11D0-07FB-4782-9BBB-47196BAFCA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6413" y="2474913"/>
              <a:ext cx="825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46" name="Picture 73">
              <a:extLst>
                <a:ext uri="{FF2B5EF4-FFF2-40B4-BE49-F238E27FC236}">
                  <a16:creationId xmlns:a16="http://schemas.microsoft.com/office/drawing/2014/main" id="{BD67B09C-7059-41F8-ABC2-6E5D417327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6200" y="2706688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947" name="Rectangle 74">
              <a:extLst>
                <a:ext uri="{FF2B5EF4-FFF2-40B4-BE49-F238E27FC236}">
                  <a16:creationId xmlns:a16="http://schemas.microsoft.com/office/drawing/2014/main" id="{D8EC9FF1-839F-4F7F-BC3D-7F46BF67A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2655888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948" name="Picture 75">
              <a:extLst>
                <a:ext uri="{FF2B5EF4-FFF2-40B4-BE49-F238E27FC236}">
                  <a16:creationId xmlns:a16="http://schemas.microsoft.com/office/drawing/2014/main" id="{38FA1FD9-CD84-4D7C-BCF6-12A82FE51F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0600" y="2706688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49" name="Picture 76">
              <a:extLst>
                <a:ext uri="{FF2B5EF4-FFF2-40B4-BE49-F238E27FC236}">
                  <a16:creationId xmlns:a16="http://schemas.microsoft.com/office/drawing/2014/main" id="{605CA6DA-DBB9-4994-8537-8E98AC1701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0200" y="2706688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50" name="Picture 77">
              <a:extLst>
                <a:ext uri="{FF2B5EF4-FFF2-40B4-BE49-F238E27FC236}">
                  <a16:creationId xmlns:a16="http://schemas.microsoft.com/office/drawing/2014/main" id="{AA317615-6CF6-4DD4-B4C7-DA14BE946F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500" y="2706688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951" name="Rectangle 78">
              <a:extLst>
                <a:ext uri="{FF2B5EF4-FFF2-40B4-BE49-F238E27FC236}">
                  <a16:creationId xmlns:a16="http://schemas.microsoft.com/office/drawing/2014/main" id="{72B3AB23-9804-46A8-8B8F-F2E59F130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2655888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9952" name="Rectangle 79">
              <a:extLst>
                <a:ext uri="{FF2B5EF4-FFF2-40B4-BE49-F238E27FC236}">
                  <a16:creationId xmlns:a16="http://schemas.microsoft.com/office/drawing/2014/main" id="{A3560442-7055-45D4-B5FE-C6E02033B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2655888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953" name="Picture 80">
              <a:extLst>
                <a:ext uri="{FF2B5EF4-FFF2-40B4-BE49-F238E27FC236}">
                  <a16:creationId xmlns:a16="http://schemas.microsoft.com/office/drawing/2014/main" id="{814DF526-6376-4BF9-A532-CBE75C9FC3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2768600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54" name="Picture 81">
              <a:extLst>
                <a:ext uri="{FF2B5EF4-FFF2-40B4-BE49-F238E27FC236}">
                  <a16:creationId xmlns:a16="http://schemas.microsoft.com/office/drawing/2014/main" id="{90744D75-6E94-4CC8-B1B7-6B36FA3EFD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5938" y="2805113"/>
              <a:ext cx="682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55" name="Picture 82">
              <a:extLst>
                <a:ext uri="{FF2B5EF4-FFF2-40B4-BE49-F238E27FC236}">
                  <a16:creationId xmlns:a16="http://schemas.microsoft.com/office/drawing/2014/main" id="{B43E1C05-DD3D-4B8D-90AF-4933132355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2786063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956" name="Rectangle 83">
              <a:extLst>
                <a:ext uri="{FF2B5EF4-FFF2-40B4-BE49-F238E27FC236}">
                  <a16:creationId xmlns:a16="http://schemas.microsoft.com/office/drawing/2014/main" id="{8204E712-7EC6-437F-996B-28294CD4C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2724150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957" name="Picture 84">
              <a:extLst>
                <a:ext uri="{FF2B5EF4-FFF2-40B4-BE49-F238E27FC236}">
                  <a16:creationId xmlns:a16="http://schemas.microsoft.com/office/drawing/2014/main" id="{552F7AEB-1FCC-4013-B534-D1397D79ED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2768600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58" name="Picture 85">
              <a:extLst>
                <a:ext uri="{FF2B5EF4-FFF2-40B4-BE49-F238E27FC236}">
                  <a16:creationId xmlns:a16="http://schemas.microsoft.com/office/drawing/2014/main" id="{7E9C2E6C-57CC-402E-BA31-82B453D284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2805113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959" name="Rectangle 86">
              <a:extLst>
                <a:ext uri="{FF2B5EF4-FFF2-40B4-BE49-F238E27FC236}">
                  <a16:creationId xmlns:a16="http://schemas.microsoft.com/office/drawing/2014/main" id="{DC444C36-C005-438F-B6C3-0EF6830D0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8888" y="2724150"/>
              <a:ext cx="161925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960" name="Picture 87">
              <a:extLst>
                <a:ext uri="{FF2B5EF4-FFF2-40B4-BE49-F238E27FC236}">
                  <a16:creationId xmlns:a16="http://schemas.microsoft.com/office/drawing/2014/main" id="{ABAFD47E-17A1-41F9-A2CD-13CFD9426F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27686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61" name="Picture 88">
              <a:extLst>
                <a:ext uri="{FF2B5EF4-FFF2-40B4-BE49-F238E27FC236}">
                  <a16:creationId xmlns:a16="http://schemas.microsoft.com/office/drawing/2014/main" id="{F9578912-F40B-4C5A-8C01-00B32D908B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6688" y="2805113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62" name="Picture 89">
              <a:extLst>
                <a:ext uri="{FF2B5EF4-FFF2-40B4-BE49-F238E27FC236}">
                  <a16:creationId xmlns:a16="http://schemas.microsoft.com/office/drawing/2014/main" id="{8BCECF03-C2AB-4F24-9EFF-634346C637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2768600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63" name="Picture 90">
              <a:extLst>
                <a:ext uri="{FF2B5EF4-FFF2-40B4-BE49-F238E27FC236}">
                  <a16:creationId xmlns:a16="http://schemas.microsoft.com/office/drawing/2014/main" id="{C94454D0-2D1C-4421-98C4-E6B1629E8B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2805113"/>
              <a:ext cx="80963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964" name="Rectangle 91">
              <a:extLst>
                <a:ext uri="{FF2B5EF4-FFF2-40B4-BE49-F238E27FC236}">
                  <a16:creationId xmlns:a16="http://schemas.microsoft.com/office/drawing/2014/main" id="{0E65D38A-5CC3-45E3-BE8B-968847E0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2655888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965" name="Picture 92">
              <a:extLst>
                <a:ext uri="{FF2B5EF4-FFF2-40B4-BE49-F238E27FC236}">
                  <a16:creationId xmlns:a16="http://schemas.microsoft.com/office/drawing/2014/main" id="{53E80396-43C5-4CD7-B3A1-BDED78FD24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2703513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66" name="Picture 93">
              <a:extLst>
                <a:ext uri="{FF2B5EF4-FFF2-40B4-BE49-F238E27FC236}">
                  <a16:creationId xmlns:a16="http://schemas.microsoft.com/office/drawing/2014/main" id="{3139E3C2-B4B3-482C-BE4E-0C91A519D8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3163" y="2805113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67" name="Picture 94">
              <a:extLst>
                <a:ext uri="{FF2B5EF4-FFF2-40B4-BE49-F238E27FC236}">
                  <a16:creationId xmlns:a16="http://schemas.microsoft.com/office/drawing/2014/main" id="{67A84C40-E439-4E83-81FD-AF031C1795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2786063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68" name="Picture 95">
              <a:extLst>
                <a:ext uri="{FF2B5EF4-FFF2-40B4-BE49-F238E27FC236}">
                  <a16:creationId xmlns:a16="http://schemas.microsoft.com/office/drawing/2014/main" id="{BB3AF77A-FD08-4D15-A23D-BF045A0573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2768600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69" name="Picture 96">
              <a:extLst>
                <a:ext uri="{FF2B5EF4-FFF2-40B4-BE49-F238E27FC236}">
                  <a16:creationId xmlns:a16="http://schemas.microsoft.com/office/drawing/2014/main" id="{02ED745F-775A-44D2-B79E-5267B5F473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2805113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70" name="Picture 97">
              <a:extLst>
                <a:ext uri="{FF2B5EF4-FFF2-40B4-BE49-F238E27FC236}">
                  <a16:creationId xmlns:a16="http://schemas.microsoft.com/office/drawing/2014/main" id="{A046C843-7880-42EC-9E14-3ACC01C9AE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27320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71" name="Picture 98">
              <a:extLst>
                <a:ext uri="{FF2B5EF4-FFF2-40B4-BE49-F238E27FC236}">
                  <a16:creationId xmlns:a16="http://schemas.microsoft.com/office/drawing/2014/main" id="{503C4C10-849D-45B9-BDA1-4E2DBA2D39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27686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72" name="Picture 99">
              <a:extLst>
                <a:ext uri="{FF2B5EF4-FFF2-40B4-BE49-F238E27FC236}">
                  <a16:creationId xmlns:a16="http://schemas.microsoft.com/office/drawing/2014/main" id="{BA865FC5-45CC-4D85-9F29-5DA0441E38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2805113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73" name="Picture 100">
              <a:extLst>
                <a:ext uri="{FF2B5EF4-FFF2-40B4-BE49-F238E27FC236}">
                  <a16:creationId xmlns:a16="http://schemas.microsoft.com/office/drawing/2014/main" id="{C33C4940-FDFF-4525-988B-9D1B821A8E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27320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974" name="Rectangle 101">
              <a:extLst>
                <a:ext uri="{FF2B5EF4-FFF2-40B4-BE49-F238E27FC236}">
                  <a16:creationId xmlns:a16="http://schemas.microsoft.com/office/drawing/2014/main" id="{920BA46E-76BA-43B9-A2B7-29EECAA21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7663" y="2724150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975" name="Picture 102">
              <a:extLst>
                <a:ext uri="{FF2B5EF4-FFF2-40B4-BE49-F238E27FC236}">
                  <a16:creationId xmlns:a16="http://schemas.microsoft.com/office/drawing/2014/main" id="{C4A090F4-F20A-4A29-A2AD-C581342225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27686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76" name="Picture 103">
              <a:extLst>
                <a:ext uri="{FF2B5EF4-FFF2-40B4-BE49-F238E27FC236}">
                  <a16:creationId xmlns:a16="http://schemas.microsoft.com/office/drawing/2014/main" id="{9F11F51D-405B-4B85-8194-67BAC2FA70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9588" y="2805113"/>
              <a:ext cx="80962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77" name="Picture 104">
              <a:extLst>
                <a:ext uri="{FF2B5EF4-FFF2-40B4-BE49-F238E27FC236}">
                  <a16:creationId xmlns:a16="http://schemas.microsoft.com/office/drawing/2014/main" id="{05FAEDE8-7F76-44B3-8BA2-A0A3F6F406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8263" y="3033713"/>
              <a:ext cx="107950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978" name="Rectangle 105">
              <a:extLst>
                <a:ext uri="{FF2B5EF4-FFF2-40B4-BE49-F238E27FC236}">
                  <a16:creationId xmlns:a16="http://schemas.microsoft.com/office/drawing/2014/main" id="{C0CC8F1B-5651-4FA9-B72D-6E0C7234F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2986088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979" name="Picture 106">
              <a:extLst>
                <a:ext uri="{FF2B5EF4-FFF2-40B4-BE49-F238E27FC236}">
                  <a16:creationId xmlns:a16="http://schemas.microsoft.com/office/drawing/2014/main" id="{0B14C3A8-4D7C-4A9C-9DE2-5EC6A5F759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0600" y="3033713"/>
              <a:ext cx="1143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80" name="Picture 107">
              <a:extLst>
                <a:ext uri="{FF2B5EF4-FFF2-40B4-BE49-F238E27FC236}">
                  <a16:creationId xmlns:a16="http://schemas.microsoft.com/office/drawing/2014/main" id="{D1E3B0DC-9D3A-4BB6-B148-8AAF249FF2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4488" y="3033713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81" name="Picture 108">
              <a:extLst>
                <a:ext uri="{FF2B5EF4-FFF2-40B4-BE49-F238E27FC236}">
                  <a16:creationId xmlns:a16="http://schemas.microsoft.com/office/drawing/2014/main" id="{0ADF322D-77DE-4438-90E5-F27FFE86DD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1388" y="3033713"/>
              <a:ext cx="1143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982" name="Rectangle 109">
              <a:extLst>
                <a:ext uri="{FF2B5EF4-FFF2-40B4-BE49-F238E27FC236}">
                  <a16:creationId xmlns:a16="http://schemas.microsoft.com/office/drawing/2014/main" id="{82B9EF6B-0BF7-468F-83D2-99CCB4E56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2986088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79983" name="Rectangle 110">
              <a:extLst>
                <a:ext uri="{FF2B5EF4-FFF2-40B4-BE49-F238E27FC236}">
                  <a16:creationId xmlns:a16="http://schemas.microsoft.com/office/drawing/2014/main" id="{87E5E33D-FE9D-4B97-91FE-38DA2EFC6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2986088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984" name="Picture 111">
              <a:extLst>
                <a:ext uri="{FF2B5EF4-FFF2-40B4-BE49-F238E27FC236}">
                  <a16:creationId xmlns:a16="http://schemas.microsoft.com/office/drawing/2014/main" id="{C35A2470-3E36-49B0-AA38-363D9AB0C8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3097213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85" name="Picture 112">
              <a:extLst>
                <a:ext uri="{FF2B5EF4-FFF2-40B4-BE49-F238E27FC236}">
                  <a16:creationId xmlns:a16="http://schemas.microsoft.com/office/drawing/2014/main" id="{2373D515-A08C-4812-B7D4-0A20484E2D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3132138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86" name="Picture 113">
              <a:extLst>
                <a:ext uri="{FF2B5EF4-FFF2-40B4-BE49-F238E27FC236}">
                  <a16:creationId xmlns:a16="http://schemas.microsoft.com/office/drawing/2014/main" id="{E109883E-54E1-4BD1-8D4E-FD3C8ABCAF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3113088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987" name="Rectangle 114">
              <a:extLst>
                <a:ext uri="{FF2B5EF4-FFF2-40B4-BE49-F238E27FC236}">
                  <a16:creationId xmlns:a16="http://schemas.microsoft.com/office/drawing/2014/main" id="{5B8169F8-4CB9-4992-867E-8B83457CC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3055938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988" name="Picture 115">
              <a:extLst>
                <a:ext uri="{FF2B5EF4-FFF2-40B4-BE49-F238E27FC236}">
                  <a16:creationId xmlns:a16="http://schemas.microsoft.com/office/drawing/2014/main" id="{CFA4F67B-C2C2-4DAF-972F-BDCF66BF37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30972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89" name="Picture 116">
              <a:extLst>
                <a:ext uri="{FF2B5EF4-FFF2-40B4-BE49-F238E27FC236}">
                  <a16:creationId xmlns:a16="http://schemas.microsoft.com/office/drawing/2014/main" id="{60D9F384-D5AC-44CC-8359-CCB2F2E177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3132138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90" name="Picture 117">
              <a:extLst>
                <a:ext uri="{FF2B5EF4-FFF2-40B4-BE49-F238E27FC236}">
                  <a16:creationId xmlns:a16="http://schemas.microsoft.com/office/drawing/2014/main" id="{E349EF6B-CE62-487D-9A39-8A5BC6D90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3097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91" name="Picture 118">
              <a:extLst>
                <a:ext uri="{FF2B5EF4-FFF2-40B4-BE49-F238E27FC236}">
                  <a16:creationId xmlns:a16="http://schemas.microsoft.com/office/drawing/2014/main" id="{914868A0-89C1-43AE-A4EB-7233EDEFE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3513" y="3132138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992" name="Rectangle 119">
              <a:extLst>
                <a:ext uri="{FF2B5EF4-FFF2-40B4-BE49-F238E27FC236}">
                  <a16:creationId xmlns:a16="http://schemas.microsoft.com/office/drawing/2014/main" id="{2E3A9C00-180E-470D-AADC-4998F94C6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5113" y="3055938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993" name="Picture 120">
              <a:extLst>
                <a:ext uri="{FF2B5EF4-FFF2-40B4-BE49-F238E27FC236}">
                  <a16:creationId xmlns:a16="http://schemas.microsoft.com/office/drawing/2014/main" id="{42DBE8C2-854D-4F58-819D-2EA5662A11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30972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94" name="Picture 121">
              <a:extLst>
                <a:ext uri="{FF2B5EF4-FFF2-40B4-BE49-F238E27FC236}">
                  <a16:creationId xmlns:a16="http://schemas.microsoft.com/office/drawing/2014/main" id="{22E4BB60-9DBF-4C29-9A1C-E8F2366D67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3133725"/>
              <a:ext cx="809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995" name="Rectangle 122">
              <a:extLst>
                <a:ext uri="{FF2B5EF4-FFF2-40B4-BE49-F238E27FC236}">
                  <a16:creationId xmlns:a16="http://schemas.microsoft.com/office/drawing/2014/main" id="{E9482775-23A9-4E9A-AFC2-8F79D1B53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2986088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79996" name="Picture 123">
              <a:extLst>
                <a:ext uri="{FF2B5EF4-FFF2-40B4-BE49-F238E27FC236}">
                  <a16:creationId xmlns:a16="http://schemas.microsoft.com/office/drawing/2014/main" id="{6E356DE4-429E-41FE-92A9-3BB74857EF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3030538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97" name="Picture 124">
              <a:extLst>
                <a:ext uri="{FF2B5EF4-FFF2-40B4-BE49-F238E27FC236}">
                  <a16:creationId xmlns:a16="http://schemas.microsoft.com/office/drawing/2014/main" id="{3271B111-03CC-4467-9815-78F7B374D8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3132138"/>
              <a:ext cx="809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98" name="Picture 125">
              <a:extLst>
                <a:ext uri="{FF2B5EF4-FFF2-40B4-BE49-F238E27FC236}">
                  <a16:creationId xmlns:a16="http://schemas.microsoft.com/office/drawing/2014/main" id="{2E10BAB6-9AAD-4DD0-9397-2A84AE39F1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3113088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9999" name="Picture 126">
              <a:extLst>
                <a:ext uri="{FF2B5EF4-FFF2-40B4-BE49-F238E27FC236}">
                  <a16:creationId xmlns:a16="http://schemas.microsoft.com/office/drawing/2014/main" id="{1C1A21D7-048D-4746-B4D3-D60A84DB54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3097213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00" name="Picture 127">
              <a:extLst>
                <a:ext uri="{FF2B5EF4-FFF2-40B4-BE49-F238E27FC236}">
                  <a16:creationId xmlns:a16="http://schemas.microsoft.com/office/drawing/2014/main" id="{724AF692-A72D-4DA2-B49F-4518E59832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3132138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01" name="Picture 128">
              <a:extLst>
                <a:ext uri="{FF2B5EF4-FFF2-40B4-BE49-F238E27FC236}">
                  <a16:creationId xmlns:a16="http://schemas.microsoft.com/office/drawing/2014/main" id="{90B136D5-7DA4-475A-A3CD-31CC673C1A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30607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002" name="Rectangle 129">
              <a:extLst>
                <a:ext uri="{FF2B5EF4-FFF2-40B4-BE49-F238E27FC236}">
                  <a16:creationId xmlns:a16="http://schemas.microsoft.com/office/drawing/2014/main" id="{ADB0EED1-A151-4C3B-B8D6-F2A6DBF1D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2663" y="3055938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003" name="Picture 130">
              <a:extLst>
                <a:ext uri="{FF2B5EF4-FFF2-40B4-BE49-F238E27FC236}">
                  <a16:creationId xmlns:a16="http://schemas.microsoft.com/office/drawing/2014/main" id="{8F03D504-AA80-42AD-9E6A-54CD5E6F54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3097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04" name="Picture 131">
              <a:extLst>
                <a:ext uri="{FF2B5EF4-FFF2-40B4-BE49-F238E27FC236}">
                  <a16:creationId xmlns:a16="http://schemas.microsoft.com/office/drawing/2014/main" id="{65E47C13-F3A4-4673-9277-902294D289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3132138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05" name="Picture 132">
              <a:extLst>
                <a:ext uri="{FF2B5EF4-FFF2-40B4-BE49-F238E27FC236}">
                  <a16:creationId xmlns:a16="http://schemas.microsoft.com/office/drawing/2014/main" id="{798AAFB0-BF5B-4606-984E-8265706DDD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30607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06" name="Picture 133">
              <a:extLst>
                <a:ext uri="{FF2B5EF4-FFF2-40B4-BE49-F238E27FC236}">
                  <a16:creationId xmlns:a16="http://schemas.microsoft.com/office/drawing/2014/main" id="{B5B04EDA-4E2A-48EC-8983-438D444C06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3097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07" name="Picture 134">
              <a:extLst>
                <a:ext uri="{FF2B5EF4-FFF2-40B4-BE49-F238E27FC236}">
                  <a16:creationId xmlns:a16="http://schemas.microsoft.com/office/drawing/2014/main" id="{A5E5E5D7-D6EB-4B21-8D76-4FB67151AF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6413" y="3133725"/>
              <a:ext cx="82550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08" name="Picture 135">
              <a:extLst>
                <a:ext uri="{FF2B5EF4-FFF2-40B4-BE49-F238E27FC236}">
                  <a16:creationId xmlns:a16="http://schemas.microsoft.com/office/drawing/2014/main" id="{73E8FE01-4230-4869-8195-965F135516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913" y="33639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009" name="Rectangle 136">
              <a:extLst>
                <a:ext uri="{FF2B5EF4-FFF2-40B4-BE49-F238E27FC236}">
                  <a16:creationId xmlns:a16="http://schemas.microsoft.com/office/drawing/2014/main" id="{9D06ECF4-844E-42A9-8C51-202726B43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3317875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010" name="Picture 137">
              <a:extLst>
                <a:ext uri="{FF2B5EF4-FFF2-40B4-BE49-F238E27FC236}">
                  <a16:creationId xmlns:a16="http://schemas.microsoft.com/office/drawing/2014/main" id="{083C7EF8-ED74-4E19-8FD3-1BB18DE065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0600" y="33639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11" name="Picture 138">
              <a:extLst>
                <a:ext uri="{FF2B5EF4-FFF2-40B4-BE49-F238E27FC236}">
                  <a16:creationId xmlns:a16="http://schemas.microsoft.com/office/drawing/2014/main" id="{64507326-6081-4844-9360-B56A9E1CD8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4488" y="3363913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12" name="Picture 139">
              <a:extLst>
                <a:ext uri="{FF2B5EF4-FFF2-40B4-BE49-F238E27FC236}">
                  <a16:creationId xmlns:a16="http://schemas.microsoft.com/office/drawing/2014/main" id="{516F7101-7E0F-4181-ABF2-027EE5E59C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500" y="3363913"/>
              <a:ext cx="93663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013" name="Rectangle 140">
              <a:extLst>
                <a:ext uri="{FF2B5EF4-FFF2-40B4-BE49-F238E27FC236}">
                  <a16:creationId xmlns:a16="http://schemas.microsoft.com/office/drawing/2014/main" id="{E3F6133E-FA18-4E45-9FEE-FDB466471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3317875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014" name="Rectangle 141">
              <a:extLst>
                <a:ext uri="{FF2B5EF4-FFF2-40B4-BE49-F238E27FC236}">
                  <a16:creationId xmlns:a16="http://schemas.microsoft.com/office/drawing/2014/main" id="{90D1AB74-9B29-44D4-8779-420AD7EE1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3317875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015" name="Picture 142">
              <a:extLst>
                <a:ext uri="{FF2B5EF4-FFF2-40B4-BE49-F238E27FC236}">
                  <a16:creationId xmlns:a16="http://schemas.microsoft.com/office/drawing/2014/main" id="{3DA01EE9-5E3C-49B2-BB0D-A81035C2B8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3427413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16" name="Picture 143">
              <a:extLst>
                <a:ext uri="{FF2B5EF4-FFF2-40B4-BE49-F238E27FC236}">
                  <a16:creationId xmlns:a16="http://schemas.microsoft.com/office/drawing/2014/main" id="{20729ACE-E5C0-42FF-B1E0-B6DAD1BE8C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3465513"/>
              <a:ext cx="80962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17" name="Picture 144">
              <a:extLst>
                <a:ext uri="{FF2B5EF4-FFF2-40B4-BE49-F238E27FC236}">
                  <a16:creationId xmlns:a16="http://schemas.microsoft.com/office/drawing/2014/main" id="{8A6EE4C3-D416-413E-967D-72450D4A2C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3444875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018" name="Rectangle 145">
              <a:extLst>
                <a:ext uri="{FF2B5EF4-FFF2-40B4-BE49-F238E27FC236}">
                  <a16:creationId xmlns:a16="http://schemas.microsoft.com/office/drawing/2014/main" id="{8D642CB9-E47E-4508-9E73-1BCB113A6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2663" y="3386138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019" name="Picture 146">
              <a:extLst>
                <a:ext uri="{FF2B5EF4-FFF2-40B4-BE49-F238E27FC236}">
                  <a16:creationId xmlns:a16="http://schemas.microsoft.com/office/drawing/2014/main" id="{1F092E42-37BA-4C18-AC4F-2367B5D5F1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34274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20" name="Picture 147">
              <a:extLst>
                <a:ext uri="{FF2B5EF4-FFF2-40B4-BE49-F238E27FC236}">
                  <a16:creationId xmlns:a16="http://schemas.microsoft.com/office/drawing/2014/main" id="{6F632D07-D20D-4D92-A17D-E32B554F78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3463925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21" name="Picture 148">
              <a:extLst>
                <a:ext uri="{FF2B5EF4-FFF2-40B4-BE49-F238E27FC236}">
                  <a16:creationId xmlns:a16="http://schemas.microsoft.com/office/drawing/2014/main" id="{16B03DAC-9E76-41CC-BDA9-CF1F74407C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34274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22" name="Picture 149">
              <a:extLst>
                <a:ext uri="{FF2B5EF4-FFF2-40B4-BE49-F238E27FC236}">
                  <a16:creationId xmlns:a16="http://schemas.microsoft.com/office/drawing/2014/main" id="{1F640566-AD75-4D67-84D6-03E6F54C0D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3513" y="34639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23" name="Picture 150">
              <a:extLst>
                <a:ext uri="{FF2B5EF4-FFF2-40B4-BE49-F238E27FC236}">
                  <a16:creationId xmlns:a16="http://schemas.microsoft.com/office/drawing/2014/main" id="{CA4613A3-262D-441B-9E06-EBAE7D286E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34274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24" name="Picture 151">
              <a:extLst>
                <a:ext uri="{FF2B5EF4-FFF2-40B4-BE49-F238E27FC236}">
                  <a16:creationId xmlns:a16="http://schemas.microsoft.com/office/drawing/2014/main" id="{9E965281-8FF6-4F9C-9D4F-7306B73E45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3465513"/>
              <a:ext cx="80963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025" name="Rectangle 152">
              <a:extLst>
                <a:ext uri="{FF2B5EF4-FFF2-40B4-BE49-F238E27FC236}">
                  <a16:creationId xmlns:a16="http://schemas.microsoft.com/office/drawing/2014/main" id="{2B0322B8-BAF3-45AC-A469-09879CF46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3317875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026" name="Picture 153">
              <a:extLst>
                <a:ext uri="{FF2B5EF4-FFF2-40B4-BE49-F238E27FC236}">
                  <a16:creationId xmlns:a16="http://schemas.microsoft.com/office/drawing/2014/main" id="{59EC14BE-1BBD-4ACF-B1F2-83D09E959A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3360738"/>
              <a:ext cx="266700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27" name="Picture 154">
              <a:extLst>
                <a:ext uri="{FF2B5EF4-FFF2-40B4-BE49-F238E27FC236}">
                  <a16:creationId xmlns:a16="http://schemas.microsoft.com/office/drawing/2014/main" id="{8BB7F069-B4E8-4609-9C2E-5EF0E4F15A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3465513"/>
              <a:ext cx="80963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28" name="Picture 155">
              <a:extLst>
                <a:ext uri="{FF2B5EF4-FFF2-40B4-BE49-F238E27FC236}">
                  <a16:creationId xmlns:a16="http://schemas.microsoft.com/office/drawing/2014/main" id="{8653D80D-E89A-4CD4-AF94-F895422E61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3444875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29" name="Picture 156">
              <a:extLst>
                <a:ext uri="{FF2B5EF4-FFF2-40B4-BE49-F238E27FC236}">
                  <a16:creationId xmlns:a16="http://schemas.microsoft.com/office/drawing/2014/main" id="{1A5609BA-71BF-44F2-AD0B-1912D5CAB0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3427413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30" name="Picture 157">
              <a:extLst>
                <a:ext uri="{FF2B5EF4-FFF2-40B4-BE49-F238E27FC236}">
                  <a16:creationId xmlns:a16="http://schemas.microsoft.com/office/drawing/2014/main" id="{B7A49696-6FA5-4528-A521-0BD7BC7971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3463925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31" name="Picture 158">
              <a:extLst>
                <a:ext uri="{FF2B5EF4-FFF2-40B4-BE49-F238E27FC236}">
                  <a16:creationId xmlns:a16="http://schemas.microsoft.com/office/drawing/2014/main" id="{D4618A71-868F-409A-805E-77BEBCDCC5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33924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032" name="Rectangle 159">
              <a:extLst>
                <a:ext uri="{FF2B5EF4-FFF2-40B4-BE49-F238E27FC236}">
                  <a16:creationId xmlns:a16="http://schemas.microsoft.com/office/drawing/2014/main" id="{9D3CC999-2192-4513-A3D3-52E4FAD24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2663" y="3386138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033" name="Picture 160">
              <a:extLst>
                <a:ext uri="{FF2B5EF4-FFF2-40B4-BE49-F238E27FC236}">
                  <a16:creationId xmlns:a16="http://schemas.microsoft.com/office/drawing/2014/main" id="{DE71D516-8005-468A-8FEF-9045438638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34274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34" name="Picture 161">
              <a:extLst>
                <a:ext uri="{FF2B5EF4-FFF2-40B4-BE49-F238E27FC236}">
                  <a16:creationId xmlns:a16="http://schemas.microsoft.com/office/drawing/2014/main" id="{3BBBC3F6-8061-477B-B599-07F3DAFE2C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34639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35" name="Picture 162">
              <a:extLst>
                <a:ext uri="{FF2B5EF4-FFF2-40B4-BE49-F238E27FC236}">
                  <a16:creationId xmlns:a16="http://schemas.microsoft.com/office/drawing/2014/main" id="{95CDE77B-2DD6-4012-8672-722C96E7F6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33924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036" name="Rectangle 163">
              <a:extLst>
                <a:ext uri="{FF2B5EF4-FFF2-40B4-BE49-F238E27FC236}">
                  <a16:creationId xmlns:a16="http://schemas.microsoft.com/office/drawing/2014/main" id="{6A358F94-01D2-4D58-B24D-BDC31D910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7663" y="3386138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037" name="Picture 164">
              <a:extLst>
                <a:ext uri="{FF2B5EF4-FFF2-40B4-BE49-F238E27FC236}">
                  <a16:creationId xmlns:a16="http://schemas.microsoft.com/office/drawing/2014/main" id="{F78A6AF2-F2A9-4964-9350-9933EB6811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34274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38" name="Picture 165">
              <a:extLst>
                <a:ext uri="{FF2B5EF4-FFF2-40B4-BE49-F238E27FC236}">
                  <a16:creationId xmlns:a16="http://schemas.microsoft.com/office/drawing/2014/main" id="{A70BDE10-F20C-42DC-8A86-3B6A3EEDED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9588" y="3465513"/>
              <a:ext cx="80962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39" name="Picture 166">
              <a:extLst>
                <a:ext uri="{FF2B5EF4-FFF2-40B4-BE49-F238E27FC236}">
                  <a16:creationId xmlns:a16="http://schemas.microsoft.com/office/drawing/2014/main" id="{B10013B0-6F32-4989-B81D-A8026942C9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8738" y="3692525"/>
              <a:ext cx="123825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040" name="Rectangle 167">
              <a:extLst>
                <a:ext uri="{FF2B5EF4-FFF2-40B4-BE49-F238E27FC236}">
                  <a16:creationId xmlns:a16="http://schemas.microsoft.com/office/drawing/2014/main" id="{4D74AC4B-7374-4316-862C-C0364128D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3648075"/>
              <a:ext cx="12700" cy="3317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041" name="Picture 168">
              <a:extLst>
                <a:ext uri="{FF2B5EF4-FFF2-40B4-BE49-F238E27FC236}">
                  <a16:creationId xmlns:a16="http://schemas.microsoft.com/office/drawing/2014/main" id="{C37185D2-5BD9-4743-A246-8065FF5ABD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3300" y="369570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42" name="Picture 169">
              <a:extLst>
                <a:ext uri="{FF2B5EF4-FFF2-40B4-BE49-F238E27FC236}">
                  <a16:creationId xmlns:a16="http://schemas.microsoft.com/office/drawing/2014/main" id="{B0EBEFAD-2B76-4AF7-81E2-F2D914C718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0200" y="36957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43" name="Picture 170">
              <a:extLst>
                <a:ext uri="{FF2B5EF4-FFF2-40B4-BE49-F238E27FC236}">
                  <a16:creationId xmlns:a16="http://schemas.microsoft.com/office/drawing/2014/main" id="{1DB56F0D-8EEB-43E5-BD28-0693FA49A8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1388" y="3695700"/>
              <a:ext cx="114300" cy="192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044" name="Rectangle 171">
              <a:extLst>
                <a:ext uri="{FF2B5EF4-FFF2-40B4-BE49-F238E27FC236}">
                  <a16:creationId xmlns:a16="http://schemas.microsoft.com/office/drawing/2014/main" id="{B6D634AD-17BB-4CBB-9621-D4C28A6F8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3648075"/>
              <a:ext cx="14287" cy="331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045" name="Rectangle 172">
              <a:extLst>
                <a:ext uri="{FF2B5EF4-FFF2-40B4-BE49-F238E27FC236}">
                  <a16:creationId xmlns:a16="http://schemas.microsoft.com/office/drawing/2014/main" id="{0897AAC0-D649-45C3-A8AC-8127D06CD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3648075"/>
              <a:ext cx="12700" cy="3317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046" name="Picture 173">
              <a:extLst>
                <a:ext uri="{FF2B5EF4-FFF2-40B4-BE49-F238E27FC236}">
                  <a16:creationId xmlns:a16="http://schemas.microsoft.com/office/drawing/2014/main" id="{1F55CBDB-2C54-40D8-A12C-FB553B7951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3759200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47" name="Picture 174">
              <a:extLst>
                <a:ext uri="{FF2B5EF4-FFF2-40B4-BE49-F238E27FC236}">
                  <a16:creationId xmlns:a16="http://schemas.microsoft.com/office/drawing/2014/main" id="{D889488C-15D0-49B2-BF11-254C3050F3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6413" y="3792538"/>
              <a:ext cx="88900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48" name="Picture 175">
              <a:extLst>
                <a:ext uri="{FF2B5EF4-FFF2-40B4-BE49-F238E27FC236}">
                  <a16:creationId xmlns:a16="http://schemas.microsoft.com/office/drawing/2014/main" id="{A3EA2AF2-4B29-4F65-BB04-FD47F198FF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3775075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49" name="Picture 176">
              <a:extLst>
                <a:ext uri="{FF2B5EF4-FFF2-40B4-BE49-F238E27FC236}">
                  <a16:creationId xmlns:a16="http://schemas.microsoft.com/office/drawing/2014/main" id="{A5C71626-5DDD-47B3-904C-41ABC9346F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3759200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50" name="Picture 177">
              <a:extLst>
                <a:ext uri="{FF2B5EF4-FFF2-40B4-BE49-F238E27FC236}">
                  <a16:creationId xmlns:a16="http://schemas.microsoft.com/office/drawing/2014/main" id="{290B85DD-D4C7-422E-8821-0BC5FEB43B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3794125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051" name="Rectangle 178">
              <a:extLst>
                <a:ext uri="{FF2B5EF4-FFF2-40B4-BE49-F238E27FC236}">
                  <a16:creationId xmlns:a16="http://schemas.microsoft.com/office/drawing/2014/main" id="{F2E9C4E5-53B6-4451-AADF-0712398EA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8888" y="3717925"/>
              <a:ext cx="161925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052" name="Picture 179">
              <a:extLst>
                <a:ext uri="{FF2B5EF4-FFF2-40B4-BE49-F238E27FC236}">
                  <a16:creationId xmlns:a16="http://schemas.microsoft.com/office/drawing/2014/main" id="{4701160F-6CDB-4DA8-9546-3E18337EA7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37592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53" name="Picture 180">
              <a:extLst>
                <a:ext uri="{FF2B5EF4-FFF2-40B4-BE49-F238E27FC236}">
                  <a16:creationId xmlns:a16="http://schemas.microsoft.com/office/drawing/2014/main" id="{FF6F7AA8-C992-4041-9665-25CFEE897E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6688" y="3794125"/>
              <a:ext cx="80962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054" name="Rectangle 181">
              <a:extLst>
                <a:ext uri="{FF2B5EF4-FFF2-40B4-BE49-F238E27FC236}">
                  <a16:creationId xmlns:a16="http://schemas.microsoft.com/office/drawing/2014/main" id="{DD8705EA-95BB-4E9B-B4F6-F669D62C2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5113" y="3717925"/>
              <a:ext cx="160337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055" name="Picture 182">
              <a:extLst>
                <a:ext uri="{FF2B5EF4-FFF2-40B4-BE49-F238E27FC236}">
                  <a16:creationId xmlns:a16="http://schemas.microsoft.com/office/drawing/2014/main" id="{B314A439-FDDF-4E64-9756-2E6C824579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3759200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56" name="Picture 183">
              <a:extLst>
                <a:ext uri="{FF2B5EF4-FFF2-40B4-BE49-F238E27FC236}">
                  <a16:creationId xmlns:a16="http://schemas.microsoft.com/office/drawing/2014/main" id="{6882BC04-ABC9-4927-A60D-1A72431A45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3795713"/>
              <a:ext cx="80963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057" name="Rectangle 184">
              <a:extLst>
                <a:ext uri="{FF2B5EF4-FFF2-40B4-BE49-F238E27FC236}">
                  <a16:creationId xmlns:a16="http://schemas.microsoft.com/office/drawing/2014/main" id="{512240E0-22A9-4553-9C47-1AD84EE22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3648075"/>
              <a:ext cx="15875" cy="3317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058" name="Picture 185">
              <a:extLst>
                <a:ext uri="{FF2B5EF4-FFF2-40B4-BE49-F238E27FC236}">
                  <a16:creationId xmlns:a16="http://schemas.microsoft.com/office/drawing/2014/main" id="{C490469F-BEB2-4365-AD48-39444DC151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3692525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59" name="Picture 186">
              <a:extLst>
                <a:ext uri="{FF2B5EF4-FFF2-40B4-BE49-F238E27FC236}">
                  <a16:creationId xmlns:a16="http://schemas.microsoft.com/office/drawing/2014/main" id="{7B6A2B1C-3C36-4737-80CA-62D5DECD99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3638" y="3792538"/>
              <a:ext cx="88900" cy="12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60" name="Picture 187">
              <a:extLst>
                <a:ext uri="{FF2B5EF4-FFF2-40B4-BE49-F238E27FC236}">
                  <a16:creationId xmlns:a16="http://schemas.microsoft.com/office/drawing/2014/main" id="{D2C64748-9D67-4F5E-A432-2E64DD7CBB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3775075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061" name="Rectangle 188">
              <a:extLst>
                <a:ext uri="{FF2B5EF4-FFF2-40B4-BE49-F238E27FC236}">
                  <a16:creationId xmlns:a16="http://schemas.microsoft.com/office/drawing/2014/main" id="{85948FBC-5AF6-4DC7-A089-6456301D4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238" y="3717925"/>
              <a:ext cx="158750" cy="127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062" name="Picture 189">
              <a:extLst>
                <a:ext uri="{FF2B5EF4-FFF2-40B4-BE49-F238E27FC236}">
                  <a16:creationId xmlns:a16="http://schemas.microsoft.com/office/drawing/2014/main" id="{5669178B-5020-4846-AA60-50101E4548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3759200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63" name="Picture 190">
              <a:extLst>
                <a:ext uri="{FF2B5EF4-FFF2-40B4-BE49-F238E27FC236}">
                  <a16:creationId xmlns:a16="http://schemas.microsoft.com/office/drawing/2014/main" id="{88326427-C05A-40D3-9330-91FE968FA1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3794125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64" name="Picture 191">
              <a:extLst>
                <a:ext uri="{FF2B5EF4-FFF2-40B4-BE49-F238E27FC236}">
                  <a16:creationId xmlns:a16="http://schemas.microsoft.com/office/drawing/2014/main" id="{39FC061C-91F7-4801-B80A-2C9FAF2372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37226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65" name="Picture 192">
              <a:extLst>
                <a:ext uri="{FF2B5EF4-FFF2-40B4-BE49-F238E27FC236}">
                  <a16:creationId xmlns:a16="http://schemas.microsoft.com/office/drawing/2014/main" id="{AB58E2C4-A821-4055-87B1-31E907F8D6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37592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66" name="Picture 193">
              <a:extLst>
                <a:ext uri="{FF2B5EF4-FFF2-40B4-BE49-F238E27FC236}">
                  <a16:creationId xmlns:a16="http://schemas.microsoft.com/office/drawing/2014/main" id="{B30DA4E9-8646-4690-ABF4-B3AF6D707E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37941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67" name="Picture 194">
              <a:extLst>
                <a:ext uri="{FF2B5EF4-FFF2-40B4-BE49-F238E27FC236}">
                  <a16:creationId xmlns:a16="http://schemas.microsoft.com/office/drawing/2014/main" id="{E8EB9809-9A89-4994-B241-30BB72006D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3722688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68" name="Picture 195">
              <a:extLst>
                <a:ext uri="{FF2B5EF4-FFF2-40B4-BE49-F238E27FC236}">
                  <a16:creationId xmlns:a16="http://schemas.microsoft.com/office/drawing/2014/main" id="{8CA197DC-3EDE-4E91-AE13-1241F9A750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3759200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69" name="Picture 196">
              <a:extLst>
                <a:ext uri="{FF2B5EF4-FFF2-40B4-BE49-F238E27FC236}">
                  <a16:creationId xmlns:a16="http://schemas.microsoft.com/office/drawing/2014/main" id="{462C9C14-770E-43BD-BDB3-6BF10B873C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6413" y="3795713"/>
              <a:ext cx="82550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70" name="Picture 197">
              <a:extLst>
                <a:ext uri="{FF2B5EF4-FFF2-40B4-BE49-F238E27FC236}">
                  <a16:creationId xmlns:a16="http://schemas.microsoft.com/office/drawing/2014/main" id="{4B5A6C5D-7E8B-453F-8F07-3EB85B7053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8263" y="4024313"/>
              <a:ext cx="10795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071" name="Rectangle 198">
              <a:extLst>
                <a:ext uri="{FF2B5EF4-FFF2-40B4-BE49-F238E27FC236}">
                  <a16:creationId xmlns:a16="http://schemas.microsoft.com/office/drawing/2014/main" id="{FE5263F0-10EE-4CA9-A62D-92CD6E981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3979863"/>
              <a:ext cx="12700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072" name="Picture 199">
              <a:extLst>
                <a:ext uri="{FF2B5EF4-FFF2-40B4-BE49-F238E27FC236}">
                  <a16:creationId xmlns:a16="http://schemas.microsoft.com/office/drawing/2014/main" id="{591A9129-6DF8-4C5C-BAD2-A7E13129FE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3300" y="4024313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73" name="Picture 200">
              <a:extLst>
                <a:ext uri="{FF2B5EF4-FFF2-40B4-BE49-F238E27FC236}">
                  <a16:creationId xmlns:a16="http://schemas.microsoft.com/office/drawing/2014/main" id="{776020F9-FCD5-4B7C-880E-93B2E13E94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0200" y="4024313"/>
              <a:ext cx="114300" cy="190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74" name="Picture 201">
              <a:extLst>
                <a:ext uri="{FF2B5EF4-FFF2-40B4-BE49-F238E27FC236}">
                  <a16:creationId xmlns:a16="http://schemas.microsoft.com/office/drawing/2014/main" id="{37162FCB-253E-4EB5-BC30-2C7553E66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500" y="4024313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075" name="Rectangle 202">
              <a:extLst>
                <a:ext uri="{FF2B5EF4-FFF2-40B4-BE49-F238E27FC236}">
                  <a16:creationId xmlns:a16="http://schemas.microsoft.com/office/drawing/2014/main" id="{D1190860-FF9D-4E05-88CE-6DBD8E013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3979863"/>
              <a:ext cx="14287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076" name="Rectangle 203">
              <a:extLst>
                <a:ext uri="{FF2B5EF4-FFF2-40B4-BE49-F238E27FC236}">
                  <a16:creationId xmlns:a16="http://schemas.microsoft.com/office/drawing/2014/main" id="{B92FA9F2-54DF-4F05-9EA2-B84D21754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3979863"/>
              <a:ext cx="12700" cy="330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077" name="Picture 204">
              <a:extLst>
                <a:ext uri="{FF2B5EF4-FFF2-40B4-BE49-F238E27FC236}">
                  <a16:creationId xmlns:a16="http://schemas.microsoft.com/office/drawing/2014/main" id="{15870601-E56D-4324-89EC-E21517E1E9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4086225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78" name="Picture 205">
              <a:extLst>
                <a:ext uri="{FF2B5EF4-FFF2-40B4-BE49-F238E27FC236}">
                  <a16:creationId xmlns:a16="http://schemas.microsoft.com/office/drawing/2014/main" id="{0E3F1EC9-395F-4790-B133-9F6A01535E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4122738"/>
              <a:ext cx="80962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79" name="Picture 206">
              <a:extLst>
                <a:ext uri="{FF2B5EF4-FFF2-40B4-BE49-F238E27FC236}">
                  <a16:creationId xmlns:a16="http://schemas.microsoft.com/office/drawing/2014/main" id="{0F94248C-BD5F-46D1-9994-18DB9567A9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4103688"/>
              <a:ext cx="177800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80" name="Picture 207">
              <a:extLst>
                <a:ext uri="{FF2B5EF4-FFF2-40B4-BE49-F238E27FC236}">
                  <a16:creationId xmlns:a16="http://schemas.microsoft.com/office/drawing/2014/main" id="{F8758FCA-8688-46C8-9C13-49D7FB7448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408622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81" name="Picture 208">
              <a:extLst>
                <a:ext uri="{FF2B5EF4-FFF2-40B4-BE49-F238E27FC236}">
                  <a16:creationId xmlns:a16="http://schemas.microsoft.com/office/drawing/2014/main" id="{F50F2863-110C-4BF4-A3E5-D0DA0D4E61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4122738"/>
              <a:ext cx="68263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082" name="Rectangle 209">
              <a:extLst>
                <a:ext uri="{FF2B5EF4-FFF2-40B4-BE49-F238E27FC236}">
                  <a16:creationId xmlns:a16="http://schemas.microsoft.com/office/drawing/2014/main" id="{8F16C3C9-19F1-4CE4-93F5-58780FBC1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8888" y="4048125"/>
              <a:ext cx="161925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083" name="Picture 210">
              <a:extLst>
                <a:ext uri="{FF2B5EF4-FFF2-40B4-BE49-F238E27FC236}">
                  <a16:creationId xmlns:a16="http://schemas.microsoft.com/office/drawing/2014/main" id="{FF6C2DD1-6C95-4499-8B0C-337FC8AA07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40862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84" name="Picture 211">
              <a:extLst>
                <a:ext uri="{FF2B5EF4-FFF2-40B4-BE49-F238E27FC236}">
                  <a16:creationId xmlns:a16="http://schemas.microsoft.com/office/drawing/2014/main" id="{AB26A8CD-A4BC-4DC5-89B9-3B154AC1DC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6688" y="4122738"/>
              <a:ext cx="80962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85" name="Picture 212">
              <a:extLst>
                <a:ext uri="{FF2B5EF4-FFF2-40B4-BE49-F238E27FC236}">
                  <a16:creationId xmlns:a16="http://schemas.microsoft.com/office/drawing/2014/main" id="{A61928BD-FF1F-496D-8475-90A610BA9E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408622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86" name="Picture 213">
              <a:extLst>
                <a:ext uri="{FF2B5EF4-FFF2-40B4-BE49-F238E27FC236}">
                  <a16:creationId xmlns:a16="http://schemas.microsoft.com/office/drawing/2014/main" id="{F60B90C6-5A89-470F-9F9A-804F540E98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4122738"/>
              <a:ext cx="80963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087" name="Rectangle 214">
              <a:extLst>
                <a:ext uri="{FF2B5EF4-FFF2-40B4-BE49-F238E27FC236}">
                  <a16:creationId xmlns:a16="http://schemas.microsoft.com/office/drawing/2014/main" id="{A1B036CE-E6FC-409F-97D7-D0C3904A2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3979863"/>
              <a:ext cx="15875" cy="3302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088" name="Picture 215">
              <a:extLst>
                <a:ext uri="{FF2B5EF4-FFF2-40B4-BE49-F238E27FC236}">
                  <a16:creationId xmlns:a16="http://schemas.microsoft.com/office/drawing/2014/main" id="{B5605179-2F41-42F1-87C1-121D7F2778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4021138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89" name="Picture 216">
              <a:extLst>
                <a:ext uri="{FF2B5EF4-FFF2-40B4-BE49-F238E27FC236}">
                  <a16:creationId xmlns:a16="http://schemas.microsoft.com/office/drawing/2014/main" id="{6790A917-7341-4A2D-95B0-CB5B4C9355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4122738"/>
              <a:ext cx="80963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90" name="Picture 217">
              <a:extLst>
                <a:ext uri="{FF2B5EF4-FFF2-40B4-BE49-F238E27FC236}">
                  <a16:creationId xmlns:a16="http://schemas.microsoft.com/office/drawing/2014/main" id="{D3AF6025-1A06-48BF-89EC-61B4CD011F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4103688"/>
              <a:ext cx="179388" cy="71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091" name="Rectangle 218">
              <a:extLst>
                <a:ext uri="{FF2B5EF4-FFF2-40B4-BE49-F238E27FC236}">
                  <a16:creationId xmlns:a16="http://schemas.microsoft.com/office/drawing/2014/main" id="{D62CABF0-4A2F-429D-BD6B-514C27C938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238" y="4048125"/>
              <a:ext cx="158750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092" name="Picture 219">
              <a:extLst>
                <a:ext uri="{FF2B5EF4-FFF2-40B4-BE49-F238E27FC236}">
                  <a16:creationId xmlns:a16="http://schemas.microsoft.com/office/drawing/2014/main" id="{EC871FE7-FFDB-41A7-B739-D54B521DBE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4086225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93" name="Picture 220">
              <a:extLst>
                <a:ext uri="{FF2B5EF4-FFF2-40B4-BE49-F238E27FC236}">
                  <a16:creationId xmlns:a16="http://schemas.microsoft.com/office/drawing/2014/main" id="{A4141E32-27EC-4D91-9EC0-F4DB304C5E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4122738"/>
              <a:ext cx="698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94" name="Picture 221">
              <a:extLst>
                <a:ext uri="{FF2B5EF4-FFF2-40B4-BE49-F238E27FC236}">
                  <a16:creationId xmlns:a16="http://schemas.microsoft.com/office/drawing/2014/main" id="{F72D98F3-91CF-4109-9D42-F06EE362B0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4049713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95" name="Picture 222">
              <a:extLst>
                <a:ext uri="{FF2B5EF4-FFF2-40B4-BE49-F238E27FC236}">
                  <a16:creationId xmlns:a16="http://schemas.microsoft.com/office/drawing/2014/main" id="{04B8FAD7-B8FF-44DC-993E-E4C351A8AA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40862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96" name="Picture 223">
              <a:extLst>
                <a:ext uri="{FF2B5EF4-FFF2-40B4-BE49-F238E27FC236}">
                  <a16:creationId xmlns:a16="http://schemas.microsoft.com/office/drawing/2014/main" id="{3665ED64-F259-4672-A1C2-9F346D0922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4122738"/>
              <a:ext cx="825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097" name="Picture 224">
              <a:extLst>
                <a:ext uri="{FF2B5EF4-FFF2-40B4-BE49-F238E27FC236}">
                  <a16:creationId xmlns:a16="http://schemas.microsoft.com/office/drawing/2014/main" id="{7DEBAF95-5284-497D-9BED-9C23394230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4049713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098" name="Rectangle 225">
              <a:extLst>
                <a:ext uri="{FF2B5EF4-FFF2-40B4-BE49-F238E27FC236}">
                  <a16:creationId xmlns:a16="http://schemas.microsoft.com/office/drawing/2014/main" id="{614F57CB-8C45-4A40-9B9E-0E153E036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7663" y="4048125"/>
              <a:ext cx="160337" cy="14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099" name="Picture 226">
              <a:extLst>
                <a:ext uri="{FF2B5EF4-FFF2-40B4-BE49-F238E27FC236}">
                  <a16:creationId xmlns:a16="http://schemas.microsoft.com/office/drawing/2014/main" id="{3AEE655B-0066-44AF-A9D4-D12F454519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40862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00" name="Picture 227">
              <a:extLst>
                <a:ext uri="{FF2B5EF4-FFF2-40B4-BE49-F238E27FC236}">
                  <a16:creationId xmlns:a16="http://schemas.microsoft.com/office/drawing/2014/main" id="{475FEEA6-48FE-4229-B36C-8B27EACF22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9588" y="4122738"/>
              <a:ext cx="80962" cy="128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01" name="Picture 228">
              <a:extLst>
                <a:ext uri="{FF2B5EF4-FFF2-40B4-BE49-F238E27FC236}">
                  <a16:creationId xmlns:a16="http://schemas.microsoft.com/office/drawing/2014/main" id="{D7B30BE9-A188-4E6C-A78C-ACBA8BD190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913" y="43545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102" name="Rectangle 229">
              <a:extLst>
                <a:ext uri="{FF2B5EF4-FFF2-40B4-BE49-F238E27FC236}">
                  <a16:creationId xmlns:a16="http://schemas.microsoft.com/office/drawing/2014/main" id="{142894D7-8A25-48E6-9507-F2BD3FA85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4310063"/>
              <a:ext cx="12700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103" name="Picture 230">
              <a:extLst>
                <a:ext uri="{FF2B5EF4-FFF2-40B4-BE49-F238E27FC236}">
                  <a16:creationId xmlns:a16="http://schemas.microsoft.com/office/drawing/2014/main" id="{409806A2-1E45-4424-AC45-A297347FAE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3300" y="4354513"/>
              <a:ext cx="93663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04" name="Picture 231">
              <a:extLst>
                <a:ext uri="{FF2B5EF4-FFF2-40B4-BE49-F238E27FC236}">
                  <a16:creationId xmlns:a16="http://schemas.microsoft.com/office/drawing/2014/main" id="{99CD9EF5-D9DA-4F23-BE96-CB13DB7377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4488" y="4354513"/>
              <a:ext cx="92075" cy="185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05" name="Picture 232">
              <a:extLst>
                <a:ext uri="{FF2B5EF4-FFF2-40B4-BE49-F238E27FC236}">
                  <a16:creationId xmlns:a16="http://schemas.microsoft.com/office/drawing/2014/main" id="{3E3B8B82-6DEC-4EC0-ADD2-B62C0A969E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1388" y="4354513"/>
              <a:ext cx="114300" cy="1920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106" name="Rectangle 233">
              <a:extLst>
                <a:ext uri="{FF2B5EF4-FFF2-40B4-BE49-F238E27FC236}">
                  <a16:creationId xmlns:a16="http://schemas.microsoft.com/office/drawing/2014/main" id="{E5FA9A21-52E6-4DDF-BBE9-89E526462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4310063"/>
              <a:ext cx="14287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107" name="Rectangle 234">
              <a:extLst>
                <a:ext uri="{FF2B5EF4-FFF2-40B4-BE49-F238E27FC236}">
                  <a16:creationId xmlns:a16="http://schemas.microsoft.com/office/drawing/2014/main" id="{77520126-36F6-402C-8692-12F43B952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4310063"/>
              <a:ext cx="12700" cy="3317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108" name="Picture 235">
              <a:extLst>
                <a:ext uri="{FF2B5EF4-FFF2-40B4-BE49-F238E27FC236}">
                  <a16:creationId xmlns:a16="http://schemas.microsoft.com/office/drawing/2014/main" id="{5C3E5D9B-119C-4343-8D98-94268B561F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4416425"/>
              <a:ext cx="219075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09" name="Picture 236">
              <a:extLst>
                <a:ext uri="{FF2B5EF4-FFF2-40B4-BE49-F238E27FC236}">
                  <a16:creationId xmlns:a16="http://schemas.microsoft.com/office/drawing/2014/main" id="{3B3FBF4B-59A3-4B2D-A6B8-C203C0B33D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4454525"/>
              <a:ext cx="80962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10" name="Picture 237">
              <a:extLst>
                <a:ext uri="{FF2B5EF4-FFF2-40B4-BE49-F238E27FC236}">
                  <a16:creationId xmlns:a16="http://schemas.microsoft.com/office/drawing/2014/main" id="{CAD84F96-8164-4F72-8B50-B5F4610F24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4435475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11" name="Picture 238">
              <a:extLst>
                <a:ext uri="{FF2B5EF4-FFF2-40B4-BE49-F238E27FC236}">
                  <a16:creationId xmlns:a16="http://schemas.microsoft.com/office/drawing/2014/main" id="{2F880D9A-C118-4AC5-A7AF-0E118AAFDC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441642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12" name="Picture 239">
              <a:extLst>
                <a:ext uri="{FF2B5EF4-FFF2-40B4-BE49-F238E27FC236}">
                  <a16:creationId xmlns:a16="http://schemas.microsoft.com/office/drawing/2014/main" id="{613EE742-B074-4153-84AB-C68258DC9F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4454525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13" name="Picture 240">
              <a:extLst>
                <a:ext uri="{FF2B5EF4-FFF2-40B4-BE49-F238E27FC236}">
                  <a16:creationId xmlns:a16="http://schemas.microsoft.com/office/drawing/2014/main" id="{17B94015-A259-4D11-8547-1247D5A70F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44164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14" name="Picture 241">
              <a:extLst>
                <a:ext uri="{FF2B5EF4-FFF2-40B4-BE49-F238E27FC236}">
                  <a16:creationId xmlns:a16="http://schemas.microsoft.com/office/drawing/2014/main" id="{1CD07CE2-C6FA-48C1-BA8F-3C8D977DC9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3513" y="44545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115" name="Rectangle 242">
              <a:extLst>
                <a:ext uri="{FF2B5EF4-FFF2-40B4-BE49-F238E27FC236}">
                  <a16:creationId xmlns:a16="http://schemas.microsoft.com/office/drawing/2014/main" id="{6B35FE83-0974-4B80-A756-C463227D0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5113" y="437991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116" name="Picture 243">
              <a:extLst>
                <a:ext uri="{FF2B5EF4-FFF2-40B4-BE49-F238E27FC236}">
                  <a16:creationId xmlns:a16="http://schemas.microsoft.com/office/drawing/2014/main" id="{F9A020EF-A205-4409-B61C-921C7BCA47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4416425"/>
              <a:ext cx="134938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17" name="Picture 244">
              <a:extLst>
                <a:ext uri="{FF2B5EF4-FFF2-40B4-BE49-F238E27FC236}">
                  <a16:creationId xmlns:a16="http://schemas.microsoft.com/office/drawing/2014/main" id="{477152D2-6B84-490F-9B97-175280C6CB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4454525"/>
              <a:ext cx="809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118" name="Rectangle 245">
              <a:extLst>
                <a:ext uri="{FF2B5EF4-FFF2-40B4-BE49-F238E27FC236}">
                  <a16:creationId xmlns:a16="http://schemas.microsoft.com/office/drawing/2014/main" id="{3CD18734-6252-434C-A437-CE0C44310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4310063"/>
              <a:ext cx="15875" cy="3317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119" name="Picture 246">
              <a:extLst>
                <a:ext uri="{FF2B5EF4-FFF2-40B4-BE49-F238E27FC236}">
                  <a16:creationId xmlns:a16="http://schemas.microsoft.com/office/drawing/2014/main" id="{16F2F8EF-FFD6-4BF1-8D66-C2ED8F8AEF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4351338"/>
              <a:ext cx="266700" cy="188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20" name="Picture 247">
              <a:extLst>
                <a:ext uri="{FF2B5EF4-FFF2-40B4-BE49-F238E27FC236}">
                  <a16:creationId xmlns:a16="http://schemas.microsoft.com/office/drawing/2014/main" id="{DB68DC70-8296-49D7-B73E-436B7BD6F4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4454525"/>
              <a:ext cx="809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21" name="Picture 248">
              <a:extLst>
                <a:ext uri="{FF2B5EF4-FFF2-40B4-BE49-F238E27FC236}">
                  <a16:creationId xmlns:a16="http://schemas.microsoft.com/office/drawing/2014/main" id="{6ACF1B61-B516-4A4B-99AD-922A7AA324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4435475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122" name="Rectangle 249">
              <a:extLst>
                <a:ext uri="{FF2B5EF4-FFF2-40B4-BE49-F238E27FC236}">
                  <a16:creationId xmlns:a16="http://schemas.microsoft.com/office/drawing/2014/main" id="{031DE988-0881-4715-9A89-70C7DAFB4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238" y="4379913"/>
              <a:ext cx="158750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123" name="Picture 250">
              <a:extLst>
                <a:ext uri="{FF2B5EF4-FFF2-40B4-BE49-F238E27FC236}">
                  <a16:creationId xmlns:a16="http://schemas.microsoft.com/office/drawing/2014/main" id="{49541915-982E-40B8-84A7-3F01AF456D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4416425"/>
              <a:ext cx="1333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24" name="Picture 251">
              <a:extLst>
                <a:ext uri="{FF2B5EF4-FFF2-40B4-BE49-F238E27FC236}">
                  <a16:creationId xmlns:a16="http://schemas.microsoft.com/office/drawing/2014/main" id="{932460C3-D76A-4AF2-80B8-E7A11CBCBC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4454525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25" name="Picture 252">
              <a:extLst>
                <a:ext uri="{FF2B5EF4-FFF2-40B4-BE49-F238E27FC236}">
                  <a16:creationId xmlns:a16="http://schemas.microsoft.com/office/drawing/2014/main" id="{1FA758BB-215B-40AD-8532-8B777A8F8A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43815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126" name="Rectangle 253">
              <a:extLst>
                <a:ext uri="{FF2B5EF4-FFF2-40B4-BE49-F238E27FC236}">
                  <a16:creationId xmlns:a16="http://schemas.microsoft.com/office/drawing/2014/main" id="{CB9E8F0D-5B1B-4F2C-B834-40CE10F9E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2663" y="437991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127" name="Picture 254">
              <a:extLst>
                <a:ext uri="{FF2B5EF4-FFF2-40B4-BE49-F238E27FC236}">
                  <a16:creationId xmlns:a16="http://schemas.microsoft.com/office/drawing/2014/main" id="{19607902-C9AB-438C-8960-40100CE886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44164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28" name="Picture 255">
              <a:extLst>
                <a:ext uri="{FF2B5EF4-FFF2-40B4-BE49-F238E27FC236}">
                  <a16:creationId xmlns:a16="http://schemas.microsoft.com/office/drawing/2014/main" id="{87B7C13C-3B3B-40EF-B587-1D7155773E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44545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29" name="Picture 256">
              <a:extLst>
                <a:ext uri="{FF2B5EF4-FFF2-40B4-BE49-F238E27FC236}">
                  <a16:creationId xmlns:a16="http://schemas.microsoft.com/office/drawing/2014/main" id="{A6EBFF47-2E20-4D55-A06C-A3B17A15E5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43815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30" name="Picture 257">
              <a:extLst>
                <a:ext uri="{FF2B5EF4-FFF2-40B4-BE49-F238E27FC236}">
                  <a16:creationId xmlns:a16="http://schemas.microsoft.com/office/drawing/2014/main" id="{86C7AB34-DE51-4690-8B3F-B3CEEF1FFB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4416425"/>
              <a:ext cx="134937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31" name="Picture 258">
              <a:extLst>
                <a:ext uri="{FF2B5EF4-FFF2-40B4-BE49-F238E27FC236}">
                  <a16:creationId xmlns:a16="http://schemas.microsoft.com/office/drawing/2014/main" id="{1D5E8D6B-410C-4F26-883B-658414E657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6413" y="4454525"/>
              <a:ext cx="82550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32" name="Picture 259">
              <a:extLst>
                <a:ext uri="{FF2B5EF4-FFF2-40B4-BE49-F238E27FC236}">
                  <a16:creationId xmlns:a16="http://schemas.microsoft.com/office/drawing/2014/main" id="{37E263C2-F657-4C8C-9AB9-CA8827D760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850" y="4683125"/>
              <a:ext cx="114300" cy="195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133" name="Rectangle 260">
              <a:extLst>
                <a:ext uri="{FF2B5EF4-FFF2-40B4-BE49-F238E27FC236}">
                  <a16:creationId xmlns:a16="http://schemas.microsoft.com/office/drawing/2014/main" id="{45B33F90-C70A-4BED-B22A-181CC3AD0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013" y="4624388"/>
              <a:ext cx="12700" cy="4318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134" name="Picture 261">
              <a:extLst>
                <a:ext uri="{FF2B5EF4-FFF2-40B4-BE49-F238E27FC236}">
                  <a16:creationId xmlns:a16="http://schemas.microsoft.com/office/drawing/2014/main" id="{185DF055-FCF3-4F06-A87E-8C00F4BAFF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3300" y="468630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35" name="Picture 262">
              <a:extLst>
                <a:ext uri="{FF2B5EF4-FFF2-40B4-BE49-F238E27FC236}">
                  <a16:creationId xmlns:a16="http://schemas.microsoft.com/office/drawing/2014/main" id="{5286F67D-E241-45EC-A7CF-79E9D54D59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4488" y="4686300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36" name="Picture 263">
              <a:extLst>
                <a:ext uri="{FF2B5EF4-FFF2-40B4-BE49-F238E27FC236}">
                  <a16:creationId xmlns:a16="http://schemas.microsoft.com/office/drawing/2014/main" id="{A5A12686-8344-4AAC-B626-FF7DFB7F82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2500" y="4686300"/>
              <a:ext cx="93663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137" name="Rectangle 264">
              <a:extLst>
                <a:ext uri="{FF2B5EF4-FFF2-40B4-BE49-F238E27FC236}">
                  <a16:creationId xmlns:a16="http://schemas.microsoft.com/office/drawing/2014/main" id="{25C5EBC8-6A8E-4721-85E1-993EE3BA4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2863" y="4624388"/>
              <a:ext cx="14287" cy="431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0138" name="Rectangle 265">
              <a:extLst>
                <a:ext uri="{FF2B5EF4-FFF2-40B4-BE49-F238E27FC236}">
                  <a16:creationId xmlns:a16="http://schemas.microsoft.com/office/drawing/2014/main" id="{D1296B22-56BB-4A00-819B-726F10B0D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0013" y="4624388"/>
              <a:ext cx="12700" cy="431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139" name="Picture 266">
              <a:extLst>
                <a:ext uri="{FF2B5EF4-FFF2-40B4-BE49-F238E27FC236}">
                  <a16:creationId xmlns:a16="http://schemas.microsoft.com/office/drawing/2014/main" id="{A81CA9BF-5ED3-4F4F-9FAF-CE00424B0D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5113" y="4748213"/>
              <a:ext cx="219075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40" name="Picture 267">
              <a:extLst>
                <a:ext uri="{FF2B5EF4-FFF2-40B4-BE49-F238E27FC236}">
                  <a16:creationId xmlns:a16="http://schemas.microsoft.com/office/drawing/2014/main" id="{A1C1C6BB-5821-46E9-8979-0D63A4342F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19588" y="4783138"/>
              <a:ext cx="87312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41" name="Picture 268">
              <a:extLst>
                <a:ext uri="{FF2B5EF4-FFF2-40B4-BE49-F238E27FC236}">
                  <a16:creationId xmlns:a16="http://schemas.microsoft.com/office/drawing/2014/main" id="{54725D28-AE5A-4D12-9278-8AB0634F64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5963" y="4765675"/>
              <a:ext cx="177800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42" name="Picture 269">
              <a:extLst>
                <a:ext uri="{FF2B5EF4-FFF2-40B4-BE49-F238E27FC236}">
                  <a16:creationId xmlns:a16="http://schemas.microsoft.com/office/drawing/2014/main" id="{0FA8CCED-1EFE-4D5A-80FF-66643ED7C8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6950" y="47482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43" name="Picture 270">
              <a:extLst>
                <a:ext uri="{FF2B5EF4-FFF2-40B4-BE49-F238E27FC236}">
                  <a16:creationId xmlns:a16="http://schemas.microsoft.com/office/drawing/2014/main" id="{3DCE3F0A-5CEC-450B-8A1E-068659D8C1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72050" y="4784725"/>
              <a:ext cx="68263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44" name="Picture 271">
              <a:extLst>
                <a:ext uri="{FF2B5EF4-FFF2-40B4-BE49-F238E27FC236}">
                  <a16:creationId xmlns:a16="http://schemas.microsoft.com/office/drawing/2014/main" id="{07C93EC3-6F98-4102-9A3E-7947BACBDB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84763" y="4748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45" name="Picture 272">
              <a:extLst>
                <a:ext uri="{FF2B5EF4-FFF2-40B4-BE49-F238E27FC236}">
                  <a16:creationId xmlns:a16="http://schemas.microsoft.com/office/drawing/2014/main" id="{4D096F00-EE2C-4C2F-83DC-38E2A72E27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43513" y="47847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46" name="Picture 273">
              <a:extLst>
                <a:ext uri="{FF2B5EF4-FFF2-40B4-BE49-F238E27FC236}">
                  <a16:creationId xmlns:a16="http://schemas.microsoft.com/office/drawing/2014/main" id="{0F3BC689-F3A4-4A4B-B67E-CFC2E85D0C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750" y="4748213"/>
              <a:ext cx="134938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47" name="Picture 274">
              <a:extLst>
                <a:ext uri="{FF2B5EF4-FFF2-40B4-BE49-F238E27FC236}">
                  <a16:creationId xmlns:a16="http://schemas.microsoft.com/office/drawing/2014/main" id="{775E7B6A-9E2C-4623-A969-08A55952AF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4500" y="4784725"/>
              <a:ext cx="809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148" name="Rectangle 275">
              <a:extLst>
                <a:ext uri="{FF2B5EF4-FFF2-40B4-BE49-F238E27FC236}">
                  <a16:creationId xmlns:a16="http://schemas.microsoft.com/office/drawing/2014/main" id="{4D137833-4BD3-40A1-BD5C-DAFDF7572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6438" y="4624388"/>
              <a:ext cx="15875" cy="43180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149" name="Picture 276">
              <a:extLst>
                <a:ext uri="{FF2B5EF4-FFF2-40B4-BE49-F238E27FC236}">
                  <a16:creationId xmlns:a16="http://schemas.microsoft.com/office/drawing/2014/main" id="{C1E43213-C62B-4FEE-8C5E-B628143A46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3288" y="4683125"/>
              <a:ext cx="266700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50" name="Picture 277">
              <a:extLst>
                <a:ext uri="{FF2B5EF4-FFF2-40B4-BE49-F238E27FC236}">
                  <a16:creationId xmlns:a16="http://schemas.microsoft.com/office/drawing/2014/main" id="{C4A55460-0639-4825-8E86-635BD20F65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8400" y="4783138"/>
              <a:ext cx="87313" cy="13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51" name="Picture 278">
              <a:extLst>
                <a:ext uri="{FF2B5EF4-FFF2-40B4-BE49-F238E27FC236}">
                  <a16:creationId xmlns:a16="http://schemas.microsoft.com/office/drawing/2014/main" id="{D56F5D40-73D7-4181-AA88-FFD6385829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1600" y="4765675"/>
              <a:ext cx="179388" cy="7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152" name="Rectangle 279">
              <a:extLst>
                <a:ext uri="{FF2B5EF4-FFF2-40B4-BE49-F238E27FC236}">
                  <a16:creationId xmlns:a16="http://schemas.microsoft.com/office/drawing/2014/main" id="{F002A158-8E1F-4641-A3BE-E76466D49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6238" y="4710113"/>
              <a:ext cx="158750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153" name="Picture 280">
              <a:extLst>
                <a:ext uri="{FF2B5EF4-FFF2-40B4-BE49-F238E27FC236}">
                  <a16:creationId xmlns:a16="http://schemas.microsoft.com/office/drawing/2014/main" id="{BBE5306F-85DB-4DFC-AC17-92AA542975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5763" y="4748213"/>
              <a:ext cx="133350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54" name="Picture 281">
              <a:extLst>
                <a:ext uri="{FF2B5EF4-FFF2-40B4-BE49-F238E27FC236}">
                  <a16:creationId xmlns:a16="http://schemas.microsoft.com/office/drawing/2014/main" id="{795849F0-368A-476A-9E99-6714FA612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0863" y="4784725"/>
              <a:ext cx="698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55" name="Picture 282">
              <a:extLst>
                <a:ext uri="{FF2B5EF4-FFF2-40B4-BE49-F238E27FC236}">
                  <a16:creationId xmlns:a16="http://schemas.microsoft.com/office/drawing/2014/main" id="{09BF8D0A-BC89-460F-A1DC-E1D2C10A6B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6600" y="47117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156" name="Rectangle 283">
              <a:extLst>
                <a:ext uri="{FF2B5EF4-FFF2-40B4-BE49-F238E27FC236}">
                  <a16:creationId xmlns:a16="http://schemas.microsoft.com/office/drawing/2014/main" id="{CBB73841-FCEA-4856-8DDD-B087B729D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2663" y="471011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157" name="Picture 284">
              <a:extLst>
                <a:ext uri="{FF2B5EF4-FFF2-40B4-BE49-F238E27FC236}">
                  <a16:creationId xmlns:a16="http://schemas.microsoft.com/office/drawing/2014/main" id="{EC640C9A-FD0C-4014-90B7-8AA56CD51A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51713" y="4748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58" name="Picture 285">
              <a:extLst>
                <a:ext uri="{FF2B5EF4-FFF2-40B4-BE49-F238E27FC236}">
                  <a16:creationId xmlns:a16="http://schemas.microsoft.com/office/drawing/2014/main" id="{2CC21E49-C412-4B41-BA7C-89F800BF5B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0463" y="4784725"/>
              <a:ext cx="82550" cy="125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59" name="Picture 286">
              <a:extLst>
                <a:ext uri="{FF2B5EF4-FFF2-40B4-BE49-F238E27FC236}">
                  <a16:creationId xmlns:a16="http://schemas.microsoft.com/office/drawing/2014/main" id="{110384CB-37E5-43E2-87DC-94162B6823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02550" y="4711700"/>
              <a:ext cx="177800" cy="17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160" name="Rectangle 287">
              <a:extLst>
                <a:ext uri="{FF2B5EF4-FFF2-40B4-BE49-F238E27FC236}">
                  <a16:creationId xmlns:a16="http://schemas.microsoft.com/office/drawing/2014/main" id="{4BB50B93-2A9A-4E18-836E-68D439D95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7663" y="4710113"/>
              <a:ext cx="160337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80161" name="Picture 288">
              <a:extLst>
                <a:ext uri="{FF2B5EF4-FFF2-40B4-BE49-F238E27FC236}">
                  <a16:creationId xmlns:a16="http://schemas.microsoft.com/office/drawing/2014/main" id="{A3B5E655-1053-4795-9F4A-C0084BB4AE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67663" y="4748213"/>
              <a:ext cx="134937" cy="125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0162" name="Picture 289">
              <a:extLst>
                <a:ext uri="{FF2B5EF4-FFF2-40B4-BE49-F238E27FC236}">
                  <a16:creationId xmlns:a16="http://schemas.microsoft.com/office/drawing/2014/main" id="{F53F867B-447C-4E08-B720-E956A0166D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9588" y="4784725"/>
              <a:ext cx="80962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163" name="Rectangle 290">
              <a:extLst>
                <a:ext uri="{FF2B5EF4-FFF2-40B4-BE49-F238E27FC236}">
                  <a16:creationId xmlns:a16="http://schemas.microsoft.com/office/drawing/2014/main" id="{8BDF77D8-394B-462D-90A7-47AC4B048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5068888"/>
              <a:ext cx="7634288" cy="1428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79875" name="TextBox 125">
            <a:extLst>
              <a:ext uri="{FF2B5EF4-FFF2-40B4-BE49-F238E27FC236}">
                <a16:creationId xmlns:a16="http://schemas.microsoft.com/office/drawing/2014/main" id="{435E9812-6168-4594-A0F2-B0A36AFEA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2.22 from the textbook ]</a:t>
            </a: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itle 1">
            <a:extLst>
              <a:ext uri="{FF2B5EF4-FFF2-40B4-BE49-F238E27FC236}">
                <a16:creationId xmlns:a16="http://schemas.microsoft.com/office/drawing/2014/main" id="{2A637A3E-63DF-4E8A-BAE9-5D09452395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/>
              <a:t>A three-variable function</a:t>
            </a:r>
          </a:p>
        </p:txBody>
      </p:sp>
      <p:sp>
        <p:nvSpPr>
          <p:cNvPr id="80898" name="TextBox 125">
            <a:extLst>
              <a:ext uri="{FF2B5EF4-FFF2-40B4-BE49-F238E27FC236}">
                <a16:creationId xmlns:a16="http://schemas.microsoft.com/office/drawing/2014/main" id="{4329585C-E3C7-4E30-8A66-20F28684F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2.23 from the textbook ]</a:t>
            </a:r>
          </a:p>
        </p:txBody>
      </p:sp>
      <p:pic>
        <p:nvPicPr>
          <p:cNvPr id="80899" name="Picture 5" descr="Screen shot 2013-09-06 at 3.14.06 PM.png">
            <a:extLst>
              <a:ext uri="{FF2B5EF4-FFF2-40B4-BE49-F238E27FC236}">
                <a16:creationId xmlns:a16="http://schemas.microsoft.com/office/drawing/2014/main" id="{A66109FA-624D-41E1-A537-D3D29B27B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990600"/>
            <a:ext cx="4191000" cy="357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1">
            <a:extLst>
              <a:ext uri="{FF2B5EF4-FFF2-40B4-BE49-F238E27FC236}">
                <a16:creationId xmlns:a16="http://schemas.microsoft.com/office/drawing/2014/main" id="{6D4EFC6A-7E45-4849-AC33-21066A60DA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/>
              <a:t>Sum-of-Products Form</a:t>
            </a:r>
          </a:p>
        </p:txBody>
      </p:sp>
      <p:pic>
        <p:nvPicPr>
          <p:cNvPr id="81922" name="Picture 5" descr="Screen shot 2013-09-06 at 3.14.06 PM.png">
            <a:extLst>
              <a:ext uri="{FF2B5EF4-FFF2-40B4-BE49-F238E27FC236}">
                <a16:creationId xmlns:a16="http://schemas.microsoft.com/office/drawing/2014/main" id="{0CAA137F-C182-4D77-8205-B8A464233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990600"/>
            <a:ext cx="4191000" cy="357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23" name="Rectangle 9">
            <a:extLst>
              <a:ext uri="{FF2B5EF4-FFF2-40B4-BE49-F238E27FC236}">
                <a16:creationId xmlns:a16="http://schemas.microsoft.com/office/drawing/2014/main" id="{E9BE0F7A-3457-4C83-9F9A-3CCADFD68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362200"/>
            <a:ext cx="304800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1924" name="Rectangle 10">
            <a:extLst>
              <a:ext uri="{FF2B5EF4-FFF2-40B4-BE49-F238E27FC236}">
                <a16:creationId xmlns:a16="http://schemas.microsoft.com/office/drawing/2014/main" id="{76C6DFCD-79F9-4371-8D85-277372073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124200"/>
            <a:ext cx="304800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1925" name="Rectangle 11">
            <a:extLst>
              <a:ext uri="{FF2B5EF4-FFF2-40B4-BE49-F238E27FC236}">
                <a16:creationId xmlns:a16="http://schemas.microsoft.com/office/drawing/2014/main" id="{8EF76038-AE41-4990-848F-EAD02B405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429000"/>
            <a:ext cx="304800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1926" name="Rectangle 12">
            <a:extLst>
              <a:ext uri="{FF2B5EF4-FFF2-40B4-BE49-F238E27FC236}">
                <a16:creationId xmlns:a16="http://schemas.microsoft.com/office/drawing/2014/main" id="{B63C47F3-7B44-4C6C-B1C8-FC4CE8717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733800"/>
            <a:ext cx="304800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itle 1">
            <a:extLst>
              <a:ext uri="{FF2B5EF4-FFF2-40B4-BE49-F238E27FC236}">
                <a16:creationId xmlns:a16="http://schemas.microsoft.com/office/drawing/2014/main" id="{F5BE4852-5C75-458C-B808-95F9D63C9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/>
              <a:t>Sum-of-Products Form</a:t>
            </a:r>
          </a:p>
        </p:txBody>
      </p:sp>
      <p:pic>
        <p:nvPicPr>
          <p:cNvPr id="82946" name="Picture 5" descr="Screen shot 2013-09-06 at 3.14.06 PM.png">
            <a:extLst>
              <a:ext uri="{FF2B5EF4-FFF2-40B4-BE49-F238E27FC236}">
                <a16:creationId xmlns:a16="http://schemas.microsoft.com/office/drawing/2014/main" id="{DD792B72-DD98-496A-BA69-6395D7869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990600"/>
            <a:ext cx="4191000" cy="357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7" name="Rectangle 9">
            <a:extLst>
              <a:ext uri="{FF2B5EF4-FFF2-40B4-BE49-F238E27FC236}">
                <a16:creationId xmlns:a16="http://schemas.microsoft.com/office/drawing/2014/main" id="{5C8229D8-B335-4C49-9687-2BA87F3C5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362200"/>
            <a:ext cx="304800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2948" name="Rectangle 10">
            <a:extLst>
              <a:ext uri="{FF2B5EF4-FFF2-40B4-BE49-F238E27FC236}">
                <a16:creationId xmlns:a16="http://schemas.microsoft.com/office/drawing/2014/main" id="{88514A21-A3F7-48F2-87A1-5A3ED1FCD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124200"/>
            <a:ext cx="304800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2949" name="Rectangle 11">
            <a:extLst>
              <a:ext uri="{FF2B5EF4-FFF2-40B4-BE49-F238E27FC236}">
                <a16:creationId xmlns:a16="http://schemas.microsoft.com/office/drawing/2014/main" id="{F40B5958-DEC3-4619-800F-2DA578809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429000"/>
            <a:ext cx="304800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2950" name="Rectangle 12">
            <a:extLst>
              <a:ext uri="{FF2B5EF4-FFF2-40B4-BE49-F238E27FC236}">
                <a16:creationId xmlns:a16="http://schemas.microsoft.com/office/drawing/2014/main" id="{62BFE73F-B0CF-4307-A8B8-BD3BA3989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733800"/>
            <a:ext cx="304800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82951" name="Picture 2" descr="Screen shot 2013-09-06 at 3.49.08 PM.png">
            <a:extLst>
              <a:ext uri="{FF2B5EF4-FFF2-40B4-BE49-F238E27FC236}">
                <a16:creationId xmlns:a16="http://schemas.microsoft.com/office/drawing/2014/main" id="{2C71E203-3086-4F45-A49C-C3CB524397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495800"/>
            <a:ext cx="8534400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>
            <a:extLst>
              <a:ext uri="{FF2B5EF4-FFF2-40B4-BE49-F238E27FC236}">
                <a16:creationId xmlns:a16="http://schemas.microsoft.com/office/drawing/2014/main" id="{D3B9D5C8-846B-4B03-9913-8E022956B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/>
              <a:t>Sum-of-Products Form</a:t>
            </a:r>
          </a:p>
        </p:txBody>
      </p:sp>
      <p:pic>
        <p:nvPicPr>
          <p:cNvPr id="83970" name="Picture 5" descr="Screen shot 2013-09-06 at 3.14.06 PM.png">
            <a:extLst>
              <a:ext uri="{FF2B5EF4-FFF2-40B4-BE49-F238E27FC236}">
                <a16:creationId xmlns:a16="http://schemas.microsoft.com/office/drawing/2014/main" id="{A6563260-3302-4061-B5D1-3E12E1FB1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990600"/>
            <a:ext cx="4191000" cy="357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971" name="Rectangle 9">
            <a:extLst>
              <a:ext uri="{FF2B5EF4-FFF2-40B4-BE49-F238E27FC236}">
                <a16:creationId xmlns:a16="http://schemas.microsoft.com/office/drawing/2014/main" id="{16C8B979-79F3-4865-A99C-337CBC8C9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362200"/>
            <a:ext cx="304800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3972" name="Rectangle 10">
            <a:extLst>
              <a:ext uri="{FF2B5EF4-FFF2-40B4-BE49-F238E27FC236}">
                <a16:creationId xmlns:a16="http://schemas.microsoft.com/office/drawing/2014/main" id="{8ED0110A-58B8-4CCC-A9A4-E894D400C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124200"/>
            <a:ext cx="304800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3973" name="Rectangle 11">
            <a:extLst>
              <a:ext uri="{FF2B5EF4-FFF2-40B4-BE49-F238E27FC236}">
                <a16:creationId xmlns:a16="http://schemas.microsoft.com/office/drawing/2014/main" id="{D6FEC4B2-EC68-4F01-BFAB-A5B7B1C29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429000"/>
            <a:ext cx="304800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3974" name="Rectangle 12">
            <a:extLst>
              <a:ext uri="{FF2B5EF4-FFF2-40B4-BE49-F238E27FC236}">
                <a16:creationId xmlns:a16="http://schemas.microsoft.com/office/drawing/2014/main" id="{119B3170-FA38-4BCC-B86D-DFDA7A0D7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733800"/>
            <a:ext cx="304800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83975" name="Picture 2" descr="Screen shot 2013-09-06 at 3.49.08 PM.png">
            <a:extLst>
              <a:ext uri="{FF2B5EF4-FFF2-40B4-BE49-F238E27FC236}">
                <a16:creationId xmlns:a16="http://schemas.microsoft.com/office/drawing/2014/main" id="{DA404DEE-6D85-45A2-B262-4A06642428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495800"/>
            <a:ext cx="8534400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976" name="Picture 3" descr="Screen shot 2013-09-06 at 3.51.55 PM.png">
            <a:extLst>
              <a:ext uri="{FF2B5EF4-FFF2-40B4-BE49-F238E27FC236}">
                <a16:creationId xmlns:a16="http://schemas.microsoft.com/office/drawing/2014/main" id="{A613D65F-2D6A-4E85-9D86-322F224BA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5410200"/>
            <a:ext cx="43434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le 1">
            <a:extLst>
              <a:ext uri="{FF2B5EF4-FFF2-40B4-BE49-F238E27FC236}">
                <a16:creationId xmlns:a16="http://schemas.microsoft.com/office/drawing/2014/main" id="{59FC8A7B-E91C-4072-877C-BD700A0E23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/>
              <a:t>A three-variable function</a:t>
            </a:r>
          </a:p>
        </p:txBody>
      </p:sp>
      <p:sp>
        <p:nvSpPr>
          <p:cNvPr id="84994" name="TextBox 125">
            <a:extLst>
              <a:ext uri="{FF2B5EF4-FFF2-40B4-BE49-F238E27FC236}">
                <a16:creationId xmlns:a16="http://schemas.microsoft.com/office/drawing/2014/main" id="{054E5708-E7A5-4E4E-BC68-6EA2A3A43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2.23 from the textbook ]</a:t>
            </a:r>
          </a:p>
        </p:txBody>
      </p:sp>
      <p:pic>
        <p:nvPicPr>
          <p:cNvPr id="84995" name="Picture 5" descr="Screen shot 2013-09-06 at 3.14.06 PM.png">
            <a:extLst>
              <a:ext uri="{FF2B5EF4-FFF2-40B4-BE49-F238E27FC236}">
                <a16:creationId xmlns:a16="http://schemas.microsoft.com/office/drawing/2014/main" id="{6CCFFD86-B4DA-4472-AD7C-2DA9589166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990600"/>
            <a:ext cx="4191000" cy="357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itle 1">
            <a:extLst>
              <a:ext uri="{FF2B5EF4-FFF2-40B4-BE49-F238E27FC236}">
                <a16:creationId xmlns:a16="http://schemas.microsoft.com/office/drawing/2014/main" id="{BDDC5F60-5C33-4A66-A3D5-900A9745DF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/>
              <a:t>Product-of-Sums Form</a:t>
            </a:r>
          </a:p>
        </p:txBody>
      </p:sp>
      <p:pic>
        <p:nvPicPr>
          <p:cNvPr id="86018" name="Picture 5" descr="Screen shot 2013-09-06 at 3.14.06 PM.png">
            <a:extLst>
              <a:ext uri="{FF2B5EF4-FFF2-40B4-BE49-F238E27FC236}">
                <a16:creationId xmlns:a16="http://schemas.microsoft.com/office/drawing/2014/main" id="{27D3CD74-F5CF-4B0E-9C97-922206B0C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990600"/>
            <a:ext cx="4191000" cy="357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19" name="Rectangle 9">
            <a:extLst>
              <a:ext uri="{FF2B5EF4-FFF2-40B4-BE49-F238E27FC236}">
                <a16:creationId xmlns:a16="http://schemas.microsoft.com/office/drawing/2014/main" id="{7A74222D-DD89-497B-A4FF-B0F6DBE62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057400"/>
            <a:ext cx="304800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6020" name="Rectangle 10">
            <a:extLst>
              <a:ext uri="{FF2B5EF4-FFF2-40B4-BE49-F238E27FC236}">
                <a16:creationId xmlns:a16="http://schemas.microsoft.com/office/drawing/2014/main" id="{53FC3656-19B1-4F2D-99A7-44AD83527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590800"/>
            <a:ext cx="304800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6021" name="Rectangle 11">
            <a:extLst>
              <a:ext uri="{FF2B5EF4-FFF2-40B4-BE49-F238E27FC236}">
                <a16:creationId xmlns:a16="http://schemas.microsoft.com/office/drawing/2014/main" id="{2FB8E55C-97AC-4694-B1A4-BB5949FF8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895600"/>
            <a:ext cx="304800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6022" name="Rectangle 12">
            <a:extLst>
              <a:ext uri="{FF2B5EF4-FFF2-40B4-BE49-F238E27FC236}">
                <a16:creationId xmlns:a16="http://schemas.microsoft.com/office/drawing/2014/main" id="{7CE9263D-5B93-48BA-AF59-DC8081114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038600"/>
            <a:ext cx="304800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itle 1">
            <a:extLst>
              <a:ext uri="{FF2B5EF4-FFF2-40B4-BE49-F238E27FC236}">
                <a16:creationId xmlns:a16="http://schemas.microsoft.com/office/drawing/2014/main" id="{E2483730-6E59-48CB-BE76-A9AE02BD7F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8915400" cy="685800"/>
          </a:xfrm>
        </p:spPr>
        <p:txBody>
          <a:bodyPr/>
          <a:lstStyle/>
          <a:p>
            <a:r>
              <a:rPr lang="en-US" altLang="en-US" dirty="0"/>
              <a:t>Product-of-Sums Form</a:t>
            </a:r>
          </a:p>
        </p:txBody>
      </p:sp>
      <p:pic>
        <p:nvPicPr>
          <p:cNvPr id="88066" name="Picture 5" descr="Screen shot 2013-09-06 at 3.14.06 PM.png">
            <a:extLst>
              <a:ext uri="{FF2B5EF4-FFF2-40B4-BE49-F238E27FC236}">
                <a16:creationId xmlns:a16="http://schemas.microsoft.com/office/drawing/2014/main" id="{9515CAA9-3A72-408E-BD9B-4D925FE79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685800"/>
            <a:ext cx="4191000" cy="357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Rectangle 9">
            <a:extLst>
              <a:ext uri="{FF2B5EF4-FFF2-40B4-BE49-F238E27FC236}">
                <a16:creationId xmlns:a16="http://schemas.microsoft.com/office/drawing/2014/main" id="{51BD125D-BAF0-4C20-A07C-C0332352F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752600"/>
            <a:ext cx="304800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8068" name="Rectangle 10">
            <a:extLst>
              <a:ext uri="{FF2B5EF4-FFF2-40B4-BE49-F238E27FC236}">
                <a16:creationId xmlns:a16="http://schemas.microsoft.com/office/drawing/2014/main" id="{83EA9C49-C19D-48EF-B584-B46E3B3BF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286000"/>
            <a:ext cx="304800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8069" name="Rectangle 11">
            <a:extLst>
              <a:ext uri="{FF2B5EF4-FFF2-40B4-BE49-F238E27FC236}">
                <a16:creationId xmlns:a16="http://schemas.microsoft.com/office/drawing/2014/main" id="{CC7A52F8-8E92-409E-B609-5AD3399B9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590800"/>
            <a:ext cx="304800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8070" name="Rectangle 12">
            <a:extLst>
              <a:ext uri="{FF2B5EF4-FFF2-40B4-BE49-F238E27FC236}">
                <a16:creationId xmlns:a16="http://schemas.microsoft.com/office/drawing/2014/main" id="{95A44853-10FB-4E7B-89A8-AFBE7A9C9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733800"/>
            <a:ext cx="304800" cy="304800"/>
          </a:xfrm>
          <a:prstGeom prst="rect">
            <a:avLst/>
          </a:prstGeom>
          <a:solidFill>
            <a:srgbClr val="008000">
              <a:alpha val="21960"/>
            </a:srgbClr>
          </a:solidFill>
          <a:ln w="9525">
            <a:solidFill>
              <a:srgbClr val="008000">
                <a:alpha val="43137"/>
              </a:srgbClr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88071" name="Picture 2" descr="Screen shot 2013-09-06 at 3.54.02 PM.png">
            <a:extLst>
              <a:ext uri="{FF2B5EF4-FFF2-40B4-BE49-F238E27FC236}">
                <a16:creationId xmlns:a16="http://schemas.microsoft.com/office/drawing/2014/main" id="{189BC9AC-938F-4AE7-AD27-9F915D6958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5794375"/>
            <a:ext cx="51181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072" name="Picture 3" descr="Screen shot 2013-09-06 at 3.54.21 PM.png">
            <a:extLst>
              <a:ext uri="{FF2B5EF4-FFF2-40B4-BE49-F238E27FC236}">
                <a16:creationId xmlns:a16="http://schemas.microsoft.com/office/drawing/2014/main" id="{3FC7AC3A-E672-4C81-A37A-A1754A197F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495800"/>
            <a:ext cx="89154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EB49DC9-AE28-438C-8B08-C76CB7DFDBE8}"/>
              </a:ext>
            </a:extLst>
          </p:cNvPr>
          <p:cNvSpPr/>
          <p:nvPr/>
        </p:nvSpPr>
        <p:spPr>
          <a:xfrm>
            <a:off x="304800" y="5179367"/>
            <a:ext cx="8305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using the combining property 14b, the expression reduces to</a:t>
            </a:r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3B5C4-699A-4006-AC56-BA1AE0A95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76200"/>
            <a:ext cx="8915400" cy="685800"/>
          </a:xfrm>
        </p:spPr>
        <p:txBody>
          <a:bodyPr/>
          <a:lstStyle/>
          <a:p>
            <a:r>
              <a:rPr lang="en-US" dirty="0"/>
              <a:t>POS Simplification Steps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69A94E-0C99-4FF5-B1C5-AF9AE4C85F65}"/>
              </a:ext>
            </a:extLst>
          </p:cNvPr>
          <p:cNvSpPr/>
          <p:nvPr/>
        </p:nvSpPr>
        <p:spPr>
          <a:xfrm>
            <a:off x="457200" y="941213"/>
            <a:ext cx="685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FontTx/>
              <a:buNone/>
            </a:pPr>
            <a:r>
              <a:rPr lang="en-US" altLang="en-US" b="1" dirty="0">
                <a:latin typeface="Courier" charset="0"/>
              </a:rPr>
              <a:t>Combining properties</a:t>
            </a:r>
            <a:r>
              <a:rPr lang="en-US" altLang="en-US" b="1" dirty="0">
                <a:latin typeface="Courier" charset="0"/>
                <a:sym typeface="Wingdings" panose="05000000000000000000" pitchFamily="2" charset="2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E88541-22FF-4A41-8FD5-002999BE7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89" y="2543762"/>
            <a:ext cx="3352800" cy="3619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69E9BAC-4035-4819-944F-300AAED9A938}"/>
              </a:ext>
            </a:extLst>
          </p:cNvPr>
          <p:cNvSpPr/>
          <p:nvPr/>
        </p:nvSpPr>
        <p:spPr>
          <a:xfrm>
            <a:off x="533400" y="3308351"/>
            <a:ext cx="29065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FontTx/>
              <a:buNone/>
            </a:pPr>
            <a:r>
              <a:rPr lang="en-US" altLang="en-US" b="1" dirty="0">
                <a:latin typeface="Courier" charset="0"/>
              </a:rPr>
              <a:t>6a.   x </a:t>
            </a:r>
            <a:r>
              <a:rPr lang="en-US" altLang="en-US" b="1" dirty="0">
                <a:latin typeface="Courier" charset="0"/>
                <a:sym typeface="Wingdings" panose="05000000000000000000" pitchFamily="2" charset="2"/>
              </a:rPr>
              <a:t> 1 = x</a:t>
            </a:r>
            <a:endParaRPr lang="en-US" altLang="en-US" b="1" dirty="0">
              <a:latin typeface="Courier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7BC0A2-DD3E-41DE-851A-CA548CFA3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7" y="1617370"/>
            <a:ext cx="5529263" cy="51623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9E2E2AF-46E2-4CA3-B44D-8ECC5FB64318}"/>
                  </a:ext>
                </a:extLst>
              </p14:cNvPr>
              <p14:cNvContentPartPr/>
              <p14:nvPr/>
            </p14:nvContentPartPr>
            <p14:xfrm>
              <a:off x="1742040" y="644760"/>
              <a:ext cx="1101960" cy="94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9E2E2AF-46E2-4CA3-B44D-8ECC5FB643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32680" y="635400"/>
                <a:ext cx="1120680" cy="11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1268743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Title 1">
            <a:extLst>
              <a:ext uri="{FF2B5EF4-FFF2-40B4-BE49-F238E27FC236}">
                <a16:creationId xmlns:a16="http://schemas.microsoft.com/office/drawing/2014/main" id="{E774BB12-978B-4C6C-B867-55948FE99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r>
              <a:rPr lang="en-US" altLang="en-US" dirty="0"/>
              <a:t>Two realizations of that function</a:t>
            </a:r>
          </a:p>
        </p:txBody>
      </p:sp>
      <p:grpSp>
        <p:nvGrpSpPr>
          <p:cNvPr id="90114" name="Group 2">
            <a:extLst>
              <a:ext uri="{FF2B5EF4-FFF2-40B4-BE49-F238E27FC236}">
                <a16:creationId xmlns:a16="http://schemas.microsoft.com/office/drawing/2014/main" id="{7071BABD-6714-4EBC-B8AD-2C1897B171E0}"/>
              </a:ext>
            </a:extLst>
          </p:cNvPr>
          <p:cNvGrpSpPr>
            <a:grpSpLocks/>
          </p:cNvGrpSpPr>
          <p:nvPr/>
        </p:nvGrpSpPr>
        <p:grpSpPr bwMode="auto">
          <a:xfrm>
            <a:off x="3154363" y="1277938"/>
            <a:ext cx="668337" cy="561975"/>
            <a:chOff x="3435" y="821"/>
            <a:chExt cx="421" cy="354"/>
          </a:xfrm>
        </p:grpSpPr>
        <p:sp>
          <p:nvSpPr>
            <p:cNvPr id="90209" name="Line 3">
              <a:extLst>
                <a:ext uri="{FF2B5EF4-FFF2-40B4-BE49-F238E27FC236}">
                  <a16:creationId xmlns:a16="http://schemas.microsoft.com/office/drawing/2014/main" id="{A18EA453-6365-4D50-8DC2-B841A1853F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35" y="821"/>
              <a:ext cx="244" cy="0"/>
            </a:xfrm>
            <a:prstGeom prst="line">
              <a:avLst/>
            </a:pr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0" name="Line 4">
              <a:extLst>
                <a:ext uri="{FF2B5EF4-FFF2-40B4-BE49-F238E27FC236}">
                  <a16:creationId xmlns:a16="http://schemas.microsoft.com/office/drawing/2014/main" id="{3F5389FF-E911-4E2B-81CE-FF309D94B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6" y="823"/>
              <a:ext cx="0" cy="352"/>
            </a:xfrm>
            <a:prstGeom prst="line">
              <a:avLst/>
            </a:pr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1" name="Arc 5">
              <a:extLst>
                <a:ext uri="{FF2B5EF4-FFF2-40B4-BE49-F238E27FC236}">
                  <a16:creationId xmlns:a16="http://schemas.microsoft.com/office/drawing/2014/main" id="{E6378A9B-0062-4ADB-A8E3-DB3E83A13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821"/>
              <a:ext cx="177" cy="17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3876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2" name="Arc 6">
              <a:extLst>
                <a:ext uri="{FF2B5EF4-FFF2-40B4-BE49-F238E27FC236}">
                  <a16:creationId xmlns:a16="http://schemas.microsoft.com/office/drawing/2014/main" id="{3F5CB8C3-AD25-4D49-8D51-84771D514B6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79" y="997"/>
              <a:ext cx="177" cy="17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3876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13" name="Line 7">
              <a:extLst>
                <a:ext uri="{FF2B5EF4-FFF2-40B4-BE49-F238E27FC236}">
                  <a16:creationId xmlns:a16="http://schemas.microsoft.com/office/drawing/2014/main" id="{0E367F12-1C46-4BFF-A6EF-460B7350B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5" y="1173"/>
              <a:ext cx="244" cy="0"/>
            </a:xfrm>
            <a:prstGeom prst="line">
              <a:avLst/>
            </a:pr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0115" name="Freeform 9">
            <a:extLst>
              <a:ext uri="{FF2B5EF4-FFF2-40B4-BE49-F238E27FC236}">
                <a16:creationId xmlns:a16="http://schemas.microsoft.com/office/drawing/2014/main" id="{C0AC873D-3388-483B-9DC8-F2D466606B58}"/>
              </a:ext>
            </a:extLst>
          </p:cNvPr>
          <p:cNvSpPr>
            <a:spLocks noChangeAspect="1"/>
          </p:cNvSpPr>
          <p:nvPr/>
        </p:nvSpPr>
        <p:spPr bwMode="auto">
          <a:xfrm>
            <a:off x="1565275" y="2393950"/>
            <a:ext cx="53975" cy="55563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0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0 h 40"/>
              <a:gd name="T12" fmla="*/ 2147483646 w 40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0" h="40">
                <a:moveTo>
                  <a:pt x="20" y="20"/>
                </a:moveTo>
                <a:cubicBezTo>
                  <a:pt x="20" y="2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32"/>
                  <a:pt x="9" y="40"/>
                  <a:pt x="20" y="40"/>
                </a:cubicBezTo>
                <a:cubicBezTo>
                  <a:pt x="32" y="40"/>
                  <a:pt x="40" y="32"/>
                  <a:pt x="40" y="20"/>
                </a:cubicBezTo>
                <a:cubicBezTo>
                  <a:pt x="40" y="9"/>
                  <a:pt x="32" y="0"/>
                  <a:pt x="20" y="0"/>
                </a:cubicBezTo>
                <a:lnTo>
                  <a:pt x="20" y="20"/>
                </a:lnTo>
                <a:close/>
              </a:path>
            </a:pathLst>
          </a:custGeom>
          <a:solidFill>
            <a:srgbClr val="000000"/>
          </a:solidFill>
          <a:ln w="222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16" name="Line 10">
            <a:extLst>
              <a:ext uri="{FF2B5EF4-FFF2-40B4-BE49-F238E27FC236}">
                <a16:creationId xmlns:a16="http://schemas.microsoft.com/office/drawing/2014/main" id="{5C34BD7A-16AC-467A-9ADF-FADBB67E20E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283075" y="1908175"/>
            <a:ext cx="342900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17" name="Line 11">
            <a:extLst>
              <a:ext uri="{FF2B5EF4-FFF2-40B4-BE49-F238E27FC236}">
                <a16:creationId xmlns:a16="http://schemas.microsoft.com/office/drawing/2014/main" id="{3FF0BA06-1684-4541-AD5C-539FCE0C4F8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283075" y="2249488"/>
            <a:ext cx="342900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18" name="Line 12">
            <a:extLst>
              <a:ext uri="{FF2B5EF4-FFF2-40B4-BE49-F238E27FC236}">
                <a16:creationId xmlns:a16="http://schemas.microsoft.com/office/drawing/2014/main" id="{996E4AAF-0BCC-445A-8352-F8476EE94A80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5308600" y="2078038"/>
            <a:ext cx="171450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19" name="Freeform 13">
            <a:extLst>
              <a:ext uri="{FF2B5EF4-FFF2-40B4-BE49-F238E27FC236}">
                <a16:creationId xmlns:a16="http://schemas.microsoft.com/office/drawing/2014/main" id="{4A10D0D2-D6A5-47A4-AF34-D974B781D781}"/>
              </a:ext>
            </a:extLst>
          </p:cNvPr>
          <p:cNvSpPr>
            <a:spLocks noChangeAspect="1"/>
          </p:cNvSpPr>
          <p:nvPr/>
        </p:nvSpPr>
        <p:spPr bwMode="auto">
          <a:xfrm>
            <a:off x="4594225" y="1782763"/>
            <a:ext cx="730250" cy="292100"/>
          </a:xfrm>
          <a:custGeom>
            <a:avLst/>
            <a:gdLst>
              <a:gd name="T0" fmla="*/ 0 w 597"/>
              <a:gd name="T1" fmla="*/ 0 h 238"/>
              <a:gd name="T2" fmla="*/ 2147483646 w 597"/>
              <a:gd name="T3" fmla="*/ 2147483646 h 238"/>
              <a:gd name="T4" fmla="*/ 2147483646 w 597"/>
              <a:gd name="T5" fmla="*/ 2147483646 h 238"/>
              <a:gd name="T6" fmla="*/ 2147483646 w 597"/>
              <a:gd name="T7" fmla="*/ 2147483646 h 238"/>
              <a:gd name="T8" fmla="*/ 2147483646 w 597"/>
              <a:gd name="T9" fmla="*/ 2147483646 h 238"/>
              <a:gd name="T10" fmla="*/ 2147483646 w 597"/>
              <a:gd name="T11" fmla="*/ 2147483646 h 238"/>
              <a:gd name="T12" fmla="*/ 2147483646 w 597"/>
              <a:gd name="T13" fmla="*/ 2147483646 h 238"/>
              <a:gd name="T14" fmla="*/ 2147483646 w 597"/>
              <a:gd name="T15" fmla="*/ 2147483646 h 238"/>
              <a:gd name="T16" fmla="*/ 2147483646 w 597"/>
              <a:gd name="T17" fmla="*/ 2147483646 h 238"/>
              <a:gd name="T18" fmla="*/ 2147483646 w 597"/>
              <a:gd name="T19" fmla="*/ 2147483646 h 238"/>
              <a:gd name="T20" fmla="*/ 2147483646 w 597"/>
              <a:gd name="T21" fmla="*/ 2147483646 h 238"/>
              <a:gd name="T22" fmla="*/ 2147483646 w 597"/>
              <a:gd name="T23" fmla="*/ 2147483646 h 238"/>
              <a:gd name="T24" fmla="*/ 2147483646 w 597"/>
              <a:gd name="T25" fmla="*/ 2147483646 h 238"/>
              <a:gd name="T26" fmla="*/ 2147483646 w 597"/>
              <a:gd name="T27" fmla="*/ 2147483646 h 238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97" h="238">
                <a:moveTo>
                  <a:pt x="0" y="0"/>
                </a:moveTo>
                <a:cubicBezTo>
                  <a:pt x="251" y="0"/>
                  <a:pt x="251" y="0"/>
                  <a:pt x="269" y="2"/>
                </a:cubicBezTo>
                <a:cubicBezTo>
                  <a:pt x="287" y="3"/>
                  <a:pt x="287" y="3"/>
                  <a:pt x="305" y="5"/>
                </a:cubicBezTo>
                <a:cubicBezTo>
                  <a:pt x="322" y="8"/>
                  <a:pt x="322" y="8"/>
                  <a:pt x="342" y="14"/>
                </a:cubicBezTo>
                <a:cubicBezTo>
                  <a:pt x="362" y="20"/>
                  <a:pt x="362" y="20"/>
                  <a:pt x="380" y="29"/>
                </a:cubicBezTo>
                <a:cubicBezTo>
                  <a:pt x="397" y="38"/>
                  <a:pt x="397" y="38"/>
                  <a:pt x="413" y="47"/>
                </a:cubicBezTo>
                <a:cubicBezTo>
                  <a:pt x="429" y="55"/>
                  <a:pt x="429" y="55"/>
                  <a:pt x="441" y="64"/>
                </a:cubicBezTo>
                <a:cubicBezTo>
                  <a:pt x="454" y="72"/>
                  <a:pt x="454" y="72"/>
                  <a:pt x="462" y="79"/>
                </a:cubicBezTo>
                <a:cubicBezTo>
                  <a:pt x="471" y="85"/>
                  <a:pt x="471" y="85"/>
                  <a:pt x="481" y="92"/>
                </a:cubicBezTo>
                <a:cubicBezTo>
                  <a:pt x="491" y="99"/>
                  <a:pt x="491" y="99"/>
                  <a:pt x="502" y="110"/>
                </a:cubicBezTo>
                <a:cubicBezTo>
                  <a:pt x="512" y="122"/>
                  <a:pt x="512" y="122"/>
                  <a:pt x="525" y="137"/>
                </a:cubicBezTo>
                <a:cubicBezTo>
                  <a:pt x="537" y="152"/>
                  <a:pt x="537" y="152"/>
                  <a:pt x="550" y="169"/>
                </a:cubicBezTo>
                <a:cubicBezTo>
                  <a:pt x="562" y="187"/>
                  <a:pt x="562" y="187"/>
                  <a:pt x="575" y="205"/>
                </a:cubicBezTo>
                <a:cubicBezTo>
                  <a:pt x="589" y="223"/>
                  <a:pt x="589" y="223"/>
                  <a:pt x="597" y="238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20" name="Freeform 14">
            <a:extLst>
              <a:ext uri="{FF2B5EF4-FFF2-40B4-BE49-F238E27FC236}">
                <a16:creationId xmlns:a16="http://schemas.microsoft.com/office/drawing/2014/main" id="{53B18DC5-2FBC-4299-9B60-2E12248437F6}"/>
              </a:ext>
            </a:extLst>
          </p:cNvPr>
          <p:cNvSpPr>
            <a:spLocks noChangeAspect="1"/>
          </p:cNvSpPr>
          <p:nvPr/>
        </p:nvSpPr>
        <p:spPr bwMode="auto">
          <a:xfrm>
            <a:off x="4594225" y="2076450"/>
            <a:ext cx="730250" cy="292100"/>
          </a:xfrm>
          <a:custGeom>
            <a:avLst/>
            <a:gdLst>
              <a:gd name="T0" fmla="*/ 0 w 597"/>
              <a:gd name="T1" fmla="*/ 2147483646 h 238"/>
              <a:gd name="T2" fmla="*/ 2147483646 w 597"/>
              <a:gd name="T3" fmla="*/ 2147483646 h 238"/>
              <a:gd name="T4" fmla="*/ 2147483646 w 597"/>
              <a:gd name="T5" fmla="*/ 2147483646 h 238"/>
              <a:gd name="T6" fmla="*/ 2147483646 w 597"/>
              <a:gd name="T7" fmla="*/ 2147483646 h 238"/>
              <a:gd name="T8" fmla="*/ 2147483646 w 597"/>
              <a:gd name="T9" fmla="*/ 2147483646 h 238"/>
              <a:gd name="T10" fmla="*/ 2147483646 w 597"/>
              <a:gd name="T11" fmla="*/ 2147483646 h 238"/>
              <a:gd name="T12" fmla="*/ 2147483646 w 597"/>
              <a:gd name="T13" fmla="*/ 2147483646 h 238"/>
              <a:gd name="T14" fmla="*/ 2147483646 w 597"/>
              <a:gd name="T15" fmla="*/ 2147483646 h 238"/>
              <a:gd name="T16" fmla="*/ 2147483646 w 597"/>
              <a:gd name="T17" fmla="*/ 2147483646 h 238"/>
              <a:gd name="T18" fmla="*/ 2147483646 w 597"/>
              <a:gd name="T19" fmla="*/ 2147483646 h 238"/>
              <a:gd name="T20" fmla="*/ 2147483646 w 597"/>
              <a:gd name="T21" fmla="*/ 2147483646 h 238"/>
              <a:gd name="T22" fmla="*/ 2147483646 w 597"/>
              <a:gd name="T23" fmla="*/ 2147483646 h 238"/>
              <a:gd name="T24" fmla="*/ 2147483646 w 597"/>
              <a:gd name="T25" fmla="*/ 2147483646 h 238"/>
              <a:gd name="T26" fmla="*/ 2147483646 w 597"/>
              <a:gd name="T27" fmla="*/ 0 h 238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97" h="238">
                <a:moveTo>
                  <a:pt x="0" y="238"/>
                </a:moveTo>
                <a:cubicBezTo>
                  <a:pt x="251" y="238"/>
                  <a:pt x="251" y="238"/>
                  <a:pt x="269" y="236"/>
                </a:cubicBezTo>
                <a:cubicBezTo>
                  <a:pt x="287" y="235"/>
                  <a:pt x="287" y="235"/>
                  <a:pt x="305" y="233"/>
                </a:cubicBezTo>
                <a:cubicBezTo>
                  <a:pt x="322" y="230"/>
                  <a:pt x="322" y="230"/>
                  <a:pt x="342" y="224"/>
                </a:cubicBezTo>
                <a:cubicBezTo>
                  <a:pt x="362" y="218"/>
                  <a:pt x="362" y="218"/>
                  <a:pt x="380" y="209"/>
                </a:cubicBezTo>
                <a:cubicBezTo>
                  <a:pt x="397" y="200"/>
                  <a:pt x="397" y="200"/>
                  <a:pt x="413" y="191"/>
                </a:cubicBezTo>
                <a:cubicBezTo>
                  <a:pt x="429" y="183"/>
                  <a:pt x="429" y="183"/>
                  <a:pt x="441" y="175"/>
                </a:cubicBezTo>
                <a:cubicBezTo>
                  <a:pt x="454" y="166"/>
                  <a:pt x="454" y="166"/>
                  <a:pt x="462" y="160"/>
                </a:cubicBezTo>
                <a:cubicBezTo>
                  <a:pt x="471" y="153"/>
                  <a:pt x="471" y="153"/>
                  <a:pt x="481" y="146"/>
                </a:cubicBezTo>
                <a:cubicBezTo>
                  <a:pt x="491" y="139"/>
                  <a:pt x="491" y="139"/>
                  <a:pt x="502" y="128"/>
                </a:cubicBezTo>
                <a:cubicBezTo>
                  <a:pt x="512" y="116"/>
                  <a:pt x="512" y="116"/>
                  <a:pt x="525" y="101"/>
                </a:cubicBezTo>
                <a:cubicBezTo>
                  <a:pt x="537" y="86"/>
                  <a:pt x="537" y="86"/>
                  <a:pt x="550" y="69"/>
                </a:cubicBezTo>
                <a:cubicBezTo>
                  <a:pt x="562" y="51"/>
                  <a:pt x="562" y="51"/>
                  <a:pt x="575" y="33"/>
                </a:cubicBezTo>
                <a:cubicBezTo>
                  <a:pt x="589" y="15"/>
                  <a:pt x="589" y="15"/>
                  <a:pt x="597" y="0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21" name="Freeform 15">
            <a:extLst>
              <a:ext uri="{FF2B5EF4-FFF2-40B4-BE49-F238E27FC236}">
                <a16:creationId xmlns:a16="http://schemas.microsoft.com/office/drawing/2014/main" id="{2AFC4283-F6DC-4EDE-8D42-4A108C1E0634}"/>
              </a:ext>
            </a:extLst>
          </p:cNvPr>
          <p:cNvSpPr>
            <a:spLocks noChangeAspect="1"/>
          </p:cNvSpPr>
          <p:nvPr/>
        </p:nvSpPr>
        <p:spPr bwMode="auto">
          <a:xfrm>
            <a:off x="4587875" y="1782763"/>
            <a:ext cx="84138" cy="293687"/>
          </a:xfrm>
          <a:custGeom>
            <a:avLst/>
            <a:gdLst>
              <a:gd name="T0" fmla="*/ 0 w 71"/>
              <a:gd name="T1" fmla="*/ 0 h 239"/>
              <a:gd name="T2" fmla="*/ 2147483646 w 71"/>
              <a:gd name="T3" fmla="*/ 2147483646 h 239"/>
              <a:gd name="T4" fmla="*/ 2147483646 w 71"/>
              <a:gd name="T5" fmla="*/ 2147483646 h 239"/>
              <a:gd name="T6" fmla="*/ 2147483646 w 71"/>
              <a:gd name="T7" fmla="*/ 2147483646 h 239"/>
              <a:gd name="T8" fmla="*/ 2147483646 w 71"/>
              <a:gd name="T9" fmla="*/ 2147483646 h 239"/>
              <a:gd name="T10" fmla="*/ 2147483646 w 71"/>
              <a:gd name="T11" fmla="*/ 2147483646 h 239"/>
              <a:gd name="T12" fmla="*/ 2147483646 w 71"/>
              <a:gd name="T13" fmla="*/ 2147483646 h 239"/>
              <a:gd name="T14" fmla="*/ 2147483646 w 71"/>
              <a:gd name="T15" fmla="*/ 2147483646 h 23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1" h="239">
                <a:moveTo>
                  <a:pt x="0" y="0"/>
                </a:moveTo>
                <a:cubicBezTo>
                  <a:pt x="16" y="29"/>
                  <a:pt x="16" y="29"/>
                  <a:pt x="22" y="44"/>
                </a:cubicBezTo>
                <a:cubicBezTo>
                  <a:pt x="28" y="59"/>
                  <a:pt x="28" y="59"/>
                  <a:pt x="35" y="77"/>
                </a:cubicBezTo>
                <a:cubicBezTo>
                  <a:pt x="42" y="95"/>
                  <a:pt x="42" y="95"/>
                  <a:pt x="48" y="114"/>
                </a:cubicBezTo>
                <a:cubicBezTo>
                  <a:pt x="53" y="132"/>
                  <a:pt x="53" y="132"/>
                  <a:pt x="59" y="150"/>
                </a:cubicBezTo>
                <a:cubicBezTo>
                  <a:pt x="65" y="168"/>
                  <a:pt x="65" y="168"/>
                  <a:pt x="66" y="184"/>
                </a:cubicBezTo>
                <a:cubicBezTo>
                  <a:pt x="67" y="199"/>
                  <a:pt x="67" y="199"/>
                  <a:pt x="69" y="209"/>
                </a:cubicBezTo>
                <a:cubicBezTo>
                  <a:pt x="71" y="218"/>
                  <a:pt x="71" y="218"/>
                  <a:pt x="70" y="239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22" name="Freeform 16">
            <a:extLst>
              <a:ext uri="{FF2B5EF4-FFF2-40B4-BE49-F238E27FC236}">
                <a16:creationId xmlns:a16="http://schemas.microsoft.com/office/drawing/2014/main" id="{552E31F3-F179-4E5C-B21B-B9CAC88EC2D6}"/>
              </a:ext>
            </a:extLst>
          </p:cNvPr>
          <p:cNvSpPr>
            <a:spLocks noChangeAspect="1"/>
          </p:cNvSpPr>
          <p:nvPr/>
        </p:nvSpPr>
        <p:spPr bwMode="auto">
          <a:xfrm>
            <a:off x="4587875" y="2074863"/>
            <a:ext cx="84138" cy="293687"/>
          </a:xfrm>
          <a:custGeom>
            <a:avLst/>
            <a:gdLst>
              <a:gd name="T0" fmla="*/ 0 w 71"/>
              <a:gd name="T1" fmla="*/ 2147483646 h 239"/>
              <a:gd name="T2" fmla="*/ 2147483646 w 71"/>
              <a:gd name="T3" fmla="*/ 2147483646 h 239"/>
              <a:gd name="T4" fmla="*/ 2147483646 w 71"/>
              <a:gd name="T5" fmla="*/ 2147483646 h 239"/>
              <a:gd name="T6" fmla="*/ 2147483646 w 71"/>
              <a:gd name="T7" fmla="*/ 2147483646 h 239"/>
              <a:gd name="T8" fmla="*/ 2147483646 w 71"/>
              <a:gd name="T9" fmla="*/ 2147483646 h 239"/>
              <a:gd name="T10" fmla="*/ 2147483646 w 71"/>
              <a:gd name="T11" fmla="*/ 2147483646 h 239"/>
              <a:gd name="T12" fmla="*/ 2147483646 w 71"/>
              <a:gd name="T13" fmla="*/ 2147483646 h 239"/>
              <a:gd name="T14" fmla="*/ 2147483646 w 71"/>
              <a:gd name="T15" fmla="*/ 0 h 23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1" h="239">
                <a:moveTo>
                  <a:pt x="0" y="239"/>
                </a:moveTo>
                <a:cubicBezTo>
                  <a:pt x="16" y="210"/>
                  <a:pt x="16" y="210"/>
                  <a:pt x="22" y="195"/>
                </a:cubicBezTo>
                <a:cubicBezTo>
                  <a:pt x="28" y="180"/>
                  <a:pt x="28" y="180"/>
                  <a:pt x="35" y="162"/>
                </a:cubicBezTo>
                <a:cubicBezTo>
                  <a:pt x="42" y="144"/>
                  <a:pt x="42" y="144"/>
                  <a:pt x="48" y="126"/>
                </a:cubicBezTo>
                <a:cubicBezTo>
                  <a:pt x="53" y="107"/>
                  <a:pt x="53" y="107"/>
                  <a:pt x="59" y="89"/>
                </a:cubicBezTo>
                <a:cubicBezTo>
                  <a:pt x="65" y="71"/>
                  <a:pt x="65" y="71"/>
                  <a:pt x="66" y="56"/>
                </a:cubicBezTo>
                <a:cubicBezTo>
                  <a:pt x="67" y="40"/>
                  <a:pt x="67" y="40"/>
                  <a:pt x="69" y="31"/>
                </a:cubicBezTo>
                <a:cubicBezTo>
                  <a:pt x="71" y="21"/>
                  <a:pt x="71" y="21"/>
                  <a:pt x="70" y="0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23" name="Line 17">
            <a:extLst>
              <a:ext uri="{FF2B5EF4-FFF2-40B4-BE49-F238E27FC236}">
                <a16:creationId xmlns:a16="http://schemas.microsoft.com/office/drawing/2014/main" id="{BAEC629A-BED1-4404-B961-BCCAC0D1533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079500" y="1392238"/>
            <a:ext cx="855663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24" name="Line 18">
            <a:extLst>
              <a:ext uri="{FF2B5EF4-FFF2-40B4-BE49-F238E27FC236}">
                <a16:creationId xmlns:a16="http://schemas.microsoft.com/office/drawing/2014/main" id="{DB2DC04A-E5E1-49FA-A57D-662B148015D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079500" y="2765425"/>
            <a:ext cx="1711325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25" name="Freeform 19">
            <a:extLst>
              <a:ext uri="{FF2B5EF4-FFF2-40B4-BE49-F238E27FC236}">
                <a16:creationId xmlns:a16="http://schemas.microsoft.com/office/drawing/2014/main" id="{54B8475C-6135-43C6-92A3-A32FC673B4D1}"/>
              </a:ext>
            </a:extLst>
          </p:cNvPr>
          <p:cNvSpPr>
            <a:spLocks noChangeAspect="1"/>
          </p:cNvSpPr>
          <p:nvPr/>
        </p:nvSpPr>
        <p:spPr bwMode="auto">
          <a:xfrm>
            <a:off x="1592263" y="1736725"/>
            <a:ext cx="1198562" cy="685800"/>
          </a:xfrm>
          <a:custGeom>
            <a:avLst/>
            <a:gdLst>
              <a:gd name="T0" fmla="*/ 2147483646 w 567"/>
              <a:gd name="T1" fmla="*/ 2147483646 h 325"/>
              <a:gd name="T2" fmla="*/ 0 w 567"/>
              <a:gd name="T3" fmla="*/ 2147483646 h 325"/>
              <a:gd name="T4" fmla="*/ 0 w 567"/>
              <a:gd name="T5" fmla="*/ 0 h 325"/>
              <a:gd name="T6" fmla="*/ 2147483646 w 567"/>
              <a:gd name="T7" fmla="*/ 0 h 32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67" h="325">
                <a:moveTo>
                  <a:pt x="162" y="325"/>
                </a:moveTo>
                <a:lnTo>
                  <a:pt x="0" y="325"/>
                </a:lnTo>
                <a:lnTo>
                  <a:pt x="0" y="0"/>
                </a:lnTo>
                <a:lnTo>
                  <a:pt x="567" y="0"/>
                </a:ln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26" name="Freeform 20">
            <a:extLst>
              <a:ext uri="{FF2B5EF4-FFF2-40B4-BE49-F238E27FC236}">
                <a16:creationId xmlns:a16="http://schemas.microsoft.com/office/drawing/2014/main" id="{704C0F48-0EFD-4418-94A2-564F1E2853EE}"/>
              </a:ext>
            </a:extLst>
          </p:cNvPr>
          <p:cNvSpPr>
            <a:spLocks noChangeAspect="1"/>
          </p:cNvSpPr>
          <p:nvPr/>
        </p:nvSpPr>
        <p:spPr bwMode="auto">
          <a:xfrm>
            <a:off x="4013200" y="1563688"/>
            <a:ext cx="269875" cy="344487"/>
          </a:xfrm>
          <a:custGeom>
            <a:avLst/>
            <a:gdLst>
              <a:gd name="T0" fmla="*/ 2147483646 w 127"/>
              <a:gd name="T1" fmla="*/ 2147483646 h 163"/>
              <a:gd name="T2" fmla="*/ 2147483646 w 127"/>
              <a:gd name="T3" fmla="*/ 2147483646 h 163"/>
              <a:gd name="T4" fmla="*/ 2147483646 w 127"/>
              <a:gd name="T5" fmla="*/ 0 h 163"/>
              <a:gd name="T6" fmla="*/ 0 w 127"/>
              <a:gd name="T7" fmla="*/ 0 h 16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7" h="163">
                <a:moveTo>
                  <a:pt x="127" y="163"/>
                </a:moveTo>
                <a:lnTo>
                  <a:pt x="81" y="163"/>
                </a:lnTo>
                <a:lnTo>
                  <a:pt x="81" y="0"/>
                </a:lnTo>
                <a:lnTo>
                  <a:pt x="0" y="0"/>
                </a:ln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27" name="Freeform 21">
            <a:extLst>
              <a:ext uri="{FF2B5EF4-FFF2-40B4-BE49-F238E27FC236}">
                <a16:creationId xmlns:a16="http://schemas.microsoft.com/office/drawing/2014/main" id="{F07262B0-6498-47B3-AF8A-BABFB39540AF}"/>
              </a:ext>
            </a:extLst>
          </p:cNvPr>
          <p:cNvSpPr>
            <a:spLocks noChangeAspect="1"/>
          </p:cNvSpPr>
          <p:nvPr/>
        </p:nvSpPr>
        <p:spPr bwMode="auto">
          <a:xfrm>
            <a:off x="4013200" y="2249488"/>
            <a:ext cx="269875" cy="344487"/>
          </a:xfrm>
          <a:custGeom>
            <a:avLst/>
            <a:gdLst>
              <a:gd name="T0" fmla="*/ 2147483646 w 127"/>
              <a:gd name="T1" fmla="*/ 0 h 163"/>
              <a:gd name="T2" fmla="*/ 2147483646 w 127"/>
              <a:gd name="T3" fmla="*/ 0 h 163"/>
              <a:gd name="T4" fmla="*/ 2147483646 w 127"/>
              <a:gd name="T5" fmla="*/ 2147483646 h 163"/>
              <a:gd name="T6" fmla="*/ 0 w 127"/>
              <a:gd name="T7" fmla="*/ 2147483646 h 16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7" h="163">
                <a:moveTo>
                  <a:pt x="127" y="0"/>
                </a:moveTo>
                <a:lnTo>
                  <a:pt x="81" y="0"/>
                </a:lnTo>
                <a:lnTo>
                  <a:pt x="81" y="163"/>
                </a:lnTo>
                <a:lnTo>
                  <a:pt x="0" y="163"/>
                </a:ln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28" name="Line 22">
            <a:extLst>
              <a:ext uri="{FF2B5EF4-FFF2-40B4-BE49-F238E27FC236}">
                <a16:creationId xmlns:a16="http://schemas.microsoft.com/office/drawing/2014/main" id="{F93913DB-3955-415E-BD40-A090A0E72AB6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5480050" y="2078038"/>
            <a:ext cx="441325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29" name="Line 23">
            <a:extLst>
              <a:ext uri="{FF2B5EF4-FFF2-40B4-BE49-F238E27FC236}">
                <a16:creationId xmlns:a16="http://schemas.microsoft.com/office/drawing/2014/main" id="{DC0C581A-7107-4EB6-9995-57E75F68670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079500" y="2422525"/>
            <a:ext cx="512763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31" name="Line 25">
            <a:extLst>
              <a:ext uri="{FF2B5EF4-FFF2-40B4-BE49-F238E27FC236}">
                <a16:creationId xmlns:a16="http://schemas.microsoft.com/office/drawing/2014/main" id="{FD10BA7F-82C7-4F2F-BF7B-86CF6B5085E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790825" y="4005263"/>
            <a:ext cx="368300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32" name="Line 26">
            <a:extLst>
              <a:ext uri="{FF2B5EF4-FFF2-40B4-BE49-F238E27FC236}">
                <a16:creationId xmlns:a16="http://schemas.microsoft.com/office/drawing/2014/main" id="{5C32502F-A90C-4A39-A97F-B2F8CD3AB68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790825" y="4349750"/>
            <a:ext cx="363538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33" name="Line 27">
            <a:extLst>
              <a:ext uri="{FF2B5EF4-FFF2-40B4-BE49-F238E27FC236}">
                <a16:creationId xmlns:a16="http://schemas.microsoft.com/office/drawing/2014/main" id="{7DCC648B-4293-4FB9-B6BC-D79208193F91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841750" y="4178300"/>
            <a:ext cx="171450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34" name="Freeform 28">
            <a:extLst>
              <a:ext uri="{FF2B5EF4-FFF2-40B4-BE49-F238E27FC236}">
                <a16:creationId xmlns:a16="http://schemas.microsoft.com/office/drawing/2014/main" id="{24FA1805-F401-41E9-9CC0-95987693933C}"/>
              </a:ext>
            </a:extLst>
          </p:cNvPr>
          <p:cNvSpPr>
            <a:spLocks noChangeAspect="1"/>
          </p:cNvSpPr>
          <p:nvPr/>
        </p:nvSpPr>
        <p:spPr bwMode="auto">
          <a:xfrm>
            <a:off x="3121025" y="3889375"/>
            <a:ext cx="730250" cy="288925"/>
          </a:xfrm>
          <a:custGeom>
            <a:avLst/>
            <a:gdLst>
              <a:gd name="T0" fmla="*/ 0 w 598"/>
              <a:gd name="T1" fmla="*/ 0 h 237"/>
              <a:gd name="T2" fmla="*/ 2147483646 w 598"/>
              <a:gd name="T3" fmla="*/ 2147483646 h 237"/>
              <a:gd name="T4" fmla="*/ 2147483646 w 598"/>
              <a:gd name="T5" fmla="*/ 2147483646 h 237"/>
              <a:gd name="T6" fmla="*/ 2147483646 w 598"/>
              <a:gd name="T7" fmla="*/ 2147483646 h 237"/>
              <a:gd name="T8" fmla="*/ 2147483646 w 598"/>
              <a:gd name="T9" fmla="*/ 2147483646 h 237"/>
              <a:gd name="T10" fmla="*/ 2147483646 w 598"/>
              <a:gd name="T11" fmla="*/ 2147483646 h 237"/>
              <a:gd name="T12" fmla="*/ 2147483646 w 598"/>
              <a:gd name="T13" fmla="*/ 2147483646 h 237"/>
              <a:gd name="T14" fmla="*/ 2147483646 w 598"/>
              <a:gd name="T15" fmla="*/ 2147483646 h 237"/>
              <a:gd name="T16" fmla="*/ 2147483646 w 598"/>
              <a:gd name="T17" fmla="*/ 2147483646 h 237"/>
              <a:gd name="T18" fmla="*/ 2147483646 w 598"/>
              <a:gd name="T19" fmla="*/ 2147483646 h 237"/>
              <a:gd name="T20" fmla="*/ 2147483646 w 598"/>
              <a:gd name="T21" fmla="*/ 2147483646 h 237"/>
              <a:gd name="T22" fmla="*/ 2147483646 w 598"/>
              <a:gd name="T23" fmla="*/ 2147483646 h 237"/>
              <a:gd name="T24" fmla="*/ 2147483646 w 598"/>
              <a:gd name="T25" fmla="*/ 2147483646 h 237"/>
              <a:gd name="T26" fmla="*/ 2147483646 w 598"/>
              <a:gd name="T27" fmla="*/ 2147483646 h 237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98" h="237">
                <a:moveTo>
                  <a:pt x="0" y="0"/>
                </a:moveTo>
                <a:cubicBezTo>
                  <a:pt x="251" y="0"/>
                  <a:pt x="251" y="0"/>
                  <a:pt x="269" y="1"/>
                </a:cubicBezTo>
                <a:cubicBezTo>
                  <a:pt x="288" y="2"/>
                  <a:pt x="288" y="2"/>
                  <a:pt x="305" y="5"/>
                </a:cubicBezTo>
                <a:cubicBezTo>
                  <a:pt x="323" y="7"/>
                  <a:pt x="323" y="7"/>
                  <a:pt x="343" y="13"/>
                </a:cubicBezTo>
                <a:cubicBezTo>
                  <a:pt x="363" y="20"/>
                  <a:pt x="363" y="20"/>
                  <a:pt x="380" y="28"/>
                </a:cubicBezTo>
                <a:cubicBezTo>
                  <a:pt x="398" y="37"/>
                  <a:pt x="398" y="37"/>
                  <a:pt x="413" y="46"/>
                </a:cubicBezTo>
                <a:cubicBezTo>
                  <a:pt x="429" y="55"/>
                  <a:pt x="429" y="55"/>
                  <a:pt x="441" y="63"/>
                </a:cubicBezTo>
                <a:cubicBezTo>
                  <a:pt x="454" y="71"/>
                  <a:pt x="454" y="71"/>
                  <a:pt x="463" y="78"/>
                </a:cubicBezTo>
                <a:cubicBezTo>
                  <a:pt x="471" y="85"/>
                  <a:pt x="471" y="85"/>
                  <a:pt x="481" y="92"/>
                </a:cubicBezTo>
                <a:cubicBezTo>
                  <a:pt x="491" y="98"/>
                  <a:pt x="491" y="98"/>
                  <a:pt x="502" y="110"/>
                </a:cubicBezTo>
                <a:cubicBezTo>
                  <a:pt x="513" y="121"/>
                  <a:pt x="513" y="121"/>
                  <a:pt x="525" y="136"/>
                </a:cubicBezTo>
                <a:cubicBezTo>
                  <a:pt x="538" y="151"/>
                  <a:pt x="538" y="151"/>
                  <a:pt x="550" y="168"/>
                </a:cubicBezTo>
                <a:cubicBezTo>
                  <a:pt x="563" y="186"/>
                  <a:pt x="563" y="186"/>
                  <a:pt x="576" y="204"/>
                </a:cubicBezTo>
                <a:cubicBezTo>
                  <a:pt x="589" y="222"/>
                  <a:pt x="589" y="222"/>
                  <a:pt x="598" y="237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35" name="Freeform 29">
            <a:extLst>
              <a:ext uri="{FF2B5EF4-FFF2-40B4-BE49-F238E27FC236}">
                <a16:creationId xmlns:a16="http://schemas.microsoft.com/office/drawing/2014/main" id="{F72836F3-5B61-46EF-85EE-84A01EE72C1C}"/>
              </a:ext>
            </a:extLst>
          </p:cNvPr>
          <p:cNvSpPr>
            <a:spLocks noChangeAspect="1"/>
          </p:cNvSpPr>
          <p:nvPr/>
        </p:nvSpPr>
        <p:spPr bwMode="auto">
          <a:xfrm>
            <a:off x="3121025" y="4181475"/>
            <a:ext cx="730250" cy="290513"/>
          </a:xfrm>
          <a:custGeom>
            <a:avLst/>
            <a:gdLst>
              <a:gd name="T0" fmla="*/ 0 w 598"/>
              <a:gd name="T1" fmla="*/ 2147483646 h 238"/>
              <a:gd name="T2" fmla="*/ 2147483646 w 598"/>
              <a:gd name="T3" fmla="*/ 2147483646 h 238"/>
              <a:gd name="T4" fmla="*/ 2147483646 w 598"/>
              <a:gd name="T5" fmla="*/ 2147483646 h 238"/>
              <a:gd name="T6" fmla="*/ 2147483646 w 598"/>
              <a:gd name="T7" fmla="*/ 2147483646 h 238"/>
              <a:gd name="T8" fmla="*/ 2147483646 w 598"/>
              <a:gd name="T9" fmla="*/ 2147483646 h 238"/>
              <a:gd name="T10" fmla="*/ 2147483646 w 598"/>
              <a:gd name="T11" fmla="*/ 2147483646 h 238"/>
              <a:gd name="T12" fmla="*/ 2147483646 w 598"/>
              <a:gd name="T13" fmla="*/ 2147483646 h 238"/>
              <a:gd name="T14" fmla="*/ 2147483646 w 598"/>
              <a:gd name="T15" fmla="*/ 2147483646 h 238"/>
              <a:gd name="T16" fmla="*/ 2147483646 w 598"/>
              <a:gd name="T17" fmla="*/ 2147483646 h 238"/>
              <a:gd name="T18" fmla="*/ 2147483646 w 598"/>
              <a:gd name="T19" fmla="*/ 2147483646 h 238"/>
              <a:gd name="T20" fmla="*/ 2147483646 w 598"/>
              <a:gd name="T21" fmla="*/ 2147483646 h 238"/>
              <a:gd name="T22" fmla="*/ 2147483646 w 598"/>
              <a:gd name="T23" fmla="*/ 2147483646 h 238"/>
              <a:gd name="T24" fmla="*/ 2147483646 w 598"/>
              <a:gd name="T25" fmla="*/ 2147483646 h 238"/>
              <a:gd name="T26" fmla="*/ 2147483646 w 598"/>
              <a:gd name="T27" fmla="*/ 0 h 238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98" h="238">
                <a:moveTo>
                  <a:pt x="0" y="238"/>
                </a:moveTo>
                <a:cubicBezTo>
                  <a:pt x="251" y="238"/>
                  <a:pt x="251" y="238"/>
                  <a:pt x="269" y="237"/>
                </a:cubicBezTo>
                <a:cubicBezTo>
                  <a:pt x="288" y="235"/>
                  <a:pt x="288" y="235"/>
                  <a:pt x="305" y="233"/>
                </a:cubicBezTo>
                <a:cubicBezTo>
                  <a:pt x="323" y="230"/>
                  <a:pt x="323" y="230"/>
                  <a:pt x="343" y="224"/>
                </a:cubicBezTo>
                <a:cubicBezTo>
                  <a:pt x="363" y="218"/>
                  <a:pt x="363" y="218"/>
                  <a:pt x="380" y="209"/>
                </a:cubicBezTo>
                <a:cubicBezTo>
                  <a:pt x="398" y="200"/>
                  <a:pt x="398" y="200"/>
                  <a:pt x="413" y="192"/>
                </a:cubicBezTo>
                <a:cubicBezTo>
                  <a:pt x="429" y="183"/>
                  <a:pt x="429" y="183"/>
                  <a:pt x="441" y="175"/>
                </a:cubicBezTo>
                <a:cubicBezTo>
                  <a:pt x="454" y="167"/>
                  <a:pt x="454" y="167"/>
                  <a:pt x="463" y="160"/>
                </a:cubicBezTo>
                <a:cubicBezTo>
                  <a:pt x="471" y="153"/>
                  <a:pt x="471" y="153"/>
                  <a:pt x="481" y="146"/>
                </a:cubicBezTo>
                <a:cubicBezTo>
                  <a:pt x="491" y="139"/>
                  <a:pt x="491" y="139"/>
                  <a:pt x="502" y="128"/>
                </a:cubicBezTo>
                <a:cubicBezTo>
                  <a:pt x="513" y="117"/>
                  <a:pt x="513" y="117"/>
                  <a:pt x="525" y="102"/>
                </a:cubicBezTo>
                <a:cubicBezTo>
                  <a:pt x="538" y="87"/>
                  <a:pt x="538" y="87"/>
                  <a:pt x="550" y="69"/>
                </a:cubicBezTo>
                <a:cubicBezTo>
                  <a:pt x="563" y="52"/>
                  <a:pt x="563" y="52"/>
                  <a:pt x="576" y="34"/>
                </a:cubicBezTo>
                <a:cubicBezTo>
                  <a:pt x="589" y="15"/>
                  <a:pt x="589" y="15"/>
                  <a:pt x="598" y="0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36" name="Freeform 30">
            <a:extLst>
              <a:ext uri="{FF2B5EF4-FFF2-40B4-BE49-F238E27FC236}">
                <a16:creationId xmlns:a16="http://schemas.microsoft.com/office/drawing/2014/main" id="{3CD7908D-5BC7-4DC3-8F1E-33AA7122CF8B}"/>
              </a:ext>
            </a:extLst>
          </p:cNvPr>
          <p:cNvSpPr>
            <a:spLocks noChangeAspect="1"/>
          </p:cNvSpPr>
          <p:nvPr/>
        </p:nvSpPr>
        <p:spPr bwMode="auto">
          <a:xfrm>
            <a:off x="3114675" y="3889375"/>
            <a:ext cx="85725" cy="292100"/>
          </a:xfrm>
          <a:custGeom>
            <a:avLst/>
            <a:gdLst>
              <a:gd name="T0" fmla="*/ 0 w 71"/>
              <a:gd name="T1" fmla="*/ 0 h 238"/>
              <a:gd name="T2" fmla="*/ 2147483646 w 71"/>
              <a:gd name="T3" fmla="*/ 2147483646 h 238"/>
              <a:gd name="T4" fmla="*/ 2147483646 w 71"/>
              <a:gd name="T5" fmla="*/ 2147483646 h 238"/>
              <a:gd name="T6" fmla="*/ 2147483646 w 71"/>
              <a:gd name="T7" fmla="*/ 2147483646 h 238"/>
              <a:gd name="T8" fmla="*/ 2147483646 w 71"/>
              <a:gd name="T9" fmla="*/ 2147483646 h 238"/>
              <a:gd name="T10" fmla="*/ 2147483646 w 71"/>
              <a:gd name="T11" fmla="*/ 2147483646 h 238"/>
              <a:gd name="T12" fmla="*/ 2147483646 w 71"/>
              <a:gd name="T13" fmla="*/ 2147483646 h 238"/>
              <a:gd name="T14" fmla="*/ 2147483646 w 71"/>
              <a:gd name="T15" fmla="*/ 2147483646 h 23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1" h="238">
                <a:moveTo>
                  <a:pt x="0" y="0"/>
                </a:moveTo>
                <a:cubicBezTo>
                  <a:pt x="16" y="28"/>
                  <a:pt x="16" y="28"/>
                  <a:pt x="22" y="43"/>
                </a:cubicBezTo>
                <a:cubicBezTo>
                  <a:pt x="29" y="58"/>
                  <a:pt x="29" y="58"/>
                  <a:pt x="35" y="77"/>
                </a:cubicBezTo>
                <a:cubicBezTo>
                  <a:pt x="42" y="95"/>
                  <a:pt x="42" y="95"/>
                  <a:pt x="48" y="113"/>
                </a:cubicBezTo>
                <a:cubicBezTo>
                  <a:pt x="54" y="131"/>
                  <a:pt x="54" y="131"/>
                  <a:pt x="59" y="149"/>
                </a:cubicBezTo>
                <a:cubicBezTo>
                  <a:pt x="65" y="167"/>
                  <a:pt x="65" y="167"/>
                  <a:pt x="66" y="183"/>
                </a:cubicBezTo>
                <a:cubicBezTo>
                  <a:pt x="67" y="198"/>
                  <a:pt x="67" y="198"/>
                  <a:pt x="69" y="208"/>
                </a:cubicBezTo>
                <a:cubicBezTo>
                  <a:pt x="71" y="217"/>
                  <a:pt x="71" y="217"/>
                  <a:pt x="70" y="238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37" name="Freeform 31">
            <a:extLst>
              <a:ext uri="{FF2B5EF4-FFF2-40B4-BE49-F238E27FC236}">
                <a16:creationId xmlns:a16="http://schemas.microsoft.com/office/drawing/2014/main" id="{84A8C14C-F85D-4F3B-AE52-7C216AEA0682}"/>
              </a:ext>
            </a:extLst>
          </p:cNvPr>
          <p:cNvSpPr>
            <a:spLocks noChangeAspect="1"/>
          </p:cNvSpPr>
          <p:nvPr/>
        </p:nvSpPr>
        <p:spPr bwMode="auto">
          <a:xfrm>
            <a:off x="3114675" y="4178300"/>
            <a:ext cx="85725" cy="293688"/>
          </a:xfrm>
          <a:custGeom>
            <a:avLst/>
            <a:gdLst>
              <a:gd name="T0" fmla="*/ 0 w 71"/>
              <a:gd name="T1" fmla="*/ 2147483646 h 239"/>
              <a:gd name="T2" fmla="*/ 2147483646 w 71"/>
              <a:gd name="T3" fmla="*/ 2147483646 h 239"/>
              <a:gd name="T4" fmla="*/ 2147483646 w 71"/>
              <a:gd name="T5" fmla="*/ 2147483646 h 239"/>
              <a:gd name="T6" fmla="*/ 2147483646 w 71"/>
              <a:gd name="T7" fmla="*/ 2147483646 h 239"/>
              <a:gd name="T8" fmla="*/ 2147483646 w 71"/>
              <a:gd name="T9" fmla="*/ 2147483646 h 239"/>
              <a:gd name="T10" fmla="*/ 2147483646 w 71"/>
              <a:gd name="T11" fmla="*/ 2147483646 h 239"/>
              <a:gd name="T12" fmla="*/ 2147483646 w 71"/>
              <a:gd name="T13" fmla="*/ 2147483646 h 239"/>
              <a:gd name="T14" fmla="*/ 2147483646 w 71"/>
              <a:gd name="T15" fmla="*/ 0 h 23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1" h="239">
                <a:moveTo>
                  <a:pt x="0" y="239"/>
                </a:moveTo>
                <a:cubicBezTo>
                  <a:pt x="16" y="210"/>
                  <a:pt x="16" y="210"/>
                  <a:pt x="22" y="195"/>
                </a:cubicBezTo>
                <a:cubicBezTo>
                  <a:pt x="29" y="180"/>
                  <a:pt x="29" y="180"/>
                  <a:pt x="35" y="162"/>
                </a:cubicBezTo>
                <a:cubicBezTo>
                  <a:pt x="42" y="144"/>
                  <a:pt x="42" y="144"/>
                  <a:pt x="48" y="126"/>
                </a:cubicBezTo>
                <a:cubicBezTo>
                  <a:pt x="54" y="108"/>
                  <a:pt x="54" y="108"/>
                  <a:pt x="59" y="90"/>
                </a:cubicBezTo>
                <a:cubicBezTo>
                  <a:pt x="65" y="71"/>
                  <a:pt x="65" y="71"/>
                  <a:pt x="66" y="56"/>
                </a:cubicBezTo>
                <a:cubicBezTo>
                  <a:pt x="67" y="40"/>
                  <a:pt x="67" y="40"/>
                  <a:pt x="69" y="31"/>
                </a:cubicBezTo>
                <a:cubicBezTo>
                  <a:pt x="71" y="21"/>
                  <a:pt x="71" y="21"/>
                  <a:pt x="70" y="0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38" name="Line 32">
            <a:extLst>
              <a:ext uri="{FF2B5EF4-FFF2-40B4-BE49-F238E27FC236}">
                <a16:creationId xmlns:a16="http://schemas.microsoft.com/office/drawing/2014/main" id="{12252292-3CAE-41CC-BF1C-ECE88F74FF0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606675" y="5035550"/>
            <a:ext cx="552450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39" name="Line 33">
            <a:extLst>
              <a:ext uri="{FF2B5EF4-FFF2-40B4-BE49-F238E27FC236}">
                <a16:creationId xmlns:a16="http://schemas.microsoft.com/office/drawing/2014/main" id="{FAF1D13D-0618-4330-A5F7-AD2EF24DA89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790825" y="5405438"/>
            <a:ext cx="368300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40" name="Line 34">
            <a:extLst>
              <a:ext uri="{FF2B5EF4-FFF2-40B4-BE49-F238E27FC236}">
                <a16:creationId xmlns:a16="http://schemas.microsoft.com/office/drawing/2014/main" id="{0FC73BE0-6355-4519-8FC5-68B535A043B1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841750" y="5233988"/>
            <a:ext cx="171450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41" name="Freeform 35">
            <a:extLst>
              <a:ext uri="{FF2B5EF4-FFF2-40B4-BE49-F238E27FC236}">
                <a16:creationId xmlns:a16="http://schemas.microsoft.com/office/drawing/2014/main" id="{1304CB7B-A419-4BFA-A631-89189ED08ACB}"/>
              </a:ext>
            </a:extLst>
          </p:cNvPr>
          <p:cNvSpPr>
            <a:spLocks noChangeAspect="1"/>
          </p:cNvSpPr>
          <p:nvPr/>
        </p:nvSpPr>
        <p:spPr bwMode="auto">
          <a:xfrm>
            <a:off x="3117850" y="4930775"/>
            <a:ext cx="730250" cy="292100"/>
          </a:xfrm>
          <a:custGeom>
            <a:avLst/>
            <a:gdLst>
              <a:gd name="T0" fmla="*/ 0 w 597"/>
              <a:gd name="T1" fmla="*/ 0 h 238"/>
              <a:gd name="T2" fmla="*/ 2147483646 w 597"/>
              <a:gd name="T3" fmla="*/ 2147483646 h 238"/>
              <a:gd name="T4" fmla="*/ 2147483646 w 597"/>
              <a:gd name="T5" fmla="*/ 2147483646 h 238"/>
              <a:gd name="T6" fmla="*/ 2147483646 w 597"/>
              <a:gd name="T7" fmla="*/ 2147483646 h 238"/>
              <a:gd name="T8" fmla="*/ 2147483646 w 597"/>
              <a:gd name="T9" fmla="*/ 2147483646 h 238"/>
              <a:gd name="T10" fmla="*/ 2147483646 w 597"/>
              <a:gd name="T11" fmla="*/ 2147483646 h 238"/>
              <a:gd name="T12" fmla="*/ 2147483646 w 597"/>
              <a:gd name="T13" fmla="*/ 2147483646 h 238"/>
              <a:gd name="T14" fmla="*/ 2147483646 w 597"/>
              <a:gd name="T15" fmla="*/ 2147483646 h 238"/>
              <a:gd name="T16" fmla="*/ 2147483646 w 597"/>
              <a:gd name="T17" fmla="*/ 2147483646 h 238"/>
              <a:gd name="T18" fmla="*/ 2147483646 w 597"/>
              <a:gd name="T19" fmla="*/ 2147483646 h 238"/>
              <a:gd name="T20" fmla="*/ 2147483646 w 597"/>
              <a:gd name="T21" fmla="*/ 2147483646 h 238"/>
              <a:gd name="T22" fmla="*/ 2147483646 w 597"/>
              <a:gd name="T23" fmla="*/ 2147483646 h 238"/>
              <a:gd name="T24" fmla="*/ 2147483646 w 597"/>
              <a:gd name="T25" fmla="*/ 2147483646 h 238"/>
              <a:gd name="T26" fmla="*/ 2147483646 w 597"/>
              <a:gd name="T27" fmla="*/ 2147483646 h 238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97" h="238">
                <a:moveTo>
                  <a:pt x="0" y="0"/>
                </a:moveTo>
                <a:cubicBezTo>
                  <a:pt x="251" y="0"/>
                  <a:pt x="251" y="0"/>
                  <a:pt x="269" y="1"/>
                </a:cubicBezTo>
                <a:cubicBezTo>
                  <a:pt x="287" y="3"/>
                  <a:pt x="287" y="3"/>
                  <a:pt x="305" y="5"/>
                </a:cubicBezTo>
                <a:cubicBezTo>
                  <a:pt x="322" y="8"/>
                  <a:pt x="322" y="8"/>
                  <a:pt x="342" y="14"/>
                </a:cubicBezTo>
                <a:cubicBezTo>
                  <a:pt x="362" y="20"/>
                  <a:pt x="362" y="20"/>
                  <a:pt x="380" y="29"/>
                </a:cubicBezTo>
                <a:cubicBezTo>
                  <a:pt x="397" y="38"/>
                  <a:pt x="397" y="38"/>
                  <a:pt x="413" y="46"/>
                </a:cubicBezTo>
                <a:cubicBezTo>
                  <a:pt x="429" y="55"/>
                  <a:pt x="429" y="55"/>
                  <a:pt x="441" y="63"/>
                </a:cubicBezTo>
                <a:cubicBezTo>
                  <a:pt x="454" y="71"/>
                  <a:pt x="454" y="71"/>
                  <a:pt x="462" y="78"/>
                </a:cubicBezTo>
                <a:cubicBezTo>
                  <a:pt x="471" y="85"/>
                  <a:pt x="471" y="85"/>
                  <a:pt x="481" y="92"/>
                </a:cubicBezTo>
                <a:cubicBezTo>
                  <a:pt x="491" y="99"/>
                  <a:pt x="491" y="99"/>
                  <a:pt x="502" y="110"/>
                </a:cubicBezTo>
                <a:cubicBezTo>
                  <a:pt x="512" y="121"/>
                  <a:pt x="512" y="121"/>
                  <a:pt x="525" y="136"/>
                </a:cubicBezTo>
                <a:cubicBezTo>
                  <a:pt x="537" y="151"/>
                  <a:pt x="537" y="151"/>
                  <a:pt x="550" y="169"/>
                </a:cubicBezTo>
                <a:cubicBezTo>
                  <a:pt x="562" y="186"/>
                  <a:pt x="562" y="186"/>
                  <a:pt x="575" y="204"/>
                </a:cubicBezTo>
                <a:cubicBezTo>
                  <a:pt x="589" y="223"/>
                  <a:pt x="589" y="223"/>
                  <a:pt x="597" y="238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42" name="Freeform 36">
            <a:extLst>
              <a:ext uri="{FF2B5EF4-FFF2-40B4-BE49-F238E27FC236}">
                <a16:creationId xmlns:a16="http://schemas.microsoft.com/office/drawing/2014/main" id="{2C4418A0-045B-4A6D-BCAC-8D0575DA09AA}"/>
              </a:ext>
            </a:extLst>
          </p:cNvPr>
          <p:cNvSpPr>
            <a:spLocks noChangeAspect="1"/>
          </p:cNvSpPr>
          <p:nvPr/>
        </p:nvSpPr>
        <p:spPr bwMode="auto">
          <a:xfrm>
            <a:off x="3117850" y="5224463"/>
            <a:ext cx="730250" cy="290512"/>
          </a:xfrm>
          <a:custGeom>
            <a:avLst/>
            <a:gdLst>
              <a:gd name="T0" fmla="*/ 0 w 597"/>
              <a:gd name="T1" fmla="*/ 2147483646 h 237"/>
              <a:gd name="T2" fmla="*/ 2147483646 w 597"/>
              <a:gd name="T3" fmla="*/ 2147483646 h 237"/>
              <a:gd name="T4" fmla="*/ 2147483646 w 597"/>
              <a:gd name="T5" fmla="*/ 2147483646 h 237"/>
              <a:gd name="T6" fmla="*/ 2147483646 w 597"/>
              <a:gd name="T7" fmla="*/ 2147483646 h 237"/>
              <a:gd name="T8" fmla="*/ 2147483646 w 597"/>
              <a:gd name="T9" fmla="*/ 2147483646 h 237"/>
              <a:gd name="T10" fmla="*/ 2147483646 w 597"/>
              <a:gd name="T11" fmla="*/ 2147483646 h 237"/>
              <a:gd name="T12" fmla="*/ 2147483646 w 597"/>
              <a:gd name="T13" fmla="*/ 2147483646 h 237"/>
              <a:gd name="T14" fmla="*/ 2147483646 w 597"/>
              <a:gd name="T15" fmla="*/ 2147483646 h 237"/>
              <a:gd name="T16" fmla="*/ 2147483646 w 597"/>
              <a:gd name="T17" fmla="*/ 2147483646 h 237"/>
              <a:gd name="T18" fmla="*/ 2147483646 w 597"/>
              <a:gd name="T19" fmla="*/ 2147483646 h 237"/>
              <a:gd name="T20" fmla="*/ 2147483646 w 597"/>
              <a:gd name="T21" fmla="*/ 2147483646 h 237"/>
              <a:gd name="T22" fmla="*/ 2147483646 w 597"/>
              <a:gd name="T23" fmla="*/ 2147483646 h 237"/>
              <a:gd name="T24" fmla="*/ 2147483646 w 597"/>
              <a:gd name="T25" fmla="*/ 2147483646 h 237"/>
              <a:gd name="T26" fmla="*/ 2147483646 w 597"/>
              <a:gd name="T27" fmla="*/ 0 h 237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97" h="237">
                <a:moveTo>
                  <a:pt x="0" y="237"/>
                </a:moveTo>
                <a:cubicBezTo>
                  <a:pt x="251" y="237"/>
                  <a:pt x="251" y="237"/>
                  <a:pt x="269" y="236"/>
                </a:cubicBezTo>
                <a:cubicBezTo>
                  <a:pt x="287" y="235"/>
                  <a:pt x="287" y="235"/>
                  <a:pt x="305" y="232"/>
                </a:cubicBezTo>
                <a:cubicBezTo>
                  <a:pt x="322" y="230"/>
                  <a:pt x="322" y="230"/>
                  <a:pt x="342" y="224"/>
                </a:cubicBezTo>
                <a:cubicBezTo>
                  <a:pt x="362" y="217"/>
                  <a:pt x="362" y="217"/>
                  <a:pt x="380" y="209"/>
                </a:cubicBezTo>
                <a:cubicBezTo>
                  <a:pt x="397" y="200"/>
                  <a:pt x="397" y="200"/>
                  <a:pt x="413" y="191"/>
                </a:cubicBezTo>
                <a:cubicBezTo>
                  <a:pt x="429" y="182"/>
                  <a:pt x="429" y="182"/>
                  <a:pt x="441" y="174"/>
                </a:cubicBezTo>
                <a:cubicBezTo>
                  <a:pt x="454" y="166"/>
                  <a:pt x="454" y="166"/>
                  <a:pt x="462" y="159"/>
                </a:cubicBezTo>
                <a:cubicBezTo>
                  <a:pt x="471" y="152"/>
                  <a:pt x="471" y="152"/>
                  <a:pt x="481" y="145"/>
                </a:cubicBezTo>
                <a:cubicBezTo>
                  <a:pt x="491" y="139"/>
                  <a:pt x="491" y="139"/>
                  <a:pt x="502" y="127"/>
                </a:cubicBezTo>
                <a:cubicBezTo>
                  <a:pt x="512" y="116"/>
                  <a:pt x="512" y="116"/>
                  <a:pt x="525" y="101"/>
                </a:cubicBezTo>
                <a:cubicBezTo>
                  <a:pt x="537" y="86"/>
                  <a:pt x="537" y="86"/>
                  <a:pt x="550" y="69"/>
                </a:cubicBezTo>
                <a:cubicBezTo>
                  <a:pt x="562" y="51"/>
                  <a:pt x="562" y="51"/>
                  <a:pt x="575" y="33"/>
                </a:cubicBezTo>
                <a:cubicBezTo>
                  <a:pt x="589" y="15"/>
                  <a:pt x="589" y="15"/>
                  <a:pt x="597" y="0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43" name="Freeform 37">
            <a:extLst>
              <a:ext uri="{FF2B5EF4-FFF2-40B4-BE49-F238E27FC236}">
                <a16:creationId xmlns:a16="http://schemas.microsoft.com/office/drawing/2014/main" id="{A16A1B08-603D-4C16-B3DD-2BE014111872}"/>
              </a:ext>
            </a:extLst>
          </p:cNvPr>
          <p:cNvSpPr>
            <a:spLocks noChangeAspect="1"/>
          </p:cNvSpPr>
          <p:nvPr/>
        </p:nvSpPr>
        <p:spPr bwMode="auto">
          <a:xfrm>
            <a:off x="3111500" y="4930775"/>
            <a:ext cx="85725" cy="293688"/>
          </a:xfrm>
          <a:custGeom>
            <a:avLst/>
            <a:gdLst>
              <a:gd name="T0" fmla="*/ 0 w 71"/>
              <a:gd name="T1" fmla="*/ 0 h 239"/>
              <a:gd name="T2" fmla="*/ 2147483646 w 71"/>
              <a:gd name="T3" fmla="*/ 2147483646 h 239"/>
              <a:gd name="T4" fmla="*/ 2147483646 w 71"/>
              <a:gd name="T5" fmla="*/ 2147483646 h 239"/>
              <a:gd name="T6" fmla="*/ 2147483646 w 71"/>
              <a:gd name="T7" fmla="*/ 2147483646 h 239"/>
              <a:gd name="T8" fmla="*/ 2147483646 w 71"/>
              <a:gd name="T9" fmla="*/ 2147483646 h 239"/>
              <a:gd name="T10" fmla="*/ 2147483646 w 71"/>
              <a:gd name="T11" fmla="*/ 2147483646 h 239"/>
              <a:gd name="T12" fmla="*/ 2147483646 w 71"/>
              <a:gd name="T13" fmla="*/ 2147483646 h 239"/>
              <a:gd name="T14" fmla="*/ 2147483646 w 71"/>
              <a:gd name="T15" fmla="*/ 2147483646 h 23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1" h="239">
                <a:moveTo>
                  <a:pt x="0" y="0"/>
                </a:moveTo>
                <a:cubicBezTo>
                  <a:pt x="16" y="29"/>
                  <a:pt x="16" y="29"/>
                  <a:pt x="22" y="44"/>
                </a:cubicBezTo>
                <a:cubicBezTo>
                  <a:pt x="28" y="59"/>
                  <a:pt x="28" y="59"/>
                  <a:pt x="35" y="77"/>
                </a:cubicBezTo>
                <a:cubicBezTo>
                  <a:pt x="42" y="95"/>
                  <a:pt x="42" y="95"/>
                  <a:pt x="48" y="113"/>
                </a:cubicBezTo>
                <a:cubicBezTo>
                  <a:pt x="53" y="131"/>
                  <a:pt x="53" y="131"/>
                  <a:pt x="59" y="149"/>
                </a:cubicBezTo>
                <a:cubicBezTo>
                  <a:pt x="65" y="168"/>
                  <a:pt x="65" y="168"/>
                  <a:pt x="66" y="183"/>
                </a:cubicBezTo>
                <a:cubicBezTo>
                  <a:pt x="67" y="199"/>
                  <a:pt x="67" y="199"/>
                  <a:pt x="69" y="208"/>
                </a:cubicBezTo>
                <a:cubicBezTo>
                  <a:pt x="71" y="218"/>
                  <a:pt x="71" y="218"/>
                  <a:pt x="70" y="239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44" name="Freeform 38">
            <a:extLst>
              <a:ext uri="{FF2B5EF4-FFF2-40B4-BE49-F238E27FC236}">
                <a16:creationId xmlns:a16="http://schemas.microsoft.com/office/drawing/2014/main" id="{793385A3-134A-43A1-82DB-78C8EF03B2FF}"/>
              </a:ext>
            </a:extLst>
          </p:cNvPr>
          <p:cNvSpPr>
            <a:spLocks noChangeAspect="1"/>
          </p:cNvSpPr>
          <p:nvPr/>
        </p:nvSpPr>
        <p:spPr bwMode="auto">
          <a:xfrm>
            <a:off x="3111500" y="5222875"/>
            <a:ext cx="85725" cy="292100"/>
          </a:xfrm>
          <a:custGeom>
            <a:avLst/>
            <a:gdLst>
              <a:gd name="T0" fmla="*/ 0 w 71"/>
              <a:gd name="T1" fmla="*/ 2147483646 h 238"/>
              <a:gd name="T2" fmla="*/ 2147483646 w 71"/>
              <a:gd name="T3" fmla="*/ 2147483646 h 238"/>
              <a:gd name="T4" fmla="*/ 2147483646 w 71"/>
              <a:gd name="T5" fmla="*/ 2147483646 h 238"/>
              <a:gd name="T6" fmla="*/ 2147483646 w 71"/>
              <a:gd name="T7" fmla="*/ 2147483646 h 238"/>
              <a:gd name="T8" fmla="*/ 2147483646 w 71"/>
              <a:gd name="T9" fmla="*/ 2147483646 h 238"/>
              <a:gd name="T10" fmla="*/ 2147483646 w 71"/>
              <a:gd name="T11" fmla="*/ 2147483646 h 238"/>
              <a:gd name="T12" fmla="*/ 2147483646 w 71"/>
              <a:gd name="T13" fmla="*/ 2147483646 h 238"/>
              <a:gd name="T14" fmla="*/ 2147483646 w 71"/>
              <a:gd name="T15" fmla="*/ 0 h 23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1" h="238">
                <a:moveTo>
                  <a:pt x="0" y="238"/>
                </a:moveTo>
                <a:cubicBezTo>
                  <a:pt x="16" y="210"/>
                  <a:pt x="16" y="210"/>
                  <a:pt x="22" y="195"/>
                </a:cubicBezTo>
                <a:cubicBezTo>
                  <a:pt x="28" y="180"/>
                  <a:pt x="28" y="180"/>
                  <a:pt x="35" y="161"/>
                </a:cubicBezTo>
                <a:cubicBezTo>
                  <a:pt x="42" y="143"/>
                  <a:pt x="42" y="143"/>
                  <a:pt x="48" y="125"/>
                </a:cubicBezTo>
                <a:cubicBezTo>
                  <a:pt x="53" y="107"/>
                  <a:pt x="53" y="107"/>
                  <a:pt x="59" y="89"/>
                </a:cubicBezTo>
                <a:cubicBezTo>
                  <a:pt x="65" y="71"/>
                  <a:pt x="65" y="71"/>
                  <a:pt x="66" y="55"/>
                </a:cubicBezTo>
                <a:cubicBezTo>
                  <a:pt x="67" y="40"/>
                  <a:pt x="67" y="40"/>
                  <a:pt x="69" y="30"/>
                </a:cubicBezTo>
                <a:cubicBezTo>
                  <a:pt x="71" y="21"/>
                  <a:pt x="71" y="21"/>
                  <a:pt x="70" y="0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45" name="Freeform 39">
            <a:extLst>
              <a:ext uri="{FF2B5EF4-FFF2-40B4-BE49-F238E27FC236}">
                <a16:creationId xmlns:a16="http://schemas.microsoft.com/office/drawing/2014/main" id="{5ADB3192-A579-41A8-AA2F-C5ADBBD15BCE}"/>
              </a:ext>
            </a:extLst>
          </p:cNvPr>
          <p:cNvSpPr>
            <a:spLocks noChangeAspect="1"/>
          </p:cNvSpPr>
          <p:nvPr/>
        </p:nvSpPr>
        <p:spPr bwMode="auto">
          <a:xfrm>
            <a:off x="4013200" y="4178300"/>
            <a:ext cx="269875" cy="342900"/>
          </a:xfrm>
          <a:custGeom>
            <a:avLst/>
            <a:gdLst>
              <a:gd name="T0" fmla="*/ 2147483646 w 127"/>
              <a:gd name="T1" fmla="*/ 2147483646 h 162"/>
              <a:gd name="T2" fmla="*/ 2147483646 w 127"/>
              <a:gd name="T3" fmla="*/ 2147483646 h 162"/>
              <a:gd name="T4" fmla="*/ 2147483646 w 127"/>
              <a:gd name="T5" fmla="*/ 0 h 162"/>
              <a:gd name="T6" fmla="*/ 0 w 127"/>
              <a:gd name="T7" fmla="*/ 0 h 16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7" h="162">
                <a:moveTo>
                  <a:pt x="127" y="162"/>
                </a:moveTo>
                <a:lnTo>
                  <a:pt x="81" y="162"/>
                </a:lnTo>
                <a:lnTo>
                  <a:pt x="81" y="0"/>
                </a:lnTo>
                <a:lnTo>
                  <a:pt x="0" y="0"/>
                </a:ln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46" name="Freeform 40">
            <a:extLst>
              <a:ext uri="{FF2B5EF4-FFF2-40B4-BE49-F238E27FC236}">
                <a16:creationId xmlns:a16="http://schemas.microsoft.com/office/drawing/2014/main" id="{4BAA2655-14AA-4B84-9703-D84C2A561C67}"/>
              </a:ext>
            </a:extLst>
          </p:cNvPr>
          <p:cNvSpPr>
            <a:spLocks noChangeAspect="1"/>
          </p:cNvSpPr>
          <p:nvPr/>
        </p:nvSpPr>
        <p:spPr bwMode="auto">
          <a:xfrm>
            <a:off x="4013200" y="4865688"/>
            <a:ext cx="269875" cy="368300"/>
          </a:xfrm>
          <a:custGeom>
            <a:avLst/>
            <a:gdLst>
              <a:gd name="T0" fmla="*/ 2147483646 w 127"/>
              <a:gd name="T1" fmla="*/ 0 h 174"/>
              <a:gd name="T2" fmla="*/ 2147483646 w 127"/>
              <a:gd name="T3" fmla="*/ 0 h 174"/>
              <a:gd name="T4" fmla="*/ 2147483646 w 127"/>
              <a:gd name="T5" fmla="*/ 2147483646 h 174"/>
              <a:gd name="T6" fmla="*/ 0 w 127"/>
              <a:gd name="T7" fmla="*/ 2147483646 h 17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7" h="174">
                <a:moveTo>
                  <a:pt x="127" y="0"/>
                </a:moveTo>
                <a:lnTo>
                  <a:pt x="81" y="0"/>
                </a:lnTo>
                <a:lnTo>
                  <a:pt x="81" y="174"/>
                </a:lnTo>
                <a:lnTo>
                  <a:pt x="0" y="174"/>
                </a:ln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47" name="Line 41">
            <a:extLst>
              <a:ext uri="{FF2B5EF4-FFF2-40B4-BE49-F238E27FC236}">
                <a16:creationId xmlns:a16="http://schemas.microsoft.com/office/drawing/2014/main" id="{F1B4F333-C9D7-4966-B35C-45E3617F16E7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5480050" y="4692650"/>
            <a:ext cx="441325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48" name="Freeform 42">
            <a:extLst>
              <a:ext uri="{FF2B5EF4-FFF2-40B4-BE49-F238E27FC236}">
                <a16:creationId xmlns:a16="http://schemas.microsoft.com/office/drawing/2014/main" id="{3716E85E-866C-46A7-AFDC-1763CB7CF674}"/>
              </a:ext>
            </a:extLst>
          </p:cNvPr>
          <p:cNvSpPr>
            <a:spLocks noChangeAspect="1"/>
          </p:cNvSpPr>
          <p:nvPr/>
        </p:nvSpPr>
        <p:spPr bwMode="auto">
          <a:xfrm>
            <a:off x="1592263" y="4349750"/>
            <a:ext cx="342900" cy="687388"/>
          </a:xfrm>
          <a:custGeom>
            <a:avLst/>
            <a:gdLst>
              <a:gd name="T0" fmla="*/ 0 w 162"/>
              <a:gd name="T1" fmla="*/ 0 h 325"/>
              <a:gd name="T2" fmla="*/ 0 w 162"/>
              <a:gd name="T3" fmla="*/ 2147483646 h 325"/>
              <a:gd name="T4" fmla="*/ 2147483646 w 162"/>
              <a:gd name="T5" fmla="*/ 2147483646 h 32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2" h="325">
                <a:moveTo>
                  <a:pt x="0" y="0"/>
                </a:moveTo>
                <a:lnTo>
                  <a:pt x="0" y="325"/>
                </a:lnTo>
                <a:lnTo>
                  <a:pt x="162" y="325"/>
                </a:ln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49" name="Line 43">
            <a:extLst>
              <a:ext uri="{FF2B5EF4-FFF2-40B4-BE49-F238E27FC236}">
                <a16:creationId xmlns:a16="http://schemas.microsoft.com/office/drawing/2014/main" id="{33CB549C-B082-4ED6-84CC-B79C64D57B7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079500" y="4349750"/>
            <a:ext cx="1711325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50" name="Line 44">
            <a:extLst>
              <a:ext uri="{FF2B5EF4-FFF2-40B4-BE49-F238E27FC236}">
                <a16:creationId xmlns:a16="http://schemas.microsoft.com/office/drawing/2014/main" id="{C4657105-9C7B-4D5A-89BA-A9941BC5F7B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079500" y="4005263"/>
            <a:ext cx="1711325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51" name="Line 45">
            <a:extLst>
              <a:ext uri="{FF2B5EF4-FFF2-40B4-BE49-F238E27FC236}">
                <a16:creationId xmlns:a16="http://schemas.microsoft.com/office/drawing/2014/main" id="{DBB54B71-3094-46BF-9071-6C1CC1AF1E6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079500" y="5749925"/>
            <a:ext cx="855663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52" name="Freeform 46">
            <a:extLst>
              <a:ext uri="{FF2B5EF4-FFF2-40B4-BE49-F238E27FC236}">
                <a16:creationId xmlns:a16="http://schemas.microsoft.com/office/drawing/2014/main" id="{DE35537A-F5AC-4774-B431-1D1FA5DBF0AC}"/>
              </a:ext>
            </a:extLst>
          </p:cNvPr>
          <p:cNvSpPr>
            <a:spLocks noChangeAspect="1"/>
          </p:cNvSpPr>
          <p:nvPr/>
        </p:nvSpPr>
        <p:spPr bwMode="auto">
          <a:xfrm>
            <a:off x="1565275" y="4325938"/>
            <a:ext cx="57150" cy="55562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0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0 h 40"/>
              <a:gd name="T12" fmla="*/ 2147483646 w 40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0" h="40">
                <a:moveTo>
                  <a:pt x="20" y="20"/>
                </a:moveTo>
                <a:cubicBezTo>
                  <a:pt x="20" y="2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32"/>
                  <a:pt x="9" y="40"/>
                  <a:pt x="20" y="40"/>
                </a:cubicBezTo>
                <a:cubicBezTo>
                  <a:pt x="32" y="40"/>
                  <a:pt x="40" y="32"/>
                  <a:pt x="40" y="20"/>
                </a:cubicBezTo>
                <a:cubicBezTo>
                  <a:pt x="40" y="9"/>
                  <a:pt x="32" y="0"/>
                  <a:pt x="20" y="0"/>
                </a:cubicBezTo>
                <a:lnTo>
                  <a:pt x="20" y="20"/>
                </a:lnTo>
                <a:close/>
              </a:path>
            </a:pathLst>
          </a:custGeom>
          <a:solidFill>
            <a:srgbClr val="000000"/>
          </a:solidFill>
          <a:ln w="222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53" name="Rectangle 47">
            <a:extLst>
              <a:ext uri="{FF2B5EF4-FFF2-40B4-BE49-F238E27FC236}">
                <a16:creationId xmlns:a16="http://schemas.microsoft.com/office/drawing/2014/main" id="{944A98CB-BDCD-4EB2-AEC6-33E19AAE86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44625" y="3260725"/>
            <a:ext cx="394017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(a) A minimal sum-of-products realization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54" name="Rectangle 48">
            <a:extLst>
              <a:ext uri="{FF2B5EF4-FFF2-40B4-BE49-F238E27FC236}">
                <a16:creationId xmlns:a16="http://schemas.microsoft.com/office/drawing/2014/main" id="{EE008DC9-0703-4106-BE55-57702241C8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48375" y="4591050"/>
            <a:ext cx="603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f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55" name="Line 49">
            <a:extLst>
              <a:ext uri="{FF2B5EF4-FFF2-40B4-BE49-F238E27FC236}">
                <a16:creationId xmlns:a16="http://schemas.microsoft.com/office/drawing/2014/main" id="{F71BEAB0-CDE0-493D-BC25-89AACB00C57C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2606675" y="1392238"/>
            <a:ext cx="184150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56" name="Line 50">
            <a:extLst>
              <a:ext uri="{FF2B5EF4-FFF2-40B4-BE49-F238E27FC236}">
                <a16:creationId xmlns:a16="http://schemas.microsoft.com/office/drawing/2014/main" id="{F3BFFD80-DD49-4A0A-9B62-68CA0B5BB04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935163" y="1392238"/>
            <a:ext cx="268287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57" name="Freeform 51">
            <a:extLst>
              <a:ext uri="{FF2B5EF4-FFF2-40B4-BE49-F238E27FC236}">
                <a16:creationId xmlns:a16="http://schemas.microsoft.com/office/drawing/2014/main" id="{F98E65F1-1366-415D-9BCD-C6812EEE2470}"/>
              </a:ext>
            </a:extLst>
          </p:cNvPr>
          <p:cNvSpPr>
            <a:spLocks noChangeAspect="1"/>
          </p:cNvSpPr>
          <p:nvPr/>
        </p:nvSpPr>
        <p:spPr bwMode="auto">
          <a:xfrm>
            <a:off x="2130425" y="1195388"/>
            <a:ext cx="342900" cy="368300"/>
          </a:xfrm>
          <a:custGeom>
            <a:avLst/>
            <a:gdLst>
              <a:gd name="T0" fmla="*/ 2147483646 w 162"/>
              <a:gd name="T1" fmla="*/ 2147483646 h 174"/>
              <a:gd name="T2" fmla="*/ 0 w 162"/>
              <a:gd name="T3" fmla="*/ 2147483646 h 174"/>
              <a:gd name="T4" fmla="*/ 0 w 162"/>
              <a:gd name="T5" fmla="*/ 0 h 174"/>
              <a:gd name="T6" fmla="*/ 2147483646 w 162"/>
              <a:gd name="T7" fmla="*/ 2147483646 h 17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174">
                <a:moveTo>
                  <a:pt x="162" y="93"/>
                </a:moveTo>
                <a:lnTo>
                  <a:pt x="0" y="174"/>
                </a:lnTo>
                <a:lnTo>
                  <a:pt x="0" y="0"/>
                </a:lnTo>
                <a:lnTo>
                  <a:pt x="162" y="93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58" name="Oval 52">
            <a:extLst>
              <a:ext uri="{FF2B5EF4-FFF2-40B4-BE49-F238E27FC236}">
                <a16:creationId xmlns:a16="http://schemas.microsoft.com/office/drawing/2014/main" id="{2296AC02-AA7B-4075-BE45-4FE00CDBE4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89200" y="1338263"/>
            <a:ext cx="112713" cy="111125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59" name="Line 53">
            <a:extLst>
              <a:ext uri="{FF2B5EF4-FFF2-40B4-BE49-F238E27FC236}">
                <a16:creationId xmlns:a16="http://schemas.microsoft.com/office/drawing/2014/main" id="{B18F48F7-4BF7-4FC1-8D6E-CB6EC387DE89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2606675" y="2422525"/>
            <a:ext cx="184150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60" name="Line 54">
            <a:extLst>
              <a:ext uri="{FF2B5EF4-FFF2-40B4-BE49-F238E27FC236}">
                <a16:creationId xmlns:a16="http://schemas.microsoft.com/office/drawing/2014/main" id="{4A93BB1A-229A-49E2-A5A3-8F6D0FE00AE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935163" y="2422525"/>
            <a:ext cx="268287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61" name="Freeform 55">
            <a:extLst>
              <a:ext uri="{FF2B5EF4-FFF2-40B4-BE49-F238E27FC236}">
                <a16:creationId xmlns:a16="http://schemas.microsoft.com/office/drawing/2014/main" id="{897581B9-8BE6-43EF-B361-6095799C46D2}"/>
              </a:ext>
            </a:extLst>
          </p:cNvPr>
          <p:cNvSpPr>
            <a:spLocks noChangeAspect="1"/>
          </p:cNvSpPr>
          <p:nvPr/>
        </p:nvSpPr>
        <p:spPr bwMode="auto">
          <a:xfrm>
            <a:off x="2130425" y="2249488"/>
            <a:ext cx="342900" cy="344487"/>
          </a:xfrm>
          <a:custGeom>
            <a:avLst/>
            <a:gdLst>
              <a:gd name="T0" fmla="*/ 2147483646 w 162"/>
              <a:gd name="T1" fmla="*/ 2147483646 h 163"/>
              <a:gd name="T2" fmla="*/ 0 w 162"/>
              <a:gd name="T3" fmla="*/ 2147483646 h 163"/>
              <a:gd name="T4" fmla="*/ 0 w 162"/>
              <a:gd name="T5" fmla="*/ 0 h 163"/>
              <a:gd name="T6" fmla="*/ 2147483646 w 162"/>
              <a:gd name="T7" fmla="*/ 2147483646 h 16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163">
                <a:moveTo>
                  <a:pt x="162" y="82"/>
                </a:moveTo>
                <a:lnTo>
                  <a:pt x="0" y="163"/>
                </a:lnTo>
                <a:lnTo>
                  <a:pt x="0" y="0"/>
                </a:lnTo>
                <a:lnTo>
                  <a:pt x="162" y="82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62" name="Oval 56">
            <a:extLst>
              <a:ext uri="{FF2B5EF4-FFF2-40B4-BE49-F238E27FC236}">
                <a16:creationId xmlns:a16="http://schemas.microsoft.com/office/drawing/2014/main" id="{EC3D47D7-AC16-4216-AC65-5B67D3567C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86025" y="2365375"/>
            <a:ext cx="114300" cy="112713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63" name="Line 57">
            <a:extLst>
              <a:ext uri="{FF2B5EF4-FFF2-40B4-BE49-F238E27FC236}">
                <a16:creationId xmlns:a16="http://schemas.microsoft.com/office/drawing/2014/main" id="{C9174E81-47E4-4795-8366-13EC370C6E1C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935163" y="5037138"/>
            <a:ext cx="268287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64" name="Freeform 58">
            <a:extLst>
              <a:ext uri="{FF2B5EF4-FFF2-40B4-BE49-F238E27FC236}">
                <a16:creationId xmlns:a16="http://schemas.microsoft.com/office/drawing/2014/main" id="{324FD10A-DFD9-45AD-9608-63C24CBCE43B}"/>
              </a:ext>
            </a:extLst>
          </p:cNvPr>
          <p:cNvSpPr>
            <a:spLocks noChangeAspect="1"/>
          </p:cNvSpPr>
          <p:nvPr/>
        </p:nvSpPr>
        <p:spPr bwMode="auto">
          <a:xfrm>
            <a:off x="2130425" y="4865688"/>
            <a:ext cx="342900" cy="368300"/>
          </a:xfrm>
          <a:custGeom>
            <a:avLst/>
            <a:gdLst>
              <a:gd name="T0" fmla="*/ 2147483646 w 162"/>
              <a:gd name="T1" fmla="*/ 2147483646 h 174"/>
              <a:gd name="T2" fmla="*/ 0 w 162"/>
              <a:gd name="T3" fmla="*/ 2147483646 h 174"/>
              <a:gd name="T4" fmla="*/ 0 w 162"/>
              <a:gd name="T5" fmla="*/ 0 h 174"/>
              <a:gd name="T6" fmla="*/ 2147483646 w 162"/>
              <a:gd name="T7" fmla="*/ 2147483646 h 17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174">
                <a:moveTo>
                  <a:pt x="162" y="81"/>
                </a:moveTo>
                <a:lnTo>
                  <a:pt x="0" y="174"/>
                </a:lnTo>
                <a:lnTo>
                  <a:pt x="0" y="0"/>
                </a:lnTo>
                <a:lnTo>
                  <a:pt x="162" y="81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65" name="Oval 59">
            <a:extLst>
              <a:ext uri="{FF2B5EF4-FFF2-40B4-BE49-F238E27FC236}">
                <a16:creationId xmlns:a16="http://schemas.microsoft.com/office/drawing/2014/main" id="{B982C6FE-51DA-4774-952A-867EE86219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89200" y="4979988"/>
            <a:ext cx="112713" cy="109537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66" name="Line 60">
            <a:extLst>
              <a:ext uri="{FF2B5EF4-FFF2-40B4-BE49-F238E27FC236}">
                <a16:creationId xmlns:a16="http://schemas.microsoft.com/office/drawing/2014/main" id="{0F5A03FB-7972-4D61-9368-7DD1D3A4D42D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2606675" y="5749925"/>
            <a:ext cx="184150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67" name="Line 61">
            <a:extLst>
              <a:ext uri="{FF2B5EF4-FFF2-40B4-BE49-F238E27FC236}">
                <a16:creationId xmlns:a16="http://schemas.microsoft.com/office/drawing/2014/main" id="{A0940B19-D6E5-4C10-ACDA-C135E76D772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935163" y="5749925"/>
            <a:ext cx="268287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68" name="Freeform 62">
            <a:extLst>
              <a:ext uri="{FF2B5EF4-FFF2-40B4-BE49-F238E27FC236}">
                <a16:creationId xmlns:a16="http://schemas.microsoft.com/office/drawing/2014/main" id="{A0BB59E5-196E-464D-96BD-7A026DA25538}"/>
              </a:ext>
            </a:extLst>
          </p:cNvPr>
          <p:cNvSpPr>
            <a:spLocks noChangeAspect="1"/>
          </p:cNvSpPr>
          <p:nvPr/>
        </p:nvSpPr>
        <p:spPr bwMode="auto">
          <a:xfrm>
            <a:off x="2130425" y="5575300"/>
            <a:ext cx="342900" cy="344488"/>
          </a:xfrm>
          <a:custGeom>
            <a:avLst/>
            <a:gdLst>
              <a:gd name="T0" fmla="*/ 2147483646 w 162"/>
              <a:gd name="T1" fmla="*/ 2147483646 h 163"/>
              <a:gd name="T2" fmla="*/ 0 w 162"/>
              <a:gd name="T3" fmla="*/ 2147483646 h 163"/>
              <a:gd name="T4" fmla="*/ 0 w 162"/>
              <a:gd name="T5" fmla="*/ 0 h 163"/>
              <a:gd name="T6" fmla="*/ 2147483646 w 162"/>
              <a:gd name="T7" fmla="*/ 2147483646 h 16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163">
                <a:moveTo>
                  <a:pt x="162" y="82"/>
                </a:moveTo>
                <a:lnTo>
                  <a:pt x="0" y="163"/>
                </a:lnTo>
                <a:lnTo>
                  <a:pt x="0" y="0"/>
                </a:lnTo>
                <a:lnTo>
                  <a:pt x="162" y="82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69" name="Oval 63">
            <a:extLst>
              <a:ext uri="{FF2B5EF4-FFF2-40B4-BE49-F238E27FC236}">
                <a16:creationId xmlns:a16="http://schemas.microsoft.com/office/drawing/2014/main" id="{2013C794-A74C-4BDF-9AD3-6E6A5C48B4E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87613" y="5689600"/>
            <a:ext cx="112712" cy="112713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70" name="Line 64">
            <a:extLst>
              <a:ext uri="{FF2B5EF4-FFF2-40B4-BE49-F238E27FC236}">
                <a16:creationId xmlns:a16="http://schemas.microsoft.com/office/drawing/2014/main" id="{D391B28B-8FFE-4740-9DFA-DE609B28A538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2790825" y="5405438"/>
            <a:ext cx="1588" cy="3444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71" name="Rectangle 65">
            <a:extLst>
              <a:ext uri="{FF2B5EF4-FFF2-40B4-BE49-F238E27FC236}">
                <a16:creationId xmlns:a16="http://schemas.microsoft.com/office/drawing/2014/main" id="{F1077E54-7AF1-4680-AF47-425CEFDD64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44625" y="6370638"/>
            <a:ext cx="394017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(b) A minimal product-of-sums realization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72" name="Rectangle 66">
            <a:extLst>
              <a:ext uri="{FF2B5EF4-FFF2-40B4-BE49-F238E27FC236}">
                <a16:creationId xmlns:a16="http://schemas.microsoft.com/office/drawing/2014/main" id="{72AA9957-8C4E-4296-A5D3-0C72B1956A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" y="2619375"/>
            <a:ext cx="952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73" name="Rectangle 67">
            <a:extLst>
              <a:ext uri="{FF2B5EF4-FFF2-40B4-BE49-F238E27FC236}">
                <a16:creationId xmlns:a16="http://schemas.microsoft.com/office/drawing/2014/main" id="{43BDF881-0951-4423-BF44-E3957E4CE8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9950" y="273050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74" name="Rectangle 68">
            <a:extLst>
              <a:ext uri="{FF2B5EF4-FFF2-40B4-BE49-F238E27FC236}">
                <a16:creationId xmlns:a16="http://schemas.microsoft.com/office/drawing/2014/main" id="{0A0DA7C7-E231-436A-912E-028FB3CAD8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" y="1228725"/>
            <a:ext cx="952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75" name="Rectangle 69">
            <a:extLst>
              <a:ext uri="{FF2B5EF4-FFF2-40B4-BE49-F238E27FC236}">
                <a16:creationId xmlns:a16="http://schemas.microsoft.com/office/drawing/2014/main" id="{913AAA5D-0545-4D4C-BC30-60F1D7DE03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9950" y="133985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76" name="Rectangle 70">
            <a:extLst>
              <a:ext uri="{FF2B5EF4-FFF2-40B4-BE49-F238E27FC236}">
                <a16:creationId xmlns:a16="http://schemas.microsoft.com/office/drawing/2014/main" id="{D393CA60-7552-42EB-B946-0101D08A37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" y="2273300"/>
            <a:ext cx="952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77" name="Rectangle 71">
            <a:extLst>
              <a:ext uri="{FF2B5EF4-FFF2-40B4-BE49-F238E27FC236}">
                <a16:creationId xmlns:a16="http://schemas.microsoft.com/office/drawing/2014/main" id="{F8700699-90C5-42DE-A4FE-C7ADD55025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9950" y="2382838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78" name="Rectangle 72">
            <a:extLst>
              <a:ext uri="{FF2B5EF4-FFF2-40B4-BE49-F238E27FC236}">
                <a16:creationId xmlns:a16="http://schemas.microsoft.com/office/drawing/2014/main" id="{19CA4674-696C-43EC-813D-65EE8CDF73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" y="5594350"/>
            <a:ext cx="952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79" name="Rectangle 73">
            <a:extLst>
              <a:ext uri="{FF2B5EF4-FFF2-40B4-BE49-F238E27FC236}">
                <a16:creationId xmlns:a16="http://schemas.microsoft.com/office/drawing/2014/main" id="{2B89130A-7130-4DC6-A9EE-54002B89CC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9950" y="570230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80" name="Rectangle 74">
            <a:extLst>
              <a:ext uri="{FF2B5EF4-FFF2-40B4-BE49-F238E27FC236}">
                <a16:creationId xmlns:a16="http://schemas.microsoft.com/office/drawing/2014/main" id="{C88ACBC0-CDA3-4AE6-A869-9B4B34BF00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" y="3856038"/>
            <a:ext cx="9525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81" name="Rectangle 75">
            <a:extLst>
              <a:ext uri="{FF2B5EF4-FFF2-40B4-BE49-F238E27FC236}">
                <a16:creationId xmlns:a16="http://schemas.microsoft.com/office/drawing/2014/main" id="{EF54F492-D059-4C77-9055-E76F34BCFFF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9950" y="3965575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82" name="Rectangle 76">
            <a:extLst>
              <a:ext uri="{FF2B5EF4-FFF2-40B4-BE49-F238E27FC236}">
                <a16:creationId xmlns:a16="http://schemas.microsoft.com/office/drawing/2014/main" id="{79322616-8347-4D22-89E8-49D7B674D4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" y="4202113"/>
            <a:ext cx="9525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83" name="Line 77">
            <a:extLst>
              <a:ext uri="{FF2B5EF4-FFF2-40B4-BE49-F238E27FC236}">
                <a16:creationId xmlns:a16="http://schemas.microsoft.com/office/drawing/2014/main" id="{D2FCADBC-C1AB-4C6E-ADCC-D195D72645B6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822700" y="1563688"/>
            <a:ext cx="190500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84" name="Freeform 78">
            <a:extLst>
              <a:ext uri="{FF2B5EF4-FFF2-40B4-BE49-F238E27FC236}">
                <a16:creationId xmlns:a16="http://schemas.microsoft.com/office/drawing/2014/main" id="{AE9E64DF-5035-41F3-97B7-8B548F6A8BEA}"/>
              </a:ext>
            </a:extLst>
          </p:cNvPr>
          <p:cNvSpPr>
            <a:spLocks noChangeAspect="1"/>
          </p:cNvSpPr>
          <p:nvPr/>
        </p:nvSpPr>
        <p:spPr bwMode="auto">
          <a:xfrm>
            <a:off x="2790825" y="1736725"/>
            <a:ext cx="368300" cy="1588"/>
          </a:xfrm>
          <a:custGeom>
            <a:avLst/>
            <a:gdLst>
              <a:gd name="T0" fmla="*/ 2147483646 w 174"/>
              <a:gd name="T1" fmla="*/ 0 h 1588"/>
              <a:gd name="T2" fmla="*/ 0 w 174"/>
              <a:gd name="T3" fmla="*/ 0 h 1588"/>
              <a:gd name="T4" fmla="*/ 2147483646 w 174"/>
              <a:gd name="T5" fmla="*/ 0 h 15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4" h="1588">
                <a:moveTo>
                  <a:pt x="174" y="0"/>
                </a:moveTo>
                <a:lnTo>
                  <a:pt x="0" y="0"/>
                </a:lnTo>
                <a:lnTo>
                  <a:pt x="174" y="0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85" name="Line 79">
            <a:extLst>
              <a:ext uri="{FF2B5EF4-FFF2-40B4-BE49-F238E27FC236}">
                <a16:creationId xmlns:a16="http://schemas.microsoft.com/office/drawing/2014/main" id="{ECDA7F03-6D2D-43E8-8CCA-65365EDCCA72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2790825" y="1736725"/>
            <a:ext cx="368300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86" name="Freeform 80">
            <a:extLst>
              <a:ext uri="{FF2B5EF4-FFF2-40B4-BE49-F238E27FC236}">
                <a16:creationId xmlns:a16="http://schemas.microsoft.com/office/drawing/2014/main" id="{C59A2BEE-6DD4-42EA-A566-FAA47AB6393A}"/>
              </a:ext>
            </a:extLst>
          </p:cNvPr>
          <p:cNvSpPr>
            <a:spLocks noChangeAspect="1"/>
          </p:cNvSpPr>
          <p:nvPr/>
        </p:nvSpPr>
        <p:spPr bwMode="auto">
          <a:xfrm>
            <a:off x="2790825" y="1392238"/>
            <a:ext cx="368300" cy="1587"/>
          </a:xfrm>
          <a:custGeom>
            <a:avLst/>
            <a:gdLst>
              <a:gd name="T0" fmla="*/ 2147483646 w 174"/>
              <a:gd name="T1" fmla="*/ 0 h 1587"/>
              <a:gd name="T2" fmla="*/ 0 w 174"/>
              <a:gd name="T3" fmla="*/ 0 h 1587"/>
              <a:gd name="T4" fmla="*/ 2147483646 w 174"/>
              <a:gd name="T5" fmla="*/ 0 h 158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4" h="1587">
                <a:moveTo>
                  <a:pt x="174" y="0"/>
                </a:moveTo>
                <a:lnTo>
                  <a:pt x="0" y="0"/>
                </a:lnTo>
                <a:lnTo>
                  <a:pt x="174" y="0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87" name="Freeform 82">
            <a:extLst>
              <a:ext uri="{FF2B5EF4-FFF2-40B4-BE49-F238E27FC236}">
                <a16:creationId xmlns:a16="http://schemas.microsoft.com/office/drawing/2014/main" id="{832487A6-A841-4E62-92FF-C4F45830055D}"/>
              </a:ext>
            </a:extLst>
          </p:cNvPr>
          <p:cNvSpPr>
            <a:spLocks noChangeAspect="1"/>
          </p:cNvSpPr>
          <p:nvPr/>
        </p:nvSpPr>
        <p:spPr bwMode="auto">
          <a:xfrm>
            <a:off x="3832225" y="2593975"/>
            <a:ext cx="196850" cy="3175"/>
          </a:xfrm>
          <a:custGeom>
            <a:avLst/>
            <a:gdLst>
              <a:gd name="T0" fmla="*/ 2147483646 w 93"/>
              <a:gd name="T1" fmla="*/ 0 h 3175"/>
              <a:gd name="T2" fmla="*/ 0 w 93"/>
              <a:gd name="T3" fmla="*/ 0 h 3175"/>
              <a:gd name="T4" fmla="*/ 2147483646 w 93"/>
              <a:gd name="T5" fmla="*/ 0 h 317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3" h="3175">
                <a:moveTo>
                  <a:pt x="93" y="0"/>
                </a:moveTo>
                <a:lnTo>
                  <a:pt x="0" y="0"/>
                </a:lnTo>
                <a:lnTo>
                  <a:pt x="93" y="0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88" name="Freeform 83">
            <a:extLst>
              <a:ext uri="{FF2B5EF4-FFF2-40B4-BE49-F238E27FC236}">
                <a16:creationId xmlns:a16="http://schemas.microsoft.com/office/drawing/2014/main" id="{62B15171-4FDE-4185-B082-E3C9A7EF7E0E}"/>
              </a:ext>
            </a:extLst>
          </p:cNvPr>
          <p:cNvSpPr>
            <a:spLocks noChangeAspect="1"/>
          </p:cNvSpPr>
          <p:nvPr/>
        </p:nvSpPr>
        <p:spPr bwMode="auto">
          <a:xfrm>
            <a:off x="2790825" y="2765425"/>
            <a:ext cx="368300" cy="1588"/>
          </a:xfrm>
          <a:custGeom>
            <a:avLst/>
            <a:gdLst>
              <a:gd name="T0" fmla="*/ 2147483646 w 174"/>
              <a:gd name="T1" fmla="*/ 0 h 1588"/>
              <a:gd name="T2" fmla="*/ 0 w 174"/>
              <a:gd name="T3" fmla="*/ 0 h 1588"/>
              <a:gd name="T4" fmla="*/ 2147483646 w 174"/>
              <a:gd name="T5" fmla="*/ 0 h 15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4" h="1588">
                <a:moveTo>
                  <a:pt x="174" y="0"/>
                </a:moveTo>
                <a:lnTo>
                  <a:pt x="0" y="0"/>
                </a:lnTo>
                <a:lnTo>
                  <a:pt x="174" y="0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89" name="Line 84">
            <a:extLst>
              <a:ext uri="{FF2B5EF4-FFF2-40B4-BE49-F238E27FC236}">
                <a16:creationId xmlns:a16="http://schemas.microsoft.com/office/drawing/2014/main" id="{F4ADE6A5-C32F-4F4D-A6E2-5193373A183B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2790825" y="2765425"/>
            <a:ext cx="368300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90" name="Freeform 85">
            <a:extLst>
              <a:ext uri="{FF2B5EF4-FFF2-40B4-BE49-F238E27FC236}">
                <a16:creationId xmlns:a16="http://schemas.microsoft.com/office/drawing/2014/main" id="{DCDF31C3-D6CE-457B-BC0D-5C7DD4586E05}"/>
              </a:ext>
            </a:extLst>
          </p:cNvPr>
          <p:cNvSpPr>
            <a:spLocks noChangeAspect="1"/>
          </p:cNvSpPr>
          <p:nvPr/>
        </p:nvSpPr>
        <p:spPr bwMode="auto">
          <a:xfrm>
            <a:off x="2790825" y="2422525"/>
            <a:ext cx="368300" cy="3175"/>
          </a:xfrm>
          <a:custGeom>
            <a:avLst/>
            <a:gdLst>
              <a:gd name="T0" fmla="*/ 2147483646 w 174"/>
              <a:gd name="T1" fmla="*/ 0 h 3175"/>
              <a:gd name="T2" fmla="*/ 0 w 174"/>
              <a:gd name="T3" fmla="*/ 0 h 3175"/>
              <a:gd name="T4" fmla="*/ 2147483646 w 174"/>
              <a:gd name="T5" fmla="*/ 0 h 317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4" h="3175">
                <a:moveTo>
                  <a:pt x="174" y="0"/>
                </a:moveTo>
                <a:lnTo>
                  <a:pt x="0" y="0"/>
                </a:lnTo>
                <a:lnTo>
                  <a:pt x="174" y="0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91" name="Freeform 87">
            <a:extLst>
              <a:ext uri="{FF2B5EF4-FFF2-40B4-BE49-F238E27FC236}">
                <a16:creationId xmlns:a16="http://schemas.microsoft.com/office/drawing/2014/main" id="{86C67556-EBE8-4FC6-B01F-FC50F7157CBA}"/>
              </a:ext>
            </a:extLst>
          </p:cNvPr>
          <p:cNvSpPr>
            <a:spLocks noChangeAspect="1"/>
          </p:cNvSpPr>
          <p:nvPr/>
        </p:nvSpPr>
        <p:spPr bwMode="auto">
          <a:xfrm>
            <a:off x="5299075" y="4692650"/>
            <a:ext cx="193675" cy="1588"/>
          </a:xfrm>
          <a:custGeom>
            <a:avLst/>
            <a:gdLst>
              <a:gd name="T0" fmla="*/ 2147483646 w 92"/>
              <a:gd name="T1" fmla="*/ 0 h 1588"/>
              <a:gd name="T2" fmla="*/ 0 w 92"/>
              <a:gd name="T3" fmla="*/ 0 h 1588"/>
              <a:gd name="T4" fmla="*/ 2147483646 w 92"/>
              <a:gd name="T5" fmla="*/ 0 h 15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2" h="1588">
                <a:moveTo>
                  <a:pt x="92" y="0"/>
                </a:moveTo>
                <a:lnTo>
                  <a:pt x="0" y="0"/>
                </a:lnTo>
                <a:lnTo>
                  <a:pt x="92" y="0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92" name="Freeform 88">
            <a:extLst>
              <a:ext uri="{FF2B5EF4-FFF2-40B4-BE49-F238E27FC236}">
                <a16:creationId xmlns:a16="http://schemas.microsoft.com/office/drawing/2014/main" id="{B65CE8AC-FB72-4037-953A-2C665E4B75E1}"/>
              </a:ext>
            </a:extLst>
          </p:cNvPr>
          <p:cNvSpPr>
            <a:spLocks noChangeAspect="1"/>
          </p:cNvSpPr>
          <p:nvPr/>
        </p:nvSpPr>
        <p:spPr bwMode="auto">
          <a:xfrm>
            <a:off x="4283075" y="4865688"/>
            <a:ext cx="342900" cy="1587"/>
          </a:xfrm>
          <a:custGeom>
            <a:avLst/>
            <a:gdLst>
              <a:gd name="T0" fmla="*/ 2147483646 w 162"/>
              <a:gd name="T1" fmla="*/ 0 h 1587"/>
              <a:gd name="T2" fmla="*/ 0 w 162"/>
              <a:gd name="T3" fmla="*/ 0 h 1587"/>
              <a:gd name="T4" fmla="*/ 2147483646 w 162"/>
              <a:gd name="T5" fmla="*/ 0 h 158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2" h="1587">
                <a:moveTo>
                  <a:pt x="162" y="0"/>
                </a:moveTo>
                <a:lnTo>
                  <a:pt x="0" y="0"/>
                </a:lnTo>
                <a:lnTo>
                  <a:pt x="162" y="0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93" name="Freeform 90">
            <a:extLst>
              <a:ext uri="{FF2B5EF4-FFF2-40B4-BE49-F238E27FC236}">
                <a16:creationId xmlns:a16="http://schemas.microsoft.com/office/drawing/2014/main" id="{8AC6AF07-1055-42BD-ACAF-9F27B3006697}"/>
              </a:ext>
            </a:extLst>
          </p:cNvPr>
          <p:cNvSpPr>
            <a:spLocks noChangeAspect="1"/>
          </p:cNvSpPr>
          <p:nvPr/>
        </p:nvSpPr>
        <p:spPr bwMode="auto">
          <a:xfrm>
            <a:off x="4283075" y="4521200"/>
            <a:ext cx="342900" cy="1588"/>
          </a:xfrm>
          <a:custGeom>
            <a:avLst/>
            <a:gdLst>
              <a:gd name="T0" fmla="*/ 2147483646 w 162"/>
              <a:gd name="T1" fmla="*/ 0 h 1588"/>
              <a:gd name="T2" fmla="*/ 0 w 162"/>
              <a:gd name="T3" fmla="*/ 0 h 1588"/>
              <a:gd name="T4" fmla="*/ 2147483646 w 162"/>
              <a:gd name="T5" fmla="*/ 0 h 15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2" h="1588">
                <a:moveTo>
                  <a:pt x="162" y="0"/>
                </a:moveTo>
                <a:lnTo>
                  <a:pt x="0" y="0"/>
                </a:lnTo>
                <a:lnTo>
                  <a:pt x="162" y="0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94" name="Line 91">
            <a:extLst>
              <a:ext uri="{FF2B5EF4-FFF2-40B4-BE49-F238E27FC236}">
                <a16:creationId xmlns:a16="http://schemas.microsoft.com/office/drawing/2014/main" id="{CE4D86DD-83EC-4B4A-9EDC-66791F510D05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283075" y="4521200"/>
            <a:ext cx="342900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0195" name="Rectangle 92">
            <a:extLst>
              <a:ext uri="{FF2B5EF4-FFF2-40B4-BE49-F238E27FC236}">
                <a16:creationId xmlns:a16="http://schemas.microsoft.com/office/drawing/2014/main" id="{513A3F3B-58C2-4C46-857F-86377E4207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9950" y="431165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0196" name="Group 93">
            <a:extLst>
              <a:ext uri="{FF2B5EF4-FFF2-40B4-BE49-F238E27FC236}">
                <a16:creationId xmlns:a16="http://schemas.microsoft.com/office/drawing/2014/main" id="{66E87714-B7EC-430C-A72E-7F3D682230E3}"/>
              </a:ext>
            </a:extLst>
          </p:cNvPr>
          <p:cNvGrpSpPr>
            <a:grpSpLocks/>
          </p:cNvGrpSpPr>
          <p:nvPr/>
        </p:nvGrpSpPr>
        <p:grpSpPr bwMode="auto">
          <a:xfrm>
            <a:off x="3159125" y="2311400"/>
            <a:ext cx="668338" cy="561975"/>
            <a:chOff x="3435" y="821"/>
            <a:chExt cx="421" cy="354"/>
          </a:xfrm>
        </p:grpSpPr>
        <p:sp>
          <p:nvSpPr>
            <p:cNvPr id="90204" name="Line 94">
              <a:extLst>
                <a:ext uri="{FF2B5EF4-FFF2-40B4-BE49-F238E27FC236}">
                  <a16:creationId xmlns:a16="http://schemas.microsoft.com/office/drawing/2014/main" id="{3388E7FF-42ED-4ABA-98F3-9B1D0A6DA6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35" y="821"/>
              <a:ext cx="244" cy="0"/>
            </a:xfrm>
            <a:prstGeom prst="line">
              <a:avLst/>
            </a:pr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5" name="Line 95">
              <a:extLst>
                <a:ext uri="{FF2B5EF4-FFF2-40B4-BE49-F238E27FC236}">
                  <a16:creationId xmlns:a16="http://schemas.microsoft.com/office/drawing/2014/main" id="{12341283-C353-4146-B75D-0133401036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6" y="823"/>
              <a:ext cx="0" cy="352"/>
            </a:xfrm>
            <a:prstGeom prst="line">
              <a:avLst/>
            </a:pr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6" name="Arc 96">
              <a:extLst>
                <a:ext uri="{FF2B5EF4-FFF2-40B4-BE49-F238E27FC236}">
                  <a16:creationId xmlns:a16="http://schemas.microsoft.com/office/drawing/2014/main" id="{9B82C17E-8317-43F4-A3CC-608676919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821"/>
              <a:ext cx="177" cy="17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3876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7" name="Arc 97">
              <a:extLst>
                <a:ext uri="{FF2B5EF4-FFF2-40B4-BE49-F238E27FC236}">
                  <a16:creationId xmlns:a16="http://schemas.microsoft.com/office/drawing/2014/main" id="{02BDCC01-D5A5-47FC-9A41-A0AD6172363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79" y="997"/>
              <a:ext cx="177" cy="17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3876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8" name="Line 98">
              <a:extLst>
                <a:ext uri="{FF2B5EF4-FFF2-40B4-BE49-F238E27FC236}">
                  <a16:creationId xmlns:a16="http://schemas.microsoft.com/office/drawing/2014/main" id="{AF2B1C0D-8E04-47D2-B31D-28CAE896B5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5" y="1173"/>
              <a:ext cx="244" cy="0"/>
            </a:xfrm>
            <a:prstGeom prst="line">
              <a:avLst/>
            </a:pr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90197" name="Group 99">
            <a:extLst>
              <a:ext uri="{FF2B5EF4-FFF2-40B4-BE49-F238E27FC236}">
                <a16:creationId xmlns:a16="http://schemas.microsoft.com/office/drawing/2014/main" id="{18279F77-36A3-4B1D-8236-243885F24987}"/>
              </a:ext>
            </a:extLst>
          </p:cNvPr>
          <p:cNvGrpSpPr>
            <a:grpSpLocks/>
          </p:cNvGrpSpPr>
          <p:nvPr/>
        </p:nvGrpSpPr>
        <p:grpSpPr bwMode="auto">
          <a:xfrm>
            <a:off x="4625975" y="4413250"/>
            <a:ext cx="666750" cy="561975"/>
            <a:chOff x="3435" y="821"/>
            <a:chExt cx="421" cy="354"/>
          </a:xfrm>
        </p:grpSpPr>
        <p:sp>
          <p:nvSpPr>
            <p:cNvPr id="90199" name="Line 100">
              <a:extLst>
                <a:ext uri="{FF2B5EF4-FFF2-40B4-BE49-F238E27FC236}">
                  <a16:creationId xmlns:a16="http://schemas.microsoft.com/office/drawing/2014/main" id="{6552C892-D9AC-451A-8928-4DB20E1CED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35" y="821"/>
              <a:ext cx="244" cy="0"/>
            </a:xfrm>
            <a:prstGeom prst="line">
              <a:avLst/>
            </a:pr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0" name="Line 101">
              <a:extLst>
                <a:ext uri="{FF2B5EF4-FFF2-40B4-BE49-F238E27FC236}">
                  <a16:creationId xmlns:a16="http://schemas.microsoft.com/office/drawing/2014/main" id="{35521C32-452D-49F8-8362-6104FDEADC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6" y="823"/>
              <a:ext cx="0" cy="352"/>
            </a:xfrm>
            <a:prstGeom prst="line">
              <a:avLst/>
            </a:pr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1" name="Arc 102">
              <a:extLst>
                <a:ext uri="{FF2B5EF4-FFF2-40B4-BE49-F238E27FC236}">
                  <a16:creationId xmlns:a16="http://schemas.microsoft.com/office/drawing/2014/main" id="{CE0480C1-91B8-4579-B2A4-B609DB152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821"/>
              <a:ext cx="177" cy="17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3876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2" name="Arc 103">
              <a:extLst>
                <a:ext uri="{FF2B5EF4-FFF2-40B4-BE49-F238E27FC236}">
                  <a16:creationId xmlns:a16="http://schemas.microsoft.com/office/drawing/2014/main" id="{842812B9-367C-4EC8-B040-81698F050F6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79" y="997"/>
              <a:ext cx="177" cy="17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3876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0203" name="Line 104">
              <a:extLst>
                <a:ext uri="{FF2B5EF4-FFF2-40B4-BE49-F238E27FC236}">
                  <a16:creationId xmlns:a16="http://schemas.microsoft.com/office/drawing/2014/main" id="{DDF5DA9A-665E-48F1-9618-32C6F9E46D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5" y="1173"/>
              <a:ext cx="244" cy="0"/>
            </a:xfrm>
            <a:prstGeom prst="line">
              <a:avLst/>
            </a:pr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0198" name="TextBox 125">
            <a:extLst>
              <a:ext uri="{FF2B5EF4-FFF2-40B4-BE49-F238E27FC236}">
                <a16:creationId xmlns:a16="http://schemas.microsoft.com/office/drawing/2014/main" id="{BD07EADC-791D-4B6D-84B7-77ECFA498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2.24 from the textbook ]</a:t>
            </a:r>
          </a:p>
        </p:txBody>
      </p:sp>
      <p:pic>
        <p:nvPicPr>
          <p:cNvPr id="103" name="Picture 2" descr="Screen shot 2013-09-06 at 3.54.02 PM.png">
            <a:extLst>
              <a:ext uri="{FF2B5EF4-FFF2-40B4-BE49-F238E27FC236}">
                <a16:creationId xmlns:a16="http://schemas.microsoft.com/office/drawing/2014/main" id="{79D2D7AB-5D39-45C0-80E9-C45C715E9C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094" y="4460875"/>
            <a:ext cx="2953205" cy="498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AA3D03F-42DD-4EAB-BC3E-4C5FC4FBDB39}"/>
              </a:ext>
            </a:extLst>
          </p:cNvPr>
          <p:cNvGrpSpPr/>
          <p:nvPr/>
        </p:nvGrpSpPr>
        <p:grpSpPr>
          <a:xfrm>
            <a:off x="6048375" y="1824617"/>
            <a:ext cx="2116846" cy="551657"/>
            <a:chOff x="6048375" y="1824617"/>
            <a:chExt cx="2116846" cy="551657"/>
          </a:xfrm>
        </p:grpSpPr>
        <p:sp>
          <p:nvSpPr>
            <p:cNvPr id="90130" name="Rectangle 24">
              <a:extLst>
                <a:ext uri="{FF2B5EF4-FFF2-40B4-BE49-F238E27FC236}">
                  <a16:creationId xmlns:a16="http://schemas.microsoft.com/office/drawing/2014/main" id="{522F314D-3179-43A8-957A-7F92A6C3EBB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48375" y="1965325"/>
              <a:ext cx="60325" cy="258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</a:t>
              </a:r>
              <a:endPara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61CC7D2-DB84-4086-9CFA-EE955C636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6815" y="1824617"/>
              <a:ext cx="1948406" cy="551657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77BFE71-B51D-4F68-B54F-92DE8EFE271D}"/>
                  </a:ext>
                </a:extLst>
              </p14:cNvPr>
              <p14:cNvContentPartPr/>
              <p14:nvPr/>
            </p14:nvContentPartPr>
            <p14:xfrm>
              <a:off x="7587720" y="1261080"/>
              <a:ext cx="1127520" cy="3277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77BFE71-B51D-4F68-B54F-92DE8EFE27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78360" y="1251720"/>
                <a:ext cx="1146240" cy="329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8132335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12A714F3-C7BE-4903-AFA8-DE872B23EA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Cost of a Circuit</a:t>
            </a:r>
          </a:p>
        </p:txBody>
      </p:sp>
      <p:sp>
        <p:nvSpPr>
          <p:cNvPr id="91138" name="Content Placeholder 2">
            <a:extLst>
              <a:ext uri="{FF2B5EF4-FFF2-40B4-BE49-F238E27FC236}">
                <a16:creationId xmlns:a16="http://schemas.microsoft.com/office/drawing/2014/main" id="{F02E5C83-B778-451F-BEFD-CA4232B8DB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Count all gates</a:t>
            </a:r>
          </a:p>
          <a:p>
            <a:endParaRPr lang="en-US" altLang="en-US"/>
          </a:p>
          <a:p>
            <a:r>
              <a:rPr lang="en-US" altLang="en-US"/>
              <a:t>Count all inputs/wires to the gates</a:t>
            </a:r>
          </a:p>
        </p:txBody>
      </p:sp>
    </p:spTree>
    <p:extLst>
      <p:ext uri="{BB962C8B-B14F-4D97-AF65-F5344CB8AC3E}">
        <p14:creationId xmlns:p14="http://schemas.microsoft.com/office/powerpoint/2010/main" val="3946200160"/>
      </p:ext>
    </p:extLst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itle 1">
            <a:extLst>
              <a:ext uri="{FF2B5EF4-FFF2-40B4-BE49-F238E27FC236}">
                <a16:creationId xmlns:a16="http://schemas.microsoft.com/office/drawing/2014/main" id="{D6BA8A46-28B5-4AAD-8E84-A22FDF04ED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r>
              <a:rPr lang="en-US" altLang="en-US"/>
              <a:t>What is the cost of each circuit?</a:t>
            </a:r>
          </a:p>
        </p:txBody>
      </p:sp>
      <p:grpSp>
        <p:nvGrpSpPr>
          <p:cNvPr id="92162" name="Group 2">
            <a:extLst>
              <a:ext uri="{FF2B5EF4-FFF2-40B4-BE49-F238E27FC236}">
                <a16:creationId xmlns:a16="http://schemas.microsoft.com/office/drawing/2014/main" id="{29185F8E-908C-42D5-9BF3-36ECAE986900}"/>
              </a:ext>
            </a:extLst>
          </p:cNvPr>
          <p:cNvGrpSpPr>
            <a:grpSpLocks/>
          </p:cNvGrpSpPr>
          <p:nvPr/>
        </p:nvGrpSpPr>
        <p:grpSpPr bwMode="auto">
          <a:xfrm>
            <a:off x="4297363" y="1277938"/>
            <a:ext cx="668337" cy="561975"/>
            <a:chOff x="3435" y="821"/>
            <a:chExt cx="421" cy="354"/>
          </a:xfrm>
        </p:grpSpPr>
        <p:sp>
          <p:nvSpPr>
            <p:cNvPr id="92258" name="Line 3">
              <a:extLst>
                <a:ext uri="{FF2B5EF4-FFF2-40B4-BE49-F238E27FC236}">
                  <a16:creationId xmlns:a16="http://schemas.microsoft.com/office/drawing/2014/main" id="{0F17EF95-EBDC-4D2B-8C6F-5935026125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35" y="821"/>
              <a:ext cx="244" cy="0"/>
            </a:xfrm>
            <a:prstGeom prst="line">
              <a:avLst/>
            </a:pr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259" name="Line 4">
              <a:extLst>
                <a:ext uri="{FF2B5EF4-FFF2-40B4-BE49-F238E27FC236}">
                  <a16:creationId xmlns:a16="http://schemas.microsoft.com/office/drawing/2014/main" id="{CA331F78-D443-43D7-8428-120376A449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6" y="823"/>
              <a:ext cx="0" cy="352"/>
            </a:xfrm>
            <a:prstGeom prst="line">
              <a:avLst/>
            </a:pr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260" name="Arc 5">
              <a:extLst>
                <a:ext uri="{FF2B5EF4-FFF2-40B4-BE49-F238E27FC236}">
                  <a16:creationId xmlns:a16="http://schemas.microsoft.com/office/drawing/2014/main" id="{A95FA85F-DCA2-4709-B8F9-9ED9A4245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821"/>
              <a:ext cx="177" cy="17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3876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261" name="Arc 6">
              <a:extLst>
                <a:ext uri="{FF2B5EF4-FFF2-40B4-BE49-F238E27FC236}">
                  <a16:creationId xmlns:a16="http://schemas.microsoft.com/office/drawing/2014/main" id="{C2F94585-6AF6-421B-BCFD-F8DD2441514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79" y="997"/>
              <a:ext cx="177" cy="17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3876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262" name="Line 7">
              <a:extLst>
                <a:ext uri="{FF2B5EF4-FFF2-40B4-BE49-F238E27FC236}">
                  <a16:creationId xmlns:a16="http://schemas.microsoft.com/office/drawing/2014/main" id="{D94AAC90-C249-4458-A539-4FB1F83096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5" y="1173"/>
              <a:ext cx="244" cy="0"/>
            </a:xfrm>
            <a:prstGeom prst="line">
              <a:avLst/>
            </a:pr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2163" name="Freeform 9">
            <a:extLst>
              <a:ext uri="{FF2B5EF4-FFF2-40B4-BE49-F238E27FC236}">
                <a16:creationId xmlns:a16="http://schemas.microsoft.com/office/drawing/2014/main" id="{47337EB7-8BF1-477A-A92D-E43C05EFD57E}"/>
              </a:ext>
            </a:extLst>
          </p:cNvPr>
          <p:cNvSpPr>
            <a:spLocks noChangeAspect="1"/>
          </p:cNvSpPr>
          <p:nvPr/>
        </p:nvSpPr>
        <p:spPr bwMode="auto">
          <a:xfrm>
            <a:off x="2708275" y="2393950"/>
            <a:ext cx="53975" cy="55563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0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0 h 40"/>
              <a:gd name="T12" fmla="*/ 2147483646 w 40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0" h="40">
                <a:moveTo>
                  <a:pt x="20" y="20"/>
                </a:moveTo>
                <a:cubicBezTo>
                  <a:pt x="20" y="2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32"/>
                  <a:pt x="9" y="40"/>
                  <a:pt x="20" y="40"/>
                </a:cubicBezTo>
                <a:cubicBezTo>
                  <a:pt x="32" y="40"/>
                  <a:pt x="40" y="32"/>
                  <a:pt x="40" y="20"/>
                </a:cubicBezTo>
                <a:cubicBezTo>
                  <a:pt x="40" y="9"/>
                  <a:pt x="32" y="0"/>
                  <a:pt x="20" y="0"/>
                </a:cubicBezTo>
                <a:lnTo>
                  <a:pt x="20" y="20"/>
                </a:lnTo>
                <a:close/>
              </a:path>
            </a:pathLst>
          </a:custGeom>
          <a:solidFill>
            <a:srgbClr val="000000"/>
          </a:solidFill>
          <a:ln w="222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64" name="Line 10">
            <a:extLst>
              <a:ext uri="{FF2B5EF4-FFF2-40B4-BE49-F238E27FC236}">
                <a16:creationId xmlns:a16="http://schemas.microsoft.com/office/drawing/2014/main" id="{AC9206D8-D484-4EB2-B736-DA9B3424D2E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426075" y="1908175"/>
            <a:ext cx="342900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65" name="Line 11">
            <a:extLst>
              <a:ext uri="{FF2B5EF4-FFF2-40B4-BE49-F238E27FC236}">
                <a16:creationId xmlns:a16="http://schemas.microsoft.com/office/drawing/2014/main" id="{DE713989-884E-4C26-B92E-4AFD30FA2DB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426075" y="2249488"/>
            <a:ext cx="342900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66" name="Line 12">
            <a:extLst>
              <a:ext uri="{FF2B5EF4-FFF2-40B4-BE49-F238E27FC236}">
                <a16:creationId xmlns:a16="http://schemas.microsoft.com/office/drawing/2014/main" id="{D595B891-06CC-489B-A25B-3AEB94F2A5B9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6451600" y="2078038"/>
            <a:ext cx="171450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67" name="Freeform 13">
            <a:extLst>
              <a:ext uri="{FF2B5EF4-FFF2-40B4-BE49-F238E27FC236}">
                <a16:creationId xmlns:a16="http://schemas.microsoft.com/office/drawing/2014/main" id="{C6453394-9A51-446C-BCE5-C6B40ACBB698}"/>
              </a:ext>
            </a:extLst>
          </p:cNvPr>
          <p:cNvSpPr>
            <a:spLocks noChangeAspect="1"/>
          </p:cNvSpPr>
          <p:nvPr/>
        </p:nvSpPr>
        <p:spPr bwMode="auto">
          <a:xfrm>
            <a:off x="5737225" y="1782763"/>
            <a:ext cx="730250" cy="292100"/>
          </a:xfrm>
          <a:custGeom>
            <a:avLst/>
            <a:gdLst>
              <a:gd name="T0" fmla="*/ 0 w 597"/>
              <a:gd name="T1" fmla="*/ 0 h 238"/>
              <a:gd name="T2" fmla="*/ 2147483646 w 597"/>
              <a:gd name="T3" fmla="*/ 2147483646 h 238"/>
              <a:gd name="T4" fmla="*/ 2147483646 w 597"/>
              <a:gd name="T5" fmla="*/ 2147483646 h 238"/>
              <a:gd name="T6" fmla="*/ 2147483646 w 597"/>
              <a:gd name="T7" fmla="*/ 2147483646 h 238"/>
              <a:gd name="T8" fmla="*/ 2147483646 w 597"/>
              <a:gd name="T9" fmla="*/ 2147483646 h 238"/>
              <a:gd name="T10" fmla="*/ 2147483646 w 597"/>
              <a:gd name="T11" fmla="*/ 2147483646 h 238"/>
              <a:gd name="T12" fmla="*/ 2147483646 w 597"/>
              <a:gd name="T13" fmla="*/ 2147483646 h 238"/>
              <a:gd name="T14" fmla="*/ 2147483646 w 597"/>
              <a:gd name="T15" fmla="*/ 2147483646 h 238"/>
              <a:gd name="T16" fmla="*/ 2147483646 w 597"/>
              <a:gd name="T17" fmla="*/ 2147483646 h 238"/>
              <a:gd name="T18" fmla="*/ 2147483646 w 597"/>
              <a:gd name="T19" fmla="*/ 2147483646 h 238"/>
              <a:gd name="T20" fmla="*/ 2147483646 w 597"/>
              <a:gd name="T21" fmla="*/ 2147483646 h 238"/>
              <a:gd name="T22" fmla="*/ 2147483646 w 597"/>
              <a:gd name="T23" fmla="*/ 2147483646 h 238"/>
              <a:gd name="T24" fmla="*/ 2147483646 w 597"/>
              <a:gd name="T25" fmla="*/ 2147483646 h 238"/>
              <a:gd name="T26" fmla="*/ 2147483646 w 597"/>
              <a:gd name="T27" fmla="*/ 2147483646 h 238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97" h="238">
                <a:moveTo>
                  <a:pt x="0" y="0"/>
                </a:moveTo>
                <a:cubicBezTo>
                  <a:pt x="251" y="0"/>
                  <a:pt x="251" y="0"/>
                  <a:pt x="269" y="2"/>
                </a:cubicBezTo>
                <a:cubicBezTo>
                  <a:pt x="287" y="3"/>
                  <a:pt x="287" y="3"/>
                  <a:pt x="305" y="5"/>
                </a:cubicBezTo>
                <a:cubicBezTo>
                  <a:pt x="322" y="8"/>
                  <a:pt x="322" y="8"/>
                  <a:pt x="342" y="14"/>
                </a:cubicBezTo>
                <a:cubicBezTo>
                  <a:pt x="362" y="20"/>
                  <a:pt x="362" y="20"/>
                  <a:pt x="380" y="29"/>
                </a:cubicBezTo>
                <a:cubicBezTo>
                  <a:pt x="397" y="38"/>
                  <a:pt x="397" y="38"/>
                  <a:pt x="413" y="47"/>
                </a:cubicBezTo>
                <a:cubicBezTo>
                  <a:pt x="429" y="55"/>
                  <a:pt x="429" y="55"/>
                  <a:pt x="441" y="64"/>
                </a:cubicBezTo>
                <a:cubicBezTo>
                  <a:pt x="454" y="72"/>
                  <a:pt x="454" y="72"/>
                  <a:pt x="462" y="79"/>
                </a:cubicBezTo>
                <a:cubicBezTo>
                  <a:pt x="471" y="85"/>
                  <a:pt x="471" y="85"/>
                  <a:pt x="481" y="92"/>
                </a:cubicBezTo>
                <a:cubicBezTo>
                  <a:pt x="491" y="99"/>
                  <a:pt x="491" y="99"/>
                  <a:pt x="502" y="110"/>
                </a:cubicBezTo>
                <a:cubicBezTo>
                  <a:pt x="512" y="122"/>
                  <a:pt x="512" y="122"/>
                  <a:pt x="525" y="137"/>
                </a:cubicBezTo>
                <a:cubicBezTo>
                  <a:pt x="537" y="152"/>
                  <a:pt x="537" y="152"/>
                  <a:pt x="550" y="169"/>
                </a:cubicBezTo>
                <a:cubicBezTo>
                  <a:pt x="562" y="187"/>
                  <a:pt x="562" y="187"/>
                  <a:pt x="575" y="205"/>
                </a:cubicBezTo>
                <a:cubicBezTo>
                  <a:pt x="589" y="223"/>
                  <a:pt x="589" y="223"/>
                  <a:pt x="597" y="238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68" name="Freeform 14">
            <a:extLst>
              <a:ext uri="{FF2B5EF4-FFF2-40B4-BE49-F238E27FC236}">
                <a16:creationId xmlns:a16="http://schemas.microsoft.com/office/drawing/2014/main" id="{3EA7A36B-1B31-4BF1-B139-A099F6523D34}"/>
              </a:ext>
            </a:extLst>
          </p:cNvPr>
          <p:cNvSpPr>
            <a:spLocks noChangeAspect="1"/>
          </p:cNvSpPr>
          <p:nvPr/>
        </p:nvSpPr>
        <p:spPr bwMode="auto">
          <a:xfrm>
            <a:off x="5737225" y="2076450"/>
            <a:ext cx="730250" cy="292100"/>
          </a:xfrm>
          <a:custGeom>
            <a:avLst/>
            <a:gdLst>
              <a:gd name="T0" fmla="*/ 0 w 597"/>
              <a:gd name="T1" fmla="*/ 2147483646 h 238"/>
              <a:gd name="T2" fmla="*/ 2147483646 w 597"/>
              <a:gd name="T3" fmla="*/ 2147483646 h 238"/>
              <a:gd name="T4" fmla="*/ 2147483646 w 597"/>
              <a:gd name="T5" fmla="*/ 2147483646 h 238"/>
              <a:gd name="T6" fmla="*/ 2147483646 w 597"/>
              <a:gd name="T7" fmla="*/ 2147483646 h 238"/>
              <a:gd name="T8" fmla="*/ 2147483646 w 597"/>
              <a:gd name="T9" fmla="*/ 2147483646 h 238"/>
              <a:gd name="T10" fmla="*/ 2147483646 w 597"/>
              <a:gd name="T11" fmla="*/ 2147483646 h 238"/>
              <a:gd name="T12" fmla="*/ 2147483646 w 597"/>
              <a:gd name="T13" fmla="*/ 2147483646 h 238"/>
              <a:gd name="T14" fmla="*/ 2147483646 w 597"/>
              <a:gd name="T15" fmla="*/ 2147483646 h 238"/>
              <a:gd name="T16" fmla="*/ 2147483646 w 597"/>
              <a:gd name="T17" fmla="*/ 2147483646 h 238"/>
              <a:gd name="T18" fmla="*/ 2147483646 w 597"/>
              <a:gd name="T19" fmla="*/ 2147483646 h 238"/>
              <a:gd name="T20" fmla="*/ 2147483646 w 597"/>
              <a:gd name="T21" fmla="*/ 2147483646 h 238"/>
              <a:gd name="T22" fmla="*/ 2147483646 w 597"/>
              <a:gd name="T23" fmla="*/ 2147483646 h 238"/>
              <a:gd name="T24" fmla="*/ 2147483646 w 597"/>
              <a:gd name="T25" fmla="*/ 2147483646 h 238"/>
              <a:gd name="T26" fmla="*/ 2147483646 w 597"/>
              <a:gd name="T27" fmla="*/ 0 h 238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97" h="238">
                <a:moveTo>
                  <a:pt x="0" y="238"/>
                </a:moveTo>
                <a:cubicBezTo>
                  <a:pt x="251" y="238"/>
                  <a:pt x="251" y="238"/>
                  <a:pt x="269" y="236"/>
                </a:cubicBezTo>
                <a:cubicBezTo>
                  <a:pt x="287" y="235"/>
                  <a:pt x="287" y="235"/>
                  <a:pt x="305" y="233"/>
                </a:cubicBezTo>
                <a:cubicBezTo>
                  <a:pt x="322" y="230"/>
                  <a:pt x="322" y="230"/>
                  <a:pt x="342" y="224"/>
                </a:cubicBezTo>
                <a:cubicBezTo>
                  <a:pt x="362" y="218"/>
                  <a:pt x="362" y="218"/>
                  <a:pt x="380" y="209"/>
                </a:cubicBezTo>
                <a:cubicBezTo>
                  <a:pt x="397" y="200"/>
                  <a:pt x="397" y="200"/>
                  <a:pt x="413" y="191"/>
                </a:cubicBezTo>
                <a:cubicBezTo>
                  <a:pt x="429" y="183"/>
                  <a:pt x="429" y="183"/>
                  <a:pt x="441" y="175"/>
                </a:cubicBezTo>
                <a:cubicBezTo>
                  <a:pt x="454" y="166"/>
                  <a:pt x="454" y="166"/>
                  <a:pt x="462" y="160"/>
                </a:cubicBezTo>
                <a:cubicBezTo>
                  <a:pt x="471" y="153"/>
                  <a:pt x="471" y="153"/>
                  <a:pt x="481" y="146"/>
                </a:cubicBezTo>
                <a:cubicBezTo>
                  <a:pt x="491" y="139"/>
                  <a:pt x="491" y="139"/>
                  <a:pt x="502" y="128"/>
                </a:cubicBezTo>
                <a:cubicBezTo>
                  <a:pt x="512" y="116"/>
                  <a:pt x="512" y="116"/>
                  <a:pt x="525" y="101"/>
                </a:cubicBezTo>
                <a:cubicBezTo>
                  <a:pt x="537" y="86"/>
                  <a:pt x="537" y="86"/>
                  <a:pt x="550" y="69"/>
                </a:cubicBezTo>
                <a:cubicBezTo>
                  <a:pt x="562" y="51"/>
                  <a:pt x="562" y="51"/>
                  <a:pt x="575" y="33"/>
                </a:cubicBezTo>
                <a:cubicBezTo>
                  <a:pt x="589" y="15"/>
                  <a:pt x="589" y="15"/>
                  <a:pt x="597" y="0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69" name="Freeform 15">
            <a:extLst>
              <a:ext uri="{FF2B5EF4-FFF2-40B4-BE49-F238E27FC236}">
                <a16:creationId xmlns:a16="http://schemas.microsoft.com/office/drawing/2014/main" id="{3C310898-6B52-400D-A384-4975111527CB}"/>
              </a:ext>
            </a:extLst>
          </p:cNvPr>
          <p:cNvSpPr>
            <a:spLocks noChangeAspect="1"/>
          </p:cNvSpPr>
          <p:nvPr/>
        </p:nvSpPr>
        <p:spPr bwMode="auto">
          <a:xfrm>
            <a:off x="5730875" y="1782763"/>
            <a:ext cx="84138" cy="293687"/>
          </a:xfrm>
          <a:custGeom>
            <a:avLst/>
            <a:gdLst>
              <a:gd name="T0" fmla="*/ 0 w 71"/>
              <a:gd name="T1" fmla="*/ 0 h 239"/>
              <a:gd name="T2" fmla="*/ 2147483646 w 71"/>
              <a:gd name="T3" fmla="*/ 2147483646 h 239"/>
              <a:gd name="T4" fmla="*/ 2147483646 w 71"/>
              <a:gd name="T5" fmla="*/ 2147483646 h 239"/>
              <a:gd name="T6" fmla="*/ 2147483646 w 71"/>
              <a:gd name="T7" fmla="*/ 2147483646 h 239"/>
              <a:gd name="T8" fmla="*/ 2147483646 w 71"/>
              <a:gd name="T9" fmla="*/ 2147483646 h 239"/>
              <a:gd name="T10" fmla="*/ 2147483646 w 71"/>
              <a:gd name="T11" fmla="*/ 2147483646 h 239"/>
              <a:gd name="T12" fmla="*/ 2147483646 w 71"/>
              <a:gd name="T13" fmla="*/ 2147483646 h 239"/>
              <a:gd name="T14" fmla="*/ 2147483646 w 71"/>
              <a:gd name="T15" fmla="*/ 2147483646 h 23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1" h="239">
                <a:moveTo>
                  <a:pt x="0" y="0"/>
                </a:moveTo>
                <a:cubicBezTo>
                  <a:pt x="16" y="29"/>
                  <a:pt x="16" y="29"/>
                  <a:pt x="22" y="44"/>
                </a:cubicBezTo>
                <a:cubicBezTo>
                  <a:pt x="28" y="59"/>
                  <a:pt x="28" y="59"/>
                  <a:pt x="35" y="77"/>
                </a:cubicBezTo>
                <a:cubicBezTo>
                  <a:pt x="42" y="95"/>
                  <a:pt x="42" y="95"/>
                  <a:pt x="48" y="114"/>
                </a:cubicBezTo>
                <a:cubicBezTo>
                  <a:pt x="53" y="132"/>
                  <a:pt x="53" y="132"/>
                  <a:pt x="59" y="150"/>
                </a:cubicBezTo>
                <a:cubicBezTo>
                  <a:pt x="65" y="168"/>
                  <a:pt x="65" y="168"/>
                  <a:pt x="66" y="184"/>
                </a:cubicBezTo>
                <a:cubicBezTo>
                  <a:pt x="67" y="199"/>
                  <a:pt x="67" y="199"/>
                  <a:pt x="69" y="209"/>
                </a:cubicBezTo>
                <a:cubicBezTo>
                  <a:pt x="71" y="218"/>
                  <a:pt x="71" y="218"/>
                  <a:pt x="70" y="239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70" name="Freeform 16">
            <a:extLst>
              <a:ext uri="{FF2B5EF4-FFF2-40B4-BE49-F238E27FC236}">
                <a16:creationId xmlns:a16="http://schemas.microsoft.com/office/drawing/2014/main" id="{58F63042-0C81-4D31-8717-8571EB9A4FFC}"/>
              </a:ext>
            </a:extLst>
          </p:cNvPr>
          <p:cNvSpPr>
            <a:spLocks noChangeAspect="1"/>
          </p:cNvSpPr>
          <p:nvPr/>
        </p:nvSpPr>
        <p:spPr bwMode="auto">
          <a:xfrm>
            <a:off x="5730875" y="2074863"/>
            <a:ext cx="84138" cy="293687"/>
          </a:xfrm>
          <a:custGeom>
            <a:avLst/>
            <a:gdLst>
              <a:gd name="T0" fmla="*/ 0 w 71"/>
              <a:gd name="T1" fmla="*/ 2147483646 h 239"/>
              <a:gd name="T2" fmla="*/ 2147483646 w 71"/>
              <a:gd name="T3" fmla="*/ 2147483646 h 239"/>
              <a:gd name="T4" fmla="*/ 2147483646 w 71"/>
              <a:gd name="T5" fmla="*/ 2147483646 h 239"/>
              <a:gd name="T6" fmla="*/ 2147483646 w 71"/>
              <a:gd name="T7" fmla="*/ 2147483646 h 239"/>
              <a:gd name="T8" fmla="*/ 2147483646 w 71"/>
              <a:gd name="T9" fmla="*/ 2147483646 h 239"/>
              <a:gd name="T10" fmla="*/ 2147483646 w 71"/>
              <a:gd name="T11" fmla="*/ 2147483646 h 239"/>
              <a:gd name="T12" fmla="*/ 2147483646 w 71"/>
              <a:gd name="T13" fmla="*/ 2147483646 h 239"/>
              <a:gd name="T14" fmla="*/ 2147483646 w 71"/>
              <a:gd name="T15" fmla="*/ 0 h 23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1" h="239">
                <a:moveTo>
                  <a:pt x="0" y="239"/>
                </a:moveTo>
                <a:cubicBezTo>
                  <a:pt x="16" y="210"/>
                  <a:pt x="16" y="210"/>
                  <a:pt x="22" y="195"/>
                </a:cubicBezTo>
                <a:cubicBezTo>
                  <a:pt x="28" y="180"/>
                  <a:pt x="28" y="180"/>
                  <a:pt x="35" y="162"/>
                </a:cubicBezTo>
                <a:cubicBezTo>
                  <a:pt x="42" y="144"/>
                  <a:pt x="42" y="144"/>
                  <a:pt x="48" y="126"/>
                </a:cubicBezTo>
                <a:cubicBezTo>
                  <a:pt x="53" y="107"/>
                  <a:pt x="53" y="107"/>
                  <a:pt x="59" y="89"/>
                </a:cubicBezTo>
                <a:cubicBezTo>
                  <a:pt x="65" y="71"/>
                  <a:pt x="65" y="71"/>
                  <a:pt x="66" y="56"/>
                </a:cubicBezTo>
                <a:cubicBezTo>
                  <a:pt x="67" y="40"/>
                  <a:pt x="67" y="40"/>
                  <a:pt x="69" y="31"/>
                </a:cubicBezTo>
                <a:cubicBezTo>
                  <a:pt x="71" y="21"/>
                  <a:pt x="71" y="21"/>
                  <a:pt x="70" y="0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71" name="Line 17">
            <a:extLst>
              <a:ext uri="{FF2B5EF4-FFF2-40B4-BE49-F238E27FC236}">
                <a16:creationId xmlns:a16="http://schemas.microsoft.com/office/drawing/2014/main" id="{9F8C6D8A-26D2-4400-9C98-9F4A58DC68F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244725" y="1389063"/>
            <a:ext cx="855663" cy="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72" name="Line 18">
            <a:extLst>
              <a:ext uri="{FF2B5EF4-FFF2-40B4-BE49-F238E27FC236}">
                <a16:creationId xmlns:a16="http://schemas.microsoft.com/office/drawing/2014/main" id="{1B56EB7F-C860-4266-B056-F491ED57C48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222500" y="2765425"/>
            <a:ext cx="1711325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73" name="Freeform 19">
            <a:extLst>
              <a:ext uri="{FF2B5EF4-FFF2-40B4-BE49-F238E27FC236}">
                <a16:creationId xmlns:a16="http://schemas.microsoft.com/office/drawing/2014/main" id="{E9E86C1A-3376-4858-AD27-B9D316123BA5}"/>
              </a:ext>
            </a:extLst>
          </p:cNvPr>
          <p:cNvSpPr>
            <a:spLocks noChangeAspect="1"/>
          </p:cNvSpPr>
          <p:nvPr/>
        </p:nvSpPr>
        <p:spPr bwMode="auto">
          <a:xfrm>
            <a:off x="2735263" y="1736725"/>
            <a:ext cx="1198562" cy="685800"/>
          </a:xfrm>
          <a:custGeom>
            <a:avLst/>
            <a:gdLst>
              <a:gd name="T0" fmla="*/ 2147483646 w 567"/>
              <a:gd name="T1" fmla="*/ 2147483646 h 325"/>
              <a:gd name="T2" fmla="*/ 0 w 567"/>
              <a:gd name="T3" fmla="*/ 2147483646 h 325"/>
              <a:gd name="T4" fmla="*/ 0 w 567"/>
              <a:gd name="T5" fmla="*/ 0 h 325"/>
              <a:gd name="T6" fmla="*/ 2147483646 w 567"/>
              <a:gd name="T7" fmla="*/ 0 h 32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67" h="325">
                <a:moveTo>
                  <a:pt x="162" y="325"/>
                </a:moveTo>
                <a:lnTo>
                  <a:pt x="0" y="325"/>
                </a:lnTo>
                <a:lnTo>
                  <a:pt x="0" y="0"/>
                </a:lnTo>
                <a:lnTo>
                  <a:pt x="567" y="0"/>
                </a:ln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74" name="Freeform 20">
            <a:extLst>
              <a:ext uri="{FF2B5EF4-FFF2-40B4-BE49-F238E27FC236}">
                <a16:creationId xmlns:a16="http://schemas.microsoft.com/office/drawing/2014/main" id="{5BA929EC-7FC5-4DA2-B670-4509F9029094}"/>
              </a:ext>
            </a:extLst>
          </p:cNvPr>
          <p:cNvSpPr>
            <a:spLocks noChangeAspect="1"/>
          </p:cNvSpPr>
          <p:nvPr/>
        </p:nvSpPr>
        <p:spPr bwMode="auto">
          <a:xfrm>
            <a:off x="5156200" y="1563688"/>
            <a:ext cx="269875" cy="344487"/>
          </a:xfrm>
          <a:custGeom>
            <a:avLst/>
            <a:gdLst>
              <a:gd name="T0" fmla="*/ 2147483646 w 127"/>
              <a:gd name="T1" fmla="*/ 2147483646 h 163"/>
              <a:gd name="T2" fmla="*/ 2147483646 w 127"/>
              <a:gd name="T3" fmla="*/ 2147483646 h 163"/>
              <a:gd name="T4" fmla="*/ 2147483646 w 127"/>
              <a:gd name="T5" fmla="*/ 0 h 163"/>
              <a:gd name="T6" fmla="*/ 0 w 127"/>
              <a:gd name="T7" fmla="*/ 0 h 16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7" h="163">
                <a:moveTo>
                  <a:pt x="127" y="163"/>
                </a:moveTo>
                <a:lnTo>
                  <a:pt x="81" y="163"/>
                </a:lnTo>
                <a:lnTo>
                  <a:pt x="81" y="0"/>
                </a:lnTo>
                <a:lnTo>
                  <a:pt x="0" y="0"/>
                </a:ln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75" name="Freeform 21">
            <a:extLst>
              <a:ext uri="{FF2B5EF4-FFF2-40B4-BE49-F238E27FC236}">
                <a16:creationId xmlns:a16="http://schemas.microsoft.com/office/drawing/2014/main" id="{71E88342-AD22-4BC7-AE35-FC183DBCF75D}"/>
              </a:ext>
            </a:extLst>
          </p:cNvPr>
          <p:cNvSpPr>
            <a:spLocks noChangeAspect="1"/>
          </p:cNvSpPr>
          <p:nvPr/>
        </p:nvSpPr>
        <p:spPr bwMode="auto">
          <a:xfrm>
            <a:off x="5156200" y="2249488"/>
            <a:ext cx="269875" cy="344487"/>
          </a:xfrm>
          <a:custGeom>
            <a:avLst/>
            <a:gdLst>
              <a:gd name="T0" fmla="*/ 2147483646 w 127"/>
              <a:gd name="T1" fmla="*/ 0 h 163"/>
              <a:gd name="T2" fmla="*/ 2147483646 w 127"/>
              <a:gd name="T3" fmla="*/ 0 h 163"/>
              <a:gd name="T4" fmla="*/ 2147483646 w 127"/>
              <a:gd name="T5" fmla="*/ 2147483646 h 163"/>
              <a:gd name="T6" fmla="*/ 0 w 127"/>
              <a:gd name="T7" fmla="*/ 2147483646 h 16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7" h="163">
                <a:moveTo>
                  <a:pt x="127" y="0"/>
                </a:moveTo>
                <a:lnTo>
                  <a:pt x="81" y="0"/>
                </a:lnTo>
                <a:lnTo>
                  <a:pt x="81" y="163"/>
                </a:lnTo>
                <a:lnTo>
                  <a:pt x="0" y="163"/>
                </a:ln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76" name="Line 22">
            <a:extLst>
              <a:ext uri="{FF2B5EF4-FFF2-40B4-BE49-F238E27FC236}">
                <a16:creationId xmlns:a16="http://schemas.microsoft.com/office/drawing/2014/main" id="{5D04C6B9-DCEA-4B20-A2C7-B21FAA3877F1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6623050" y="2078038"/>
            <a:ext cx="441325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77" name="Line 23">
            <a:extLst>
              <a:ext uri="{FF2B5EF4-FFF2-40B4-BE49-F238E27FC236}">
                <a16:creationId xmlns:a16="http://schemas.microsoft.com/office/drawing/2014/main" id="{98366A64-F87F-4A7E-A445-72DCC34AB5D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222500" y="2422525"/>
            <a:ext cx="512763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78" name="Rectangle 24">
            <a:extLst>
              <a:ext uri="{FF2B5EF4-FFF2-40B4-BE49-F238E27FC236}">
                <a16:creationId xmlns:a16="http://schemas.microsoft.com/office/drawing/2014/main" id="{779441EA-FAC8-4CFA-9655-0E00F09186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91375" y="1965325"/>
            <a:ext cx="603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f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79" name="Line 25">
            <a:extLst>
              <a:ext uri="{FF2B5EF4-FFF2-40B4-BE49-F238E27FC236}">
                <a16:creationId xmlns:a16="http://schemas.microsoft.com/office/drawing/2014/main" id="{D3A91F72-04DA-4543-A50C-9BF583769B2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933825" y="4005263"/>
            <a:ext cx="368300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80" name="Line 26">
            <a:extLst>
              <a:ext uri="{FF2B5EF4-FFF2-40B4-BE49-F238E27FC236}">
                <a16:creationId xmlns:a16="http://schemas.microsoft.com/office/drawing/2014/main" id="{4F43364A-0CF3-49CD-A3DE-4BBAAF208BC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917950" y="4357688"/>
            <a:ext cx="368300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81" name="Line 27">
            <a:extLst>
              <a:ext uri="{FF2B5EF4-FFF2-40B4-BE49-F238E27FC236}">
                <a16:creationId xmlns:a16="http://schemas.microsoft.com/office/drawing/2014/main" id="{809C420E-D4B7-46E5-8B37-37699175CCEB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984750" y="4178300"/>
            <a:ext cx="171450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82" name="Freeform 28">
            <a:extLst>
              <a:ext uri="{FF2B5EF4-FFF2-40B4-BE49-F238E27FC236}">
                <a16:creationId xmlns:a16="http://schemas.microsoft.com/office/drawing/2014/main" id="{CB812851-CE04-4DB1-AA20-CBD5760A4C46}"/>
              </a:ext>
            </a:extLst>
          </p:cNvPr>
          <p:cNvSpPr>
            <a:spLocks noChangeAspect="1"/>
          </p:cNvSpPr>
          <p:nvPr/>
        </p:nvSpPr>
        <p:spPr bwMode="auto">
          <a:xfrm>
            <a:off x="4264025" y="3889375"/>
            <a:ext cx="730250" cy="288925"/>
          </a:xfrm>
          <a:custGeom>
            <a:avLst/>
            <a:gdLst>
              <a:gd name="T0" fmla="*/ 0 w 598"/>
              <a:gd name="T1" fmla="*/ 0 h 237"/>
              <a:gd name="T2" fmla="*/ 2147483646 w 598"/>
              <a:gd name="T3" fmla="*/ 2147483646 h 237"/>
              <a:gd name="T4" fmla="*/ 2147483646 w 598"/>
              <a:gd name="T5" fmla="*/ 2147483646 h 237"/>
              <a:gd name="T6" fmla="*/ 2147483646 w 598"/>
              <a:gd name="T7" fmla="*/ 2147483646 h 237"/>
              <a:gd name="T8" fmla="*/ 2147483646 w 598"/>
              <a:gd name="T9" fmla="*/ 2147483646 h 237"/>
              <a:gd name="T10" fmla="*/ 2147483646 w 598"/>
              <a:gd name="T11" fmla="*/ 2147483646 h 237"/>
              <a:gd name="T12" fmla="*/ 2147483646 w 598"/>
              <a:gd name="T13" fmla="*/ 2147483646 h 237"/>
              <a:gd name="T14" fmla="*/ 2147483646 w 598"/>
              <a:gd name="T15" fmla="*/ 2147483646 h 237"/>
              <a:gd name="T16" fmla="*/ 2147483646 w 598"/>
              <a:gd name="T17" fmla="*/ 2147483646 h 237"/>
              <a:gd name="T18" fmla="*/ 2147483646 w 598"/>
              <a:gd name="T19" fmla="*/ 2147483646 h 237"/>
              <a:gd name="T20" fmla="*/ 2147483646 w 598"/>
              <a:gd name="T21" fmla="*/ 2147483646 h 237"/>
              <a:gd name="T22" fmla="*/ 2147483646 w 598"/>
              <a:gd name="T23" fmla="*/ 2147483646 h 237"/>
              <a:gd name="T24" fmla="*/ 2147483646 w 598"/>
              <a:gd name="T25" fmla="*/ 2147483646 h 237"/>
              <a:gd name="T26" fmla="*/ 2147483646 w 598"/>
              <a:gd name="T27" fmla="*/ 2147483646 h 237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98" h="237">
                <a:moveTo>
                  <a:pt x="0" y="0"/>
                </a:moveTo>
                <a:cubicBezTo>
                  <a:pt x="251" y="0"/>
                  <a:pt x="251" y="0"/>
                  <a:pt x="269" y="1"/>
                </a:cubicBezTo>
                <a:cubicBezTo>
                  <a:pt x="288" y="2"/>
                  <a:pt x="288" y="2"/>
                  <a:pt x="305" y="5"/>
                </a:cubicBezTo>
                <a:cubicBezTo>
                  <a:pt x="323" y="7"/>
                  <a:pt x="323" y="7"/>
                  <a:pt x="343" y="13"/>
                </a:cubicBezTo>
                <a:cubicBezTo>
                  <a:pt x="363" y="20"/>
                  <a:pt x="363" y="20"/>
                  <a:pt x="380" y="28"/>
                </a:cubicBezTo>
                <a:cubicBezTo>
                  <a:pt x="398" y="37"/>
                  <a:pt x="398" y="37"/>
                  <a:pt x="413" y="46"/>
                </a:cubicBezTo>
                <a:cubicBezTo>
                  <a:pt x="429" y="55"/>
                  <a:pt x="429" y="55"/>
                  <a:pt x="441" y="63"/>
                </a:cubicBezTo>
                <a:cubicBezTo>
                  <a:pt x="454" y="71"/>
                  <a:pt x="454" y="71"/>
                  <a:pt x="463" y="78"/>
                </a:cubicBezTo>
                <a:cubicBezTo>
                  <a:pt x="471" y="85"/>
                  <a:pt x="471" y="85"/>
                  <a:pt x="481" y="92"/>
                </a:cubicBezTo>
                <a:cubicBezTo>
                  <a:pt x="491" y="98"/>
                  <a:pt x="491" y="98"/>
                  <a:pt x="502" y="110"/>
                </a:cubicBezTo>
                <a:cubicBezTo>
                  <a:pt x="513" y="121"/>
                  <a:pt x="513" y="121"/>
                  <a:pt x="525" y="136"/>
                </a:cubicBezTo>
                <a:cubicBezTo>
                  <a:pt x="538" y="151"/>
                  <a:pt x="538" y="151"/>
                  <a:pt x="550" y="168"/>
                </a:cubicBezTo>
                <a:cubicBezTo>
                  <a:pt x="563" y="186"/>
                  <a:pt x="563" y="186"/>
                  <a:pt x="576" y="204"/>
                </a:cubicBezTo>
                <a:cubicBezTo>
                  <a:pt x="589" y="222"/>
                  <a:pt x="589" y="222"/>
                  <a:pt x="598" y="237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83" name="Freeform 29">
            <a:extLst>
              <a:ext uri="{FF2B5EF4-FFF2-40B4-BE49-F238E27FC236}">
                <a16:creationId xmlns:a16="http://schemas.microsoft.com/office/drawing/2014/main" id="{D50054C4-3EBE-4E26-8DCB-2DAE548B47B2}"/>
              </a:ext>
            </a:extLst>
          </p:cNvPr>
          <p:cNvSpPr>
            <a:spLocks noChangeAspect="1"/>
          </p:cNvSpPr>
          <p:nvPr/>
        </p:nvSpPr>
        <p:spPr bwMode="auto">
          <a:xfrm>
            <a:off x="4264025" y="4181475"/>
            <a:ext cx="730250" cy="290513"/>
          </a:xfrm>
          <a:custGeom>
            <a:avLst/>
            <a:gdLst>
              <a:gd name="T0" fmla="*/ 0 w 598"/>
              <a:gd name="T1" fmla="*/ 2147483646 h 238"/>
              <a:gd name="T2" fmla="*/ 2147483646 w 598"/>
              <a:gd name="T3" fmla="*/ 2147483646 h 238"/>
              <a:gd name="T4" fmla="*/ 2147483646 w 598"/>
              <a:gd name="T5" fmla="*/ 2147483646 h 238"/>
              <a:gd name="T6" fmla="*/ 2147483646 w 598"/>
              <a:gd name="T7" fmla="*/ 2147483646 h 238"/>
              <a:gd name="T8" fmla="*/ 2147483646 w 598"/>
              <a:gd name="T9" fmla="*/ 2147483646 h 238"/>
              <a:gd name="T10" fmla="*/ 2147483646 w 598"/>
              <a:gd name="T11" fmla="*/ 2147483646 h 238"/>
              <a:gd name="T12" fmla="*/ 2147483646 w 598"/>
              <a:gd name="T13" fmla="*/ 2147483646 h 238"/>
              <a:gd name="T14" fmla="*/ 2147483646 w 598"/>
              <a:gd name="T15" fmla="*/ 2147483646 h 238"/>
              <a:gd name="T16" fmla="*/ 2147483646 w 598"/>
              <a:gd name="T17" fmla="*/ 2147483646 h 238"/>
              <a:gd name="T18" fmla="*/ 2147483646 w 598"/>
              <a:gd name="T19" fmla="*/ 2147483646 h 238"/>
              <a:gd name="T20" fmla="*/ 2147483646 w 598"/>
              <a:gd name="T21" fmla="*/ 2147483646 h 238"/>
              <a:gd name="T22" fmla="*/ 2147483646 w 598"/>
              <a:gd name="T23" fmla="*/ 2147483646 h 238"/>
              <a:gd name="T24" fmla="*/ 2147483646 w 598"/>
              <a:gd name="T25" fmla="*/ 2147483646 h 238"/>
              <a:gd name="T26" fmla="*/ 2147483646 w 598"/>
              <a:gd name="T27" fmla="*/ 0 h 238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98" h="238">
                <a:moveTo>
                  <a:pt x="0" y="238"/>
                </a:moveTo>
                <a:cubicBezTo>
                  <a:pt x="251" y="238"/>
                  <a:pt x="251" y="238"/>
                  <a:pt x="269" y="237"/>
                </a:cubicBezTo>
                <a:cubicBezTo>
                  <a:pt x="288" y="235"/>
                  <a:pt x="288" y="235"/>
                  <a:pt x="305" y="233"/>
                </a:cubicBezTo>
                <a:cubicBezTo>
                  <a:pt x="323" y="230"/>
                  <a:pt x="323" y="230"/>
                  <a:pt x="343" y="224"/>
                </a:cubicBezTo>
                <a:cubicBezTo>
                  <a:pt x="363" y="218"/>
                  <a:pt x="363" y="218"/>
                  <a:pt x="380" y="209"/>
                </a:cubicBezTo>
                <a:cubicBezTo>
                  <a:pt x="398" y="200"/>
                  <a:pt x="398" y="200"/>
                  <a:pt x="413" y="192"/>
                </a:cubicBezTo>
                <a:cubicBezTo>
                  <a:pt x="429" y="183"/>
                  <a:pt x="429" y="183"/>
                  <a:pt x="441" y="175"/>
                </a:cubicBezTo>
                <a:cubicBezTo>
                  <a:pt x="454" y="167"/>
                  <a:pt x="454" y="167"/>
                  <a:pt x="463" y="160"/>
                </a:cubicBezTo>
                <a:cubicBezTo>
                  <a:pt x="471" y="153"/>
                  <a:pt x="471" y="153"/>
                  <a:pt x="481" y="146"/>
                </a:cubicBezTo>
                <a:cubicBezTo>
                  <a:pt x="491" y="139"/>
                  <a:pt x="491" y="139"/>
                  <a:pt x="502" y="128"/>
                </a:cubicBezTo>
                <a:cubicBezTo>
                  <a:pt x="513" y="117"/>
                  <a:pt x="513" y="117"/>
                  <a:pt x="525" y="102"/>
                </a:cubicBezTo>
                <a:cubicBezTo>
                  <a:pt x="538" y="87"/>
                  <a:pt x="538" y="87"/>
                  <a:pt x="550" y="69"/>
                </a:cubicBezTo>
                <a:cubicBezTo>
                  <a:pt x="563" y="52"/>
                  <a:pt x="563" y="52"/>
                  <a:pt x="576" y="34"/>
                </a:cubicBezTo>
                <a:cubicBezTo>
                  <a:pt x="589" y="15"/>
                  <a:pt x="589" y="15"/>
                  <a:pt x="598" y="0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84" name="Freeform 30">
            <a:extLst>
              <a:ext uri="{FF2B5EF4-FFF2-40B4-BE49-F238E27FC236}">
                <a16:creationId xmlns:a16="http://schemas.microsoft.com/office/drawing/2014/main" id="{C5C7B10F-CD22-46A1-8439-82A7075AAF80}"/>
              </a:ext>
            </a:extLst>
          </p:cNvPr>
          <p:cNvSpPr>
            <a:spLocks noChangeAspect="1"/>
          </p:cNvSpPr>
          <p:nvPr/>
        </p:nvSpPr>
        <p:spPr bwMode="auto">
          <a:xfrm>
            <a:off x="4257675" y="3889375"/>
            <a:ext cx="85725" cy="292100"/>
          </a:xfrm>
          <a:custGeom>
            <a:avLst/>
            <a:gdLst>
              <a:gd name="T0" fmla="*/ 0 w 71"/>
              <a:gd name="T1" fmla="*/ 0 h 238"/>
              <a:gd name="T2" fmla="*/ 2147483646 w 71"/>
              <a:gd name="T3" fmla="*/ 2147483646 h 238"/>
              <a:gd name="T4" fmla="*/ 2147483646 w 71"/>
              <a:gd name="T5" fmla="*/ 2147483646 h 238"/>
              <a:gd name="T6" fmla="*/ 2147483646 w 71"/>
              <a:gd name="T7" fmla="*/ 2147483646 h 238"/>
              <a:gd name="T8" fmla="*/ 2147483646 w 71"/>
              <a:gd name="T9" fmla="*/ 2147483646 h 238"/>
              <a:gd name="T10" fmla="*/ 2147483646 w 71"/>
              <a:gd name="T11" fmla="*/ 2147483646 h 238"/>
              <a:gd name="T12" fmla="*/ 2147483646 w 71"/>
              <a:gd name="T13" fmla="*/ 2147483646 h 238"/>
              <a:gd name="T14" fmla="*/ 2147483646 w 71"/>
              <a:gd name="T15" fmla="*/ 2147483646 h 23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1" h="238">
                <a:moveTo>
                  <a:pt x="0" y="0"/>
                </a:moveTo>
                <a:cubicBezTo>
                  <a:pt x="16" y="28"/>
                  <a:pt x="16" y="28"/>
                  <a:pt x="22" y="43"/>
                </a:cubicBezTo>
                <a:cubicBezTo>
                  <a:pt x="29" y="58"/>
                  <a:pt x="29" y="58"/>
                  <a:pt x="35" y="77"/>
                </a:cubicBezTo>
                <a:cubicBezTo>
                  <a:pt x="42" y="95"/>
                  <a:pt x="42" y="95"/>
                  <a:pt x="48" y="113"/>
                </a:cubicBezTo>
                <a:cubicBezTo>
                  <a:pt x="54" y="131"/>
                  <a:pt x="54" y="131"/>
                  <a:pt x="59" y="149"/>
                </a:cubicBezTo>
                <a:cubicBezTo>
                  <a:pt x="65" y="167"/>
                  <a:pt x="65" y="167"/>
                  <a:pt x="66" y="183"/>
                </a:cubicBezTo>
                <a:cubicBezTo>
                  <a:pt x="67" y="198"/>
                  <a:pt x="67" y="198"/>
                  <a:pt x="69" y="208"/>
                </a:cubicBezTo>
                <a:cubicBezTo>
                  <a:pt x="71" y="217"/>
                  <a:pt x="71" y="217"/>
                  <a:pt x="70" y="238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85" name="Freeform 31">
            <a:extLst>
              <a:ext uri="{FF2B5EF4-FFF2-40B4-BE49-F238E27FC236}">
                <a16:creationId xmlns:a16="http://schemas.microsoft.com/office/drawing/2014/main" id="{6869F5AA-8B71-4E80-9034-011BD177141E}"/>
              </a:ext>
            </a:extLst>
          </p:cNvPr>
          <p:cNvSpPr>
            <a:spLocks noChangeAspect="1"/>
          </p:cNvSpPr>
          <p:nvPr/>
        </p:nvSpPr>
        <p:spPr bwMode="auto">
          <a:xfrm>
            <a:off x="4257675" y="4178300"/>
            <a:ext cx="85725" cy="293688"/>
          </a:xfrm>
          <a:custGeom>
            <a:avLst/>
            <a:gdLst>
              <a:gd name="T0" fmla="*/ 0 w 71"/>
              <a:gd name="T1" fmla="*/ 2147483646 h 239"/>
              <a:gd name="T2" fmla="*/ 2147483646 w 71"/>
              <a:gd name="T3" fmla="*/ 2147483646 h 239"/>
              <a:gd name="T4" fmla="*/ 2147483646 w 71"/>
              <a:gd name="T5" fmla="*/ 2147483646 h 239"/>
              <a:gd name="T6" fmla="*/ 2147483646 w 71"/>
              <a:gd name="T7" fmla="*/ 2147483646 h 239"/>
              <a:gd name="T8" fmla="*/ 2147483646 w 71"/>
              <a:gd name="T9" fmla="*/ 2147483646 h 239"/>
              <a:gd name="T10" fmla="*/ 2147483646 w 71"/>
              <a:gd name="T11" fmla="*/ 2147483646 h 239"/>
              <a:gd name="T12" fmla="*/ 2147483646 w 71"/>
              <a:gd name="T13" fmla="*/ 2147483646 h 239"/>
              <a:gd name="T14" fmla="*/ 2147483646 w 71"/>
              <a:gd name="T15" fmla="*/ 0 h 23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1" h="239">
                <a:moveTo>
                  <a:pt x="0" y="239"/>
                </a:moveTo>
                <a:cubicBezTo>
                  <a:pt x="16" y="210"/>
                  <a:pt x="16" y="210"/>
                  <a:pt x="22" y="195"/>
                </a:cubicBezTo>
                <a:cubicBezTo>
                  <a:pt x="29" y="180"/>
                  <a:pt x="29" y="180"/>
                  <a:pt x="35" y="162"/>
                </a:cubicBezTo>
                <a:cubicBezTo>
                  <a:pt x="42" y="144"/>
                  <a:pt x="42" y="144"/>
                  <a:pt x="48" y="126"/>
                </a:cubicBezTo>
                <a:cubicBezTo>
                  <a:pt x="54" y="108"/>
                  <a:pt x="54" y="108"/>
                  <a:pt x="59" y="90"/>
                </a:cubicBezTo>
                <a:cubicBezTo>
                  <a:pt x="65" y="71"/>
                  <a:pt x="65" y="71"/>
                  <a:pt x="66" y="56"/>
                </a:cubicBezTo>
                <a:cubicBezTo>
                  <a:pt x="67" y="40"/>
                  <a:pt x="67" y="40"/>
                  <a:pt x="69" y="31"/>
                </a:cubicBezTo>
                <a:cubicBezTo>
                  <a:pt x="71" y="21"/>
                  <a:pt x="71" y="21"/>
                  <a:pt x="70" y="0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86" name="Line 32">
            <a:extLst>
              <a:ext uri="{FF2B5EF4-FFF2-40B4-BE49-F238E27FC236}">
                <a16:creationId xmlns:a16="http://schemas.microsoft.com/office/drawing/2014/main" id="{5DFC83A6-FAA1-4D03-8289-664DE1B01EE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749675" y="5035550"/>
            <a:ext cx="552450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87" name="Line 33">
            <a:extLst>
              <a:ext uri="{FF2B5EF4-FFF2-40B4-BE49-F238E27FC236}">
                <a16:creationId xmlns:a16="http://schemas.microsoft.com/office/drawing/2014/main" id="{B4585184-D8E3-4376-99AB-A19DFC475CA5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933825" y="5405438"/>
            <a:ext cx="368300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88" name="Line 34">
            <a:extLst>
              <a:ext uri="{FF2B5EF4-FFF2-40B4-BE49-F238E27FC236}">
                <a16:creationId xmlns:a16="http://schemas.microsoft.com/office/drawing/2014/main" id="{B3BD5974-8925-41B6-B3D6-D02D1AE45722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984750" y="5233988"/>
            <a:ext cx="171450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89" name="Freeform 35">
            <a:extLst>
              <a:ext uri="{FF2B5EF4-FFF2-40B4-BE49-F238E27FC236}">
                <a16:creationId xmlns:a16="http://schemas.microsoft.com/office/drawing/2014/main" id="{D8623A67-0CE9-4514-B2B6-3438094E676F}"/>
              </a:ext>
            </a:extLst>
          </p:cNvPr>
          <p:cNvSpPr>
            <a:spLocks noChangeAspect="1"/>
          </p:cNvSpPr>
          <p:nvPr/>
        </p:nvSpPr>
        <p:spPr bwMode="auto">
          <a:xfrm>
            <a:off x="4260850" y="4930775"/>
            <a:ext cx="730250" cy="292100"/>
          </a:xfrm>
          <a:custGeom>
            <a:avLst/>
            <a:gdLst>
              <a:gd name="T0" fmla="*/ 0 w 597"/>
              <a:gd name="T1" fmla="*/ 0 h 238"/>
              <a:gd name="T2" fmla="*/ 2147483646 w 597"/>
              <a:gd name="T3" fmla="*/ 2147483646 h 238"/>
              <a:gd name="T4" fmla="*/ 2147483646 w 597"/>
              <a:gd name="T5" fmla="*/ 2147483646 h 238"/>
              <a:gd name="T6" fmla="*/ 2147483646 w 597"/>
              <a:gd name="T7" fmla="*/ 2147483646 h 238"/>
              <a:gd name="T8" fmla="*/ 2147483646 w 597"/>
              <a:gd name="T9" fmla="*/ 2147483646 h 238"/>
              <a:gd name="T10" fmla="*/ 2147483646 w 597"/>
              <a:gd name="T11" fmla="*/ 2147483646 h 238"/>
              <a:gd name="T12" fmla="*/ 2147483646 w 597"/>
              <a:gd name="T13" fmla="*/ 2147483646 h 238"/>
              <a:gd name="T14" fmla="*/ 2147483646 w 597"/>
              <a:gd name="T15" fmla="*/ 2147483646 h 238"/>
              <a:gd name="T16" fmla="*/ 2147483646 w 597"/>
              <a:gd name="T17" fmla="*/ 2147483646 h 238"/>
              <a:gd name="T18" fmla="*/ 2147483646 w 597"/>
              <a:gd name="T19" fmla="*/ 2147483646 h 238"/>
              <a:gd name="T20" fmla="*/ 2147483646 w 597"/>
              <a:gd name="T21" fmla="*/ 2147483646 h 238"/>
              <a:gd name="T22" fmla="*/ 2147483646 w 597"/>
              <a:gd name="T23" fmla="*/ 2147483646 h 238"/>
              <a:gd name="T24" fmla="*/ 2147483646 w 597"/>
              <a:gd name="T25" fmla="*/ 2147483646 h 238"/>
              <a:gd name="T26" fmla="*/ 2147483646 w 597"/>
              <a:gd name="T27" fmla="*/ 2147483646 h 238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97" h="238">
                <a:moveTo>
                  <a:pt x="0" y="0"/>
                </a:moveTo>
                <a:cubicBezTo>
                  <a:pt x="251" y="0"/>
                  <a:pt x="251" y="0"/>
                  <a:pt x="269" y="1"/>
                </a:cubicBezTo>
                <a:cubicBezTo>
                  <a:pt x="287" y="3"/>
                  <a:pt x="287" y="3"/>
                  <a:pt x="305" y="5"/>
                </a:cubicBezTo>
                <a:cubicBezTo>
                  <a:pt x="322" y="8"/>
                  <a:pt x="322" y="8"/>
                  <a:pt x="342" y="14"/>
                </a:cubicBezTo>
                <a:cubicBezTo>
                  <a:pt x="362" y="20"/>
                  <a:pt x="362" y="20"/>
                  <a:pt x="380" y="29"/>
                </a:cubicBezTo>
                <a:cubicBezTo>
                  <a:pt x="397" y="38"/>
                  <a:pt x="397" y="38"/>
                  <a:pt x="413" y="46"/>
                </a:cubicBezTo>
                <a:cubicBezTo>
                  <a:pt x="429" y="55"/>
                  <a:pt x="429" y="55"/>
                  <a:pt x="441" y="63"/>
                </a:cubicBezTo>
                <a:cubicBezTo>
                  <a:pt x="454" y="71"/>
                  <a:pt x="454" y="71"/>
                  <a:pt x="462" y="78"/>
                </a:cubicBezTo>
                <a:cubicBezTo>
                  <a:pt x="471" y="85"/>
                  <a:pt x="471" y="85"/>
                  <a:pt x="481" y="92"/>
                </a:cubicBezTo>
                <a:cubicBezTo>
                  <a:pt x="491" y="99"/>
                  <a:pt x="491" y="99"/>
                  <a:pt x="502" y="110"/>
                </a:cubicBezTo>
                <a:cubicBezTo>
                  <a:pt x="512" y="121"/>
                  <a:pt x="512" y="121"/>
                  <a:pt x="525" y="136"/>
                </a:cubicBezTo>
                <a:cubicBezTo>
                  <a:pt x="537" y="151"/>
                  <a:pt x="537" y="151"/>
                  <a:pt x="550" y="169"/>
                </a:cubicBezTo>
                <a:cubicBezTo>
                  <a:pt x="562" y="186"/>
                  <a:pt x="562" y="186"/>
                  <a:pt x="575" y="204"/>
                </a:cubicBezTo>
                <a:cubicBezTo>
                  <a:pt x="589" y="223"/>
                  <a:pt x="589" y="223"/>
                  <a:pt x="597" y="238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90" name="Freeform 36">
            <a:extLst>
              <a:ext uri="{FF2B5EF4-FFF2-40B4-BE49-F238E27FC236}">
                <a16:creationId xmlns:a16="http://schemas.microsoft.com/office/drawing/2014/main" id="{33D98B55-5425-42ED-ACD9-30E099DF08DB}"/>
              </a:ext>
            </a:extLst>
          </p:cNvPr>
          <p:cNvSpPr>
            <a:spLocks noChangeAspect="1"/>
          </p:cNvSpPr>
          <p:nvPr/>
        </p:nvSpPr>
        <p:spPr bwMode="auto">
          <a:xfrm>
            <a:off x="4260850" y="5224463"/>
            <a:ext cx="730250" cy="290512"/>
          </a:xfrm>
          <a:custGeom>
            <a:avLst/>
            <a:gdLst>
              <a:gd name="T0" fmla="*/ 0 w 597"/>
              <a:gd name="T1" fmla="*/ 2147483646 h 237"/>
              <a:gd name="T2" fmla="*/ 2147483646 w 597"/>
              <a:gd name="T3" fmla="*/ 2147483646 h 237"/>
              <a:gd name="T4" fmla="*/ 2147483646 w 597"/>
              <a:gd name="T5" fmla="*/ 2147483646 h 237"/>
              <a:gd name="T6" fmla="*/ 2147483646 w 597"/>
              <a:gd name="T7" fmla="*/ 2147483646 h 237"/>
              <a:gd name="T8" fmla="*/ 2147483646 w 597"/>
              <a:gd name="T9" fmla="*/ 2147483646 h 237"/>
              <a:gd name="T10" fmla="*/ 2147483646 w 597"/>
              <a:gd name="T11" fmla="*/ 2147483646 h 237"/>
              <a:gd name="T12" fmla="*/ 2147483646 w 597"/>
              <a:gd name="T13" fmla="*/ 2147483646 h 237"/>
              <a:gd name="T14" fmla="*/ 2147483646 w 597"/>
              <a:gd name="T15" fmla="*/ 2147483646 h 237"/>
              <a:gd name="T16" fmla="*/ 2147483646 w 597"/>
              <a:gd name="T17" fmla="*/ 2147483646 h 237"/>
              <a:gd name="T18" fmla="*/ 2147483646 w 597"/>
              <a:gd name="T19" fmla="*/ 2147483646 h 237"/>
              <a:gd name="T20" fmla="*/ 2147483646 w 597"/>
              <a:gd name="T21" fmla="*/ 2147483646 h 237"/>
              <a:gd name="T22" fmla="*/ 2147483646 w 597"/>
              <a:gd name="T23" fmla="*/ 2147483646 h 237"/>
              <a:gd name="T24" fmla="*/ 2147483646 w 597"/>
              <a:gd name="T25" fmla="*/ 2147483646 h 237"/>
              <a:gd name="T26" fmla="*/ 2147483646 w 597"/>
              <a:gd name="T27" fmla="*/ 0 h 237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597" h="237">
                <a:moveTo>
                  <a:pt x="0" y="237"/>
                </a:moveTo>
                <a:cubicBezTo>
                  <a:pt x="251" y="237"/>
                  <a:pt x="251" y="237"/>
                  <a:pt x="269" y="236"/>
                </a:cubicBezTo>
                <a:cubicBezTo>
                  <a:pt x="287" y="235"/>
                  <a:pt x="287" y="235"/>
                  <a:pt x="305" y="232"/>
                </a:cubicBezTo>
                <a:cubicBezTo>
                  <a:pt x="322" y="230"/>
                  <a:pt x="322" y="230"/>
                  <a:pt x="342" y="224"/>
                </a:cubicBezTo>
                <a:cubicBezTo>
                  <a:pt x="362" y="217"/>
                  <a:pt x="362" y="217"/>
                  <a:pt x="380" y="209"/>
                </a:cubicBezTo>
                <a:cubicBezTo>
                  <a:pt x="397" y="200"/>
                  <a:pt x="397" y="200"/>
                  <a:pt x="413" y="191"/>
                </a:cubicBezTo>
                <a:cubicBezTo>
                  <a:pt x="429" y="182"/>
                  <a:pt x="429" y="182"/>
                  <a:pt x="441" y="174"/>
                </a:cubicBezTo>
                <a:cubicBezTo>
                  <a:pt x="454" y="166"/>
                  <a:pt x="454" y="166"/>
                  <a:pt x="462" y="159"/>
                </a:cubicBezTo>
                <a:cubicBezTo>
                  <a:pt x="471" y="152"/>
                  <a:pt x="471" y="152"/>
                  <a:pt x="481" y="145"/>
                </a:cubicBezTo>
                <a:cubicBezTo>
                  <a:pt x="491" y="139"/>
                  <a:pt x="491" y="139"/>
                  <a:pt x="502" y="127"/>
                </a:cubicBezTo>
                <a:cubicBezTo>
                  <a:pt x="512" y="116"/>
                  <a:pt x="512" y="116"/>
                  <a:pt x="525" y="101"/>
                </a:cubicBezTo>
                <a:cubicBezTo>
                  <a:pt x="537" y="86"/>
                  <a:pt x="537" y="86"/>
                  <a:pt x="550" y="69"/>
                </a:cubicBezTo>
                <a:cubicBezTo>
                  <a:pt x="562" y="51"/>
                  <a:pt x="562" y="51"/>
                  <a:pt x="575" y="33"/>
                </a:cubicBezTo>
                <a:cubicBezTo>
                  <a:pt x="589" y="15"/>
                  <a:pt x="589" y="15"/>
                  <a:pt x="597" y="0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91" name="Freeform 37">
            <a:extLst>
              <a:ext uri="{FF2B5EF4-FFF2-40B4-BE49-F238E27FC236}">
                <a16:creationId xmlns:a16="http://schemas.microsoft.com/office/drawing/2014/main" id="{5B0E64AD-1EEE-447D-876C-E71890A99C00}"/>
              </a:ext>
            </a:extLst>
          </p:cNvPr>
          <p:cNvSpPr>
            <a:spLocks noChangeAspect="1"/>
          </p:cNvSpPr>
          <p:nvPr/>
        </p:nvSpPr>
        <p:spPr bwMode="auto">
          <a:xfrm>
            <a:off x="4254500" y="4930775"/>
            <a:ext cx="85725" cy="293688"/>
          </a:xfrm>
          <a:custGeom>
            <a:avLst/>
            <a:gdLst>
              <a:gd name="T0" fmla="*/ 0 w 71"/>
              <a:gd name="T1" fmla="*/ 0 h 239"/>
              <a:gd name="T2" fmla="*/ 2147483646 w 71"/>
              <a:gd name="T3" fmla="*/ 2147483646 h 239"/>
              <a:gd name="T4" fmla="*/ 2147483646 w 71"/>
              <a:gd name="T5" fmla="*/ 2147483646 h 239"/>
              <a:gd name="T6" fmla="*/ 2147483646 w 71"/>
              <a:gd name="T7" fmla="*/ 2147483646 h 239"/>
              <a:gd name="T8" fmla="*/ 2147483646 w 71"/>
              <a:gd name="T9" fmla="*/ 2147483646 h 239"/>
              <a:gd name="T10" fmla="*/ 2147483646 w 71"/>
              <a:gd name="T11" fmla="*/ 2147483646 h 239"/>
              <a:gd name="T12" fmla="*/ 2147483646 w 71"/>
              <a:gd name="T13" fmla="*/ 2147483646 h 239"/>
              <a:gd name="T14" fmla="*/ 2147483646 w 71"/>
              <a:gd name="T15" fmla="*/ 2147483646 h 23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1" h="239">
                <a:moveTo>
                  <a:pt x="0" y="0"/>
                </a:moveTo>
                <a:cubicBezTo>
                  <a:pt x="16" y="29"/>
                  <a:pt x="16" y="29"/>
                  <a:pt x="22" y="44"/>
                </a:cubicBezTo>
                <a:cubicBezTo>
                  <a:pt x="28" y="59"/>
                  <a:pt x="28" y="59"/>
                  <a:pt x="35" y="77"/>
                </a:cubicBezTo>
                <a:cubicBezTo>
                  <a:pt x="42" y="95"/>
                  <a:pt x="42" y="95"/>
                  <a:pt x="48" y="113"/>
                </a:cubicBezTo>
                <a:cubicBezTo>
                  <a:pt x="53" y="131"/>
                  <a:pt x="53" y="131"/>
                  <a:pt x="59" y="149"/>
                </a:cubicBezTo>
                <a:cubicBezTo>
                  <a:pt x="65" y="168"/>
                  <a:pt x="65" y="168"/>
                  <a:pt x="66" y="183"/>
                </a:cubicBezTo>
                <a:cubicBezTo>
                  <a:pt x="67" y="199"/>
                  <a:pt x="67" y="199"/>
                  <a:pt x="69" y="208"/>
                </a:cubicBezTo>
                <a:cubicBezTo>
                  <a:pt x="71" y="218"/>
                  <a:pt x="71" y="218"/>
                  <a:pt x="70" y="239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92" name="Freeform 38">
            <a:extLst>
              <a:ext uri="{FF2B5EF4-FFF2-40B4-BE49-F238E27FC236}">
                <a16:creationId xmlns:a16="http://schemas.microsoft.com/office/drawing/2014/main" id="{51116010-2AEE-4AD1-BABB-46E728D2D72D}"/>
              </a:ext>
            </a:extLst>
          </p:cNvPr>
          <p:cNvSpPr>
            <a:spLocks noChangeAspect="1"/>
          </p:cNvSpPr>
          <p:nvPr/>
        </p:nvSpPr>
        <p:spPr bwMode="auto">
          <a:xfrm>
            <a:off x="4254500" y="5222875"/>
            <a:ext cx="85725" cy="292100"/>
          </a:xfrm>
          <a:custGeom>
            <a:avLst/>
            <a:gdLst>
              <a:gd name="T0" fmla="*/ 0 w 71"/>
              <a:gd name="T1" fmla="*/ 2147483646 h 238"/>
              <a:gd name="T2" fmla="*/ 2147483646 w 71"/>
              <a:gd name="T3" fmla="*/ 2147483646 h 238"/>
              <a:gd name="T4" fmla="*/ 2147483646 w 71"/>
              <a:gd name="T5" fmla="*/ 2147483646 h 238"/>
              <a:gd name="T6" fmla="*/ 2147483646 w 71"/>
              <a:gd name="T7" fmla="*/ 2147483646 h 238"/>
              <a:gd name="T8" fmla="*/ 2147483646 w 71"/>
              <a:gd name="T9" fmla="*/ 2147483646 h 238"/>
              <a:gd name="T10" fmla="*/ 2147483646 w 71"/>
              <a:gd name="T11" fmla="*/ 2147483646 h 238"/>
              <a:gd name="T12" fmla="*/ 2147483646 w 71"/>
              <a:gd name="T13" fmla="*/ 2147483646 h 238"/>
              <a:gd name="T14" fmla="*/ 2147483646 w 71"/>
              <a:gd name="T15" fmla="*/ 0 h 23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1" h="238">
                <a:moveTo>
                  <a:pt x="0" y="238"/>
                </a:moveTo>
                <a:cubicBezTo>
                  <a:pt x="16" y="210"/>
                  <a:pt x="16" y="210"/>
                  <a:pt x="22" y="195"/>
                </a:cubicBezTo>
                <a:cubicBezTo>
                  <a:pt x="28" y="180"/>
                  <a:pt x="28" y="180"/>
                  <a:pt x="35" y="161"/>
                </a:cubicBezTo>
                <a:cubicBezTo>
                  <a:pt x="42" y="143"/>
                  <a:pt x="42" y="143"/>
                  <a:pt x="48" y="125"/>
                </a:cubicBezTo>
                <a:cubicBezTo>
                  <a:pt x="53" y="107"/>
                  <a:pt x="53" y="107"/>
                  <a:pt x="59" y="89"/>
                </a:cubicBezTo>
                <a:cubicBezTo>
                  <a:pt x="65" y="71"/>
                  <a:pt x="65" y="71"/>
                  <a:pt x="66" y="55"/>
                </a:cubicBezTo>
                <a:cubicBezTo>
                  <a:pt x="67" y="40"/>
                  <a:pt x="67" y="40"/>
                  <a:pt x="69" y="30"/>
                </a:cubicBezTo>
                <a:cubicBezTo>
                  <a:pt x="71" y="21"/>
                  <a:pt x="71" y="21"/>
                  <a:pt x="70" y="0"/>
                </a:cubicBez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93" name="Freeform 39">
            <a:extLst>
              <a:ext uri="{FF2B5EF4-FFF2-40B4-BE49-F238E27FC236}">
                <a16:creationId xmlns:a16="http://schemas.microsoft.com/office/drawing/2014/main" id="{A71F754A-72C4-4D3C-988C-DA3D904538DE}"/>
              </a:ext>
            </a:extLst>
          </p:cNvPr>
          <p:cNvSpPr>
            <a:spLocks noChangeAspect="1"/>
          </p:cNvSpPr>
          <p:nvPr/>
        </p:nvSpPr>
        <p:spPr bwMode="auto">
          <a:xfrm>
            <a:off x="5156200" y="4178300"/>
            <a:ext cx="269875" cy="342900"/>
          </a:xfrm>
          <a:custGeom>
            <a:avLst/>
            <a:gdLst>
              <a:gd name="T0" fmla="*/ 2147483646 w 127"/>
              <a:gd name="T1" fmla="*/ 2147483646 h 162"/>
              <a:gd name="T2" fmla="*/ 2147483646 w 127"/>
              <a:gd name="T3" fmla="*/ 2147483646 h 162"/>
              <a:gd name="T4" fmla="*/ 2147483646 w 127"/>
              <a:gd name="T5" fmla="*/ 0 h 162"/>
              <a:gd name="T6" fmla="*/ 0 w 127"/>
              <a:gd name="T7" fmla="*/ 0 h 16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7" h="162">
                <a:moveTo>
                  <a:pt x="127" y="162"/>
                </a:moveTo>
                <a:lnTo>
                  <a:pt x="81" y="162"/>
                </a:lnTo>
                <a:lnTo>
                  <a:pt x="81" y="0"/>
                </a:lnTo>
                <a:lnTo>
                  <a:pt x="0" y="0"/>
                </a:ln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94" name="Freeform 40">
            <a:extLst>
              <a:ext uri="{FF2B5EF4-FFF2-40B4-BE49-F238E27FC236}">
                <a16:creationId xmlns:a16="http://schemas.microsoft.com/office/drawing/2014/main" id="{ACE0E1B1-DF72-425A-8766-4D8EC2EDBA25}"/>
              </a:ext>
            </a:extLst>
          </p:cNvPr>
          <p:cNvSpPr>
            <a:spLocks noChangeAspect="1"/>
          </p:cNvSpPr>
          <p:nvPr/>
        </p:nvSpPr>
        <p:spPr bwMode="auto">
          <a:xfrm>
            <a:off x="5156200" y="4865688"/>
            <a:ext cx="269875" cy="368300"/>
          </a:xfrm>
          <a:custGeom>
            <a:avLst/>
            <a:gdLst>
              <a:gd name="T0" fmla="*/ 2147483646 w 127"/>
              <a:gd name="T1" fmla="*/ 0 h 174"/>
              <a:gd name="T2" fmla="*/ 2147483646 w 127"/>
              <a:gd name="T3" fmla="*/ 0 h 174"/>
              <a:gd name="T4" fmla="*/ 2147483646 w 127"/>
              <a:gd name="T5" fmla="*/ 2147483646 h 174"/>
              <a:gd name="T6" fmla="*/ 0 w 127"/>
              <a:gd name="T7" fmla="*/ 2147483646 h 17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7" h="174">
                <a:moveTo>
                  <a:pt x="127" y="0"/>
                </a:moveTo>
                <a:lnTo>
                  <a:pt x="81" y="0"/>
                </a:lnTo>
                <a:lnTo>
                  <a:pt x="81" y="174"/>
                </a:lnTo>
                <a:lnTo>
                  <a:pt x="0" y="174"/>
                </a:ln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95" name="Line 41">
            <a:extLst>
              <a:ext uri="{FF2B5EF4-FFF2-40B4-BE49-F238E27FC236}">
                <a16:creationId xmlns:a16="http://schemas.microsoft.com/office/drawing/2014/main" id="{2B00A3FC-A5B7-44C3-BA76-B372FCB0F115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6623050" y="4692650"/>
            <a:ext cx="441325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96" name="Freeform 42">
            <a:extLst>
              <a:ext uri="{FF2B5EF4-FFF2-40B4-BE49-F238E27FC236}">
                <a16:creationId xmlns:a16="http://schemas.microsoft.com/office/drawing/2014/main" id="{8E4B139C-A40B-4AF7-940E-DFB6BA1ADFD1}"/>
              </a:ext>
            </a:extLst>
          </p:cNvPr>
          <p:cNvSpPr>
            <a:spLocks noChangeAspect="1"/>
          </p:cNvSpPr>
          <p:nvPr/>
        </p:nvSpPr>
        <p:spPr bwMode="auto">
          <a:xfrm>
            <a:off x="2735263" y="4349750"/>
            <a:ext cx="342900" cy="687388"/>
          </a:xfrm>
          <a:custGeom>
            <a:avLst/>
            <a:gdLst>
              <a:gd name="T0" fmla="*/ 0 w 162"/>
              <a:gd name="T1" fmla="*/ 0 h 325"/>
              <a:gd name="T2" fmla="*/ 0 w 162"/>
              <a:gd name="T3" fmla="*/ 2147483646 h 325"/>
              <a:gd name="T4" fmla="*/ 2147483646 w 162"/>
              <a:gd name="T5" fmla="*/ 2147483646 h 32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2" h="325">
                <a:moveTo>
                  <a:pt x="0" y="0"/>
                </a:moveTo>
                <a:lnTo>
                  <a:pt x="0" y="325"/>
                </a:lnTo>
                <a:lnTo>
                  <a:pt x="162" y="325"/>
                </a:lnTo>
              </a:path>
            </a:pathLst>
          </a:custGeom>
          <a:noFill/>
          <a:ln w="2222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97" name="Line 43">
            <a:extLst>
              <a:ext uri="{FF2B5EF4-FFF2-40B4-BE49-F238E27FC236}">
                <a16:creationId xmlns:a16="http://schemas.microsoft.com/office/drawing/2014/main" id="{BE72D806-1EBE-444E-9470-78BEE7B7ABB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222500" y="4349750"/>
            <a:ext cx="1711325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98" name="Line 44">
            <a:extLst>
              <a:ext uri="{FF2B5EF4-FFF2-40B4-BE49-F238E27FC236}">
                <a16:creationId xmlns:a16="http://schemas.microsoft.com/office/drawing/2014/main" id="{7A7453FB-C09C-4BA9-8CA9-18D8626F685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222500" y="4005263"/>
            <a:ext cx="1711325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199" name="Line 45">
            <a:extLst>
              <a:ext uri="{FF2B5EF4-FFF2-40B4-BE49-F238E27FC236}">
                <a16:creationId xmlns:a16="http://schemas.microsoft.com/office/drawing/2014/main" id="{33A3277C-0B10-4C3B-8A25-9CA7915312D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222500" y="5749925"/>
            <a:ext cx="855663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00" name="Freeform 46">
            <a:extLst>
              <a:ext uri="{FF2B5EF4-FFF2-40B4-BE49-F238E27FC236}">
                <a16:creationId xmlns:a16="http://schemas.microsoft.com/office/drawing/2014/main" id="{3827F7F4-B624-4723-A60D-389CE01E7EE8}"/>
              </a:ext>
            </a:extLst>
          </p:cNvPr>
          <p:cNvSpPr>
            <a:spLocks noChangeAspect="1"/>
          </p:cNvSpPr>
          <p:nvPr/>
        </p:nvSpPr>
        <p:spPr bwMode="auto">
          <a:xfrm>
            <a:off x="2708275" y="4325938"/>
            <a:ext cx="57150" cy="55562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0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0 h 40"/>
              <a:gd name="T12" fmla="*/ 2147483646 w 40"/>
              <a:gd name="T13" fmla="*/ 2147483646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0" h="40">
                <a:moveTo>
                  <a:pt x="20" y="20"/>
                </a:moveTo>
                <a:cubicBezTo>
                  <a:pt x="20" y="20"/>
                  <a:pt x="20" y="0"/>
                  <a:pt x="20" y="0"/>
                </a:cubicBezTo>
                <a:cubicBezTo>
                  <a:pt x="9" y="0"/>
                  <a:pt x="0" y="9"/>
                  <a:pt x="0" y="20"/>
                </a:cubicBezTo>
                <a:cubicBezTo>
                  <a:pt x="0" y="32"/>
                  <a:pt x="9" y="40"/>
                  <a:pt x="20" y="40"/>
                </a:cubicBezTo>
                <a:cubicBezTo>
                  <a:pt x="32" y="40"/>
                  <a:pt x="40" y="32"/>
                  <a:pt x="40" y="20"/>
                </a:cubicBezTo>
                <a:cubicBezTo>
                  <a:pt x="40" y="9"/>
                  <a:pt x="32" y="0"/>
                  <a:pt x="20" y="0"/>
                </a:cubicBezTo>
                <a:lnTo>
                  <a:pt x="20" y="20"/>
                </a:lnTo>
                <a:close/>
              </a:path>
            </a:pathLst>
          </a:custGeom>
          <a:solidFill>
            <a:srgbClr val="000000"/>
          </a:solidFill>
          <a:ln w="222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01" name="Rectangle 47">
            <a:extLst>
              <a:ext uri="{FF2B5EF4-FFF2-40B4-BE49-F238E27FC236}">
                <a16:creationId xmlns:a16="http://schemas.microsoft.com/office/drawing/2014/main" id="{AFD54845-5143-4699-963C-B281E030D3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87625" y="3260725"/>
            <a:ext cx="394017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(a) A minimal sum-of-products realization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02" name="Rectangle 48">
            <a:extLst>
              <a:ext uri="{FF2B5EF4-FFF2-40B4-BE49-F238E27FC236}">
                <a16:creationId xmlns:a16="http://schemas.microsoft.com/office/drawing/2014/main" id="{B192CB87-BD26-44AC-9875-55DC380B3A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91375" y="4591050"/>
            <a:ext cx="60325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f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03" name="Line 49">
            <a:extLst>
              <a:ext uri="{FF2B5EF4-FFF2-40B4-BE49-F238E27FC236}">
                <a16:creationId xmlns:a16="http://schemas.microsoft.com/office/drawing/2014/main" id="{2D376E37-7B09-41A1-9CE5-A68DB82C37AA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749675" y="1392238"/>
            <a:ext cx="184150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04" name="Line 50">
            <a:extLst>
              <a:ext uri="{FF2B5EF4-FFF2-40B4-BE49-F238E27FC236}">
                <a16:creationId xmlns:a16="http://schemas.microsoft.com/office/drawing/2014/main" id="{2A2321C4-71A4-4B07-8347-0B283BE3707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078163" y="1392238"/>
            <a:ext cx="268287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05" name="Freeform 51">
            <a:extLst>
              <a:ext uri="{FF2B5EF4-FFF2-40B4-BE49-F238E27FC236}">
                <a16:creationId xmlns:a16="http://schemas.microsoft.com/office/drawing/2014/main" id="{F95B8358-2F62-4ECA-BCE5-8CCEDB32E527}"/>
              </a:ext>
            </a:extLst>
          </p:cNvPr>
          <p:cNvSpPr>
            <a:spLocks noChangeAspect="1"/>
          </p:cNvSpPr>
          <p:nvPr/>
        </p:nvSpPr>
        <p:spPr bwMode="auto">
          <a:xfrm>
            <a:off x="3273425" y="1195388"/>
            <a:ext cx="342900" cy="368300"/>
          </a:xfrm>
          <a:custGeom>
            <a:avLst/>
            <a:gdLst>
              <a:gd name="T0" fmla="*/ 2147483646 w 162"/>
              <a:gd name="T1" fmla="*/ 2147483646 h 174"/>
              <a:gd name="T2" fmla="*/ 0 w 162"/>
              <a:gd name="T3" fmla="*/ 2147483646 h 174"/>
              <a:gd name="T4" fmla="*/ 0 w 162"/>
              <a:gd name="T5" fmla="*/ 0 h 174"/>
              <a:gd name="T6" fmla="*/ 2147483646 w 162"/>
              <a:gd name="T7" fmla="*/ 2147483646 h 17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174">
                <a:moveTo>
                  <a:pt x="162" y="93"/>
                </a:moveTo>
                <a:lnTo>
                  <a:pt x="0" y="174"/>
                </a:lnTo>
                <a:lnTo>
                  <a:pt x="0" y="0"/>
                </a:lnTo>
                <a:lnTo>
                  <a:pt x="162" y="93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06" name="Oval 52">
            <a:extLst>
              <a:ext uri="{FF2B5EF4-FFF2-40B4-BE49-F238E27FC236}">
                <a16:creationId xmlns:a16="http://schemas.microsoft.com/office/drawing/2014/main" id="{21C6BBE6-E9FB-408A-B2E0-F7B6D944CA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32200" y="1338263"/>
            <a:ext cx="112713" cy="111125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07" name="Line 53">
            <a:extLst>
              <a:ext uri="{FF2B5EF4-FFF2-40B4-BE49-F238E27FC236}">
                <a16:creationId xmlns:a16="http://schemas.microsoft.com/office/drawing/2014/main" id="{AB5E4B28-B2E9-4B79-99EE-68A3D30EB72B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759200" y="2419350"/>
            <a:ext cx="184150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08" name="Line 54">
            <a:extLst>
              <a:ext uri="{FF2B5EF4-FFF2-40B4-BE49-F238E27FC236}">
                <a16:creationId xmlns:a16="http://schemas.microsoft.com/office/drawing/2014/main" id="{20003E28-DCC9-48E1-979B-49F52A90E23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078163" y="2422525"/>
            <a:ext cx="268287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09" name="Freeform 55">
            <a:extLst>
              <a:ext uri="{FF2B5EF4-FFF2-40B4-BE49-F238E27FC236}">
                <a16:creationId xmlns:a16="http://schemas.microsoft.com/office/drawing/2014/main" id="{1F770388-3413-4B19-A588-DF1375F25F37}"/>
              </a:ext>
            </a:extLst>
          </p:cNvPr>
          <p:cNvSpPr>
            <a:spLocks noChangeAspect="1"/>
          </p:cNvSpPr>
          <p:nvPr/>
        </p:nvSpPr>
        <p:spPr bwMode="auto">
          <a:xfrm>
            <a:off x="3273425" y="2249488"/>
            <a:ext cx="342900" cy="344487"/>
          </a:xfrm>
          <a:custGeom>
            <a:avLst/>
            <a:gdLst>
              <a:gd name="T0" fmla="*/ 2147483646 w 162"/>
              <a:gd name="T1" fmla="*/ 2147483646 h 163"/>
              <a:gd name="T2" fmla="*/ 0 w 162"/>
              <a:gd name="T3" fmla="*/ 2147483646 h 163"/>
              <a:gd name="T4" fmla="*/ 0 w 162"/>
              <a:gd name="T5" fmla="*/ 0 h 163"/>
              <a:gd name="T6" fmla="*/ 2147483646 w 162"/>
              <a:gd name="T7" fmla="*/ 2147483646 h 16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163">
                <a:moveTo>
                  <a:pt x="162" y="82"/>
                </a:moveTo>
                <a:lnTo>
                  <a:pt x="0" y="163"/>
                </a:lnTo>
                <a:lnTo>
                  <a:pt x="0" y="0"/>
                </a:lnTo>
                <a:lnTo>
                  <a:pt x="162" y="82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10" name="Oval 56">
            <a:extLst>
              <a:ext uri="{FF2B5EF4-FFF2-40B4-BE49-F238E27FC236}">
                <a16:creationId xmlns:a16="http://schemas.microsoft.com/office/drawing/2014/main" id="{E213FF03-A9AE-44CC-B32E-585124950A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9025" y="2365375"/>
            <a:ext cx="114300" cy="112713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11" name="Line 57">
            <a:extLst>
              <a:ext uri="{FF2B5EF4-FFF2-40B4-BE49-F238E27FC236}">
                <a16:creationId xmlns:a16="http://schemas.microsoft.com/office/drawing/2014/main" id="{B6F75B22-CCC6-41A7-8826-B46F05F048D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078163" y="5037138"/>
            <a:ext cx="268287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12" name="Freeform 58">
            <a:extLst>
              <a:ext uri="{FF2B5EF4-FFF2-40B4-BE49-F238E27FC236}">
                <a16:creationId xmlns:a16="http://schemas.microsoft.com/office/drawing/2014/main" id="{A9803E8E-0B0C-4C27-8F75-56EDF2D59E73}"/>
              </a:ext>
            </a:extLst>
          </p:cNvPr>
          <p:cNvSpPr>
            <a:spLocks noChangeAspect="1"/>
          </p:cNvSpPr>
          <p:nvPr/>
        </p:nvSpPr>
        <p:spPr bwMode="auto">
          <a:xfrm>
            <a:off x="3273425" y="4865688"/>
            <a:ext cx="342900" cy="368300"/>
          </a:xfrm>
          <a:custGeom>
            <a:avLst/>
            <a:gdLst>
              <a:gd name="T0" fmla="*/ 2147483646 w 162"/>
              <a:gd name="T1" fmla="*/ 2147483646 h 174"/>
              <a:gd name="T2" fmla="*/ 0 w 162"/>
              <a:gd name="T3" fmla="*/ 2147483646 h 174"/>
              <a:gd name="T4" fmla="*/ 0 w 162"/>
              <a:gd name="T5" fmla="*/ 0 h 174"/>
              <a:gd name="T6" fmla="*/ 2147483646 w 162"/>
              <a:gd name="T7" fmla="*/ 2147483646 h 17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174">
                <a:moveTo>
                  <a:pt x="162" y="81"/>
                </a:moveTo>
                <a:lnTo>
                  <a:pt x="0" y="174"/>
                </a:lnTo>
                <a:lnTo>
                  <a:pt x="0" y="0"/>
                </a:lnTo>
                <a:lnTo>
                  <a:pt x="162" y="81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13" name="Oval 59">
            <a:extLst>
              <a:ext uri="{FF2B5EF4-FFF2-40B4-BE49-F238E27FC236}">
                <a16:creationId xmlns:a16="http://schemas.microsoft.com/office/drawing/2014/main" id="{F6BC3E2F-5F2E-4535-8C79-0A34B4C25F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32200" y="4979988"/>
            <a:ext cx="112713" cy="109537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14" name="Line 60">
            <a:extLst>
              <a:ext uri="{FF2B5EF4-FFF2-40B4-BE49-F238E27FC236}">
                <a16:creationId xmlns:a16="http://schemas.microsoft.com/office/drawing/2014/main" id="{7574850A-7E4F-4B23-BB9A-C8A6A6DE840D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749675" y="5749925"/>
            <a:ext cx="184150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15" name="Line 61">
            <a:extLst>
              <a:ext uri="{FF2B5EF4-FFF2-40B4-BE49-F238E27FC236}">
                <a16:creationId xmlns:a16="http://schemas.microsoft.com/office/drawing/2014/main" id="{9B8CC98F-73E7-46D4-8AA8-4F59EE9BCDF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078163" y="5749925"/>
            <a:ext cx="268287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16" name="Freeform 62">
            <a:extLst>
              <a:ext uri="{FF2B5EF4-FFF2-40B4-BE49-F238E27FC236}">
                <a16:creationId xmlns:a16="http://schemas.microsoft.com/office/drawing/2014/main" id="{999DE349-8C35-4C09-9976-42D8D466F20E}"/>
              </a:ext>
            </a:extLst>
          </p:cNvPr>
          <p:cNvSpPr>
            <a:spLocks noChangeAspect="1"/>
          </p:cNvSpPr>
          <p:nvPr/>
        </p:nvSpPr>
        <p:spPr bwMode="auto">
          <a:xfrm>
            <a:off x="3273425" y="5575300"/>
            <a:ext cx="342900" cy="344488"/>
          </a:xfrm>
          <a:custGeom>
            <a:avLst/>
            <a:gdLst>
              <a:gd name="T0" fmla="*/ 2147483646 w 162"/>
              <a:gd name="T1" fmla="*/ 2147483646 h 163"/>
              <a:gd name="T2" fmla="*/ 0 w 162"/>
              <a:gd name="T3" fmla="*/ 2147483646 h 163"/>
              <a:gd name="T4" fmla="*/ 0 w 162"/>
              <a:gd name="T5" fmla="*/ 0 h 163"/>
              <a:gd name="T6" fmla="*/ 2147483646 w 162"/>
              <a:gd name="T7" fmla="*/ 2147483646 h 16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2" h="163">
                <a:moveTo>
                  <a:pt x="162" y="82"/>
                </a:moveTo>
                <a:lnTo>
                  <a:pt x="0" y="163"/>
                </a:lnTo>
                <a:lnTo>
                  <a:pt x="0" y="0"/>
                </a:lnTo>
                <a:lnTo>
                  <a:pt x="162" y="82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17" name="Oval 63">
            <a:extLst>
              <a:ext uri="{FF2B5EF4-FFF2-40B4-BE49-F238E27FC236}">
                <a16:creationId xmlns:a16="http://schemas.microsoft.com/office/drawing/2014/main" id="{D2678969-7648-4AE0-94FD-DFC0F23215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30613" y="5689600"/>
            <a:ext cx="112712" cy="112713"/>
          </a:xfrm>
          <a:prstGeom prst="ellips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CA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18" name="Line 64">
            <a:extLst>
              <a:ext uri="{FF2B5EF4-FFF2-40B4-BE49-F238E27FC236}">
                <a16:creationId xmlns:a16="http://schemas.microsoft.com/office/drawing/2014/main" id="{BDE18E46-B7FA-4808-80F4-BA9D36B48D77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3933825" y="5405438"/>
            <a:ext cx="1588" cy="3444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19" name="Rectangle 65">
            <a:extLst>
              <a:ext uri="{FF2B5EF4-FFF2-40B4-BE49-F238E27FC236}">
                <a16:creationId xmlns:a16="http://schemas.microsoft.com/office/drawing/2014/main" id="{CBB8A371-FAC1-47B0-AE3D-11CBADC40B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87625" y="6370638"/>
            <a:ext cx="3940175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panose="020B0604020202020204" pitchFamily="34" charset="0"/>
                <a:ea typeface="MS PGothic" panose="020B0600070205080204" pitchFamily="34" charset="-128"/>
                <a:cs typeface="+mn-cs"/>
              </a:rPr>
              <a:t>(b) A minimal product-of-sums realization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20" name="Rectangle 66">
            <a:extLst>
              <a:ext uri="{FF2B5EF4-FFF2-40B4-BE49-F238E27FC236}">
                <a16:creationId xmlns:a16="http://schemas.microsoft.com/office/drawing/2014/main" id="{EBFC4C7A-37C0-4D38-B271-A250A92903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0" y="2619375"/>
            <a:ext cx="952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21" name="Rectangle 67">
            <a:extLst>
              <a:ext uri="{FF2B5EF4-FFF2-40B4-BE49-F238E27FC236}">
                <a16:creationId xmlns:a16="http://schemas.microsoft.com/office/drawing/2014/main" id="{6C6FAF33-CBDF-4AE6-B9A0-93FF25C02C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12950" y="273050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22" name="Rectangle 68">
            <a:extLst>
              <a:ext uri="{FF2B5EF4-FFF2-40B4-BE49-F238E27FC236}">
                <a16:creationId xmlns:a16="http://schemas.microsoft.com/office/drawing/2014/main" id="{DAAB3625-BD49-4102-AAFC-4843BFCD25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0" y="1228725"/>
            <a:ext cx="952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23" name="Rectangle 69">
            <a:extLst>
              <a:ext uri="{FF2B5EF4-FFF2-40B4-BE49-F238E27FC236}">
                <a16:creationId xmlns:a16="http://schemas.microsoft.com/office/drawing/2014/main" id="{95686EE4-7A40-4AC4-8683-DE13A693D6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12950" y="133985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24" name="Rectangle 70">
            <a:extLst>
              <a:ext uri="{FF2B5EF4-FFF2-40B4-BE49-F238E27FC236}">
                <a16:creationId xmlns:a16="http://schemas.microsoft.com/office/drawing/2014/main" id="{B07334F3-EB5D-4CE8-A887-E028BF4450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0" y="2273300"/>
            <a:ext cx="952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25" name="Rectangle 71">
            <a:extLst>
              <a:ext uri="{FF2B5EF4-FFF2-40B4-BE49-F238E27FC236}">
                <a16:creationId xmlns:a16="http://schemas.microsoft.com/office/drawing/2014/main" id="{F1952FA5-C1CE-4888-83DE-6ECE7A5528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12950" y="2382838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26" name="Rectangle 72">
            <a:extLst>
              <a:ext uri="{FF2B5EF4-FFF2-40B4-BE49-F238E27FC236}">
                <a16:creationId xmlns:a16="http://schemas.microsoft.com/office/drawing/2014/main" id="{074F9F13-9F21-4905-ABDA-3E7EE4BF75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0" y="5594350"/>
            <a:ext cx="95250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27" name="Rectangle 73">
            <a:extLst>
              <a:ext uri="{FF2B5EF4-FFF2-40B4-BE49-F238E27FC236}">
                <a16:creationId xmlns:a16="http://schemas.microsoft.com/office/drawing/2014/main" id="{411E9ED3-BF0C-4C88-AC60-0C24A07050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12950" y="570230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2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28" name="Rectangle 74">
            <a:extLst>
              <a:ext uri="{FF2B5EF4-FFF2-40B4-BE49-F238E27FC236}">
                <a16:creationId xmlns:a16="http://schemas.microsoft.com/office/drawing/2014/main" id="{A140B56E-E0F1-4D99-A5DD-C77877691A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0" y="3856038"/>
            <a:ext cx="9525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29" name="Rectangle 75">
            <a:extLst>
              <a:ext uri="{FF2B5EF4-FFF2-40B4-BE49-F238E27FC236}">
                <a16:creationId xmlns:a16="http://schemas.microsoft.com/office/drawing/2014/main" id="{9F06CF98-A430-472C-91AA-D2FB253A2D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12950" y="3965575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1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30" name="Rectangle 76">
            <a:extLst>
              <a:ext uri="{FF2B5EF4-FFF2-40B4-BE49-F238E27FC236}">
                <a16:creationId xmlns:a16="http://schemas.microsoft.com/office/drawing/2014/main" id="{CA2963FB-E6F8-4BE3-9DFE-1B1A60CC00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0" y="4202113"/>
            <a:ext cx="9525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7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x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31" name="Line 77">
            <a:extLst>
              <a:ext uri="{FF2B5EF4-FFF2-40B4-BE49-F238E27FC236}">
                <a16:creationId xmlns:a16="http://schemas.microsoft.com/office/drawing/2014/main" id="{B1ABECC7-4660-476E-A415-9B7387250D4B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4965700" y="1563688"/>
            <a:ext cx="190500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32" name="Freeform 78">
            <a:extLst>
              <a:ext uri="{FF2B5EF4-FFF2-40B4-BE49-F238E27FC236}">
                <a16:creationId xmlns:a16="http://schemas.microsoft.com/office/drawing/2014/main" id="{61BA1953-9D69-4D31-8567-F883B5FA5E43}"/>
              </a:ext>
            </a:extLst>
          </p:cNvPr>
          <p:cNvSpPr>
            <a:spLocks noChangeAspect="1"/>
          </p:cNvSpPr>
          <p:nvPr/>
        </p:nvSpPr>
        <p:spPr bwMode="auto">
          <a:xfrm>
            <a:off x="3933825" y="1736725"/>
            <a:ext cx="368300" cy="1588"/>
          </a:xfrm>
          <a:custGeom>
            <a:avLst/>
            <a:gdLst>
              <a:gd name="T0" fmla="*/ 2147483646 w 174"/>
              <a:gd name="T1" fmla="*/ 0 h 1588"/>
              <a:gd name="T2" fmla="*/ 0 w 174"/>
              <a:gd name="T3" fmla="*/ 0 h 1588"/>
              <a:gd name="T4" fmla="*/ 2147483646 w 174"/>
              <a:gd name="T5" fmla="*/ 0 h 15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4" h="1588">
                <a:moveTo>
                  <a:pt x="174" y="0"/>
                </a:moveTo>
                <a:lnTo>
                  <a:pt x="0" y="0"/>
                </a:lnTo>
                <a:lnTo>
                  <a:pt x="174" y="0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33" name="Line 79">
            <a:extLst>
              <a:ext uri="{FF2B5EF4-FFF2-40B4-BE49-F238E27FC236}">
                <a16:creationId xmlns:a16="http://schemas.microsoft.com/office/drawing/2014/main" id="{7FDB9FBE-1125-4E16-BDB1-A5E76DB8918F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933825" y="1736725"/>
            <a:ext cx="368300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34" name="Freeform 80">
            <a:extLst>
              <a:ext uri="{FF2B5EF4-FFF2-40B4-BE49-F238E27FC236}">
                <a16:creationId xmlns:a16="http://schemas.microsoft.com/office/drawing/2014/main" id="{267C0875-62EB-4211-AF9A-A6A7BF2E455E}"/>
              </a:ext>
            </a:extLst>
          </p:cNvPr>
          <p:cNvSpPr>
            <a:spLocks noChangeAspect="1"/>
          </p:cNvSpPr>
          <p:nvPr/>
        </p:nvSpPr>
        <p:spPr bwMode="auto">
          <a:xfrm>
            <a:off x="3933825" y="1392238"/>
            <a:ext cx="368300" cy="1587"/>
          </a:xfrm>
          <a:custGeom>
            <a:avLst/>
            <a:gdLst>
              <a:gd name="T0" fmla="*/ 2147483646 w 174"/>
              <a:gd name="T1" fmla="*/ 0 h 1587"/>
              <a:gd name="T2" fmla="*/ 0 w 174"/>
              <a:gd name="T3" fmla="*/ 0 h 1587"/>
              <a:gd name="T4" fmla="*/ 2147483646 w 174"/>
              <a:gd name="T5" fmla="*/ 0 h 158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4" h="1587">
                <a:moveTo>
                  <a:pt x="174" y="0"/>
                </a:moveTo>
                <a:lnTo>
                  <a:pt x="0" y="0"/>
                </a:lnTo>
                <a:lnTo>
                  <a:pt x="174" y="0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35" name="Freeform 82">
            <a:extLst>
              <a:ext uri="{FF2B5EF4-FFF2-40B4-BE49-F238E27FC236}">
                <a16:creationId xmlns:a16="http://schemas.microsoft.com/office/drawing/2014/main" id="{3A46F581-144B-48E0-8FDC-327241C12058}"/>
              </a:ext>
            </a:extLst>
          </p:cNvPr>
          <p:cNvSpPr>
            <a:spLocks noChangeAspect="1"/>
          </p:cNvSpPr>
          <p:nvPr/>
        </p:nvSpPr>
        <p:spPr bwMode="auto">
          <a:xfrm>
            <a:off x="4975225" y="2593975"/>
            <a:ext cx="196850" cy="3175"/>
          </a:xfrm>
          <a:custGeom>
            <a:avLst/>
            <a:gdLst>
              <a:gd name="T0" fmla="*/ 2147483646 w 93"/>
              <a:gd name="T1" fmla="*/ 0 h 3175"/>
              <a:gd name="T2" fmla="*/ 0 w 93"/>
              <a:gd name="T3" fmla="*/ 0 h 3175"/>
              <a:gd name="T4" fmla="*/ 2147483646 w 93"/>
              <a:gd name="T5" fmla="*/ 0 h 317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3" h="3175">
                <a:moveTo>
                  <a:pt x="93" y="0"/>
                </a:moveTo>
                <a:lnTo>
                  <a:pt x="0" y="0"/>
                </a:lnTo>
                <a:lnTo>
                  <a:pt x="93" y="0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36" name="Freeform 83">
            <a:extLst>
              <a:ext uri="{FF2B5EF4-FFF2-40B4-BE49-F238E27FC236}">
                <a16:creationId xmlns:a16="http://schemas.microsoft.com/office/drawing/2014/main" id="{B2151A04-C431-40C2-B405-D59CCDE0E608}"/>
              </a:ext>
            </a:extLst>
          </p:cNvPr>
          <p:cNvSpPr>
            <a:spLocks noChangeAspect="1"/>
          </p:cNvSpPr>
          <p:nvPr/>
        </p:nvSpPr>
        <p:spPr bwMode="auto">
          <a:xfrm>
            <a:off x="3933825" y="2765425"/>
            <a:ext cx="368300" cy="1588"/>
          </a:xfrm>
          <a:custGeom>
            <a:avLst/>
            <a:gdLst>
              <a:gd name="T0" fmla="*/ 2147483646 w 174"/>
              <a:gd name="T1" fmla="*/ 0 h 1588"/>
              <a:gd name="T2" fmla="*/ 0 w 174"/>
              <a:gd name="T3" fmla="*/ 0 h 1588"/>
              <a:gd name="T4" fmla="*/ 2147483646 w 174"/>
              <a:gd name="T5" fmla="*/ 0 h 15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4" h="1588">
                <a:moveTo>
                  <a:pt x="174" y="0"/>
                </a:moveTo>
                <a:lnTo>
                  <a:pt x="0" y="0"/>
                </a:lnTo>
                <a:lnTo>
                  <a:pt x="174" y="0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37" name="Line 84">
            <a:extLst>
              <a:ext uri="{FF2B5EF4-FFF2-40B4-BE49-F238E27FC236}">
                <a16:creationId xmlns:a16="http://schemas.microsoft.com/office/drawing/2014/main" id="{51B19675-EBC1-4E46-B1E2-45A3AFFE2377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933825" y="2765425"/>
            <a:ext cx="368300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38" name="Freeform 85">
            <a:extLst>
              <a:ext uri="{FF2B5EF4-FFF2-40B4-BE49-F238E27FC236}">
                <a16:creationId xmlns:a16="http://schemas.microsoft.com/office/drawing/2014/main" id="{4BD8B326-92A0-4809-94E1-E20B5DCFE22B}"/>
              </a:ext>
            </a:extLst>
          </p:cNvPr>
          <p:cNvSpPr>
            <a:spLocks noChangeAspect="1"/>
          </p:cNvSpPr>
          <p:nvPr/>
        </p:nvSpPr>
        <p:spPr bwMode="auto">
          <a:xfrm>
            <a:off x="3933825" y="2422525"/>
            <a:ext cx="368300" cy="3175"/>
          </a:xfrm>
          <a:custGeom>
            <a:avLst/>
            <a:gdLst>
              <a:gd name="T0" fmla="*/ 2147483646 w 174"/>
              <a:gd name="T1" fmla="*/ 0 h 3175"/>
              <a:gd name="T2" fmla="*/ 0 w 174"/>
              <a:gd name="T3" fmla="*/ 0 h 3175"/>
              <a:gd name="T4" fmla="*/ 2147483646 w 174"/>
              <a:gd name="T5" fmla="*/ 0 h 317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4" h="3175">
                <a:moveTo>
                  <a:pt x="174" y="0"/>
                </a:moveTo>
                <a:lnTo>
                  <a:pt x="0" y="0"/>
                </a:lnTo>
                <a:lnTo>
                  <a:pt x="174" y="0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39" name="Freeform 87">
            <a:extLst>
              <a:ext uri="{FF2B5EF4-FFF2-40B4-BE49-F238E27FC236}">
                <a16:creationId xmlns:a16="http://schemas.microsoft.com/office/drawing/2014/main" id="{9EB61FCE-EF79-4029-A495-33E54A35DB6C}"/>
              </a:ext>
            </a:extLst>
          </p:cNvPr>
          <p:cNvSpPr>
            <a:spLocks noChangeAspect="1"/>
          </p:cNvSpPr>
          <p:nvPr/>
        </p:nvSpPr>
        <p:spPr bwMode="auto">
          <a:xfrm>
            <a:off x="6442075" y="4692650"/>
            <a:ext cx="193675" cy="1588"/>
          </a:xfrm>
          <a:custGeom>
            <a:avLst/>
            <a:gdLst>
              <a:gd name="T0" fmla="*/ 2147483646 w 92"/>
              <a:gd name="T1" fmla="*/ 0 h 1588"/>
              <a:gd name="T2" fmla="*/ 0 w 92"/>
              <a:gd name="T3" fmla="*/ 0 h 1588"/>
              <a:gd name="T4" fmla="*/ 2147483646 w 92"/>
              <a:gd name="T5" fmla="*/ 0 h 15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2" h="1588">
                <a:moveTo>
                  <a:pt x="92" y="0"/>
                </a:moveTo>
                <a:lnTo>
                  <a:pt x="0" y="0"/>
                </a:lnTo>
                <a:lnTo>
                  <a:pt x="92" y="0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40" name="Freeform 88">
            <a:extLst>
              <a:ext uri="{FF2B5EF4-FFF2-40B4-BE49-F238E27FC236}">
                <a16:creationId xmlns:a16="http://schemas.microsoft.com/office/drawing/2014/main" id="{09D78560-8AAE-4F83-B89E-304FCE610F98}"/>
              </a:ext>
            </a:extLst>
          </p:cNvPr>
          <p:cNvSpPr>
            <a:spLocks noChangeAspect="1"/>
          </p:cNvSpPr>
          <p:nvPr/>
        </p:nvSpPr>
        <p:spPr bwMode="auto">
          <a:xfrm>
            <a:off x="5426075" y="4865688"/>
            <a:ext cx="342900" cy="1587"/>
          </a:xfrm>
          <a:custGeom>
            <a:avLst/>
            <a:gdLst>
              <a:gd name="T0" fmla="*/ 2147483646 w 162"/>
              <a:gd name="T1" fmla="*/ 0 h 1587"/>
              <a:gd name="T2" fmla="*/ 0 w 162"/>
              <a:gd name="T3" fmla="*/ 0 h 1587"/>
              <a:gd name="T4" fmla="*/ 2147483646 w 162"/>
              <a:gd name="T5" fmla="*/ 0 h 158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2" h="1587">
                <a:moveTo>
                  <a:pt x="162" y="0"/>
                </a:moveTo>
                <a:lnTo>
                  <a:pt x="0" y="0"/>
                </a:lnTo>
                <a:lnTo>
                  <a:pt x="162" y="0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41" name="Line 89">
            <a:extLst>
              <a:ext uri="{FF2B5EF4-FFF2-40B4-BE49-F238E27FC236}">
                <a16:creationId xmlns:a16="http://schemas.microsoft.com/office/drawing/2014/main" id="{7679852E-D3D4-4240-9768-44266AE761D1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5426075" y="4865688"/>
            <a:ext cx="342900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42" name="Freeform 90">
            <a:extLst>
              <a:ext uri="{FF2B5EF4-FFF2-40B4-BE49-F238E27FC236}">
                <a16:creationId xmlns:a16="http://schemas.microsoft.com/office/drawing/2014/main" id="{AD479778-B52F-459F-86E7-1CA9C7073063}"/>
              </a:ext>
            </a:extLst>
          </p:cNvPr>
          <p:cNvSpPr>
            <a:spLocks noChangeAspect="1"/>
          </p:cNvSpPr>
          <p:nvPr/>
        </p:nvSpPr>
        <p:spPr bwMode="auto">
          <a:xfrm>
            <a:off x="5426075" y="4521200"/>
            <a:ext cx="342900" cy="1588"/>
          </a:xfrm>
          <a:custGeom>
            <a:avLst/>
            <a:gdLst>
              <a:gd name="T0" fmla="*/ 2147483646 w 162"/>
              <a:gd name="T1" fmla="*/ 0 h 1588"/>
              <a:gd name="T2" fmla="*/ 0 w 162"/>
              <a:gd name="T3" fmla="*/ 0 h 1588"/>
              <a:gd name="T4" fmla="*/ 2147483646 w 162"/>
              <a:gd name="T5" fmla="*/ 0 h 15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2" h="1588">
                <a:moveTo>
                  <a:pt x="162" y="0"/>
                </a:moveTo>
                <a:lnTo>
                  <a:pt x="0" y="0"/>
                </a:lnTo>
                <a:lnTo>
                  <a:pt x="162" y="0"/>
                </a:lnTo>
                <a:close/>
              </a:path>
            </a:pathLst>
          </a:custGeom>
          <a:solidFill>
            <a:srgbClr val="FFFFFF"/>
          </a:solidFill>
          <a:ln w="22225" cmpd="sng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43" name="Line 91">
            <a:extLst>
              <a:ext uri="{FF2B5EF4-FFF2-40B4-BE49-F238E27FC236}">
                <a16:creationId xmlns:a16="http://schemas.microsoft.com/office/drawing/2014/main" id="{9EC14707-78EC-4A73-9B8E-49395B3FC62C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5426075" y="4521200"/>
            <a:ext cx="342900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92244" name="Rectangle 92">
            <a:extLst>
              <a:ext uri="{FF2B5EF4-FFF2-40B4-BE49-F238E27FC236}">
                <a16:creationId xmlns:a16="http://schemas.microsoft.com/office/drawing/2014/main" id="{DA0B76EA-44A2-4EFA-B733-A8211600C9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12950" y="4311650"/>
            <a:ext cx="952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-Roman" charset="0"/>
                <a:ea typeface="MS PGothic" panose="020B0600070205080204" pitchFamily="34" charset="-128"/>
                <a:cs typeface="+mn-cs"/>
              </a:rPr>
              <a:t>3</a:t>
            </a:r>
            <a:endParaRPr kumimoji="0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grpSp>
        <p:nvGrpSpPr>
          <p:cNvPr id="92245" name="Group 93">
            <a:extLst>
              <a:ext uri="{FF2B5EF4-FFF2-40B4-BE49-F238E27FC236}">
                <a16:creationId xmlns:a16="http://schemas.microsoft.com/office/drawing/2014/main" id="{4A33F96E-EDDC-4441-AD19-B967CF0893DF}"/>
              </a:ext>
            </a:extLst>
          </p:cNvPr>
          <p:cNvGrpSpPr>
            <a:grpSpLocks/>
          </p:cNvGrpSpPr>
          <p:nvPr/>
        </p:nvGrpSpPr>
        <p:grpSpPr bwMode="auto">
          <a:xfrm>
            <a:off x="4302125" y="2311400"/>
            <a:ext cx="668338" cy="561975"/>
            <a:chOff x="3435" y="821"/>
            <a:chExt cx="421" cy="354"/>
          </a:xfrm>
        </p:grpSpPr>
        <p:sp>
          <p:nvSpPr>
            <p:cNvPr id="92253" name="Line 94">
              <a:extLst>
                <a:ext uri="{FF2B5EF4-FFF2-40B4-BE49-F238E27FC236}">
                  <a16:creationId xmlns:a16="http://schemas.microsoft.com/office/drawing/2014/main" id="{05DB9A1F-4345-43E9-A7BE-B7F6EC365A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35" y="821"/>
              <a:ext cx="244" cy="0"/>
            </a:xfrm>
            <a:prstGeom prst="line">
              <a:avLst/>
            </a:pr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254" name="Line 95">
              <a:extLst>
                <a:ext uri="{FF2B5EF4-FFF2-40B4-BE49-F238E27FC236}">
                  <a16:creationId xmlns:a16="http://schemas.microsoft.com/office/drawing/2014/main" id="{9178411A-E5C5-41B3-A7EF-E62590824C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6" y="823"/>
              <a:ext cx="0" cy="352"/>
            </a:xfrm>
            <a:prstGeom prst="line">
              <a:avLst/>
            </a:pr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255" name="Arc 96">
              <a:extLst>
                <a:ext uri="{FF2B5EF4-FFF2-40B4-BE49-F238E27FC236}">
                  <a16:creationId xmlns:a16="http://schemas.microsoft.com/office/drawing/2014/main" id="{A7806440-136F-4FEB-8AD7-6A32CE1C9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821"/>
              <a:ext cx="177" cy="17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3876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256" name="Arc 97">
              <a:extLst>
                <a:ext uri="{FF2B5EF4-FFF2-40B4-BE49-F238E27FC236}">
                  <a16:creationId xmlns:a16="http://schemas.microsoft.com/office/drawing/2014/main" id="{40CBAE43-FF5F-4B75-B0BD-1A007A0A6A5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79" y="997"/>
              <a:ext cx="177" cy="17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3876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257" name="Line 98">
              <a:extLst>
                <a:ext uri="{FF2B5EF4-FFF2-40B4-BE49-F238E27FC236}">
                  <a16:creationId xmlns:a16="http://schemas.microsoft.com/office/drawing/2014/main" id="{3801E63F-AC21-4A4A-8CDE-20879B5D45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5" y="1173"/>
              <a:ext cx="244" cy="0"/>
            </a:xfrm>
            <a:prstGeom prst="line">
              <a:avLst/>
            </a:pr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92246" name="Group 99">
            <a:extLst>
              <a:ext uri="{FF2B5EF4-FFF2-40B4-BE49-F238E27FC236}">
                <a16:creationId xmlns:a16="http://schemas.microsoft.com/office/drawing/2014/main" id="{83D05AA4-3E2A-47F7-94CA-018F0081A07A}"/>
              </a:ext>
            </a:extLst>
          </p:cNvPr>
          <p:cNvGrpSpPr>
            <a:grpSpLocks/>
          </p:cNvGrpSpPr>
          <p:nvPr/>
        </p:nvGrpSpPr>
        <p:grpSpPr bwMode="auto">
          <a:xfrm>
            <a:off x="5768975" y="4413250"/>
            <a:ext cx="666750" cy="561975"/>
            <a:chOff x="3435" y="821"/>
            <a:chExt cx="421" cy="354"/>
          </a:xfrm>
        </p:grpSpPr>
        <p:sp>
          <p:nvSpPr>
            <p:cNvPr id="92248" name="Line 100">
              <a:extLst>
                <a:ext uri="{FF2B5EF4-FFF2-40B4-BE49-F238E27FC236}">
                  <a16:creationId xmlns:a16="http://schemas.microsoft.com/office/drawing/2014/main" id="{31B7F4E6-94E3-41B5-94A6-07F197C141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35" y="821"/>
              <a:ext cx="244" cy="0"/>
            </a:xfrm>
            <a:prstGeom prst="line">
              <a:avLst/>
            </a:pr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249" name="Line 101">
              <a:extLst>
                <a:ext uri="{FF2B5EF4-FFF2-40B4-BE49-F238E27FC236}">
                  <a16:creationId xmlns:a16="http://schemas.microsoft.com/office/drawing/2014/main" id="{012BA460-53B7-49CC-8DF1-1430353A4D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6" y="823"/>
              <a:ext cx="0" cy="352"/>
            </a:xfrm>
            <a:prstGeom prst="line">
              <a:avLst/>
            </a:pr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250" name="Arc 102">
              <a:extLst>
                <a:ext uri="{FF2B5EF4-FFF2-40B4-BE49-F238E27FC236}">
                  <a16:creationId xmlns:a16="http://schemas.microsoft.com/office/drawing/2014/main" id="{35C3FCC8-54FE-4BE1-8F0F-35CD05452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821"/>
              <a:ext cx="177" cy="17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3876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251" name="Arc 103">
              <a:extLst>
                <a:ext uri="{FF2B5EF4-FFF2-40B4-BE49-F238E27FC236}">
                  <a16:creationId xmlns:a16="http://schemas.microsoft.com/office/drawing/2014/main" id="{57DB5C94-7E78-42F1-A834-449765625B3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679" y="997"/>
              <a:ext cx="177" cy="17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3876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2252" name="Line 104">
              <a:extLst>
                <a:ext uri="{FF2B5EF4-FFF2-40B4-BE49-F238E27FC236}">
                  <a16:creationId xmlns:a16="http://schemas.microsoft.com/office/drawing/2014/main" id="{327CB898-C06B-4743-B56E-0CE96B25BD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5" y="1173"/>
              <a:ext cx="244" cy="0"/>
            </a:xfrm>
            <a:prstGeom prst="line">
              <a:avLst/>
            </a:prstGeom>
            <a:noFill/>
            <a:ln w="23876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92247" name="TextBox 125">
            <a:extLst>
              <a:ext uri="{FF2B5EF4-FFF2-40B4-BE49-F238E27FC236}">
                <a16:creationId xmlns:a16="http://schemas.microsoft.com/office/drawing/2014/main" id="{65FADBD2-3123-45D1-B9E0-A72540DB1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6477000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[ Figure 2.24 from the textbook ]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2DD62B9-C7D6-41D4-8B50-34CF01DDF818}"/>
                  </a:ext>
                </a:extLst>
              </p14:cNvPr>
              <p14:cNvContentPartPr/>
              <p14:nvPr/>
            </p14:nvContentPartPr>
            <p14:xfrm>
              <a:off x="5956560" y="705960"/>
              <a:ext cx="2958120" cy="4581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2DD62B9-C7D6-41D4-8B50-34CF01DDF81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47200" y="696600"/>
                <a:ext cx="2976840" cy="459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2329898"/>
      </p:ext>
    </p:extLst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Title 1">
            <a:extLst>
              <a:ext uri="{FF2B5EF4-FFF2-40B4-BE49-F238E27FC236}">
                <a16:creationId xmlns:a16="http://schemas.microsoft.com/office/drawing/2014/main" id="{598F5AF4-CFD3-4BF8-8CAA-2EA8B47907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199"/>
            <a:ext cx="8915400" cy="1304929"/>
          </a:xfrm>
        </p:spPr>
        <p:txBody>
          <a:bodyPr/>
          <a:lstStyle/>
          <a:p>
            <a:r>
              <a:rPr lang="en-US" altLang="en-US" dirty="0" err="1"/>
              <a:t>Lec</a:t>
            </a:r>
            <a:r>
              <a:rPr lang="en-US" altLang="en-US" dirty="0"/>
              <a:t> 5: Test Q 1</a:t>
            </a:r>
            <a:br>
              <a:rPr lang="en-US" altLang="en-US" dirty="0"/>
            </a:br>
            <a:r>
              <a:rPr lang="en-US" altLang="en-US" dirty="0"/>
              <a:t>What is the relative cost of this circuit?</a:t>
            </a:r>
          </a:p>
        </p:txBody>
      </p:sp>
      <p:grpSp>
        <p:nvGrpSpPr>
          <p:cNvPr id="93186" name="Group 2">
            <a:extLst>
              <a:ext uri="{FF2B5EF4-FFF2-40B4-BE49-F238E27FC236}">
                <a16:creationId xmlns:a16="http://schemas.microsoft.com/office/drawing/2014/main" id="{117BFE03-2F58-4DF3-8FA0-C2ECE313793F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2252663"/>
            <a:ext cx="5297488" cy="2928937"/>
            <a:chOff x="2057400" y="1284287"/>
            <a:chExt cx="5297488" cy="2928938"/>
          </a:xfrm>
        </p:grpSpPr>
        <p:sp>
          <p:nvSpPr>
            <p:cNvPr id="93187" name="Line 2">
              <a:extLst>
                <a:ext uri="{FF2B5EF4-FFF2-40B4-BE49-F238E27FC236}">
                  <a16:creationId xmlns:a16="http://schemas.microsoft.com/office/drawing/2014/main" id="{E348847E-D6C6-419A-A5C3-97984F11EA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4338" y="2779712"/>
              <a:ext cx="3778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188" name="Line 3">
              <a:extLst>
                <a:ext uri="{FF2B5EF4-FFF2-40B4-BE49-F238E27FC236}">
                  <a16:creationId xmlns:a16="http://schemas.microsoft.com/office/drawing/2014/main" id="{FFEDBB52-1606-4B16-9E85-FE2DB4D5CB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4338" y="2614612"/>
              <a:ext cx="3524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189" name="Line 4">
              <a:extLst>
                <a:ext uri="{FF2B5EF4-FFF2-40B4-BE49-F238E27FC236}">
                  <a16:creationId xmlns:a16="http://schemas.microsoft.com/office/drawing/2014/main" id="{2005B5F8-31F7-4662-B653-C0A98D473E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4338" y="2943225"/>
              <a:ext cx="352425" cy="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190" name="Line 5">
              <a:extLst>
                <a:ext uri="{FF2B5EF4-FFF2-40B4-BE49-F238E27FC236}">
                  <a16:creationId xmlns:a16="http://schemas.microsoft.com/office/drawing/2014/main" id="{EC156A38-F58B-4808-8DC7-A3BB168A85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83350" y="2779712"/>
              <a:ext cx="188913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191" name="Freeform 6">
              <a:extLst>
                <a:ext uri="{FF2B5EF4-FFF2-40B4-BE49-F238E27FC236}">
                  <a16:creationId xmlns:a16="http://schemas.microsoft.com/office/drawing/2014/main" id="{49F0A556-DE01-4F73-9767-E3F45F219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2313" y="2492375"/>
              <a:ext cx="704850" cy="280987"/>
            </a:xfrm>
            <a:custGeom>
              <a:avLst/>
              <a:gdLst>
                <a:gd name="T0" fmla="*/ 2147483646 w 886"/>
                <a:gd name="T1" fmla="*/ 0 h 353"/>
                <a:gd name="T2" fmla="*/ 2147483646 w 886"/>
                <a:gd name="T3" fmla="*/ 0 h 353"/>
                <a:gd name="T4" fmla="*/ 2147483646 w 886"/>
                <a:gd name="T5" fmla="*/ 0 h 353"/>
                <a:gd name="T6" fmla="*/ 2147483646 w 886"/>
                <a:gd name="T7" fmla="*/ 2147483646 h 353"/>
                <a:gd name="T8" fmla="*/ 2147483646 w 886"/>
                <a:gd name="T9" fmla="*/ 2147483646 h 353"/>
                <a:gd name="T10" fmla="*/ 2147483646 w 886"/>
                <a:gd name="T11" fmla="*/ 2147483646 h 353"/>
                <a:gd name="T12" fmla="*/ 2147483646 w 886"/>
                <a:gd name="T13" fmla="*/ 2147483646 h 353"/>
                <a:gd name="T14" fmla="*/ 2147483646 w 886"/>
                <a:gd name="T15" fmla="*/ 2147483646 h 353"/>
                <a:gd name="T16" fmla="*/ 2147483646 w 886"/>
                <a:gd name="T17" fmla="*/ 2147483646 h 353"/>
                <a:gd name="T18" fmla="*/ 2147483646 w 886"/>
                <a:gd name="T19" fmla="*/ 2147483646 h 353"/>
                <a:gd name="T20" fmla="*/ 2147483646 w 886"/>
                <a:gd name="T21" fmla="*/ 2147483646 h 353"/>
                <a:gd name="T22" fmla="*/ 2147483646 w 886"/>
                <a:gd name="T23" fmla="*/ 2147483646 h 353"/>
                <a:gd name="T24" fmla="*/ 2147483646 w 886"/>
                <a:gd name="T25" fmla="*/ 2147483646 h 353"/>
                <a:gd name="T26" fmla="*/ 2147483646 w 886"/>
                <a:gd name="T27" fmla="*/ 2147483646 h 353"/>
                <a:gd name="T28" fmla="*/ 2147483646 w 886"/>
                <a:gd name="T29" fmla="*/ 2147483646 h 353"/>
                <a:gd name="T30" fmla="*/ 2147483646 w 886"/>
                <a:gd name="T31" fmla="*/ 2147483646 h 353"/>
                <a:gd name="T32" fmla="*/ 2147483646 w 886"/>
                <a:gd name="T33" fmla="*/ 2147483646 h 353"/>
                <a:gd name="T34" fmla="*/ 2147483646 w 886"/>
                <a:gd name="T35" fmla="*/ 2147483646 h 353"/>
                <a:gd name="T36" fmla="*/ 2147483646 w 886"/>
                <a:gd name="T37" fmla="*/ 2147483646 h 353"/>
                <a:gd name="T38" fmla="*/ 2147483646 w 886"/>
                <a:gd name="T39" fmla="*/ 2147483646 h 353"/>
                <a:gd name="T40" fmla="*/ 2147483646 w 886"/>
                <a:gd name="T41" fmla="*/ 2147483646 h 353"/>
                <a:gd name="T42" fmla="*/ 2147483646 w 886"/>
                <a:gd name="T43" fmla="*/ 2147483646 h 353"/>
                <a:gd name="T44" fmla="*/ 2147483646 w 886"/>
                <a:gd name="T45" fmla="*/ 2147483646 h 353"/>
                <a:gd name="T46" fmla="*/ 2147483646 w 886"/>
                <a:gd name="T47" fmla="*/ 2147483646 h 353"/>
                <a:gd name="T48" fmla="*/ 2147483646 w 886"/>
                <a:gd name="T49" fmla="*/ 2147483646 h 353"/>
                <a:gd name="T50" fmla="*/ 2147483646 w 886"/>
                <a:gd name="T51" fmla="*/ 2147483646 h 353"/>
                <a:gd name="T52" fmla="*/ 2147483646 w 886"/>
                <a:gd name="T53" fmla="*/ 2147483646 h 353"/>
                <a:gd name="T54" fmla="*/ 2147483646 w 886"/>
                <a:gd name="T55" fmla="*/ 2147483646 h 353"/>
                <a:gd name="T56" fmla="*/ 2147483646 w 886"/>
                <a:gd name="T57" fmla="*/ 2147483646 h 353"/>
                <a:gd name="T58" fmla="*/ 2147483646 w 886"/>
                <a:gd name="T59" fmla="*/ 2147483646 h 353"/>
                <a:gd name="T60" fmla="*/ 2147483646 w 886"/>
                <a:gd name="T61" fmla="*/ 2147483646 h 353"/>
                <a:gd name="T62" fmla="*/ 2147483646 w 886"/>
                <a:gd name="T63" fmla="*/ 2147483646 h 353"/>
                <a:gd name="T64" fmla="*/ 2147483646 w 886"/>
                <a:gd name="T65" fmla="*/ 2147483646 h 353"/>
                <a:gd name="T66" fmla="*/ 2147483646 w 886"/>
                <a:gd name="T67" fmla="*/ 2147483646 h 353"/>
                <a:gd name="T68" fmla="*/ 2147483646 w 886"/>
                <a:gd name="T69" fmla="*/ 2147483646 h 353"/>
                <a:gd name="T70" fmla="*/ 2147483646 w 886"/>
                <a:gd name="T71" fmla="*/ 2147483646 h 353"/>
                <a:gd name="T72" fmla="*/ 2147483646 w 886"/>
                <a:gd name="T73" fmla="*/ 2147483646 h 353"/>
                <a:gd name="T74" fmla="*/ 2147483646 w 886"/>
                <a:gd name="T75" fmla="*/ 2147483646 h 353"/>
                <a:gd name="T76" fmla="*/ 2147483646 w 886"/>
                <a:gd name="T77" fmla="*/ 2147483646 h 353"/>
                <a:gd name="T78" fmla="*/ 2147483646 w 886"/>
                <a:gd name="T79" fmla="*/ 2147483646 h 353"/>
                <a:gd name="T80" fmla="*/ 2147483646 w 886"/>
                <a:gd name="T81" fmla="*/ 2147483646 h 353"/>
                <a:gd name="T82" fmla="*/ 2147483646 w 886"/>
                <a:gd name="T83" fmla="*/ 2147483646 h 353"/>
                <a:gd name="T84" fmla="*/ 2147483646 w 886"/>
                <a:gd name="T85" fmla="*/ 2147483646 h 353"/>
                <a:gd name="T86" fmla="*/ 2147483646 w 886"/>
                <a:gd name="T87" fmla="*/ 2147483646 h 353"/>
                <a:gd name="T88" fmla="*/ 2147483646 w 886"/>
                <a:gd name="T89" fmla="*/ 2147483646 h 353"/>
                <a:gd name="T90" fmla="*/ 2147483646 w 886"/>
                <a:gd name="T91" fmla="*/ 2147483646 h 353"/>
                <a:gd name="T92" fmla="*/ 2147483646 w 886"/>
                <a:gd name="T93" fmla="*/ 2147483646 h 353"/>
                <a:gd name="T94" fmla="*/ 2147483646 w 886"/>
                <a:gd name="T95" fmla="*/ 2147483646 h 353"/>
                <a:gd name="T96" fmla="*/ 2147483646 w 886"/>
                <a:gd name="T97" fmla="*/ 2147483646 h 353"/>
                <a:gd name="T98" fmla="*/ 2147483646 w 886"/>
                <a:gd name="T99" fmla="*/ 2147483646 h 353"/>
                <a:gd name="T100" fmla="*/ 2147483646 w 886"/>
                <a:gd name="T101" fmla="*/ 2147483646 h 353"/>
                <a:gd name="T102" fmla="*/ 2147483646 w 886"/>
                <a:gd name="T103" fmla="*/ 2147483646 h 353"/>
                <a:gd name="T104" fmla="*/ 2147483646 w 886"/>
                <a:gd name="T105" fmla="*/ 2147483646 h 353"/>
                <a:gd name="T106" fmla="*/ 2147483646 w 886"/>
                <a:gd name="T107" fmla="*/ 2147483646 h 353"/>
                <a:gd name="T108" fmla="*/ 2147483646 w 886"/>
                <a:gd name="T109" fmla="*/ 2147483646 h 353"/>
                <a:gd name="T110" fmla="*/ 2147483646 w 886"/>
                <a:gd name="T111" fmla="*/ 2147483646 h 353"/>
                <a:gd name="T112" fmla="*/ 2147483646 w 886"/>
                <a:gd name="T113" fmla="*/ 2147483646 h 353"/>
                <a:gd name="T114" fmla="*/ 2147483646 w 886"/>
                <a:gd name="T115" fmla="*/ 2147483646 h 353"/>
                <a:gd name="T116" fmla="*/ 2147483646 w 886"/>
                <a:gd name="T117" fmla="*/ 2147483646 h 353"/>
                <a:gd name="T118" fmla="*/ 2147483646 w 886"/>
                <a:gd name="T119" fmla="*/ 2147483646 h 353"/>
                <a:gd name="T120" fmla="*/ 2147483646 w 886"/>
                <a:gd name="T121" fmla="*/ 2147483646 h 353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6" h="353">
                  <a:moveTo>
                    <a:pt x="0" y="0"/>
                  </a:moveTo>
                  <a:lnTo>
                    <a:pt x="34" y="0"/>
                  </a:lnTo>
                  <a:lnTo>
                    <a:pt x="66" y="0"/>
                  </a:lnTo>
                  <a:lnTo>
                    <a:pt x="96" y="0"/>
                  </a:lnTo>
                  <a:lnTo>
                    <a:pt x="123" y="0"/>
                  </a:lnTo>
                  <a:lnTo>
                    <a:pt x="149" y="0"/>
                  </a:lnTo>
                  <a:lnTo>
                    <a:pt x="173" y="0"/>
                  </a:lnTo>
                  <a:lnTo>
                    <a:pt x="195" y="0"/>
                  </a:lnTo>
                  <a:lnTo>
                    <a:pt x="216" y="0"/>
                  </a:lnTo>
                  <a:lnTo>
                    <a:pt x="235" y="0"/>
                  </a:lnTo>
                  <a:lnTo>
                    <a:pt x="253" y="0"/>
                  </a:lnTo>
                  <a:lnTo>
                    <a:pt x="268" y="0"/>
                  </a:lnTo>
                  <a:lnTo>
                    <a:pt x="283" y="0"/>
                  </a:lnTo>
                  <a:lnTo>
                    <a:pt x="296" y="0"/>
                  </a:lnTo>
                  <a:lnTo>
                    <a:pt x="310" y="0"/>
                  </a:lnTo>
                  <a:lnTo>
                    <a:pt x="320" y="0"/>
                  </a:lnTo>
                  <a:lnTo>
                    <a:pt x="330" y="0"/>
                  </a:lnTo>
                  <a:lnTo>
                    <a:pt x="339" y="0"/>
                  </a:lnTo>
                  <a:lnTo>
                    <a:pt x="347" y="0"/>
                  </a:lnTo>
                  <a:lnTo>
                    <a:pt x="354" y="0"/>
                  </a:lnTo>
                  <a:lnTo>
                    <a:pt x="360" y="0"/>
                  </a:lnTo>
                  <a:lnTo>
                    <a:pt x="366" y="0"/>
                  </a:lnTo>
                  <a:lnTo>
                    <a:pt x="370" y="0"/>
                  </a:lnTo>
                  <a:lnTo>
                    <a:pt x="375" y="1"/>
                  </a:lnTo>
                  <a:lnTo>
                    <a:pt x="378" y="1"/>
                  </a:lnTo>
                  <a:lnTo>
                    <a:pt x="382" y="1"/>
                  </a:lnTo>
                  <a:lnTo>
                    <a:pt x="385" y="1"/>
                  </a:lnTo>
                  <a:lnTo>
                    <a:pt x="388" y="1"/>
                  </a:lnTo>
                  <a:lnTo>
                    <a:pt x="390" y="1"/>
                  </a:lnTo>
                  <a:lnTo>
                    <a:pt x="393" y="1"/>
                  </a:lnTo>
                  <a:lnTo>
                    <a:pt x="396" y="1"/>
                  </a:lnTo>
                  <a:lnTo>
                    <a:pt x="397" y="1"/>
                  </a:lnTo>
                  <a:lnTo>
                    <a:pt x="400" y="1"/>
                  </a:lnTo>
                  <a:lnTo>
                    <a:pt x="403" y="3"/>
                  </a:lnTo>
                  <a:lnTo>
                    <a:pt x="405" y="3"/>
                  </a:lnTo>
                  <a:lnTo>
                    <a:pt x="407" y="3"/>
                  </a:lnTo>
                  <a:lnTo>
                    <a:pt x="409" y="3"/>
                  </a:lnTo>
                  <a:lnTo>
                    <a:pt x="410" y="3"/>
                  </a:lnTo>
                  <a:lnTo>
                    <a:pt x="412" y="3"/>
                  </a:lnTo>
                  <a:lnTo>
                    <a:pt x="413" y="3"/>
                  </a:lnTo>
                  <a:lnTo>
                    <a:pt x="416" y="3"/>
                  </a:lnTo>
                  <a:lnTo>
                    <a:pt x="418" y="3"/>
                  </a:lnTo>
                  <a:lnTo>
                    <a:pt x="419" y="3"/>
                  </a:lnTo>
                  <a:lnTo>
                    <a:pt x="421" y="3"/>
                  </a:lnTo>
                  <a:lnTo>
                    <a:pt x="422" y="4"/>
                  </a:lnTo>
                  <a:lnTo>
                    <a:pt x="424" y="4"/>
                  </a:lnTo>
                  <a:lnTo>
                    <a:pt x="425" y="4"/>
                  </a:lnTo>
                  <a:lnTo>
                    <a:pt x="427" y="4"/>
                  </a:lnTo>
                  <a:lnTo>
                    <a:pt x="428" y="4"/>
                  </a:lnTo>
                  <a:lnTo>
                    <a:pt x="430" y="4"/>
                  </a:lnTo>
                  <a:lnTo>
                    <a:pt x="431" y="4"/>
                  </a:lnTo>
                  <a:lnTo>
                    <a:pt x="433" y="4"/>
                  </a:lnTo>
                  <a:lnTo>
                    <a:pt x="434" y="4"/>
                  </a:lnTo>
                  <a:lnTo>
                    <a:pt x="436" y="6"/>
                  </a:lnTo>
                  <a:lnTo>
                    <a:pt x="437" y="6"/>
                  </a:lnTo>
                  <a:lnTo>
                    <a:pt x="439" y="6"/>
                  </a:lnTo>
                  <a:lnTo>
                    <a:pt x="440" y="6"/>
                  </a:lnTo>
                  <a:lnTo>
                    <a:pt x="442" y="6"/>
                  </a:lnTo>
                  <a:lnTo>
                    <a:pt x="445" y="6"/>
                  </a:lnTo>
                  <a:lnTo>
                    <a:pt x="446" y="6"/>
                  </a:lnTo>
                  <a:lnTo>
                    <a:pt x="448" y="7"/>
                  </a:lnTo>
                  <a:lnTo>
                    <a:pt x="451" y="7"/>
                  </a:lnTo>
                  <a:lnTo>
                    <a:pt x="452" y="7"/>
                  </a:lnTo>
                  <a:lnTo>
                    <a:pt x="455" y="7"/>
                  </a:lnTo>
                  <a:lnTo>
                    <a:pt x="458" y="7"/>
                  </a:lnTo>
                  <a:lnTo>
                    <a:pt x="459" y="9"/>
                  </a:lnTo>
                  <a:lnTo>
                    <a:pt x="461" y="9"/>
                  </a:lnTo>
                  <a:lnTo>
                    <a:pt x="464" y="9"/>
                  </a:lnTo>
                  <a:lnTo>
                    <a:pt x="465" y="9"/>
                  </a:lnTo>
                  <a:lnTo>
                    <a:pt x="467" y="9"/>
                  </a:lnTo>
                  <a:lnTo>
                    <a:pt x="468" y="10"/>
                  </a:lnTo>
                  <a:lnTo>
                    <a:pt x="470" y="10"/>
                  </a:lnTo>
                  <a:lnTo>
                    <a:pt x="471" y="10"/>
                  </a:lnTo>
                  <a:lnTo>
                    <a:pt x="473" y="10"/>
                  </a:lnTo>
                  <a:lnTo>
                    <a:pt x="474" y="10"/>
                  </a:lnTo>
                  <a:lnTo>
                    <a:pt x="476" y="12"/>
                  </a:lnTo>
                  <a:lnTo>
                    <a:pt x="477" y="12"/>
                  </a:lnTo>
                  <a:lnTo>
                    <a:pt x="479" y="12"/>
                  </a:lnTo>
                  <a:lnTo>
                    <a:pt x="480" y="12"/>
                  </a:lnTo>
                  <a:lnTo>
                    <a:pt x="482" y="13"/>
                  </a:lnTo>
                  <a:lnTo>
                    <a:pt x="483" y="13"/>
                  </a:lnTo>
                  <a:lnTo>
                    <a:pt x="485" y="13"/>
                  </a:lnTo>
                  <a:lnTo>
                    <a:pt x="486" y="13"/>
                  </a:lnTo>
                  <a:lnTo>
                    <a:pt x="488" y="15"/>
                  </a:lnTo>
                  <a:lnTo>
                    <a:pt x="489" y="15"/>
                  </a:lnTo>
                  <a:lnTo>
                    <a:pt x="491" y="15"/>
                  </a:lnTo>
                  <a:lnTo>
                    <a:pt x="492" y="16"/>
                  </a:lnTo>
                  <a:lnTo>
                    <a:pt x="494" y="16"/>
                  </a:lnTo>
                  <a:lnTo>
                    <a:pt x="496" y="16"/>
                  </a:lnTo>
                  <a:lnTo>
                    <a:pt x="498" y="17"/>
                  </a:lnTo>
                  <a:lnTo>
                    <a:pt x="501" y="17"/>
                  </a:lnTo>
                  <a:lnTo>
                    <a:pt x="502" y="19"/>
                  </a:lnTo>
                  <a:lnTo>
                    <a:pt x="505" y="19"/>
                  </a:lnTo>
                  <a:lnTo>
                    <a:pt x="508" y="20"/>
                  </a:lnTo>
                  <a:lnTo>
                    <a:pt x="511" y="20"/>
                  </a:lnTo>
                  <a:lnTo>
                    <a:pt x="513" y="22"/>
                  </a:lnTo>
                  <a:lnTo>
                    <a:pt x="516" y="22"/>
                  </a:lnTo>
                  <a:lnTo>
                    <a:pt x="519" y="23"/>
                  </a:lnTo>
                  <a:lnTo>
                    <a:pt x="520" y="23"/>
                  </a:lnTo>
                  <a:lnTo>
                    <a:pt x="522" y="25"/>
                  </a:lnTo>
                  <a:lnTo>
                    <a:pt x="525" y="25"/>
                  </a:lnTo>
                  <a:lnTo>
                    <a:pt x="526" y="26"/>
                  </a:lnTo>
                  <a:lnTo>
                    <a:pt x="528" y="26"/>
                  </a:lnTo>
                  <a:lnTo>
                    <a:pt x="529" y="26"/>
                  </a:lnTo>
                  <a:lnTo>
                    <a:pt x="531" y="28"/>
                  </a:lnTo>
                  <a:lnTo>
                    <a:pt x="532" y="28"/>
                  </a:lnTo>
                  <a:lnTo>
                    <a:pt x="534" y="28"/>
                  </a:lnTo>
                  <a:lnTo>
                    <a:pt x="535" y="29"/>
                  </a:lnTo>
                  <a:lnTo>
                    <a:pt x="537" y="29"/>
                  </a:lnTo>
                  <a:lnTo>
                    <a:pt x="538" y="29"/>
                  </a:lnTo>
                  <a:lnTo>
                    <a:pt x="538" y="31"/>
                  </a:lnTo>
                  <a:lnTo>
                    <a:pt x="539" y="31"/>
                  </a:lnTo>
                  <a:lnTo>
                    <a:pt x="541" y="31"/>
                  </a:lnTo>
                  <a:lnTo>
                    <a:pt x="542" y="32"/>
                  </a:lnTo>
                  <a:lnTo>
                    <a:pt x="544" y="32"/>
                  </a:lnTo>
                  <a:lnTo>
                    <a:pt x="545" y="34"/>
                  </a:lnTo>
                  <a:lnTo>
                    <a:pt x="547" y="34"/>
                  </a:lnTo>
                  <a:lnTo>
                    <a:pt x="548" y="35"/>
                  </a:lnTo>
                  <a:lnTo>
                    <a:pt x="550" y="35"/>
                  </a:lnTo>
                  <a:lnTo>
                    <a:pt x="551" y="37"/>
                  </a:lnTo>
                  <a:lnTo>
                    <a:pt x="553" y="37"/>
                  </a:lnTo>
                  <a:lnTo>
                    <a:pt x="556" y="38"/>
                  </a:lnTo>
                  <a:lnTo>
                    <a:pt x="557" y="40"/>
                  </a:lnTo>
                  <a:lnTo>
                    <a:pt x="559" y="40"/>
                  </a:lnTo>
                  <a:lnTo>
                    <a:pt x="562" y="41"/>
                  </a:lnTo>
                  <a:lnTo>
                    <a:pt x="563" y="43"/>
                  </a:lnTo>
                  <a:lnTo>
                    <a:pt x="566" y="44"/>
                  </a:lnTo>
                  <a:lnTo>
                    <a:pt x="569" y="44"/>
                  </a:lnTo>
                  <a:lnTo>
                    <a:pt x="571" y="46"/>
                  </a:lnTo>
                  <a:lnTo>
                    <a:pt x="572" y="47"/>
                  </a:lnTo>
                  <a:lnTo>
                    <a:pt x="574" y="47"/>
                  </a:lnTo>
                  <a:lnTo>
                    <a:pt x="577" y="49"/>
                  </a:lnTo>
                  <a:lnTo>
                    <a:pt x="578" y="50"/>
                  </a:lnTo>
                  <a:lnTo>
                    <a:pt x="580" y="50"/>
                  </a:lnTo>
                  <a:lnTo>
                    <a:pt x="581" y="52"/>
                  </a:lnTo>
                  <a:lnTo>
                    <a:pt x="582" y="52"/>
                  </a:lnTo>
                  <a:lnTo>
                    <a:pt x="584" y="53"/>
                  </a:lnTo>
                  <a:lnTo>
                    <a:pt x="585" y="53"/>
                  </a:lnTo>
                  <a:lnTo>
                    <a:pt x="587" y="55"/>
                  </a:lnTo>
                  <a:lnTo>
                    <a:pt x="588" y="55"/>
                  </a:lnTo>
                  <a:lnTo>
                    <a:pt x="590" y="56"/>
                  </a:lnTo>
                  <a:lnTo>
                    <a:pt x="591" y="56"/>
                  </a:lnTo>
                  <a:lnTo>
                    <a:pt x="593" y="58"/>
                  </a:lnTo>
                  <a:lnTo>
                    <a:pt x="594" y="58"/>
                  </a:lnTo>
                  <a:lnTo>
                    <a:pt x="596" y="59"/>
                  </a:lnTo>
                  <a:lnTo>
                    <a:pt x="597" y="60"/>
                  </a:lnTo>
                  <a:lnTo>
                    <a:pt x="599" y="60"/>
                  </a:lnTo>
                  <a:lnTo>
                    <a:pt x="600" y="62"/>
                  </a:lnTo>
                  <a:lnTo>
                    <a:pt x="602" y="62"/>
                  </a:lnTo>
                  <a:lnTo>
                    <a:pt x="603" y="63"/>
                  </a:lnTo>
                  <a:lnTo>
                    <a:pt x="605" y="65"/>
                  </a:lnTo>
                  <a:lnTo>
                    <a:pt x="606" y="65"/>
                  </a:lnTo>
                  <a:lnTo>
                    <a:pt x="609" y="66"/>
                  </a:lnTo>
                  <a:lnTo>
                    <a:pt x="611" y="68"/>
                  </a:lnTo>
                  <a:lnTo>
                    <a:pt x="612" y="68"/>
                  </a:lnTo>
                  <a:lnTo>
                    <a:pt x="615" y="69"/>
                  </a:lnTo>
                  <a:lnTo>
                    <a:pt x="617" y="71"/>
                  </a:lnTo>
                  <a:lnTo>
                    <a:pt x="618" y="72"/>
                  </a:lnTo>
                  <a:lnTo>
                    <a:pt x="621" y="72"/>
                  </a:lnTo>
                  <a:lnTo>
                    <a:pt x="623" y="74"/>
                  </a:lnTo>
                  <a:lnTo>
                    <a:pt x="624" y="74"/>
                  </a:lnTo>
                  <a:lnTo>
                    <a:pt x="625" y="75"/>
                  </a:lnTo>
                  <a:lnTo>
                    <a:pt x="627" y="77"/>
                  </a:lnTo>
                  <a:lnTo>
                    <a:pt x="628" y="77"/>
                  </a:lnTo>
                  <a:lnTo>
                    <a:pt x="630" y="78"/>
                  </a:lnTo>
                  <a:lnTo>
                    <a:pt x="631" y="78"/>
                  </a:lnTo>
                  <a:lnTo>
                    <a:pt x="633" y="80"/>
                  </a:lnTo>
                  <a:lnTo>
                    <a:pt x="634" y="81"/>
                  </a:lnTo>
                  <a:lnTo>
                    <a:pt x="636" y="81"/>
                  </a:lnTo>
                  <a:lnTo>
                    <a:pt x="637" y="83"/>
                  </a:lnTo>
                  <a:lnTo>
                    <a:pt x="639" y="83"/>
                  </a:lnTo>
                  <a:lnTo>
                    <a:pt x="639" y="84"/>
                  </a:lnTo>
                  <a:lnTo>
                    <a:pt x="640" y="84"/>
                  </a:lnTo>
                  <a:lnTo>
                    <a:pt x="642" y="84"/>
                  </a:lnTo>
                  <a:lnTo>
                    <a:pt x="642" y="86"/>
                  </a:lnTo>
                  <a:lnTo>
                    <a:pt x="643" y="86"/>
                  </a:lnTo>
                  <a:lnTo>
                    <a:pt x="645" y="87"/>
                  </a:lnTo>
                  <a:lnTo>
                    <a:pt x="646" y="87"/>
                  </a:lnTo>
                  <a:lnTo>
                    <a:pt x="648" y="89"/>
                  </a:lnTo>
                  <a:lnTo>
                    <a:pt x="648" y="90"/>
                  </a:lnTo>
                  <a:lnTo>
                    <a:pt x="649" y="90"/>
                  </a:lnTo>
                  <a:lnTo>
                    <a:pt x="651" y="92"/>
                  </a:lnTo>
                  <a:lnTo>
                    <a:pt x="654" y="92"/>
                  </a:lnTo>
                  <a:lnTo>
                    <a:pt x="655" y="93"/>
                  </a:lnTo>
                  <a:lnTo>
                    <a:pt x="657" y="95"/>
                  </a:lnTo>
                  <a:lnTo>
                    <a:pt x="658" y="96"/>
                  </a:lnTo>
                  <a:lnTo>
                    <a:pt x="660" y="96"/>
                  </a:lnTo>
                  <a:lnTo>
                    <a:pt x="661" y="98"/>
                  </a:lnTo>
                  <a:lnTo>
                    <a:pt x="663" y="99"/>
                  </a:lnTo>
                  <a:lnTo>
                    <a:pt x="664" y="101"/>
                  </a:lnTo>
                  <a:lnTo>
                    <a:pt x="666" y="101"/>
                  </a:lnTo>
                  <a:lnTo>
                    <a:pt x="667" y="102"/>
                  </a:lnTo>
                  <a:lnTo>
                    <a:pt x="668" y="102"/>
                  </a:lnTo>
                  <a:lnTo>
                    <a:pt x="670" y="103"/>
                  </a:lnTo>
                  <a:lnTo>
                    <a:pt x="671" y="105"/>
                  </a:lnTo>
                  <a:lnTo>
                    <a:pt x="673" y="105"/>
                  </a:lnTo>
                  <a:lnTo>
                    <a:pt x="673" y="106"/>
                  </a:lnTo>
                  <a:lnTo>
                    <a:pt x="674" y="106"/>
                  </a:lnTo>
                  <a:lnTo>
                    <a:pt x="676" y="108"/>
                  </a:lnTo>
                  <a:lnTo>
                    <a:pt x="677" y="108"/>
                  </a:lnTo>
                  <a:lnTo>
                    <a:pt x="677" y="109"/>
                  </a:lnTo>
                  <a:lnTo>
                    <a:pt x="679" y="109"/>
                  </a:lnTo>
                  <a:lnTo>
                    <a:pt x="679" y="111"/>
                  </a:lnTo>
                  <a:lnTo>
                    <a:pt x="680" y="111"/>
                  </a:lnTo>
                  <a:lnTo>
                    <a:pt x="682" y="112"/>
                  </a:lnTo>
                  <a:lnTo>
                    <a:pt x="683" y="112"/>
                  </a:lnTo>
                  <a:lnTo>
                    <a:pt x="683" y="114"/>
                  </a:lnTo>
                  <a:lnTo>
                    <a:pt x="685" y="115"/>
                  </a:lnTo>
                  <a:lnTo>
                    <a:pt x="686" y="115"/>
                  </a:lnTo>
                  <a:lnTo>
                    <a:pt x="688" y="117"/>
                  </a:lnTo>
                  <a:lnTo>
                    <a:pt x="689" y="118"/>
                  </a:lnTo>
                  <a:lnTo>
                    <a:pt x="691" y="118"/>
                  </a:lnTo>
                  <a:lnTo>
                    <a:pt x="691" y="120"/>
                  </a:lnTo>
                  <a:lnTo>
                    <a:pt x="692" y="120"/>
                  </a:lnTo>
                  <a:lnTo>
                    <a:pt x="694" y="121"/>
                  </a:lnTo>
                  <a:lnTo>
                    <a:pt x="695" y="123"/>
                  </a:lnTo>
                  <a:lnTo>
                    <a:pt x="697" y="123"/>
                  </a:lnTo>
                  <a:lnTo>
                    <a:pt x="697" y="124"/>
                  </a:lnTo>
                  <a:lnTo>
                    <a:pt x="698" y="124"/>
                  </a:lnTo>
                  <a:lnTo>
                    <a:pt x="698" y="126"/>
                  </a:lnTo>
                  <a:lnTo>
                    <a:pt x="700" y="126"/>
                  </a:lnTo>
                  <a:lnTo>
                    <a:pt x="701" y="127"/>
                  </a:lnTo>
                  <a:lnTo>
                    <a:pt x="703" y="127"/>
                  </a:lnTo>
                  <a:lnTo>
                    <a:pt x="703" y="129"/>
                  </a:lnTo>
                  <a:lnTo>
                    <a:pt x="704" y="129"/>
                  </a:lnTo>
                  <a:lnTo>
                    <a:pt x="706" y="130"/>
                  </a:lnTo>
                  <a:lnTo>
                    <a:pt x="707" y="132"/>
                  </a:lnTo>
                  <a:lnTo>
                    <a:pt x="709" y="132"/>
                  </a:lnTo>
                  <a:lnTo>
                    <a:pt x="709" y="133"/>
                  </a:lnTo>
                  <a:lnTo>
                    <a:pt x="710" y="133"/>
                  </a:lnTo>
                  <a:lnTo>
                    <a:pt x="711" y="135"/>
                  </a:lnTo>
                  <a:lnTo>
                    <a:pt x="713" y="135"/>
                  </a:lnTo>
                  <a:lnTo>
                    <a:pt x="714" y="136"/>
                  </a:lnTo>
                  <a:lnTo>
                    <a:pt x="716" y="138"/>
                  </a:lnTo>
                  <a:lnTo>
                    <a:pt x="717" y="139"/>
                  </a:lnTo>
                  <a:lnTo>
                    <a:pt x="719" y="139"/>
                  </a:lnTo>
                  <a:lnTo>
                    <a:pt x="720" y="141"/>
                  </a:lnTo>
                  <a:lnTo>
                    <a:pt x="722" y="142"/>
                  </a:lnTo>
                  <a:lnTo>
                    <a:pt x="723" y="142"/>
                  </a:lnTo>
                  <a:lnTo>
                    <a:pt x="723" y="144"/>
                  </a:lnTo>
                  <a:lnTo>
                    <a:pt x="725" y="144"/>
                  </a:lnTo>
                  <a:lnTo>
                    <a:pt x="726" y="145"/>
                  </a:lnTo>
                  <a:lnTo>
                    <a:pt x="728" y="146"/>
                  </a:lnTo>
                  <a:lnTo>
                    <a:pt x="729" y="146"/>
                  </a:lnTo>
                  <a:lnTo>
                    <a:pt x="729" y="148"/>
                  </a:lnTo>
                  <a:lnTo>
                    <a:pt x="731" y="148"/>
                  </a:lnTo>
                  <a:lnTo>
                    <a:pt x="731" y="149"/>
                  </a:lnTo>
                  <a:lnTo>
                    <a:pt x="732" y="149"/>
                  </a:lnTo>
                  <a:lnTo>
                    <a:pt x="732" y="151"/>
                  </a:lnTo>
                  <a:lnTo>
                    <a:pt x="734" y="151"/>
                  </a:lnTo>
                  <a:lnTo>
                    <a:pt x="734" y="152"/>
                  </a:lnTo>
                  <a:lnTo>
                    <a:pt x="735" y="152"/>
                  </a:lnTo>
                  <a:lnTo>
                    <a:pt x="737" y="154"/>
                  </a:lnTo>
                  <a:lnTo>
                    <a:pt x="737" y="155"/>
                  </a:lnTo>
                  <a:lnTo>
                    <a:pt x="738" y="157"/>
                  </a:lnTo>
                  <a:lnTo>
                    <a:pt x="740" y="157"/>
                  </a:lnTo>
                  <a:lnTo>
                    <a:pt x="741" y="158"/>
                  </a:lnTo>
                  <a:lnTo>
                    <a:pt x="741" y="160"/>
                  </a:lnTo>
                  <a:lnTo>
                    <a:pt x="743" y="161"/>
                  </a:lnTo>
                  <a:lnTo>
                    <a:pt x="744" y="163"/>
                  </a:lnTo>
                  <a:lnTo>
                    <a:pt x="746" y="164"/>
                  </a:lnTo>
                  <a:lnTo>
                    <a:pt x="747" y="166"/>
                  </a:lnTo>
                  <a:lnTo>
                    <a:pt x="749" y="167"/>
                  </a:lnTo>
                  <a:lnTo>
                    <a:pt x="750" y="169"/>
                  </a:lnTo>
                  <a:lnTo>
                    <a:pt x="752" y="170"/>
                  </a:lnTo>
                  <a:lnTo>
                    <a:pt x="753" y="172"/>
                  </a:lnTo>
                  <a:lnTo>
                    <a:pt x="754" y="173"/>
                  </a:lnTo>
                  <a:lnTo>
                    <a:pt x="754" y="175"/>
                  </a:lnTo>
                  <a:lnTo>
                    <a:pt x="756" y="175"/>
                  </a:lnTo>
                  <a:lnTo>
                    <a:pt x="756" y="176"/>
                  </a:lnTo>
                  <a:lnTo>
                    <a:pt x="757" y="176"/>
                  </a:lnTo>
                  <a:lnTo>
                    <a:pt x="759" y="178"/>
                  </a:lnTo>
                  <a:lnTo>
                    <a:pt x="759" y="179"/>
                  </a:lnTo>
                  <a:lnTo>
                    <a:pt x="760" y="179"/>
                  </a:lnTo>
                  <a:lnTo>
                    <a:pt x="760" y="181"/>
                  </a:lnTo>
                  <a:lnTo>
                    <a:pt x="762" y="182"/>
                  </a:lnTo>
                  <a:lnTo>
                    <a:pt x="763" y="184"/>
                  </a:lnTo>
                  <a:lnTo>
                    <a:pt x="765" y="185"/>
                  </a:lnTo>
                  <a:lnTo>
                    <a:pt x="766" y="187"/>
                  </a:lnTo>
                  <a:lnTo>
                    <a:pt x="766" y="188"/>
                  </a:lnTo>
                  <a:lnTo>
                    <a:pt x="768" y="189"/>
                  </a:lnTo>
                  <a:lnTo>
                    <a:pt x="769" y="189"/>
                  </a:lnTo>
                  <a:lnTo>
                    <a:pt x="771" y="191"/>
                  </a:lnTo>
                  <a:lnTo>
                    <a:pt x="771" y="192"/>
                  </a:lnTo>
                  <a:lnTo>
                    <a:pt x="772" y="194"/>
                  </a:lnTo>
                  <a:lnTo>
                    <a:pt x="774" y="197"/>
                  </a:lnTo>
                  <a:lnTo>
                    <a:pt x="775" y="198"/>
                  </a:lnTo>
                  <a:lnTo>
                    <a:pt x="777" y="200"/>
                  </a:lnTo>
                  <a:lnTo>
                    <a:pt x="778" y="201"/>
                  </a:lnTo>
                  <a:lnTo>
                    <a:pt x="781" y="204"/>
                  </a:lnTo>
                  <a:lnTo>
                    <a:pt x="783" y="206"/>
                  </a:lnTo>
                  <a:lnTo>
                    <a:pt x="784" y="207"/>
                  </a:lnTo>
                  <a:lnTo>
                    <a:pt x="786" y="209"/>
                  </a:lnTo>
                  <a:lnTo>
                    <a:pt x="786" y="210"/>
                  </a:lnTo>
                  <a:lnTo>
                    <a:pt x="787" y="213"/>
                  </a:lnTo>
                  <a:lnTo>
                    <a:pt x="789" y="213"/>
                  </a:lnTo>
                  <a:lnTo>
                    <a:pt x="790" y="215"/>
                  </a:lnTo>
                  <a:lnTo>
                    <a:pt x="792" y="216"/>
                  </a:lnTo>
                  <a:lnTo>
                    <a:pt x="792" y="218"/>
                  </a:lnTo>
                  <a:lnTo>
                    <a:pt x="793" y="219"/>
                  </a:lnTo>
                  <a:lnTo>
                    <a:pt x="795" y="221"/>
                  </a:lnTo>
                  <a:lnTo>
                    <a:pt x="796" y="222"/>
                  </a:lnTo>
                  <a:lnTo>
                    <a:pt x="796" y="224"/>
                  </a:lnTo>
                  <a:lnTo>
                    <a:pt x="797" y="225"/>
                  </a:lnTo>
                  <a:lnTo>
                    <a:pt x="797" y="227"/>
                  </a:lnTo>
                  <a:lnTo>
                    <a:pt x="799" y="227"/>
                  </a:lnTo>
                  <a:lnTo>
                    <a:pt x="800" y="228"/>
                  </a:lnTo>
                  <a:lnTo>
                    <a:pt x="800" y="230"/>
                  </a:lnTo>
                  <a:lnTo>
                    <a:pt x="802" y="231"/>
                  </a:lnTo>
                  <a:lnTo>
                    <a:pt x="803" y="232"/>
                  </a:lnTo>
                  <a:lnTo>
                    <a:pt x="803" y="234"/>
                  </a:lnTo>
                  <a:lnTo>
                    <a:pt x="805" y="235"/>
                  </a:lnTo>
                  <a:lnTo>
                    <a:pt x="806" y="237"/>
                  </a:lnTo>
                  <a:lnTo>
                    <a:pt x="808" y="238"/>
                  </a:lnTo>
                  <a:lnTo>
                    <a:pt x="808" y="240"/>
                  </a:lnTo>
                  <a:lnTo>
                    <a:pt x="809" y="241"/>
                  </a:lnTo>
                  <a:lnTo>
                    <a:pt x="811" y="243"/>
                  </a:lnTo>
                  <a:lnTo>
                    <a:pt x="812" y="246"/>
                  </a:lnTo>
                  <a:lnTo>
                    <a:pt x="814" y="247"/>
                  </a:lnTo>
                  <a:lnTo>
                    <a:pt x="815" y="250"/>
                  </a:lnTo>
                  <a:lnTo>
                    <a:pt x="818" y="252"/>
                  </a:lnTo>
                  <a:lnTo>
                    <a:pt x="820" y="255"/>
                  </a:lnTo>
                  <a:lnTo>
                    <a:pt x="821" y="256"/>
                  </a:lnTo>
                  <a:lnTo>
                    <a:pt x="823" y="259"/>
                  </a:lnTo>
                  <a:lnTo>
                    <a:pt x="823" y="261"/>
                  </a:lnTo>
                  <a:lnTo>
                    <a:pt x="824" y="262"/>
                  </a:lnTo>
                  <a:lnTo>
                    <a:pt x="826" y="264"/>
                  </a:lnTo>
                  <a:lnTo>
                    <a:pt x="827" y="265"/>
                  </a:lnTo>
                  <a:lnTo>
                    <a:pt x="829" y="267"/>
                  </a:lnTo>
                  <a:lnTo>
                    <a:pt x="829" y="268"/>
                  </a:lnTo>
                  <a:lnTo>
                    <a:pt x="830" y="270"/>
                  </a:lnTo>
                  <a:lnTo>
                    <a:pt x="832" y="271"/>
                  </a:lnTo>
                  <a:lnTo>
                    <a:pt x="832" y="273"/>
                  </a:lnTo>
                  <a:lnTo>
                    <a:pt x="833" y="274"/>
                  </a:lnTo>
                  <a:lnTo>
                    <a:pt x="833" y="275"/>
                  </a:lnTo>
                  <a:lnTo>
                    <a:pt x="835" y="275"/>
                  </a:lnTo>
                  <a:lnTo>
                    <a:pt x="836" y="277"/>
                  </a:lnTo>
                  <a:lnTo>
                    <a:pt x="836" y="278"/>
                  </a:lnTo>
                  <a:lnTo>
                    <a:pt x="838" y="280"/>
                  </a:lnTo>
                  <a:lnTo>
                    <a:pt x="838" y="281"/>
                  </a:lnTo>
                  <a:lnTo>
                    <a:pt x="839" y="283"/>
                  </a:lnTo>
                  <a:lnTo>
                    <a:pt x="840" y="284"/>
                  </a:lnTo>
                  <a:lnTo>
                    <a:pt x="842" y="286"/>
                  </a:lnTo>
                  <a:lnTo>
                    <a:pt x="842" y="287"/>
                  </a:lnTo>
                  <a:lnTo>
                    <a:pt x="843" y="289"/>
                  </a:lnTo>
                  <a:lnTo>
                    <a:pt x="845" y="290"/>
                  </a:lnTo>
                  <a:lnTo>
                    <a:pt x="846" y="292"/>
                  </a:lnTo>
                  <a:lnTo>
                    <a:pt x="848" y="293"/>
                  </a:lnTo>
                  <a:lnTo>
                    <a:pt x="849" y="296"/>
                  </a:lnTo>
                  <a:lnTo>
                    <a:pt x="851" y="298"/>
                  </a:lnTo>
                  <a:lnTo>
                    <a:pt x="852" y="301"/>
                  </a:lnTo>
                  <a:lnTo>
                    <a:pt x="854" y="302"/>
                  </a:lnTo>
                  <a:lnTo>
                    <a:pt x="855" y="305"/>
                  </a:lnTo>
                  <a:lnTo>
                    <a:pt x="857" y="308"/>
                  </a:lnTo>
                  <a:lnTo>
                    <a:pt x="858" y="310"/>
                  </a:lnTo>
                  <a:lnTo>
                    <a:pt x="860" y="311"/>
                  </a:lnTo>
                  <a:lnTo>
                    <a:pt x="861" y="314"/>
                  </a:lnTo>
                  <a:lnTo>
                    <a:pt x="863" y="316"/>
                  </a:lnTo>
                  <a:lnTo>
                    <a:pt x="864" y="317"/>
                  </a:lnTo>
                  <a:lnTo>
                    <a:pt x="866" y="319"/>
                  </a:lnTo>
                  <a:lnTo>
                    <a:pt x="866" y="320"/>
                  </a:lnTo>
                  <a:lnTo>
                    <a:pt x="867" y="321"/>
                  </a:lnTo>
                  <a:lnTo>
                    <a:pt x="869" y="323"/>
                  </a:lnTo>
                  <a:lnTo>
                    <a:pt x="869" y="324"/>
                  </a:lnTo>
                  <a:lnTo>
                    <a:pt x="870" y="326"/>
                  </a:lnTo>
                  <a:lnTo>
                    <a:pt x="872" y="327"/>
                  </a:lnTo>
                  <a:lnTo>
                    <a:pt x="873" y="329"/>
                  </a:lnTo>
                  <a:lnTo>
                    <a:pt x="873" y="330"/>
                  </a:lnTo>
                  <a:lnTo>
                    <a:pt x="875" y="332"/>
                  </a:lnTo>
                  <a:lnTo>
                    <a:pt x="875" y="333"/>
                  </a:lnTo>
                  <a:lnTo>
                    <a:pt x="876" y="333"/>
                  </a:lnTo>
                  <a:lnTo>
                    <a:pt x="876" y="335"/>
                  </a:lnTo>
                  <a:lnTo>
                    <a:pt x="878" y="336"/>
                  </a:lnTo>
                  <a:lnTo>
                    <a:pt x="878" y="338"/>
                  </a:lnTo>
                  <a:lnTo>
                    <a:pt x="879" y="339"/>
                  </a:lnTo>
                  <a:lnTo>
                    <a:pt x="879" y="341"/>
                  </a:lnTo>
                  <a:lnTo>
                    <a:pt x="881" y="342"/>
                  </a:lnTo>
                  <a:lnTo>
                    <a:pt x="881" y="344"/>
                  </a:lnTo>
                  <a:lnTo>
                    <a:pt x="882" y="345"/>
                  </a:lnTo>
                  <a:lnTo>
                    <a:pt x="883" y="347"/>
                  </a:lnTo>
                  <a:lnTo>
                    <a:pt x="883" y="348"/>
                  </a:lnTo>
                  <a:lnTo>
                    <a:pt x="885" y="350"/>
                  </a:lnTo>
                  <a:lnTo>
                    <a:pt x="886" y="353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192" name="Freeform 7">
              <a:extLst>
                <a:ext uri="{FF2B5EF4-FFF2-40B4-BE49-F238E27FC236}">
                  <a16:creationId xmlns:a16="http://schemas.microsoft.com/office/drawing/2014/main" id="{662085F3-F2D3-410D-BD40-09332844C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2313" y="2774950"/>
              <a:ext cx="704850" cy="277812"/>
            </a:xfrm>
            <a:custGeom>
              <a:avLst/>
              <a:gdLst>
                <a:gd name="T0" fmla="*/ 2147483646 w 886"/>
                <a:gd name="T1" fmla="*/ 2147483646 h 352"/>
                <a:gd name="T2" fmla="*/ 2147483646 w 886"/>
                <a:gd name="T3" fmla="*/ 2147483646 h 352"/>
                <a:gd name="T4" fmla="*/ 2147483646 w 886"/>
                <a:gd name="T5" fmla="*/ 2147483646 h 352"/>
                <a:gd name="T6" fmla="*/ 2147483646 w 886"/>
                <a:gd name="T7" fmla="*/ 2147483646 h 352"/>
                <a:gd name="T8" fmla="*/ 2147483646 w 886"/>
                <a:gd name="T9" fmla="*/ 2147483646 h 352"/>
                <a:gd name="T10" fmla="*/ 2147483646 w 886"/>
                <a:gd name="T11" fmla="*/ 2147483646 h 352"/>
                <a:gd name="T12" fmla="*/ 2147483646 w 886"/>
                <a:gd name="T13" fmla="*/ 2147483646 h 352"/>
                <a:gd name="T14" fmla="*/ 2147483646 w 886"/>
                <a:gd name="T15" fmla="*/ 2147483646 h 352"/>
                <a:gd name="T16" fmla="*/ 2147483646 w 886"/>
                <a:gd name="T17" fmla="*/ 2147483646 h 352"/>
                <a:gd name="T18" fmla="*/ 2147483646 w 886"/>
                <a:gd name="T19" fmla="*/ 2147483646 h 352"/>
                <a:gd name="T20" fmla="*/ 2147483646 w 886"/>
                <a:gd name="T21" fmla="*/ 2147483646 h 352"/>
                <a:gd name="T22" fmla="*/ 2147483646 w 886"/>
                <a:gd name="T23" fmla="*/ 2147483646 h 352"/>
                <a:gd name="T24" fmla="*/ 2147483646 w 886"/>
                <a:gd name="T25" fmla="*/ 2147483646 h 352"/>
                <a:gd name="T26" fmla="*/ 2147483646 w 886"/>
                <a:gd name="T27" fmla="*/ 2147483646 h 352"/>
                <a:gd name="T28" fmla="*/ 2147483646 w 886"/>
                <a:gd name="T29" fmla="*/ 2147483646 h 352"/>
                <a:gd name="T30" fmla="*/ 2147483646 w 886"/>
                <a:gd name="T31" fmla="*/ 2147483646 h 352"/>
                <a:gd name="T32" fmla="*/ 2147483646 w 886"/>
                <a:gd name="T33" fmla="*/ 2147483646 h 352"/>
                <a:gd name="T34" fmla="*/ 2147483646 w 886"/>
                <a:gd name="T35" fmla="*/ 2147483646 h 352"/>
                <a:gd name="T36" fmla="*/ 2147483646 w 886"/>
                <a:gd name="T37" fmla="*/ 2147483646 h 352"/>
                <a:gd name="T38" fmla="*/ 2147483646 w 886"/>
                <a:gd name="T39" fmla="*/ 2147483646 h 352"/>
                <a:gd name="T40" fmla="*/ 2147483646 w 886"/>
                <a:gd name="T41" fmla="*/ 2147483646 h 352"/>
                <a:gd name="T42" fmla="*/ 2147483646 w 886"/>
                <a:gd name="T43" fmla="*/ 2147483646 h 352"/>
                <a:gd name="T44" fmla="*/ 2147483646 w 886"/>
                <a:gd name="T45" fmla="*/ 2147483646 h 352"/>
                <a:gd name="T46" fmla="*/ 2147483646 w 886"/>
                <a:gd name="T47" fmla="*/ 2147483646 h 352"/>
                <a:gd name="T48" fmla="*/ 2147483646 w 886"/>
                <a:gd name="T49" fmla="*/ 2147483646 h 352"/>
                <a:gd name="T50" fmla="*/ 2147483646 w 886"/>
                <a:gd name="T51" fmla="*/ 2147483646 h 352"/>
                <a:gd name="T52" fmla="*/ 2147483646 w 886"/>
                <a:gd name="T53" fmla="*/ 2147483646 h 352"/>
                <a:gd name="T54" fmla="*/ 2147483646 w 886"/>
                <a:gd name="T55" fmla="*/ 2147483646 h 352"/>
                <a:gd name="T56" fmla="*/ 2147483646 w 886"/>
                <a:gd name="T57" fmla="*/ 2147483646 h 352"/>
                <a:gd name="T58" fmla="*/ 2147483646 w 886"/>
                <a:gd name="T59" fmla="*/ 2147483646 h 352"/>
                <a:gd name="T60" fmla="*/ 2147483646 w 886"/>
                <a:gd name="T61" fmla="*/ 2147483646 h 352"/>
                <a:gd name="T62" fmla="*/ 2147483646 w 886"/>
                <a:gd name="T63" fmla="*/ 2147483646 h 352"/>
                <a:gd name="T64" fmla="*/ 2147483646 w 886"/>
                <a:gd name="T65" fmla="*/ 2147483646 h 352"/>
                <a:gd name="T66" fmla="*/ 2147483646 w 886"/>
                <a:gd name="T67" fmla="*/ 2147483646 h 352"/>
                <a:gd name="T68" fmla="*/ 2147483646 w 886"/>
                <a:gd name="T69" fmla="*/ 2147483646 h 352"/>
                <a:gd name="T70" fmla="*/ 2147483646 w 886"/>
                <a:gd name="T71" fmla="*/ 2147483646 h 352"/>
                <a:gd name="T72" fmla="*/ 2147483646 w 886"/>
                <a:gd name="T73" fmla="*/ 2147483646 h 352"/>
                <a:gd name="T74" fmla="*/ 2147483646 w 886"/>
                <a:gd name="T75" fmla="*/ 2147483646 h 352"/>
                <a:gd name="T76" fmla="*/ 2147483646 w 886"/>
                <a:gd name="T77" fmla="*/ 2147483646 h 352"/>
                <a:gd name="T78" fmla="*/ 2147483646 w 886"/>
                <a:gd name="T79" fmla="*/ 2147483646 h 352"/>
                <a:gd name="T80" fmla="*/ 2147483646 w 886"/>
                <a:gd name="T81" fmla="*/ 2147483646 h 352"/>
                <a:gd name="T82" fmla="*/ 2147483646 w 886"/>
                <a:gd name="T83" fmla="*/ 2147483646 h 352"/>
                <a:gd name="T84" fmla="*/ 2147483646 w 886"/>
                <a:gd name="T85" fmla="*/ 2147483646 h 352"/>
                <a:gd name="T86" fmla="*/ 2147483646 w 886"/>
                <a:gd name="T87" fmla="*/ 2147483646 h 352"/>
                <a:gd name="T88" fmla="*/ 2147483646 w 886"/>
                <a:gd name="T89" fmla="*/ 2147483646 h 352"/>
                <a:gd name="T90" fmla="*/ 2147483646 w 886"/>
                <a:gd name="T91" fmla="*/ 2147483646 h 352"/>
                <a:gd name="T92" fmla="*/ 2147483646 w 886"/>
                <a:gd name="T93" fmla="*/ 2147483646 h 352"/>
                <a:gd name="T94" fmla="*/ 2147483646 w 886"/>
                <a:gd name="T95" fmla="*/ 2147483646 h 352"/>
                <a:gd name="T96" fmla="*/ 2147483646 w 886"/>
                <a:gd name="T97" fmla="*/ 2147483646 h 352"/>
                <a:gd name="T98" fmla="*/ 2147483646 w 886"/>
                <a:gd name="T99" fmla="*/ 2147483646 h 352"/>
                <a:gd name="T100" fmla="*/ 2147483646 w 886"/>
                <a:gd name="T101" fmla="*/ 2147483646 h 352"/>
                <a:gd name="T102" fmla="*/ 2147483646 w 886"/>
                <a:gd name="T103" fmla="*/ 2147483646 h 352"/>
                <a:gd name="T104" fmla="*/ 2147483646 w 886"/>
                <a:gd name="T105" fmla="*/ 2147483646 h 352"/>
                <a:gd name="T106" fmla="*/ 2147483646 w 886"/>
                <a:gd name="T107" fmla="*/ 2147483646 h 352"/>
                <a:gd name="T108" fmla="*/ 2147483646 w 886"/>
                <a:gd name="T109" fmla="*/ 2147483646 h 352"/>
                <a:gd name="T110" fmla="*/ 2147483646 w 886"/>
                <a:gd name="T111" fmla="*/ 2147483646 h 352"/>
                <a:gd name="T112" fmla="*/ 2147483646 w 886"/>
                <a:gd name="T113" fmla="*/ 2147483646 h 352"/>
                <a:gd name="T114" fmla="*/ 2147483646 w 886"/>
                <a:gd name="T115" fmla="*/ 2147483646 h 352"/>
                <a:gd name="T116" fmla="*/ 2147483646 w 886"/>
                <a:gd name="T117" fmla="*/ 2147483646 h 352"/>
                <a:gd name="T118" fmla="*/ 2147483646 w 886"/>
                <a:gd name="T119" fmla="*/ 2147483646 h 352"/>
                <a:gd name="T120" fmla="*/ 2147483646 w 886"/>
                <a:gd name="T121" fmla="*/ 2147483646 h 35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6" h="352">
                  <a:moveTo>
                    <a:pt x="0" y="352"/>
                  </a:moveTo>
                  <a:lnTo>
                    <a:pt x="34" y="352"/>
                  </a:lnTo>
                  <a:lnTo>
                    <a:pt x="66" y="352"/>
                  </a:lnTo>
                  <a:lnTo>
                    <a:pt x="96" y="352"/>
                  </a:lnTo>
                  <a:lnTo>
                    <a:pt x="123" y="352"/>
                  </a:lnTo>
                  <a:lnTo>
                    <a:pt x="149" y="352"/>
                  </a:lnTo>
                  <a:lnTo>
                    <a:pt x="173" y="352"/>
                  </a:lnTo>
                  <a:lnTo>
                    <a:pt x="195" y="352"/>
                  </a:lnTo>
                  <a:lnTo>
                    <a:pt x="216" y="352"/>
                  </a:lnTo>
                  <a:lnTo>
                    <a:pt x="235" y="352"/>
                  </a:lnTo>
                  <a:lnTo>
                    <a:pt x="253" y="352"/>
                  </a:lnTo>
                  <a:lnTo>
                    <a:pt x="268" y="352"/>
                  </a:lnTo>
                  <a:lnTo>
                    <a:pt x="283" y="352"/>
                  </a:lnTo>
                  <a:lnTo>
                    <a:pt x="296" y="352"/>
                  </a:lnTo>
                  <a:lnTo>
                    <a:pt x="310" y="352"/>
                  </a:lnTo>
                  <a:lnTo>
                    <a:pt x="320" y="352"/>
                  </a:lnTo>
                  <a:lnTo>
                    <a:pt x="330" y="352"/>
                  </a:lnTo>
                  <a:lnTo>
                    <a:pt x="339" y="352"/>
                  </a:lnTo>
                  <a:lnTo>
                    <a:pt x="347" y="352"/>
                  </a:lnTo>
                  <a:lnTo>
                    <a:pt x="354" y="352"/>
                  </a:lnTo>
                  <a:lnTo>
                    <a:pt x="360" y="352"/>
                  </a:lnTo>
                  <a:lnTo>
                    <a:pt x="366" y="352"/>
                  </a:lnTo>
                  <a:lnTo>
                    <a:pt x="370" y="352"/>
                  </a:lnTo>
                  <a:lnTo>
                    <a:pt x="375" y="352"/>
                  </a:lnTo>
                  <a:lnTo>
                    <a:pt x="378" y="352"/>
                  </a:lnTo>
                  <a:lnTo>
                    <a:pt x="382" y="352"/>
                  </a:lnTo>
                  <a:lnTo>
                    <a:pt x="385" y="352"/>
                  </a:lnTo>
                  <a:lnTo>
                    <a:pt x="388" y="352"/>
                  </a:lnTo>
                  <a:lnTo>
                    <a:pt x="390" y="352"/>
                  </a:lnTo>
                  <a:lnTo>
                    <a:pt x="393" y="350"/>
                  </a:lnTo>
                  <a:lnTo>
                    <a:pt x="396" y="350"/>
                  </a:lnTo>
                  <a:lnTo>
                    <a:pt x="397" y="350"/>
                  </a:lnTo>
                  <a:lnTo>
                    <a:pt x="400" y="350"/>
                  </a:lnTo>
                  <a:lnTo>
                    <a:pt x="403" y="350"/>
                  </a:lnTo>
                  <a:lnTo>
                    <a:pt x="405" y="350"/>
                  </a:lnTo>
                  <a:lnTo>
                    <a:pt x="407" y="350"/>
                  </a:lnTo>
                  <a:lnTo>
                    <a:pt x="409" y="350"/>
                  </a:lnTo>
                  <a:lnTo>
                    <a:pt x="410" y="350"/>
                  </a:lnTo>
                  <a:lnTo>
                    <a:pt x="412" y="349"/>
                  </a:lnTo>
                  <a:lnTo>
                    <a:pt x="413" y="349"/>
                  </a:lnTo>
                  <a:lnTo>
                    <a:pt x="416" y="349"/>
                  </a:lnTo>
                  <a:lnTo>
                    <a:pt x="418" y="349"/>
                  </a:lnTo>
                  <a:lnTo>
                    <a:pt x="419" y="349"/>
                  </a:lnTo>
                  <a:lnTo>
                    <a:pt x="421" y="349"/>
                  </a:lnTo>
                  <a:lnTo>
                    <a:pt x="422" y="349"/>
                  </a:lnTo>
                  <a:lnTo>
                    <a:pt x="424" y="349"/>
                  </a:lnTo>
                  <a:lnTo>
                    <a:pt x="425" y="349"/>
                  </a:lnTo>
                  <a:lnTo>
                    <a:pt x="427" y="349"/>
                  </a:lnTo>
                  <a:lnTo>
                    <a:pt x="428" y="349"/>
                  </a:lnTo>
                  <a:lnTo>
                    <a:pt x="430" y="349"/>
                  </a:lnTo>
                  <a:lnTo>
                    <a:pt x="430" y="347"/>
                  </a:lnTo>
                  <a:lnTo>
                    <a:pt x="431" y="347"/>
                  </a:lnTo>
                  <a:lnTo>
                    <a:pt x="433" y="347"/>
                  </a:lnTo>
                  <a:lnTo>
                    <a:pt x="434" y="347"/>
                  </a:lnTo>
                  <a:lnTo>
                    <a:pt x="436" y="347"/>
                  </a:lnTo>
                  <a:lnTo>
                    <a:pt x="437" y="347"/>
                  </a:lnTo>
                  <a:lnTo>
                    <a:pt x="439" y="347"/>
                  </a:lnTo>
                  <a:lnTo>
                    <a:pt x="440" y="347"/>
                  </a:lnTo>
                  <a:lnTo>
                    <a:pt x="442" y="346"/>
                  </a:lnTo>
                  <a:lnTo>
                    <a:pt x="445" y="346"/>
                  </a:lnTo>
                  <a:lnTo>
                    <a:pt x="446" y="346"/>
                  </a:lnTo>
                  <a:lnTo>
                    <a:pt x="448" y="346"/>
                  </a:lnTo>
                  <a:lnTo>
                    <a:pt x="451" y="346"/>
                  </a:lnTo>
                  <a:lnTo>
                    <a:pt x="452" y="344"/>
                  </a:lnTo>
                  <a:lnTo>
                    <a:pt x="455" y="344"/>
                  </a:lnTo>
                  <a:lnTo>
                    <a:pt x="458" y="344"/>
                  </a:lnTo>
                  <a:lnTo>
                    <a:pt x="459" y="344"/>
                  </a:lnTo>
                  <a:lnTo>
                    <a:pt x="461" y="344"/>
                  </a:lnTo>
                  <a:lnTo>
                    <a:pt x="464" y="343"/>
                  </a:lnTo>
                  <a:lnTo>
                    <a:pt x="465" y="343"/>
                  </a:lnTo>
                  <a:lnTo>
                    <a:pt x="467" y="343"/>
                  </a:lnTo>
                  <a:lnTo>
                    <a:pt x="468" y="343"/>
                  </a:lnTo>
                  <a:lnTo>
                    <a:pt x="470" y="343"/>
                  </a:lnTo>
                  <a:lnTo>
                    <a:pt x="471" y="341"/>
                  </a:lnTo>
                  <a:lnTo>
                    <a:pt x="473" y="341"/>
                  </a:lnTo>
                  <a:lnTo>
                    <a:pt x="474" y="341"/>
                  </a:lnTo>
                  <a:lnTo>
                    <a:pt x="476" y="341"/>
                  </a:lnTo>
                  <a:lnTo>
                    <a:pt x="477" y="341"/>
                  </a:lnTo>
                  <a:lnTo>
                    <a:pt x="479" y="340"/>
                  </a:lnTo>
                  <a:lnTo>
                    <a:pt x="480" y="340"/>
                  </a:lnTo>
                  <a:lnTo>
                    <a:pt x="482" y="340"/>
                  </a:lnTo>
                  <a:lnTo>
                    <a:pt x="483" y="340"/>
                  </a:lnTo>
                  <a:lnTo>
                    <a:pt x="485" y="338"/>
                  </a:lnTo>
                  <a:lnTo>
                    <a:pt x="486" y="338"/>
                  </a:lnTo>
                  <a:lnTo>
                    <a:pt x="488" y="338"/>
                  </a:lnTo>
                  <a:lnTo>
                    <a:pt x="489" y="338"/>
                  </a:lnTo>
                  <a:lnTo>
                    <a:pt x="491" y="337"/>
                  </a:lnTo>
                  <a:lnTo>
                    <a:pt x="492" y="337"/>
                  </a:lnTo>
                  <a:lnTo>
                    <a:pt x="494" y="337"/>
                  </a:lnTo>
                  <a:lnTo>
                    <a:pt x="496" y="335"/>
                  </a:lnTo>
                  <a:lnTo>
                    <a:pt x="498" y="335"/>
                  </a:lnTo>
                  <a:lnTo>
                    <a:pt x="501" y="334"/>
                  </a:lnTo>
                  <a:lnTo>
                    <a:pt x="502" y="334"/>
                  </a:lnTo>
                  <a:lnTo>
                    <a:pt x="505" y="332"/>
                  </a:lnTo>
                  <a:lnTo>
                    <a:pt x="508" y="332"/>
                  </a:lnTo>
                  <a:lnTo>
                    <a:pt x="511" y="331"/>
                  </a:lnTo>
                  <a:lnTo>
                    <a:pt x="513" y="331"/>
                  </a:lnTo>
                  <a:lnTo>
                    <a:pt x="516" y="329"/>
                  </a:lnTo>
                  <a:lnTo>
                    <a:pt x="519" y="329"/>
                  </a:lnTo>
                  <a:lnTo>
                    <a:pt x="520" y="328"/>
                  </a:lnTo>
                  <a:lnTo>
                    <a:pt x="522" y="328"/>
                  </a:lnTo>
                  <a:lnTo>
                    <a:pt x="525" y="326"/>
                  </a:lnTo>
                  <a:lnTo>
                    <a:pt x="526" y="326"/>
                  </a:lnTo>
                  <a:lnTo>
                    <a:pt x="528" y="326"/>
                  </a:lnTo>
                  <a:lnTo>
                    <a:pt x="529" y="325"/>
                  </a:lnTo>
                  <a:lnTo>
                    <a:pt x="531" y="325"/>
                  </a:lnTo>
                  <a:lnTo>
                    <a:pt x="532" y="323"/>
                  </a:lnTo>
                  <a:lnTo>
                    <a:pt x="534" y="323"/>
                  </a:lnTo>
                  <a:lnTo>
                    <a:pt x="535" y="323"/>
                  </a:lnTo>
                  <a:lnTo>
                    <a:pt x="537" y="322"/>
                  </a:lnTo>
                  <a:lnTo>
                    <a:pt x="538" y="322"/>
                  </a:lnTo>
                  <a:lnTo>
                    <a:pt x="539" y="320"/>
                  </a:lnTo>
                  <a:lnTo>
                    <a:pt x="541" y="320"/>
                  </a:lnTo>
                  <a:lnTo>
                    <a:pt x="542" y="320"/>
                  </a:lnTo>
                  <a:lnTo>
                    <a:pt x="544" y="319"/>
                  </a:lnTo>
                  <a:lnTo>
                    <a:pt x="545" y="319"/>
                  </a:lnTo>
                  <a:lnTo>
                    <a:pt x="547" y="317"/>
                  </a:lnTo>
                  <a:lnTo>
                    <a:pt x="548" y="317"/>
                  </a:lnTo>
                  <a:lnTo>
                    <a:pt x="550" y="316"/>
                  </a:lnTo>
                  <a:lnTo>
                    <a:pt x="551" y="316"/>
                  </a:lnTo>
                  <a:lnTo>
                    <a:pt x="553" y="314"/>
                  </a:lnTo>
                  <a:lnTo>
                    <a:pt x="556" y="314"/>
                  </a:lnTo>
                  <a:lnTo>
                    <a:pt x="557" y="313"/>
                  </a:lnTo>
                  <a:lnTo>
                    <a:pt x="559" y="312"/>
                  </a:lnTo>
                  <a:lnTo>
                    <a:pt x="562" y="310"/>
                  </a:lnTo>
                  <a:lnTo>
                    <a:pt x="563" y="310"/>
                  </a:lnTo>
                  <a:lnTo>
                    <a:pt x="566" y="309"/>
                  </a:lnTo>
                  <a:lnTo>
                    <a:pt x="569" y="307"/>
                  </a:lnTo>
                  <a:lnTo>
                    <a:pt x="571" y="306"/>
                  </a:lnTo>
                  <a:lnTo>
                    <a:pt x="572" y="306"/>
                  </a:lnTo>
                  <a:lnTo>
                    <a:pt x="574" y="304"/>
                  </a:lnTo>
                  <a:lnTo>
                    <a:pt x="577" y="304"/>
                  </a:lnTo>
                  <a:lnTo>
                    <a:pt x="578" y="303"/>
                  </a:lnTo>
                  <a:lnTo>
                    <a:pt x="580" y="301"/>
                  </a:lnTo>
                  <a:lnTo>
                    <a:pt x="581" y="301"/>
                  </a:lnTo>
                  <a:lnTo>
                    <a:pt x="582" y="300"/>
                  </a:lnTo>
                  <a:lnTo>
                    <a:pt x="584" y="300"/>
                  </a:lnTo>
                  <a:lnTo>
                    <a:pt x="585" y="298"/>
                  </a:lnTo>
                  <a:lnTo>
                    <a:pt x="587" y="298"/>
                  </a:lnTo>
                  <a:lnTo>
                    <a:pt x="588" y="297"/>
                  </a:lnTo>
                  <a:lnTo>
                    <a:pt x="590" y="297"/>
                  </a:lnTo>
                  <a:lnTo>
                    <a:pt x="590" y="295"/>
                  </a:lnTo>
                  <a:lnTo>
                    <a:pt x="591" y="295"/>
                  </a:lnTo>
                  <a:lnTo>
                    <a:pt x="593" y="295"/>
                  </a:lnTo>
                  <a:lnTo>
                    <a:pt x="594" y="294"/>
                  </a:lnTo>
                  <a:lnTo>
                    <a:pt x="596" y="294"/>
                  </a:lnTo>
                  <a:lnTo>
                    <a:pt x="596" y="292"/>
                  </a:lnTo>
                  <a:lnTo>
                    <a:pt x="597" y="292"/>
                  </a:lnTo>
                  <a:lnTo>
                    <a:pt x="599" y="291"/>
                  </a:lnTo>
                  <a:lnTo>
                    <a:pt x="600" y="291"/>
                  </a:lnTo>
                  <a:lnTo>
                    <a:pt x="602" y="289"/>
                  </a:lnTo>
                  <a:lnTo>
                    <a:pt x="603" y="289"/>
                  </a:lnTo>
                  <a:lnTo>
                    <a:pt x="605" y="288"/>
                  </a:lnTo>
                  <a:lnTo>
                    <a:pt x="606" y="286"/>
                  </a:lnTo>
                  <a:lnTo>
                    <a:pt x="609" y="286"/>
                  </a:lnTo>
                  <a:lnTo>
                    <a:pt x="611" y="285"/>
                  </a:lnTo>
                  <a:lnTo>
                    <a:pt x="612" y="283"/>
                  </a:lnTo>
                  <a:lnTo>
                    <a:pt x="615" y="282"/>
                  </a:lnTo>
                  <a:lnTo>
                    <a:pt x="617" y="282"/>
                  </a:lnTo>
                  <a:lnTo>
                    <a:pt x="618" y="280"/>
                  </a:lnTo>
                  <a:lnTo>
                    <a:pt x="621" y="279"/>
                  </a:lnTo>
                  <a:lnTo>
                    <a:pt x="623" y="279"/>
                  </a:lnTo>
                  <a:lnTo>
                    <a:pt x="624" y="277"/>
                  </a:lnTo>
                  <a:lnTo>
                    <a:pt x="625" y="276"/>
                  </a:lnTo>
                  <a:lnTo>
                    <a:pt x="627" y="276"/>
                  </a:lnTo>
                  <a:lnTo>
                    <a:pt x="628" y="274"/>
                  </a:lnTo>
                  <a:lnTo>
                    <a:pt x="630" y="274"/>
                  </a:lnTo>
                  <a:lnTo>
                    <a:pt x="631" y="273"/>
                  </a:lnTo>
                  <a:lnTo>
                    <a:pt x="633" y="273"/>
                  </a:lnTo>
                  <a:lnTo>
                    <a:pt x="633" y="271"/>
                  </a:lnTo>
                  <a:lnTo>
                    <a:pt x="634" y="271"/>
                  </a:lnTo>
                  <a:lnTo>
                    <a:pt x="636" y="270"/>
                  </a:lnTo>
                  <a:lnTo>
                    <a:pt x="637" y="270"/>
                  </a:lnTo>
                  <a:lnTo>
                    <a:pt x="639" y="268"/>
                  </a:lnTo>
                  <a:lnTo>
                    <a:pt x="640" y="267"/>
                  </a:lnTo>
                  <a:lnTo>
                    <a:pt x="642" y="267"/>
                  </a:lnTo>
                  <a:lnTo>
                    <a:pt x="643" y="266"/>
                  </a:lnTo>
                  <a:lnTo>
                    <a:pt x="645" y="266"/>
                  </a:lnTo>
                  <a:lnTo>
                    <a:pt x="646" y="264"/>
                  </a:lnTo>
                  <a:lnTo>
                    <a:pt x="648" y="264"/>
                  </a:lnTo>
                  <a:lnTo>
                    <a:pt x="648" y="263"/>
                  </a:lnTo>
                  <a:lnTo>
                    <a:pt x="649" y="261"/>
                  </a:lnTo>
                  <a:lnTo>
                    <a:pt x="651" y="261"/>
                  </a:lnTo>
                  <a:lnTo>
                    <a:pt x="654" y="260"/>
                  </a:lnTo>
                  <a:lnTo>
                    <a:pt x="655" y="258"/>
                  </a:lnTo>
                  <a:lnTo>
                    <a:pt x="657" y="257"/>
                  </a:lnTo>
                  <a:lnTo>
                    <a:pt x="658" y="257"/>
                  </a:lnTo>
                  <a:lnTo>
                    <a:pt x="660" y="255"/>
                  </a:lnTo>
                  <a:lnTo>
                    <a:pt x="661" y="255"/>
                  </a:lnTo>
                  <a:lnTo>
                    <a:pt x="663" y="254"/>
                  </a:lnTo>
                  <a:lnTo>
                    <a:pt x="663" y="252"/>
                  </a:lnTo>
                  <a:lnTo>
                    <a:pt x="664" y="252"/>
                  </a:lnTo>
                  <a:lnTo>
                    <a:pt x="666" y="251"/>
                  </a:lnTo>
                  <a:lnTo>
                    <a:pt x="667" y="251"/>
                  </a:lnTo>
                  <a:lnTo>
                    <a:pt x="667" y="249"/>
                  </a:lnTo>
                  <a:lnTo>
                    <a:pt x="668" y="249"/>
                  </a:lnTo>
                  <a:lnTo>
                    <a:pt x="670" y="249"/>
                  </a:lnTo>
                  <a:lnTo>
                    <a:pt x="670" y="248"/>
                  </a:lnTo>
                  <a:lnTo>
                    <a:pt x="671" y="248"/>
                  </a:lnTo>
                  <a:lnTo>
                    <a:pt x="673" y="246"/>
                  </a:lnTo>
                  <a:lnTo>
                    <a:pt x="674" y="246"/>
                  </a:lnTo>
                  <a:lnTo>
                    <a:pt x="674" y="245"/>
                  </a:lnTo>
                  <a:lnTo>
                    <a:pt x="676" y="245"/>
                  </a:lnTo>
                  <a:lnTo>
                    <a:pt x="676" y="243"/>
                  </a:lnTo>
                  <a:lnTo>
                    <a:pt x="677" y="243"/>
                  </a:lnTo>
                  <a:lnTo>
                    <a:pt x="679" y="242"/>
                  </a:lnTo>
                  <a:lnTo>
                    <a:pt x="680" y="240"/>
                  </a:lnTo>
                  <a:lnTo>
                    <a:pt x="682" y="239"/>
                  </a:lnTo>
                  <a:lnTo>
                    <a:pt x="683" y="239"/>
                  </a:lnTo>
                  <a:lnTo>
                    <a:pt x="683" y="237"/>
                  </a:lnTo>
                  <a:lnTo>
                    <a:pt x="685" y="237"/>
                  </a:lnTo>
                  <a:lnTo>
                    <a:pt x="686" y="236"/>
                  </a:lnTo>
                  <a:lnTo>
                    <a:pt x="688" y="236"/>
                  </a:lnTo>
                  <a:lnTo>
                    <a:pt x="688" y="234"/>
                  </a:lnTo>
                  <a:lnTo>
                    <a:pt x="689" y="233"/>
                  </a:lnTo>
                  <a:lnTo>
                    <a:pt x="691" y="233"/>
                  </a:lnTo>
                  <a:lnTo>
                    <a:pt x="691" y="231"/>
                  </a:lnTo>
                  <a:lnTo>
                    <a:pt x="692" y="231"/>
                  </a:lnTo>
                  <a:lnTo>
                    <a:pt x="694" y="231"/>
                  </a:lnTo>
                  <a:lnTo>
                    <a:pt x="694" y="230"/>
                  </a:lnTo>
                  <a:lnTo>
                    <a:pt x="695" y="230"/>
                  </a:lnTo>
                  <a:lnTo>
                    <a:pt x="695" y="228"/>
                  </a:lnTo>
                  <a:lnTo>
                    <a:pt x="697" y="228"/>
                  </a:lnTo>
                  <a:lnTo>
                    <a:pt x="698" y="227"/>
                  </a:lnTo>
                  <a:lnTo>
                    <a:pt x="700" y="225"/>
                  </a:lnTo>
                  <a:lnTo>
                    <a:pt x="701" y="225"/>
                  </a:lnTo>
                  <a:lnTo>
                    <a:pt x="701" y="224"/>
                  </a:lnTo>
                  <a:lnTo>
                    <a:pt x="703" y="224"/>
                  </a:lnTo>
                  <a:lnTo>
                    <a:pt x="704" y="223"/>
                  </a:lnTo>
                  <a:lnTo>
                    <a:pt x="706" y="223"/>
                  </a:lnTo>
                  <a:lnTo>
                    <a:pt x="706" y="221"/>
                  </a:lnTo>
                  <a:lnTo>
                    <a:pt x="707" y="221"/>
                  </a:lnTo>
                  <a:lnTo>
                    <a:pt x="709" y="220"/>
                  </a:lnTo>
                  <a:lnTo>
                    <a:pt x="710" y="218"/>
                  </a:lnTo>
                  <a:lnTo>
                    <a:pt x="711" y="218"/>
                  </a:lnTo>
                  <a:lnTo>
                    <a:pt x="713" y="217"/>
                  </a:lnTo>
                  <a:lnTo>
                    <a:pt x="714" y="215"/>
                  </a:lnTo>
                  <a:lnTo>
                    <a:pt x="716" y="215"/>
                  </a:lnTo>
                  <a:lnTo>
                    <a:pt x="716" y="214"/>
                  </a:lnTo>
                  <a:lnTo>
                    <a:pt x="717" y="214"/>
                  </a:lnTo>
                  <a:lnTo>
                    <a:pt x="719" y="212"/>
                  </a:lnTo>
                  <a:lnTo>
                    <a:pt x="720" y="212"/>
                  </a:lnTo>
                  <a:lnTo>
                    <a:pt x="720" y="211"/>
                  </a:lnTo>
                  <a:lnTo>
                    <a:pt x="722" y="211"/>
                  </a:lnTo>
                  <a:lnTo>
                    <a:pt x="723" y="209"/>
                  </a:lnTo>
                  <a:lnTo>
                    <a:pt x="725" y="209"/>
                  </a:lnTo>
                  <a:lnTo>
                    <a:pt x="725" y="208"/>
                  </a:lnTo>
                  <a:lnTo>
                    <a:pt x="726" y="208"/>
                  </a:lnTo>
                  <a:lnTo>
                    <a:pt x="726" y="206"/>
                  </a:lnTo>
                  <a:lnTo>
                    <a:pt x="728" y="206"/>
                  </a:lnTo>
                  <a:lnTo>
                    <a:pt x="729" y="205"/>
                  </a:lnTo>
                  <a:lnTo>
                    <a:pt x="731" y="203"/>
                  </a:lnTo>
                  <a:lnTo>
                    <a:pt x="732" y="202"/>
                  </a:lnTo>
                  <a:lnTo>
                    <a:pt x="734" y="200"/>
                  </a:lnTo>
                  <a:lnTo>
                    <a:pt x="735" y="199"/>
                  </a:lnTo>
                  <a:lnTo>
                    <a:pt x="737" y="197"/>
                  </a:lnTo>
                  <a:lnTo>
                    <a:pt x="738" y="196"/>
                  </a:lnTo>
                  <a:lnTo>
                    <a:pt x="740" y="194"/>
                  </a:lnTo>
                  <a:lnTo>
                    <a:pt x="741" y="193"/>
                  </a:lnTo>
                  <a:lnTo>
                    <a:pt x="741" y="191"/>
                  </a:lnTo>
                  <a:lnTo>
                    <a:pt x="743" y="190"/>
                  </a:lnTo>
                  <a:lnTo>
                    <a:pt x="744" y="188"/>
                  </a:lnTo>
                  <a:lnTo>
                    <a:pt x="746" y="187"/>
                  </a:lnTo>
                  <a:lnTo>
                    <a:pt x="747" y="185"/>
                  </a:lnTo>
                  <a:lnTo>
                    <a:pt x="749" y="185"/>
                  </a:lnTo>
                  <a:lnTo>
                    <a:pt x="750" y="184"/>
                  </a:lnTo>
                  <a:lnTo>
                    <a:pt x="752" y="182"/>
                  </a:lnTo>
                  <a:lnTo>
                    <a:pt x="752" y="181"/>
                  </a:lnTo>
                  <a:lnTo>
                    <a:pt x="753" y="180"/>
                  </a:lnTo>
                  <a:lnTo>
                    <a:pt x="754" y="180"/>
                  </a:lnTo>
                  <a:lnTo>
                    <a:pt x="754" y="178"/>
                  </a:lnTo>
                  <a:lnTo>
                    <a:pt x="756" y="177"/>
                  </a:lnTo>
                  <a:lnTo>
                    <a:pt x="757" y="175"/>
                  </a:lnTo>
                  <a:lnTo>
                    <a:pt x="759" y="174"/>
                  </a:lnTo>
                  <a:lnTo>
                    <a:pt x="760" y="172"/>
                  </a:lnTo>
                  <a:lnTo>
                    <a:pt x="762" y="171"/>
                  </a:lnTo>
                  <a:lnTo>
                    <a:pt x="762" y="169"/>
                  </a:lnTo>
                  <a:lnTo>
                    <a:pt x="763" y="169"/>
                  </a:lnTo>
                  <a:lnTo>
                    <a:pt x="763" y="168"/>
                  </a:lnTo>
                  <a:lnTo>
                    <a:pt x="765" y="166"/>
                  </a:lnTo>
                  <a:lnTo>
                    <a:pt x="766" y="166"/>
                  </a:lnTo>
                  <a:lnTo>
                    <a:pt x="766" y="165"/>
                  </a:lnTo>
                  <a:lnTo>
                    <a:pt x="768" y="163"/>
                  </a:lnTo>
                  <a:lnTo>
                    <a:pt x="769" y="162"/>
                  </a:lnTo>
                  <a:lnTo>
                    <a:pt x="771" y="160"/>
                  </a:lnTo>
                  <a:lnTo>
                    <a:pt x="771" y="159"/>
                  </a:lnTo>
                  <a:lnTo>
                    <a:pt x="772" y="157"/>
                  </a:lnTo>
                  <a:lnTo>
                    <a:pt x="774" y="156"/>
                  </a:lnTo>
                  <a:lnTo>
                    <a:pt x="775" y="154"/>
                  </a:lnTo>
                  <a:lnTo>
                    <a:pt x="777" y="151"/>
                  </a:lnTo>
                  <a:lnTo>
                    <a:pt x="778" y="150"/>
                  </a:lnTo>
                  <a:lnTo>
                    <a:pt x="781" y="148"/>
                  </a:lnTo>
                  <a:lnTo>
                    <a:pt x="783" y="145"/>
                  </a:lnTo>
                  <a:lnTo>
                    <a:pt x="784" y="144"/>
                  </a:lnTo>
                  <a:lnTo>
                    <a:pt x="786" y="142"/>
                  </a:lnTo>
                  <a:lnTo>
                    <a:pt x="786" y="141"/>
                  </a:lnTo>
                  <a:lnTo>
                    <a:pt x="787" y="139"/>
                  </a:lnTo>
                  <a:lnTo>
                    <a:pt x="789" y="138"/>
                  </a:lnTo>
                  <a:lnTo>
                    <a:pt x="790" y="137"/>
                  </a:lnTo>
                  <a:lnTo>
                    <a:pt x="792" y="135"/>
                  </a:lnTo>
                  <a:lnTo>
                    <a:pt x="792" y="134"/>
                  </a:lnTo>
                  <a:lnTo>
                    <a:pt x="793" y="134"/>
                  </a:lnTo>
                  <a:lnTo>
                    <a:pt x="795" y="132"/>
                  </a:lnTo>
                  <a:lnTo>
                    <a:pt x="795" y="131"/>
                  </a:lnTo>
                  <a:lnTo>
                    <a:pt x="796" y="129"/>
                  </a:lnTo>
                  <a:lnTo>
                    <a:pt x="796" y="128"/>
                  </a:lnTo>
                  <a:lnTo>
                    <a:pt x="797" y="128"/>
                  </a:lnTo>
                  <a:lnTo>
                    <a:pt x="797" y="126"/>
                  </a:lnTo>
                  <a:lnTo>
                    <a:pt x="799" y="125"/>
                  </a:lnTo>
                  <a:lnTo>
                    <a:pt x="800" y="123"/>
                  </a:lnTo>
                  <a:lnTo>
                    <a:pt x="802" y="122"/>
                  </a:lnTo>
                  <a:lnTo>
                    <a:pt x="803" y="120"/>
                  </a:lnTo>
                  <a:lnTo>
                    <a:pt x="803" y="119"/>
                  </a:lnTo>
                  <a:lnTo>
                    <a:pt x="805" y="117"/>
                  </a:lnTo>
                  <a:lnTo>
                    <a:pt x="806" y="116"/>
                  </a:lnTo>
                  <a:lnTo>
                    <a:pt x="808" y="114"/>
                  </a:lnTo>
                  <a:lnTo>
                    <a:pt x="808" y="113"/>
                  </a:lnTo>
                  <a:lnTo>
                    <a:pt x="809" y="110"/>
                  </a:lnTo>
                  <a:lnTo>
                    <a:pt x="811" y="108"/>
                  </a:lnTo>
                  <a:lnTo>
                    <a:pt x="812" y="107"/>
                  </a:lnTo>
                  <a:lnTo>
                    <a:pt x="814" y="104"/>
                  </a:lnTo>
                  <a:lnTo>
                    <a:pt x="815" y="102"/>
                  </a:lnTo>
                  <a:lnTo>
                    <a:pt x="818" y="99"/>
                  </a:lnTo>
                  <a:lnTo>
                    <a:pt x="820" y="98"/>
                  </a:lnTo>
                  <a:lnTo>
                    <a:pt x="821" y="95"/>
                  </a:lnTo>
                  <a:lnTo>
                    <a:pt x="823" y="94"/>
                  </a:lnTo>
                  <a:lnTo>
                    <a:pt x="823" y="92"/>
                  </a:lnTo>
                  <a:lnTo>
                    <a:pt x="824" y="89"/>
                  </a:lnTo>
                  <a:lnTo>
                    <a:pt x="826" y="88"/>
                  </a:lnTo>
                  <a:lnTo>
                    <a:pt x="827" y="86"/>
                  </a:lnTo>
                  <a:lnTo>
                    <a:pt x="829" y="85"/>
                  </a:lnTo>
                  <a:lnTo>
                    <a:pt x="829" y="83"/>
                  </a:lnTo>
                  <a:lnTo>
                    <a:pt x="830" y="82"/>
                  </a:lnTo>
                  <a:lnTo>
                    <a:pt x="832" y="80"/>
                  </a:lnTo>
                  <a:lnTo>
                    <a:pt x="833" y="79"/>
                  </a:lnTo>
                  <a:lnTo>
                    <a:pt x="833" y="77"/>
                  </a:lnTo>
                  <a:lnTo>
                    <a:pt x="835" y="76"/>
                  </a:lnTo>
                  <a:lnTo>
                    <a:pt x="836" y="74"/>
                  </a:lnTo>
                  <a:lnTo>
                    <a:pt x="836" y="73"/>
                  </a:lnTo>
                  <a:lnTo>
                    <a:pt x="838" y="71"/>
                  </a:lnTo>
                  <a:lnTo>
                    <a:pt x="839" y="70"/>
                  </a:lnTo>
                  <a:lnTo>
                    <a:pt x="840" y="68"/>
                  </a:lnTo>
                  <a:lnTo>
                    <a:pt x="842" y="67"/>
                  </a:lnTo>
                  <a:lnTo>
                    <a:pt x="842" y="65"/>
                  </a:lnTo>
                  <a:lnTo>
                    <a:pt x="843" y="64"/>
                  </a:lnTo>
                  <a:lnTo>
                    <a:pt x="845" y="61"/>
                  </a:lnTo>
                  <a:lnTo>
                    <a:pt x="846" y="59"/>
                  </a:lnTo>
                  <a:lnTo>
                    <a:pt x="848" y="58"/>
                  </a:lnTo>
                  <a:lnTo>
                    <a:pt x="849" y="56"/>
                  </a:lnTo>
                  <a:lnTo>
                    <a:pt x="851" y="53"/>
                  </a:lnTo>
                  <a:lnTo>
                    <a:pt x="852" y="52"/>
                  </a:lnTo>
                  <a:lnTo>
                    <a:pt x="854" y="49"/>
                  </a:lnTo>
                  <a:lnTo>
                    <a:pt x="855" y="46"/>
                  </a:lnTo>
                  <a:lnTo>
                    <a:pt x="857" y="45"/>
                  </a:lnTo>
                  <a:lnTo>
                    <a:pt x="858" y="42"/>
                  </a:lnTo>
                  <a:lnTo>
                    <a:pt x="860" y="40"/>
                  </a:lnTo>
                  <a:lnTo>
                    <a:pt x="861" y="39"/>
                  </a:lnTo>
                  <a:lnTo>
                    <a:pt x="863" y="37"/>
                  </a:lnTo>
                  <a:lnTo>
                    <a:pt x="864" y="34"/>
                  </a:lnTo>
                  <a:lnTo>
                    <a:pt x="866" y="33"/>
                  </a:lnTo>
                  <a:lnTo>
                    <a:pt x="866" y="31"/>
                  </a:lnTo>
                  <a:lnTo>
                    <a:pt x="867" y="30"/>
                  </a:lnTo>
                  <a:lnTo>
                    <a:pt x="869" y="28"/>
                  </a:lnTo>
                  <a:lnTo>
                    <a:pt x="869" y="27"/>
                  </a:lnTo>
                  <a:lnTo>
                    <a:pt x="870" y="27"/>
                  </a:lnTo>
                  <a:lnTo>
                    <a:pt x="872" y="25"/>
                  </a:lnTo>
                  <a:lnTo>
                    <a:pt x="872" y="24"/>
                  </a:lnTo>
                  <a:lnTo>
                    <a:pt x="873" y="22"/>
                  </a:lnTo>
                  <a:lnTo>
                    <a:pt x="873" y="21"/>
                  </a:lnTo>
                  <a:lnTo>
                    <a:pt x="875" y="21"/>
                  </a:lnTo>
                  <a:lnTo>
                    <a:pt x="875" y="19"/>
                  </a:lnTo>
                  <a:lnTo>
                    <a:pt x="876" y="18"/>
                  </a:lnTo>
                  <a:lnTo>
                    <a:pt x="876" y="16"/>
                  </a:lnTo>
                  <a:lnTo>
                    <a:pt x="878" y="16"/>
                  </a:lnTo>
                  <a:lnTo>
                    <a:pt x="878" y="15"/>
                  </a:lnTo>
                  <a:lnTo>
                    <a:pt x="879" y="13"/>
                  </a:lnTo>
                  <a:lnTo>
                    <a:pt x="879" y="12"/>
                  </a:lnTo>
                  <a:lnTo>
                    <a:pt x="881" y="10"/>
                  </a:lnTo>
                  <a:lnTo>
                    <a:pt x="881" y="9"/>
                  </a:lnTo>
                  <a:lnTo>
                    <a:pt x="882" y="8"/>
                  </a:lnTo>
                  <a:lnTo>
                    <a:pt x="883" y="6"/>
                  </a:lnTo>
                  <a:lnTo>
                    <a:pt x="883" y="3"/>
                  </a:lnTo>
                  <a:lnTo>
                    <a:pt x="885" y="2"/>
                  </a:lnTo>
                  <a:lnTo>
                    <a:pt x="886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193" name="Freeform 8">
              <a:extLst>
                <a:ext uri="{FF2B5EF4-FFF2-40B4-BE49-F238E27FC236}">
                  <a16:creationId xmlns:a16="http://schemas.microsoft.com/office/drawing/2014/main" id="{35461322-663C-40CF-8ABE-31D0FC2C4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5963" y="2492375"/>
              <a:ext cx="82550" cy="282575"/>
            </a:xfrm>
            <a:custGeom>
              <a:avLst/>
              <a:gdLst>
                <a:gd name="T0" fmla="*/ 2147483646 w 105"/>
                <a:gd name="T1" fmla="*/ 2147483646 h 354"/>
                <a:gd name="T2" fmla="*/ 2147483646 w 105"/>
                <a:gd name="T3" fmla="*/ 2147483646 h 354"/>
                <a:gd name="T4" fmla="*/ 2147483646 w 105"/>
                <a:gd name="T5" fmla="*/ 2147483646 h 354"/>
                <a:gd name="T6" fmla="*/ 2147483646 w 105"/>
                <a:gd name="T7" fmla="*/ 2147483646 h 354"/>
                <a:gd name="T8" fmla="*/ 2147483646 w 105"/>
                <a:gd name="T9" fmla="*/ 2147483646 h 354"/>
                <a:gd name="T10" fmla="*/ 2147483646 w 105"/>
                <a:gd name="T11" fmla="*/ 2147483646 h 354"/>
                <a:gd name="T12" fmla="*/ 2147483646 w 105"/>
                <a:gd name="T13" fmla="*/ 2147483646 h 354"/>
                <a:gd name="T14" fmla="*/ 2147483646 w 105"/>
                <a:gd name="T15" fmla="*/ 2147483646 h 354"/>
                <a:gd name="T16" fmla="*/ 2147483646 w 105"/>
                <a:gd name="T17" fmla="*/ 2147483646 h 354"/>
                <a:gd name="T18" fmla="*/ 2147483646 w 105"/>
                <a:gd name="T19" fmla="*/ 2147483646 h 354"/>
                <a:gd name="T20" fmla="*/ 2147483646 w 105"/>
                <a:gd name="T21" fmla="*/ 2147483646 h 354"/>
                <a:gd name="T22" fmla="*/ 2147483646 w 105"/>
                <a:gd name="T23" fmla="*/ 2147483646 h 354"/>
                <a:gd name="T24" fmla="*/ 2147483646 w 105"/>
                <a:gd name="T25" fmla="*/ 2147483646 h 354"/>
                <a:gd name="T26" fmla="*/ 2147483646 w 105"/>
                <a:gd name="T27" fmla="*/ 2147483646 h 354"/>
                <a:gd name="T28" fmla="*/ 2147483646 w 105"/>
                <a:gd name="T29" fmla="*/ 2147483646 h 354"/>
                <a:gd name="T30" fmla="*/ 2147483646 w 105"/>
                <a:gd name="T31" fmla="*/ 2147483646 h 354"/>
                <a:gd name="T32" fmla="*/ 2147483646 w 105"/>
                <a:gd name="T33" fmla="*/ 2147483646 h 354"/>
                <a:gd name="T34" fmla="*/ 2147483646 w 105"/>
                <a:gd name="T35" fmla="*/ 2147483646 h 354"/>
                <a:gd name="T36" fmla="*/ 2147483646 w 105"/>
                <a:gd name="T37" fmla="*/ 2147483646 h 354"/>
                <a:gd name="T38" fmla="*/ 2147483646 w 105"/>
                <a:gd name="T39" fmla="*/ 2147483646 h 354"/>
                <a:gd name="T40" fmla="*/ 2147483646 w 105"/>
                <a:gd name="T41" fmla="*/ 2147483646 h 354"/>
                <a:gd name="T42" fmla="*/ 2147483646 w 105"/>
                <a:gd name="T43" fmla="*/ 2147483646 h 354"/>
                <a:gd name="T44" fmla="*/ 2147483646 w 105"/>
                <a:gd name="T45" fmla="*/ 2147483646 h 354"/>
                <a:gd name="T46" fmla="*/ 2147483646 w 105"/>
                <a:gd name="T47" fmla="*/ 2147483646 h 354"/>
                <a:gd name="T48" fmla="*/ 2147483646 w 105"/>
                <a:gd name="T49" fmla="*/ 2147483646 h 354"/>
                <a:gd name="T50" fmla="*/ 2147483646 w 105"/>
                <a:gd name="T51" fmla="*/ 2147483646 h 354"/>
                <a:gd name="T52" fmla="*/ 2147483646 w 105"/>
                <a:gd name="T53" fmla="*/ 2147483646 h 354"/>
                <a:gd name="T54" fmla="*/ 2147483646 w 105"/>
                <a:gd name="T55" fmla="*/ 2147483646 h 354"/>
                <a:gd name="T56" fmla="*/ 2147483646 w 105"/>
                <a:gd name="T57" fmla="*/ 2147483646 h 354"/>
                <a:gd name="T58" fmla="*/ 2147483646 w 105"/>
                <a:gd name="T59" fmla="*/ 2147483646 h 354"/>
                <a:gd name="T60" fmla="*/ 2147483646 w 105"/>
                <a:gd name="T61" fmla="*/ 2147483646 h 354"/>
                <a:gd name="T62" fmla="*/ 2147483646 w 105"/>
                <a:gd name="T63" fmla="*/ 2147483646 h 354"/>
                <a:gd name="T64" fmla="*/ 2147483646 w 105"/>
                <a:gd name="T65" fmla="*/ 2147483646 h 354"/>
                <a:gd name="T66" fmla="*/ 2147483646 w 105"/>
                <a:gd name="T67" fmla="*/ 2147483646 h 354"/>
                <a:gd name="T68" fmla="*/ 2147483646 w 105"/>
                <a:gd name="T69" fmla="*/ 2147483646 h 354"/>
                <a:gd name="T70" fmla="*/ 2147483646 w 105"/>
                <a:gd name="T71" fmla="*/ 2147483646 h 354"/>
                <a:gd name="T72" fmla="*/ 2147483646 w 105"/>
                <a:gd name="T73" fmla="*/ 2147483646 h 354"/>
                <a:gd name="T74" fmla="*/ 2147483646 w 105"/>
                <a:gd name="T75" fmla="*/ 2147483646 h 354"/>
                <a:gd name="T76" fmla="*/ 2147483646 w 105"/>
                <a:gd name="T77" fmla="*/ 2147483646 h 354"/>
                <a:gd name="T78" fmla="*/ 2147483646 w 105"/>
                <a:gd name="T79" fmla="*/ 2147483646 h 354"/>
                <a:gd name="T80" fmla="*/ 2147483646 w 105"/>
                <a:gd name="T81" fmla="*/ 2147483646 h 354"/>
                <a:gd name="T82" fmla="*/ 2147483646 w 105"/>
                <a:gd name="T83" fmla="*/ 2147483646 h 354"/>
                <a:gd name="T84" fmla="*/ 2147483646 w 105"/>
                <a:gd name="T85" fmla="*/ 2147483646 h 354"/>
                <a:gd name="T86" fmla="*/ 2147483646 w 105"/>
                <a:gd name="T87" fmla="*/ 2147483646 h 354"/>
                <a:gd name="T88" fmla="*/ 2147483646 w 105"/>
                <a:gd name="T89" fmla="*/ 2147483646 h 354"/>
                <a:gd name="T90" fmla="*/ 2147483646 w 105"/>
                <a:gd name="T91" fmla="*/ 2147483646 h 354"/>
                <a:gd name="T92" fmla="*/ 2147483646 w 105"/>
                <a:gd name="T93" fmla="*/ 2147483646 h 354"/>
                <a:gd name="T94" fmla="*/ 2147483646 w 105"/>
                <a:gd name="T95" fmla="*/ 2147483646 h 354"/>
                <a:gd name="T96" fmla="*/ 2147483646 w 105"/>
                <a:gd name="T97" fmla="*/ 2147483646 h 354"/>
                <a:gd name="T98" fmla="*/ 2147483646 w 105"/>
                <a:gd name="T99" fmla="*/ 2147483646 h 354"/>
                <a:gd name="T100" fmla="*/ 2147483646 w 105"/>
                <a:gd name="T101" fmla="*/ 2147483646 h 354"/>
                <a:gd name="T102" fmla="*/ 2147483646 w 105"/>
                <a:gd name="T103" fmla="*/ 2147483646 h 354"/>
                <a:gd name="T104" fmla="*/ 2147483646 w 105"/>
                <a:gd name="T105" fmla="*/ 2147483646 h 354"/>
                <a:gd name="T106" fmla="*/ 2147483646 w 105"/>
                <a:gd name="T107" fmla="*/ 2147483646 h 354"/>
                <a:gd name="T108" fmla="*/ 2147483646 w 105"/>
                <a:gd name="T109" fmla="*/ 2147483646 h 354"/>
                <a:gd name="T110" fmla="*/ 2147483646 w 105"/>
                <a:gd name="T111" fmla="*/ 2147483646 h 354"/>
                <a:gd name="T112" fmla="*/ 2147483646 w 105"/>
                <a:gd name="T113" fmla="*/ 2147483646 h 35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05" h="354">
                  <a:moveTo>
                    <a:pt x="0" y="0"/>
                  </a:moveTo>
                  <a:lnTo>
                    <a:pt x="3" y="4"/>
                  </a:lnTo>
                  <a:lnTo>
                    <a:pt x="4" y="7"/>
                  </a:lnTo>
                  <a:lnTo>
                    <a:pt x="6" y="10"/>
                  </a:lnTo>
                  <a:lnTo>
                    <a:pt x="9" y="15"/>
                  </a:lnTo>
                  <a:lnTo>
                    <a:pt x="10" y="17"/>
                  </a:lnTo>
                  <a:lnTo>
                    <a:pt x="12" y="19"/>
                  </a:lnTo>
                  <a:lnTo>
                    <a:pt x="13" y="22"/>
                  </a:lnTo>
                  <a:lnTo>
                    <a:pt x="15" y="25"/>
                  </a:lnTo>
                  <a:lnTo>
                    <a:pt x="16" y="26"/>
                  </a:lnTo>
                  <a:lnTo>
                    <a:pt x="16" y="29"/>
                  </a:lnTo>
                  <a:lnTo>
                    <a:pt x="18" y="31"/>
                  </a:lnTo>
                  <a:lnTo>
                    <a:pt x="19" y="34"/>
                  </a:lnTo>
                  <a:lnTo>
                    <a:pt x="19" y="35"/>
                  </a:lnTo>
                  <a:lnTo>
                    <a:pt x="21" y="37"/>
                  </a:lnTo>
                  <a:lnTo>
                    <a:pt x="22" y="38"/>
                  </a:lnTo>
                  <a:lnTo>
                    <a:pt x="22" y="40"/>
                  </a:lnTo>
                  <a:lnTo>
                    <a:pt x="24" y="41"/>
                  </a:lnTo>
                  <a:lnTo>
                    <a:pt x="24" y="43"/>
                  </a:lnTo>
                  <a:lnTo>
                    <a:pt x="25" y="44"/>
                  </a:lnTo>
                  <a:lnTo>
                    <a:pt x="25" y="46"/>
                  </a:lnTo>
                  <a:lnTo>
                    <a:pt x="27" y="47"/>
                  </a:lnTo>
                  <a:lnTo>
                    <a:pt x="27" y="49"/>
                  </a:lnTo>
                  <a:lnTo>
                    <a:pt x="27" y="50"/>
                  </a:lnTo>
                  <a:lnTo>
                    <a:pt x="28" y="52"/>
                  </a:lnTo>
                  <a:lnTo>
                    <a:pt x="28" y="53"/>
                  </a:lnTo>
                  <a:lnTo>
                    <a:pt x="29" y="55"/>
                  </a:lnTo>
                  <a:lnTo>
                    <a:pt x="29" y="56"/>
                  </a:lnTo>
                  <a:lnTo>
                    <a:pt x="31" y="58"/>
                  </a:lnTo>
                  <a:lnTo>
                    <a:pt x="31" y="59"/>
                  </a:lnTo>
                  <a:lnTo>
                    <a:pt x="32" y="60"/>
                  </a:lnTo>
                  <a:lnTo>
                    <a:pt x="32" y="62"/>
                  </a:lnTo>
                  <a:lnTo>
                    <a:pt x="34" y="65"/>
                  </a:lnTo>
                  <a:lnTo>
                    <a:pt x="34" y="66"/>
                  </a:lnTo>
                  <a:lnTo>
                    <a:pt x="35" y="68"/>
                  </a:lnTo>
                  <a:lnTo>
                    <a:pt x="35" y="71"/>
                  </a:lnTo>
                  <a:lnTo>
                    <a:pt x="37" y="72"/>
                  </a:lnTo>
                  <a:lnTo>
                    <a:pt x="37" y="74"/>
                  </a:lnTo>
                  <a:lnTo>
                    <a:pt x="38" y="75"/>
                  </a:lnTo>
                  <a:lnTo>
                    <a:pt x="38" y="77"/>
                  </a:lnTo>
                  <a:lnTo>
                    <a:pt x="38" y="78"/>
                  </a:lnTo>
                  <a:lnTo>
                    <a:pt x="40" y="80"/>
                  </a:lnTo>
                  <a:lnTo>
                    <a:pt x="40" y="81"/>
                  </a:lnTo>
                  <a:lnTo>
                    <a:pt x="41" y="83"/>
                  </a:lnTo>
                  <a:lnTo>
                    <a:pt x="41" y="84"/>
                  </a:lnTo>
                  <a:lnTo>
                    <a:pt x="41" y="86"/>
                  </a:lnTo>
                  <a:lnTo>
                    <a:pt x="43" y="86"/>
                  </a:lnTo>
                  <a:lnTo>
                    <a:pt x="43" y="87"/>
                  </a:lnTo>
                  <a:lnTo>
                    <a:pt x="43" y="89"/>
                  </a:lnTo>
                  <a:lnTo>
                    <a:pt x="44" y="90"/>
                  </a:lnTo>
                  <a:lnTo>
                    <a:pt x="44" y="92"/>
                  </a:lnTo>
                  <a:lnTo>
                    <a:pt x="46" y="93"/>
                  </a:lnTo>
                  <a:lnTo>
                    <a:pt x="46" y="95"/>
                  </a:lnTo>
                  <a:lnTo>
                    <a:pt x="46" y="96"/>
                  </a:lnTo>
                  <a:lnTo>
                    <a:pt x="47" y="98"/>
                  </a:lnTo>
                  <a:lnTo>
                    <a:pt x="47" y="99"/>
                  </a:lnTo>
                  <a:lnTo>
                    <a:pt x="49" y="102"/>
                  </a:lnTo>
                  <a:lnTo>
                    <a:pt x="49" y="103"/>
                  </a:lnTo>
                  <a:lnTo>
                    <a:pt x="50" y="105"/>
                  </a:lnTo>
                  <a:lnTo>
                    <a:pt x="50" y="106"/>
                  </a:lnTo>
                  <a:lnTo>
                    <a:pt x="52" y="109"/>
                  </a:lnTo>
                  <a:lnTo>
                    <a:pt x="52" y="111"/>
                  </a:lnTo>
                  <a:lnTo>
                    <a:pt x="53" y="114"/>
                  </a:lnTo>
                  <a:lnTo>
                    <a:pt x="55" y="117"/>
                  </a:lnTo>
                  <a:lnTo>
                    <a:pt x="55" y="118"/>
                  </a:lnTo>
                  <a:lnTo>
                    <a:pt x="56" y="121"/>
                  </a:lnTo>
                  <a:lnTo>
                    <a:pt x="56" y="123"/>
                  </a:lnTo>
                  <a:lnTo>
                    <a:pt x="58" y="124"/>
                  </a:lnTo>
                  <a:lnTo>
                    <a:pt x="58" y="127"/>
                  </a:lnTo>
                  <a:lnTo>
                    <a:pt x="59" y="129"/>
                  </a:lnTo>
                  <a:lnTo>
                    <a:pt x="59" y="130"/>
                  </a:lnTo>
                  <a:lnTo>
                    <a:pt x="59" y="132"/>
                  </a:lnTo>
                  <a:lnTo>
                    <a:pt x="61" y="133"/>
                  </a:lnTo>
                  <a:lnTo>
                    <a:pt x="61" y="135"/>
                  </a:lnTo>
                  <a:lnTo>
                    <a:pt x="61" y="136"/>
                  </a:lnTo>
                  <a:lnTo>
                    <a:pt x="62" y="136"/>
                  </a:lnTo>
                  <a:lnTo>
                    <a:pt x="62" y="138"/>
                  </a:lnTo>
                  <a:lnTo>
                    <a:pt x="62" y="139"/>
                  </a:lnTo>
                  <a:lnTo>
                    <a:pt x="64" y="141"/>
                  </a:lnTo>
                  <a:lnTo>
                    <a:pt x="64" y="142"/>
                  </a:lnTo>
                  <a:lnTo>
                    <a:pt x="64" y="144"/>
                  </a:lnTo>
                  <a:lnTo>
                    <a:pt x="64" y="145"/>
                  </a:lnTo>
                  <a:lnTo>
                    <a:pt x="65" y="146"/>
                  </a:lnTo>
                  <a:lnTo>
                    <a:pt x="65" y="148"/>
                  </a:lnTo>
                  <a:lnTo>
                    <a:pt x="67" y="149"/>
                  </a:lnTo>
                  <a:lnTo>
                    <a:pt x="67" y="151"/>
                  </a:lnTo>
                  <a:lnTo>
                    <a:pt x="67" y="154"/>
                  </a:lnTo>
                  <a:lnTo>
                    <a:pt x="68" y="155"/>
                  </a:lnTo>
                  <a:lnTo>
                    <a:pt x="68" y="157"/>
                  </a:lnTo>
                  <a:lnTo>
                    <a:pt x="68" y="158"/>
                  </a:lnTo>
                  <a:lnTo>
                    <a:pt x="70" y="161"/>
                  </a:lnTo>
                  <a:lnTo>
                    <a:pt x="70" y="163"/>
                  </a:lnTo>
                  <a:lnTo>
                    <a:pt x="71" y="166"/>
                  </a:lnTo>
                  <a:lnTo>
                    <a:pt x="71" y="167"/>
                  </a:lnTo>
                  <a:lnTo>
                    <a:pt x="72" y="170"/>
                  </a:lnTo>
                  <a:lnTo>
                    <a:pt x="72" y="172"/>
                  </a:lnTo>
                  <a:lnTo>
                    <a:pt x="74" y="175"/>
                  </a:lnTo>
                  <a:lnTo>
                    <a:pt x="74" y="176"/>
                  </a:lnTo>
                  <a:lnTo>
                    <a:pt x="75" y="179"/>
                  </a:lnTo>
                  <a:lnTo>
                    <a:pt x="75" y="181"/>
                  </a:lnTo>
                  <a:lnTo>
                    <a:pt x="75" y="182"/>
                  </a:lnTo>
                  <a:lnTo>
                    <a:pt x="77" y="184"/>
                  </a:lnTo>
                  <a:lnTo>
                    <a:pt x="77" y="185"/>
                  </a:lnTo>
                  <a:lnTo>
                    <a:pt x="77" y="187"/>
                  </a:lnTo>
                  <a:lnTo>
                    <a:pt x="78" y="188"/>
                  </a:lnTo>
                  <a:lnTo>
                    <a:pt x="78" y="189"/>
                  </a:lnTo>
                  <a:lnTo>
                    <a:pt x="78" y="191"/>
                  </a:lnTo>
                  <a:lnTo>
                    <a:pt x="78" y="192"/>
                  </a:lnTo>
                  <a:lnTo>
                    <a:pt x="80" y="194"/>
                  </a:lnTo>
                  <a:lnTo>
                    <a:pt x="80" y="195"/>
                  </a:lnTo>
                  <a:lnTo>
                    <a:pt x="80" y="197"/>
                  </a:lnTo>
                  <a:lnTo>
                    <a:pt x="81" y="198"/>
                  </a:lnTo>
                  <a:lnTo>
                    <a:pt x="81" y="200"/>
                  </a:lnTo>
                  <a:lnTo>
                    <a:pt x="81" y="201"/>
                  </a:lnTo>
                  <a:lnTo>
                    <a:pt x="83" y="203"/>
                  </a:lnTo>
                  <a:lnTo>
                    <a:pt x="83" y="204"/>
                  </a:lnTo>
                  <a:lnTo>
                    <a:pt x="83" y="206"/>
                  </a:lnTo>
                  <a:lnTo>
                    <a:pt x="83" y="207"/>
                  </a:lnTo>
                  <a:lnTo>
                    <a:pt x="84" y="209"/>
                  </a:lnTo>
                  <a:lnTo>
                    <a:pt x="84" y="210"/>
                  </a:lnTo>
                  <a:lnTo>
                    <a:pt x="86" y="212"/>
                  </a:lnTo>
                  <a:lnTo>
                    <a:pt x="86" y="215"/>
                  </a:lnTo>
                  <a:lnTo>
                    <a:pt x="86" y="216"/>
                  </a:lnTo>
                  <a:lnTo>
                    <a:pt x="87" y="219"/>
                  </a:lnTo>
                  <a:lnTo>
                    <a:pt x="87" y="221"/>
                  </a:lnTo>
                  <a:lnTo>
                    <a:pt x="89" y="224"/>
                  </a:lnTo>
                  <a:lnTo>
                    <a:pt x="89" y="227"/>
                  </a:lnTo>
                  <a:lnTo>
                    <a:pt x="90" y="228"/>
                  </a:lnTo>
                  <a:lnTo>
                    <a:pt x="90" y="230"/>
                  </a:lnTo>
                  <a:lnTo>
                    <a:pt x="92" y="232"/>
                  </a:lnTo>
                  <a:lnTo>
                    <a:pt x="92" y="234"/>
                  </a:lnTo>
                  <a:lnTo>
                    <a:pt x="92" y="235"/>
                  </a:lnTo>
                  <a:lnTo>
                    <a:pt x="93" y="237"/>
                  </a:lnTo>
                  <a:lnTo>
                    <a:pt x="93" y="238"/>
                  </a:lnTo>
                  <a:lnTo>
                    <a:pt x="93" y="240"/>
                  </a:lnTo>
                  <a:lnTo>
                    <a:pt x="95" y="241"/>
                  </a:lnTo>
                  <a:lnTo>
                    <a:pt x="95" y="243"/>
                  </a:lnTo>
                  <a:lnTo>
                    <a:pt x="95" y="244"/>
                  </a:lnTo>
                  <a:lnTo>
                    <a:pt x="95" y="246"/>
                  </a:lnTo>
                  <a:lnTo>
                    <a:pt x="95" y="247"/>
                  </a:lnTo>
                  <a:lnTo>
                    <a:pt x="96" y="247"/>
                  </a:lnTo>
                  <a:lnTo>
                    <a:pt x="96" y="249"/>
                  </a:lnTo>
                  <a:lnTo>
                    <a:pt x="96" y="250"/>
                  </a:lnTo>
                  <a:lnTo>
                    <a:pt x="96" y="252"/>
                  </a:lnTo>
                  <a:lnTo>
                    <a:pt x="96" y="253"/>
                  </a:lnTo>
                  <a:lnTo>
                    <a:pt x="96" y="255"/>
                  </a:lnTo>
                  <a:lnTo>
                    <a:pt x="96" y="256"/>
                  </a:lnTo>
                  <a:lnTo>
                    <a:pt x="98" y="258"/>
                  </a:lnTo>
                  <a:lnTo>
                    <a:pt x="98" y="259"/>
                  </a:lnTo>
                  <a:lnTo>
                    <a:pt x="98" y="261"/>
                  </a:lnTo>
                  <a:lnTo>
                    <a:pt x="98" y="262"/>
                  </a:lnTo>
                  <a:lnTo>
                    <a:pt x="98" y="264"/>
                  </a:lnTo>
                  <a:lnTo>
                    <a:pt x="98" y="265"/>
                  </a:lnTo>
                  <a:lnTo>
                    <a:pt x="98" y="267"/>
                  </a:lnTo>
                  <a:lnTo>
                    <a:pt x="98" y="270"/>
                  </a:lnTo>
                  <a:lnTo>
                    <a:pt x="98" y="271"/>
                  </a:lnTo>
                  <a:lnTo>
                    <a:pt x="99" y="274"/>
                  </a:lnTo>
                  <a:lnTo>
                    <a:pt x="99" y="275"/>
                  </a:lnTo>
                  <a:lnTo>
                    <a:pt x="99" y="277"/>
                  </a:lnTo>
                  <a:lnTo>
                    <a:pt x="99" y="278"/>
                  </a:lnTo>
                  <a:lnTo>
                    <a:pt x="99" y="281"/>
                  </a:lnTo>
                  <a:lnTo>
                    <a:pt x="99" y="283"/>
                  </a:lnTo>
                  <a:lnTo>
                    <a:pt x="99" y="284"/>
                  </a:lnTo>
                  <a:lnTo>
                    <a:pt x="99" y="286"/>
                  </a:lnTo>
                  <a:lnTo>
                    <a:pt x="99" y="287"/>
                  </a:lnTo>
                  <a:lnTo>
                    <a:pt x="99" y="289"/>
                  </a:lnTo>
                  <a:lnTo>
                    <a:pt x="99" y="290"/>
                  </a:lnTo>
                  <a:lnTo>
                    <a:pt x="101" y="290"/>
                  </a:lnTo>
                  <a:lnTo>
                    <a:pt x="101" y="292"/>
                  </a:lnTo>
                  <a:lnTo>
                    <a:pt x="101" y="293"/>
                  </a:lnTo>
                  <a:lnTo>
                    <a:pt x="101" y="295"/>
                  </a:lnTo>
                  <a:lnTo>
                    <a:pt x="101" y="296"/>
                  </a:lnTo>
                  <a:lnTo>
                    <a:pt x="101" y="298"/>
                  </a:lnTo>
                  <a:lnTo>
                    <a:pt x="101" y="299"/>
                  </a:lnTo>
                  <a:lnTo>
                    <a:pt x="101" y="301"/>
                  </a:lnTo>
                  <a:lnTo>
                    <a:pt x="102" y="301"/>
                  </a:lnTo>
                  <a:lnTo>
                    <a:pt x="102" y="302"/>
                  </a:lnTo>
                  <a:lnTo>
                    <a:pt x="102" y="304"/>
                  </a:lnTo>
                  <a:lnTo>
                    <a:pt x="102" y="305"/>
                  </a:lnTo>
                  <a:lnTo>
                    <a:pt x="102" y="307"/>
                  </a:lnTo>
                  <a:lnTo>
                    <a:pt x="102" y="308"/>
                  </a:lnTo>
                  <a:lnTo>
                    <a:pt x="104" y="310"/>
                  </a:lnTo>
                  <a:lnTo>
                    <a:pt x="104" y="311"/>
                  </a:lnTo>
                  <a:lnTo>
                    <a:pt x="104" y="313"/>
                  </a:lnTo>
                  <a:lnTo>
                    <a:pt x="104" y="314"/>
                  </a:lnTo>
                  <a:lnTo>
                    <a:pt x="104" y="316"/>
                  </a:lnTo>
                  <a:lnTo>
                    <a:pt x="105" y="316"/>
                  </a:lnTo>
                  <a:lnTo>
                    <a:pt x="105" y="317"/>
                  </a:lnTo>
                  <a:lnTo>
                    <a:pt x="105" y="319"/>
                  </a:lnTo>
                  <a:lnTo>
                    <a:pt x="105" y="320"/>
                  </a:lnTo>
                  <a:lnTo>
                    <a:pt x="105" y="321"/>
                  </a:lnTo>
                  <a:lnTo>
                    <a:pt x="105" y="323"/>
                  </a:lnTo>
                  <a:lnTo>
                    <a:pt x="105" y="324"/>
                  </a:lnTo>
                  <a:lnTo>
                    <a:pt x="105" y="326"/>
                  </a:lnTo>
                  <a:lnTo>
                    <a:pt x="105" y="327"/>
                  </a:lnTo>
                  <a:lnTo>
                    <a:pt x="105" y="329"/>
                  </a:lnTo>
                  <a:lnTo>
                    <a:pt x="105" y="330"/>
                  </a:lnTo>
                  <a:lnTo>
                    <a:pt x="105" y="332"/>
                  </a:lnTo>
                  <a:lnTo>
                    <a:pt x="105" y="333"/>
                  </a:lnTo>
                  <a:lnTo>
                    <a:pt x="105" y="335"/>
                  </a:lnTo>
                  <a:lnTo>
                    <a:pt x="105" y="338"/>
                  </a:lnTo>
                  <a:lnTo>
                    <a:pt x="105" y="339"/>
                  </a:lnTo>
                  <a:lnTo>
                    <a:pt x="105" y="341"/>
                  </a:lnTo>
                  <a:lnTo>
                    <a:pt x="105" y="344"/>
                  </a:lnTo>
                  <a:lnTo>
                    <a:pt x="104" y="345"/>
                  </a:lnTo>
                  <a:lnTo>
                    <a:pt x="104" y="348"/>
                  </a:lnTo>
                  <a:lnTo>
                    <a:pt x="104" y="351"/>
                  </a:lnTo>
                  <a:lnTo>
                    <a:pt x="104" y="35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194" name="Freeform 9">
              <a:extLst>
                <a:ext uri="{FF2B5EF4-FFF2-40B4-BE49-F238E27FC236}">
                  <a16:creationId xmlns:a16="http://schemas.microsoft.com/office/drawing/2014/main" id="{546501F4-E2AF-4275-A823-6BCC61CA7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5963" y="2773362"/>
              <a:ext cx="82550" cy="279400"/>
            </a:xfrm>
            <a:custGeom>
              <a:avLst/>
              <a:gdLst>
                <a:gd name="T0" fmla="*/ 2147483646 w 105"/>
                <a:gd name="T1" fmla="*/ 2147483646 h 353"/>
                <a:gd name="T2" fmla="*/ 2147483646 w 105"/>
                <a:gd name="T3" fmla="*/ 2147483646 h 353"/>
                <a:gd name="T4" fmla="*/ 2147483646 w 105"/>
                <a:gd name="T5" fmla="*/ 2147483646 h 353"/>
                <a:gd name="T6" fmla="*/ 2147483646 w 105"/>
                <a:gd name="T7" fmla="*/ 2147483646 h 353"/>
                <a:gd name="T8" fmla="*/ 2147483646 w 105"/>
                <a:gd name="T9" fmla="*/ 2147483646 h 353"/>
                <a:gd name="T10" fmla="*/ 2147483646 w 105"/>
                <a:gd name="T11" fmla="*/ 2147483646 h 353"/>
                <a:gd name="T12" fmla="*/ 2147483646 w 105"/>
                <a:gd name="T13" fmla="*/ 2147483646 h 353"/>
                <a:gd name="T14" fmla="*/ 2147483646 w 105"/>
                <a:gd name="T15" fmla="*/ 2147483646 h 353"/>
                <a:gd name="T16" fmla="*/ 2147483646 w 105"/>
                <a:gd name="T17" fmla="*/ 2147483646 h 353"/>
                <a:gd name="T18" fmla="*/ 2147483646 w 105"/>
                <a:gd name="T19" fmla="*/ 2147483646 h 353"/>
                <a:gd name="T20" fmla="*/ 2147483646 w 105"/>
                <a:gd name="T21" fmla="*/ 2147483646 h 353"/>
                <a:gd name="T22" fmla="*/ 2147483646 w 105"/>
                <a:gd name="T23" fmla="*/ 2147483646 h 353"/>
                <a:gd name="T24" fmla="*/ 2147483646 w 105"/>
                <a:gd name="T25" fmla="*/ 2147483646 h 353"/>
                <a:gd name="T26" fmla="*/ 2147483646 w 105"/>
                <a:gd name="T27" fmla="*/ 2147483646 h 353"/>
                <a:gd name="T28" fmla="*/ 2147483646 w 105"/>
                <a:gd name="T29" fmla="*/ 2147483646 h 353"/>
                <a:gd name="T30" fmla="*/ 2147483646 w 105"/>
                <a:gd name="T31" fmla="*/ 2147483646 h 353"/>
                <a:gd name="T32" fmla="*/ 2147483646 w 105"/>
                <a:gd name="T33" fmla="*/ 2147483646 h 353"/>
                <a:gd name="T34" fmla="*/ 2147483646 w 105"/>
                <a:gd name="T35" fmla="*/ 2147483646 h 353"/>
                <a:gd name="T36" fmla="*/ 2147483646 w 105"/>
                <a:gd name="T37" fmla="*/ 2147483646 h 353"/>
                <a:gd name="T38" fmla="*/ 2147483646 w 105"/>
                <a:gd name="T39" fmla="*/ 2147483646 h 353"/>
                <a:gd name="T40" fmla="*/ 2147483646 w 105"/>
                <a:gd name="T41" fmla="*/ 2147483646 h 353"/>
                <a:gd name="T42" fmla="*/ 2147483646 w 105"/>
                <a:gd name="T43" fmla="*/ 2147483646 h 353"/>
                <a:gd name="T44" fmla="*/ 2147483646 w 105"/>
                <a:gd name="T45" fmla="*/ 2147483646 h 353"/>
                <a:gd name="T46" fmla="*/ 2147483646 w 105"/>
                <a:gd name="T47" fmla="*/ 2147483646 h 353"/>
                <a:gd name="T48" fmla="*/ 2147483646 w 105"/>
                <a:gd name="T49" fmla="*/ 2147483646 h 353"/>
                <a:gd name="T50" fmla="*/ 2147483646 w 105"/>
                <a:gd name="T51" fmla="*/ 2147483646 h 353"/>
                <a:gd name="T52" fmla="*/ 2147483646 w 105"/>
                <a:gd name="T53" fmla="*/ 2147483646 h 353"/>
                <a:gd name="T54" fmla="*/ 2147483646 w 105"/>
                <a:gd name="T55" fmla="*/ 2147483646 h 353"/>
                <a:gd name="T56" fmla="*/ 2147483646 w 105"/>
                <a:gd name="T57" fmla="*/ 2147483646 h 353"/>
                <a:gd name="T58" fmla="*/ 2147483646 w 105"/>
                <a:gd name="T59" fmla="*/ 2147483646 h 353"/>
                <a:gd name="T60" fmla="*/ 2147483646 w 105"/>
                <a:gd name="T61" fmla="*/ 2147483646 h 353"/>
                <a:gd name="T62" fmla="*/ 2147483646 w 105"/>
                <a:gd name="T63" fmla="*/ 2147483646 h 353"/>
                <a:gd name="T64" fmla="*/ 2147483646 w 105"/>
                <a:gd name="T65" fmla="*/ 2147483646 h 353"/>
                <a:gd name="T66" fmla="*/ 2147483646 w 105"/>
                <a:gd name="T67" fmla="*/ 2147483646 h 353"/>
                <a:gd name="T68" fmla="*/ 2147483646 w 105"/>
                <a:gd name="T69" fmla="*/ 2147483646 h 353"/>
                <a:gd name="T70" fmla="*/ 2147483646 w 105"/>
                <a:gd name="T71" fmla="*/ 2147483646 h 353"/>
                <a:gd name="T72" fmla="*/ 2147483646 w 105"/>
                <a:gd name="T73" fmla="*/ 2147483646 h 353"/>
                <a:gd name="T74" fmla="*/ 2147483646 w 105"/>
                <a:gd name="T75" fmla="*/ 2147483646 h 353"/>
                <a:gd name="T76" fmla="*/ 2147483646 w 105"/>
                <a:gd name="T77" fmla="*/ 2147483646 h 353"/>
                <a:gd name="T78" fmla="*/ 2147483646 w 105"/>
                <a:gd name="T79" fmla="*/ 2147483646 h 353"/>
                <a:gd name="T80" fmla="*/ 2147483646 w 105"/>
                <a:gd name="T81" fmla="*/ 2147483646 h 353"/>
                <a:gd name="T82" fmla="*/ 2147483646 w 105"/>
                <a:gd name="T83" fmla="*/ 2147483646 h 353"/>
                <a:gd name="T84" fmla="*/ 2147483646 w 105"/>
                <a:gd name="T85" fmla="*/ 2147483646 h 353"/>
                <a:gd name="T86" fmla="*/ 2147483646 w 105"/>
                <a:gd name="T87" fmla="*/ 2147483646 h 353"/>
                <a:gd name="T88" fmla="*/ 2147483646 w 105"/>
                <a:gd name="T89" fmla="*/ 2147483646 h 353"/>
                <a:gd name="T90" fmla="*/ 2147483646 w 105"/>
                <a:gd name="T91" fmla="*/ 2147483646 h 353"/>
                <a:gd name="T92" fmla="*/ 2147483646 w 105"/>
                <a:gd name="T93" fmla="*/ 2147483646 h 353"/>
                <a:gd name="T94" fmla="*/ 2147483646 w 105"/>
                <a:gd name="T95" fmla="*/ 2147483646 h 353"/>
                <a:gd name="T96" fmla="*/ 2147483646 w 105"/>
                <a:gd name="T97" fmla="*/ 2147483646 h 353"/>
                <a:gd name="T98" fmla="*/ 2147483646 w 105"/>
                <a:gd name="T99" fmla="*/ 2147483646 h 353"/>
                <a:gd name="T100" fmla="*/ 2147483646 w 105"/>
                <a:gd name="T101" fmla="*/ 2147483646 h 353"/>
                <a:gd name="T102" fmla="*/ 2147483646 w 105"/>
                <a:gd name="T103" fmla="*/ 2147483646 h 353"/>
                <a:gd name="T104" fmla="*/ 2147483646 w 105"/>
                <a:gd name="T105" fmla="*/ 2147483646 h 353"/>
                <a:gd name="T106" fmla="*/ 2147483646 w 105"/>
                <a:gd name="T107" fmla="*/ 2147483646 h 353"/>
                <a:gd name="T108" fmla="*/ 2147483646 w 105"/>
                <a:gd name="T109" fmla="*/ 2147483646 h 353"/>
                <a:gd name="T110" fmla="*/ 2147483646 w 105"/>
                <a:gd name="T111" fmla="*/ 2147483646 h 353"/>
                <a:gd name="T112" fmla="*/ 2147483646 w 105"/>
                <a:gd name="T113" fmla="*/ 2147483646 h 353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05" h="353">
                  <a:moveTo>
                    <a:pt x="0" y="353"/>
                  </a:moveTo>
                  <a:lnTo>
                    <a:pt x="3" y="350"/>
                  </a:lnTo>
                  <a:lnTo>
                    <a:pt x="4" y="345"/>
                  </a:lnTo>
                  <a:lnTo>
                    <a:pt x="6" y="342"/>
                  </a:lnTo>
                  <a:lnTo>
                    <a:pt x="9" y="339"/>
                  </a:lnTo>
                  <a:lnTo>
                    <a:pt x="10" y="336"/>
                  </a:lnTo>
                  <a:lnTo>
                    <a:pt x="12" y="333"/>
                  </a:lnTo>
                  <a:lnTo>
                    <a:pt x="13" y="330"/>
                  </a:lnTo>
                  <a:lnTo>
                    <a:pt x="15" y="329"/>
                  </a:lnTo>
                  <a:lnTo>
                    <a:pt x="16" y="326"/>
                  </a:lnTo>
                  <a:lnTo>
                    <a:pt x="16" y="324"/>
                  </a:lnTo>
                  <a:lnTo>
                    <a:pt x="18" y="321"/>
                  </a:lnTo>
                  <a:lnTo>
                    <a:pt x="19" y="320"/>
                  </a:lnTo>
                  <a:lnTo>
                    <a:pt x="19" y="318"/>
                  </a:lnTo>
                  <a:lnTo>
                    <a:pt x="21" y="317"/>
                  </a:lnTo>
                  <a:lnTo>
                    <a:pt x="22" y="314"/>
                  </a:lnTo>
                  <a:lnTo>
                    <a:pt x="22" y="313"/>
                  </a:lnTo>
                  <a:lnTo>
                    <a:pt x="24" y="311"/>
                  </a:lnTo>
                  <a:lnTo>
                    <a:pt x="24" y="310"/>
                  </a:lnTo>
                  <a:lnTo>
                    <a:pt x="25" y="308"/>
                  </a:lnTo>
                  <a:lnTo>
                    <a:pt x="25" y="307"/>
                  </a:lnTo>
                  <a:lnTo>
                    <a:pt x="27" y="307"/>
                  </a:lnTo>
                  <a:lnTo>
                    <a:pt x="27" y="305"/>
                  </a:lnTo>
                  <a:lnTo>
                    <a:pt x="27" y="304"/>
                  </a:lnTo>
                  <a:lnTo>
                    <a:pt x="28" y="302"/>
                  </a:lnTo>
                  <a:lnTo>
                    <a:pt x="28" y="301"/>
                  </a:lnTo>
                  <a:lnTo>
                    <a:pt x="29" y="299"/>
                  </a:lnTo>
                  <a:lnTo>
                    <a:pt x="29" y="298"/>
                  </a:lnTo>
                  <a:lnTo>
                    <a:pt x="31" y="296"/>
                  </a:lnTo>
                  <a:lnTo>
                    <a:pt x="31" y="293"/>
                  </a:lnTo>
                  <a:lnTo>
                    <a:pt x="32" y="292"/>
                  </a:lnTo>
                  <a:lnTo>
                    <a:pt x="32" y="290"/>
                  </a:lnTo>
                  <a:lnTo>
                    <a:pt x="34" y="289"/>
                  </a:lnTo>
                  <a:lnTo>
                    <a:pt x="34" y="286"/>
                  </a:lnTo>
                  <a:lnTo>
                    <a:pt x="35" y="284"/>
                  </a:lnTo>
                  <a:lnTo>
                    <a:pt x="35" y="283"/>
                  </a:lnTo>
                  <a:lnTo>
                    <a:pt x="37" y="281"/>
                  </a:lnTo>
                  <a:lnTo>
                    <a:pt x="37" y="280"/>
                  </a:lnTo>
                  <a:lnTo>
                    <a:pt x="38" y="278"/>
                  </a:lnTo>
                  <a:lnTo>
                    <a:pt x="38" y="277"/>
                  </a:lnTo>
                  <a:lnTo>
                    <a:pt x="38" y="275"/>
                  </a:lnTo>
                  <a:lnTo>
                    <a:pt x="40" y="274"/>
                  </a:lnTo>
                  <a:lnTo>
                    <a:pt x="40" y="272"/>
                  </a:lnTo>
                  <a:lnTo>
                    <a:pt x="40" y="271"/>
                  </a:lnTo>
                  <a:lnTo>
                    <a:pt x="41" y="269"/>
                  </a:lnTo>
                  <a:lnTo>
                    <a:pt x="41" y="268"/>
                  </a:lnTo>
                  <a:lnTo>
                    <a:pt x="43" y="267"/>
                  </a:lnTo>
                  <a:lnTo>
                    <a:pt x="43" y="265"/>
                  </a:lnTo>
                  <a:lnTo>
                    <a:pt x="43" y="264"/>
                  </a:lnTo>
                  <a:lnTo>
                    <a:pt x="44" y="264"/>
                  </a:lnTo>
                  <a:lnTo>
                    <a:pt x="44" y="262"/>
                  </a:lnTo>
                  <a:lnTo>
                    <a:pt x="44" y="261"/>
                  </a:lnTo>
                  <a:lnTo>
                    <a:pt x="46" y="259"/>
                  </a:lnTo>
                  <a:lnTo>
                    <a:pt x="46" y="258"/>
                  </a:lnTo>
                  <a:lnTo>
                    <a:pt x="46" y="256"/>
                  </a:lnTo>
                  <a:lnTo>
                    <a:pt x="47" y="255"/>
                  </a:lnTo>
                  <a:lnTo>
                    <a:pt x="47" y="253"/>
                  </a:lnTo>
                  <a:lnTo>
                    <a:pt x="49" y="252"/>
                  </a:lnTo>
                  <a:lnTo>
                    <a:pt x="49" y="250"/>
                  </a:lnTo>
                  <a:lnTo>
                    <a:pt x="50" y="247"/>
                  </a:lnTo>
                  <a:lnTo>
                    <a:pt x="50" y="246"/>
                  </a:lnTo>
                  <a:lnTo>
                    <a:pt x="52" y="244"/>
                  </a:lnTo>
                  <a:lnTo>
                    <a:pt x="52" y="241"/>
                  </a:lnTo>
                  <a:lnTo>
                    <a:pt x="53" y="238"/>
                  </a:lnTo>
                  <a:lnTo>
                    <a:pt x="55" y="237"/>
                  </a:lnTo>
                  <a:lnTo>
                    <a:pt x="55" y="234"/>
                  </a:lnTo>
                  <a:lnTo>
                    <a:pt x="56" y="232"/>
                  </a:lnTo>
                  <a:lnTo>
                    <a:pt x="56" y="229"/>
                  </a:lnTo>
                  <a:lnTo>
                    <a:pt x="58" y="228"/>
                  </a:lnTo>
                  <a:lnTo>
                    <a:pt x="58" y="226"/>
                  </a:lnTo>
                  <a:lnTo>
                    <a:pt x="59" y="225"/>
                  </a:lnTo>
                  <a:lnTo>
                    <a:pt x="59" y="224"/>
                  </a:lnTo>
                  <a:lnTo>
                    <a:pt x="59" y="222"/>
                  </a:lnTo>
                  <a:lnTo>
                    <a:pt x="61" y="221"/>
                  </a:lnTo>
                  <a:lnTo>
                    <a:pt x="61" y="219"/>
                  </a:lnTo>
                  <a:lnTo>
                    <a:pt x="61" y="218"/>
                  </a:lnTo>
                  <a:lnTo>
                    <a:pt x="62" y="216"/>
                  </a:lnTo>
                  <a:lnTo>
                    <a:pt x="62" y="215"/>
                  </a:lnTo>
                  <a:lnTo>
                    <a:pt x="62" y="213"/>
                  </a:lnTo>
                  <a:lnTo>
                    <a:pt x="64" y="212"/>
                  </a:lnTo>
                  <a:lnTo>
                    <a:pt x="64" y="210"/>
                  </a:lnTo>
                  <a:lnTo>
                    <a:pt x="64" y="209"/>
                  </a:lnTo>
                  <a:lnTo>
                    <a:pt x="65" y="207"/>
                  </a:lnTo>
                  <a:lnTo>
                    <a:pt x="65" y="206"/>
                  </a:lnTo>
                  <a:lnTo>
                    <a:pt x="65" y="204"/>
                  </a:lnTo>
                  <a:lnTo>
                    <a:pt x="67" y="203"/>
                  </a:lnTo>
                  <a:lnTo>
                    <a:pt x="67" y="201"/>
                  </a:lnTo>
                  <a:lnTo>
                    <a:pt x="67" y="200"/>
                  </a:lnTo>
                  <a:lnTo>
                    <a:pt x="68" y="198"/>
                  </a:lnTo>
                  <a:lnTo>
                    <a:pt x="68" y="197"/>
                  </a:lnTo>
                  <a:lnTo>
                    <a:pt x="68" y="194"/>
                  </a:lnTo>
                  <a:lnTo>
                    <a:pt x="70" y="192"/>
                  </a:lnTo>
                  <a:lnTo>
                    <a:pt x="70" y="189"/>
                  </a:lnTo>
                  <a:lnTo>
                    <a:pt x="71" y="188"/>
                  </a:lnTo>
                  <a:lnTo>
                    <a:pt x="71" y="185"/>
                  </a:lnTo>
                  <a:lnTo>
                    <a:pt x="72" y="183"/>
                  </a:lnTo>
                  <a:lnTo>
                    <a:pt x="72" y="181"/>
                  </a:lnTo>
                  <a:lnTo>
                    <a:pt x="74" y="179"/>
                  </a:lnTo>
                  <a:lnTo>
                    <a:pt x="74" y="176"/>
                  </a:lnTo>
                  <a:lnTo>
                    <a:pt x="75" y="175"/>
                  </a:lnTo>
                  <a:lnTo>
                    <a:pt x="75" y="173"/>
                  </a:lnTo>
                  <a:lnTo>
                    <a:pt x="75" y="172"/>
                  </a:lnTo>
                  <a:lnTo>
                    <a:pt x="77" y="169"/>
                  </a:lnTo>
                  <a:lnTo>
                    <a:pt x="77" y="167"/>
                  </a:lnTo>
                  <a:lnTo>
                    <a:pt x="77" y="166"/>
                  </a:lnTo>
                  <a:lnTo>
                    <a:pt x="78" y="164"/>
                  </a:lnTo>
                  <a:lnTo>
                    <a:pt x="78" y="163"/>
                  </a:lnTo>
                  <a:lnTo>
                    <a:pt x="78" y="161"/>
                  </a:lnTo>
                  <a:lnTo>
                    <a:pt x="80" y="160"/>
                  </a:lnTo>
                  <a:lnTo>
                    <a:pt x="80" y="158"/>
                  </a:lnTo>
                  <a:lnTo>
                    <a:pt x="80" y="157"/>
                  </a:lnTo>
                  <a:lnTo>
                    <a:pt x="80" y="155"/>
                  </a:lnTo>
                  <a:lnTo>
                    <a:pt x="81" y="154"/>
                  </a:lnTo>
                  <a:lnTo>
                    <a:pt x="81" y="152"/>
                  </a:lnTo>
                  <a:lnTo>
                    <a:pt x="83" y="151"/>
                  </a:lnTo>
                  <a:lnTo>
                    <a:pt x="83" y="149"/>
                  </a:lnTo>
                  <a:lnTo>
                    <a:pt x="83" y="148"/>
                  </a:lnTo>
                  <a:lnTo>
                    <a:pt x="83" y="146"/>
                  </a:lnTo>
                  <a:lnTo>
                    <a:pt x="84" y="145"/>
                  </a:lnTo>
                  <a:lnTo>
                    <a:pt x="84" y="142"/>
                  </a:lnTo>
                  <a:lnTo>
                    <a:pt x="86" y="140"/>
                  </a:lnTo>
                  <a:lnTo>
                    <a:pt x="86" y="139"/>
                  </a:lnTo>
                  <a:lnTo>
                    <a:pt x="86" y="136"/>
                  </a:lnTo>
                  <a:lnTo>
                    <a:pt x="87" y="135"/>
                  </a:lnTo>
                  <a:lnTo>
                    <a:pt x="87" y="132"/>
                  </a:lnTo>
                  <a:lnTo>
                    <a:pt x="89" y="129"/>
                  </a:lnTo>
                  <a:lnTo>
                    <a:pt x="89" y="127"/>
                  </a:lnTo>
                  <a:lnTo>
                    <a:pt x="90" y="124"/>
                  </a:lnTo>
                  <a:lnTo>
                    <a:pt x="90" y="123"/>
                  </a:lnTo>
                  <a:lnTo>
                    <a:pt x="92" y="121"/>
                  </a:lnTo>
                  <a:lnTo>
                    <a:pt x="92" y="118"/>
                  </a:lnTo>
                  <a:lnTo>
                    <a:pt x="92" y="117"/>
                  </a:lnTo>
                  <a:lnTo>
                    <a:pt x="93" y="115"/>
                  </a:lnTo>
                  <a:lnTo>
                    <a:pt x="93" y="114"/>
                  </a:lnTo>
                  <a:lnTo>
                    <a:pt x="93" y="112"/>
                  </a:lnTo>
                  <a:lnTo>
                    <a:pt x="95" y="111"/>
                  </a:lnTo>
                  <a:lnTo>
                    <a:pt x="95" y="109"/>
                  </a:lnTo>
                  <a:lnTo>
                    <a:pt x="95" y="108"/>
                  </a:lnTo>
                  <a:lnTo>
                    <a:pt x="95" y="106"/>
                  </a:lnTo>
                  <a:lnTo>
                    <a:pt x="96" y="105"/>
                  </a:lnTo>
                  <a:lnTo>
                    <a:pt x="96" y="103"/>
                  </a:lnTo>
                  <a:lnTo>
                    <a:pt x="96" y="102"/>
                  </a:lnTo>
                  <a:lnTo>
                    <a:pt x="96" y="100"/>
                  </a:lnTo>
                  <a:lnTo>
                    <a:pt x="96" y="99"/>
                  </a:lnTo>
                  <a:lnTo>
                    <a:pt x="96" y="97"/>
                  </a:lnTo>
                  <a:lnTo>
                    <a:pt x="96" y="96"/>
                  </a:lnTo>
                  <a:lnTo>
                    <a:pt x="98" y="96"/>
                  </a:lnTo>
                  <a:lnTo>
                    <a:pt x="98" y="95"/>
                  </a:lnTo>
                  <a:lnTo>
                    <a:pt x="98" y="93"/>
                  </a:lnTo>
                  <a:lnTo>
                    <a:pt x="98" y="92"/>
                  </a:lnTo>
                  <a:lnTo>
                    <a:pt x="98" y="89"/>
                  </a:lnTo>
                  <a:lnTo>
                    <a:pt x="98" y="87"/>
                  </a:lnTo>
                  <a:lnTo>
                    <a:pt x="98" y="86"/>
                  </a:lnTo>
                  <a:lnTo>
                    <a:pt x="98" y="84"/>
                  </a:lnTo>
                  <a:lnTo>
                    <a:pt x="98" y="81"/>
                  </a:lnTo>
                  <a:lnTo>
                    <a:pt x="99" y="80"/>
                  </a:lnTo>
                  <a:lnTo>
                    <a:pt x="99" y="77"/>
                  </a:lnTo>
                  <a:lnTo>
                    <a:pt x="99" y="75"/>
                  </a:lnTo>
                  <a:lnTo>
                    <a:pt x="99" y="74"/>
                  </a:lnTo>
                  <a:lnTo>
                    <a:pt x="99" y="72"/>
                  </a:lnTo>
                  <a:lnTo>
                    <a:pt x="99" y="71"/>
                  </a:lnTo>
                  <a:lnTo>
                    <a:pt x="99" y="69"/>
                  </a:lnTo>
                  <a:lnTo>
                    <a:pt x="99" y="68"/>
                  </a:lnTo>
                  <a:lnTo>
                    <a:pt x="99" y="66"/>
                  </a:lnTo>
                  <a:lnTo>
                    <a:pt x="99" y="65"/>
                  </a:lnTo>
                  <a:lnTo>
                    <a:pt x="99" y="63"/>
                  </a:lnTo>
                  <a:lnTo>
                    <a:pt x="101" y="62"/>
                  </a:lnTo>
                  <a:lnTo>
                    <a:pt x="101" y="60"/>
                  </a:lnTo>
                  <a:lnTo>
                    <a:pt x="101" y="59"/>
                  </a:lnTo>
                  <a:lnTo>
                    <a:pt x="101" y="57"/>
                  </a:lnTo>
                  <a:lnTo>
                    <a:pt x="101" y="56"/>
                  </a:lnTo>
                  <a:lnTo>
                    <a:pt x="101" y="54"/>
                  </a:lnTo>
                  <a:lnTo>
                    <a:pt x="101" y="53"/>
                  </a:lnTo>
                  <a:lnTo>
                    <a:pt x="102" y="52"/>
                  </a:lnTo>
                  <a:lnTo>
                    <a:pt x="102" y="50"/>
                  </a:lnTo>
                  <a:lnTo>
                    <a:pt x="102" y="49"/>
                  </a:lnTo>
                  <a:lnTo>
                    <a:pt x="102" y="47"/>
                  </a:lnTo>
                  <a:lnTo>
                    <a:pt x="102" y="46"/>
                  </a:lnTo>
                  <a:lnTo>
                    <a:pt x="102" y="44"/>
                  </a:lnTo>
                  <a:lnTo>
                    <a:pt x="104" y="43"/>
                  </a:lnTo>
                  <a:lnTo>
                    <a:pt x="104" y="41"/>
                  </a:lnTo>
                  <a:lnTo>
                    <a:pt x="104" y="40"/>
                  </a:lnTo>
                  <a:lnTo>
                    <a:pt x="104" y="38"/>
                  </a:lnTo>
                  <a:lnTo>
                    <a:pt x="105" y="37"/>
                  </a:lnTo>
                  <a:lnTo>
                    <a:pt x="105" y="35"/>
                  </a:lnTo>
                  <a:lnTo>
                    <a:pt x="105" y="34"/>
                  </a:lnTo>
                  <a:lnTo>
                    <a:pt x="105" y="32"/>
                  </a:lnTo>
                  <a:lnTo>
                    <a:pt x="105" y="31"/>
                  </a:lnTo>
                  <a:lnTo>
                    <a:pt x="105" y="29"/>
                  </a:lnTo>
                  <a:lnTo>
                    <a:pt x="105" y="28"/>
                  </a:lnTo>
                  <a:lnTo>
                    <a:pt x="105" y="26"/>
                  </a:lnTo>
                  <a:lnTo>
                    <a:pt x="105" y="25"/>
                  </a:lnTo>
                  <a:lnTo>
                    <a:pt x="105" y="23"/>
                  </a:lnTo>
                  <a:lnTo>
                    <a:pt x="105" y="22"/>
                  </a:lnTo>
                  <a:lnTo>
                    <a:pt x="105" y="20"/>
                  </a:lnTo>
                  <a:lnTo>
                    <a:pt x="105" y="19"/>
                  </a:lnTo>
                  <a:lnTo>
                    <a:pt x="105" y="17"/>
                  </a:lnTo>
                  <a:lnTo>
                    <a:pt x="105" y="16"/>
                  </a:lnTo>
                  <a:lnTo>
                    <a:pt x="105" y="14"/>
                  </a:lnTo>
                  <a:lnTo>
                    <a:pt x="105" y="11"/>
                  </a:lnTo>
                  <a:lnTo>
                    <a:pt x="105" y="10"/>
                  </a:lnTo>
                  <a:lnTo>
                    <a:pt x="104" y="7"/>
                  </a:lnTo>
                  <a:lnTo>
                    <a:pt x="104" y="4"/>
                  </a:lnTo>
                  <a:lnTo>
                    <a:pt x="104" y="3"/>
                  </a:lnTo>
                  <a:lnTo>
                    <a:pt x="104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195" name="Freeform 10">
              <a:extLst>
                <a:ext uri="{FF2B5EF4-FFF2-40B4-BE49-F238E27FC236}">
                  <a16:creationId xmlns:a16="http://schemas.microsoft.com/office/drawing/2014/main" id="{746A4795-FCF2-4361-A320-D48022A4E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713" y="2779712"/>
              <a:ext cx="187325" cy="1588"/>
            </a:xfrm>
            <a:custGeom>
              <a:avLst/>
              <a:gdLst>
                <a:gd name="T0" fmla="*/ 2147483646 w 237"/>
                <a:gd name="T1" fmla="*/ 0 h 1588"/>
                <a:gd name="T2" fmla="*/ 0 w 237"/>
                <a:gd name="T3" fmla="*/ 0 h 1588"/>
                <a:gd name="T4" fmla="*/ 2147483646 w 237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7" h="1588">
                  <a:moveTo>
                    <a:pt x="237" y="0"/>
                  </a:moveTo>
                  <a:lnTo>
                    <a:pt x="0" y="0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196" name="Line 11">
              <a:extLst>
                <a:ext uri="{FF2B5EF4-FFF2-40B4-BE49-F238E27FC236}">
                  <a16:creationId xmlns:a16="http://schemas.microsoft.com/office/drawing/2014/main" id="{D26E52A5-071C-40D3-9E49-C56B1C69EA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1713" y="2779712"/>
              <a:ext cx="1873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197" name="Freeform 12">
              <a:extLst>
                <a:ext uri="{FF2B5EF4-FFF2-40B4-BE49-F238E27FC236}">
                  <a16:creationId xmlns:a16="http://schemas.microsoft.com/office/drawing/2014/main" id="{86DE94FF-2DD7-4745-A4EE-0F5EB64DD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2943225"/>
              <a:ext cx="330200" cy="1587"/>
            </a:xfrm>
            <a:custGeom>
              <a:avLst/>
              <a:gdLst>
                <a:gd name="T0" fmla="*/ 2147483646 w 415"/>
                <a:gd name="T1" fmla="*/ 0 h 1587"/>
                <a:gd name="T2" fmla="*/ 0 w 415"/>
                <a:gd name="T3" fmla="*/ 0 h 1587"/>
                <a:gd name="T4" fmla="*/ 2147483646 w 415"/>
                <a:gd name="T5" fmla="*/ 0 h 15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7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198" name="Line 13">
              <a:extLst>
                <a:ext uri="{FF2B5EF4-FFF2-40B4-BE49-F238E27FC236}">
                  <a16:creationId xmlns:a16="http://schemas.microsoft.com/office/drawing/2014/main" id="{3C95A1DB-1C70-4BCA-8648-33B3696A72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2943225"/>
              <a:ext cx="330200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199" name="Freeform 14">
              <a:extLst>
                <a:ext uri="{FF2B5EF4-FFF2-40B4-BE49-F238E27FC236}">
                  <a16:creationId xmlns:a16="http://schemas.microsoft.com/office/drawing/2014/main" id="{296FC595-DA20-4325-8869-94420A1DA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2614612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00" name="Line 15">
              <a:extLst>
                <a:ext uri="{FF2B5EF4-FFF2-40B4-BE49-F238E27FC236}">
                  <a16:creationId xmlns:a16="http://schemas.microsoft.com/office/drawing/2014/main" id="{27D56515-DD67-479C-9E61-7997A8EA66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2614612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01" name="Line 16">
              <a:extLst>
                <a:ext uri="{FF2B5EF4-FFF2-40B4-BE49-F238E27FC236}">
                  <a16:creationId xmlns:a16="http://schemas.microsoft.com/office/drawing/2014/main" id="{038C7797-3F37-4C9D-A558-E4898B277A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2500" y="2411412"/>
              <a:ext cx="1588" cy="2032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02" name="Line 17">
              <a:extLst>
                <a:ext uri="{FF2B5EF4-FFF2-40B4-BE49-F238E27FC236}">
                  <a16:creationId xmlns:a16="http://schemas.microsoft.com/office/drawing/2014/main" id="{236B5269-E3A1-4EB2-B3C1-4A8C0D352D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500" y="1766887"/>
              <a:ext cx="1588" cy="2587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03" name="Freeform 18">
              <a:extLst>
                <a:ext uri="{FF2B5EF4-FFF2-40B4-BE49-F238E27FC236}">
                  <a16:creationId xmlns:a16="http://schemas.microsoft.com/office/drawing/2014/main" id="{7C81533E-5409-4C39-A915-13E90613A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988" y="1954212"/>
              <a:ext cx="328612" cy="330200"/>
            </a:xfrm>
            <a:custGeom>
              <a:avLst/>
              <a:gdLst>
                <a:gd name="T0" fmla="*/ 2147483646 w 416"/>
                <a:gd name="T1" fmla="*/ 2147483646 h 415"/>
                <a:gd name="T2" fmla="*/ 0 w 416"/>
                <a:gd name="T3" fmla="*/ 0 h 415"/>
                <a:gd name="T4" fmla="*/ 2147483646 w 416"/>
                <a:gd name="T5" fmla="*/ 0 h 415"/>
                <a:gd name="T6" fmla="*/ 2147483646 w 416"/>
                <a:gd name="T7" fmla="*/ 2147483646 h 4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6" h="415">
                  <a:moveTo>
                    <a:pt x="208" y="415"/>
                  </a:moveTo>
                  <a:lnTo>
                    <a:pt x="0" y="0"/>
                  </a:lnTo>
                  <a:lnTo>
                    <a:pt x="416" y="0"/>
                  </a:lnTo>
                  <a:lnTo>
                    <a:pt x="208" y="415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04" name="Freeform 19">
              <a:extLst>
                <a:ext uri="{FF2B5EF4-FFF2-40B4-BE49-F238E27FC236}">
                  <a16:creationId xmlns:a16="http://schemas.microsoft.com/office/drawing/2014/main" id="{F514A92A-F774-42A0-BF9D-58404B96E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3288" y="2305050"/>
              <a:ext cx="106362" cy="106362"/>
            </a:xfrm>
            <a:custGeom>
              <a:avLst/>
              <a:gdLst>
                <a:gd name="T0" fmla="*/ 2147483646 w 135"/>
                <a:gd name="T1" fmla="*/ 2147483646 h 135"/>
                <a:gd name="T2" fmla="*/ 2147483646 w 135"/>
                <a:gd name="T3" fmla="*/ 2147483646 h 135"/>
                <a:gd name="T4" fmla="*/ 2147483646 w 135"/>
                <a:gd name="T5" fmla="*/ 2147483646 h 135"/>
                <a:gd name="T6" fmla="*/ 2147483646 w 135"/>
                <a:gd name="T7" fmla="*/ 2147483646 h 135"/>
                <a:gd name="T8" fmla="*/ 2147483646 w 135"/>
                <a:gd name="T9" fmla="*/ 2147483646 h 135"/>
                <a:gd name="T10" fmla="*/ 2147483646 w 135"/>
                <a:gd name="T11" fmla="*/ 2147483646 h 135"/>
                <a:gd name="T12" fmla="*/ 2147483646 w 135"/>
                <a:gd name="T13" fmla="*/ 2147483646 h 135"/>
                <a:gd name="T14" fmla="*/ 2147483646 w 135"/>
                <a:gd name="T15" fmla="*/ 2147483646 h 135"/>
                <a:gd name="T16" fmla="*/ 2147483646 w 135"/>
                <a:gd name="T17" fmla="*/ 2147483646 h 135"/>
                <a:gd name="T18" fmla="*/ 2147483646 w 135"/>
                <a:gd name="T19" fmla="*/ 2147483646 h 135"/>
                <a:gd name="T20" fmla="*/ 2147483646 w 135"/>
                <a:gd name="T21" fmla="*/ 0 h 135"/>
                <a:gd name="T22" fmla="*/ 2147483646 w 135"/>
                <a:gd name="T23" fmla="*/ 0 h 135"/>
                <a:gd name="T24" fmla="*/ 2147483646 w 135"/>
                <a:gd name="T25" fmla="*/ 2147483646 h 135"/>
                <a:gd name="T26" fmla="*/ 2147483646 w 135"/>
                <a:gd name="T27" fmla="*/ 2147483646 h 135"/>
                <a:gd name="T28" fmla="*/ 2147483646 w 135"/>
                <a:gd name="T29" fmla="*/ 2147483646 h 135"/>
                <a:gd name="T30" fmla="*/ 2147483646 w 135"/>
                <a:gd name="T31" fmla="*/ 2147483646 h 135"/>
                <a:gd name="T32" fmla="*/ 2147483646 w 135"/>
                <a:gd name="T33" fmla="*/ 2147483646 h 135"/>
                <a:gd name="T34" fmla="*/ 2147483646 w 135"/>
                <a:gd name="T35" fmla="*/ 2147483646 h 135"/>
                <a:gd name="T36" fmla="*/ 2147483646 w 135"/>
                <a:gd name="T37" fmla="*/ 2147483646 h 135"/>
                <a:gd name="T38" fmla="*/ 2147483646 w 135"/>
                <a:gd name="T39" fmla="*/ 2147483646 h 135"/>
                <a:gd name="T40" fmla="*/ 2147483646 w 135"/>
                <a:gd name="T41" fmla="*/ 2147483646 h 135"/>
                <a:gd name="T42" fmla="*/ 0 w 135"/>
                <a:gd name="T43" fmla="*/ 2147483646 h 135"/>
                <a:gd name="T44" fmla="*/ 2147483646 w 135"/>
                <a:gd name="T45" fmla="*/ 2147483646 h 135"/>
                <a:gd name="T46" fmla="*/ 2147483646 w 135"/>
                <a:gd name="T47" fmla="*/ 2147483646 h 135"/>
                <a:gd name="T48" fmla="*/ 2147483646 w 135"/>
                <a:gd name="T49" fmla="*/ 2147483646 h 135"/>
                <a:gd name="T50" fmla="*/ 2147483646 w 135"/>
                <a:gd name="T51" fmla="*/ 2147483646 h 135"/>
                <a:gd name="T52" fmla="*/ 2147483646 w 135"/>
                <a:gd name="T53" fmla="*/ 2147483646 h 135"/>
                <a:gd name="T54" fmla="*/ 2147483646 w 135"/>
                <a:gd name="T55" fmla="*/ 2147483646 h 135"/>
                <a:gd name="T56" fmla="*/ 2147483646 w 135"/>
                <a:gd name="T57" fmla="*/ 2147483646 h 135"/>
                <a:gd name="T58" fmla="*/ 2147483646 w 135"/>
                <a:gd name="T59" fmla="*/ 2147483646 h 135"/>
                <a:gd name="T60" fmla="*/ 2147483646 w 135"/>
                <a:gd name="T61" fmla="*/ 2147483646 h 135"/>
                <a:gd name="T62" fmla="*/ 2147483646 w 135"/>
                <a:gd name="T63" fmla="*/ 2147483646 h 135"/>
                <a:gd name="T64" fmla="*/ 2147483646 w 135"/>
                <a:gd name="T65" fmla="*/ 2147483646 h 135"/>
                <a:gd name="T66" fmla="*/ 2147483646 w 135"/>
                <a:gd name="T67" fmla="*/ 2147483646 h 135"/>
                <a:gd name="T68" fmla="*/ 2147483646 w 135"/>
                <a:gd name="T69" fmla="*/ 2147483646 h 135"/>
                <a:gd name="T70" fmla="*/ 2147483646 w 135"/>
                <a:gd name="T71" fmla="*/ 2147483646 h 135"/>
                <a:gd name="T72" fmla="*/ 2147483646 w 135"/>
                <a:gd name="T73" fmla="*/ 2147483646 h 135"/>
                <a:gd name="T74" fmla="*/ 2147483646 w 135"/>
                <a:gd name="T75" fmla="*/ 2147483646 h 135"/>
                <a:gd name="T76" fmla="*/ 2147483646 w 135"/>
                <a:gd name="T77" fmla="*/ 2147483646 h 135"/>
                <a:gd name="T78" fmla="*/ 2147483646 w 135"/>
                <a:gd name="T79" fmla="*/ 2147483646 h 135"/>
                <a:gd name="T80" fmla="*/ 2147483646 w 135"/>
                <a:gd name="T81" fmla="*/ 2147483646 h 135"/>
                <a:gd name="T82" fmla="*/ 2147483646 w 135"/>
                <a:gd name="T83" fmla="*/ 2147483646 h 135"/>
                <a:gd name="T84" fmla="*/ 2147483646 w 135"/>
                <a:gd name="T85" fmla="*/ 2147483646 h 135"/>
                <a:gd name="T86" fmla="*/ 2147483646 w 135"/>
                <a:gd name="T87" fmla="*/ 2147483646 h 13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35" h="135">
                  <a:moveTo>
                    <a:pt x="135" y="69"/>
                  </a:moveTo>
                  <a:lnTo>
                    <a:pt x="135" y="64"/>
                  </a:lnTo>
                  <a:lnTo>
                    <a:pt x="135" y="61"/>
                  </a:lnTo>
                  <a:lnTo>
                    <a:pt x="135" y="58"/>
                  </a:lnTo>
                  <a:lnTo>
                    <a:pt x="134" y="54"/>
                  </a:lnTo>
                  <a:lnTo>
                    <a:pt x="134" y="51"/>
                  </a:lnTo>
                  <a:lnTo>
                    <a:pt x="132" y="48"/>
                  </a:lnTo>
                  <a:lnTo>
                    <a:pt x="131" y="45"/>
                  </a:lnTo>
                  <a:lnTo>
                    <a:pt x="131" y="42"/>
                  </a:lnTo>
                  <a:lnTo>
                    <a:pt x="129" y="39"/>
                  </a:lnTo>
                  <a:lnTo>
                    <a:pt x="128" y="36"/>
                  </a:lnTo>
                  <a:lnTo>
                    <a:pt x="126" y="33"/>
                  </a:lnTo>
                  <a:lnTo>
                    <a:pt x="123" y="30"/>
                  </a:lnTo>
                  <a:lnTo>
                    <a:pt x="122" y="27"/>
                  </a:lnTo>
                  <a:lnTo>
                    <a:pt x="120" y="26"/>
                  </a:lnTo>
                  <a:lnTo>
                    <a:pt x="117" y="23"/>
                  </a:lnTo>
                  <a:lnTo>
                    <a:pt x="116" y="20"/>
                  </a:lnTo>
                  <a:lnTo>
                    <a:pt x="113" y="18"/>
                  </a:lnTo>
                  <a:lnTo>
                    <a:pt x="111" y="17"/>
                  </a:lnTo>
                  <a:lnTo>
                    <a:pt x="108" y="14"/>
                  </a:lnTo>
                  <a:lnTo>
                    <a:pt x="105" y="12"/>
                  </a:lnTo>
                  <a:lnTo>
                    <a:pt x="102" y="11"/>
                  </a:lnTo>
                  <a:lnTo>
                    <a:pt x="100" y="9"/>
                  </a:lnTo>
                  <a:lnTo>
                    <a:pt x="97" y="8"/>
                  </a:lnTo>
                  <a:lnTo>
                    <a:pt x="94" y="6"/>
                  </a:lnTo>
                  <a:lnTo>
                    <a:pt x="91" y="5"/>
                  </a:lnTo>
                  <a:lnTo>
                    <a:pt x="88" y="3"/>
                  </a:lnTo>
                  <a:lnTo>
                    <a:pt x="85" y="3"/>
                  </a:lnTo>
                  <a:lnTo>
                    <a:pt x="82" y="2"/>
                  </a:lnTo>
                  <a:lnTo>
                    <a:pt x="79" y="2"/>
                  </a:lnTo>
                  <a:lnTo>
                    <a:pt x="74" y="0"/>
                  </a:lnTo>
                  <a:lnTo>
                    <a:pt x="71" y="0"/>
                  </a:lnTo>
                  <a:lnTo>
                    <a:pt x="68" y="0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8" y="2"/>
                  </a:lnTo>
                  <a:lnTo>
                    <a:pt x="55" y="2"/>
                  </a:lnTo>
                  <a:lnTo>
                    <a:pt x="51" y="3"/>
                  </a:lnTo>
                  <a:lnTo>
                    <a:pt x="48" y="3"/>
                  </a:lnTo>
                  <a:lnTo>
                    <a:pt x="45" y="5"/>
                  </a:lnTo>
                  <a:lnTo>
                    <a:pt x="42" y="6"/>
                  </a:lnTo>
                  <a:lnTo>
                    <a:pt x="39" y="8"/>
                  </a:lnTo>
                  <a:lnTo>
                    <a:pt x="36" y="9"/>
                  </a:lnTo>
                  <a:lnTo>
                    <a:pt x="33" y="11"/>
                  </a:lnTo>
                  <a:lnTo>
                    <a:pt x="30" y="12"/>
                  </a:lnTo>
                  <a:lnTo>
                    <a:pt x="28" y="14"/>
                  </a:lnTo>
                  <a:lnTo>
                    <a:pt x="25" y="17"/>
                  </a:lnTo>
                  <a:lnTo>
                    <a:pt x="22" y="18"/>
                  </a:lnTo>
                  <a:lnTo>
                    <a:pt x="21" y="20"/>
                  </a:lnTo>
                  <a:lnTo>
                    <a:pt x="18" y="23"/>
                  </a:lnTo>
                  <a:lnTo>
                    <a:pt x="16" y="26"/>
                  </a:lnTo>
                  <a:lnTo>
                    <a:pt x="14" y="27"/>
                  </a:lnTo>
                  <a:lnTo>
                    <a:pt x="12" y="30"/>
                  </a:lnTo>
                  <a:lnTo>
                    <a:pt x="11" y="33"/>
                  </a:lnTo>
                  <a:lnTo>
                    <a:pt x="9" y="36"/>
                  </a:lnTo>
                  <a:lnTo>
                    <a:pt x="8" y="39"/>
                  </a:lnTo>
                  <a:lnTo>
                    <a:pt x="6" y="42"/>
                  </a:lnTo>
                  <a:lnTo>
                    <a:pt x="5" y="45"/>
                  </a:lnTo>
                  <a:lnTo>
                    <a:pt x="3" y="48"/>
                  </a:lnTo>
                  <a:lnTo>
                    <a:pt x="3" y="51"/>
                  </a:lnTo>
                  <a:lnTo>
                    <a:pt x="2" y="54"/>
                  </a:lnTo>
                  <a:lnTo>
                    <a:pt x="2" y="58"/>
                  </a:lnTo>
                  <a:lnTo>
                    <a:pt x="2" y="61"/>
                  </a:lnTo>
                  <a:lnTo>
                    <a:pt x="0" y="64"/>
                  </a:lnTo>
                  <a:lnTo>
                    <a:pt x="0" y="69"/>
                  </a:lnTo>
                  <a:lnTo>
                    <a:pt x="0" y="72"/>
                  </a:lnTo>
                  <a:lnTo>
                    <a:pt x="2" y="75"/>
                  </a:lnTo>
                  <a:lnTo>
                    <a:pt x="2" y="78"/>
                  </a:lnTo>
                  <a:lnTo>
                    <a:pt x="2" y="82"/>
                  </a:lnTo>
                  <a:lnTo>
                    <a:pt x="3" y="85"/>
                  </a:lnTo>
                  <a:lnTo>
                    <a:pt x="3" y="88"/>
                  </a:lnTo>
                  <a:lnTo>
                    <a:pt x="5" y="91"/>
                  </a:lnTo>
                  <a:lnTo>
                    <a:pt x="6" y="94"/>
                  </a:lnTo>
                  <a:lnTo>
                    <a:pt x="8" y="97"/>
                  </a:lnTo>
                  <a:lnTo>
                    <a:pt x="9" y="100"/>
                  </a:lnTo>
                  <a:lnTo>
                    <a:pt x="11" y="103"/>
                  </a:lnTo>
                  <a:lnTo>
                    <a:pt x="12" y="106"/>
                  </a:lnTo>
                  <a:lnTo>
                    <a:pt x="14" y="109"/>
                  </a:lnTo>
                  <a:lnTo>
                    <a:pt x="16" y="110"/>
                  </a:lnTo>
                  <a:lnTo>
                    <a:pt x="18" y="113"/>
                  </a:lnTo>
                  <a:lnTo>
                    <a:pt x="21" y="116"/>
                  </a:lnTo>
                  <a:lnTo>
                    <a:pt x="22" y="118"/>
                  </a:lnTo>
                  <a:lnTo>
                    <a:pt x="25" y="121"/>
                  </a:lnTo>
                  <a:lnTo>
                    <a:pt x="28" y="122"/>
                  </a:lnTo>
                  <a:lnTo>
                    <a:pt x="30" y="123"/>
                  </a:lnTo>
                  <a:lnTo>
                    <a:pt x="33" y="125"/>
                  </a:lnTo>
                  <a:lnTo>
                    <a:pt x="36" y="126"/>
                  </a:lnTo>
                  <a:lnTo>
                    <a:pt x="39" y="128"/>
                  </a:lnTo>
                  <a:lnTo>
                    <a:pt x="42" y="129"/>
                  </a:lnTo>
                  <a:lnTo>
                    <a:pt x="45" y="131"/>
                  </a:lnTo>
                  <a:lnTo>
                    <a:pt x="48" y="132"/>
                  </a:lnTo>
                  <a:lnTo>
                    <a:pt x="51" y="134"/>
                  </a:lnTo>
                  <a:lnTo>
                    <a:pt x="55" y="134"/>
                  </a:lnTo>
                  <a:lnTo>
                    <a:pt x="58" y="134"/>
                  </a:lnTo>
                  <a:lnTo>
                    <a:pt x="61" y="135"/>
                  </a:lnTo>
                  <a:lnTo>
                    <a:pt x="64" y="135"/>
                  </a:lnTo>
                  <a:lnTo>
                    <a:pt x="68" y="135"/>
                  </a:lnTo>
                  <a:lnTo>
                    <a:pt x="71" y="135"/>
                  </a:lnTo>
                  <a:lnTo>
                    <a:pt x="74" y="135"/>
                  </a:lnTo>
                  <a:lnTo>
                    <a:pt x="79" y="134"/>
                  </a:lnTo>
                  <a:lnTo>
                    <a:pt x="82" y="134"/>
                  </a:lnTo>
                  <a:lnTo>
                    <a:pt x="85" y="134"/>
                  </a:lnTo>
                  <a:lnTo>
                    <a:pt x="88" y="132"/>
                  </a:lnTo>
                  <a:lnTo>
                    <a:pt x="91" y="131"/>
                  </a:lnTo>
                  <a:lnTo>
                    <a:pt x="94" y="129"/>
                  </a:lnTo>
                  <a:lnTo>
                    <a:pt x="97" y="128"/>
                  </a:lnTo>
                  <a:lnTo>
                    <a:pt x="100" y="126"/>
                  </a:lnTo>
                  <a:lnTo>
                    <a:pt x="102" y="125"/>
                  </a:lnTo>
                  <a:lnTo>
                    <a:pt x="105" y="123"/>
                  </a:lnTo>
                  <a:lnTo>
                    <a:pt x="108" y="122"/>
                  </a:lnTo>
                  <a:lnTo>
                    <a:pt x="111" y="121"/>
                  </a:lnTo>
                  <a:lnTo>
                    <a:pt x="113" y="118"/>
                  </a:lnTo>
                  <a:lnTo>
                    <a:pt x="116" y="116"/>
                  </a:lnTo>
                  <a:lnTo>
                    <a:pt x="117" y="113"/>
                  </a:lnTo>
                  <a:lnTo>
                    <a:pt x="120" y="110"/>
                  </a:lnTo>
                  <a:lnTo>
                    <a:pt x="122" y="109"/>
                  </a:lnTo>
                  <a:lnTo>
                    <a:pt x="123" y="106"/>
                  </a:lnTo>
                  <a:lnTo>
                    <a:pt x="126" y="103"/>
                  </a:lnTo>
                  <a:lnTo>
                    <a:pt x="128" y="100"/>
                  </a:lnTo>
                  <a:lnTo>
                    <a:pt x="129" y="97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8"/>
                  </a:lnTo>
                  <a:lnTo>
                    <a:pt x="134" y="85"/>
                  </a:lnTo>
                  <a:lnTo>
                    <a:pt x="134" y="82"/>
                  </a:lnTo>
                  <a:lnTo>
                    <a:pt x="135" y="78"/>
                  </a:lnTo>
                  <a:lnTo>
                    <a:pt x="135" y="75"/>
                  </a:lnTo>
                  <a:lnTo>
                    <a:pt x="135" y="72"/>
                  </a:lnTo>
                  <a:lnTo>
                    <a:pt x="135" y="69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05" name="Freeform 20">
              <a:extLst>
                <a:ext uri="{FF2B5EF4-FFF2-40B4-BE49-F238E27FC236}">
                  <a16:creationId xmlns:a16="http://schemas.microsoft.com/office/drawing/2014/main" id="{98934FED-5783-4B45-BCEF-860802271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713" y="3932237"/>
              <a:ext cx="187325" cy="1588"/>
            </a:xfrm>
            <a:custGeom>
              <a:avLst/>
              <a:gdLst>
                <a:gd name="T0" fmla="*/ 2147483646 w 237"/>
                <a:gd name="T1" fmla="*/ 0 h 1588"/>
                <a:gd name="T2" fmla="*/ 0 w 237"/>
                <a:gd name="T3" fmla="*/ 0 h 1588"/>
                <a:gd name="T4" fmla="*/ 2147483646 w 237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7" h="1588">
                  <a:moveTo>
                    <a:pt x="237" y="0"/>
                  </a:moveTo>
                  <a:lnTo>
                    <a:pt x="0" y="0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06" name="Line 21">
              <a:extLst>
                <a:ext uri="{FF2B5EF4-FFF2-40B4-BE49-F238E27FC236}">
                  <a16:creationId xmlns:a16="http://schemas.microsoft.com/office/drawing/2014/main" id="{58E363E6-1345-480F-872F-E82A1727E0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1713" y="3932237"/>
              <a:ext cx="1873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07" name="Freeform 22">
              <a:extLst>
                <a:ext uri="{FF2B5EF4-FFF2-40B4-BE49-F238E27FC236}">
                  <a16:creationId xmlns:a16="http://schemas.microsoft.com/office/drawing/2014/main" id="{1252D973-E0D7-424D-B81B-BDEB5576A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4097337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08" name="Line 23">
              <a:extLst>
                <a:ext uri="{FF2B5EF4-FFF2-40B4-BE49-F238E27FC236}">
                  <a16:creationId xmlns:a16="http://schemas.microsoft.com/office/drawing/2014/main" id="{F6B8481D-8A00-4346-AEA8-CA9B14EE10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4089398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09" name="Freeform 24">
              <a:extLst>
                <a:ext uri="{FF2B5EF4-FFF2-40B4-BE49-F238E27FC236}">
                  <a16:creationId xmlns:a16="http://schemas.microsoft.com/office/drawing/2014/main" id="{CD6C541B-8A2A-463B-99FC-35A6EF93E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3767137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10" name="Line 25">
              <a:extLst>
                <a:ext uri="{FF2B5EF4-FFF2-40B4-BE49-F238E27FC236}">
                  <a16:creationId xmlns:a16="http://schemas.microsoft.com/office/drawing/2014/main" id="{FE9B7138-69DD-410C-947D-E402B7BC6D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3767137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11" name="Line 26">
              <a:extLst>
                <a:ext uri="{FF2B5EF4-FFF2-40B4-BE49-F238E27FC236}">
                  <a16:creationId xmlns:a16="http://schemas.microsoft.com/office/drawing/2014/main" id="{AD453A14-E984-4CBC-A428-4C5F0FF239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6163" y="1436687"/>
              <a:ext cx="1506537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12" name="Line 27">
              <a:extLst>
                <a:ext uri="{FF2B5EF4-FFF2-40B4-BE49-F238E27FC236}">
                  <a16:creationId xmlns:a16="http://schemas.microsoft.com/office/drawing/2014/main" id="{5BB5F4B6-C08D-48A4-8D62-AE1C0FF853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6163" y="1766887"/>
              <a:ext cx="1506537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13" name="Line 28">
              <a:extLst>
                <a:ext uri="{FF2B5EF4-FFF2-40B4-BE49-F238E27FC236}">
                  <a16:creationId xmlns:a16="http://schemas.microsoft.com/office/drawing/2014/main" id="{DDFFEB5A-AD14-416B-AC94-403C3F0D12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500" y="2614612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14" name="Line 29">
              <a:extLst>
                <a:ext uri="{FF2B5EF4-FFF2-40B4-BE49-F238E27FC236}">
                  <a16:creationId xmlns:a16="http://schemas.microsoft.com/office/drawing/2014/main" id="{93DC8630-A723-4278-8F30-68FFC73DA6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3688" y="3752850"/>
              <a:ext cx="0" cy="1793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15" name="Line 30">
              <a:extLst>
                <a:ext uri="{FF2B5EF4-FFF2-40B4-BE49-F238E27FC236}">
                  <a16:creationId xmlns:a16="http://schemas.microsoft.com/office/drawing/2014/main" id="{B07BA711-5D5F-49B3-A053-19E0E5CB0D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3688" y="3108325"/>
              <a:ext cx="3175" cy="258762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16" name="Freeform 31">
              <a:extLst>
                <a:ext uri="{FF2B5EF4-FFF2-40B4-BE49-F238E27FC236}">
                  <a16:creationId xmlns:a16="http://schemas.microsoft.com/office/drawing/2014/main" id="{3EABC887-A9FF-4324-AF0E-DA056AD680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588" y="3297237"/>
              <a:ext cx="330200" cy="328613"/>
            </a:xfrm>
            <a:custGeom>
              <a:avLst/>
              <a:gdLst>
                <a:gd name="T0" fmla="*/ 2147483646 w 415"/>
                <a:gd name="T1" fmla="*/ 2147483646 h 415"/>
                <a:gd name="T2" fmla="*/ 0 w 415"/>
                <a:gd name="T3" fmla="*/ 0 h 415"/>
                <a:gd name="T4" fmla="*/ 2147483646 w 415"/>
                <a:gd name="T5" fmla="*/ 0 h 415"/>
                <a:gd name="T6" fmla="*/ 2147483646 w 415"/>
                <a:gd name="T7" fmla="*/ 2147483646 h 4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5" h="415">
                  <a:moveTo>
                    <a:pt x="208" y="415"/>
                  </a:moveTo>
                  <a:lnTo>
                    <a:pt x="0" y="0"/>
                  </a:lnTo>
                  <a:lnTo>
                    <a:pt x="415" y="0"/>
                  </a:lnTo>
                  <a:lnTo>
                    <a:pt x="208" y="415"/>
                  </a:lnTo>
                  <a:close/>
                </a:path>
              </a:pathLst>
            </a:custGeom>
            <a:solidFill>
              <a:srgbClr val="FFFFFF"/>
            </a:solidFill>
            <a:ln w="222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17" name="Freeform 32">
              <a:extLst>
                <a:ext uri="{FF2B5EF4-FFF2-40B4-BE49-F238E27FC236}">
                  <a16:creationId xmlns:a16="http://schemas.microsoft.com/office/drawing/2014/main" id="{AAE0FEAD-B4F0-407D-90C7-6BB7195E5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888" y="3646487"/>
              <a:ext cx="107950" cy="106363"/>
            </a:xfrm>
            <a:custGeom>
              <a:avLst/>
              <a:gdLst>
                <a:gd name="T0" fmla="*/ 2147483646 w 135"/>
                <a:gd name="T1" fmla="*/ 2147483646 h 135"/>
                <a:gd name="T2" fmla="*/ 2147483646 w 135"/>
                <a:gd name="T3" fmla="*/ 2147483646 h 135"/>
                <a:gd name="T4" fmla="*/ 2147483646 w 135"/>
                <a:gd name="T5" fmla="*/ 2147483646 h 135"/>
                <a:gd name="T6" fmla="*/ 2147483646 w 135"/>
                <a:gd name="T7" fmla="*/ 2147483646 h 135"/>
                <a:gd name="T8" fmla="*/ 2147483646 w 135"/>
                <a:gd name="T9" fmla="*/ 2147483646 h 135"/>
                <a:gd name="T10" fmla="*/ 2147483646 w 135"/>
                <a:gd name="T11" fmla="*/ 2147483646 h 135"/>
                <a:gd name="T12" fmla="*/ 2147483646 w 135"/>
                <a:gd name="T13" fmla="*/ 2147483646 h 135"/>
                <a:gd name="T14" fmla="*/ 2147483646 w 135"/>
                <a:gd name="T15" fmla="*/ 2147483646 h 135"/>
                <a:gd name="T16" fmla="*/ 2147483646 w 135"/>
                <a:gd name="T17" fmla="*/ 2147483646 h 135"/>
                <a:gd name="T18" fmla="*/ 2147483646 w 135"/>
                <a:gd name="T19" fmla="*/ 2147483646 h 135"/>
                <a:gd name="T20" fmla="*/ 2147483646 w 135"/>
                <a:gd name="T21" fmla="*/ 0 h 135"/>
                <a:gd name="T22" fmla="*/ 2147483646 w 135"/>
                <a:gd name="T23" fmla="*/ 0 h 135"/>
                <a:gd name="T24" fmla="*/ 2147483646 w 135"/>
                <a:gd name="T25" fmla="*/ 2147483646 h 135"/>
                <a:gd name="T26" fmla="*/ 2147483646 w 135"/>
                <a:gd name="T27" fmla="*/ 2147483646 h 135"/>
                <a:gd name="T28" fmla="*/ 2147483646 w 135"/>
                <a:gd name="T29" fmla="*/ 2147483646 h 135"/>
                <a:gd name="T30" fmla="*/ 2147483646 w 135"/>
                <a:gd name="T31" fmla="*/ 2147483646 h 135"/>
                <a:gd name="T32" fmla="*/ 2147483646 w 135"/>
                <a:gd name="T33" fmla="*/ 2147483646 h 135"/>
                <a:gd name="T34" fmla="*/ 2147483646 w 135"/>
                <a:gd name="T35" fmla="*/ 2147483646 h 135"/>
                <a:gd name="T36" fmla="*/ 2147483646 w 135"/>
                <a:gd name="T37" fmla="*/ 2147483646 h 135"/>
                <a:gd name="T38" fmla="*/ 2147483646 w 135"/>
                <a:gd name="T39" fmla="*/ 2147483646 h 135"/>
                <a:gd name="T40" fmla="*/ 2147483646 w 135"/>
                <a:gd name="T41" fmla="*/ 2147483646 h 135"/>
                <a:gd name="T42" fmla="*/ 0 w 135"/>
                <a:gd name="T43" fmla="*/ 2147483646 h 135"/>
                <a:gd name="T44" fmla="*/ 2147483646 w 135"/>
                <a:gd name="T45" fmla="*/ 2147483646 h 135"/>
                <a:gd name="T46" fmla="*/ 2147483646 w 135"/>
                <a:gd name="T47" fmla="*/ 2147483646 h 135"/>
                <a:gd name="T48" fmla="*/ 2147483646 w 135"/>
                <a:gd name="T49" fmla="*/ 2147483646 h 135"/>
                <a:gd name="T50" fmla="*/ 2147483646 w 135"/>
                <a:gd name="T51" fmla="*/ 2147483646 h 135"/>
                <a:gd name="T52" fmla="*/ 2147483646 w 135"/>
                <a:gd name="T53" fmla="*/ 2147483646 h 135"/>
                <a:gd name="T54" fmla="*/ 2147483646 w 135"/>
                <a:gd name="T55" fmla="*/ 2147483646 h 135"/>
                <a:gd name="T56" fmla="*/ 2147483646 w 135"/>
                <a:gd name="T57" fmla="*/ 2147483646 h 135"/>
                <a:gd name="T58" fmla="*/ 2147483646 w 135"/>
                <a:gd name="T59" fmla="*/ 2147483646 h 135"/>
                <a:gd name="T60" fmla="*/ 2147483646 w 135"/>
                <a:gd name="T61" fmla="*/ 2147483646 h 135"/>
                <a:gd name="T62" fmla="*/ 2147483646 w 135"/>
                <a:gd name="T63" fmla="*/ 2147483646 h 135"/>
                <a:gd name="T64" fmla="*/ 2147483646 w 135"/>
                <a:gd name="T65" fmla="*/ 2147483646 h 135"/>
                <a:gd name="T66" fmla="*/ 2147483646 w 135"/>
                <a:gd name="T67" fmla="*/ 2147483646 h 135"/>
                <a:gd name="T68" fmla="*/ 2147483646 w 135"/>
                <a:gd name="T69" fmla="*/ 2147483646 h 135"/>
                <a:gd name="T70" fmla="*/ 2147483646 w 135"/>
                <a:gd name="T71" fmla="*/ 2147483646 h 135"/>
                <a:gd name="T72" fmla="*/ 2147483646 w 135"/>
                <a:gd name="T73" fmla="*/ 2147483646 h 135"/>
                <a:gd name="T74" fmla="*/ 2147483646 w 135"/>
                <a:gd name="T75" fmla="*/ 2147483646 h 135"/>
                <a:gd name="T76" fmla="*/ 2147483646 w 135"/>
                <a:gd name="T77" fmla="*/ 2147483646 h 135"/>
                <a:gd name="T78" fmla="*/ 2147483646 w 135"/>
                <a:gd name="T79" fmla="*/ 2147483646 h 135"/>
                <a:gd name="T80" fmla="*/ 2147483646 w 135"/>
                <a:gd name="T81" fmla="*/ 2147483646 h 135"/>
                <a:gd name="T82" fmla="*/ 2147483646 w 135"/>
                <a:gd name="T83" fmla="*/ 2147483646 h 135"/>
                <a:gd name="T84" fmla="*/ 2147483646 w 135"/>
                <a:gd name="T85" fmla="*/ 2147483646 h 135"/>
                <a:gd name="T86" fmla="*/ 2147483646 w 135"/>
                <a:gd name="T87" fmla="*/ 2147483646 h 135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35" h="135">
                  <a:moveTo>
                    <a:pt x="135" y="68"/>
                  </a:moveTo>
                  <a:lnTo>
                    <a:pt x="135" y="64"/>
                  </a:lnTo>
                  <a:lnTo>
                    <a:pt x="135" y="61"/>
                  </a:lnTo>
                  <a:lnTo>
                    <a:pt x="135" y="58"/>
                  </a:lnTo>
                  <a:lnTo>
                    <a:pt x="133" y="53"/>
                  </a:lnTo>
                  <a:lnTo>
                    <a:pt x="133" y="50"/>
                  </a:lnTo>
                  <a:lnTo>
                    <a:pt x="132" y="47"/>
                  </a:lnTo>
                  <a:lnTo>
                    <a:pt x="130" y="44"/>
                  </a:lnTo>
                  <a:lnTo>
                    <a:pt x="130" y="41"/>
                  </a:lnTo>
                  <a:lnTo>
                    <a:pt x="129" y="38"/>
                  </a:lnTo>
                  <a:lnTo>
                    <a:pt x="127" y="36"/>
                  </a:lnTo>
                  <a:lnTo>
                    <a:pt x="126" y="33"/>
                  </a:lnTo>
                  <a:lnTo>
                    <a:pt x="123" y="30"/>
                  </a:lnTo>
                  <a:lnTo>
                    <a:pt x="121" y="27"/>
                  </a:lnTo>
                  <a:lnTo>
                    <a:pt x="120" y="25"/>
                  </a:lnTo>
                  <a:lnTo>
                    <a:pt x="117" y="22"/>
                  </a:lnTo>
                  <a:lnTo>
                    <a:pt x="115" y="19"/>
                  </a:lnTo>
                  <a:lnTo>
                    <a:pt x="112" y="18"/>
                  </a:lnTo>
                  <a:lnTo>
                    <a:pt x="111" y="16"/>
                  </a:lnTo>
                  <a:lnTo>
                    <a:pt x="108" y="13"/>
                  </a:lnTo>
                  <a:lnTo>
                    <a:pt x="105" y="12"/>
                  </a:lnTo>
                  <a:lnTo>
                    <a:pt x="102" y="10"/>
                  </a:lnTo>
                  <a:lnTo>
                    <a:pt x="99" y="9"/>
                  </a:lnTo>
                  <a:lnTo>
                    <a:pt x="96" y="7"/>
                  </a:lnTo>
                  <a:lnTo>
                    <a:pt x="93" y="6"/>
                  </a:lnTo>
                  <a:lnTo>
                    <a:pt x="90" y="4"/>
                  </a:lnTo>
                  <a:lnTo>
                    <a:pt x="87" y="3"/>
                  </a:lnTo>
                  <a:lnTo>
                    <a:pt x="84" y="3"/>
                  </a:lnTo>
                  <a:lnTo>
                    <a:pt x="81" y="1"/>
                  </a:lnTo>
                  <a:lnTo>
                    <a:pt x="78" y="1"/>
                  </a:lnTo>
                  <a:lnTo>
                    <a:pt x="74" y="0"/>
                  </a:lnTo>
                  <a:lnTo>
                    <a:pt x="71" y="0"/>
                  </a:lnTo>
                  <a:lnTo>
                    <a:pt x="68" y="0"/>
                  </a:lnTo>
                  <a:lnTo>
                    <a:pt x="64" y="0"/>
                  </a:lnTo>
                  <a:lnTo>
                    <a:pt x="61" y="0"/>
                  </a:lnTo>
                  <a:lnTo>
                    <a:pt x="58" y="1"/>
                  </a:lnTo>
                  <a:lnTo>
                    <a:pt x="55" y="1"/>
                  </a:lnTo>
                  <a:lnTo>
                    <a:pt x="50" y="3"/>
                  </a:lnTo>
                  <a:lnTo>
                    <a:pt x="47" y="3"/>
                  </a:lnTo>
                  <a:lnTo>
                    <a:pt x="44" y="4"/>
                  </a:lnTo>
                  <a:lnTo>
                    <a:pt x="41" y="6"/>
                  </a:lnTo>
                  <a:lnTo>
                    <a:pt x="38" y="7"/>
                  </a:lnTo>
                  <a:lnTo>
                    <a:pt x="35" y="9"/>
                  </a:lnTo>
                  <a:lnTo>
                    <a:pt x="32" y="10"/>
                  </a:lnTo>
                  <a:lnTo>
                    <a:pt x="29" y="12"/>
                  </a:lnTo>
                  <a:lnTo>
                    <a:pt x="28" y="13"/>
                  </a:lnTo>
                  <a:lnTo>
                    <a:pt x="25" y="16"/>
                  </a:lnTo>
                  <a:lnTo>
                    <a:pt x="22" y="18"/>
                  </a:lnTo>
                  <a:lnTo>
                    <a:pt x="21" y="19"/>
                  </a:lnTo>
                  <a:lnTo>
                    <a:pt x="18" y="22"/>
                  </a:lnTo>
                  <a:lnTo>
                    <a:pt x="16" y="25"/>
                  </a:lnTo>
                  <a:lnTo>
                    <a:pt x="13" y="27"/>
                  </a:lnTo>
                  <a:lnTo>
                    <a:pt x="12" y="30"/>
                  </a:lnTo>
                  <a:lnTo>
                    <a:pt x="10" y="33"/>
                  </a:lnTo>
                  <a:lnTo>
                    <a:pt x="9" y="36"/>
                  </a:lnTo>
                  <a:lnTo>
                    <a:pt x="7" y="38"/>
                  </a:lnTo>
                  <a:lnTo>
                    <a:pt x="6" y="41"/>
                  </a:lnTo>
                  <a:lnTo>
                    <a:pt x="4" y="44"/>
                  </a:lnTo>
                  <a:lnTo>
                    <a:pt x="3" y="47"/>
                  </a:lnTo>
                  <a:lnTo>
                    <a:pt x="3" y="50"/>
                  </a:lnTo>
                  <a:lnTo>
                    <a:pt x="1" y="53"/>
                  </a:lnTo>
                  <a:lnTo>
                    <a:pt x="1" y="58"/>
                  </a:lnTo>
                  <a:lnTo>
                    <a:pt x="1" y="61"/>
                  </a:lnTo>
                  <a:lnTo>
                    <a:pt x="0" y="64"/>
                  </a:lnTo>
                  <a:lnTo>
                    <a:pt x="0" y="68"/>
                  </a:lnTo>
                  <a:lnTo>
                    <a:pt x="0" y="71"/>
                  </a:lnTo>
                  <a:lnTo>
                    <a:pt x="1" y="74"/>
                  </a:lnTo>
                  <a:lnTo>
                    <a:pt x="1" y="77"/>
                  </a:lnTo>
                  <a:lnTo>
                    <a:pt x="1" y="81"/>
                  </a:lnTo>
                  <a:lnTo>
                    <a:pt x="3" y="84"/>
                  </a:lnTo>
                  <a:lnTo>
                    <a:pt x="3" y="87"/>
                  </a:lnTo>
                  <a:lnTo>
                    <a:pt x="4" y="90"/>
                  </a:lnTo>
                  <a:lnTo>
                    <a:pt x="6" y="93"/>
                  </a:lnTo>
                  <a:lnTo>
                    <a:pt x="7" y="96"/>
                  </a:lnTo>
                  <a:lnTo>
                    <a:pt x="9" y="99"/>
                  </a:lnTo>
                  <a:lnTo>
                    <a:pt x="10" y="102"/>
                  </a:lnTo>
                  <a:lnTo>
                    <a:pt x="12" y="105"/>
                  </a:lnTo>
                  <a:lnTo>
                    <a:pt x="13" y="108"/>
                  </a:lnTo>
                  <a:lnTo>
                    <a:pt x="16" y="110"/>
                  </a:lnTo>
                  <a:lnTo>
                    <a:pt x="18" y="113"/>
                  </a:lnTo>
                  <a:lnTo>
                    <a:pt x="21" y="116"/>
                  </a:lnTo>
                  <a:lnTo>
                    <a:pt x="22" y="117"/>
                  </a:lnTo>
                  <a:lnTo>
                    <a:pt x="25" y="120"/>
                  </a:lnTo>
                  <a:lnTo>
                    <a:pt x="28" y="122"/>
                  </a:lnTo>
                  <a:lnTo>
                    <a:pt x="29" y="123"/>
                  </a:lnTo>
                  <a:lnTo>
                    <a:pt x="32" y="124"/>
                  </a:lnTo>
                  <a:lnTo>
                    <a:pt x="35" y="126"/>
                  </a:lnTo>
                  <a:lnTo>
                    <a:pt x="38" y="127"/>
                  </a:lnTo>
                  <a:lnTo>
                    <a:pt x="41" y="129"/>
                  </a:lnTo>
                  <a:lnTo>
                    <a:pt x="44" y="130"/>
                  </a:lnTo>
                  <a:lnTo>
                    <a:pt x="47" y="132"/>
                  </a:lnTo>
                  <a:lnTo>
                    <a:pt x="50" y="133"/>
                  </a:lnTo>
                  <a:lnTo>
                    <a:pt x="55" y="133"/>
                  </a:lnTo>
                  <a:lnTo>
                    <a:pt x="58" y="133"/>
                  </a:lnTo>
                  <a:lnTo>
                    <a:pt x="61" y="135"/>
                  </a:lnTo>
                  <a:lnTo>
                    <a:pt x="64" y="135"/>
                  </a:lnTo>
                  <a:lnTo>
                    <a:pt x="68" y="135"/>
                  </a:lnTo>
                  <a:lnTo>
                    <a:pt x="71" y="135"/>
                  </a:lnTo>
                  <a:lnTo>
                    <a:pt x="74" y="135"/>
                  </a:lnTo>
                  <a:lnTo>
                    <a:pt x="78" y="133"/>
                  </a:lnTo>
                  <a:lnTo>
                    <a:pt x="81" y="133"/>
                  </a:lnTo>
                  <a:lnTo>
                    <a:pt x="84" y="133"/>
                  </a:lnTo>
                  <a:lnTo>
                    <a:pt x="87" y="132"/>
                  </a:lnTo>
                  <a:lnTo>
                    <a:pt x="90" y="130"/>
                  </a:lnTo>
                  <a:lnTo>
                    <a:pt x="93" y="129"/>
                  </a:lnTo>
                  <a:lnTo>
                    <a:pt x="96" y="127"/>
                  </a:lnTo>
                  <a:lnTo>
                    <a:pt x="99" y="126"/>
                  </a:lnTo>
                  <a:lnTo>
                    <a:pt x="102" y="124"/>
                  </a:lnTo>
                  <a:lnTo>
                    <a:pt x="105" y="123"/>
                  </a:lnTo>
                  <a:lnTo>
                    <a:pt x="108" y="122"/>
                  </a:lnTo>
                  <a:lnTo>
                    <a:pt x="111" y="120"/>
                  </a:lnTo>
                  <a:lnTo>
                    <a:pt x="112" y="117"/>
                  </a:lnTo>
                  <a:lnTo>
                    <a:pt x="115" y="116"/>
                  </a:lnTo>
                  <a:lnTo>
                    <a:pt x="117" y="113"/>
                  </a:lnTo>
                  <a:lnTo>
                    <a:pt x="120" y="110"/>
                  </a:lnTo>
                  <a:lnTo>
                    <a:pt x="121" y="108"/>
                  </a:lnTo>
                  <a:lnTo>
                    <a:pt x="123" y="105"/>
                  </a:lnTo>
                  <a:lnTo>
                    <a:pt x="126" y="102"/>
                  </a:lnTo>
                  <a:lnTo>
                    <a:pt x="127" y="99"/>
                  </a:lnTo>
                  <a:lnTo>
                    <a:pt x="129" y="96"/>
                  </a:lnTo>
                  <a:lnTo>
                    <a:pt x="130" y="93"/>
                  </a:lnTo>
                  <a:lnTo>
                    <a:pt x="130" y="90"/>
                  </a:lnTo>
                  <a:lnTo>
                    <a:pt x="132" y="87"/>
                  </a:lnTo>
                  <a:lnTo>
                    <a:pt x="133" y="84"/>
                  </a:lnTo>
                  <a:lnTo>
                    <a:pt x="133" y="81"/>
                  </a:lnTo>
                  <a:lnTo>
                    <a:pt x="135" y="77"/>
                  </a:lnTo>
                  <a:lnTo>
                    <a:pt x="135" y="74"/>
                  </a:lnTo>
                  <a:lnTo>
                    <a:pt x="135" y="71"/>
                  </a:lnTo>
                  <a:lnTo>
                    <a:pt x="135" y="68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18" name="Line 33">
              <a:extLst>
                <a:ext uri="{FF2B5EF4-FFF2-40B4-BE49-F238E27FC236}">
                  <a16:creationId xmlns:a16="http://schemas.microsoft.com/office/drawing/2014/main" id="{45ED99BA-45F0-4F53-982F-36F767362B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3688" y="1766887"/>
              <a:ext cx="3175" cy="134143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19" name="Freeform 34">
              <a:extLst>
                <a:ext uri="{FF2B5EF4-FFF2-40B4-BE49-F238E27FC236}">
                  <a16:creationId xmlns:a16="http://schemas.microsoft.com/office/drawing/2014/main" id="{C1EC6EB3-AD4C-4299-A32A-117E0E13A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688" y="3862387"/>
              <a:ext cx="989012" cy="234950"/>
            </a:xfrm>
            <a:custGeom>
              <a:avLst/>
              <a:gdLst>
                <a:gd name="T0" fmla="*/ 0 w 1245"/>
                <a:gd name="T1" fmla="*/ 0 h 297"/>
                <a:gd name="T2" fmla="*/ 0 w 1245"/>
                <a:gd name="T3" fmla="*/ 2147483646 h 297"/>
                <a:gd name="T4" fmla="*/ 2147483646 w 1245"/>
                <a:gd name="T5" fmla="*/ 2147483646 h 2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45" h="297">
                  <a:moveTo>
                    <a:pt x="0" y="0"/>
                  </a:moveTo>
                  <a:lnTo>
                    <a:pt x="0" y="297"/>
                  </a:lnTo>
                  <a:lnTo>
                    <a:pt x="1245" y="297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20" name="Freeform 35">
              <a:extLst>
                <a:ext uri="{FF2B5EF4-FFF2-40B4-BE49-F238E27FC236}">
                  <a16:creationId xmlns:a16="http://schemas.microsoft.com/office/drawing/2014/main" id="{40206C12-A4A0-4DB4-AD9B-BE144D557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500" y="2614612"/>
              <a:ext cx="330200" cy="1152525"/>
            </a:xfrm>
            <a:custGeom>
              <a:avLst/>
              <a:gdLst>
                <a:gd name="T0" fmla="*/ 0 w 415"/>
                <a:gd name="T1" fmla="*/ 0 h 1454"/>
                <a:gd name="T2" fmla="*/ 0 w 415"/>
                <a:gd name="T3" fmla="*/ 2147483646 h 1454"/>
                <a:gd name="T4" fmla="*/ 2147483646 w 415"/>
                <a:gd name="T5" fmla="*/ 2147483646 h 14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454">
                  <a:moveTo>
                    <a:pt x="0" y="0"/>
                  </a:moveTo>
                  <a:lnTo>
                    <a:pt x="0" y="1454"/>
                  </a:lnTo>
                  <a:lnTo>
                    <a:pt x="415" y="1454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21" name="Line 36">
              <a:extLst>
                <a:ext uri="{FF2B5EF4-FFF2-40B4-BE49-F238E27FC236}">
                  <a16:creationId xmlns:a16="http://schemas.microsoft.com/office/drawing/2014/main" id="{B0155C83-0FE7-4A68-AAA9-B7CA99C0FE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3688" y="2943225"/>
              <a:ext cx="989012" cy="15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22" name="Freeform 37">
              <a:extLst>
                <a:ext uri="{FF2B5EF4-FFF2-40B4-BE49-F238E27FC236}">
                  <a16:creationId xmlns:a16="http://schemas.microsoft.com/office/drawing/2014/main" id="{82F9CF94-477A-40BB-8D35-604DA33532A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00350" y="2909887"/>
              <a:ext cx="74613" cy="73025"/>
            </a:xfrm>
            <a:custGeom>
              <a:avLst/>
              <a:gdLst>
                <a:gd name="T0" fmla="*/ 2147483646 w 59"/>
                <a:gd name="T1" fmla="*/ 0 h 59"/>
                <a:gd name="T2" fmla="*/ 2147483646 w 59"/>
                <a:gd name="T3" fmla="*/ 0 h 59"/>
                <a:gd name="T4" fmla="*/ 2147483646 w 59"/>
                <a:gd name="T5" fmla="*/ 2147483646 h 59"/>
                <a:gd name="T6" fmla="*/ 2147483646 w 59"/>
                <a:gd name="T7" fmla="*/ 2147483646 h 59"/>
                <a:gd name="T8" fmla="*/ 2147483646 w 59"/>
                <a:gd name="T9" fmla="*/ 2147483646 h 59"/>
                <a:gd name="T10" fmla="*/ 2147483646 w 59"/>
                <a:gd name="T11" fmla="*/ 2147483646 h 59"/>
                <a:gd name="T12" fmla="*/ 2147483646 w 59"/>
                <a:gd name="T13" fmla="*/ 2147483646 h 59"/>
                <a:gd name="T14" fmla="*/ 2147483646 w 59"/>
                <a:gd name="T15" fmla="*/ 2147483646 h 59"/>
                <a:gd name="T16" fmla="*/ 2147483646 w 59"/>
                <a:gd name="T17" fmla="*/ 2147483646 h 59"/>
                <a:gd name="T18" fmla="*/ 0 w 59"/>
                <a:gd name="T19" fmla="*/ 2147483646 h 59"/>
                <a:gd name="T20" fmla="*/ 0 w 59"/>
                <a:gd name="T21" fmla="*/ 2147483646 h 59"/>
                <a:gd name="T22" fmla="*/ 0 w 59"/>
                <a:gd name="T23" fmla="*/ 2147483646 h 59"/>
                <a:gd name="T24" fmla="*/ 0 w 59"/>
                <a:gd name="T25" fmla="*/ 2147483646 h 59"/>
                <a:gd name="T26" fmla="*/ 2147483646 w 59"/>
                <a:gd name="T27" fmla="*/ 2147483646 h 59"/>
                <a:gd name="T28" fmla="*/ 2147483646 w 59"/>
                <a:gd name="T29" fmla="*/ 2147483646 h 59"/>
                <a:gd name="T30" fmla="*/ 2147483646 w 59"/>
                <a:gd name="T31" fmla="*/ 2147483646 h 59"/>
                <a:gd name="T32" fmla="*/ 2147483646 w 59"/>
                <a:gd name="T33" fmla="*/ 2147483646 h 59"/>
                <a:gd name="T34" fmla="*/ 2147483646 w 59"/>
                <a:gd name="T35" fmla="*/ 2147483646 h 59"/>
                <a:gd name="T36" fmla="*/ 2147483646 w 59"/>
                <a:gd name="T37" fmla="*/ 2147483646 h 59"/>
                <a:gd name="T38" fmla="*/ 2147483646 w 59"/>
                <a:gd name="T39" fmla="*/ 2147483646 h 59"/>
                <a:gd name="T40" fmla="*/ 2147483646 w 59"/>
                <a:gd name="T41" fmla="*/ 2147483646 h 59"/>
                <a:gd name="T42" fmla="*/ 2147483646 w 59"/>
                <a:gd name="T43" fmla="*/ 2147483646 h 59"/>
                <a:gd name="T44" fmla="*/ 2147483646 w 59"/>
                <a:gd name="T45" fmla="*/ 2147483646 h 59"/>
                <a:gd name="T46" fmla="*/ 2147483646 w 59"/>
                <a:gd name="T47" fmla="*/ 2147483646 h 59"/>
                <a:gd name="T48" fmla="*/ 2147483646 w 59"/>
                <a:gd name="T49" fmla="*/ 2147483646 h 59"/>
                <a:gd name="T50" fmla="*/ 2147483646 w 59"/>
                <a:gd name="T51" fmla="*/ 2147483646 h 59"/>
                <a:gd name="T52" fmla="*/ 2147483646 w 59"/>
                <a:gd name="T53" fmla="*/ 2147483646 h 59"/>
                <a:gd name="T54" fmla="*/ 2147483646 w 59"/>
                <a:gd name="T55" fmla="*/ 2147483646 h 59"/>
                <a:gd name="T56" fmla="*/ 2147483646 w 59"/>
                <a:gd name="T57" fmla="*/ 2147483646 h 59"/>
                <a:gd name="T58" fmla="*/ 2147483646 w 59"/>
                <a:gd name="T59" fmla="*/ 2147483646 h 59"/>
                <a:gd name="T60" fmla="*/ 2147483646 w 59"/>
                <a:gd name="T61" fmla="*/ 2147483646 h 59"/>
                <a:gd name="T62" fmla="*/ 2147483646 w 59"/>
                <a:gd name="T63" fmla="*/ 2147483646 h 59"/>
                <a:gd name="T64" fmla="*/ 2147483646 w 59"/>
                <a:gd name="T65" fmla="*/ 2147483646 h 59"/>
                <a:gd name="T66" fmla="*/ 2147483646 w 59"/>
                <a:gd name="T67" fmla="*/ 2147483646 h 59"/>
                <a:gd name="T68" fmla="*/ 2147483646 w 59"/>
                <a:gd name="T69" fmla="*/ 2147483646 h 59"/>
                <a:gd name="T70" fmla="*/ 2147483646 w 59"/>
                <a:gd name="T71" fmla="*/ 2147483646 h 59"/>
                <a:gd name="T72" fmla="*/ 2147483646 w 59"/>
                <a:gd name="T73" fmla="*/ 2147483646 h 59"/>
                <a:gd name="T74" fmla="*/ 2147483646 w 59"/>
                <a:gd name="T75" fmla="*/ 2147483646 h 59"/>
                <a:gd name="T76" fmla="*/ 2147483646 w 59"/>
                <a:gd name="T77" fmla="*/ 2147483646 h 59"/>
                <a:gd name="T78" fmla="*/ 2147483646 w 59"/>
                <a:gd name="T79" fmla="*/ 2147483646 h 59"/>
                <a:gd name="T80" fmla="*/ 2147483646 w 59"/>
                <a:gd name="T81" fmla="*/ 2147483646 h 59"/>
                <a:gd name="T82" fmla="*/ 2147483646 w 59"/>
                <a:gd name="T83" fmla="*/ 2147483646 h 59"/>
                <a:gd name="T84" fmla="*/ 2147483646 w 59"/>
                <a:gd name="T85" fmla="*/ 0 h 59"/>
                <a:gd name="T86" fmla="*/ 2147483646 w 59"/>
                <a:gd name="T87" fmla="*/ 0 h 59"/>
                <a:gd name="T88" fmla="*/ 2147483646 w 59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9" h="59">
                  <a:moveTo>
                    <a:pt x="30" y="30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19" y="1"/>
                  </a:lnTo>
                  <a:lnTo>
                    <a:pt x="18" y="1"/>
                  </a:lnTo>
                  <a:lnTo>
                    <a:pt x="16" y="3"/>
                  </a:lnTo>
                  <a:lnTo>
                    <a:pt x="15" y="4"/>
                  </a:lnTo>
                  <a:lnTo>
                    <a:pt x="13" y="4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7"/>
                  </a:lnTo>
                  <a:lnTo>
                    <a:pt x="9" y="9"/>
                  </a:lnTo>
                  <a:lnTo>
                    <a:pt x="7" y="9"/>
                  </a:lnTo>
                  <a:lnTo>
                    <a:pt x="7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4" y="43"/>
                  </a:lnTo>
                  <a:lnTo>
                    <a:pt x="4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7" y="49"/>
                  </a:lnTo>
                  <a:lnTo>
                    <a:pt x="9" y="50"/>
                  </a:lnTo>
                  <a:lnTo>
                    <a:pt x="10" y="52"/>
                  </a:lnTo>
                  <a:lnTo>
                    <a:pt x="12" y="53"/>
                  </a:lnTo>
                  <a:lnTo>
                    <a:pt x="13" y="53"/>
                  </a:lnTo>
                  <a:lnTo>
                    <a:pt x="15" y="55"/>
                  </a:lnTo>
                  <a:lnTo>
                    <a:pt x="16" y="55"/>
                  </a:lnTo>
                  <a:lnTo>
                    <a:pt x="16" y="56"/>
                  </a:lnTo>
                  <a:lnTo>
                    <a:pt x="18" y="56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5" y="58"/>
                  </a:lnTo>
                  <a:lnTo>
                    <a:pt x="37" y="58"/>
                  </a:lnTo>
                  <a:lnTo>
                    <a:pt x="38" y="58"/>
                  </a:lnTo>
                  <a:lnTo>
                    <a:pt x="40" y="58"/>
                  </a:lnTo>
                  <a:lnTo>
                    <a:pt x="41" y="56"/>
                  </a:lnTo>
                  <a:lnTo>
                    <a:pt x="43" y="56"/>
                  </a:lnTo>
                  <a:lnTo>
                    <a:pt x="44" y="55"/>
                  </a:lnTo>
                  <a:lnTo>
                    <a:pt x="46" y="53"/>
                  </a:lnTo>
                  <a:lnTo>
                    <a:pt x="47" y="53"/>
                  </a:lnTo>
                  <a:lnTo>
                    <a:pt x="49" y="52"/>
                  </a:lnTo>
                  <a:lnTo>
                    <a:pt x="50" y="52"/>
                  </a:lnTo>
                  <a:lnTo>
                    <a:pt x="50" y="50"/>
                  </a:lnTo>
                  <a:lnTo>
                    <a:pt x="52" y="49"/>
                  </a:lnTo>
                  <a:lnTo>
                    <a:pt x="53" y="49"/>
                  </a:lnTo>
                  <a:lnTo>
                    <a:pt x="53" y="47"/>
                  </a:lnTo>
                  <a:lnTo>
                    <a:pt x="55" y="46"/>
                  </a:lnTo>
                  <a:lnTo>
                    <a:pt x="55" y="44"/>
                  </a:lnTo>
                  <a:lnTo>
                    <a:pt x="56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39"/>
                  </a:lnTo>
                  <a:lnTo>
                    <a:pt x="58" y="37"/>
                  </a:lnTo>
                  <a:lnTo>
                    <a:pt x="59" y="36"/>
                  </a:lnTo>
                  <a:lnTo>
                    <a:pt x="59" y="34"/>
                  </a:lnTo>
                  <a:lnTo>
                    <a:pt x="59" y="33"/>
                  </a:lnTo>
                  <a:lnTo>
                    <a:pt x="59" y="31"/>
                  </a:lnTo>
                  <a:lnTo>
                    <a:pt x="59" y="30"/>
                  </a:lnTo>
                  <a:lnTo>
                    <a:pt x="59" y="28"/>
                  </a:lnTo>
                  <a:lnTo>
                    <a:pt x="59" y="27"/>
                  </a:lnTo>
                  <a:lnTo>
                    <a:pt x="59" y="25"/>
                  </a:lnTo>
                  <a:lnTo>
                    <a:pt x="59" y="24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6" y="16"/>
                  </a:lnTo>
                  <a:lnTo>
                    <a:pt x="56" y="15"/>
                  </a:lnTo>
                  <a:lnTo>
                    <a:pt x="55" y="13"/>
                  </a:lnTo>
                  <a:lnTo>
                    <a:pt x="53" y="12"/>
                  </a:lnTo>
                  <a:lnTo>
                    <a:pt x="53" y="10"/>
                  </a:lnTo>
                  <a:lnTo>
                    <a:pt x="52" y="9"/>
                  </a:lnTo>
                  <a:lnTo>
                    <a:pt x="50" y="9"/>
                  </a:lnTo>
                  <a:lnTo>
                    <a:pt x="50" y="7"/>
                  </a:lnTo>
                  <a:lnTo>
                    <a:pt x="49" y="6"/>
                  </a:lnTo>
                  <a:lnTo>
                    <a:pt x="47" y="6"/>
                  </a:lnTo>
                  <a:lnTo>
                    <a:pt x="46" y="4"/>
                  </a:lnTo>
                  <a:lnTo>
                    <a:pt x="44" y="4"/>
                  </a:lnTo>
                  <a:lnTo>
                    <a:pt x="44" y="3"/>
                  </a:lnTo>
                  <a:lnTo>
                    <a:pt x="43" y="3"/>
                  </a:lnTo>
                  <a:lnTo>
                    <a:pt x="41" y="1"/>
                  </a:lnTo>
                  <a:lnTo>
                    <a:pt x="40" y="1"/>
                  </a:lnTo>
                  <a:lnTo>
                    <a:pt x="38" y="1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23" name="Freeform 38">
              <a:extLst>
                <a:ext uri="{FF2B5EF4-FFF2-40B4-BE49-F238E27FC236}">
                  <a16:creationId xmlns:a16="http://schemas.microsoft.com/office/drawing/2014/main" id="{BF326F77-B45F-44D8-8B83-7604BD7B3E4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59163" y="2576512"/>
              <a:ext cx="69850" cy="73025"/>
            </a:xfrm>
            <a:custGeom>
              <a:avLst/>
              <a:gdLst>
                <a:gd name="T0" fmla="*/ 2147483646 w 60"/>
                <a:gd name="T1" fmla="*/ 0 h 59"/>
                <a:gd name="T2" fmla="*/ 2147483646 w 60"/>
                <a:gd name="T3" fmla="*/ 0 h 59"/>
                <a:gd name="T4" fmla="*/ 2147483646 w 60"/>
                <a:gd name="T5" fmla="*/ 2147483646 h 59"/>
                <a:gd name="T6" fmla="*/ 2147483646 w 60"/>
                <a:gd name="T7" fmla="*/ 2147483646 h 59"/>
                <a:gd name="T8" fmla="*/ 2147483646 w 60"/>
                <a:gd name="T9" fmla="*/ 2147483646 h 59"/>
                <a:gd name="T10" fmla="*/ 2147483646 w 60"/>
                <a:gd name="T11" fmla="*/ 2147483646 h 59"/>
                <a:gd name="T12" fmla="*/ 2147483646 w 60"/>
                <a:gd name="T13" fmla="*/ 2147483646 h 59"/>
                <a:gd name="T14" fmla="*/ 2147483646 w 60"/>
                <a:gd name="T15" fmla="*/ 2147483646 h 59"/>
                <a:gd name="T16" fmla="*/ 2147483646 w 60"/>
                <a:gd name="T17" fmla="*/ 2147483646 h 59"/>
                <a:gd name="T18" fmla="*/ 0 w 60"/>
                <a:gd name="T19" fmla="*/ 2147483646 h 59"/>
                <a:gd name="T20" fmla="*/ 0 w 60"/>
                <a:gd name="T21" fmla="*/ 2147483646 h 59"/>
                <a:gd name="T22" fmla="*/ 0 w 60"/>
                <a:gd name="T23" fmla="*/ 2147483646 h 59"/>
                <a:gd name="T24" fmla="*/ 0 w 60"/>
                <a:gd name="T25" fmla="*/ 2147483646 h 59"/>
                <a:gd name="T26" fmla="*/ 2147483646 w 60"/>
                <a:gd name="T27" fmla="*/ 2147483646 h 59"/>
                <a:gd name="T28" fmla="*/ 2147483646 w 60"/>
                <a:gd name="T29" fmla="*/ 2147483646 h 59"/>
                <a:gd name="T30" fmla="*/ 2147483646 w 60"/>
                <a:gd name="T31" fmla="*/ 2147483646 h 59"/>
                <a:gd name="T32" fmla="*/ 2147483646 w 60"/>
                <a:gd name="T33" fmla="*/ 2147483646 h 59"/>
                <a:gd name="T34" fmla="*/ 2147483646 w 60"/>
                <a:gd name="T35" fmla="*/ 2147483646 h 59"/>
                <a:gd name="T36" fmla="*/ 2147483646 w 60"/>
                <a:gd name="T37" fmla="*/ 2147483646 h 59"/>
                <a:gd name="T38" fmla="*/ 2147483646 w 60"/>
                <a:gd name="T39" fmla="*/ 2147483646 h 59"/>
                <a:gd name="T40" fmla="*/ 2147483646 w 60"/>
                <a:gd name="T41" fmla="*/ 2147483646 h 59"/>
                <a:gd name="T42" fmla="*/ 2147483646 w 60"/>
                <a:gd name="T43" fmla="*/ 2147483646 h 59"/>
                <a:gd name="T44" fmla="*/ 2147483646 w 60"/>
                <a:gd name="T45" fmla="*/ 2147483646 h 59"/>
                <a:gd name="T46" fmla="*/ 2147483646 w 60"/>
                <a:gd name="T47" fmla="*/ 2147483646 h 59"/>
                <a:gd name="T48" fmla="*/ 2147483646 w 60"/>
                <a:gd name="T49" fmla="*/ 2147483646 h 59"/>
                <a:gd name="T50" fmla="*/ 2147483646 w 60"/>
                <a:gd name="T51" fmla="*/ 2147483646 h 59"/>
                <a:gd name="T52" fmla="*/ 2147483646 w 60"/>
                <a:gd name="T53" fmla="*/ 2147483646 h 59"/>
                <a:gd name="T54" fmla="*/ 2147483646 w 60"/>
                <a:gd name="T55" fmla="*/ 2147483646 h 59"/>
                <a:gd name="T56" fmla="*/ 2147483646 w 60"/>
                <a:gd name="T57" fmla="*/ 2147483646 h 59"/>
                <a:gd name="T58" fmla="*/ 2147483646 w 60"/>
                <a:gd name="T59" fmla="*/ 2147483646 h 59"/>
                <a:gd name="T60" fmla="*/ 2147483646 w 60"/>
                <a:gd name="T61" fmla="*/ 2147483646 h 59"/>
                <a:gd name="T62" fmla="*/ 2147483646 w 60"/>
                <a:gd name="T63" fmla="*/ 2147483646 h 59"/>
                <a:gd name="T64" fmla="*/ 2147483646 w 60"/>
                <a:gd name="T65" fmla="*/ 2147483646 h 59"/>
                <a:gd name="T66" fmla="*/ 2147483646 w 60"/>
                <a:gd name="T67" fmla="*/ 2147483646 h 59"/>
                <a:gd name="T68" fmla="*/ 2147483646 w 60"/>
                <a:gd name="T69" fmla="*/ 2147483646 h 59"/>
                <a:gd name="T70" fmla="*/ 2147483646 w 60"/>
                <a:gd name="T71" fmla="*/ 2147483646 h 59"/>
                <a:gd name="T72" fmla="*/ 2147483646 w 60"/>
                <a:gd name="T73" fmla="*/ 2147483646 h 59"/>
                <a:gd name="T74" fmla="*/ 2147483646 w 60"/>
                <a:gd name="T75" fmla="*/ 2147483646 h 59"/>
                <a:gd name="T76" fmla="*/ 2147483646 w 60"/>
                <a:gd name="T77" fmla="*/ 2147483646 h 59"/>
                <a:gd name="T78" fmla="*/ 2147483646 w 60"/>
                <a:gd name="T79" fmla="*/ 2147483646 h 59"/>
                <a:gd name="T80" fmla="*/ 2147483646 w 60"/>
                <a:gd name="T81" fmla="*/ 2147483646 h 59"/>
                <a:gd name="T82" fmla="*/ 2147483646 w 60"/>
                <a:gd name="T83" fmla="*/ 2147483646 h 59"/>
                <a:gd name="T84" fmla="*/ 2147483646 w 60"/>
                <a:gd name="T85" fmla="*/ 0 h 59"/>
                <a:gd name="T86" fmla="*/ 2147483646 w 60"/>
                <a:gd name="T87" fmla="*/ 0 h 59"/>
                <a:gd name="T88" fmla="*/ 2147483646 w 60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0" h="59">
                  <a:moveTo>
                    <a:pt x="30" y="29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7" y="3"/>
                  </a:lnTo>
                  <a:lnTo>
                    <a:pt x="15" y="4"/>
                  </a:lnTo>
                  <a:lnTo>
                    <a:pt x="14" y="4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1" y="7"/>
                  </a:lnTo>
                  <a:lnTo>
                    <a:pt x="9" y="9"/>
                  </a:lnTo>
                  <a:lnTo>
                    <a:pt x="8" y="9"/>
                  </a:lnTo>
                  <a:lnTo>
                    <a:pt x="8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0" y="23"/>
                  </a:lnTo>
                  <a:lnTo>
                    <a:pt x="0" y="25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0" y="29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2" y="40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8" y="49"/>
                  </a:lnTo>
                  <a:lnTo>
                    <a:pt x="9" y="50"/>
                  </a:lnTo>
                  <a:lnTo>
                    <a:pt x="11" y="52"/>
                  </a:lnTo>
                  <a:lnTo>
                    <a:pt x="12" y="53"/>
                  </a:lnTo>
                  <a:lnTo>
                    <a:pt x="14" y="53"/>
                  </a:lnTo>
                  <a:lnTo>
                    <a:pt x="15" y="55"/>
                  </a:lnTo>
                  <a:lnTo>
                    <a:pt x="17" y="55"/>
                  </a:lnTo>
                  <a:lnTo>
                    <a:pt x="17" y="56"/>
                  </a:lnTo>
                  <a:lnTo>
                    <a:pt x="18" y="56"/>
                  </a:lnTo>
                  <a:lnTo>
                    <a:pt x="20" y="58"/>
                  </a:lnTo>
                  <a:lnTo>
                    <a:pt x="21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6" y="58"/>
                  </a:lnTo>
                  <a:lnTo>
                    <a:pt x="37" y="58"/>
                  </a:lnTo>
                  <a:lnTo>
                    <a:pt x="39" y="58"/>
                  </a:lnTo>
                  <a:lnTo>
                    <a:pt x="40" y="58"/>
                  </a:lnTo>
                  <a:lnTo>
                    <a:pt x="42" y="56"/>
                  </a:lnTo>
                  <a:lnTo>
                    <a:pt x="43" y="56"/>
                  </a:lnTo>
                  <a:lnTo>
                    <a:pt x="45" y="55"/>
                  </a:lnTo>
                  <a:lnTo>
                    <a:pt x="46" y="53"/>
                  </a:lnTo>
                  <a:lnTo>
                    <a:pt x="48" y="53"/>
                  </a:lnTo>
                  <a:lnTo>
                    <a:pt x="49" y="52"/>
                  </a:lnTo>
                  <a:lnTo>
                    <a:pt x="51" y="52"/>
                  </a:lnTo>
                  <a:lnTo>
                    <a:pt x="51" y="50"/>
                  </a:lnTo>
                  <a:lnTo>
                    <a:pt x="52" y="49"/>
                  </a:lnTo>
                  <a:lnTo>
                    <a:pt x="54" y="49"/>
                  </a:lnTo>
                  <a:lnTo>
                    <a:pt x="54" y="47"/>
                  </a:lnTo>
                  <a:lnTo>
                    <a:pt x="55" y="46"/>
                  </a:lnTo>
                  <a:lnTo>
                    <a:pt x="55" y="44"/>
                  </a:lnTo>
                  <a:lnTo>
                    <a:pt x="57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38"/>
                  </a:lnTo>
                  <a:lnTo>
                    <a:pt x="58" y="37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60" y="32"/>
                  </a:lnTo>
                  <a:lnTo>
                    <a:pt x="60" y="31"/>
                  </a:lnTo>
                  <a:lnTo>
                    <a:pt x="60" y="29"/>
                  </a:lnTo>
                  <a:lnTo>
                    <a:pt x="60" y="28"/>
                  </a:lnTo>
                  <a:lnTo>
                    <a:pt x="60" y="26"/>
                  </a:lnTo>
                  <a:lnTo>
                    <a:pt x="60" y="25"/>
                  </a:lnTo>
                  <a:lnTo>
                    <a:pt x="60" y="23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7" y="16"/>
                  </a:lnTo>
                  <a:lnTo>
                    <a:pt x="57" y="15"/>
                  </a:lnTo>
                  <a:lnTo>
                    <a:pt x="55" y="13"/>
                  </a:lnTo>
                  <a:lnTo>
                    <a:pt x="54" y="12"/>
                  </a:lnTo>
                  <a:lnTo>
                    <a:pt x="54" y="10"/>
                  </a:lnTo>
                  <a:lnTo>
                    <a:pt x="52" y="9"/>
                  </a:lnTo>
                  <a:lnTo>
                    <a:pt x="51" y="9"/>
                  </a:lnTo>
                  <a:lnTo>
                    <a:pt x="51" y="7"/>
                  </a:lnTo>
                  <a:lnTo>
                    <a:pt x="49" y="6"/>
                  </a:lnTo>
                  <a:lnTo>
                    <a:pt x="48" y="6"/>
                  </a:lnTo>
                  <a:lnTo>
                    <a:pt x="46" y="4"/>
                  </a:lnTo>
                  <a:lnTo>
                    <a:pt x="45" y="4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24" name="Freeform 39">
              <a:extLst>
                <a:ext uri="{FF2B5EF4-FFF2-40B4-BE49-F238E27FC236}">
                  <a16:creationId xmlns:a16="http://schemas.microsoft.com/office/drawing/2014/main" id="{5D2CA52F-19C8-4578-A068-34C15E1E0BD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60750" y="1403350"/>
              <a:ext cx="69850" cy="73025"/>
            </a:xfrm>
            <a:custGeom>
              <a:avLst/>
              <a:gdLst>
                <a:gd name="T0" fmla="*/ 2147483646 w 60"/>
                <a:gd name="T1" fmla="*/ 0 h 59"/>
                <a:gd name="T2" fmla="*/ 2147483646 w 60"/>
                <a:gd name="T3" fmla="*/ 0 h 59"/>
                <a:gd name="T4" fmla="*/ 2147483646 w 60"/>
                <a:gd name="T5" fmla="*/ 2147483646 h 59"/>
                <a:gd name="T6" fmla="*/ 2147483646 w 60"/>
                <a:gd name="T7" fmla="*/ 2147483646 h 59"/>
                <a:gd name="T8" fmla="*/ 2147483646 w 60"/>
                <a:gd name="T9" fmla="*/ 2147483646 h 59"/>
                <a:gd name="T10" fmla="*/ 2147483646 w 60"/>
                <a:gd name="T11" fmla="*/ 2147483646 h 59"/>
                <a:gd name="T12" fmla="*/ 2147483646 w 60"/>
                <a:gd name="T13" fmla="*/ 2147483646 h 59"/>
                <a:gd name="T14" fmla="*/ 2147483646 w 60"/>
                <a:gd name="T15" fmla="*/ 2147483646 h 59"/>
                <a:gd name="T16" fmla="*/ 2147483646 w 60"/>
                <a:gd name="T17" fmla="*/ 2147483646 h 59"/>
                <a:gd name="T18" fmla="*/ 0 w 60"/>
                <a:gd name="T19" fmla="*/ 2147483646 h 59"/>
                <a:gd name="T20" fmla="*/ 0 w 60"/>
                <a:gd name="T21" fmla="*/ 2147483646 h 59"/>
                <a:gd name="T22" fmla="*/ 0 w 60"/>
                <a:gd name="T23" fmla="*/ 2147483646 h 59"/>
                <a:gd name="T24" fmla="*/ 0 w 60"/>
                <a:gd name="T25" fmla="*/ 2147483646 h 59"/>
                <a:gd name="T26" fmla="*/ 2147483646 w 60"/>
                <a:gd name="T27" fmla="*/ 2147483646 h 59"/>
                <a:gd name="T28" fmla="*/ 2147483646 w 60"/>
                <a:gd name="T29" fmla="*/ 2147483646 h 59"/>
                <a:gd name="T30" fmla="*/ 2147483646 w 60"/>
                <a:gd name="T31" fmla="*/ 2147483646 h 59"/>
                <a:gd name="T32" fmla="*/ 2147483646 w 60"/>
                <a:gd name="T33" fmla="*/ 2147483646 h 59"/>
                <a:gd name="T34" fmla="*/ 2147483646 w 60"/>
                <a:gd name="T35" fmla="*/ 2147483646 h 59"/>
                <a:gd name="T36" fmla="*/ 2147483646 w 60"/>
                <a:gd name="T37" fmla="*/ 2147483646 h 59"/>
                <a:gd name="T38" fmla="*/ 2147483646 w 60"/>
                <a:gd name="T39" fmla="*/ 2147483646 h 59"/>
                <a:gd name="T40" fmla="*/ 2147483646 w 60"/>
                <a:gd name="T41" fmla="*/ 2147483646 h 59"/>
                <a:gd name="T42" fmla="*/ 2147483646 w 60"/>
                <a:gd name="T43" fmla="*/ 2147483646 h 59"/>
                <a:gd name="T44" fmla="*/ 2147483646 w 60"/>
                <a:gd name="T45" fmla="*/ 2147483646 h 59"/>
                <a:gd name="T46" fmla="*/ 2147483646 w 60"/>
                <a:gd name="T47" fmla="*/ 2147483646 h 59"/>
                <a:gd name="T48" fmla="*/ 2147483646 w 60"/>
                <a:gd name="T49" fmla="*/ 2147483646 h 59"/>
                <a:gd name="T50" fmla="*/ 2147483646 w 60"/>
                <a:gd name="T51" fmla="*/ 2147483646 h 59"/>
                <a:gd name="T52" fmla="*/ 2147483646 w 60"/>
                <a:gd name="T53" fmla="*/ 2147483646 h 59"/>
                <a:gd name="T54" fmla="*/ 2147483646 w 60"/>
                <a:gd name="T55" fmla="*/ 2147483646 h 59"/>
                <a:gd name="T56" fmla="*/ 2147483646 w 60"/>
                <a:gd name="T57" fmla="*/ 2147483646 h 59"/>
                <a:gd name="T58" fmla="*/ 2147483646 w 60"/>
                <a:gd name="T59" fmla="*/ 2147483646 h 59"/>
                <a:gd name="T60" fmla="*/ 2147483646 w 60"/>
                <a:gd name="T61" fmla="*/ 2147483646 h 59"/>
                <a:gd name="T62" fmla="*/ 2147483646 w 60"/>
                <a:gd name="T63" fmla="*/ 2147483646 h 59"/>
                <a:gd name="T64" fmla="*/ 2147483646 w 60"/>
                <a:gd name="T65" fmla="*/ 2147483646 h 59"/>
                <a:gd name="T66" fmla="*/ 2147483646 w 60"/>
                <a:gd name="T67" fmla="*/ 2147483646 h 59"/>
                <a:gd name="T68" fmla="*/ 2147483646 w 60"/>
                <a:gd name="T69" fmla="*/ 2147483646 h 59"/>
                <a:gd name="T70" fmla="*/ 2147483646 w 60"/>
                <a:gd name="T71" fmla="*/ 2147483646 h 59"/>
                <a:gd name="T72" fmla="*/ 2147483646 w 60"/>
                <a:gd name="T73" fmla="*/ 2147483646 h 59"/>
                <a:gd name="T74" fmla="*/ 2147483646 w 60"/>
                <a:gd name="T75" fmla="*/ 2147483646 h 59"/>
                <a:gd name="T76" fmla="*/ 2147483646 w 60"/>
                <a:gd name="T77" fmla="*/ 2147483646 h 59"/>
                <a:gd name="T78" fmla="*/ 2147483646 w 60"/>
                <a:gd name="T79" fmla="*/ 2147483646 h 59"/>
                <a:gd name="T80" fmla="*/ 2147483646 w 60"/>
                <a:gd name="T81" fmla="*/ 2147483646 h 59"/>
                <a:gd name="T82" fmla="*/ 2147483646 w 60"/>
                <a:gd name="T83" fmla="*/ 2147483646 h 59"/>
                <a:gd name="T84" fmla="*/ 2147483646 w 60"/>
                <a:gd name="T85" fmla="*/ 0 h 59"/>
                <a:gd name="T86" fmla="*/ 2147483646 w 60"/>
                <a:gd name="T87" fmla="*/ 0 h 59"/>
                <a:gd name="T88" fmla="*/ 2147483646 w 60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60" h="59">
                  <a:moveTo>
                    <a:pt x="30" y="30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7" y="3"/>
                  </a:lnTo>
                  <a:lnTo>
                    <a:pt x="15" y="4"/>
                  </a:lnTo>
                  <a:lnTo>
                    <a:pt x="14" y="4"/>
                  </a:lnTo>
                  <a:lnTo>
                    <a:pt x="12" y="6"/>
                  </a:lnTo>
                  <a:lnTo>
                    <a:pt x="11" y="6"/>
                  </a:lnTo>
                  <a:lnTo>
                    <a:pt x="11" y="7"/>
                  </a:lnTo>
                  <a:lnTo>
                    <a:pt x="9" y="9"/>
                  </a:lnTo>
                  <a:lnTo>
                    <a:pt x="8" y="9"/>
                  </a:lnTo>
                  <a:lnTo>
                    <a:pt x="8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5" y="13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2"/>
                  </a:lnTo>
                  <a:lnTo>
                    <a:pt x="0" y="34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2" y="38"/>
                  </a:lnTo>
                  <a:lnTo>
                    <a:pt x="2" y="40"/>
                  </a:lnTo>
                  <a:lnTo>
                    <a:pt x="3" y="41"/>
                  </a:lnTo>
                  <a:lnTo>
                    <a:pt x="3" y="43"/>
                  </a:lnTo>
                  <a:lnTo>
                    <a:pt x="5" y="43"/>
                  </a:lnTo>
                  <a:lnTo>
                    <a:pt x="5" y="44"/>
                  </a:lnTo>
                  <a:lnTo>
                    <a:pt x="6" y="46"/>
                  </a:lnTo>
                  <a:lnTo>
                    <a:pt x="6" y="47"/>
                  </a:lnTo>
                  <a:lnTo>
                    <a:pt x="8" y="49"/>
                  </a:lnTo>
                  <a:lnTo>
                    <a:pt x="9" y="50"/>
                  </a:lnTo>
                  <a:lnTo>
                    <a:pt x="11" y="52"/>
                  </a:lnTo>
                  <a:lnTo>
                    <a:pt x="12" y="53"/>
                  </a:lnTo>
                  <a:lnTo>
                    <a:pt x="14" y="53"/>
                  </a:lnTo>
                  <a:lnTo>
                    <a:pt x="15" y="55"/>
                  </a:lnTo>
                  <a:lnTo>
                    <a:pt x="17" y="55"/>
                  </a:lnTo>
                  <a:lnTo>
                    <a:pt x="17" y="56"/>
                  </a:lnTo>
                  <a:lnTo>
                    <a:pt x="18" y="56"/>
                  </a:lnTo>
                  <a:lnTo>
                    <a:pt x="20" y="58"/>
                  </a:lnTo>
                  <a:lnTo>
                    <a:pt x="21" y="58"/>
                  </a:lnTo>
                  <a:lnTo>
                    <a:pt x="23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6" y="58"/>
                  </a:lnTo>
                  <a:lnTo>
                    <a:pt x="37" y="58"/>
                  </a:lnTo>
                  <a:lnTo>
                    <a:pt x="39" y="58"/>
                  </a:lnTo>
                  <a:lnTo>
                    <a:pt x="40" y="58"/>
                  </a:lnTo>
                  <a:lnTo>
                    <a:pt x="42" y="56"/>
                  </a:lnTo>
                  <a:lnTo>
                    <a:pt x="43" y="56"/>
                  </a:lnTo>
                  <a:lnTo>
                    <a:pt x="45" y="55"/>
                  </a:lnTo>
                  <a:lnTo>
                    <a:pt x="46" y="53"/>
                  </a:lnTo>
                  <a:lnTo>
                    <a:pt x="48" y="53"/>
                  </a:lnTo>
                  <a:lnTo>
                    <a:pt x="49" y="52"/>
                  </a:lnTo>
                  <a:lnTo>
                    <a:pt x="51" y="52"/>
                  </a:lnTo>
                  <a:lnTo>
                    <a:pt x="51" y="50"/>
                  </a:lnTo>
                  <a:lnTo>
                    <a:pt x="52" y="49"/>
                  </a:lnTo>
                  <a:lnTo>
                    <a:pt x="54" y="49"/>
                  </a:lnTo>
                  <a:lnTo>
                    <a:pt x="54" y="47"/>
                  </a:lnTo>
                  <a:lnTo>
                    <a:pt x="55" y="46"/>
                  </a:lnTo>
                  <a:lnTo>
                    <a:pt x="55" y="44"/>
                  </a:lnTo>
                  <a:lnTo>
                    <a:pt x="57" y="43"/>
                  </a:lnTo>
                  <a:lnTo>
                    <a:pt x="58" y="41"/>
                  </a:lnTo>
                  <a:lnTo>
                    <a:pt x="58" y="40"/>
                  </a:lnTo>
                  <a:lnTo>
                    <a:pt x="58" y="38"/>
                  </a:lnTo>
                  <a:lnTo>
                    <a:pt x="58" y="37"/>
                  </a:lnTo>
                  <a:lnTo>
                    <a:pt x="60" y="35"/>
                  </a:lnTo>
                  <a:lnTo>
                    <a:pt x="60" y="34"/>
                  </a:lnTo>
                  <a:lnTo>
                    <a:pt x="60" y="32"/>
                  </a:lnTo>
                  <a:lnTo>
                    <a:pt x="60" y="31"/>
                  </a:lnTo>
                  <a:lnTo>
                    <a:pt x="60" y="30"/>
                  </a:lnTo>
                  <a:lnTo>
                    <a:pt x="60" y="28"/>
                  </a:lnTo>
                  <a:lnTo>
                    <a:pt x="60" y="27"/>
                  </a:lnTo>
                  <a:lnTo>
                    <a:pt x="60" y="25"/>
                  </a:lnTo>
                  <a:lnTo>
                    <a:pt x="60" y="24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7" y="16"/>
                  </a:lnTo>
                  <a:lnTo>
                    <a:pt x="57" y="15"/>
                  </a:lnTo>
                  <a:lnTo>
                    <a:pt x="55" y="13"/>
                  </a:lnTo>
                  <a:lnTo>
                    <a:pt x="54" y="12"/>
                  </a:lnTo>
                  <a:lnTo>
                    <a:pt x="54" y="10"/>
                  </a:lnTo>
                  <a:lnTo>
                    <a:pt x="52" y="9"/>
                  </a:lnTo>
                  <a:lnTo>
                    <a:pt x="51" y="9"/>
                  </a:lnTo>
                  <a:lnTo>
                    <a:pt x="51" y="7"/>
                  </a:lnTo>
                  <a:lnTo>
                    <a:pt x="49" y="6"/>
                  </a:lnTo>
                  <a:lnTo>
                    <a:pt x="48" y="6"/>
                  </a:lnTo>
                  <a:lnTo>
                    <a:pt x="46" y="4"/>
                  </a:lnTo>
                  <a:lnTo>
                    <a:pt x="45" y="4"/>
                  </a:lnTo>
                  <a:lnTo>
                    <a:pt x="45" y="3"/>
                  </a:lnTo>
                  <a:lnTo>
                    <a:pt x="43" y="3"/>
                  </a:lnTo>
                  <a:lnTo>
                    <a:pt x="42" y="1"/>
                  </a:lnTo>
                  <a:lnTo>
                    <a:pt x="40" y="1"/>
                  </a:lnTo>
                  <a:lnTo>
                    <a:pt x="39" y="1"/>
                  </a:lnTo>
                  <a:lnTo>
                    <a:pt x="37" y="0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25" name="Freeform 40">
              <a:extLst>
                <a:ext uri="{FF2B5EF4-FFF2-40B4-BE49-F238E27FC236}">
                  <a16:creationId xmlns:a16="http://schemas.microsoft.com/office/drawing/2014/main" id="{8A54675A-2013-4006-AE3F-B92324FB3AC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00350" y="1733550"/>
              <a:ext cx="74613" cy="73025"/>
            </a:xfrm>
            <a:custGeom>
              <a:avLst/>
              <a:gdLst>
                <a:gd name="T0" fmla="*/ 2147483646 w 59"/>
                <a:gd name="T1" fmla="*/ 0 h 59"/>
                <a:gd name="T2" fmla="*/ 2147483646 w 59"/>
                <a:gd name="T3" fmla="*/ 0 h 59"/>
                <a:gd name="T4" fmla="*/ 2147483646 w 59"/>
                <a:gd name="T5" fmla="*/ 2147483646 h 59"/>
                <a:gd name="T6" fmla="*/ 2147483646 w 59"/>
                <a:gd name="T7" fmla="*/ 2147483646 h 59"/>
                <a:gd name="T8" fmla="*/ 2147483646 w 59"/>
                <a:gd name="T9" fmla="*/ 2147483646 h 59"/>
                <a:gd name="T10" fmla="*/ 2147483646 w 59"/>
                <a:gd name="T11" fmla="*/ 2147483646 h 59"/>
                <a:gd name="T12" fmla="*/ 2147483646 w 59"/>
                <a:gd name="T13" fmla="*/ 2147483646 h 59"/>
                <a:gd name="T14" fmla="*/ 2147483646 w 59"/>
                <a:gd name="T15" fmla="*/ 2147483646 h 59"/>
                <a:gd name="T16" fmla="*/ 2147483646 w 59"/>
                <a:gd name="T17" fmla="*/ 2147483646 h 59"/>
                <a:gd name="T18" fmla="*/ 0 w 59"/>
                <a:gd name="T19" fmla="*/ 2147483646 h 59"/>
                <a:gd name="T20" fmla="*/ 0 w 59"/>
                <a:gd name="T21" fmla="*/ 2147483646 h 59"/>
                <a:gd name="T22" fmla="*/ 0 w 59"/>
                <a:gd name="T23" fmla="*/ 2147483646 h 59"/>
                <a:gd name="T24" fmla="*/ 0 w 59"/>
                <a:gd name="T25" fmla="*/ 2147483646 h 59"/>
                <a:gd name="T26" fmla="*/ 2147483646 w 59"/>
                <a:gd name="T27" fmla="*/ 2147483646 h 59"/>
                <a:gd name="T28" fmla="*/ 2147483646 w 59"/>
                <a:gd name="T29" fmla="*/ 2147483646 h 59"/>
                <a:gd name="T30" fmla="*/ 2147483646 w 59"/>
                <a:gd name="T31" fmla="*/ 2147483646 h 59"/>
                <a:gd name="T32" fmla="*/ 2147483646 w 59"/>
                <a:gd name="T33" fmla="*/ 2147483646 h 59"/>
                <a:gd name="T34" fmla="*/ 2147483646 w 59"/>
                <a:gd name="T35" fmla="*/ 2147483646 h 59"/>
                <a:gd name="T36" fmla="*/ 2147483646 w 59"/>
                <a:gd name="T37" fmla="*/ 2147483646 h 59"/>
                <a:gd name="T38" fmla="*/ 2147483646 w 59"/>
                <a:gd name="T39" fmla="*/ 2147483646 h 59"/>
                <a:gd name="T40" fmla="*/ 2147483646 w 59"/>
                <a:gd name="T41" fmla="*/ 2147483646 h 59"/>
                <a:gd name="T42" fmla="*/ 2147483646 w 59"/>
                <a:gd name="T43" fmla="*/ 2147483646 h 59"/>
                <a:gd name="T44" fmla="*/ 2147483646 w 59"/>
                <a:gd name="T45" fmla="*/ 2147483646 h 59"/>
                <a:gd name="T46" fmla="*/ 2147483646 w 59"/>
                <a:gd name="T47" fmla="*/ 2147483646 h 59"/>
                <a:gd name="T48" fmla="*/ 2147483646 w 59"/>
                <a:gd name="T49" fmla="*/ 2147483646 h 59"/>
                <a:gd name="T50" fmla="*/ 2147483646 w 59"/>
                <a:gd name="T51" fmla="*/ 2147483646 h 59"/>
                <a:gd name="T52" fmla="*/ 2147483646 w 59"/>
                <a:gd name="T53" fmla="*/ 2147483646 h 59"/>
                <a:gd name="T54" fmla="*/ 2147483646 w 59"/>
                <a:gd name="T55" fmla="*/ 2147483646 h 59"/>
                <a:gd name="T56" fmla="*/ 2147483646 w 59"/>
                <a:gd name="T57" fmla="*/ 2147483646 h 59"/>
                <a:gd name="T58" fmla="*/ 2147483646 w 59"/>
                <a:gd name="T59" fmla="*/ 2147483646 h 59"/>
                <a:gd name="T60" fmla="*/ 2147483646 w 59"/>
                <a:gd name="T61" fmla="*/ 2147483646 h 59"/>
                <a:gd name="T62" fmla="*/ 2147483646 w 59"/>
                <a:gd name="T63" fmla="*/ 2147483646 h 59"/>
                <a:gd name="T64" fmla="*/ 2147483646 w 59"/>
                <a:gd name="T65" fmla="*/ 2147483646 h 59"/>
                <a:gd name="T66" fmla="*/ 2147483646 w 59"/>
                <a:gd name="T67" fmla="*/ 2147483646 h 59"/>
                <a:gd name="T68" fmla="*/ 2147483646 w 59"/>
                <a:gd name="T69" fmla="*/ 2147483646 h 59"/>
                <a:gd name="T70" fmla="*/ 2147483646 w 59"/>
                <a:gd name="T71" fmla="*/ 2147483646 h 59"/>
                <a:gd name="T72" fmla="*/ 2147483646 w 59"/>
                <a:gd name="T73" fmla="*/ 2147483646 h 59"/>
                <a:gd name="T74" fmla="*/ 2147483646 w 59"/>
                <a:gd name="T75" fmla="*/ 2147483646 h 59"/>
                <a:gd name="T76" fmla="*/ 2147483646 w 59"/>
                <a:gd name="T77" fmla="*/ 2147483646 h 59"/>
                <a:gd name="T78" fmla="*/ 2147483646 w 59"/>
                <a:gd name="T79" fmla="*/ 2147483646 h 59"/>
                <a:gd name="T80" fmla="*/ 2147483646 w 59"/>
                <a:gd name="T81" fmla="*/ 2147483646 h 59"/>
                <a:gd name="T82" fmla="*/ 2147483646 w 59"/>
                <a:gd name="T83" fmla="*/ 2147483646 h 59"/>
                <a:gd name="T84" fmla="*/ 2147483646 w 59"/>
                <a:gd name="T85" fmla="*/ 0 h 59"/>
                <a:gd name="T86" fmla="*/ 2147483646 w 59"/>
                <a:gd name="T87" fmla="*/ 0 h 59"/>
                <a:gd name="T88" fmla="*/ 2147483646 w 59"/>
                <a:gd name="T89" fmla="*/ 2147483646 h 5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59" h="59">
                  <a:moveTo>
                    <a:pt x="30" y="30"/>
                  </a:move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2"/>
                  </a:lnTo>
                  <a:lnTo>
                    <a:pt x="19" y="2"/>
                  </a:lnTo>
                  <a:lnTo>
                    <a:pt x="18" y="2"/>
                  </a:lnTo>
                  <a:lnTo>
                    <a:pt x="16" y="3"/>
                  </a:lnTo>
                  <a:lnTo>
                    <a:pt x="15" y="5"/>
                  </a:lnTo>
                  <a:lnTo>
                    <a:pt x="13" y="5"/>
                  </a:lnTo>
                  <a:lnTo>
                    <a:pt x="12" y="6"/>
                  </a:lnTo>
                  <a:lnTo>
                    <a:pt x="10" y="6"/>
                  </a:lnTo>
                  <a:lnTo>
                    <a:pt x="10" y="7"/>
                  </a:lnTo>
                  <a:lnTo>
                    <a:pt x="9" y="9"/>
                  </a:lnTo>
                  <a:lnTo>
                    <a:pt x="7" y="9"/>
                  </a:lnTo>
                  <a:lnTo>
                    <a:pt x="7" y="10"/>
                  </a:lnTo>
                  <a:lnTo>
                    <a:pt x="6" y="12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4" y="15"/>
                  </a:lnTo>
                  <a:lnTo>
                    <a:pt x="3" y="16"/>
                  </a:lnTo>
                  <a:lnTo>
                    <a:pt x="3" y="18"/>
                  </a:lnTo>
                  <a:lnTo>
                    <a:pt x="1" y="19"/>
                  </a:lnTo>
                  <a:lnTo>
                    <a:pt x="1" y="21"/>
                  </a:lnTo>
                  <a:lnTo>
                    <a:pt x="1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8"/>
                  </a:lnTo>
                  <a:lnTo>
                    <a:pt x="0" y="30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1" y="37"/>
                  </a:lnTo>
                  <a:lnTo>
                    <a:pt x="1" y="39"/>
                  </a:lnTo>
                  <a:lnTo>
                    <a:pt x="1" y="40"/>
                  </a:lnTo>
                  <a:lnTo>
                    <a:pt x="3" y="42"/>
                  </a:lnTo>
                  <a:lnTo>
                    <a:pt x="3" y="43"/>
                  </a:lnTo>
                  <a:lnTo>
                    <a:pt x="4" y="43"/>
                  </a:lnTo>
                  <a:lnTo>
                    <a:pt x="4" y="45"/>
                  </a:lnTo>
                  <a:lnTo>
                    <a:pt x="6" y="46"/>
                  </a:lnTo>
                  <a:lnTo>
                    <a:pt x="6" y="48"/>
                  </a:lnTo>
                  <a:lnTo>
                    <a:pt x="7" y="49"/>
                  </a:lnTo>
                  <a:lnTo>
                    <a:pt x="9" y="50"/>
                  </a:lnTo>
                  <a:lnTo>
                    <a:pt x="10" y="52"/>
                  </a:lnTo>
                  <a:lnTo>
                    <a:pt x="12" y="53"/>
                  </a:lnTo>
                  <a:lnTo>
                    <a:pt x="13" y="53"/>
                  </a:lnTo>
                  <a:lnTo>
                    <a:pt x="15" y="55"/>
                  </a:lnTo>
                  <a:lnTo>
                    <a:pt x="16" y="55"/>
                  </a:lnTo>
                  <a:lnTo>
                    <a:pt x="16" y="56"/>
                  </a:lnTo>
                  <a:lnTo>
                    <a:pt x="18" y="56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5" y="59"/>
                  </a:lnTo>
                  <a:lnTo>
                    <a:pt x="27" y="59"/>
                  </a:lnTo>
                  <a:lnTo>
                    <a:pt x="28" y="59"/>
                  </a:lnTo>
                  <a:lnTo>
                    <a:pt x="30" y="59"/>
                  </a:lnTo>
                  <a:lnTo>
                    <a:pt x="31" y="59"/>
                  </a:lnTo>
                  <a:lnTo>
                    <a:pt x="33" y="59"/>
                  </a:lnTo>
                  <a:lnTo>
                    <a:pt x="34" y="59"/>
                  </a:lnTo>
                  <a:lnTo>
                    <a:pt x="35" y="58"/>
                  </a:lnTo>
                  <a:lnTo>
                    <a:pt x="37" y="58"/>
                  </a:lnTo>
                  <a:lnTo>
                    <a:pt x="38" y="58"/>
                  </a:lnTo>
                  <a:lnTo>
                    <a:pt x="40" y="58"/>
                  </a:lnTo>
                  <a:lnTo>
                    <a:pt x="41" y="56"/>
                  </a:lnTo>
                  <a:lnTo>
                    <a:pt x="43" y="56"/>
                  </a:lnTo>
                  <a:lnTo>
                    <a:pt x="44" y="55"/>
                  </a:lnTo>
                  <a:lnTo>
                    <a:pt x="46" y="53"/>
                  </a:lnTo>
                  <a:lnTo>
                    <a:pt x="47" y="53"/>
                  </a:lnTo>
                  <a:lnTo>
                    <a:pt x="49" y="52"/>
                  </a:lnTo>
                  <a:lnTo>
                    <a:pt x="50" y="52"/>
                  </a:lnTo>
                  <a:lnTo>
                    <a:pt x="50" y="50"/>
                  </a:lnTo>
                  <a:lnTo>
                    <a:pt x="52" y="49"/>
                  </a:lnTo>
                  <a:lnTo>
                    <a:pt x="53" y="49"/>
                  </a:lnTo>
                  <a:lnTo>
                    <a:pt x="53" y="48"/>
                  </a:lnTo>
                  <a:lnTo>
                    <a:pt x="55" y="46"/>
                  </a:lnTo>
                  <a:lnTo>
                    <a:pt x="55" y="45"/>
                  </a:lnTo>
                  <a:lnTo>
                    <a:pt x="56" y="43"/>
                  </a:lnTo>
                  <a:lnTo>
                    <a:pt x="58" y="42"/>
                  </a:lnTo>
                  <a:lnTo>
                    <a:pt x="58" y="40"/>
                  </a:lnTo>
                  <a:lnTo>
                    <a:pt x="58" y="39"/>
                  </a:lnTo>
                  <a:lnTo>
                    <a:pt x="58" y="37"/>
                  </a:lnTo>
                  <a:lnTo>
                    <a:pt x="59" y="36"/>
                  </a:lnTo>
                  <a:lnTo>
                    <a:pt x="59" y="34"/>
                  </a:lnTo>
                  <a:lnTo>
                    <a:pt x="59" y="33"/>
                  </a:lnTo>
                  <a:lnTo>
                    <a:pt x="59" y="31"/>
                  </a:lnTo>
                  <a:lnTo>
                    <a:pt x="59" y="30"/>
                  </a:lnTo>
                  <a:lnTo>
                    <a:pt x="59" y="28"/>
                  </a:lnTo>
                  <a:lnTo>
                    <a:pt x="59" y="27"/>
                  </a:lnTo>
                  <a:lnTo>
                    <a:pt x="59" y="25"/>
                  </a:lnTo>
                  <a:lnTo>
                    <a:pt x="59" y="24"/>
                  </a:lnTo>
                  <a:lnTo>
                    <a:pt x="58" y="22"/>
                  </a:lnTo>
                  <a:lnTo>
                    <a:pt x="58" y="21"/>
                  </a:lnTo>
                  <a:lnTo>
                    <a:pt x="58" y="19"/>
                  </a:lnTo>
                  <a:lnTo>
                    <a:pt x="58" y="18"/>
                  </a:lnTo>
                  <a:lnTo>
                    <a:pt x="56" y="16"/>
                  </a:lnTo>
                  <a:lnTo>
                    <a:pt x="56" y="15"/>
                  </a:lnTo>
                  <a:lnTo>
                    <a:pt x="55" y="13"/>
                  </a:lnTo>
                  <a:lnTo>
                    <a:pt x="53" y="12"/>
                  </a:lnTo>
                  <a:lnTo>
                    <a:pt x="53" y="10"/>
                  </a:lnTo>
                  <a:lnTo>
                    <a:pt x="52" y="9"/>
                  </a:lnTo>
                  <a:lnTo>
                    <a:pt x="50" y="9"/>
                  </a:lnTo>
                  <a:lnTo>
                    <a:pt x="50" y="7"/>
                  </a:lnTo>
                  <a:lnTo>
                    <a:pt x="49" y="6"/>
                  </a:lnTo>
                  <a:lnTo>
                    <a:pt x="47" y="6"/>
                  </a:lnTo>
                  <a:lnTo>
                    <a:pt x="46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3"/>
                  </a:lnTo>
                  <a:lnTo>
                    <a:pt x="41" y="2"/>
                  </a:lnTo>
                  <a:lnTo>
                    <a:pt x="40" y="2"/>
                  </a:lnTo>
                  <a:lnTo>
                    <a:pt x="38" y="2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4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0"/>
                  </a:lnTo>
                  <a:lnTo>
                    <a:pt x="30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26" name="Line 41">
              <a:extLst>
                <a:ext uri="{FF2B5EF4-FFF2-40B4-BE49-F238E27FC236}">
                  <a16:creationId xmlns:a16="http://schemas.microsoft.com/office/drawing/2014/main" id="{BC12A149-CD79-48EB-BB5F-35FB1C11E2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9038" y="2779712"/>
              <a:ext cx="4953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27" name="Freeform 42">
              <a:extLst>
                <a:ext uri="{FF2B5EF4-FFF2-40B4-BE49-F238E27FC236}">
                  <a16:creationId xmlns:a16="http://schemas.microsoft.com/office/drawing/2014/main" id="{C487EA6A-369E-4BAD-9A88-6033F35E0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038" y="1601787"/>
              <a:ext cx="495300" cy="1012825"/>
            </a:xfrm>
            <a:custGeom>
              <a:avLst/>
              <a:gdLst>
                <a:gd name="T0" fmla="*/ 2147483646 w 623"/>
                <a:gd name="T1" fmla="*/ 2147483646 h 1275"/>
                <a:gd name="T2" fmla="*/ 2147483646 w 623"/>
                <a:gd name="T3" fmla="*/ 2147483646 h 1275"/>
                <a:gd name="T4" fmla="*/ 2147483646 w 623"/>
                <a:gd name="T5" fmla="*/ 0 h 1275"/>
                <a:gd name="T6" fmla="*/ 0 w 623"/>
                <a:gd name="T7" fmla="*/ 0 h 12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3" h="1275">
                  <a:moveTo>
                    <a:pt x="623" y="1275"/>
                  </a:moveTo>
                  <a:lnTo>
                    <a:pt x="415" y="1275"/>
                  </a:lnTo>
                  <a:lnTo>
                    <a:pt x="415" y="0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28" name="Freeform 43">
              <a:extLst>
                <a:ext uri="{FF2B5EF4-FFF2-40B4-BE49-F238E27FC236}">
                  <a16:creationId xmlns:a16="http://schemas.microsoft.com/office/drawing/2014/main" id="{4F217614-7630-4D76-9A6B-B2947B420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038" y="2943225"/>
              <a:ext cx="495300" cy="989012"/>
            </a:xfrm>
            <a:custGeom>
              <a:avLst/>
              <a:gdLst>
                <a:gd name="T0" fmla="*/ 2147483646 w 623"/>
                <a:gd name="T1" fmla="*/ 0 h 1245"/>
                <a:gd name="T2" fmla="*/ 2147483646 w 623"/>
                <a:gd name="T3" fmla="*/ 0 h 1245"/>
                <a:gd name="T4" fmla="*/ 2147483646 w 623"/>
                <a:gd name="T5" fmla="*/ 2147483646 h 1245"/>
                <a:gd name="T6" fmla="*/ 0 w 623"/>
                <a:gd name="T7" fmla="*/ 2147483646 h 12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3" h="1245">
                  <a:moveTo>
                    <a:pt x="623" y="0"/>
                  </a:moveTo>
                  <a:lnTo>
                    <a:pt x="415" y="0"/>
                  </a:lnTo>
                  <a:lnTo>
                    <a:pt x="415" y="1245"/>
                  </a:lnTo>
                  <a:lnTo>
                    <a:pt x="0" y="1245"/>
                  </a:lnTo>
                </a:path>
              </a:pathLst>
            </a:cu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29" name="Line 44">
              <a:extLst>
                <a:ext uri="{FF2B5EF4-FFF2-40B4-BE49-F238E27FC236}">
                  <a16:creationId xmlns:a16="http://schemas.microsoft.com/office/drawing/2014/main" id="{8C403DC9-E69F-494D-AF22-1FC85F95B9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72263" y="2779712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30" name="Rectangle 45">
              <a:extLst>
                <a:ext uri="{FF2B5EF4-FFF2-40B4-BE49-F238E27FC236}">
                  <a16:creationId xmlns:a16="http://schemas.microsoft.com/office/drawing/2014/main" id="{C02B45D9-E82E-4C04-8710-8F9684863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4863" y="2670175"/>
              <a:ext cx="200025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f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31" name="Freeform 63">
              <a:extLst>
                <a:ext uri="{FF2B5EF4-FFF2-40B4-BE49-F238E27FC236}">
                  <a16:creationId xmlns:a16="http://schemas.microsoft.com/office/drawing/2014/main" id="{6A7F16C0-FCBD-4F83-9F65-DFA4A29CB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1713" y="1601787"/>
              <a:ext cx="187325" cy="1588"/>
            </a:xfrm>
            <a:custGeom>
              <a:avLst/>
              <a:gdLst>
                <a:gd name="T0" fmla="*/ 2147483646 w 237"/>
                <a:gd name="T1" fmla="*/ 0 h 1588"/>
                <a:gd name="T2" fmla="*/ 0 w 237"/>
                <a:gd name="T3" fmla="*/ 0 h 1588"/>
                <a:gd name="T4" fmla="*/ 2147483646 w 237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7" h="1588">
                  <a:moveTo>
                    <a:pt x="237" y="0"/>
                  </a:moveTo>
                  <a:lnTo>
                    <a:pt x="0" y="0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32" name="Line 64">
              <a:extLst>
                <a:ext uri="{FF2B5EF4-FFF2-40B4-BE49-F238E27FC236}">
                  <a16:creationId xmlns:a16="http://schemas.microsoft.com/office/drawing/2014/main" id="{2DDD83A3-9C4D-48B1-AF8D-0AA4741AF7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1713" y="1601787"/>
              <a:ext cx="187325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33" name="Freeform 65">
              <a:extLst>
                <a:ext uri="{FF2B5EF4-FFF2-40B4-BE49-F238E27FC236}">
                  <a16:creationId xmlns:a16="http://schemas.microsoft.com/office/drawing/2014/main" id="{1EDAD9C2-B022-40A5-9F80-FFDB1648A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1766887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34" name="Line 66">
              <a:extLst>
                <a:ext uri="{FF2B5EF4-FFF2-40B4-BE49-F238E27FC236}">
                  <a16:creationId xmlns:a16="http://schemas.microsoft.com/office/drawing/2014/main" id="{4886E078-086D-4352-B23B-B7A07B6F3A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700" y="1766887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35" name="Freeform 67">
              <a:extLst>
                <a:ext uri="{FF2B5EF4-FFF2-40B4-BE49-F238E27FC236}">
                  <a16:creationId xmlns:a16="http://schemas.microsoft.com/office/drawing/2014/main" id="{08A6F67B-8A4B-4EA3-B78B-565EF9F54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700" y="1436687"/>
              <a:ext cx="330200" cy="1588"/>
            </a:xfrm>
            <a:custGeom>
              <a:avLst/>
              <a:gdLst>
                <a:gd name="T0" fmla="*/ 2147483646 w 415"/>
                <a:gd name="T1" fmla="*/ 0 h 1588"/>
                <a:gd name="T2" fmla="*/ 0 w 415"/>
                <a:gd name="T3" fmla="*/ 0 h 1588"/>
                <a:gd name="T4" fmla="*/ 2147483646 w 415"/>
                <a:gd name="T5" fmla="*/ 0 h 15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5" h="1588">
                  <a:moveTo>
                    <a:pt x="415" y="0"/>
                  </a:moveTo>
                  <a:lnTo>
                    <a:pt x="0" y="0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36" name="Line 68">
              <a:extLst>
                <a:ext uri="{FF2B5EF4-FFF2-40B4-BE49-F238E27FC236}">
                  <a16:creationId xmlns:a16="http://schemas.microsoft.com/office/drawing/2014/main" id="{91580877-1C0A-46F1-8DB3-1951FED3D5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4387" y="1436687"/>
              <a:ext cx="330200" cy="1588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37" name="Line 69">
              <a:extLst>
                <a:ext uri="{FF2B5EF4-FFF2-40B4-BE49-F238E27FC236}">
                  <a16:creationId xmlns:a16="http://schemas.microsoft.com/office/drawing/2014/main" id="{A6D1F346-FD56-4915-B50D-5313B3A46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500" y="1436687"/>
              <a:ext cx="1588" cy="3302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38" name="Rectangle 75">
              <a:extLst>
                <a:ext uri="{FF2B5EF4-FFF2-40B4-BE49-F238E27FC236}">
                  <a16:creationId xmlns:a16="http://schemas.microsoft.com/office/drawing/2014/main" id="{B9E202D4-FC3A-4472-8938-911CA212D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1284287"/>
              <a:ext cx="236538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39" name="Rectangle 76">
              <a:extLst>
                <a:ext uri="{FF2B5EF4-FFF2-40B4-BE49-F238E27FC236}">
                  <a16:creationId xmlns:a16="http://schemas.microsoft.com/office/drawing/2014/main" id="{B5CA7ADE-F15A-4C27-A0AC-E0347BBA78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588" y="1390650"/>
              <a:ext cx="206375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1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40" name="Rectangle 77">
              <a:extLst>
                <a:ext uri="{FF2B5EF4-FFF2-40B4-BE49-F238E27FC236}">
                  <a16:creationId xmlns:a16="http://schemas.microsoft.com/office/drawing/2014/main" id="{E88CE6EF-8186-484C-9F48-960EE0931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7400" y="1630362"/>
              <a:ext cx="236538" cy="285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700" b="0" i="1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x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93241" name="Rectangle 78">
              <a:extLst>
                <a:ext uri="{FF2B5EF4-FFF2-40B4-BE49-F238E27FC236}">
                  <a16:creationId xmlns:a16="http://schemas.microsoft.com/office/drawing/2014/main" id="{100EF00E-910C-40B8-A10C-7C05EC7AD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588" y="1736725"/>
              <a:ext cx="206375" cy="239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3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-Roman" charset="0"/>
                  <a:ea typeface="MS PGothic" panose="020B0600070205080204" pitchFamily="34" charset="-128"/>
                  <a:cs typeface="+mn-cs"/>
                </a:rPr>
                <a:t>2 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93242" name="Group 80">
              <a:extLst>
                <a:ext uri="{FF2B5EF4-FFF2-40B4-BE49-F238E27FC236}">
                  <a16:creationId xmlns:a16="http://schemas.microsoft.com/office/drawing/2014/main" id="{F4471657-014D-4F77-AAC6-5DA2C9811F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4963" y="1320800"/>
              <a:ext cx="666750" cy="561975"/>
              <a:chOff x="3435" y="821"/>
              <a:chExt cx="421" cy="354"/>
            </a:xfrm>
          </p:grpSpPr>
          <p:sp>
            <p:nvSpPr>
              <p:cNvPr id="93255" name="Line 81">
                <a:extLst>
                  <a:ext uri="{FF2B5EF4-FFF2-40B4-BE49-F238E27FC236}">
                    <a16:creationId xmlns:a16="http://schemas.microsoft.com/office/drawing/2014/main" id="{CF748149-5F51-4F3D-A9C8-77654B4020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3256" name="Line 82">
                <a:extLst>
                  <a:ext uri="{FF2B5EF4-FFF2-40B4-BE49-F238E27FC236}">
                    <a16:creationId xmlns:a16="http://schemas.microsoft.com/office/drawing/2014/main" id="{D59AEBEA-88AB-41BE-B39E-F75A4A00F4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3257" name="Arc 83">
                <a:extLst>
                  <a:ext uri="{FF2B5EF4-FFF2-40B4-BE49-F238E27FC236}">
                    <a16:creationId xmlns:a16="http://schemas.microsoft.com/office/drawing/2014/main" id="{A8119447-C330-4320-B7B7-06D3499B3A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3258" name="Arc 84">
                <a:extLst>
                  <a:ext uri="{FF2B5EF4-FFF2-40B4-BE49-F238E27FC236}">
                    <a16:creationId xmlns:a16="http://schemas.microsoft.com/office/drawing/2014/main" id="{AF915ACB-D22F-4FE3-9A0C-78383ECD7B4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3259" name="Line 85">
                <a:extLst>
                  <a:ext uri="{FF2B5EF4-FFF2-40B4-BE49-F238E27FC236}">
                    <a16:creationId xmlns:a16="http://schemas.microsoft.com/office/drawing/2014/main" id="{3EA39FDB-ADF8-4DF4-9138-E0410E186E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93243" name="Group 86">
              <a:extLst>
                <a:ext uri="{FF2B5EF4-FFF2-40B4-BE49-F238E27FC236}">
                  <a16:creationId xmlns:a16="http://schemas.microsoft.com/office/drawing/2014/main" id="{EFF34980-9C07-4EF8-AD03-4CCDE608E9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2900" y="2500312"/>
              <a:ext cx="668338" cy="565150"/>
              <a:chOff x="3435" y="821"/>
              <a:chExt cx="421" cy="356"/>
            </a:xfrm>
          </p:grpSpPr>
          <p:sp>
            <p:nvSpPr>
              <p:cNvPr id="93250" name="Line 87">
                <a:extLst>
                  <a:ext uri="{FF2B5EF4-FFF2-40B4-BE49-F238E27FC236}">
                    <a16:creationId xmlns:a16="http://schemas.microsoft.com/office/drawing/2014/main" id="{86A1A321-01C2-4752-BD66-1AD352C8B1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3251" name="Line 88">
                <a:extLst>
                  <a:ext uri="{FF2B5EF4-FFF2-40B4-BE49-F238E27FC236}">
                    <a16:creationId xmlns:a16="http://schemas.microsoft.com/office/drawing/2014/main" id="{2261D677-5857-4D7E-974D-E5A3FF519B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3252" name="Arc 89">
                <a:extLst>
                  <a:ext uri="{FF2B5EF4-FFF2-40B4-BE49-F238E27FC236}">
                    <a16:creationId xmlns:a16="http://schemas.microsoft.com/office/drawing/2014/main" id="{DA2AC26D-98AC-4189-A4A2-34E4E29562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3253" name="Arc 90">
                <a:extLst>
                  <a:ext uri="{FF2B5EF4-FFF2-40B4-BE49-F238E27FC236}">
                    <a16:creationId xmlns:a16="http://schemas.microsoft.com/office/drawing/2014/main" id="{67362659-A762-4FAB-99E5-94348706863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3254" name="Line 91">
                <a:extLst>
                  <a:ext uri="{FF2B5EF4-FFF2-40B4-BE49-F238E27FC236}">
                    <a16:creationId xmlns:a16="http://schemas.microsoft.com/office/drawing/2014/main" id="{335FF9B2-33ED-4006-8AFA-C23FC81F41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7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93244" name="Group 92">
              <a:extLst>
                <a:ext uri="{FF2B5EF4-FFF2-40B4-BE49-F238E27FC236}">
                  <a16:creationId xmlns:a16="http://schemas.microsoft.com/office/drawing/2014/main" id="{291A5DBC-4D8F-4705-87EA-9EA50F4E73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7663" y="3651250"/>
              <a:ext cx="666750" cy="561975"/>
              <a:chOff x="3435" y="821"/>
              <a:chExt cx="421" cy="354"/>
            </a:xfrm>
          </p:grpSpPr>
          <p:sp>
            <p:nvSpPr>
              <p:cNvPr id="93245" name="Line 93">
                <a:extLst>
                  <a:ext uri="{FF2B5EF4-FFF2-40B4-BE49-F238E27FC236}">
                    <a16:creationId xmlns:a16="http://schemas.microsoft.com/office/drawing/2014/main" id="{7ADDFF02-B2EC-4245-A13D-3DCCB4C3FD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35" y="821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3246" name="Line 94">
                <a:extLst>
                  <a:ext uri="{FF2B5EF4-FFF2-40B4-BE49-F238E27FC236}">
                    <a16:creationId xmlns:a16="http://schemas.microsoft.com/office/drawing/2014/main" id="{3DF51FF1-C430-4A6F-AF13-8368147562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6" y="823"/>
                <a:ext cx="0" cy="352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3247" name="Arc 95">
                <a:extLst>
                  <a:ext uri="{FF2B5EF4-FFF2-40B4-BE49-F238E27FC236}">
                    <a16:creationId xmlns:a16="http://schemas.microsoft.com/office/drawing/2014/main" id="{C3686074-898A-4562-8432-61C24B2A6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9" y="821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3248" name="Arc 96">
                <a:extLst>
                  <a:ext uri="{FF2B5EF4-FFF2-40B4-BE49-F238E27FC236}">
                    <a16:creationId xmlns:a16="http://schemas.microsoft.com/office/drawing/2014/main" id="{610D72E1-A462-46F2-A4BF-9399FA1F715E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79" y="997"/>
                <a:ext cx="177" cy="17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93249" name="Line 97">
                <a:extLst>
                  <a:ext uri="{FF2B5EF4-FFF2-40B4-BE49-F238E27FC236}">
                    <a16:creationId xmlns:a16="http://schemas.microsoft.com/office/drawing/2014/main" id="{34D4CC66-BE43-42CE-9743-EFBC0957BA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5" y="1173"/>
                <a:ext cx="244" cy="0"/>
              </a:xfrm>
              <a:prstGeom prst="line">
                <a:avLst/>
              </a:prstGeom>
              <a:noFill/>
              <a:ln w="23876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" panose="02020603050405020304" pitchFamily="18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29605039"/>
      </p:ext>
    </p:extLst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itle 1">
            <a:extLst>
              <a:ext uri="{FF2B5EF4-FFF2-40B4-BE49-F238E27FC236}">
                <a16:creationId xmlns:a16="http://schemas.microsoft.com/office/drawing/2014/main" id="{A1ED988D-7B8D-41B6-861F-635474AD14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915400" cy="685800"/>
          </a:xfrm>
        </p:spPr>
        <p:txBody>
          <a:bodyPr/>
          <a:lstStyle/>
          <a:p>
            <a:r>
              <a:rPr lang="en-US" altLang="en-US" dirty="0" err="1"/>
              <a:t>Minterms</a:t>
            </a:r>
            <a:r>
              <a:rPr lang="en-US" altLang="en-US" dirty="0"/>
              <a:t> vs Maxterms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9CF828C-4B72-4A3B-BB44-51E707C09A5E}"/>
              </a:ext>
            </a:extLst>
          </p:cNvPr>
          <p:cNvGrpSpPr/>
          <p:nvPr/>
        </p:nvGrpSpPr>
        <p:grpSpPr>
          <a:xfrm>
            <a:off x="76200" y="990601"/>
            <a:ext cx="3429000" cy="2849088"/>
            <a:chOff x="76200" y="990600"/>
            <a:chExt cx="4191000" cy="3579813"/>
          </a:xfrm>
        </p:grpSpPr>
        <p:pic>
          <p:nvPicPr>
            <p:cNvPr id="87042" name="Picture 5" descr="Screen shot 2013-09-06 at 3.14.06 PM.png">
              <a:extLst>
                <a:ext uri="{FF2B5EF4-FFF2-40B4-BE49-F238E27FC236}">
                  <a16:creationId xmlns:a16="http://schemas.microsoft.com/office/drawing/2014/main" id="{F8F333D9-D1FE-406A-A8E3-4A939C26E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" y="990600"/>
              <a:ext cx="4191000" cy="3579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043" name="Rectangle 9">
              <a:extLst>
                <a:ext uri="{FF2B5EF4-FFF2-40B4-BE49-F238E27FC236}">
                  <a16:creationId xmlns:a16="http://schemas.microsoft.com/office/drawing/2014/main" id="{1D9A614C-C40B-4D6E-9EB4-011B0886F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2057400"/>
              <a:ext cx="304800" cy="304800"/>
            </a:xfrm>
            <a:prstGeom prst="rect">
              <a:avLst/>
            </a:prstGeom>
            <a:solidFill>
              <a:srgbClr val="008000">
                <a:alpha val="21960"/>
              </a:srgbClr>
            </a:solidFill>
            <a:ln w="9525">
              <a:solidFill>
                <a:srgbClr val="008000">
                  <a:alpha val="43137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7044" name="Rectangle 10">
              <a:extLst>
                <a:ext uri="{FF2B5EF4-FFF2-40B4-BE49-F238E27FC236}">
                  <a16:creationId xmlns:a16="http://schemas.microsoft.com/office/drawing/2014/main" id="{81138ACC-A358-4774-9017-83568ED02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2590800"/>
              <a:ext cx="304800" cy="304800"/>
            </a:xfrm>
            <a:prstGeom prst="rect">
              <a:avLst/>
            </a:prstGeom>
            <a:solidFill>
              <a:srgbClr val="008000">
                <a:alpha val="21960"/>
              </a:srgbClr>
            </a:solidFill>
            <a:ln w="9525">
              <a:solidFill>
                <a:srgbClr val="008000">
                  <a:alpha val="43137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7045" name="Rectangle 11">
              <a:extLst>
                <a:ext uri="{FF2B5EF4-FFF2-40B4-BE49-F238E27FC236}">
                  <a16:creationId xmlns:a16="http://schemas.microsoft.com/office/drawing/2014/main" id="{8D618CF9-7EBA-4CA8-9C58-74C7D82D16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2895600"/>
              <a:ext cx="304800" cy="304800"/>
            </a:xfrm>
            <a:prstGeom prst="rect">
              <a:avLst/>
            </a:prstGeom>
            <a:solidFill>
              <a:srgbClr val="008000">
                <a:alpha val="21960"/>
              </a:srgbClr>
            </a:solidFill>
            <a:ln w="9525">
              <a:solidFill>
                <a:srgbClr val="008000">
                  <a:alpha val="43137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87046" name="Rectangle 12">
              <a:extLst>
                <a:ext uri="{FF2B5EF4-FFF2-40B4-BE49-F238E27FC236}">
                  <a16:creationId xmlns:a16="http://schemas.microsoft.com/office/drawing/2014/main" id="{C2CB66D7-C5E4-48DD-81BA-1100B6460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4038600"/>
              <a:ext cx="304800" cy="304800"/>
            </a:xfrm>
            <a:prstGeom prst="rect">
              <a:avLst/>
            </a:prstGeom>
            <a:solidFill>
              <a:srgbClr val="008000">
                <a:alpha val="21960"/>
              </a:srgbClr>
            </a:solidFill>
            <a:ln w="9525">
              <a:solidFill>
                <a:srgbClr val="008000">
                  <a:alpha val="43137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</p:grpSp>
      <p:pic>
        <p:nvPicPr>
          <p:cNvPr id="87047" name="Picture 2" descr="Screen shot 2013-09-06 at 3.17.50 PM.png">
            <a:extLst>
              <a:ext uri="{FF2B5EF4-FFF2-40B4-BE49-F238E27FC236}">
                <a16:creationId xmlns:a16="http://schemas.microsoft.com/office/drawing/2014/main" id="{FC64B3FB-53F4-45F9-A5C6-7AA2E85ACA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746" y="4484032"/>
            <a:ext cx="7239000" cy="173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57AEE6C-B153-4FE4-BD90-FD736B53C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2647261"/>
            <a:ext cx="5439368" cy="8914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246068-7BF7-4998-BF1E-C7917BFDF999}"/>
              </a:ext>
            </a:extLst>
          </p:cNvPr>
          <p:cNvSpPr txBox="1"/>
          <p:nvPr/>
        </p:nvSpPr>
        <p:spPr>
          <a:xfrm>
            <a:off x="4227853" y="991591"/>
            <a:ext cx="4551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f(x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, x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) = m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+ m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+ m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+ m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6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MS PGothic" panose="020B0600070205080204" pitchFamily="34" charset="-128"/>
                <a:cs typeface="+mn-cs"/>
              </a:rPr>
              <a:t> </a:t>
            </a:r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1">
            <a:extLst>
              <a:ext uri="{FF2B5EF4-FFF2-40B4-BE49-F238E27FC236}">
                <a16:creationId xmlns:a16="http://schemas.microsoft.com/office/drawing/2014/main" id="{BD168697-4FCC-4D4D-B4EA-89E55E9F43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915400" cy="685800"/>
          </a:xfrm>
        </p:spPr>
        <p:txBody>
          <a:bodyPr/>
          <a:lstStyle/>
          <a:p>
            <a:r>
              <a:rPr lang="en-US" altLang="en-US" dirty="0"/>
              <a:t>Shorthand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08096-6AAF-CC4F-8713-4B1782D81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n-ea"/>
              </a:rPr>
              <a:t>Sum-of-Products</a:t>
            </a:r>
          </a:p>
          <a:p>
            <a:pPr>
              <a:defRPr/>
            </a:pPr>
            <a:endParaRPr lang="en-US" dirty="0">
              <a:ea typeface="+mn-ea"/>
            </a:endParaRPr>
          </a:p>
          <a:p>
            <a:pPr>
              <a:defRPr/>
            </a:pPr>
            <a:endParaRPr lang="en-US" dirty="0">
              <a:ea typeface="+mn-ea"/>
            </a:endParaRPr>
          </a:p>
          <a:p>
            <a:pPr marL="0" indent="0">
              <a:buFontTx/>
              <a:buNone/>
              <a:defRPr/>
            </a:pPr>
            <a:r>
              <a:rPr lang="en-US" dirty="0">
                <a:ea typeface="+mn-ea"/>
              </a:rPr>
              <a:t>or</a:t>
            </a:r>
          </a:p>
          <a:p>
            <a:pPr>
              <a:defRPr/>
            </a:pPr>
            <a:endParaRPr lang="en-US" dirty="0">
              <a:ea typeface="+mn-ea"/>
            </a:endParaRPr>
          </a:p>
          <a:p>
            <a:pPr>
              <a:defRPr/>
            </a:pPr>
            <a:endParaRPr lang="en-US" dirty="0">
              <a:ea typeface="+mn-ea"/>
            </a:endParaRPr>
          </a:p>
          <a:p>
            <a:pPr>
              <a:defRPr/>
            </a:pPr>
            <a:r>
              <a:rPr lang="en-US" dirty="0">
                <a:ea typeface="+mn-ea"/>
              </a:rPr>
              <a:t>Product-of-sums</a:t>
            </a:r>
          </a:p>
          <a:p>
            <a:pPr>
              <a:defRPr/>
            </a:pPr>
            <a:endParaRPr lang="en-US" dirty="0">
              <a:ea typeface="+mn-ea"/>
            </a:endParaRPr>
          </a:p>
          <a:p>
            <a:pPr>
              <a:defRPr/>
            </a:pPr>
            <a:endParaRPr lang="en-US" dirty="0">
              <a:ea typeface="+mn-ea"/>
            </a:endParaRPr>
          </a:p>
          <a:p>
            <a:pPr marL="0" indent="0">
              <a:buFontTx/>
              <a:buNone/>
              <a:defRPr/>
            </a:pPr>
            <a:r>
              <a:rPr lang="en-US" dirty="0">
                <a:ea typeface="+mn-ea"/>
              </a:rPr>
              <a:t>or</a:t>
            </a:r>
          </a:p>
        </p:txBody>
      </p:sp>
      <p:pic>
        <p:nvPicPr>
          <p:cNvPr id="89091" name="Picture 3" descr="Screen shot 2013-09-08 at 4.54.58 PM.png">
            <a:extLst>
              <a:ext uri="{FF2B5EF4-FFF2-40B4-BE49-F238E27FC236}">
                <a16:creationId xmlns:a16="http://schemas.microsoft.com/office/drawing/2014/main" id="{8244332E-EB47-4DDD-9D1F-BE9E3AAF7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752600"/>
            <a:ext cx="4495800" cy="200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092" name="Picture 4" descr="Screen shot 2013-09-08 at 4.55.17 PM.png">
            <a:extLst>
              <a:ext uri="{FF2B5EF4-FFF2-40B4-BE49-F238E27FC236}">
                <a16:creationId xmlns:a16="http://schemas.microsoft.com/office/drawing/2014/main" id="{CB182024-587C-42F0-9B2E-74FAC0A7E5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4535488"/>
            <a:ext cx="4570413" cy="178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6597-0E44-4F9E-9167-9A8E3C21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800" cy="609600"/>
          </a:xfrm>
        </p:spPr>
        <p:txBody>
          <a:bodyPr/>
          <a:lstStyle/>
          <a:p>
            <a:r>
              <a:rPr lang="en-US" sz="4800" dirty="0"/>
              <a:t>END Slide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0BAC1C-2592-44F2-852C-C27A9C1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7966BF-D65F-4E28-A407-653B2DF03F0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5" name="Picture 2" descr="Q &amp; A – Mechatronics World">
            <a:extLst>
              <a:ext uri="{FF2B5EF4-FFF2-40B4-BE49-F238E27FC236}">
                <a16:creationId xmlns:a16="http://schemas.microsoft.com/office/drawing/2014/main" id="{B84F8481-55AC-4F48-B0CC-DA3B1C72777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34" y="1295400"/>
            <a:ext cx="7971420" cy="4782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507520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27F5C48263E44CA0E4BF48DA5842DF" ma:contentTypeVersion="10" ma:contentTypeDescription="Create a new document." ma:contentTypeScope="" ma:versionID="cc6a9fdc59c3920af0e32ab9cc6bc759">
  <xsd:schema xmlns:xsd="http://www.w3.org/2001/XMLSchema" xmlns:xs="http://www.w3.org/2001/XMLSchema" xmlns:p="http://schemas.microsoft.com/office/2006/metadata/properties" xmlns:ns3="2545ccdc-34fc-4cec-a48d-ba29d7877a97" targetNamespace="http://schemas.microsoft.com/office/2006/metadata/properties" ma:root="true" ma:fieldsID="7474bca7c2d6847eb37e3847f5421f7f" ns3:_="">
    <xsd:import namespace="2545ccdc-34fc-4cec-a48d-ba29d7877a9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5ccdc-34fc-4cec-a48d-ba29d7877a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D90360-3B21-4048-9E84-CD66033C6025}">
  <ds:schemaRefs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terms/"/>
    <ds:schemaRef ds:uri="2545ccdc-34fc-4cec-a48d-ba29d7877a97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C638D98-A44F-4A29-B2B9-D9FD8ACC44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56FE2E-B4F1-4025-B184-05238CA68B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45ccdc-34fc-4cec-a48d-ba29d7877a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7280</TotalTime>
  <Words>1956</Words>
  <Application>Microsoft Office PowerPoint</Application>
  <PresentationFormat>On-screen Show (4:3)</PresentationFormat>
  <Paragraphs>615</Paragraphs>
  <Slides>87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87</vt:i4>
      </vt:variant>
    </vt:vector>
  </HeadingPairs>
  <TitlesOfParts>
    <vt:vector size="100" baseType="lpstr">
      <vt:lpstr>ＭＳ Ｐゴシック</vt:lpstr>
      <vt:lpstr>ＭＳ Ｐゴシック</vt:lpstr>
      <vt:lpstr>Arial</vt:lpstr>
      <vt:lpstr>Calibri</vt:lpstr>
      <vt:lpstr>Courier</vt:lpstr>
      <vt:lpstr>Helvetica</vt:lpstr>
      <vt:lpstr>Symbol</vt:lpstr>
      <vt:lpstr>Times</vt:lpstr>
      <vt:lpstr>Times New Roman</vt:lpstr>
      <vt:lpstr>Times-Roman</vt:lpstr>
      <vt:lpstr>Wingdings</vt:lpstr>
      <vt:lpstr>Blank</vt:lpstr>
      <vt:lpstr>Default Design</vt:lpstr>
      <vt:lpstr>PowerPoint Presentation</vt:lpstr>
      <vt:lpstr>Administrative Stuff</vt:lpstr>
      <vt:lpstr>05 – Synthesis</vt:lpstr>
      <vt:lpstr>Review</vt:lpstr>
      <vt:lpstr>Proof of DeMorgan’s theorem</vt:lpstr>
      <vt:lpstr>Alternative Proof of DeMorgan’s theorem</vt:lpstr>
      <vt:lpstr>Venn Diagram Example Proof of Property 17a</vt:lpstr>
      <vt:lpstr>  Left-Hand Side</vt:lpstr>
      <vt:lpstr>  Left-Hand Side</vt:lpstr>
      <vt:lpstr>  Left-Hand Side</vt:lpstr>
      <vt:lpstr>PowerPoint Presentation</vt:lpstr>
      <vt:lpstr>Operator Precedence</vt:lpstr>
      <vt:lpstr>Operator Precedence (three different ways to write the same)</vt:lpstr>
      <vt:lpstr>Function Synthesis</vt:lpstr>
      <vt:lpstr>Synthesize the Following Function</vt:lpstr>
      <vt:lpstr>Summary of This Procedure</vt:lpstr>
      <vt:lpstr>Let’s look at it row by row. How can we express the last row?</vt:lpstr>
      <vt:lpstr>What about this row?</vt:lpstr>
      <vt:lpstr>What about the first row?</vt:lpstr>
      <vt:lpstr>A function to be synthesized</vt:lpstr>
      <vt:lpstr>A function to be synthesized</vt:lpstr>
      <vt:lpstr>A function to be synthesized</vt:lpstr>
      <vt:lpstr>A function to be synthesized</vt:lpstr>
      <vt:lpstr>A function to be synthesized</vt:lpstr>
      <vt:lpstr>Putting it all together</vt:lpstr>
      <vt:lpstr>Putting it all together</vt:lpstr>
      <vt:lpstr>Let’s verify that this circuit implements correctly the target truth table</vt:lpstr>
      <vt:lpstr>Canonical Sum-Of-Products (SOP)</vt:lpstr>
      <vt:lpstr>Canonical Sum-Of-Products (SOP)</vt:lpstr>
      <vt:lpstr>Summary of This Procedure</vt:lpstr>
      <vt:lpstr>Two implementations for the same function</vt:lpstr>
      <vt:lpstr>SOP Simplification Steps</vt:lpstr>
      <vt:lpstr>SOP Simplification Steps</vt:lpstr>
      <vt:lpstr>Simplification Steps</vt:lpstr>
      <vt:lpstr>Simplification Steps</vt:lpstr>
      <vt:lpstr>Simplification Steps</vt:lpstr>
      <vt:lpstr>Simplification Steps</vt:lpstr>
      <vt:lpstr>Minimal-cost realization</vt:lpstr>
      <vt:lpstr>Two implementations for the same function</vt:lpstr>
      <vt:lpstr>Example 2.7</vt:lpstr>
      <vt:lpstr>Let’s look at another problem</vt:lpstr>
      <vt:lpstr>Let’s look at another problem</vt:lpstr>
      <vt:lpstr>Let’s look at another problem</vt:lpstr>
      <vt:lpstr>Let’s look at another problem</vt:lpstr>
      <vt:lpstr>Let’s look at another problem (minimization)</vt:lpstr>
      <vt:lpstr>Let’s look at another problem (minimization)</vt:lpstr>
      <vt:lpstr>Let’s look at another problem (minimization)</vt:lpstr>
      <vt:lpstr>Let’s look at another problem (minimization)</vt:lpstr>
      <vt:lpstr>Let’s look at another problem (minimization)</vt:lpstr>
      <vt:lpstr>Let’s look at another problem (minimization)</vt:lpstr>
      <vt:lpstr>Let’s look at another problem (minimization)</vt:lpstr>
      <vt:lpstr>Let’s look at another problem (minimization)</vt:lpstr>
      <vt:lpstr>Example 2.8 minimization)</vt:lpstr>
      <vt:lpstr>Minterms and Maxterms</vt:lpstr>
      <vt:lpstr>Minterms and Maxterms</vt:lpstr>
      <vt:lpstr>Sum-of-Products Form (uses the ones of the function)</vt:lpstr>
      <vt:lpstr>Sum-of-Products Form (for the AND logic function)</vt:lpstr>
      <vt:lpstr>Sum-of-Products Form (for the AND logic function)</vt:lpstr>
      <vt:lpstr>Another Example</vt:lpstr>
      <vt:lpstr>Sum-of-Products Form</vt:lpstr>
      <vt:lpstr>Sum-of-Products Form</vt:lpstr>
      <vt:lpstr>Sum-of-Products Form</vt:lpstr>
      <vt:lpstr>Product-of-Sums Form (uses the zeros of the function)</vt:lpstr>
      <vt:lpstr>Product-of-Sums Form (for the OR logic function)</vt:lpstr>
      <vt:lpstr>Product-of-Sums Form (for the OR logic function)</vt:lpstr>
      <vt:lpstr>Another Example</vt:lpstr>
      <vt:lpstr>Product-of-Sums Form</vt:lpstr>
      <vt:lpstr>Product-of-Sums Form</vt:lpstr>
      <vt:lpstr>Product-of-Sums Form</vt:lpstr>
      <vt:lpstr>Product-of-Sums Form</vt:lpstr>
      <vt:lpstr>Product-of-Sums Form</vt:lpstr>
      <vt:lpstr>Minterms and Maxterms (with three variables)</vt:lpstr>
      <vt:lpstr>A three-variable function</vt:lpstr>
      <vt:lpstr>Sum-of-Products Form</vt:lpstr>
      <vt:lpstr>Sum-of-Products Form</vt:lpstr>
      <vt:lpstr>Sum-of-Products Form</vt:lpstr>
      <vt:lpstr>A three-variable function</vt:lpstr>
      <vt:lpstr>Product-of-Sums Form</vt:lpstr>
      <vt:lpstr>Product-of-Sums Form</vt:lpstr>
      <vt:lpstr>POS Simplification Steps</vt:lpstr>
      <vt:lpstr>Two realizations of that function</vt:lpstr>
      <vt:lpstr>The Cost of a Circuit</vt:lpstr>
      <vt:lpstr>What is the cost of each circuit?</vt:lpstr>
      <vt:lpstr>Lec 5: Test Q 1 What is the relative cost of this circuit?</vt:lpstr>
      <vt:lpstr>Minterms vs Maxterms</vt:lpstr>
      <vt:lpstr>Shorthand Notation</vt:lpstr>
      <vt:lpstr>END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Copyright 2004 Pearson Addison-Wesley</dc:creator>
  <cp:lastModifiedBy>Ahamed, Md Maruf [E CPE]</cp:lastModifiedBy>
  <cp:revision>204</cp:revision>
  <dcterms:created xsi:type="dcterms:W3CDTF">2003-05-23T15:49:24Z</dcterms:created>
  <dcterms:modified xsi:type="dcterms:W3CDTF">2022-01-29T15:50:36Z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0x010100D927F5C48263E44CA0E4BF48DA5842DF</vt:lpwstr>
  </property>
</Properties>
</file>