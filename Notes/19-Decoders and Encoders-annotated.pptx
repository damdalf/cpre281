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ink/ink14.xml" ContentType="application/inkml+xml"/>
  <Override PartName="/ppt/notesSlides/notesSlide3.xml" ContentType="application/vnd.openxmlformats-officedocument.presentationml.notesSlide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01"/>
  </p:notesMasterIdLst>
  <p:handoutMasterIdLst>
    <p:handoutMasterId r:id="rId102"/>
  </p:handoutMasterIdLst>
  <p:sldIdLst>
    <p:sldId id="788" r:id="rId5"/>
    <p:sldId id="774" r:id="rId6"/>
    <p:sldId id="1537" r:id="rId7"/>
    <p:sldId id="1528" r:id="rId8"/>
    <p:sldId id="1575" r:id="rId9"/>
    <p:sldId id="1576" r:id="rId10"/>
    <p:sldId id="1577" r:id="rId11"/>
    <p:sldId id="1578" r:id="rId12"/>
    <p:sldId id="1579" r:id="rId13"/>
    <p:sldId id="1479" r:id="rId14"/>
    <p:sldId id="1478" r:id="rId15"/>
    <p:sldId id="1475" r:id="rId16"/>
    <p:sldId id="1476" r:id="rId17"/>
    <p:sldId id="1477" r:id="rId18"/>
    <p:sldId id="1421" r:id="rId19"/>
    <p:sldId id="1422" r:id="rId20"/>
    <p:sldId id="1480" r:id="rId21"/>
    <p:sldId id="1481" r:id="rId22"/>
    <p:sldId id="1580" r:id="rId23"/>
    <p:sldId id="1581" r:id="rId24"/>
    <p:sldId id="1582" r:id="rId25"/>
    <p:sldId id="1583" r:id="rId26"/>
    <p:sldId id="1584" r:id="rId27"/>
    <p:sldId id="1585" r:id="rId28"/>
    <p:sldId id="1427" r:id="rId29"/>
    <p:sldId id="1407" r:id="rId30"/>
    <p:sldId id="1640" r:id="rId31"/>
    <p:sldId id="1639" r:id="rId32"/>
    <p:sldId id="1428" r:id="rId33"/>
    <p:sldId id="1482" r:id="rId34"/>
    <p:sldId id="1495" r:id="rId35"/>
    <p:sldId id="1494" r:id="rId36"/>
    <p:sldId id="1587" r:id="rId37"/>
    <p:sldId id="1588" r:id="rId38"/>
    <p:sldId id="1589" r:id="rId39"/>
    <p:sldId id="1590" r:id="rId40"/>
    <p:sldId id="1591" r:id="rId41"/>
    <p:sldId id="1592" r:id="rId42"/>
    <p:sldId id="1593" r:id="rId43"/>
    <p:sldId id="1594" r:id="rId44"/>
    <p:sldId id="1408" r:id="rId45"/>
    <p:sldId id="1641" r:id="rId46"/>
    <p:sldId id="1595" r:id="rId47"/>
    <p:sldId id="1449" r:id="rId48"/>
    <p:sldId id="1596" r:id="rId49"/>
    <p:sldId id="1597" r:id="rId50"/>
    <p:sldId id="1632" r:id="rId51"/>
    <p:sldId id="1633" r:id="rId52"/>
    <p:sldId id="1634" r:id="rId53"/>
    <p:sldId id="1635" r:id="rId54"/>
    <p:sldId id="1636" r:id="rId55"/>
    <p:sldId id="1644" r:id="rId56"/>
    <p:sldId id="1356" r:id="rId57"/>
    <p:sldId id="1649" r:id="rId58"/>
    <p:sldId id="1637" r:id="rId59"/>
    <p:sldId id="1648" r:id="rId60"/>
    <p:sldId id="1652" r:id="rId61"/>
    <p:sldId id="1651" r:id="rId62"/>
    <p:sldId id="1650" r:id="rId63"/>
    <p:sldId id="1483" r:id="rId64"/>
    <p:sldId id="1485" r:id="rId65"/>
    <p:sldId id="1486" r:id="rId66"/>
    <p:sldId id="1598" r:id="rId67"/>
    <p:sldId id="1599" r:id="rId68"/>
    <p:sldId id="1600" r:id="rId69"/>
    <p:sldId id="1601" r:id="rId70"/>
    <p:sldId id="1653" r:id="rId71"/>
    <p:sldId id="1602" r:id="rId72"/>
    <p:sldId id="1603" r:id="rId73"/>
    <p:sldId id="1604" r:id="rId74"/>
    <p:sldId id="1614" r:id="rId75"/>
    <p:sldId id="1615" r:id="rId76"/>
    <p:sldId id="1616" r:id="rId77"/>
    <p:sldId id="1617" r:id="rId78"/>
    <p:sldId id="1607" r:id="rId79"/>
    <p:sldId id="1608" r:id="rId80"/>
    <p:sldId id="1609" r:id="rId81"/>
    <p:sldId id="1610" r:id="rId82"/>
    <p:sldId id="1611" r:id="rId83"/>
    <p:sldId id="1612" r:id="rId84"/>
    <p:sldId id="1613" r:id="rId85"/>
    <p:sldId id="1620" r:id="rId86"/>
    <p:sldId id="1621" r:id="rId87"/>
    <p:sldId id="1642" r:id="rId88"/>
    <p:sldId id="1622" r:id="rId89"/>
    <p:sldId id="1623" r:id="rId90"/>
    <p:sldId id="1624" r:id="rId91"/>
    <p:sldId id="1625" r:id="rId92"/>
    <p:sldId id="1626" r:id="rId93"/>
    <p:sldId id="1627" r:id="rId94"/>
    <p:sldId id="1628" r:id="rId95"/>
    <p:sldId id="1643" r:id="rId96"/>
    <p:sldId id="1629" r:id="rId97"/>
    <p:sldId id="1630" r:id="rId98"/>
    <p:sldId id="1631" r:id="rId99"/>
    <p:sldId id="772" r:id="rId100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66FF"/>
    <a:srgbClr val="00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128" autoAdjust="0"/>
    <p:restoredTop sz="94690"/>
  </p:normalViewPr>
  <p:slideViewPr>
    <p:cSldViewPr>
      <p:cViewPr varScale="1">
        <p:scale>
          <a:sx n="83" d="100"/>
          <a:sy n="83" d="100"/>
        </p:scale>
        <p:origin x="992" y="51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6" Type="http://schemas.openxmlformats.org/officeDocument/2006/relationships/slide" Target="slides/slide12.xml"/><Relationship Id="rId107" Type="http://schemas.microsoft.com/office/2016/11/relationships/changesInfo" Target="changesInfos/changesInfo1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handoutMaster" Target="handoutMasters/handoutMaster1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presProps" Target="pres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6" Type="http://schemas.openxmlformats.org/officeDocument/2006/relationships/tableStyles" Target="tableStyles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viewProps" Target="viewProps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theme" Target="theme/theme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B465B18B-18DF-4147-A0B0-DF0152AAA6E1}"/>
    <pc:docChg chg="custSel addSld delSld modSld sldOrd">
      <pc:chgData name="Ahamed, Md Maruf [E CPE]" userId="6f647de5-aeca-43cd-b76c-e84c6089bcf4" providerId="ADAL" clId="{B465B18B-18DF-4147-A0B0-DF0152AAA6E1}" dt="2022-03-07T23:16:50.177" v="95"/>
      <pc:docMkLst>
        <pc:docMk/>
      </pc:docMkLst>
      <pc:sldChg chg="modSp ord">
        <pc:chgData name="Ahamed, Md Maruf [E CPE]" userId="6f647de5-aeca-43cd-b76c-e84c6089bcf4" providerId="ADAL" clId="{B465B18B-18DF-4147-A0B0-DF0152AAA6E1}" dt="2022-03-06T00:37:10.825" v="26" actId="20577"/>
        <pc:sldMkLst>
          <pc:docMk/>
          <pc:sldMk cId="1865281566" sldId="774"/>
        </pc:sldMkLst>
        <pc:spChg chg="mod">
          <ac:chgData name="Ahamed, Md Maruf [E CPE]" userId="6f647de5-aeca-43cd-b76c-e84c6089bcf4" providerId="ADAL" clId="{B465B18B-18DF-4147-A0B0-DF0152AAA6E1}" dt="2022-03-06T00:37:10.825" v="26" actId="20577"/>
          <ac:spMkLst>
            <pc:docMk/>
            <pc:sldMk cId="1865281566" sldId="774"/>
            <ac:spMk id="207875" creationId="{D583FDE5-0A59-BD41-A182-AC71C16B0812}"/>
          </ac:spMkLst>
        </pc:spChg>
      </pc:sldChg>
      <pc:sldChg chg="del">
        <pc:chgData name="Ahamed, Md Maruf [E CPE]" userId="6f647de5-aeca-43cd-b76c-e84c6089bcf4" providerId="ADAL" clId="{B465B18B-18DF-4147-A0B0-DF0152AAA6E1}" dt="2022-03-06T00:38:06.003" v="34" actId="2696"/>
        <pc:sldMkLst>
          <pc:docMk/>
          <pc:sldMk cId="0" sldId="1370"/>
        </pc:sldMkLst>
      </pc:sldChg>
      <pc:sldChg chg="del">
        <pc:chgData name="Ahamed, Md Maruf [E CPE]" userId="6f647de5-aeca-43cd-b76c-e84c6089bcf4" providerId="ADAL" clId="{B465B18B-18DF-4147-A0B0-DF0152AAA6E1}" dt="2022-03-06T00:38:20.441" v="57" actId="2696"/>
        <pc:sldMkLst>
          <pc:docMk/>
          <pc:sldMk cId="0" sldId="1375"/>
        </pc:sldMkLst>
      </pc:sldChg>
      <pc:sldChg chg="del">
        <pc:chgData name="Ahamed, Md Maruf [E CPE]" userId="6f647de5-aeca-43cd-b76c-e84c6089bcf4" providerId="ADAL" clId="{B465B18B-18DF-4147-A0B0-DF0152AAA6E1}" dt="2022-03-06T00:38:08.807" v="39" actId="2696"/>
        <pc:sldMkLst>
          <pc:docMk/>
          <pc:sldMk cId="0" sldId="1376"/>
        </pc:sldMkLst>
      </pc:sldChg>
      <pc:sldChg chg="del">
        <pc:chgData name="Ahamed, Md Maruf [E CPE]" userId="6f647de5-aeca-43cd-b76c-e84c6089bcf4" providerId="ADAL" clId="{B465B18B-18DF-4147-A0B0-DF0152AAA6E1}" dt="2022-03-06T00:38:09.520" v="40" actId="2696"/>
        <pc:sldMkLst>
          <pc:docMk/>
          <pc:sldMk cId="0" sldId="1377"/>
        </pc:sldMkLst>
      </pc:sldChg>
      <pc:sldChg chg="del">
        <pc:chgData name="Ahamed, Md Maruf [E CPE]" userId="6f647de5-aeca-43cd-b76c-e84c6089bcf4" providerId="ADAL" clId="{B465B18B-18DF-4147-A0B0-DF0152AAA6E1}" dt="2022-03-06T00:38:11.601" v="43" actId="2696"/>
        <pc:sldMkLst>
          <pc:docMk/>
          <pc:sldMk cId="0" sldId="1378"/>
        </pc:sldMkLst>
      </pc:sldChg>
      <pc:sldChg chg="del">
        <pc:chgData name="Ahamed, Md Maruf [E CPE]" userId="6f647de5-aeca-43cd-b76c-e84c6089bcf4" providerId="ADAL" clId="{B465B18B-18DF-4147-A0B0-DF0152AAA6E1}" dt="2022-03-06T00:38:10.241" v="41" actId="2696"/>
        <pc:sldMkLst>
          <pc:docMk/>
          <pc:sldMk cId="0" sldId="1379"/>
        </pc:sldMkLst>
      </pc:sldChg>
      <pc:sldChg chg="del">
        <pc:chgData name="Ahamed, Md Maruf [E CPE]" userId="6f647de5-aeca-43cd-b76c-e84c6089bcf4" providerId="ADAL" clId="{B465B18B-18DF-4147-A0B0-DF0152AAA6E1}" dt="2022-03-06T00:38:10.867" v="42" actId="2696"/>
        <pc:sldMkLst>
          <pc:docMk/>
          <pc:sldMk cId="0" sldId="1380"/>
        </pc:sldMkLst>
      </pc:sldChg>
      <pc:sldChg chg="del">
        <pc:chgData name="Ahamed, Md Maruf [E CPE]" userId="6f647de5-aeca-43cd-b76c-e84c6089bcf4" providerId="ADAL" clId="{B465B18B-18DF-4147-A0B0-DF0152AAA6E1}" dt="2022-03-06T00:38:16.663" v="50" actId="2696"/>
        <pc:sldMkLst>
          <pc:docMk/>
          <pc:sldMk cId="0" sldId="1383"/>
        </pc:sldMkLst>
      </pc:sldChg>
      <pc:sldChg chg="del">
        <pc:chgData name="Ahamed, Md Maruf [E CPE]" userId="6f647de5-aeca-43cd-b76c-e84c6089bcf4" providerId="ADAL" clId="{B465B18B-18DF-4147-A0B0-DF0152AAA6E1}" dt="2022-03-06T00:38:15.608" v="48" actId="2696"/>
        <pc:sldMkLst>
          <pc:docMk/>
          <pc:sldMk cId="0" sldId="1384"/>
        </pc:sldMkLst>
      </pc:sldChg>
      <pc:sldChg chg="del">
        <pc:chgData name="Ahamed, Md Maruf [E CPE]" userId="6f647de5-aeca-43cd-b76c-e84c6089bcf4" providerId="ADAL" clId="{B465B18B-18DF-4147-A0B0-DF0152AAA6E1}" dt="2022-03-06T00:38:17.633" v="52" actId="2696"/>
        <pc:sldMkLst>
          <pc:docMk/>
          <pc:sldMk cId="0" sldId="1385"/>
        </pc:sldMkLst>
      </pc:sldChg>
      <pc:sldChg chg="del">
        <pc:chgData name="Ahamed, Md Maruf [E CPE]" userId="6f647de5-aeca-43cd-b76c-e84c6089bcf4" providerId="ADAL" clId="{B465B18B-18DF-4147-A0B0-DF0152AAA6E1}" dt="2022-03-06T00:38:18.561" v="54" actId="2696"/>
        <pc:sldMkLst>
          <pc:docMk/>
          <pc:sldMk cId="0" sldId="1389"/>
        </pc:sldMkLst>
      </pc:sldChg>
      <pc:sldChg chg="del">
        <pc:chgData name="Ahamed, Md Maruf [E CPE]" userId="6f647de5-aeca-43cd-b76c-e84c6089bcf4" providerId="ADAL" clId="{B465B18B-18DF-4147-A0B0-DF0152AAA6E1}" dt="2022-03-06T00:38:19.459" v="56" actId="2696"/>
        <pc:sldMkLst>
          <pc:docMk/>
          <pc:sldMk cId="0" sldId="1390"/>
        </pc:sldMkLst>
      </pc:sldChg>
      <pc:sldChg chg="del">
        <pc:chgData name="Ahamed, Md Maruf [E CPE]" userId="6f647de5-aeca-43cd-b76c-e84c6089bcf4" providerId="ADAL" clId="{B465B18B-18DF-4147-A0B0-DF0152AAA6E1}" dt="2022-03-06T00:38:20.975" v="58" actId="2696"/>
        <pc:sldMkLst>
          <pc:docMk/>
          <pc:sldMk cId="0" sldId="1393"/>
        </pc:sldMkLst>
      </pc:sldChg>
      <pc:sldChg chg="del">
        <pc:chgData name="Ahamed, Md Maruf [E CPE]" userId="6f647de5-aeca-43cd-b76c-e84c6089bcf4" providerId="ADAL" clId="{B465B18B-18DF-4147-A0B0-DF0152AAA6E1}" dt="2022-03-06T00:38:23.085" v="62" actId="2696"/>
        <pc:sldMkLst>
          <pc:docMk/>
          <pc:sldMk cId="0" sldId="1394"/>
        </pc:sldMkLst>
      </pc:sldChg>
      <pc:sldChg chg="del">
        <pc:chgData name="Ahamed, Md Maruf [E CPE]" userId="6f647de5-aeca-43cd-b76c-e84c6089bcf4" providerId="ADAL" clId="{B465B18B-18DF-4147-A0B0-DF0152AAA6E1}" dt="2022-03-06T00:38:21.408" v="59" actId="2696"/>
        <pc:sldMkLst>
          <pc:docMk/>
          <pc:sldMk cId="0" sldId="1396"/>
        </pc:sldMkLst>
      </pc:sldChg>
      <pc:sldChg chg="del">
        <pc:chgData name="Ahamed, Md Maruf [E CPE]" userId="6f647de5-aeca-43cd-b76c-e84c6089bcf4" providerId="ADAL" clId="{B465B18B-18DF-4147-A0B0-DF0152AAA6E1}" dt="2022-03-06T00:38:22.138" v="60" actId="2696"/>
        <pc:sldMkLst>
          <pc:docMk/>
          <pc:sldMk cId="0" sldId="1397"/>
        </pc:sldMkLst>
      </pc:sldChg>
      <pc:sldChg chg="del">
        <pc:chgData name="Ahamed, Md Maruf [E CPE]" userId="6f647de5-aeca-43cd-b76c-e84c6089bcf4" providerId="ADAL" clId="{B465B18B-18DF-4147-A0B0-DF0152AAA6E1}" dt="2022-03-06T00:38:22.607" v="61" actId="2696"/>
        <pc:sldMkLst>
          <pc:docMk/>
          <pc:sldMk cId="0" sldId="1398"/>
        </pc:sldMkLst>
      </pc:sldChg>
      <pc:sldChg chg="del">
        <pc:chgData name="Ahamed, Md Maruf [E CPE]" userId="6f647de5-aeca-43cd-b76c-e84c6089bcf4" providerId="ADAL" clId="{B465B18B-18DF-4147-A0B0-DF0152AAA6E1}" dt="2022-03-06T00:38:23.699" v="63" actId="2696"/>
        <pc:sldMkLst>
          <pc:docMk/>
          <pc:sldMk cId="0" sldId="1399"/>
        </pc:sldMkLst>
      </pc:sldChg>
      <pc:sldChg chg="del">
        <pc:chgData name="Ahamed, Md Maruf [E CPE]" userId="6f647de5-aeca-43cd-b76c-e84c6089bcf4" providerId="ADAL" clId="{B465B18B-18DF-4147-A0B0-DF0152AAA6E1}" dt="2022-03-06T00:38:24.208" v="64" actId="2696"/>
        <pc:sldMkLst>
          <pc:docMk/>
          <pc:sldMk cId="0" sldId="1400"/>
        </pc:sldMkLst>
      </pc:sldChg>
      <pc:sldChg chg="del">
        <pc:chgData name="Ahamed, Md Maruf [E CPE]" userId="6f647de5-aeca-43cd-b76c-e84c6089bcf4" providerId="ADAL" clId="{B465B18B-18DF-4147-A0B0-DF0152AAA6E1}" dt="2022-03-06T00:38:24.724" v="65" actId="2696"/>
        <pc:sldMkLst>
          <pc:docMk/>
          <pc:sldMk cId="0" sldId="1401"/>
        </pc:sldMkLst>
      </pc:sldChg>
      <pc:sldChg chg="del">
        <pc:chgData name="Ahamed, Md Maruf [E CPE]" userId="6f647de5-aeca-43cd-b76c-e84c6089bcf4" providerId="ADAL" clId="{B465B18B-18DF-4147-A0B0-DF0152AAA6E1}" dt="2022-03-06T00:38:25.791" v="67" actId="2696"/>
        <pc:sldMkLst>
          <pc:docMk/>
          <pc:sldMk cId="0" sldId="1402"/>
        </pc:sldMkLst>
      </pc:sldChg>
      <pc:sldChg chg="del">
        <pc:chgData name="Ahamed, Md Maruf [E CPE]" userId="6f647de5-aeca-43cd-b76c-e84c6089bcf4" providerId="ADAL" clId="{B465B18B-18DF-4147-A0B0-DF0152AAA6E1}" dt="2022-03-06T00:38:25.289" v="66" actId="2696"/>
        <pc:sldMkLst>
          <pc:docMk/>
          <pc:sldMk cId="0" sldId="1403"/>
        </pc:sldMkLst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407"/>
        </pc:sldMkLst>
        <pc:inkChg chg="del">
          <ac:chgData name="Ahamed, Md Maruf [E CPE]" userId="6f647de5-aeca-43cd-b76c-e84c6089bcf4" providerId="ADAL" clId="{B465B18B-18DF-4147-A0B0-DF0152AAA6E1}" dt="2022-03-06T00:42:19.795" v="75" actId="478"/>
          <ac:inkMkLst>
            <pc:docMk/>
            <pc:sldMk cId="0" sldId="1407"/>
            <ac:inkMk id="2" creationId="{1B8A4BC8-7021-40A6-A965-5302610B5BEA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407"/>
            <ac:inkMk id="2" creationId="{8AAB5DB3-C9D1-4273-877C-E072F558522F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408"/>
        </pc:sldMkLst>
        <pc:inkChg chg="del">
          <ac:chgData name="Ahamed, Md Maruf [E CPE]" userId="6f647de5-aeca-43cd-b76c-e84c6089bcf4" providerId="ADAL" clId="{B465B18B-18DF-4147-A0B0-DF0152AAA6E1}" dt="2022-03-06T00:43:06.155" v="78" actId="478"/>
          <ac:inkMkLst>
            <pc:docMk/>
            <pc:sldMk cId="0" sldId="1408"/>
            <ac:inkMk id="3" creationId="{576387CA-E02B-4CE0-B694-57C277CF7B02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408"/>
            <ac:inkMk id="3" creationId="{D3E7D7BB-B068-4BE7-83F9-432C8A336985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421"/>
        </pc:sldMkLst>
        <pc:inkChg chg="del">
          <ac:chgData name="Ahamed, Md Maruf [E CPE]" userId="6f647de5-aeca-43cd-b76c-e84c6089bcf4" providerId="ADAL" clId="{B465B18B-18DF-4147-A0B0-DF0152AAA6E1}" dt="2022-03-06T00:40:57.242" v="73" actId="478"/>
          <ac:inkMkLst>
            <pc:docMk/>
            <pc:sldMk cId="0" sldId="1421"/>
            <ac:inkMk id="2" creationId="{B8459CC7-FB60-4558-BD9A-24EC34BE8053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421"/>
            <ac:inkMk id="2" creationId="{D57ABA05-30B8-4A9C-BD56-55EC0F9C9FB9}"/>
          </ac:inkMkLst>
        </pc:inkChg>
      </pc:sldChg>
      <pc:sldChg chg="del">
        <pc:chgData name="Ahamed, Md Maruf [E CPE]" userId="6f647de5-aeca-43cd-b76c-e84c6089bcf4" providerId="ADAL" clId="{B465B18B-18DF-4147-A0B0-DF0152AAA6E1}" dt="2022-03-06T00:38:04.420" v="31" actId="2696"/>
        <pc:sldMkLst>
          <pc:docMk/>
          <pc:sldMk cId="0" sldId="1440"/>
        </pc:sldMkLst>
      </pc:sldChg>
      <pc:sldChg chg="del">
        <pc:chgData name="Ahamed, Md Maruf [E CPE]" userId="6f647de5-aeca-43cd-b76c-e84c6089bcf4" providerId="ADAL" clId="{B465B18B-18DF-4147-A0B0-DF0152AAA6E1}" dt="2022-03-06T00:38:05.402" v="33" actId="2696"/>
        <pc:sldMkLst>
          <pc:docMk/>
          <pc:sldMk cId="0" sldId="1444"/>
        </pc:sldMkLst>
      </pc:sldChg>
      <pc:sldChg chg="del">
        <pc:chgData name="Ahamed, Md Maruf [E CPE]" userId="6f647de5-aeca-43cd-b76c-e84c6089bcf4" providerId="ADAL" clId="{B465B18B-18DF-4147-A0B0-DF0152AAA6E1}" dt="2022-03-06T00:38:06.585" v="35" actId="2696"/>
        <pc:sldMkLst>
          <pc:docMk/>
          <pc:sldMk cId="0" sldId="1445"/>
        </pc:sldMkLst>
      </pc:sldChg>
      <pc:sldChg chg="del">
        <pc:chgData name="Ahamed, Md Maruf [E CPE]" userId="6f647de5-aeca-43cd-b76c-e84c6089bcf4" providerId="ADAL" clId="{B465B18B-18DF-4147-A0B0-DF0152AAA6E1}" dt="2022-03-06T00:38:07.272" v="36" actId="2696"/>
        <pc:sldMkLst>
          <pc:docMk/>
          <pc:sldMk cId="0" sldId="1446"/>
        </pc:sldMkLst>
      </pc:sldChg>
      <pc:sldChg chg="del">
        <pc:chgData name="Ahamed, Md Maruf [E CPE]" userId="6f647de5-aeca-43cd-b76c-e84c6089bcf4" providerId="ADAL" clId="{B465B18B-18DF-4147-A0B0-DF0152AAA6E1}" dt="2022-03-06T00:38:07.669" v="37" actId="2696"/>
        <pc:sldMkLst>
          <pc:docMk/>
          <pc:sldMk cId="0" sldId="1447"/>
        </pc:sldMkLst>
      </pc:sldChg>
      <pc:sldChg chg="del">
        <pc:chgData name="Ahamed, Md Maruf [E CPE]" userId="6f647de5-aeca-43cd-b76c-e84c6089bcf4" providerId="ADAL" clId="{B465B18B-18DF-4147-A0B0-DF0152AAA6E1}" dt="2022-03-06T00:38:08.253" v="38" actId="2696"/>
        <pc:sldMkLst>
          <pc:docMk/>
          <pc:sldMk cId="0" sldId="1448"/>
        </pc:sldMkLst>
      </pc:sldChg>
      <pc:sldChg chg="delSp">
        <pc:chgData name="Ahamed, Md Maruf [E CPE]" userId="6f647de5-aeca-43cd-b76c-e84c6089bcf4" providerId="ADAL" clId="{B465B18B-18DF-4147-A0B0-DF0152AAA6E1}" dt="2022-03-06T00:40:43.213" v="72" actId="478"/>
        <pc:sldMkLst>
          <pc:docMk/>
          <pc:sldMk cId="0" sldId="1475"/>
        </pc:sldMkLst>
        <pc:inkChg chg="del">
          <ac:chgData name="Ahamed, Md Maruf [E CPE]" userId="6f647de5-aeca-43cd-b76c-e84c6089bcf4" providerId="ADAL" clId="{B465B18B-18DF-4147-A0B0-DF0152AAA6E1}" dt="2022-03-06T00:40:43.213" v="72" actId="478"/>
          <ac:inkMkLst>
            <pc:docMk/>
            <pc:sldMk cId="0" sldId="1475"/>
            <ac:inkMk id="2" creationId="{30D6BBB4-5439-4455-BA85-18DE788BCE6C}"/>
          </ac:inkMkLst>
        </pc:inkChg>
      </pc:sldChg>
      <pc:sldChg chg="del">
        <pc:chgData name="Ahamed, Md Maruf [E CPE]" userId="6f647de5-aeca-43cd-b76c-e84c6089bcf4" providerId="ADAL" clId="{B465B18B-18DF-4147-A0B0-DF0152AAA6E1}" dt="2022-03-06T00:38:03.607" v="30" actId="2696"/>
        <pc:sldMkLst>
          <pc:docMk/>
          <pc:sldMk cId="0" sldId="1487"/>
        </pc:sldMkLst>
      </pc:sldChg>
      <pc:sldChg chg="del">
        <pc:chgData name="Ahamed, Md Maruf [E CPE]" userId="6f647de5-aeca-43cd-b76c-e84c6089bcf4" providerId="ADAL" clId="{B465B18B-18DF-4147-A0B0-DF0152AAA6E1}" dt="2022-03-06T00:38:16.111" v="49" actId="2696"/>
        <pc:sldMkLst>
          <pc:docMk/>
          <pc:sldMk cId="0" sldId="1491"/>
        </pc:sldMkLst>
      </pc:sldChg>
      <pc:sldChg chg="del">
        <pc:chgData name="Ahamed, Md Maruf [E CPE]" userId="6f647de5-aeca-43cd-b76c-e84c6089bcf4" providerId="ADAL" clId="{B465B18B-18DF-4147-A0B0-DF0152AAA6E1}" dt="2022-03-06T00:37:54.731" v="27" actId="2696"/>
        <pc:sldMkLst>
          <pc:docMk/>
          <pc:sldMk cId="638881395" sldId="1519"/>
        </pc:sldMkLst>
      </pc:sldChg>
      <pc:sldChg chg="del">
        <pc:chgData name="Ahamed, Md Maruf [E CPE]" userId="6f647de5-aeca-43cd-b76c-e84c6089bcf4" providerId="ADAL" clId="{B465B18B-18DF-4147-A0B0-DF0152AAA6E1}" dt="2022-03-06T00:38:13.107" v="44" actId="2696"/>
        <pc:sldMkLst>
          <pc:docMk/>
          <pc:sldMk cId="2869071992" sldId="1523"/>
        </pc:sldMkLst>
      </pc:sldChg>
      <pc:sldChg chg="del">
        <pc:chgData name="Ahamed, Md Maruf [E CPE]" userId="6f647de5-aeca-43cd-b76c-e84c6089bcf4" providerId="ADAL" clId="{B465B18B-18DF-4147-A0B0-DF0152AAA6E1}" dt="2022-03-06T00:38:13.761" v="45" actId="2696"/>
        <pc:sldMkLst>
          <pc:docMk/>
          <pc:sldMk cId="3083449329" sldId="1524"/>
        </pc:sldMkLst>
      </pc:sldChg>
      <pc:sldChg chg="del">
        <pc:chgData name="Ahamed, Md Maruf [E CPE]" userId="6f647de5-aeca-43cd-b76c-e84c6089bcf4" providerId="ADAL" clId="{B465B18B-18DF-4147-A0B0-DF0152AAA6E1}" dt="2022-03-06T00:38:17.145" v="51" actId="2696"/>
        <pc:sldMkLst>
          <pc:docMk/>
          <pc:sldMk cId="1852348435" sldId="1525"/>
        </pc:sldMkLst>
      </pc:sldChg>
      <pc:sldChg chg="del">
        <pc:chgData name="Ahamed, Md Maruf [E CPE]" userId="6f647de5-aeca-43cd-b76c-e84c6089bcf4" providerId="ADAL" clId="{B465B18B-18DF-4147-A0B0-DF0152AAA6E1}" dt="2022-03-06T00:38:18.074" v="53" actId="2696"/>
        <pc:sldMkLst>
          <pc:docMk/>
          <pc:sldMk cId="131838808" sldId="1526"/>
        </pc:sldMkLst>
      </pc:sldChg>
      <pc:sldChg chg="del">
        <pc:chgData name="Ahamed, Md Maruf [E CPE]" userId="6f647de5-aeca-43cd-b76c-e84c6089bcf4" providerId="ADAL" clId="{B465B18B-18DF-4147-A0B0-DF0152AAA6E1}" dt="2022-03-06T00:38:18.998" v="55" actId="2696"/>
        <pc:sldMkLst>
          <pc:docMk/>
          <pc:sldMk cId="1836255298" sldId="1527"/>
        </pc:sldMkLst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2197349087" sldId="1528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2197349087" sldId="1528"/>
            <ac:inkMk id="3" creationId="{7F259C32-D67C-46EA-A83B-941DC7FC5AB6}"/>
          </ac:inkMkLst>
        </pc:inkChg>
        <pc:inkChg chg="del">
          <ac:chgData name="Ahamed, Md Maruf [E CPE]" userId="6f647de5-aeca-43cd-b76c-e84c6089bcf4" providerId="ADAL" clId="{B465B18B-18DF-4147-A0B0-DF0152AAA6E1}" dt="2022-03-06T00:38:35.382" v="68" actId="478"/>
          <ac:inkMkLst>
            <pc:docMk/>
            <pc:sldMk cId="2197349087" sldId="1528"/>
            <ac:inkMk id="3" creationId="{80CD4D4E-504A-4FF5-BD5B-A87B6485B808}"/>
          </ac:inkMkLst>
        </pc:inkChg>
      </pc:sldChg>
      <pc:sldChg chg="del">
        <pc:chgData name="Ahamed, Md Maruf [E CPE]" userId="6f647de5-aeca-43cd-b76c-e84c6089bcf4" providerId="ADAL" clId="{B465B18B-18DF-4147-A0B0-DF0152AAA6E1}" dt="2022-03-06T00:38:00.698" v="29" actId="2696"/>
        <pc:sldMkLst>
          <pc:docMk/>
          <pc:sldMk cId="2887883762" sldId="1531"/>
        </pc:sldMkLst>
      </pc:sldChg>
      <pc:sldChg chg="del">
        <pc:chgData name="Ahamed, Md Maruf [E CPE]" userId="6f647de5-aeca-43cd-b76c-e84c6089bcf4" providerId="ADAL" clId="{B465B18B-18DF-4147-A0B0-DF0152AAA6E1}" dt="2022-03-06T00:37:59.859" v="28" actId="2696"/>
        <pc:sldMkLst>
          <pc:docMk/>
          <pc:sldMk cId="0" sldId="1532"/>
        </pc:sldMkLst>
      </pc:sldChg>
      <pc:sldChg chg="del">
        <pc:chgData name="Ahamed, Md Maruf [E CPE]" userId="6f647de5-aeca-43cd-b76c-e84c6089bcf4" providerId="ADAL" clId="{B465B18B-18DF-4147-A0B0-DF0152AAA6E1}" dt="2022-03-06T00:38:04.971" v="32" actId="2696"/>
        <pc:sldMkLst>
          <pc:docMk/>
          <pc:sldMk cId="2082469252" sldId="1533"/>
        </pc:sldMkLst>
      </pc:sldChg>
      <pc:sldChg chg="del">
        <pc:chgData name="Ahamed, Md Maruf [E CPE]" userId="6f647de5-aeca-43cd-b76c-e84c6089bcf4" providerId="ADAL" clId="{B465B18B-18DF-4147-A0B0-DF0152AAA6E1}" dt="2022-03-06T00:38:14.376" v="46" actId="2696"/>
        <pc:sldMkLst>
          <pc:docMk/>
          <pc:sldMk cId="98725514" sldId="1534"/>
        </pc:sldMkLst>
      </pc:sldChg>
      <pc:sldChg chg="del">
        <pc:chgData name="Ahamed, Md Maruf [E CPE]" userId="6f647de5-aeca-43cd-b76c-e84c6089bcf4" providerId="ADAL" clId="{B465B18B-18DF-4147-A0B0-DF0152AAA6E1}" dt="2022-03-06T00:38:15.060" v="47" actId="2696"/>
        <pc:sldMkLst>
          <pc:docMk/>
          <pc:sldMk cId="1334096034" sldId="1535"/>
        </pc:sldMkLst>
      </pc:sldChg>
      <pc:sldChg chg="modSp">
        <pc:chgData name="Ahamed, Md Maruf [E CPE]" userId="6f647de5-aeca-43cd-b76c-e84c6089bcf4" providerId="ADAL" clId="{B465B18B-18DF-4147-A0B0-DF0152AAA6E1}" dt="2022-03-06T00:36:17.753" v="5" actId="20577"/>
        <pc:sldMkLst>
          <pc:docMk/>
          <pc:sldMk cId="3134844190" sldId="1537"/>
        </pc:sldMkLst>
        <pc:spChg chg="mod">
          <ac:chgData name="Ahamed, Md Maruf [E CPE]" userId="6f647de5-aeca-43cd-b76c-e84c6089bcf4" providerId="ADAL" clId="{B465B18B-18DF-4147-A0B0-DF0152AAA6E1}" dt="2022-03-06T00:36:17.753" v="5" actId="20577"/>
          <ac:spMkLst>
            <pc:docMk/>
            <pc:sldMk cId="3134844190" sldId="1537"/>
            <ac:spMk id="4" creationId="{CA5AE38B-8B29-4CFD-8DC4-49E537DD3855}"/>
          </ac:spMkLst>
        </pc:sp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575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575"/>
            <ac:inkMk id="4" creationId="{2D0F0C6C-7F96-4202-BF88-3C0A9BF02C21}"/>
          </ac:inkMkLst>
        </pc:inkChg>
        <pc:inkChg chg="del">
          <ac:chgData name="Ahamed, Md Maruf [E CPE]" userId="6f647de5-aeca-43cd-b76c-e84c6089bcf4" providerId="ADAL" clId="{B465B18B-18DF-4147-A0B0-DF0152AAA6E1}" dt="2022-03-06T00:39:48.618" v="69" actId="478"/>
          <ac:inkMkLst>
            <pc:docMk/>
            <pc:sldMk cId="0" sldId="1575"/>
            <ac:inkMk id="4" creationId="{B21EE268-8740-4A43-8EBA-3FDA2E7DB581}"/>
          </ac:inkMkLst>
        </pc:ink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576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576"/>
            <ac:inkMk id="2" creationId="{CB0027A8-F9BC-44DC-B7E1-D1A7CE537886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578"/>
        </pc:sldMkLst>
        <pc:inkChg chg="del">
          <ac:chgData name="Ahamed, Md Maruf [E CPE]" userId="6f647de5-aeca-43cd-b76c-e84c6089bcf4" providerId="ADAL" clId="{B465B18B-18DF-4147-A0B0-DF0152AAA6E1}" dt="2022-03-06T00:40:12.164" v="70" actId="478"/>
          <ac:inkMkLst>
            <pc:docMk/>
            <pc:sldMk cId="0" sldId="1578"/>
            <ac:inkMk id="3" creationId="{4B086DA0-1FFC-4EDB-8E53-367D1328308B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578"/>
            <ac:inkMk id="3" creationId="{A9C2B906-C3F7-4560-81B8-576A049BE4FC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579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579"/>
            <ac:inkMk id="2" creationId="{1CB77C58-4E36-4810-9DAF-56AB1189EFCC}"/>
          </ac:inkMkLst>
        </pc:inkChg>
        <pc:inkChg chg="del">
          <ac:chgData name="Ahamed, Md Maruf [E CPE]" userId="6f647de5-aeca-43cd-b76c-e84c6089bcf4" providerId="ADAL" clId="{B465B18B-18DF-4147-A0B0-DF0152AAA6E1}" dt="2022-03-06T00:40:28.603" v="71" actId="478"/>
          <ac:inkMkLst>
            <pc:docMk/>
            <pc:sldMk cId="0" sldId="1579"/>
            <ac:inkMk id="2" creationId="{E2FFB2C9-B8E9-44E7-B5F7-2CE4DA6C7330}"/>
          </ac:inkMkLst>
        </pc:inkChg>
      </pc:sldChg>
      <pc:sldChg chg="delSp">
        <pc:chgData name="Ahamed, Md Maruf [E CPE]" userId="6f647de5-aeca-43cd-b76c-e84c6089bcf4" providerId="ADAL" clId="{B465B18B-18DF-4147-A0B0-DF0152AAA6E1}" dt="2022-03-06T00:41:37.944" v="74" actId="478"/>
        <pc:sldMkLst>
          <pc:docMk/>
          <pc:sldMk cId="0" sldId="1580"/>
        </pc:sldMkLst>
        <pc:inkChg chg="del">
          <ac:chgData name="Ahamed, Md Maruf [E CPE]" userId="6f647de5-aeca-43cd-b76c-e84c6089bcf4" providerId="ADAL" clId="{B465B18B-18DF-4147-A0B0-DF0152AAA6E1}" dt="2022-03-06T00:41:37.944" v="74" actId="478"/>
          <ac:inkMkLst>
            <pc:docMk/>
            <pc:sldMk cId="0" sldId="1580"/>
            <ac:inkMk id="2" creationId="{315CE644-0FAC-499D-AAF1-65F53D771337}"/>
          </ac:inkMkLst>
        </pc:ink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584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584"/>
            <ac:inkMk id="2" creationId="{2DAF6C65-FB0F-46E4-AEAE-12C18C89B0A5}"/>
          </ac:inkMkLst>
        </pc:inkChg>
      </pc:sldChg>
      <pc:sldChg chg="delSp">
        <pc:chgData name="Ahamed, Md Maruf [E CPE]" userId="6f647de5-aeca-43cd-b76c-e84c6089bcf4" providerId="ADAL" clId="{B465B18B-18DF-4147-A0B0-DF0152AAA6E1}" dt="2022-03-06T00:42:49.558" v="76" actId="478"/>
        <pc:sldMkLst>
          <pc:docMk/>
          <pc:sldMk cId="0" sldId="1587"/>
        </pc:sldMkLst>
        <pc:inkChg chg="del">
          <ac:chgData name="Ahamed, Md Maruf [E CPE]" userId="6f647de5-aeca-43cd-b76c-e84c6089bcf4" providerId="ADAL" clId="{B465B18B-18DF-4147-A0B0-DF0152AAA6E1}" dt="2022-03-06T00:42:49.558" v="76" actId="478"/>
          <ac:inkMkLst>
            <pc:docMk/>
            <pc:sldMk cId="0" sldId="1587"/>
            <ac:inkMk id="2" creationId="{1AA8D485-648B-4013-B1CF-DB4F9E0F1FC0}"/>
          </ac:inkMkLst>
        </pc:inkChg>
      </pc:sldChg>
      <pc:sldChg chg="delSp">
        <pc:chgData name="Ahamed, Md Maruf [E CPE]" userId="6f647de5-aeca-43cd-b76c-e84c6089bcf4" providerId="ADAL" clId="{B465B18B-18DF-4147-A0B0-DF0152AAA6E1}" dt="2022-03-06T00:42:53.905" v="77" actId="478"/>
        <pc:sldMkLst>
          <pc:docMk/>
          <pc:sldMk cId="0" sldId="1588"/>
        </pc:sldMkLst>
        <pc:inkChg chg="del">
          <ac:chgData name="Ahamed, Md Maruf [E CPE]" userId="6f647de5-aeca-43cd-b76c-e84c6089bcf4" providerId="ADAL" clId="{B465B18B-18DF-4147-A0B0-DF0152AAA6E1}" dt="2022-03-06T00:42:53.905" v="77" actId="478"/>
          <ac:inkMkLst>
            <pc:docMk/>
            <pc:sldMk cId="0" sldId="1588"/>
            <ac:inkMk id="2" creationId="{C33EFFD2-064E-4D3E-9E60-17308AA40E9D}"/>
          </ac:inkMkLst>
        </pc:inkChg>
      </pc:sldChg>
      <pc:sldChg chg="modSp">
        <pc:chgData name="Ahamed, Md Maruf [E CPE]" userId="6f647de5-aeca-43cd-b76c-e84c6089bcf4" providerId="ADAL" clId="{B465B18B-18DF-4147-A0B0-DF0152AAA6E1}" dt="2022-03-07T21:24:47.147" v="90" actId="207"/>
        <pc:sldMkLst>
          <pc:docMk/>
          <pc:sldMk cId="0" sldId="1600"/>
        </pc:sldMkLst>
        <pc:spChg chg="mod">
          <ac:chgData name="Ahamed, Md Maruf [E CPE]" userId="6f647de5-aeca-43cd-b76c-e84c6089bcf4" providerId="ADAL" clId="{B465B18B-18DF-4147-A0B0-DF0152AAA6E1}" dt="2022-03-07T21:24:47.147" v="90" actId="207"/>
          <ac:spMkLst>
            <pc:docMk/>
            <pc:sldMk cId="0" sldId="1600"/>
            <ac:spMk id="2" creationId="{EB6F24C9-6DC0-4317-9FE2-D936DF829672}"/>
          </ac:spMkLst>
        </pc:sp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02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02"/>
            <ac:inkMk id="2" creationId="{D6FCE5B2-3666-47F2-9652-1C40636B0DBB}"/>
          </ac:inkMkLst>
        </pc:ink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14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14"/>
            <ac:inkMk id="2" creationId="{5AABFCDB-6B45-4FBE-ACCD-2C8C35AA3ECA}"/>
          </ac:inkMkLst>
        </pc:ink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17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17"/>
            <ac:inkMk id="4" creationId="{F5A4F00B-D9A2-4A4D-8EC8-1D1C863A9C05}"/>
          </ac:inkMkLst>
        </pc:inkChg>
      </pc:sldChg>
      <pc:sldChg chg="del">
        <pc:chgData name="Ahamed, Md Maruf [E CPE]" userId="6f647de5-aeca-43cd-b76c-e84c6089bcf4" providerId="ADAL" clId="{B465B18B-18DF-4147-A0B0-DF0152AAA6E1}" dt="2022-03-07T21:27:55.910" v="91" actId="2696"/>
        <pc:sldMkLst>
          <pc:docMk/>
          <pc:sldMk cId="0" sldId="1618"/>
        </pc:sldMkLst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21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21"/>
            <ac:inkMk id="4" creationId="{06517017-B33D-47EC-9715-209545503B91}"/>
          </ac:inkMkLst>
        </pc:ink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23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23"/>
            <ac:inkMk id="2" creationId="{E605ABB3-F7C7-4458-BB36-AAE55362DDD4}"/>
          </ac:inkMkLst>
        </pc:inkChg>
      </pc:sldChg>
      <pc:sldChg chg="delSp">
        <pc:chgData name="Ahamed, Md Maruf [E CPE]" userId="6f647de5-aeca-43cd-b76c-e84c6089bcf4" providerId="ADAL" clId="{B465B18B-18DF-4147-A0B0-DF0152AAA6E1}" dt="2022-03-07T21:30:05.037" v="94" actId="478"/>
        <pc:sldMkLst>
          <pc:docMk/>
          <pc:sldMk cId="0" sldId="1628"/>
        </pc:sldMkLst>
        <pc:picChg chg="del">
          <ac:chgData name="Ahamed, Md Maruf [E CPE]" userId="6f647de5-aeca-43cd-b76c-e84c6089bcf4" providerId="ADAL" clId="{B465B18B-18DF-4147-A0B0-DF0152AAA6E1}" dt="2022-03-07T21:30:04.394" v="93" actId="478"/>
          <ac:picMkLst>
            <pc:docMk/>
            <pc:sldMk cId="0" sldId="1628"/>
            <ac:picMk id="155651" creationId="{7D690451-6212-47A0-907F-50A4F75979D4}"/>
          </ac:picMkLst>
        </pc:picChg>
        <pc:picChg chg="del">
          <ac:chgData name="Ahamed, Md Maruf [E CPE]" userId="6f647de5-aeca-43cd-b76c-e84c6089bcf4" providerId="ADAL" clId="{B465B18B-18DF-4147-A0B0-DF0152AAA6E1}" dt="2022-03-07T21:30:03.797" v="92" actId="478"/>
          <ac:picMkLst>
            <pc:docMk/>
            <pc:sldMk cId="0" sldId="1628"/>
            <ac:picMk id="155652" creationId="{6D9C9C26-5E3F-4AAC-8F1F-A3AA195BE55B}"/>
          </ac:picMkLst>
        </pc:picChg>
        <pc:picChg chg="del">
          <ac:chgData name="Ahamed, Md Maruf [E CPE]" userId="6f647de5-aeca-43cd-b76c-e84c6089bcf4" providerId="ADAL" clId="{B465B18B-18DF-4147-A0B0-DF0152AAA6E1}" dt="2022-03-07T21:30:05.037" v="94" actId="478"/>
          <ac:picMkLst>
            <pc:docMk/>
            <pc:sldMk cId="0" sldId="1628"/>
            <ac:picMk id="155653" creationId="{3A9BC152-9D22-4614-AB1D-7939BEE6E97C}"/>
          </ac:picMkLst>
        </pc:picChg>
      </pc:sldChg>
      <pc:sldChg chg="delSp">
        <pc:chgData name="Ahamed, Md Maruf [E CPE]" userId="6f647de5-aeca-43cd-b76c-e84c6089bcf4" providerId="ADAL" clId="{B465B18B-18DF-4147-A0B0-DF0152AAA6E1}" dt="2022-03-06T00:43:44.874" v="80" actId="478"/>
        <pc:sldMkLst>
          <pc:docMk/>
          <pc:sldMk cId="2427826852" sldId="1632"/>
        </pc:sldMkLst>
        <pc:inkChg chg="del">
          <ac:chgData name="Ahamed, Md Maruf [E CPE]" userId="6f647de5-aeca-43cd-b76c-e84c6089bcf4" providerId="ADAL" clId="{B465B18B-18DF-4147-A0B0-DF0152AAA6E1}" dt="2022-03-06T00:43:44.874" v="80" actId="478"/>
          <ac:inkMkLst>
            <pc:docMk/>
            <pc:sldMk cId="2427826852" sldId="1632"/>
            <ac:inkMk id="2" creationId="{A6A40D74-7AA1-4095-98EC-EFF5A1431951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33"/>
        </pc:sldMkLst>
        <pc:inkChg chg="del">
          <ac:chgData name="Ahamed, Md Maruf [E CPE]" userId="6f647de5-aeca-43cd-b76c-e84c6089bcf4" providerId="ADAL" clId="{B465B18B-18DF-4147-A0B0-DF0152AAA6E1}" dt="2022-03-06T00:43:55.266" v="81" actId="478"/>
          <ac:inkMkLst>
            <pc:docMk/>
            <pc:sldMk cId="0" sldId="1633"/>
            <ac:inkMk id="2" creationId="{722C0CCF-E9EE-47FC-9770-92F7F81A954B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33"/>
            <ac:inkMk id="2" creationId="{75B9F0B0-7E42-4CC1-A38E-9FE64C7782E4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0" sldId="1634"/>
        </pc:sldMkLst>
        <pc:inkChg chg="del">
          <ac:chgData name="Ahamed, Md Maruf [E CPE]" userId="6f647de5-aeca-43cd-b76c-e84c6089bcf4" providerId="ADAL" clId="{B465B18B-18DF-4147-A0B0-DF0152AAA6E1}" dt="2022-03-06T00:44:07.719" v="82" actId="478"/>
          <ac:inkMkLst>
            <pc:docMk/>
            <pc:sldMk cId="0" sldId="1634"/>
            <ac:inkMk id="2" creationId="{F04AF1BE-0BB9-41B5-A754-4B397A5D3780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0" sldId="1634"/>
            <ac:inkMk id="2" creationId="{F7D3F207-968D-404D-8ECC-E3EB6506B24D}"/>
          </ac:inkMkLst>
        </pc:inkChg>
      </pc:sldChg>
      <pc:sldChg chg="delSp del">
        <pc:chgData name="Ahamed, Md Maruf [E CPE]" userId="6f647de5-aeca-43cd-b76c-e84c6089bcf4" providerId="ADAL" clId="{B465B18B-18DF-4147-A0B0-DF0152AAA6E1}" dt="2022-03-07T21:22:16.676" v="88" actId="2696"/>
        <pc:sldMkLst>
          <pc:docMk/>
          <pc:sldMk cId="0" sldId="1638"/>
        </pc:sldMkLst>
        <pc:inkChg chg="del">
          <ac:chgData name="Ahamed, Md Maruf [E CPE]" userId="6f647de5-aeca-43cd-b76c-e84c6089bcf4" providerId="ADAL" clId="{B465B18B-18DF-4147-A0B0-DF0152AAA6E1}" dt="2022-03-07T21:19:56.893" v="84" actId="478"/>
          <ac:inkMkLst>
            <pc:docMk/>
            <pc:sldMk cId="0" sldId="1638"/>
            <ac:inkMk id="2" creationId="{8D658055-0131-442B-B8D1-6526027B81F8}"/>
          </ac:inkMkLst>
        </pc:inkChg>
      </pc:sldChg>
      <pc:sldChg chg="addSp">
        <pc:chgData name="Ahamed, Md Maruf [E CPE]" userId="6f647de5-aeca-43cd-b76c-e84c6089bcf4" providerId="ADAL" clId="{B465B18B-18DF-4147-A0B0-DF0152AAA6E1}" dt="2022-03-07T23:16:50.177" v="95"/>
        <pc:sldMkLst>
          <pc:docMk/>
          <pc:sldMk cId="1786996245" sldId="1639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1786996245" sldId="1639"/>
            <ac:inkMk id="2" creationId="{CE04D895-1ABD-4E7F-93F0-28FE4834E3E6}"/>
          </ac:inkMkLst>
        </pc:inkChg>
      </pc:sldChg>
      <pc:sldChg chg="del">
        <pc:chgData name="Ahamed, Md Maruf [E CPE]" userId="6f647de5-aeca-43cd-b76c-e84c6089bcf4" providerId="ADAL" clId="{B465B18B-18DF-4147-A0B0-DF0152AAA6E1}" dt="2022-03-06T00:43:21.890" v="79" actId="2696"/>
        <pc:sldMkLst>
          <pc:docMk/>
          <pc:sldMk cId="3216386768" sldId="1643"/>
        </pc:sldMkLst>
      </pc:sldChg>
      <pc:sldChg chg="delSp">
        <pc:chgData name="Ahamed, Md Maruf [E CPE]" userId="6f647de5-aeca-43cd-b76c-e84c6089bcf4" providerId="ADAL" clId="{B465B18B-18DF-4147-A0B0-DF0152AAA6E1}" dt="2022-03-07T21:20:50.250" v="87" actId="478"/>
        <pc:sldMkLst>
          <pc:docMk/>
          <pc:sldMk cId="506715142" sldId="1648"/>
        </pc:sldMkLst>
        <pc:inkChg chg="del">
          <ac:chgData name="Ahamed, Md Maruf [E CPE]" userId="6f647de5-aeca-43cd-b76c-e84c6089bcf4" providerId="ADAL" clId="{B465B18B-18DF-4147-A0B0-DF0152AAA6E1}" dt="2022-03-07T21:20:50.250" v="87" actId="478"/>
          <ac:inkMkLst>
            <pc:docMk/>
            <pc:sldMk cId="506715142" sldId="1648"/>
            <ac:inkMk id="2" creationId="{7F75E5AC-8647-499C-8C1C-AF7543A9FEAB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4257061077" sldId="1649"/>
        </pc:sldMkLst>
        <pc:inkChg chg="del">
          <ac:chgData name="Ahamed, Md Maruf [E CPE]" userId="6f647de5-aeca-43cd-b76c-e84c6089bcf4" providerId="ADAL" clId="{B465B18B-18DF-4147-A0B0-DF0152AAA6E1}" dt="2022-03-07T21:19:23.727" v="83" actId="478"/>
          <ac:inkMkLst>
            <pc:docMk/>
            <pc:sldMk cId="4257061077" sldId="1649"/>
            <ac:inkMk id="3" creationId="{1B5E9513-0D22-4B1F-9DFD-A9DA5820286A}"/>
          </ac:inkMkLst>
        </pc:inkChg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4257061077" sldId="1649"/>
            <ac:inkMk id="3" creationId="{B67D054E-6B51-4497-9EC1-BC66F9ADA15C}"/>
          </ac:inkMkLst>
        </pc:inkChg>
      </pc:sldChg>
      <pc:sldChg chg="addSp delSp">
        <pc:chgData name="Ahamed, Md Maruf [E CPE]" userId="6f647de5-aeca-43cd-b76c-e84c6089bcf4" providerId="ADAL" clId="{B465B18B-18DF-4147-A0B0-DF0152AAA6E1}" dt="2022-03-07T23:16:50.177" v="95"/>
        <pc:sldMkLst>
          <pc:docMk/>
          <pc:sldMk cId="93017114" sldId="1651"/>
        </pc:sldMkLst>
        <pc:inkChg chg="add">
          <ac:chgData name="Ahamed, Md Maruf [E CPE]" userId="6f647de5-aeca-43cd-b76c-e84c6089bcf4" providerId="ADAL" clId="{B465B18B-18DF-4147-A0B0-DF0152AAA6E1}" dt="2022-03-07T23:16:50.177" v="95"/>
          <ac:inkMkLst>
            <pc:docMk/>
            <pc:sldMk cId="93017114" sldId="1651"/>
            <ac:inkMk id="2" creationId="{8BEF3EE1-52E6-4CBD-935D-BEB1251D38A1}"/>
          </ac:inkMkLst>
        </pc:inkChg>
        <pc:inkChg chg="del">
          <ac:chgData name="Ahamed, Md Maruf [E CPE]" userId="6f647de5-aeca-43cd-b76c-e84c6089bcf4" providerId="ADAL" clId="{B465B18B-18DF-4147-A0B0-DF0152AAA6E1}" dt="2022-03-07T21:20:40.094" v="85" actId="478"/>
          <ac:inkMkLst>
            <pc:docMk/>
            <pc:sldMk cId="93017114" sldId="1651"/>
            <ac:inkMk id="2" creationId="{D9E22074-EFF2-444A-9747-4FE311C5F291}"/>
          </ac:inkMkLst>
        </pc:inkChg>
        <pc:inkChg chg="add">
          <ac:chgData name="Ahamed, Md Maruf [E CPE]" userId="6f647de5-aeca-43cd-b76c-e84c6089bcf4" providerId="ADAL" clId="{B465B18B-18DF-4147-A0B0-DF0152AAA6E1}" dt="2022-03-07T21:22:50.517" v="89"/>
          <ac:inkMkLst>
            <pc:docMk/>
            <pc:sldMk cId="93017114" sldId="1651"/>
            <ac:inkMk id="44" creationId="{12E6DFFB-AAB4-4EBA-B401-3C13AAC32FC9}"/>
          </ac:inkMkLst>
        </pc:inkChg>
      </pc:sldChg>
      <pc:sldChg chg="add">
        <pc:chgData name="Ahamed, Md Maruf [E CPE]" userId="6f647de5-aeca-43cd-b76c-e84c6089bcf4" providerId="ADAL" clId="{B465B18B-18DF-4147-A0B0-DF0152AAA6E1}" dt="2022-03-07T21:20:48.152" v="86"/>
        <pc:sldMkLst>
          <pc:docMk/>
          <pc:sldMk cId="1178772171" sldId="1652"/>
        </pc:sldMkLst>
      </pc:sldChg>
    </pc:docChg>
  </pc:docChgLst>
  <pc:docChgLst>
    <pc:chgData name="Md Maruf Ahamed" userId="6f647de5-aeca-43cd-b76c-e84c6089bcf4" providerId="ADAL" clId="{60D378CB-5F3E-4E03-B5A8-95D2581B48B7}"/>
    <pc:docChg chg="addSld">
      <pc:chgData name="Md Maruf Ahamed" userId="6f647de5-aeca-43cd-b76c-e84c6089bcf4" providerId="ADAL" clId="{60D378CB-5F3E-4E03-B5A8-95D2581B48B7}" dt="2022-03-07T21:18:06.121" v="0" actId="2890"/>
      <pc:docMkLst>
        <pc:docMk/>
      </pc:docMkLst>
      <pc:sldChg chg="add">
        <pc:chgData name="Md Maruf Ahamed" userId="6f647de5-aeca-43cd-b76c-e84c6089bcf4" providerId="ADAL" clId="{60D378CB-5F3E-4E03-B5A8-95D2581B48B7}" dt="2022-03-07T21:18:06.121" v="0" actId="2890"/>
        <pc:sldMkLst>
          <pc:docMk/>
          <pc:sldMk cId="529076574" sldId="1643"/>
        </pc:sldMkLst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27:51.853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37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3-07T22:28:59.197"/>
    </inkml:context>
  </inkml:definitions>
  <inkml:trace contextRef="#ctx0" brushRef="#br0">17029 733 1123 0,'0'0'32'0,"0"0"7"0,0 0-31 0,0 0-8 0,3-5 0 0,-3 5 0 0,3-3 93 16,-3 3 18-16,3 0 3 0,-3 0 1 15,0 0-3-15,0 0 0 0,5 0 0 0,-2 8 0 16,3-5-36-16,-3 7-7 0,0-2-1 0,-3 3-1 16,3 2-43-16,-3 0-9 0,0 3-2 0,0 0 0 0,0 0 26 0,0 2 5 15,0 1 0-15,0 2 1 0,0 5-29 0,0-7-7 16,0 2-1-16,0 6 0 0,0-12 3 0,3 7 0 16,-3-6 0-16,0-1 0 0,3 1-11 0,-3-2 0 15,0-1 0-15,3-3 0 0,-3-2 0 0,0 3-17 16,0-3 4-16,3-6 1 0,-3-2 12 0,0 0 16 15,0 0-3-15,0 0-1 0,0 0-12 0,0-2 0 16,0-4 0-16,0-7 0 0,0 3 54 0,0-4 8 16,0-1 2-16,0-1 0 0,0-5-52 0,3-1-12 0,-3-7 0 15,3 5 0-15,0-2 0 0,0 2 0 0,3-5 0 0,-3 5 0 16,6-2 0-16,-3 2 0 0,0 0 0 0,6-5 0 16,-3 3 0-16,3 2 0 0,3 0 0 0,-4-3 0 15,4 9 0-15,3-3 9 0,-3 0-9 0,0 5 8 16,3 0-8-16,0-3 0 0,-3 9 0 0,2 2-11 15,-2-3-5-15,0 1-2 0,0 4 0 0,-3 4 0 32,0-4-52-32,-3 6-10 0,3 0-3 0</inkml:trace>
  <inkml:trace contextRef="#ctx0" brushRef="#br0" timeOffset="272.918">17097 918 1868 0,'0'0'41'0,"6"0"9"0,0-8 2 0,3 3 0 0,3-3-42 16,0 5-10-16,3-5 0 0,-1 3 0 0,4-3 71 0,0 3 12 15,0 2 2-15,0-5 1 0,0 8-42 0,-3-5-8 16,3 2-1-16,-1-2-1 0,-5 0-23 0,3 2-11 15,-6 3 10-15,3 0-10 0,-3-5 0 0,0 5 0 16,0 0 0-16,-3 0 0 16,0 0-24-16,0 5-12 0,-3-5-1 0</inkml:trace>
  <inkml:trace contextRef="#ctx0" brushRef="#br0" timeOffset="496.253">17103 1177 1314 0,'0'0'37'0,"0"0"8"0,0 0-36 0,0 0-9 0,0 0 0 0,0 0 0 15,0 0 104-15,3 6 20 0,3-4 3 0,0-2 1 16,3 6-52-16,0-6-9 0,0 0-3 0,3 0 0 16,0 0 18-16,-1 0 3 0,1-6 1 0,3 6 0 15,0-2-55-15,0 2-11 0,0-6-3 0,0 4 0 16,3-3-17-16,-1 2 0 0,1-2 0 0,0-3 0 15,0 2-79-15,0-2-19 0,0 0-4 0</inkml:trace>
  <inkml:trace contextRef="#ctx0" brushRef="#br0" timeOffset="948.923">17713 852 1785 0,'0'0'39'0,"0"0"8"0,0 0 1 0,0 0 4 15,-6-3-42-15,6 3-10 0,0 0 0 0,0 0 0 0,0 0 76 0,0 0 14 0,0 0 2 0,0 0 1 16,0 0-29-16,0 0-7 0,0 0-1 0,6 3 0 16,0 2-17-16,-3 3-4 0,3 3-1 0,0 2 0 15,0 0-17-15,0 3-3 0,-3-3-1 0,0 9 0 16,3-7-13-16,-3 7 0 0,0-4 0 0,-3 3 0 16,3-5-11-16,0 3-8 15,0-1-1-15,-3 1-1 0,0-3 35 0,0-1 7 16,0-1 2-16,0 2 0 0,0-8-23 0,-3 5 0 0,3-5 0 15,-3-6 0-15,0 4 0 0,3-6 9 0,-3 5-9 16,3-5 0-16,0 0 12 0,0 0-12 0,-3 0 12 0,-3-5-12 16,6-3 16-16,-3 2-3 0,3-4-1 0,-3 2 0 15,3-5 2-15,0-1 0 0,3-1 0 0,-3 1 0 16,6-2-2-16,-3 1 0 0,3-1 0 0,-3-5 0 16,3 5-12-16,0-6 0 0,3 1-12 0,0 5 12 15,0-5 18-15,-1 5 10 0,1-2 3 0,0 7 0 16,3-2-19-16,-3 5-4 0,3 0-8 0,-3 0 12 15,0 3 12-15,0 2 1 0,0 3 1 0,-3 0 0 16,0 0-26-16,0 8 0 0,0 0 0 0,0 0 0 16,-3 5 0-16,2-2 0 0,-2 7 0 0,3 1 0 0,-3-1 0 15,0 6 0-15,-3-3 0 0,3 1 0 0,0-6 0 16,-3 5 0-16,0-5 0 0,0-1 0 16,0 1 0-16,0 3 0 0,0-9 0 0,0 4 0 15,0-1-97-15,3-3-25 0,-3-2-5 0,3 6-649 16,0-9-131-16</inkml:trace>
  <inkml:trace contextRef="#ctx0" brushRef="#br0" timeOffset="2159.989">18371 886 1497 0,'0'0'32'0,"0"0"8"0,0 0 0 0,0 0 4 0,0 0-36 0,0 0-8 0,0 0 0 0,0 0 0 15,0 0 94-15,0 0 17 0,0 0 3 0,0 0 1 16,0 0-82-16,0 0-16 0,0 0-3 0,0 0-1 15,0 0 40-15,0 0 8 0,0 0 2 0,0 0 0 16,0 0-50-16,0 0-13 0,0 0 0 0,0 0 0 0,0 0 56 16,0 0 7-16,0 0 1 0,0 0 0 0,0 0-52 0,0 0-12 15,0 0 0-15,0 0 0 0,0 0 54 0,3-5 8 16,-3 5 2-16,-3-5 0 0,0 2-52 0,-3-2-12 16,3 2 0-16,-6-2 0 0,3 2 0 0,-3 3 0 15,0 0 0-15,-2 0 0 0,2 0 0 16,-3 0 0-16,0 3 0 0,-3 2 0 0,3 3 25 15,0 0 3-15,0 0 0 0,3 0 0 16,-3 5-28-16,3 0 0 0,3-2 0 0,0 2-11 0,1 0 11 0,-1 3-12 16,3 0 12-16,3-3-12 0,0 3-6 0,0-2-2 15,6-4 0-15,-3 3 0 0,2-5-3 0,4 6-1 0,-3-6 0 16,6 5 0 0,0-5-10-16,3-6-2 0,0 6-1 0,3-2 0 0,0-1 37 0,-3-3 0 0,2-2 0 15,1 0 0-15,-3 6 0 0,0-6 0 0,0-6 0 0,-3 6 0 16,3 0 0-16,-6-2 0 0,3-3 0 0,-6 5 12 15,2-6 4-15,-2 4 2 0,0 2 0 0,-3-6 0 16,0 4 13-16,3-4 2 0,-3 4 1 16,-3 2 0-16,3-6-10 0,-3 6-1 0,0 0-1 0,0 0 0 15,0 0-9-15,0 0-1 0,0 0-1 0,0 0 0 16,0 0-11-16,0 0 0 0,0 0 9 0,0 0-9 16,-3 6 0-16,3 2 0 0,-3 0 0 0,3 0 0 15,3-1 0-15,-3 7 0 0,3-6 0 0,3 5 0 16,-3-5-13-16,3 2 2 0,3-2 1 0,-3 3 0 31,3-3-14-31,3 0-4 0,-3 0 0 0,3 0 0 0,-3-3 6 0,2-2 1 0,1 2 0 0,0-5 0 16,0 0 42-16,-3 0 9 0,3-5 2 0,-3 2 0 15,3-2-44-15,-3 5-9 0,3-8-2 0,-3 2 0 0,0-1 37 16,-1-1 7-16,-2 0 2 0,0 0 0 0,0 0 33 0,0-5 6 16,0 5 2-16,-3-6 0 0,-3 4-25 0,0-3-5 15,0-1-1-15,0 4 0 0,-3-3-21 0,-3-3-4 16,3 2 0-16,-3 1-8 0,-3 3 10 0,3-4-10 15,-2 6 8-15,-4-5-8 0,3 5 0 0,-3 0 0 16,3 0-9-16,-3 0 9 16,3 3-35-16,0 2 0 0,-3-2 0 0,3 3 0 15,3 2-37-15,-3-6-7 0,3 6-1 0,6 0-1 16,0 0-163-16,-6 0-33 0</inkml:trace>
  <inkml:trace contextRef="#ctx0" brushRef="#br0" timeOffset="3259.969">18963 741 1728 0,'9'-13'38'0,"-6"10"8"0,0-5 2 0,3 3 0 0,-3-3-39 0,3 0-9 0,-3 0 0 0,3 0 0 15,-3 3 104-15,3 2 20 0,-3-2 3 0,0-3 1 16,0 8 0-16,-3 0 0 0,3-5 0 0,-3 5 0 16,6-3-103-16,-3 3-25 0,-3 0 0 0,6 8 0 15,0-8 56-15,0 8 7 0,0 0 1 0,-3 0 0 16,0 5-52-16,3 0-12 0,-3 3 0 0,0 0 0 15,-3 0 0-15,3 5 0 0,-3-5-9 0,0 5 9 16,0 3-9-16,0 2 9 0,-3-2-8 0,3 5 8 16,-3 0-19-16,3 0 2 0,-3 0 0 0,0 1 0 15,3-7-17 1,-3-1-3-16,3 1-1 0,-3 4 0 0,0-9-21 0,0 1-4 16,0-3-1-16,0 0 0 0,0-8 42 0,3 5 8 0,0-5 2 0,-3 0 0 0,3-3 12 15,0-5 0-15,0 0 0 0,0 0 0 0,0 0 14 16,0 0-4-16,0 0-1 0,3-5 0 15,0-1 35-15,0-2 6 0,0 1 2 0,0-1 0 0,0 0-32 0,0-6-7 16,0 4-1-16,-3-3 0 0,3-3 35 0,-3 2 6 16,-3 1 2-16,3-3 0 0,-3 3-35 0,0 3-6 15,0-6-2-15,-3 2 0 0,0 7-12 0,0-7 0 16,0 6 0-16,-3 0 0 0,0 0 0 0,3 3 0 0,-3 3 0 0,0 2 0 16,0 0 0-16,0 0 0 0,0 2 0 0,0 3 0 15,4 3 0-15,-1-5 0 0,0 8 0 0,3-3 0 16,0 2 0-16,0 3 0 0,6 1 0 0,-3-6 0 15,6 7 0-15,0-1 0 0,0-4 0 16,-1 3 0 0,4 1-58-16,0 2-5 0,0-3-1 0,0-5 0 0,0 0 52 0,6 5 12 0,0-5 0 0,0 0 0 15,3-6 0-15,-1 4 0 0,1-4 0 0,3 4 0 16,3-1 0-16,-3-5 0 0,3 0 0 0,-1 0 0 16,1 0 0-16,0 0 0 0,0 0 0 0,0-5 0 15,0-1 10-15,-4-2 2 0,-2 6 0 0,3-6 0 16,-3 0 17-16,-3-5 4 0,3 5 1 0,-3-5 0 15,-1-1 2-15,-2 4 0 0,0-6 0 0,0 3 0 16,-3-3-8-16,0-3-2 0,-3 3 0 0,-3 0 0 16,0 1-7-16,0 1-2 0,-3-2 0 0,-3 1 0 15,0 1-6-15,0 1-2 0,-3 5 0 0,0-5 0 0,-3 5-9 16,0 5 8-16,-3-2-8 0,0 2 8 0,0 3-8 0,1 0 0 16,-1 3 0-16,-3 2 0 0,0 3 0 0,3 0 0 15,-3 0-11-15,3 5 11 0,-3 3-12 0,3-2 4 16,3 4 0-16,1 1 0 0,2-1-8 0,0 3-2 15,6-5 0-15,0 5 0 16,3-2-19-16,0-3-4 0,3 0-1 16,2-3 0-16,1 3-14 0,3-8-2 0,0 0-1 0,0 0 0 15,3-1 3-15,0-1 0 0,0-6 0 0,0 0 0 16,0 0 10-16,-1 0 2 0,4-8 1 0,-3 8 0 0,0-8 23 0,0 3 5 16,-3-3 1-16,0 0 0 0,0 0 14 0,-3 0 0 15,2 0 9-15,-2-5-9 0,-3 5 34 0,0-6 1 0,3 1 0 16,-3 3 0-16,-3-4 4 0,3 1 1 15,0 3 0-15,0-4 0 0,-3-1-12 0,3 1-3 16,0 1 0-16,0 2 0 0,0-2-14 0,0 5-3 0,0 0-8 0,3 0 12 16,0 0-2-16,0 3-1 0,-1 3 0 0,4-4 0 15,0 6-1-15,-3 0 0 0,3 0 0 0,-3 6 0 16,0-4 8-16,0 3 2 0,0 3 0 0,0 3 0 16,0 0-6-16,0-1 0 0,0 3-1 0,-1 3 0 15,1-2-11-15,-3 1 0 0,3-1 9 0,0-4-9 16,-3 9 0-16,3-9 0 0,-3 9 0 0,0-9 0 15,-3 4 0-15,3-1-15 0,-3-5 4 0,0 2 1 16,-3-2 10-16,3-2 0 0,-3 2-9 0,0-8 9 16,0 0 0-16,-6 5 0 0,3-2 0 0,3-3 8 15,0 0 18-15,-9 0 3 0,3 0 1 0,0 0 0 16,6 0 8-16,-6-3 2 0,6 3 0 0,-3-5 0 16,0 2-7-16,3-2-1 0,3-3 0 0,-3 0 0 0,6 0-12 15,0 0-2-15,3-5-1 0,0-1 0 0,6 4-17 0,0-9 10 16,0-2-10-16,2 3 8 15,4-4-8-15,-3 1 0 0,0-3 0 0,3 3 0 0,-3 0 0 16,0 5-14-16,-1 0 3 0,4-5 1 16,-3 5-108-16,0 3-22 0,3-3-4 0</inkml:trace>
  <inkml:trace contextRef="#ctx0" brushRef="#br0" timeOffset="4050.498">16549 1474 1631 0,'-17'0'46'0,"8"0"10"0,-3 0-44 0,3 5-12 15,0-5 0-15,3 0 0 0,-3 0 36 0,9 0 6 16,0 0 1-16,0 0 0 0,0 0 20 0,0 0 4 0,0 0 1 0,0 0 0 16,6 5-19-16,3-2-3 0,3 2-1 0,0-2 0 15,3 2-9-15,-1-2-1 0,4 2-1 0,3-2 0 16,0 2-11-16,6 0-3 0,0-2 0 0,5 2 0 16,1-2 4-16,3 2 1 0,2 3 0 0,4-5 0 15,0 2-15-15,5 0-10 0,4 3 12 0,11-5-12 16,-2 2 53-16,0-2 4 0,5 2 1 0,6 1 0 15,4-4-46-15,-1-2-12 0,7 0 0 0,5 6 0 16,-6-12 0-16,4 6 0 0,5 0 0 0,9 0 0 16,-8-2 12-16,2 2 11 0,3-6 1 0,12 6 1 15,-12-5 14-15,4 2 2 0,-1-2 1 0,12 2 0 16,-12-2-34-16,-2 2-8 0,2-2 0 0,6 0 0 16,-12 2 0-16,-2-2 0 0,2 2 0 0,3 3-11 15,-12-8 11-15,-2 8 8 0,-1-8-8 0,1 8 11 0,-10-5-11 16,-6 0 0-16,-2 2 0 0,2-2 0 15,-11 2 8-15,0 3-8 0,-7-5 8 0,1 5-8 16,-6-3 9-16,-7 3-9 0,-2-5 10 0,-6 2-10 0,-3 3 10 0,-1 0-10 16,-5 0 10-16,-3-5-10 0,-3 5 8 15,-3 0-8-15,0 0 0 0,-3 0 9 0,-6 0-9 0,0 0-12 16,0 0 2-16,0 0 1 16,0 0-112-16,0 0-23 0,0 0-4 0,0 0-1000 0</inkml:trace>
  <inkml:trace contextRef="#ctx0" brushRef="#br0" timeOffset="7272.985">17374 2360 1631 0,'0'0'46'0,"0"0"10"0,0 0-44 0,0 0-12 15,-6 3 0-15,0 0 0 0,0-3 88 0,0 5 15 0,0-3 3 0,0 4 1 16,-3-4-35-16,3 4-6 0,0-4-2 0,-3 4 0 16,3-1-30-16,-2-2-6 0,2 2-2 0,0-2 0 15,3 2 10-15,-3-3 1 0,6-2 1 0,0 0 0 16,0 0-30-16,0 0-8 0,0 0 0 0,0 0 0 16,0 0 0-16,0 0 0 0,0 0 0 0,0 0 0 15,0 0 52-15,0 0 10 0,3-2 2 0,0-6 0 16,3 3-52-16,0-3-12 0,2 2 0 0,4-2 0 15,-3 0 0-15,3 6 0 0,0-9 0 0,0 3 0 16,0 0 0-16,0 0 0 0,3 0 0 0,0 3 0 16,0-3 0-16,-1 6 0 0,4-6 0 0,-3 2 0 0,0 4 0 15,0 2 0-15,-3-6 0 0,3 6 0 0,-3 0 0 16,-3 0 0-16,-1 6 0 0,-2-6 0 0,0 8 0 0,-3-6 0 16,0 4 0-16,0 2 0 0,-3-1 0 0,-3 1 0 15,0 6-12-15,-3-6 12 0,0 5 0 16,0-5 0-16,-2 2 0 0,-1 4 0 15,-3-1 0-15,0-3 0 0,3 4 8 0,-6-1-8 0,3-3 0 0,0 4 0 16,-3 2 0-16,3-3 0 0,0 0 0 16,4-2 0-16,-4 2 0 0,3 0 0 0,0-2 0 0,3-1 0 15,0-2 0-15,3 3 0 0,0-3 0 0,0-3 0 16,3 3 0-16,-3-3 0 0,6 3 0 0,-3-5 0 16,3 2 0-16,3-2 0 0,-3-1 0 0,3 1 0 0,3-3 0 15,0 5 0-15,3-5 0 0,-1 0 0 0,1 0 0 0,3-5 0 16,0 5 0-16,3-3 0 0,0 1 0 15,0-1 0-15,0 3 0 0,-1-5 0 0,-2 2 0 0,3-2 0 16,-3 2 0-16,0 3 0 0,3-8 0 0,-6 8 0 31,0-5-96-31,0 2-26 0,-1-2-5 0,-2 5-581 0,-3-5-116 0</inkml:trace>
  <inkml:trace contextRef="#ctx0" brushRef="#br0" timeOffset="7786.645">17612 2149 1564 0,'0'-11'44'0,"0"8"10"0,0-5-43 0,3 3-11 16,0-3 0-16,0 0 0 0,3 0 102 15,0 0 18-15,0 0 4 0,3 3 1 0,-3-3 3 0,0 3 0 16,3 2 0-16,0-2 0 0,-1 2-52 0,-2-2-9 15,3 5-3-15,0 0 0 0,-3 0-51 0,3 5-13 16,0-2 0-16,-3 2 0 0,3 3 0 0,-3 0 0 16,0 5 0-16,-3-2 0 0,3 7 0 0,0-2 0 15,-3-2 0-15,3 4 0 0,-3-2 8 0,0 2-8 0,0-2 11 16,-3 0-11-16,3-3 0 0,-3 1 0 0,0-4 0 16,0 3-12-16,0-5 12 0,0 0 0 0,-3-2 0 0,3-6 0 15,0 0 0-15,0 0 0 0,0 0 0 0,0 0 0 16,0 0 9-16,0 0-9 0,-6-6 0 15,3 4 9-15,0-9-9 0,0 1 0 16,0 2 0-16,3-6 0 0,-3-1 0 0,3-1 0 0,3-3-12 0,-3 1 12 16,3-1 0-16,0 1 13 0,3-1 0 15,-3 3 0-15,6-5-5 0,-3 5 0 0,2 0-8 0,-2 3 12 16,3 0-1-16,3 2-1 0,-3 3 0 0,0-5 0 16,0 8 6-16,0-3 0 0,0 5 1 0,0-2 0 15,0 5-1-15,-3 0 0 0,3 0 0 0,0 5 0 16,-3 3-16-16,-1-5 0 0,4 5 0 0,-3 2 0 15,0-2 0-15,0 3 0 0,-3 7 0 0,0-2 0 16,3 0 0-16,-6 5 0 0,3 0 0 0,0-2 0 16,-3 7 0-16,3-2 0 0,-3 3 0 0,0-4 0 15,0-1-44-15,0-1-16 0,0 3-4 0,-3-3 0 16,3 3-153-16,0-9-31 0</inkml:trace>
  <inkml:trace contextRef="#ctx0" brushRef="#br0" timeOffset="8082.382">18261 2503 1886 0,'0'0'41'0,"0"0"9"0,0 0 2 0,-9-3 1 0,6 3-42 0,3 0-11 0,0 0 0 0,0 0 0 15,0 0 120-15,0 0 23 0,0 0 4 0,0 0 1 16,0 0-75-16,3-2-14 0,3 2-3 0,0-5-1 15,3 2-7-15,3 3-2 0,-3 0 0 0,6-5 0 16,-4 5-16-16,4 0-3 0,3 0-1 0,0 0 0 16,-3 5-26-16,3-5 0 0,0 0 8 0,0 0-8 15,-4 3 0-15,4-3 0 0,0 0 0 0,-3 5 0 16,3-5 0-16,-6 0 0 0,3 0 0 0,-3 0 0 16,-1 0-13-16,1 0-5 0,0 0-1 0,-3 0 0 15,3 0-199-15,-3-5-40 0</inkml:trace>
  <inkml:trace contextRef="#ctx0" brushRef="#br0" timeOffset="8376.942">19074 2053 2188 0,'0'0'48'0,"0"0"11"0,0-5 1 0,3 0 1 0,-3 2-49 0,0-5-12 15,2 3 0-15,-2 5 0 0,0 0 105 0,0-3 19 16,0 3 3-16,0 0 1 0,0 0-52 0,0 0-9 16,0 0-3-16,0 0 0 0,0 0-51 0,-2 8-13 15,-1 0 0-15,3 5 0 0,-3-2 0 0,0 7 0 0,3 1 0 0,-3 7 0 16,3-2 0-16,-3 5 0 0,3 0 0 0,0 1 0 16,-3-1 0-16,3 0 0 0,0-3 0 0,-3 1 0 15,3-4 0-15,-3 4 0 0,3-3 0 0,-3-3 0 31,3 0-48-31,-3 3-13 0,0-3-3 0,0 0 0 16,0 3-51-16,0-8-10 0,0 0-3 0,-3 0-580 0,3-3-116 0</inkml:trace>
  <inkml:trace contextRef="#ctx0" brushRef="#br0" timeOffset="8864.967">18925 2474 1724 0,'-6'-5'38'0,"3"-1"8"16,-3 4 2-16,0-6 0 0,3 0-39 0,3 3-9 0,-3 2 0 0,3-5 0 16,3 5 105-16,-3 1 19 0,6-6 4 0,0 8 1 15,0-8-52-15,3 3-10 0,3 2-3 0,-3-2 0 0,2-3 0 0,1 2 0 16,3 4 0-16,3-6 0 16,-3 0-51-16,6 3-13 0,0-1 0 0,-1 4 0 0,1-6 22 0,6 2 2 15,-3 4 0-15,0-4 0 0,0 4-15 0,-1-1-9 16,-2 1 12-16,0 2-12 15,0 0 0-15,-6 0 0 0,3 0 0 0,-6 0-12 16,-4 2 12-16,1 1 0 0,-6-1 0 0,0 4 0 0,0 2 0 16,-6 0 0-16,0 0 0 0,-3 5 0 0,0-5 8 0,0 2-8 15,-2 1 0-15,-1-3 0 0,3 2 0 0,0 1 0 16,0 0 0-16,0 2 0 0,3-5 8 0,3 0-8 16,0 5 0-16,0-5 0 0,3 0 0 0,3 5 0 15,0-5 0-15,3 0 0 0,3-5 0 0,-1 2 0 16,1 0-11-16,3-5 11 0,0 0 0 0,0-8 0 0,3 6 0 0,0-6 0 15,0 5 0-15,-1-5 0 0,1-3 8 0,0 1-8 16,0 2 23-16,0 0-2 0,-3-5 0 0,0 5 0 16,-3-8 10-16,-1 3 1 0,1 0 1 0,-3-3 0 15,-3 0-3-15,0-3-1 0,-3 3 0 0,-3-2 0 16,0-1-16-16,-6 3-3 0,0 1-1 0,-3-1 0 16,-3 2-9-16,-2 1 10 0,-4 3-10 0,0-1 10 15,-3 3-10-15,0 5 0 0,0-2 0 0,1 3 0 31,-1 2-28-31,0 0-4 0,0 0 0 0,0 0-1 0,0 2-117 16,3 3-23-16,4-2-5 0</inkml:trace>
  <inkml:trace contextRef="#ctx0" brushRef="#br0" timeOffset="9466.46">19794 2455 1544 0,'0'0'34'0,"0"0"7"16,0 0 2-16,0 0 0 0,0 0-35 0,0 0-8 0,0 0 0 0,0 0 0 15,0 0 116-15,0 0 20 0,0 0 5 0,0 0 1 16,6 0-55-16,0-2-11 0,3 2-3 0,-3 0 0 15,3 0-17-15,3-5-4 0,-1 2-1 0,4 3 0 0,0 0-15 0,3-5-4 16,0 2 0-16,0 3 0 0,3 0-12 0,-1-5-4 16,1 2 0-16,0 3 0 0,0 0-7 0,0 0-1 15,0 0-8-15,-1 0 12 0,1 0-12 0,-3-3 0 16,-3 3 8-16,3 0-8 0,-6 0 0 0,3 0 0 16,-3-2-12-16,-3 2 12 15,-1 0-61-15,1 0-6 0,0 0-1 0,-3 0 0 16,0 0-206-16,-6 0-42 0,0 0-8 0,0 0-1 0</inkml:trace>
  <inkml:trace contextRef="#ctx0" brushRef="#br0" timeOffset="9983.166">20342 2268 1646 0,'0'0'47'0,"0"-6"9"0,3 4-44 0,0-4-12 0,0-2 0 0,-1 3 0 16,1 3 116-16,3-6 22 0,-3 2 4 0,3 4 1 15,0-4-37-15,0 6-7 0,0-5-2 0,0 5 0 16,3 0-37-16,-3 0-8 0,3 5-2 0,0 1 0 16,-3 2-22-16,3 0-5 0,-3 2-1 0,0 1 0 15,3-1-10-15,-3 6-3 0,0-3 0 0,-3 3 0 16,2 3-9-16,-2-3 10 0,3 0-10 0,-3-1 10 0,0 4-10 0,0-3 0 16,0-3 0-16,-3 3 0 15,0 0 0-15,3-3 8 0,-3-2-8 0,0 2 8 16,0 0-8-16,-3-2 0 0,0-3 0 0,3 2 0 15,-3-2 0-15,0-5 0 0,0 2 8 0,3-5-8 0,0 0 11 0,0 0-3 16,0 0-8-16,0 0 12 0,0 0 2 16,-3-5 0-16,0-3 0 0,0 0 0 0,0 0-2 15,3 0-1-15,0-5 0 0,3 0 0 0,-3 2-11 0,3-2 8 16,0-1-8-16,0 4 8 0,3-9-8 0,0 9 0 16,3-6 0-16,0-3 8 0,0 4-8 0,0-1 0 15,3 0 0-15,0 3 0 0,-3-3 8 0,3 0-8 0,0 5 8 16,2 3-8-16,-2 0 11 0,0 6-3 15,3-4-8-15,-3 1 12 0,3 5 0 0,-3 5-1 16,3-5 0-16,-3 6 0 0,0 2 3 0,-1 0 1 0,-2-1 0 0,0 7 0 16,0-6-2-16,-3 2 0 0,3 3 0 15,-3 1 0-15,0 2-13 0,-3-3 11 16,3-3-11-16,-3 4 10 0,0-1-10 0,0 3 0 0,0-3 0 0,-3-2 0 16,3 2 0-16,-3 0 0 0,-3 3 8 0,3-6-8 15,-3 4 0-15,3 2-14 0,-3-3 3 0,0 0 1 31,3 0-84-31,0-2-17 0,0 2-3 0,0-2-734 0,0-1-148 0</inkml:trace>
  <inkml:trace contextRef="#ctx0" brushRef="#br0" timeOffset="11418.817">21681 2358 1278 0,'0'0'28'0,"0"0"5"0,0 0 2 0,0 0 1 0,0 0-28 0,0 0-8 0,0 2 0 0,-3 4 0 16,3-6 78-16,3 7 14 15,-3-1 4-15,3-4 0 0,3 4-28 0,0-6-4 0,0 2-2 0,3 4 0 16,0-6-18-16,3 0-3 0,0 0-1 0,2 0 0 16,-2 0 4-16,3-6 1 0,0 4 0 0,-3-4 0 15,3 4 1-15,0-6 0 0,-3 0 0 0,3 3 0 16,-4-3-14-16,-2 2-4 0,0-2 0 0,-3 6 0 16,3-9-28-16,-6 9 0 0,-3-6 0 0,-3 0 0 15,0 2 57-15,-3 4 6 0,-3-9 1 0,-3 8 0 16,1-4-52-16,-4 7-12 0,3-6 0 0,-6 4 0 15,0 2 0-15,-3 2 0 0,0 4 0 0,-2-4 0 16,2 3 0-16,-3 1 0 0,3 2 0 0,3 2 0 0,-3-2 0 16,4 3 0-16,2 5 0 0,0-6 0 0,3 9 0 15,3-9 0-15,0 4 0 0,3 2 0 16,6-3-48-16,0 0-13 0,3 3-3 0,0 0 0 16,6-3 28-16,3 3 4 0,0-3 2 0,3-2 0 15,2-1-14-15,4 1-2 0,0-3-1 0,0 0 0 16,0-3 6-16,3-5 1 0,-1 3 0 0,1-6 0 15,-3-2-37-15,3 2-7 0,0-5-2 16,0-5 0-16,-4 5-160 0,1-5-32 0,0 2-6 0,-3 1-2 16,3-1 151-16,-6-2 31 0,0 5 5 0,-4-5 2 0,-2 2 188 0,0-2 37 0,-3 0 8 15,0-3 2-15,-3 0-8 0,0 3-2 0,-3-3 0 0,0 2 0 16,0-1 0-16,0-1-1 0,-3 0 0 0,3 3 0 16,-3-3-50-16,3 2-9 0,0-1-3 0,0 7 0 15,3-6-52-15,0 6-13 0,0 1 0 0,3 1 0 16,0 1 54-16,0 2 8 0,3 3 2 0,-3 0 0 15,3 3-52-15,0 2-12 0,0 1 0 0,0 1 0 16,0 4 54-16,-1 2 8 0,1 1 2 0,0 1 0 16,0-1-52-16,0 4-12 0,-3 1 0 0,0-3 0 15,0 5 0-15,-3-5 0 0,0-1 0 0,0 1 0 16,0 3 0-16,-3-9 0 0,3 9 0 0,-3-8 0 16,0 2 0-16,0 0 0 0,-3-5 0 0,3 0 0 15,0 0 0-15,0-6 0 0,-3 4 0 0,3-6 0 16,0 0 0-16,0 0 0 0,0 0 0 0,0 0 0 15,0 0 0-15,0 0 0 0,0-6 0 0,0-1 0 16,3 4 0-16,-3-5 0 0,3 0 0 0,0-5 0 16,0 5 0-16,0-5 0 0,3-1 0 0,-3 4 0 0,3-6 54 0,0 3 8 15,0-3 2-15,3 3 0 0,-4-3-52 0,4 2-12 16,3-1 0-16,0 1 0 0,3 1 0 0,0 3 0 16,-3 2 0-16,3 0 0 0,0-3 0 0,0 8 9 15,2-2-9-15,-5 5 8 0,3 0 4 0,-3 5 1 16,3-2 0-16,-6 8 0 0,3-1 1 0,-3 3 0 15,0 1 0-15,-3 2 0 0,0-3-14 0,0 3 0 0,-3 2 0 16,0 1 0-16,-1-3 0 0,1 0 0 16,-3-3 0-16,0 3 0 0,0-1-12 0,0-1-4 0,-3 2-2 0,3-1 0 31,-2-1-46-31,-1 2-10 0,3-3-2 0,0 0-677 0,-3-5-136 0</inkml:trace>
  <inkml:trace contextRef="#ctx0" brushRef="#br0" timeOffset="12073.548">22836 2350 1556 0,'0'0'44'0,"0"0"10"0,-3-8-43 0,0 8-11 0,0-8 0 0,0 8 0 15,3 0 98-15,-3-8 18 0,-3 3 3 0,3 5 1 16,3 0-28-16,-6-8-6 0,3 2-1 0,-3 4 0 15,3 2-23-15,-3-6-5 0,3 4-1 0,-3 2 0 0,0 0-16 0,1 0-4 16,-1 0-1-16,-3 2 0 0,0 4-19 0,3-4-3 16,-3 4-1-16,0 2 0 0,0 5-12 0,-3-5 0 15,3 2 8-15,3 1-8 0,0 5 0 0,0-6 0 16,3 4 0-16,0-1 0 0,0 0-8 0,3 3 8 16,3-6 0-16,-3 4 0 0,6 2-10 0,-3-3 10 15,6 0-8-15,0 3 8 0,0-3-16 16,6-2 1-16,-3-3 1 0,6 2 0 0,-3-2 5 15,2 0 1-15,1-5 0 0,3 2 0 0,-3-5 8 16,0 3 0-16,0-3 0 0,-3-3 0 0,-1 3 12 0,4-5-3 16,-3 2 0-16,-3-5 0 0,0 0 22 0,0 3 4 0,-3-3 1 15,0 0 0-15,0 0-4 0,-3-5-1 0,0 5 0 0,-3-5 0 16,3 5-6-16,-3 0-1 0,-3 0 0 0,3 0 0 16,-3-3-11-16,0 9-2 0,0-6-1 0,0 8 0 15,-3-5-2-15,-3 2-8 0,6 3 12 0,-6-5-4 16,0 5-8-16,0 0 8 0,-3 0-8 0,0 5 8 15,3-2-8-15,-3 2 0 0,3 3 0 16,-3-3 0-16,3 3-11 0,3 0 11 0,-3 3-8 16,3 2 8-16,3 0 0 0,0-2-8 0,0 2 8 0,3 3 0 15,0-6-16-15,0 6 1 0,6-8 1 0,-3 3 0 16,3-1 2-16,0-2 0 0,3 0 0 0,-3-5 0 16,0 5 12-16,0-6 0 0,0 1 0 0,2-3 0 15,1 0 0-15,0-3 0 0,-3 1 0 0,3-1 0 16,0-2 0-16,0-3 10 0,-3 5-2 0,0-5 0 15,3-5 10-15,-6 5 2 0,3-5 0 0,-3 2 0 16,-1 1 1-16,1-1 1 0,-3-5 0 0,-3 3 0 16,3 0-6-16,-6 5-2 0,0-8 0 0,0 8 0 0,-3-5-14 0,-2 5 0 15,-1-5 8-15,-6 5-8 0,3 0 0 0,-6 0-15 16,3 3 3-16,-6-3 1 16,3 5-27-16,-2-2-6 0,-4-3 0 0,0 2-1 15,3 4-74-15,0-6-14 0,-3 8-3 0,7-5-629 16,-1-1-126-16</inkml:trace>
  <inkml:trace contextRef="#ctx0" brushRef="#br0" timeOffset="19786.26">23538 2143 1459 0,'0'-13'41'0,"0"10"10"0,0-5-41 0,0 3-10 0,0-3 0 0,3 0 0 16,-3 3 73-16,0 2 13 0,3-5 2 0,-3 8 1 0,0 0 31 15,0 0 7-15,0 0 1 0,0 0 0 16,0 0-52-16,0 0-9 0,0 0-3 0,0 0 0 0,3 8-51 0,0 0-13 16,0 3 0-16,0 2 0 0,-3 8 0 0,3-5 0 15,0 8 0-15,-3 2 0 0,0 4 0 0,3-7 11 16,-3 4-11-16,0 5 10 15,3-9-10-15,-3 4 0 0,0 2-10 0,0-5 10 0,0 5 0 0,0-5 0 16,0-1 0-16,0 4 0 0,0-3 0 0,0-6 0 16,0 6 0-16,0-11 0 15,0 3-57-15,0 0-6 0,-3-8-1 16,3 0 0-16,0-3 103 0,0-5 20 0,0 0 4 0,0 0 1 0,0 0-52 0,0 0-12 16,-6-5 0-16,3-3 0 0,0 0 0 0,0-5 0 15,3 2 0-15,-3-2 0 0,3 0 0 0,0-3 0 0,-3 3 0 16,0-3 0-16,3 0 54 0,-3 3 8 15,0-1 2-15,-2 4 0 0,-1-3-52 0,0 2-12 0,0 6 0 0,0-3 0 16,0 0 0-16,-3 0 0 0,0 8-12 0,0-8 12 16,0 5 0-16,0 3 0 0,-3 0 8 0,3 0-8 15,0 3 0-15,-3-3 0 0,4 8 0 0,-1-8 0 16,0 8 0-16,0-5 0 0,0 4 0 0,3 1 0 16,0 3 0-16,3-3-8 0,0 0 8 0,3 2 0 15,0 1-8-15,3 5 8 0,0-8 0 0,3 5 0 16,0 3-10-16,3-8 10 0,0 5-8 0,3-5 8 15,-1 3 0-15,1-1 14 0,6-2-2 0,0 0 0 16,3-5-12-16,0 2 0 0,3-5 0 0,5 0 0 16,-2 0-11-16,0-5-5 0,3 2 0 0,-1-5-1 0,-5 3 17 15,3 2 0-15,-3-7 0 0,-6 7 0 16,0-5 0-16,-4 0 9 0,1-5-1 0,-6 5 0 0,0 0 20 16,0-5 4-16,-3 2 1 0,0 1 0 0,-3-1 1 15,0 0 0-15,-3 4 0 0,0-4 0 16,0 3-14-16,-3 0-2 0,0 3-1 0,0-3 0 0,-3 8-6 0,0-8-2 15,0 8 0-15,0-5 0 0,-3 2-9 0,-3 3 0 16,3 0 9-16,-2 3-9 0,-1 2 0 0,-3-2 0 16,3 2 0-16,0 3 0 0,3 0 0 0,0 0 0 15,3 5 0-15,0-5-8 0,3 5-4 0,0-2 0 16,6 2 0-16,0 3 0 16,3-3-28-16,0 0-7 0,3-5-1 0,3 3 0 15,3-3-31-15,-3-3-6 0,6 0-2 0,-6-2 0 16,2 2 48-16,1-5 10 0,-3-5 1 0,3 2 1 15,0 3 13-15,0-8 2 0,-3 3 1 0,-3-3 0 0,3 0 39 0,-3 3 8 0,-1-6 2 0,-2 6 0 16,0-3-30-16,0 0-8 0,0 0 0 0,0-2 0 16,0 2 52-16,-3 0 10 0,3 0 2 0,3 0 0 15,0 3-31-15,-3-3-5 0,6 0-2 0,-3 5 0 16,3-5-26-16,-3 3 0 0,2 5 8 0,1-6-8 16,0 6 0-16,0 0 0 0,0 6 0 0,-3-6 0 15,0 5 0-15,0 3 0 0,0 0 0 0,-3 0 0 16,0 2 0-16,0 4 0 0,-3 2 0 0,0-3 0 15,0 3 0-15,0 2 0 0,-3-2 0 0,0 0 0 16,3 0 0-16,-3 0 0 0,-3 2 0 0,3-5-11 16,-3 3 11-16,0-8 0 0,0 3 0 0,-3 2-8 15,3-5 8-15,-3 0 0 0,3-3 0 0,-3 1 0 16,6-6 0-16,0 0 9 0,0 0-9 0,0 0 10 0,0 0 14 0,0 0 2 16,0 0 1-16,0 0 0 0,-3-6 5 0,3-2 2 15,3 0 0-15,0 0 0 0,3-2-2 0,0-1 0 16,3 3 0-16,0-10 0 15,3 2-8-15,2 0-3 0,1 0 0 0,0-5 0 0,0-3-9 0,0 3-1 16,0-3-1-16,3 3 0 0,0 3-10 0,-1 2 0 16,1 0 0-16,-3 0 8 0,-3 3-8 0,3 5 0 15,-3-5 0-15,-3 2-11 16,3 0-81-16,0 1-17 0,-1 2-3 0,1-3-1192 0</inkml:trace>
  <inkml:trace contextRef="#ctx0" brushRef="#br0" timeOffset="23815.176">17401 3744 1594 0,'0'0'45'0,"0"0"10"0,-6 0-44 0,0 0-11 0,6 0 0 0,-3-5 0 0,3 5 96 15,-3-5 16-15,0-1 4 0,3 1 1 16,0 0-10-16,3 2-3 0,0-5 0 0,3 3 0 0,0-1-64 16,3 1-12-16,3 0-4 0,-1 0 0 0,4 2 32 0,0-2 7 15,3 2 1-15,0-2 0 0,3 2-64 0,0 3-24 16,-4 0 0-16,4 0 1 16,0 3 23-16,-3 2 0 0,0-2 0 0,-3 2 0 15,-3-2 0-15,0 2 0 0,-4-2 0 0,-2 4 0 16,0-1-16-16,-6-1-6 0,0 3-1 0,-3 0 0 15,-3 0-9-15,1 0-3 0,-4 0 0 0,-3 0 0 16,0 0-11-16,0 0-2 0,-6 2-1 0,3-2 0 0,0-3 49 0,-3 1 0 16,6 4 12-16,-2-7-3 0,5 2-9 0,0-5-12 0,9 0 2 15,0 0 1-15,0 0 9 0,0 0 0 0,0 0 0 16,0 0 0-16,6 0 0 0,0 0 0 0,3 0 0 16,2 0 0-16,1 0 36 0,3 3 8 0,-3-3 3 0,0 5 0 15,3-5-30-15,0 3-5 0,-3-1-2 0,-3 4 0 16,0 4-2-16,0-7 0 0,-1 5 0 15,-5 2 0-15,3-2 1 0,-6 3 0 0,0 0 0 16,0 2 0-16,-3 0 3 0,-3 0 1 0,-2 0 0 0,-1 3 0 16,0-5-3-16,-3 2-1 0,0 0 0 0,-3 1 0 15,0-4-9-15,3 3 0 0,-3-2 0 0,0 0 8 16,6-3-17-16,-2-1-4 0,-1 1-1 0,3 0 0 16,0-2-25-16,3-4-5 15,6-2 0-15,0 0-1019 0</inkml:trace>
  <inkml:trace contextRef="#ctx0" brushRef="#br0" timeOffset="24196.055">17850 3739 1552 0,'0'-16'44'0,"3"11"10"0,-3-3-43 0,3 0-11 16,-3 0 0-16,3 0 0 0,-3 0 156 0,3 3 28 16,0-3 7-16,-3 2 1 0,3-2-52 0,0 6-9 15,0-6-3-15,3 3 0 0,0 2-51 0,0-2-10 16,3 2-3-16,-3 0 0 0,6 1-51 0,-3-1-13 15,2 3 0-15,1 0 0 0,0 0 0 0,0 0 0 0,0 0 0 0,0 5 0 16,0-2 26-16,0 0 2 0,-3 2 1 0,3 3 0 16,-3 0-29-16,-3-6 8 0,-1 6-8 0,1 3 0 15,-3-3 0-15,0 3 0 0,-3-1 0 0,-3 6 0 16,3-5 0-16,-6 2 0 16,3 3 0-16,-5 0-10 0,2 2 10 0,-3-5-13 15,0 6 5-15,-3-3 8 0,3 2-23 0,-3-5 3 0,3 3 1 16,0-2 0-16,0-1 19 0,3-3 0 0,0 1 0 15,0 0 0-15,3-4 0 0,3 1 0 0,0 0 0 0,0-2 0 16,3 2 0-16,0 0 0 0,0-8 0 0,3 7 0 16,0-7 0-16,0 3 0 0,3 0 0 0,0 2 0 15,3-5 0-15,-3 3 0 0,3-3 0 0,-3 0 9 16,3 2-9-16,-1-2-14 0,1 0 3 0,0 0 1 16,0 0-36-16,3-2-7 15,-3 2-2-15,0 0-759 0,0-3-152 0</inkml:trace>
  <inkml:trace contextRef="#ctx0" brushRef="#br0" timeOffset="24518.739">18478 3932 2023 0,'0'0'44'0,"0"0"10"0,0 0 2 0,0 0 0 0,0 0-44 0,0 0-12 16,0 0 0-16,0 0 0 0,3-3 95 0,0 3 17 0,3-5 3 0,0 2 1 16,0 3-36-16,3 0-8 0,0-5 0 0,0 5-1 15,3-3-26-15,-3 3-5 0,3-2 0 0,-1 2-1 16,1 0-13-16,3 0-2 0,0 0-1 0,3 0 0 15,0 0-23-15,0 0-13 0,3 0 1 0,-1 0 1 16,1 0 11-16,3 0 0 0,-3 0 0 0,0-3 0 16,0 3-69-1,-4-3-12-15,1 3-3 0,0 0-719 0,-3-2-144 0</inkml:trace>
  <inkml:trace contextRef="#ctx0" brushRef="#br0" timeOffset="25162.707">19327 3442 1911 0,'0'0'42'0,"0"0"9"0,0 0 1 0,0 0 2 0,0 0-43 0,0 0-11 16,0 0 0-16,0 0 0 0,-6 6 64 0,6-1 10 16,-3 6 2-16,3-3 1 0,0 2-61 0,0 9-16 15,0-9 0-15,3 11 0 0,-3-2 54 0,0-1 8 16,3 4 2-16,-3-1 0 0,3-3-52 0,0 3-12 15,-3 6 0-15,3-6 0 0,-1 6 0 0,1-1 0 16,0 3 0-16,-3 0 0 0,3-5 0 16,0 5 0-16,-3-8 0 0,3 6 0 15,-3-3-51-15,0-1-13 0,3-1-2 0,-3-4-1 16,0 1-98-16,-3-3-20 0,3-3-4 0</inkml:trace>
  <inkml:trace contextRef="#ctx0" brushRef="#br0" timeOffset="25646.633">19202 3988 1587 0,'-6'-6'35'0,"0"1"7"0,3 0 2 0,-3-1 0 0,3-2-35 0,3 0-9 0,0 1 0 0,0-1 0 16,6 2 84-16,-3-2 14 0,6-2 3 0,-3 4 1 15,5-1-39-15,1 1-8 0,0-2-2 0,0 0 0 16,6 3-15-16,-3 0-3 0,3 2-1 0,-3-5 0 15,3 3 6-15,-1 2 2 0,-2-7 0 0,0 4 0 16,0 4-34-16,0-1-8 0,0 3 0 0,0 0 0 16,-3 0 0-16,-1 0 0 0,1 3 0 0,-3-1 0 15,0 6 0-15,0 0 0 0,-3 0 0 0,-3 0 0 16,3 0 0-16,-3 5 0 0,-3-5 0 0,3 3 0 16,-3 2 0-16,-3 0 0 0,3-5 0 0,-3 3 0 15,0 2 0-15,3 0 0 0,-3 1 0 0,3-4 0 0,-3 1 0 16,3-1 0-16,3-2 0 0,-3 3 0 15,3-6 0-15,0 3 0 0,3-3 0 0,0 1 0 0,0-6-9 0,3 2-4 16,0-2-1-16,3 0 0 0,0 0 14 0,-1-2 8 16,4 2 0-16,-3-6-8 0,3 4 12 0,0-4-4 15,-3 1 0-15,3 0-8 0,-3 0 54 0,-3-3 4 16,3-3 1-16,-6 3 0 0,2-3 8 0,-2 4 1 16,0-7 1-16,0 1 0 0,-6 0-56 0,3 0-13 0,-3-1 0 15,-3-2 0-15,0 3 9 0,0 0 2 0,-3 0 0 0,0 2 0 16,-2-2-11-16,-1 2 12 15,-3 6-12-15,0-3 12 0,-3 0-12 0,0 0-12 0,-3 6 2 16,3-4 1 0,-3 6-50-16,1-2-9 0,2 2-3 0,0 0 0 15,3 2-45-15,-3-2-10 0,6 3-2 0,-3 0 0 0</inkml:trace>
  <inkml:trace contextRef="#ctx0" brushRef="#br0" timeOffset="25997.982">20008 3911 1267 0,'0'0'28'0,"0"0"5"0,0 0 2 0,-6 2 1 0,6-2-36 0,0 0 0 15,-6 3 0-15,6-3 0 0,0 0 140 0,0 0 22 16,0 0 4-16,0 0 1 0,0 0-63 0,3 5-12 16,3-2-2-16,0 2-1 0,0-2-20 0,6-3-4 15,0 3-1-15,0-3 0 0,6 0 0 0,0-3 0 16,-1 3 0-16,4 0 0 0,-3-3-51 0,0 3-13 16,3 0 0-16,0 0 0 0,-1-5 0 0,1 5 0 15,3 0 0-15,0 0 0 0,0 0 14 0,0 0 0 16,-4 0 0-16,1 0 0 0,-3 5-22 0,0-5-5 15,-6 0-1-15,0 0 0 16,0 0-40-16,-6 0-8 0,3 3-2 0,-6 0-682 0,-3-3-137 0</inkml:trace>
  <inkml:trace contextRef="#ctx0" brushRef="#br0" timeOffset="31814.862">20961 3723 1497 0,'0'0'32'0,"3"-8"8"0,0 3 0 0,0 2 4 0,0-5-36 0,0 5-8 0,0-4 0 0,0 4 0 16,0-2 104-16,0 2 20 0,-1-5 3 0,-2 8 1 15,0-5-52-15,0 5-9 0,0-6-3 0,0 6 0 16,0 0 0-16,0 0 0 0,-5 0 0 0,2-2 0 16,-3 2-51-16,-3 2-13 0,3-2 0 0,-3 6 0 15,0-1 0-15,0-2 0 0,-3 5 0 0,3-3 0 0,0 0 0 0,0 3 0 16,3 0 0-16,0 3 0 0,3-3 0 0,0 0 0 15,3 2 0-15,0 1 0 0,3-3 0 0,0 2-8 16,3 1 8-16,0-1-13 0,6-2 13 16,0 3-11-16,3-3 11 0,-3 0-10 0,3 0 10 0,-3-3 0 15,3 3 0-15,-1-3-8 0,1 3 8 0,0-3 0 16,-3 1 0-16,0 4 0 0,3-7 0 0,-3 2 0 16,-3 1 0-16,0 1 0 0,0-1 0 0,-3-1 9 15,-1 3-9-15,1-3 0 0,-3 1 0 0,0 2 0 16,-3-1 0-16,0 1 0 0,0 0 14 0,-3-2-4 15,0 2-1-15,0 2 0 0,0-2-9 0,-5 3 0 16,2-3 0-16,0 0 0 0,0 0 0 0,-3-1 0 0,0 1 0 16,0 0 0-16,-3 0 0 0,3 0 0 0,0-3 0 15,-3 3 0-15,0-2 0 0,0 2 0 0,3-6 0 0,-2 4 0 16,-1-4 0-16,0 1 0 0,-3 0 0 0,3-1 0 31,3-2-49-31,-3 0-12 0,3 0-3 0,0-5 0 0</inkml:trace>
  <inkml:trace contextRef="#ctx0" brushRef="#br0" timeOffset="32024.718">20996 3662 1497 0,'0'0'32'0,"0"0"8"0,0 0 0 0,0-3 4 0,0 3-36 0,0-5-8 15,0 0 0-15,3 5 0 0,0-8 104 0,3 8 20 16,0-8 3-16,0 5 1 0,3 1 0 0,0-1 0 15,0 0 0-15,3 1 0 0,0-1-103 0,0 0-25 16,3 1 0-16,0 2 0 0,2 0 11 0,1-6-3 16,0 6-8-16,0 0 12 15,3 0-105-15,0 0-22 0,-1 0-4 0,1 0-1 0</inkml:trace>
  <inkml:trace contextRef="#ctx0" brushRef="#br0" timeOffset="33350.239">21062 3112 1497 0,'0'0'32'0,"0"0"8"16,3 5 0-16,-3 3 4 0,3 0-36 0,0 5-8 0,-3-2 0 0,3-1 0 0,-3 6 52 0,0-5 9 16,3-1 2-16,-3 6 0 0,0-5-50 0,3-1-13 15,-3 1 0-15,3 2 0 0,0-8 24 0,0 6-1 16,0-3 0-16,0-3 0 0,0 3 3 0,0-5 1 15,0-1 0-15,-3-2 0 0,6 0-11 0,2 0-1 16,-2-2-1-16,3-1 0 0,0-5 43 0,3 3 9 0,3-6 2 16,0 1 0-16,0-1-29 0,3-2-6 15,3 0-1-15,-1-3 0 0,1-3-18 0,3 6-4 0,-3-5-1 0,3-1 0 16,-6 1 8-16,2-1 2 0,-2-2 0 16,3 0 0-16,-3 5-19 0,0-8 0 0,0 11 0 0,-3-8 0 31,-1 5-61-31,-2 3-16 0,0-1-3 0,-3 4-1 15,0 2-127-15,0-5-24 0,6-9-6 0,-6 9-1 0</inkml:trace>
  <inkml:trace contextRef="#ctx0" brushRef="#br0" timeOffset="33678.331">21357 2990 1544 0,'0'0'34'0,"0"0"7"15,0 0 2-15,0 0 0 0,-6 5-35 0,0-2-8 0,3 5 0 0,0-5 0 16,0 4 72-16,0 1 13 0,-3 3 3 0,3 0 0 16,3 2-42-16,-3 0-8 0,0-2-2 0,3 2 0 0,-3 3-18 0,3-3-4 15,-3-2-1-15,3 2 0 0,0 0-13 0,0 0 9 16,0 3-9-16,3-5 8 16,0-1-8-16,0-2 0 0,0 3 0 0,3-3 0 0,-3-3 16 0,3 3-1 15,0-3-1-15,0 3 0 0,0-5 7 0,0-1 2 16,0 1 0-16,2 0 0 0,1-3 19 0,0 0 4 15,0 0 1-15,3 0 0 0,-3-3-24 0,6 0-5 16,0 1-1-16,0-1 0 0,3-5 38 0,-1 3 7 16,1-3 2-16,3 0 0 15,0 0-76-15,0 0-14 0,3 0-3 0,-1-8-1 16,1 3 20-16,0 0 10 0,0 0-10 0,-3 2 10 16,0-7-132-16,-1 7-20 0,-2-2-4 0,-3 2-808 0</inkml:trace>
  <inkml:trace contextRef="#ctx0" brushRef="#br0" timeOffset="46736.95">18660 4982 1728 0,'0'0'38'0,"0"0"8"0,0 0 2 0,0 0 0 16,0-5-39-16,0 5-9 0,3-5 0 0,3 0 0 0,0 2 102 0,3-2 18 15,0 2 4-15,2 0 1 0,4 1-45 0,3-1-8 16,0 0-3-16,3 3 0 0,6 0-14 0,-4-2-3 16,4 2-1-16,0-3 0 0,0 3-25 0,0 0-5 15,-1-8-1-15,1 5 0 0,3 1-20 0,-3-1-10 16,3-2 1-16,2 2 0 0,-2 3 9 0,-3 0 12 16,0 0-2-16,-1 0-1 15,-2 3-40-15,-6 0-8 0,0-3-1 0,-3 2-1 16,-3 1-147-16,0-1-28 0,-3-2-7 0,-6 3-1 0</inkml:trace>
  <inkml:trace contextRef="#ctx0" brushRef="#br0" timeOffset="47016.407">19032 4951 1980 0,'0'0'44'0,"0"0"8"0,0 0 3 0,0 0 0 0,0 0-44 0,-3 5-11 0,3 0 0 0,-3 3 0 15,3 0 99-15,0 0 17 0,3 3 4 0,-3 7 1 16,3-5-45-16,-3 6-8 0,3-1-3 0,-3 6 0 0,3-3-1 0,-3 6-1 16,3-3 0-16,-3 7 0 15,0-7-26-15,0 5-5 0,0 3 0 0,-3 5-1 16,3 0-18-16,-3 3-3 0,3 5-1 0,-3-3 0 16,3-2-9-16,-3 0 8 0,3-3-8 0,-3 2 8 0,3-2-8 15,-3 0 0-15,3 6 0 0,0-1 0 16,0-2 0-16,0-1 0 0,0-1 0 0,0-4 0 0,3-2 0 15,-3-3 0-15,0-3 0 0,3-2 0 0,-3 0-8 0,3-3-8 16,3-2 0-16,-3-1-1 16,6-2-162-16,-3-3-32 0,6 0-6 0</inkml:trace>
  <inkml:trace contextRef="#ctx0" brushRef="#br0" timeOffset="47339.594">19580 5866 2055 0,'0'0'45'0,"0"0"10"0,0-5 1 0,0 0 2 0,3-1-46 15,-3 1-12-15,3 0 0 0,-3-1 0 0,2 1 91 0,-2 2 16 0,3-2 3 0,-3 5 1 16,0 0-52-16,0 0-11 0,0 0-1 0,0 0-1 15,0 0-30-15,0 0-7 0,0 0-1 0,0 0 0 16,0 0 26-16,0 0 5 0,-3 11 1 0,1-1 0 16,-4 4-13-16,0 1-3 0,-3 4 0 0,-3 0 0 15,0 2-24-15,-3 0 0 0,-3 0 0 0,0 0 0 16,0 3 0-16,-2-3 0 0,-1 3 0 0,0-3 0 0,-3 3 0 16,3-3-20-16,-3 0 3 0,1 0 1 15,-1 1-32 1,0-4-7-16,0 1-1 0,-3-1-746 0,7-5-150 0</inkml:trace>
  <inkml:trace contextRef="#ctx0" brushRef="#br0" timeOffset="47627.849">19210 5911 1956 0,'-5'-13'56'0,"2"8"11"16,0-3-54-16,0 0-13 0,-3 0 0 0,6 3 0 0,-3-1 136 0,3 1 24 0,0 5 4 0,0 0 2 15,0 0-64-15,0 0-13 0,3 0-2 0,3 5-1 16,0-2-37-16,-1 5-7 0,1 0-2 0,3 5 0 16,-3-2-8-16,3 2-1 0,0 0-1 0,-3 3 0 15,6-3-11-15,-3 3-3 0,0 3 0 0,0-1 0 16,3-2-8-16,-3 2-8 0,0 1 12 0,0 0-12 16,-1-4 8-16,1 1-8 0,0 0 0 15,0 5 0-15,0-2 0 0,0-1 0 0,-3 4 0 16,3-1-12-16,0 0 12 0,-3-3 0 0,3 1 0 0,0-1 0 15,0-2 0-15,0 0 0 0,0-3 0 0,-1 1 0 32,1-4-237-32,0 1-45 0</inkml:trace>
  <inkml:trace contextRef="#ctx0" brushRef="#br0" timeOffset="62599.312">17582 10404 1965 0,'6'-8'43'0,"-6"5"9"0,3-2 1 0,3-3 3 0,-3 3-44 0,3 0-12 15,-3-1 0-15,3 1 0 0,0 0 103 0,-3-1 18 16,3 4 4-16,-3-1 1 0,-3 3-47 0,3 3-10 0,0-1-1 15,3 6-1-15,-3-2-12 0,-3 4-3 0,3 4 0 0,0-1 0 16,-3 5-34-16,0 1-7 0,0-1-2 0,0 6 0 16,0-3 19-16,-3 3 4 0,0-3 1 0,0 8 0 15,0-2-24-15,0 5-9 0,-3 2 0 0,3 0 9 16,0 1-9-16,0-1 0 0,3-2 0 0,-3 0 0 16,3-6-14-16,0-2-5 0,0 2-1 0,0-4 0 15,0-4-24-15,0-2-6 16,0 0-1-16,0-3 0 0,0-2-98 15,3-1-20-15,0-2-4 0,0-5-877 0</inkml:trace>
  <inkml:trace contextRef="#ctx0" brushRef="#br0" timeOffset="62956.459">17746 10505 2044 0,'-12'-11'45'0,"0"0"10"0,0-2 1 0,0 0 1 0,-3 0-45 0,4 0-12 16,-4-1 0-16,3 4 0 0,0-1 87 0,0 1 15 15,0 2 3-15,6 2 1 0,-3 1-35 0,3 2-7 16,3-2-2-16,3 5 0 0,0 0-50 0,0 0-12 16,0 0 0-16,6 5 0 0,3-2 54 0,0 5 8 15,3 0 2-15,6 2 0 0,-3-2-52 0,3 6-12 0,2-4 0 0,-2 3 0 16,0 3 0-16,3-2 0 0,0 1 0 16,0 1 0-16,-1 0 0 0,-2 0 0 0,6 0 0 15,-3 2 0-15,-3 1 33 0,3 2 4 16,-3 3 1-16,-1 5 0 0,1-2-38 0,-3 2 0 0,-3 2 0 15,-3-1 0 1,0-4-32-16,-6 0-2 0,0-2 0 0,-6 3 0 0,-3-3 34 0,-3-3 0 0,-3-3 0 0,-3 3 0 16,0-2 0-16,-3-3 0 0,-2 2 0 0,2-2 0 15,-3 3 0-15,3-3 0 0,0-3 0 0,0 0 0 16,0-2-58 0,1-1-5-16,2-5-1 0,0 1 0 0,-3-4 50 0,0-2 14 0,3 0 0 0,-3-5 0 15,6 0-108 1,1-6-15-16,-1 1-2 0,6-4-923 0</inkml:trace>
  <inkml:trace contextRef="#ctx0" brushRef="#br0" timeOffset="63840.97">18172 10896 1276 0,'0'0'36'0,"0"0"8"0,0 0-35 0,0 0-9 15,0 0 0-15,0 0 0 0,0 0 119 0,0 0 21 16,0 0 5-16,0 0 1 0,0 0-47 0,0 0-10 16,0 6-1-16,0-6-1 0,3 7-28 0,0-4-6 15,-3-3-1-15,3 5 0 0,3 1-13 0,-1-1-3 0,4-2-1 16,-3 2 0-16,3-2-20 0,0-1-4 0,3-2-1 0,0 3 0 16,0-1-10-16,3-2 0 15,0-2 0-15,3 2 0 0,-1-3 0 0,1 3 0 16,0-2 0-16,3 2 0 0,0-6 0 0,-3 4 0 15,0-4 0-15,-1 4 0 0,-2-4 0 0,0 1 0 0,-3 0 0 16,0 0 0-16,-6-1 0 0,0 1 0 0,0-3 0 0,-6 3 0 16,3-1 35-16,-6 1 5 0,-3 0 0 0,0 0 1 15,-3-1-11-15,0 1-2 0,-3 2-1 0,0 1 0 16,-3-1-27-16,-2 0 0 0,-1 1 0 0,-3 2 0 16,0 0 0-16,0 0 0 0,0 2 0 0,3 1 0 15,-2 2 0-15,2-2 0 0,3 2 0 0,0 3 0 16,3 0 0-16,3 0 0 0,0 3 0 0,0-1 0 15,3 3 11-15,0-2 9 0,3 2 3 0,0 0 0 16,3 3-23-16,-3-2 0 0,6-1 0 0,-3 0 0 16,6 0-21-16,-3 3 1 0,6-3 0 0,-3 3 0 15,3-2 20-15,3-1 0 0,3 3 0 0,3-3 0 0,-3-3 0 0,6 1 0 16,-4 0 0-16,4-6 0 0,6 0 0 0,-3-2 0 16,0-1 0-16,2-4 0 0,-2-1 9 15,0-2 7-15,0 0 0 0,0-6 1 16,-1-2-181-16,4 0-36 0,-3-1-7 15,3-2-789-15</inkml:trace>
  <inkml:trace contextRef="#ctx0" brushRef="#br0" timeOffset="64495.36">18954 10756 1497 0,'0'0'32'0,"0"0"8"0,0 0 0 0,0 0 4 0,0 0-36 0,0 0-8 16,0 0 0-16,0 0 0 0,0 0 53 0,0 0 9 0,0 0 2 15,0 0 0-15,0 0 0 0,0 0 0 0,0 0 0 0,0 0 0 16,0 0 51-16,0 0 10 0,0 0 3 0,0 0 0 16,0 0-52-16,0 0-9 0,0 0-3 0,0 0 0 15,0 0-51-15,-2-5-13 0,2 5 0 0,-9-3 0 16,3 3 54-16,-3 0 8 0,3 0 2 0,-3 3 0 16,0-1-52-16,-3 4-12 0,3-1 0 0,0 3 0 15,-3 2 0-15,3 1 0 0,0 2 0 0,0 3 0 16,0-3 0-16,1 3 0 0,2-3 0 0,0 3 0 15,0 0 0-15,3-3 0 0,3 3 0 0,-3 0 0 16,6-3 0-16,3 1 0 0,0-1 0 0,0 0 0 16,3 0-48-16,-1 1-13 0,4-4-3 15,3 1 0-15,0-3 0 0,0-3 0 0,3 0 0 16,-3 1 0-16,0-6 52 0,0 2 12 0,-4-4 0 0,1-1 0 16,0 0 0-16,-3 1 0 0,3-6 0 0,-3 2 0 15,0 1 48-15,-3-3 13 0,0 3 3 0,0 0 0 0,0-1 0 16,0-2 0-16,-3 3 0 0,0 0 0 0,0-1-52 0,-3-1-12 15,3 1 0-15,-3 6 0 0,0-5 54 0,0 5 8 16,-3-5 2-16,3 5 0 0,0 0-52 0,0 0-12 16,0 0 0-16,0 0 0 0,0 0 54 0,0 0 8 15,0 0 2-15,-6 2 0 0,6-2-52 0,-3 6-12 16,-3 2 0-16,3-3 0 0,3 3 0 0,-3-3 0 0,3 3 0 16,3 0 0-1,-3 0-48-15,3-3-13 0,3 3-3 0,0-3 0 0,3 3 52 16,-1-2 12-16,1-4 0 0,0 4 0 15,6-6-27-15,0 2-2 0,0-2-1 0,0 0 0 0,0-2 20 0,0-1 10 0,3 0-10 16,-4 1 10 0,4-4-29-16,-6 1 0 0,3 0 0 0,-3-1 0 0,0 1 29 0,-3 3 0 0,0-6 0 15,0 2 0-15,-3 1 45 0,0-3 15 0,-3 0 4 0,0 0 0 16,-3 0-52-16,0-2-12 0,0-1 0 0,-3 0 0 16,0 1 0-16,-3-1 0 0,-3 1 0 0,0 2 0 15,-3-3 0-15,0 3 0 0,0 0 0 0,-3 3 0 16,-3 0 0-16,0-1 0 0,1 1 0 0,-4 0 0 31,3 2-48-31,0 1-13 0,-3-1-3 0,3 3 0 0,3-3-174 0,-2 6-35 0</inkml:trace>
  <inkml:trace contextRef="#ctx0" brushRef="#br0" timeOffset="65816.384">19812 10452 1728 0,'0'0'38'0,"0"0"8"0,0 0 2 0,0 0 0 0,0 0-39 0,0 0-9 0,0 0 0 0,0 0 0 16,0 0 84-16,0 0 16 0,0 0 2 0,0 0 1 16,0 0-11-16,0 0-3 0,0 0 0 0,3 8 0 15,-3 0-20-15,0 2-4 0,0 1-1 0,0-1 0 16,0 4-51-16,0 1-13 0,0 1 0 0,-3 3 0 15,3-1 54-15,-3 1 8 0,0 5 2 0,0-1 0 16,0 4-52-16,3-1-12 0,-3 1 0 0,0 2 0 16,3-3 0-16,0 1 0 0,0-3 0 0,0 0 0 15,0-3 0-15,0 0 0 0,0-3 0 0,0 1 0 16,0-3-48 0,3-3-13-16,-3 0-3 0,0 0 0 0,3-5 52 0,-3 0 12 0,0-2 0 0,0-6 0 15,0 0 0-15,0 0 0 0,0 0 0 0,0 0 0 0,0 0 0 16,0 0 0-16,0 0 0 0,6 0 0 15,-3-6 0-15,0 4 0 0,-3-4 0 0,3 1 0 0,-3 0 0 0,-3-3 0 16,3 0 0-16,-3 0 0 0,0-3 48 0,0 3 13 16,-3-5 3-16,0 5 0 0,0-5-52 0,0 5-12 15,-3-2 0-15,-3-1 0 0,0 3 0 0,0 0 0 16,-3 0 0-16,1 3 0 0,-1-3 0 0,0 5 0 16,0 1 0-16,0-1 0 0,0 0 0 15,0 3 0-15,3 0 0 0,0 3 0 0,1 0 0 16,2-1 0-16,0 4 0 0,0-1 0 0,0 0 0 0,3 3 0 15,3 0 0-15,-3 0 0 0,3 0 0 0,0 3 0 16,3-1 0-16,0 1 0 0,0-1 0 0,3 1 0 0,3-1 0 16,-3 1 0-16,3 0 0 0,0-3 0 0,3 2 0 0,0-2 0 15,3 0 0-15,-1 0 0 0,4 0 0 0,0 0 0 16,3 0 0-16,0 0 0 0,3-3 0 16,0 0 0-1,-3 1-48-15,2-6-13 0,1 2-3 0,-3-4 0 0,0 2 52 0,0-6 12 0,3 4 0 0,-1-4 0 16,4 1 0-16,-3 0 0 0,3-3 0 0,-3 3 0 15,3-3 0-15,-1 0 0 0,-2 0 12 0,0 0-12 16,0 2 11-16,-3-1-11 0,0-1 10 0,-4-3-10 16,1 0 29-16,-6 3 0 0,0-2 0 0,0 2 0 15,0-3 11-15,-6 3 3 0,3 1 0 0,-6-1 0 16,3 2-4-16,-3 1-1 0,0-3 0 0,-3 5 0 0,0-2-7 16,3 5-2-16,-9-5 0 0,0 2 0 15,0 1-12-15,-3 2-2 0,0 0-1 0,1 0 0 0,-1 2-6 0,0 1 0 16,-3 2-8-16,0 0 12 0,3 3-12 0,0-2 0 15,0 2 0-15,3 2 0 0,0-2 0 0,3 0 0 16,3 3-12-16,0-1 12 0,0-2-24 0,6 3 3 16,0-3 0-16,3 2 0 15,3-4-21-15,0 1-4 0,3-1-1 0,0-1 0 16,3 0-21-16,3 1-5 0,0-4-1 0,0 1 0 16,-1-3 26-16,-2 0 6 0,0 0 1 0,-3-3 0 0,3 1 26 0,-6-1 6 15,3-2 1-15,-3-1 0 0,0 1 8 0,0 0 0 16,-3 0 0-16,-1-1 0 0,1-2 26 0,-3 3 1 15,3 0 0-15,-3-3 0 0,0 2 11 0,0-1 2 16,0-4 1-16,0 3 0 0,0 0-3 0,0 0-1 0,3 0 0 0,-3 0 0 16,3 3-7-16,0-6-2 0,0 3 0 0,0 1 0 15,0-1-7-15,0 0-1 0,3 0-1 0,0 0 0 16,0 2-3-16,0 1-1 0,-1 3 0 0,1-1 0 16,0 3-5-16,0 0-1 0,0 3 0 0,0 2 0 15,-3 0-1-15,3 3-8 0,-3 0 12 0,0 3-4 16,0-1-8-16,0 1 0 0,0-1 0 0,-3 4 8 15,0-4-8-15,0 3-11 0,0-2 3 0,-3 2 0 16,0 0-19 0,0 1-3-16,3-1-1 0,-6 0 0 0,3 0-3 0,0 1-1 0,-3-4 0 15,3 3 0-15,-3 1 22 0,0-4 4 0,0 1 1 0,0-3 0 16,0 0 8-16,0 0 0 0,3-8 0 0,0 0 0 16,0 0 23-16,0 0 0 0,0 0 0 0,0 0 0 15,0-6 1-15,0-2 1 0,3 0 0 0,0-2 0 16,3-1-6-16,3 1-2 0,0-4 0 0,0 1 0 0,5 0-9 15,-2-3-8-15,3 0 9 0,0 0-9 0,0-2 12 0,0-1-4 16,0-2-8-16,3-3 12 0,-4 1-12 0,1-1 0 16,0 0 8-16,3 0-8 0,-3 0 0 0,0 3 0 15,3 3 0-15,-6-1 0 16,3 6-31-16,-4 0-5 0,1-1-2 0,-3 4 0 16,-3 2-171-16,3 0-35 0</inkml:trace>
  <inkml:trace contextRef="#ctx0" brushRef="#br0" timeOffset="66655.774">17130 11290 1958 0,'-6'0'43'0,"-3"0"9"0,0 3 1 0,-3-3 3 0,0 0-45 15,0 0-11-15,0 0 0 0,0 3 0 0,1-3 0 0,-1 2 0 16,3 1 0-16,-3-3 0 0,3 3 46 0,0-3 7 0,0 5 2 0,0-2 0 15,0-3-37-15,0 2-7 16,3 1-2-16,-3 2 0 0,3-2 44 0,0-3 9 0,6 0 2 0,0 0 0 16,0 0-52-16,-3 5-12 0,3-5 0 0,0 0 0 15,0 8 0-15,3-5 0 0,0 2 0 0,3 0 0 16,0 1 0-16,0-4 0 0,3 4 0 0,0-4 0 16,0 1 20-16,3 0 0 0,3-1 1 0,0 1 0 15,3-1-12-15,2 1-9 16,4-3 12-16,6 3-12 0,3-1 15 0,0 1-4 15,5 2-1-15,4-2 0 0,-6-3-1 0,5 3 0 0,-2-1 0 0,9-2 0 16,2 0 7-16,1 3 2 0,5 0 0 16,4-1 0-16,-10-2-18 0,7 0 0 0,0 0 0 0,5 0 0 15,4 3 0-15,-4-3 0 0,-2 2 0 0,8-2 0 16,-2-2 0-16,2 2 0 0,3 2 0 0,4-2 0 16,-10-2 34-16,4 2 3 0,5 0 1 0,4 0 0 15,-4 0-25-15,0 0-5 0,-5-3 0 0,8 1-8 16,-2-1 22-16,-1 3-2 0,-2 0-1 0,5 0 0 0,-6 0-19 15,4-3-11-15,2 3 2 0,4 0 0 0,-10 0 9 0,0-2 0 16,1 2 8-16,5 0-8 0,-2 0 8 0,-7 0-8 16,1 0 8-16,-1 2-8 0,1-2 13 0,-1 0-1 15,1 3-1-15,2 0 0 0,-14-3-3 0,2 2-8 16,1-2 12-16,2 3-4 0,-2-3-20 0,-4 5-4 16,1-2 0-16,-7-3-1 0,-2 2 45 0,-3 1 10 15,-1-3 2-15,4 3 0 0,-6-3-13 0,-1 2-3 16,1-2 0-16,-3 3 0 0,-4 0-24 0,-5-1 0 15,-3-2-12-15,0 3 12 0,-7-3 0 0,-2 0 0 16,-3 0 0-16,0 0 0 0,-3-3 0 0,-3 3 0 16,0 0 8-16,-3-2-8 15,-3-1-19-15,-3 3-5 0,0-3-2 0,0-2 0 16,0-3-114-16,-6 3-22 0,3-3-5 0</inkml:trace>
  <inkml:trace contextRef="#ctx1" brushRef="#br0">19901 15670 0,'0'0'0,"0"0"16,0 0-1,42 8 1</inkml:trace>
  <inkml:trace contextRef="#ctx0" brushRef="#br0" timeOffset="67923.71">16984 12272 1384 0,'0'0'39'0,"0"0"9"0,0 0-38 0,0 0-10 0,0-5 0 0,0 5 0 16,6-3 88-16,-6 3 16 0,0 0 4 0,0 0 0 15,6 0-35-15,-6 0-6 0,3 3-2 0,3 2 0 16,-3 0-1-16,0 3 0 0,0 0 0 0,0 3 0 16,0 2-51-16,0 3-13 0,3 0 0 0,-3 5 0 15,0 0 32-15,0 0 4 0,2 1 1 0,-2-1 0 16,0 0-28-16,0 0-9 0,0-2 0 0,0 2 0 15,-3-3 8-15,3 1-8 0,-3-1 0 0,0 1 0 16,-3-3 0-16,3 0 8 0,-3-3-8 0,3 3 0 16,-3-3 8-16,0 0-8 0,0-2 0 0,0-1 0 15,3-2 8-15,-2-2-8 0,2-6 0 0,0 0 0 16,0 0 20-16,0 0-2 0,-3-6-1 0,3 1 0 16,0-6 38-16,0 3 7 0,0-5 2 0,3 3 0 0,-3-4-52 15,2 1-12-15,1 0 0 0,0-3 0 0,0 3 0 0,3 0 0 16,0-1 0-16,-3 1 0 0,3-3 16 0,0 3 1 15,0-3 0-15,3 0 0 0,0 0 5 0,0-2 1 16,3-1 0-16,0 1 0 0,0 2-7 0,3-3-2 16,-4 4 0-16,4 1 0 0,0 1-6 0,0 3-8 0,0 2 11 15,-3 2-11-15,0 1 10 0,-3 2-10 0,3 3 8 16,0 3-8-16,-4 2 0 0,-2 1 0 0,3 2 0 0,-3 2 0 16,0 1 0-16,0-1 0 0,0 4 0 15,-3 1 0-15,3 4 0 0,-3-3 0 0,0 0 0 0,0 2 0 16,0-2 21-16,0 0-1 0,0 0 0 15,0 0 0-15,-3-3-32 0,3 3-6 0,-3 0-2 0,3-3 0 16,-3 0 28-16,0 0 6 0,0 1 1 0,0-4 0 16,0 3-28-16,0-2-6 0,0 0-1 0,0-3 0 31,0-1-36-31,0 1-7 0,0-2-1 0,3-1-1 0,-3-5-165 16,0 0-33-16,0 0-6 0,0-11-2 0</inkml:trace>
  <inkml:trace contextRef="#ctx0" brushRef="#br0" timeOffset="68674.754">17791 12608 1497 0,'0'0'32'0,"0"0"8"0,0 0 44 0,0 0-76 0,0 0-8 16,0 0 0-16,0 0 0 0,0 0 104 0,0 0 20 0,0 0 3 0,0 0 1 15,6 0-52-15,0 3-9 0,2-3-3 0,1 2 0 16,3-2 0-16,3 0 0 16,0 0 0-16,3 3 0 0,3-3-30 0,0 0-6 0,5 0-2 15,-2 0 0-15,3 0-11 0,0-3-3 0,3 3 0 0,-7-2 0 16,1-1-12-16,-3 3 8 0,-3-2-8 0,3-1 0 15,-3 3 8-15,-4-3-8 0,1 3 0 16,0 0 0-16,0 0 23 0,-3 0-2 0,0 0 0 0,-3 0 0 16,0 0-21-16,-3 0 0 0,-6 0 0 0,0 0 0 31,0 0-47-31,0 0-13 0,0 0-4 0,0 0 0 16,0 0-26-16,0 0-6 0,0 0 0 0,-6 0-883 0</inkml:trace>
  <inkml:trace contextRef="#ctx0" brushRef="#br0" timeOffset="69114.252">18978 12185 1829 0,'0'0'52'0,"0"0"11"0,-3-5-51 0,3 5-12 0,0 0 0 0,0 0 0 15,0 0 95-15,0 0 16 0,0 0 3 0,0 0 1 16,0 0-42-16,-3 5-8 0,0-3-1 0,0 6-1 16,0 0-15-16,0 0-4 0,0 6 0 0,0 1 0 15,3 7-23-15,-2 1-5 0,-1 4 0 0,3 7-1 16,-3 1-15-16,3-4 8 0,0 4-8 0,0-3 0 16,0-3 0-16,0 0 0 0,0 2 0 0,0-1 0 31,0-1-15-31,0 0-9 0,3 0-1 0,-3 0-1 15,0 0-38-15,3-5-8 0,-3 0-2 0,0-3 0 0,0-3-84 16,2-4-17-16,-2-1-3 0</inkml:trace>
  <inkml:trace contextRef="#ctx0" brushRef="#br0" timeOffset="69611.095">18743 12632 1497 0,'-12'-3'32'0,"6"1"8"0,0-1 0 0,0 0 4 0,0 1-36 0,0-1-8 16,1 0 0-16,5 3 0 0,0 0 104 0,-3-2 20 16,3 2 3-16,0 0 1 0,0 0-60 0,0 0-12 15,0 0-3-15,0-5 0 0,3-1-2 0,2 4-1 0,1-1 0 16,3 3 0-16,3-3-6 0,3 1-2 0,0 2 0 0,3 0 0 16,3-3-14-16,0 3-4 0,2-3 0 15,1 3 0-15,0-2-8 16,-3 2-1-16,-3-3-1 0,0 0 0 0,-1 1-14 0,1 2 8 15,0 0-8-15,0-3 0 0,0 3 11 0,-3 0-11 0,0 3 12 0,-1-3-12 16,-2 2 0-16,0 1 0 0,-3-3 0 0,0 3 0 16,-3 2 15-16,-3-2-4 0,0 2-1 15,0 0 0-15,-3-5-10 0,0 8-14 0,0 3 3 0,0-3 1 16,-3 2 10-16,3-2 0 0,0 0 0 0,0 0 0 16,3 0 12-16,0 3 4 0,3-3 0 0,0 0 1 15,0-3-17-15,0 0-19 0,6 0 4 0,-3-2 1 16,3 2 2-16,-1-5 1 0,1 0 0 0,0 0 0 15,0-2 11-15,0-1-8 0,3 0 8 0,-3-2-8 16,0 2 18-16,0-2 4 0,-3 0 1 0,0 0 0 16,0-1 9-16,-4 1 1 0,1-3 1 0,-3 3 0 15,3-3 6-15,-6 0 0 0,3 0 1 0,-3 0 0 16,0 0 0-16,0 0 0 0,0 0 0 0,-3 0 0 0,-3 0-12 16,3 3-2-16,-3-3-1 0,-2 3 0 0,2-1-10 15,-6 4-8-15,0-3 12 0,0 2-12 16,0 0 0-16,-3 1 0 0,0 2 0 0,-3-3 0 15,0 3-73-15,1 0-22 0,-1 0-4 16,3 0-753-16,0 0-150 0</inkml:trace>
  <inkml:trace contextRef="#ctx0" brushRef="#br0" timeOffset="70031.235">19725 12648 1958 0,'0'0'43'0,"0"0"9"0,0 0 1 0,0 0 3 0,6 0-45 0,0-3-11 0,0 3 0 0,0 0 0 0,0 0 92 0,0 0 17 15,0 0 3-15,0 0 1 16,3 0-48-16,-3 0-9 0,3 0-3 0,-3 0 0 0,3 0-21 0,3 0-5 15,-3 0-1-15,2 0 0 0,1 0-26 0,3 0 0 16,0 0 0-16,0 0 0 0,0 0 8 0,3 0-8 16,3 0 8-16,-4 0-8 15,4 0-67-15,0 0-18 0,0 0-4 0,0-2-647 16,0-1-128-16</inkml:trace>
  <inkml:trace contextRef="#ctx0" brushRef="#br0" timeOffset="70472.275">20234 12505 1908 0,'0'0'42'0,"0"0"9"0,0 0 1 0,0-5 1 0,3-1-42 0,0 1-11 0,3-3 0 0,0 3 0 16,0-3 64-16,3 0 12 16,0-3 1-16,-3 3 1 0,6 1 40 0,-3 1 8 0,3-2 2 0,0 0 0 15,3 6-103-15,-1-4-25 0,1 4 0 0,0-1 0 16,-3 3 56-16,3 0 7 0,-3 0 1 0,0 3 0 15,-3-3-52-15,3 2-12 0,-3 4 0 0,-3-4 0 16,2 4 0-16,-2 2 0 0,0 0 0 0,0-1 0 16,-3 1 0-16,0 3 0 0,-3 0 0 0,0 2 0 15,0 0 0-15,0-2 0 0,-6-1 0 0,3 3 0 16,-3-2 0-16,-3 2 0 0,1 0 0 0,-4 1 0 16,0-1-48-1,0-2-13-15,0 2-3 0,-3-3 0 0,3 4 52 0,-3-1 12 0,3-3 0 0,0 4 0 16,4-1 0-16,-1 0 0 0,3 0 0 0,0-2 0 15,3 2 0-15,0-5 0 0,3 3 0 0,0-1 0 0,3-2 0 16,0-3 0-16,3 3 0 0,0-5 0 0,3 2 0 16,-4 1 0-16,7-4 0 0,0 1 0 0,0 0 0 0,0-1 0 15,0-2 0-15,3 0 0 0,-3 0 0 0,0 0 0 16,3 0 0-16,-1 0 0 0,1-2 0 0,-3-1 0 16,3 0 0-16,-3 1 0 0,0-4 0 0,0 1 0 15,-3 0 0-15,3-1 0 16,0-1-156-16,-1-1-29 0,1 0-6 0,-3-3-794 0</inkml:trace>
  <inkml:trace contextRef="#ctx0" brushRef="#br0" timeOffset="71163.459">20568 12180 1728 0,'0'0'38'0,"0"0"8"0,0-6 2 0,0 1 0 0,3 0-39 0,0-1-9 15,-3 1 0-15,3 0 0 0,3-1 104 0,-3 1 20 16,3 0 3-16,-3 2 1 0,3-2-52 0,-1 2-9 16,1 1-3-16,3 2 0 0,-3 0 0 0,0 0 0 15,3 2 0-15,0 1 0 0,0 2-51 0,0-2-13 0,0 2 0 0,0 3 0 16,0 0 0-16,0 0 0 0,0 3 0 0,-3-1 0 15,3 1 24-15,-4 2 3 0,1 0 0 16,0 3 0-16,0 3-17 0,0-4-10 0,0 4 12 16,-3 0-12-16,0-4 0 0,-3 1 0 0,3 0 0 15,-3-3-12-15,-3 1-4 0,0-4-1 0,0-2 0 16,0 0 0-16,0-3-1 0,3-5 0 0,0 0 0 0,0 0 0 16,-3-2 4-16,-3-4 1 0,3 1 0 0,3 0 0 15,-3-6 4-15,3 1 1 0,0-4 0 0,0-1 0 16,3-1 8-16,0 0 0 0,0 0 0 0,0 3 0 15,3-3 0-15,0 3 16 0,0-1-4 0,3 1-1 16,0 0 4-16,0 0 1 0,3-1 0 0,-3 4 0 16,3-3 10-16,0 2 2 0,0 0 1 0,-1 1 0 15,1-1-1-15,0 3-1 0,0 0 0 0,0 3 0 16,-3 0-4-16,0 2-1 0,0-2 0 0,0 5 0 0,0 0-1 16,-3 0 0-16,3 3 0 0,-3 2 0 15,0 0-2-15,-1 0-1 0,1 3 0 0,0 0 0 16,0 3-7-16,0-1-2 0,-3 1 0 0,0 0 0 0,0 2-9 15,0-3 8-15,0 4-8 0,-3-1 8 0,3 0-8 16,-3 0 0-16,0 3 9 0,3 0-9 0,-3 0 0 16,0-3-10-16,0 3 1 0,3-3 0 15,-3 1-34-15,0-1-6 0,3-3-2 0,-3-2 0 16,3 3-135-16,0-6-27 0,3 1-6 0</inkml:trace>
  <inkml:trace contextRef="#ctx0" brushRef="#br0" timeOffset="76115.576">21913 12304 1998 0,'0'0'44'0,"0"0"8"0,3-5 3 0,0-1 1 0,3 1-44 0,-3 0-12 0,0 2 0 0,0-2 0 15,-3 5 79-15,0 0 13 0,0 0 4 0,0 0 0 16,0 0-9-16,0 0-2 0,0 0 0 0,0 0 0 16,3 8-17-16,-3 0-3 0,-3 2-1 0,3 3 0 15,-3 3-51-15,0 6-13 0,0-1 0 0,0 5 0 16,0-2 0-16,-3 2 0 0,3 1 0 0,0-1 0 0,-3 1 0 16,3-3 0-16,-3 2 0 0,0 1 0 15,3 2 54-15,-2-3 8 0,2 3 2 0,-3 0 0 16,3 0-84-16,0-5-17 15,0 0-3-15,-3-5-1 0,3-4-95 0,0 1-20 0,0-5-3 16,-3-3-997-16</inkml:trace>
  <inkml:trace contextRef="#ctx0" brushRef="#br0" timeOffset="76463.823">21889 12436 2188 0,'-6'-16'48'0,"3"8"11"0,1-2 1 0,2-3 1 0,-3-3-49 0,3 0-12 0,0 0 0 0,0 3 0 15,0-3 105-15,3 5 19 0,-1 1 3 16,1-1 1-16,0 3-64 0,3 0-12 0,0 6-2 0,0-4-1 16,0 6-5-16,3 0-2 0,0 0 0 0,3 6 0 15,0-1-4-15,3 5-1 0,0 1 0 0,0 5 0 16,-1 2-29-16,1 4-8 0,3 1 0 0,-3 1 0 16,0 0 0-16,0 0 0 15,0 0 0-15,0-1 0 0,-3-1 0 0,-1-1 0 16,-2 0 0-16,0 3 0 0,-3-6 0 0,0 3 0 0,0-2 0 0,-3 2 0 15,0-2 0-15,-3-1 0 0,-3 1 0 0,0-1 0 16,-3-2-9-16,0 0-3 0,-3-3-1 0,-3 3 0 16,1-5 1-16,-4 2 1 0,0-2 0 0,-3-1 0 15,-3-2 11-15,3 0 0 0,-3-3 0 0,1-2 0 16,2 0 0-16,0-1 0 0,0-2 0 0,3-2-8 31,3-1-24-31,-3-2-5 0,9-3-1 0,-3 0 0 0,3-3 9 0,3 1 1 0,0-4 1 16,6 1 0-16,3-3-110 0,0 3-23 0,6-3-4 0,3 0-908 15</inkml:trace>
  <inkml:trace contextRef="#ctx0" brushRef="#br0" timeOffset="77370.576">23032 12648 1494 0,'0'0'32'0,"0"0"8"0,0 0 0 0,0 0 3 0,0 0-35 0,0 0-8 16,0 0 0-16,0 0 0 0,0 0 48 0,0 0 8 15,0 0 2-15,0 0 0 0,0 0-33 0,0 0-6 0,0 0-2 16,0 0 0-16,0 0-17 0,0 0 10 0,0 0-10 0,0 0 8 31,0 0-120-31,0 0-24 0,-17-16-4 0,11 8-2 0</inkml:trace>
  <inkml:trace contextRef="#ctx0" brushRef="#br0" timeOffset="79318.953">22315 12754 1267 0,'0'0'28'0,"0"0"5"0,-6 2 2 0,6-2 1 0,-6 3-36 0,6-3 0 0,-3 5 0 0,-3 1 0 15,6-6 109-15,0 0 15 0,0 5 4 0,0-5 0 16,0 5-52-16,0 0-9 0,0-5-3 0,3 6 0 16,0-1 4-16,0-2 1 0,3-1 0 0,-3 1 0 15,3 0-34-15,0-3-7 0,0 2-2 0,3-2 0 16,3 0 6-16,-3 0 0 0,3-2 1 0,3-1 0 16,-4 0-33-16,4 1 0 0,-3-4 0 0,0 1 0 15,3 2 0-15,-3-2 0 0,0 0 0 0,0 0 0 16,-3-1 0-16,0 1 0 0,-3-3 0 0,-1 3 0 15,-2-1 26-15,-3 1-2 0,0-3 0 0,0 3 0 16,-3 2 11-16,-2-2 1 0,-1-3 1 0,-3 5 0 16,-3-2-27-16,0 3-10 0,0-1 0 0,0 0 9 15,-6 3-9-15,3 0 0 0,0 0 0 0,-2 3 0 0,2 2 0 16,3 0 0-16,-3 1 0 0,3 2 0 16,0 2 0-16,3-2 0 0,0 5 0 0,0-2 0 15,3 2 20-15,0 3 3 0,0-3 0 0,3 3 0 0,0-3-37 0,0 3-7 16,0-2-2-16,3-1 0 0,0 0 23 0,3 0 0 15,-3-2 0-15,3-1 0 0,3 1 0 0,-3 0 0 16,6-1 0-16,-3-2 0 0,3 0 0 0,0 0 0 16,3 0 0-16,0-3 0 0,0-2 0 0,3-3 0 0,3 0 0 15,2-3 0-15,-2-2 0 0,3 0 0 0,3-6 0 0,0 0 0 32,0 1-209-32,-4-3-38 0,16-16-7 15,-9 5-2-15</inkml:trace>
  <inkml:trace contextRef="#ctx0" brushRef="#br0" timeOffset="80020.416">22782 12640 1245 0,'0'0'27'0,"0"0"5"0,0 0 2 0,0 0 2 0,0 0-28 0,0 0-8 0,0 0 0 0,0 0 0 15,3 3 95-15,-3-3 17 0,0 0 4 0,0 0 1 16,0 0-27-16,0 0-6 0,0 0 0 0,0 0-1 16,0 0-11-16,0 0-3 0,0 0 0 0,0 0 0 0,0 0-9 0,0 0-1 15,-3 2-1-15,-3 1 0 0,0 0-6 0,1-3 0 16,-4 2-1-16,3-2 0 0,-3 3-31 0,0-1-7 16,0 1-1-16,-3 0 0 0,0-1 42 0,3 4 8 15,0-1 2-15,0 3 0 0,0 0-52 0,0 2-12 16,0 1 0-16,4 2 0 0,-1 0 0 15,0 3 0-15,0-2 0 0,3 4 0 16,0-2-48-16,3 0-13 0,3 0-3 0,0 0 0 16,3-1 0-16,0-1 0 0,0-4 0 0,-1 1 0 15,7-1 0-15,-3-2 0 0,3 0 0 0,3 0 0 16,0-2 0-16,-3-1 0 0,3-5 0 0,3 3 0 0,-3-3 64 0,2 0 23 0,1 0-1 16,-3-3 0-16,0 0 5 0,0 1 1 15,-3-1 0-15,0-2 0 0,0 2 36 0,-3-2 8 0,-4 2 2 0,1-2 0 16,0-1-5-16,-3 1-1 0,3 0 0 0,-6 0 0 15,0 5-3-15,0-6-1 0,0 4 0 0,0 2 0 16,-3-6-26-16,-3 4-6 0,3-4 0 0,3 6-1 16,-6 0-11-16,1 0-3 0,-4 0 0 0,3 6 0 15,0-4-17-15,0 4 0 0,0-1 8 0,0 0-8 16,0 3 0-16,0 0 0 0,3 0 0 0,0 0 0 16,3 0-8-16,0 3-3 0,3-4 0 0,0 1 0 15,0 0-18 1,3 3-4-16,3-6-1 0,0 3 0 0,3-3-4 0,0 1-1 15,-1-4 0-15,4 4 0 0,0-4 8 0,0 1 2 0,0-3 0 0,-3 0 0 16,3 0 29-16,-3-5 0 0,0 2 0 0,-1-2 0 16,1-1 0-16,0-2 0 0,-3 3 0 0,3 0 0 0,-3-3 45 0,0 0 15 15,0 0 4-15,0 0 0 0,-3 0-52 16,0 0-12-16,0 0 0 0,-3-2 0 16,0-1 0-16,-3 1 0 0,0-4 0 0,-3 4 0 0,0-3 54 15,-3-1 8-15,0 1 2 0,0 0 0 0,-3 0-52 0,0 2-12 16,0 3 0-16,-3 0 0 0,3 0 0 0,-3 0 0 15,0 3 0-15,0 0 0 0,-2-1 0 0,2 1 0 16,0 2 0-16,-3 1 0 16,3-1-48-16,-3 1-13 0,6-1-3 0,-3 3 0 15,6-3-119-15,-3 3-24 0,3 0-5 0</inkml:trace>
  <inkml:trace contextRef="#ctx0" brushRef="#br0" timeOffset="81301.861">23518 12508 1720 0,'0'0'48'0,"0"0"12"0,0 0-48 0,0 0-12 15,3-3 0-15,-3 3 0 0,0 0 120 0,0 0 22 16,0 0 4-16,0 0 1 0,0 0-67 0,0 0-12 16,0 5-4-16,-3 1 0 0,3 2 0 0,-3 2 0 0,0-2 0 0,0 3 0 15,0 2-51-15,0 0-13 16,0 0 0-16,-3 3 0 0,3 3 54 0,0-1 8 16,-3 3 2-16,3 3 0 0,0 0-52 0,0 2-12 15,0 1 0-15,0-1 0 0,0-2 0 0,3 3 0 0,-3-6 0 16,0 0 0-1,3-2-48-15,0-1-13 0,0-2-3 0,0 0 0 0,0 0 52 0,0-3 12 16,3-5 0-16,-3 2 0 16,3-4-54-16,-3 2-8 0,3-3-2 0,-3-5 0 0,0 0 52 0,0 0 12 0,0 0 0 15,0 0 0-15,0 0 48 0,0 0 13 0,3-5 3 0,-3-1 0 16,0-2-52-16,0 3-12 0,-3-3 0 0,0-2 0 16,0 2 54-16,0 0 8 0,0 0 2 0,-3-3 0 15,-3 3-52-15,3-2-12 0,0-1 0 0,0 1 0 16,-3-1 54-16,3 0 8 0,-2 1 2 0,-4-1 0 15,3 3-52-15,-3 0-12 0,3 0 0 0,-3 0 0 16,0 3 0-16,0 3 0 0,0-1 0 0,3 3 0 16,0 3 0-16,0-3 0 0,1 2 0 0,2 3 0 15,0 1 0-15,0 2 0 0,0 0 0 0,3 0 0 16,0 2-48-16,3 1-13 16,0-3-3-16,0 2 0 0,6-2 52 0,-3 3 12 0,6-3 0 0,-3 2 0 15,5-2-54-15,-2-2-8 0,6 1-2 16,0-1 0-16,3-4 0 0,3 4 0 0,-3-4 0 0,3 1 0 0,-1 0 52 0,1-3 12 15,6 0 0-15,0 0 0 0,0-3-14 0,2 0 0 16,4-2 0-16,-3 2 0 0,3-2 14 0,-4 0 0 16,1 0 0-16,-3-3 0 0,-3 2 12 0,-3 1 4 15,-4 0 2-15,-2-3 0 0,-3 0 26 0,-3 3 6 0,-3-3 1 16,0-3 0-16,-3 3 14 0,0-3 3 0,-3 4 1 16,-3-4 0-16,0 0-13 0,0 1-4 15,-3 2 0-15,0 3 0 0,-3-3-22 0,0 5-5 16,0 0-1-16,-5 1 0 0,2-1-11 0,-6 6-2 15,0-1-1-15,0 6 0 0,3-2-10 0,-3 2 0 0,3 2 0 0,-2 1 0 16,5-1 0-16,0 3 0 0,6-2 0 16,0 0-11-1,3-1-17-15,0 1-4 0,3-1-1 0,3 1 0 16,3-3-27-16,0 3-4 0,3-4-2 0,3 1 0 16,2 0-34-16,-2-2-8 0,6-1 0 0,0-2-1 15,0-1 17-15,0 1 3 0,-3-3 1 0,3 0 0 0,-4-3 57 0,1 1 12 0,-3-1 3 0,0 0 0 16,0-2 27-16,-3 2 5 0,0-2 2 0,0 2 0 15,0-2 34-15,-3 2 6 0,0-2 2 0,0 3 0 16,0-4 8-16,0 1 3 0,0 0 0 0,-4 2 0 16,4-2-5-16,0 2-1 0,0-2 0 0,0-1 0 15,0 1-13-15,3 0-4 0,-3 0 0 0,3-1 0 0,3 4-21 0,0-1-5 16,-3 0-1-16,3 3 0 0,0 0-12 0,-3 0-9 16,2 6 12-16,-2-4-12 0,3 6 8 15,-3 0-8-15,0 0 0 0,0 3 0 0,0-1 0 0,-3 4 0 16,3-1 0-16,-3 3 0 15,0-3-31-15,0 0-9 0,-3 3-3 16,3-3 0-16,-3 0-31 0,0 1-6 0,0-1-2 0,-3 0 0 16,0-2 28-16,0-1 6 0,0-2 0 0,0 0 1 0,0 0 35 0,0-8 12 15,0 0 0-15,0 0-9 0,0 0 30 0,0 0 7 0,0 0 0 16,0 0 1-16,-3-5 34 0,3-3 6 16,0 3 2-16,0-3 0 0,3-3-10 15,-3 3-1-15,3-2-1 0,0-1 0 0,3 0-23 0,-1 1-4 0,-2-3 0 16,3 2-1-16,3-5-18 0,0 3-3 0,0 0-1 15,0-3 0-15,3 3-9 0,0-3 8 0,0-3-8 0,3-2 8 16,0 0-8-16,2 0 0 0,-2-3 0 0,3 0 0 16,3 0 0-16,-3 3 0 0,0 0 8 0,3 2-8 31,-1 1-62-31,1 2-14 0,0 0-4 0,0 3 0 16,3 0-100-16,0-1-20 0,-4-2-4 0,1 1 0 0</inkml:trace>
  <inkml:trace contextRef="#ctx0" brushRef="#br0" timeOffset="82854.674">17561 4419 1267 0,'0'0'28'0,"-6"-3"5"0,1 3 2 0,-1-5 1 0,0 2-36 0,0 1 0 0,0-4 0 0,0 4 0 16,0-4 109-16,0 1 15 0,0 0 4 0,0 2 0 15,3-2-11-15,0 2-1 0,3 3-1 0,0 0 0 16,-3-5-48-16,3 5-10 0,0 0-1 0,0 0-1 16,0 0-27-16,0 0-4 0,3-5-2 0,3 2 0 15,3 0 34-15,0 3 6 0,3-2 2 0,6 2 0 16,-1-3-64-16,1 3-10 0,3 0-3 0,6 0-1 16,-3-5 14-16,3 5 12 0,-4-3-3 0,4 3 0 15,3 0-9-15,-3 0 10 0,2-5-10 0,4 2 10 16,-3 3-10-16,0-3 0 0,-1 1 0 0,-2-1 0 15,0 1 0-15,-6 2-11 0,0-3 3 0,-3 0 0 0,-4 1-8 0,-2 2-2 16,-3 0 0-16,-3-3 0 0,0 3-5 0,-6 0-1 16,0 0 0-16,0 0 0 15,0 0-8-15,-6 3-1 0,-3-1-1 0,0 1 0 16,-3 0-2-16,-2 2-1 0,-1-3 0 0,0 4 0 16,-3-1 7-16,-3-2 2 0,3 2 0 15,-3-2 0-15,1-1-12 0,-4 4-3 0,3-4 0 0,-3 4 0 16,0-1 35-16,1 0 8 0,-1-2 0 0,-3 2 0 0,3-2 19 0,0 2 5 15,3 0 2-15,1 1 0 0,-1-1 2 0,6 0 0 16,-3-2 0-16,6-1 0 0,0 1-15 0,3 0-2 16,3-3-1-16,6 0 0 0,0 0 38 0,0 0 7 0,0 0 1 0,0 0 1 15,6 5-40-15,3-2-8 0,0-1-1 0,3-2-8 16,0 0 46-16,6 0 2 0,0 0 1 0,0 0 0 16,2-2-31-16,1 2-6 0,0-3-2 15,0 0 0-15,3-2-10 0,0 2 10 0,-1-2-10 0,7 0 10 31,-3-3-166-31,3 0-32 0,35-5-8 0,-20 0 0 0</inkml:trace>
  <inkml:trace contextRef="#ctx0" brushRef="#br0" timeOffset="83434.184">20770 4363 1587 0,'0'0'35'0,"0"0"7"0,-6 0 2 0,6 0 0 0,0 0-35 0,0 0-9 0,0 0 0 0,-6 3 0 16,6-3 84-16,0 0 16 0,0 0 2 0,0 0 1 15,0 0-27-15,0 5-6 0,3 3-1 0,3-5 0 0,0 2-8 0,3-5-1 16,3 3-1-16,3-1 0 15,0-2-47-15,3 3-12 0,0-3 0 0,2 3 0 0,4-3 53 0,-3 0 9 16,0-3 2-16,3 3 0 16,-4-3-52-16,4 3-12 0,-3 0 0 0,3-2 0 0,-3 2 0 0,0-3 0 15,-1 3 0-15,1 0 0 16,-3-5-41 0,0 2-11-16,-3 3-3 0,-3 0 0 0,0-5-156 0,0 5-31 0</inkml:trace>
  <inkml:trace contextRef="#ctx0" brushRef="#br0" timeOffset="105539.748">18684 14648 1728 0,'-3'6'38'0,"0"-1"8"0,-3 8 50 0,3-5-87 0,3 3-9 0,-3-3 0 0,3 5 0 16,0 0 46-16,-3 0 7 15,3 6 2-15,0-1 0 0,3 3-37 0,-3 3-7 0,3 0-2 0,0 0 0 16,0 0-9-16,0-3 0 0,0 3 0 0,0-3 0 16,0 3 0-16,0-3 0 0,0 3 0 0,0-1 0 15,-1 1 0-15,1 0 0 0,0 0 0 0,0 2 0 16,-3-4 0-16,3 1 0 0,-3-2 0 16,0-2 0-16,0-3 25 0,3 0 3 0,-3-3 1 0,0-2 0 15,-3-3-4-15,3-1-1 16,0-7 0-16,0 0 0 0,0 0-11 0,0 0-2 0,-3-7-1 0,-3-1 0 15,3-6-10-15,3-2 0 0,-2-5 0 0,-1 0 0 16,3-3 0-16,0-2 0 0,0-1 0 0,0 1 0 16,0-1 56-16,0 1 7 0,0 0 1 0,0-4 0 15,0-1 0-15,3-1 0 0,-3-5 0 0,2 0 0 16,1 0-52-16,3 0-12 0,-3 5 0 0,3 0 0 16,3 3 54-16,3 5 8 0,0 1 2 0,0 1 0 0,3 1-47 15,3 3-9-15,0-3-8 0,-1 2 12 0,1-2-12 0,0 2 0 16,0 1 0-16,0 2 0 15,0 3 8-15,-3-1-8 0,0 4 0 0,-4 2 8 16,1 0-8-16,-3 3 0 0,0 5 9 0,0 0-9 16,0 0 12-16,0 2-1 0,-3 4-1 0,-3-1 0 0,3 6-2 0,-6-1 0 15,3 1 0-15,-3 2 0 0,-3 0-8 0,3 0 0 16,-3 1 0-16,-3 1-11 0,0-4-1 0,0 2 0 16,-6 3 0-16,3-3 0 0,-3 3-9 0,0 3-3 15,-2-1 0-15,-4-2 0 0,-3 3 12 0,0-1 1 16,0 3 1-16,0 1 0 0,3-1 10 0,-2 0 0 0,2 0 0 15,-3 0-8-15,6-2 23 0,3-3 5 0,0 0 0 16,0-1 1-16,6-1-21 0,0-4 0 0,0 1 0 0,3-3 0 16,3 0 0-16,0-3 0 0,3 3 0 0,3-3 0 15,0 0 0-15,0-2 0 0,6 2 0 0,0-2 0 16,3 0-8-16,0 2-7 0,6-5-1 16,0 3 0-16,-1-1 24 0,1 1 5 15,0-3 1-15,0 3 0 0,0-1-5 0,0 1-1 16,-4 2 0-16,1 0 0 0,-3 1-8 0,3-1 0 0,0 3-12 0,0 3 12 15,0-3 0-15,-4 2 0 0,4 1 0 0,-3-1 0 16,3 1 0-16,-3 2 0 0,0-2 0 0,0 2 0 16,0 0-9-16,-3 0 9 0,-1 1 0 0,-2-1 0 31,3-3-148-31,-3-2-22 0,0 0-5 0</inkml:trace>
  <inkml:trace contextRef="#ctx0" brushRef="#br0" timeOffset="105892.774">19672 14918 1690 0,'0'0'48'0,"0"0"11"0,0 0-47 0,0 0-12 0,0 0 0 0,6-3 0 15,-3 1 78-15,-3 2 14 16,0 0 2-16,0 0 1 0,3-3-13 0,-3 3-2 0,0 0-1 0,0 0 0 16,0 0-9-16,0 0-2 15,0 0 0-15,0 5 0 0,0 3-20 0,0 0-5 0,-3 0-1 0,-3 0 0 16,3 0-10-16,-3 3-1 0,0-3-1 0,0 2 0 16,-3 1-10-16,0-1-3 0,-3 1 0 0,0 2 0 15,0 3-1-15,-2 0 0 0,-1 0 0 0,0 5 0 16,-3 0-16-16,3 3 0 0,-3 3 0 0,3-1 0 15,0 0 0-15,1-2 0 0,2-3 0 0,0 1 0 32,-3-4-37-32,6-2-11 0,-3 0-3 0,0-3 0 0,0 0-83 15,0-5-17-15,0 3-3 0,0-3-890 0</inkml:trace>
  <inkml:trace contextRef="#ctx0" brushRef="#br0" timeOffset="106164.294">19389 14945 2419 0,'0'0'53'0,"0"0"11"0,0 0 3 0,0 0 1 0,0 0-55 0,0 0-13 15,0 0 0-15,0 0 0 0,0 0 54 0,0 0 8 16,3 5 2-16,0 3 0 16,3 0 0-16,-3 0 0 0,3 5 0 0,3 0 0 0,3 3-19 0,0 3-3 15,3-1-1-15,5 6 0 0,4 2-14 0,3 6-3 16,3 5-1-16,5 5 0 0,-2-2-2 0,3-3 0 15,-3-2 0-15,-1 2 0 0,1-3-7 0,0 0-2 0,3 9 0 0,5-1 0 16,1 3-12-16,-3-5 8 0,2-3-8 0,1-3 0 16,-6-5 0-16,-4-7 0 0,-2-1-8 0,3-5 8 31,-3-6-184-31,-1-2-31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30:25.66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20103 2053 1674 0,'0'0'36'0,"0"0"8"0,0 0 2 0,0 0 2 0,0 0-39 0,0 0-9 0,0 0 0 0,0 0 0 16,-3 8 80-16,0-5 13 0,3 5 3 0,0 2 1 15,0-2-41-15,0 3-8 0,3 2-1 0,-3 3-1 16,3 0 14-16,0 2 4 0,0 1 0 0,0-1 0 16,0 4-52-16,0-6-12 0,3-1 0 0,-3 1 0 15,3 0 0-15,0 3 0 0,0-3 0 0,0-3 0 16,0-3 0-16,-3 4 0 0,3-1 0 0,0-5 0 16,0 0 0-16,-3 0 0 0,0 0 0 0,0-3 0 15,0-2 8-15,-3-3-8 0,0 0 0 0,0 0 9 0,0 0 1 16,0 0 0-16,0 0 0 0,0 0 0 0,3-3 32 0,-3-5 6 15,0-3 2-15,-3 1 0 0,3 2-40 16,-3-5-10-16,3-1 0 0,0 4 0 0,-3-3 0 0,3-3 0 16,-3-6 0-16,3 7 0 0,0-7 9 15,0 1 0-15,0 0 0 0,3 0 0 0,-3 2-1 0,3-2-8 16,3 5 12-16,-3-2-4 0,3 2-19 16,3 0-4-16,-3 8-1 0,2-5 0 0,1 5 16 0,0 0 0 15,3 3 0-15,0 2 0 0,3-5 0 0,-3 8 0 16,3 0 0-16,-3 0 0 0,3 0 28 0,0 8 9 0,-1-5 2 0,-2 5 0 15,0 2-27-15,0 1-4 0,0 7-8 0,-6-2 11 16,3 5-11-16,-3 3 8 0,0-3-8 0,-3 9 8 16,0-7 6-16,-3 6 1 0,3-7 0 0,-6 1 0 15,3-1-26-15,-3-1-5 0,-3 3 0 0,3-3-1 16,-3-5-5-16,0 0-1 0,0 2 0 0,0-2 0 31,0 0-93-31,0 0-20 0,0-3-3 0,6-3-937 0</inkml:trace>
  <inkml:trace contextRef="#ctx0" brushRef="#br0" timeOffset="211.392">20553 2371 1728 0,'0'0'49'0,"0"0"11"0,0 0-48 0,0 0-12 0,0 0 0 0,0-5 0 15,3-1 118-15,-3 6 22 0,6-2 4 0,-3 2 0 16,3 0-9-16,3-6-3 0,-3 6 0 0,3 0 0 0,-3 0-57 0,2 0-12 15,1 0-3-15,0 0 0 0,0 0-45 0,0 0-15 16,3 0 8-16,0 0-8 0,0 0 0 0,6 0 0 16,-3-2 0-16,0 2 0 15,2-6-152-15,4 4-35 0,0 2-6 0,3-6-2 0</inkml:trace>
  <inkml:trace contextRef="#ctx0" brushRef="#br0" timeOffset="464.121">21345 1958 2188 0,'-3'-5'48'0,"0"-3"11"0,3 5 1 0,0-7 1 0,-3 7-49 0,3-5-12 0,0 3 0 0,0 5 0 16,0 0 105-16,0 0 19 0,0 0 3 16,0 0 1-16,0 0-52 0,0 0-9 0,3 5-3 0,0 3 0 15,-3 0-51-15,3 5-13 0,-3 3 0 0,0-3 0 16,0 3 0-16,0 0 0 0,0 5 0 0,-3 0 0 15,0-2 0-15,3 2 0 0,0 5 0 0,-3-2 0 16,3 0 0-16,-3 3 0 0,0-4 0 0,0 1 0 16,0-3-203-16,0 0-43 0,-3 1-9 15,3-1-1-15</inkml:trace>
  <inkml:trace contextRef="#ctx0" brushRef="#br0" timeOffset="938.404">21297 2297 1728 0,'-9'-8'38'0,"0"2"8"0,0-7 2 0,0 3 0 0,-3-1-39 0,4 1-9 16,-1 2 0-16,-3-6 0 0,6 6 114 0,0 0 21 15,3 1 4-15,0 1 1 16,3 1-71-16,3 2-13 0,3-2-4 0,3 2 0 0,3-2 10 0,-1 2 2 16,7 3 0-16,0-5 0 0,0 2-52 0,3 3-12 15,3 0 0-15,-3-5 0 0,2 3 0 0,-2-1 0 16,6 0 0-16,0-2 0 0,0 2 0 0,-1 3 0 0,7 0 0 0,-3 0 0 15,-3 0 26-15,-4 0 2 0,4 0 1 0,-6 8 0 32,0-8-46-32,-6 6-10 0,0 1-1 0,-3-4-1 0,-3 5 29 0,-4-3 0 15,1 3 0-15,-6 6 0 0,3-7 0 0,-6 4 0 0,3 0 0 0,-6 5 0 16,1-9 0-16,-1 7 0 16,0-4 0-16,0 3 0 0,3 1 0 0,0-6 0 0,0 0 0 0,0 2 0 15,3 1 0-15,0-3 0 0,3 0 0 0,0-6 0 31,3 6-57-31,0-5-6 0,3 5-1 0,2-8 0 0,-2 0 52 0,0 0 12 0,0 0 0 0,3-5 0 16,0 2 48-16,0-2 13 0,0-1 3 0,0-2 0 16,3 0-52-16,0 0-12 0,-1 1 0 0,1-7 0 15,0-2 0-15,-3 3 0 0,3-5 0 0,0-1 0 16,-3 1 59-16,0-4 9 0,0 1 1 0,-6 5 1 16,0-5-34-16,-1 0-6 0,-5 5-2 0,-3 0 0 15,1 3-9-15,-4 5-3 0,0-5 0 0,-6 5 0 0,0 0-16 16,-3 3 0-16,-3 2 8 0,0 3-8 15,-3 0-38-15,1 0-11 0,-1 3-3 0,0 2 0 16,0-2-112-16,-3-1-22 0,0 6-5 0,1-8-1 0</inkml:trace>
  <inkml:trace contextRef="#ctx0" brushRef="#br0" timeOffset="1488.124">22395 2233 1810 0,'0'0'40'0,"-6"6"8"0,6-6 1 0,0 0 3 0,0 0-42 0,0 0-10 16,0 0 0-16,0 0 0 0,0 0 94 0,0 0 17 15,0 0 3-15,0 0 1 0,6 0-37 0,3 2-7 16,-3-2-2-16,3 0 0 0,3 0-17 0,0 0-4 15,0 0-1-15,3 0 0 0,-3-2-20 0,6 2-4 0,-3 0-1 0,-1 0 0 16,4 0-14-16,-3 0-8 0,0 0 8 0,0 0-8 16,3-6 0-16,0 6 0 0,-4-2 0 0,1 2 0 31,3 0-73-31,-3-6-19 0,3 4-4 0,-3-4-656 16,-3 1-132-16</inkml:trace>
  <inkml:trace contextRef="#ctx0" brushRef="#br0" timeOffset="1875.564">22893 2056 1497 0,'3'-3'32'0,"-1"-2"8"0,4 0 0 0,0 2 4 0,3-2-36 0,-3-3-8 0,3 5 0 0,0-2 0 16,3-3 125-16,-3 3 23 0,0 2 5 0,3-2 1 16,-3 2-42-16,0-2-8 0,0 2-1 0,0 3-1 15,-1-5-30-15,4 2-7 0,-3 3-1 0,0 0 0 16,3 0-51-16,-3 0-13 0,0 0 0 0,0 3 0 15,0-3 0-15,0 5 0 0,-3-5 0 0,3 8 0 0,-6-8 0 0,3 8 0 16,-6-5 0-16,3 2 0 0,-6 3 0 0,0 0 0 16,0 0 0-16,-3 5 0 0,-3 0 0 0,3-2 0 15,-3 2 0-15,-3 3 0 0,3-3 0 0,0 3 0 16,-3 0 0-16,3 2 0 16,0-7 0-16,0 8 0 0,3-9 0 0,-2 3 0 0,-1 1 0 15,3-6 0-15,3 2 0 0,0 1 0 0,3-3 0 0,-3 0 0 16,6-1 0-16,-3-1 0 0,3 2 0 0,3 0 0 15,-3-8 0-15,3 2 0 0,2 4 0 0,1-4 0 16,0-2 0-16,0 0 0 0,3 0 0 0,0 0 0 16,3 0 0-16,0 0 0 0,3-2 0 0,0 2 0 0,-1-6 0 15,1 4 0 1,0-4-24-16,0 4-7 0,0-4-1 0,3 1-1 16,-6 2-6-16,-1-4-1 0,1-1 0 0,-3 0 0 15,0 2-148-15,0-2-31 0</inkml:trace>
  <inkml:trace contextRef="#ctx0" brushRef="#br0" timeOffset="2406.933">23303 1672 1578 0,'0'0'44'0,"0"-8"12"0,3 6-45 16,0-4-11-16,3-2 0 0,0 3 0 0,0 3 113 0,3-4 21 15,0 4 4-15,0 2 1 0,3-6-33 0,-3 4-6 16,0 2-2-16,0 0 0 0,0 0-36 0,-1 0-7 16,1 0-2-16,0 2 0 0,0 4-21 0,3-4-5 15,-3 6-1-15,0 0 0 0,-3 5-18 16,3 1-8-16,-3 1 8 0,3 7-8 0,-3-1 0 16,0 3 8-16,0-1-8 0,0 4 0 0,-3-3 0 0,0-3-9 15,0-5 0-15,-3 5 0 0,0-8-12 0,-3 3-3 16,0 0 0-16,-3-3 0 0,3-5 39 0,-3 0 7 15,0 0 2-15,0-3 0 0,0 3-24 0,6-8 0 0,-3 0 0 16,3 0 0-16,0 0 0 0,-6 0 0 0,3-5 0 0,0-3 0 16,3 3 0-16,0-3 0 0,0-3 0 0,3 3 0 15,0-5 0-15,3-3 0 0,0 3 0 0,0-8 0 16,3 5 0-16,0-8 0 0,0 3 0 16,2-6 0-16,1 1 0 0,0 5 0 0,3-6 0 0,3 9-12 15,-3-3 12-15,0-1 16 0,3 7-4 0,-3-1-1 16,-1 2 2-16,1 6 1 0,0-5 0 0,-3 5 0 15,0 3-6-15,-3 2 0 0,3-2-8 0,-3 5 12 16,3 0 0-16,-6 5-1 0,3-2 0 0,-4 8 0 16,1-3 0-16,-3 2 0 0,0 3 0 0,0 1 0 15,0 1-3-15,0-1-8 0,0 4 12 0,-3 1-4 16,0-1-8-16,3 3 8 0,-3 1-8 0,0-1 8 16,0-5-8-16,0 0 0 0,0-1 0 0,0 4 8 15,0-9-21-15,0 4-5 0,0-1-1 0,0-2 0 16,0 2-108-16,0 0-21 0,0-5-5 15,0 5-939-15</inkml:trace>
  <inkml:trace contextRef="#ctx0" brushRef="#br0" timeOffset="29832.019">19895 5295 1552 0,'0'0'44'0,"0"0"10"0,0 0-43 0,-3 0-11 0,3 0 0 0,-6-8 0 16,0 8 99-16,6 0 17 0,0 0 4 0,-6-3 1 15,6 3-40-15,0 0-8 0,-3 0-1 0,3 0-1 16,-6 3-57-16,6-3-14 0,0 0 0 0,-6 8 0 16,0-6 34-16,3 4 4 0,-3 2 1 0,4-1 0 15,2 4-11-15,-3 2-3 0,0 1 0 0,3 1 0 16,-3 1-39-16,3 0-8 0,0 3-2 0,0-3 0 16,0 2 39-16,3-2 7 0,0 0 2 0,0 0 0 31,-1-3-71-31,4 0-13 0,0-2-4 0,3-1 0 0,-3-2 42 0,0 0 8 0,3 0 2 0,0-3 0 15,0 1-4-15,3-4 0 0,-3 1 0 0,0-3 0 16,3 0 16-16,3 0 0 0,-4-3 0 0,4-2 0 16,-3 2 16-16,0-2 5 0,3-3 2 0,-3 3 0 0,-3-3 37 15,3 0 7-15,-3-3 1 0,0 3 1 16,0-5-13-16,-3 3-4 0,-1-1 0 0,-2-2 0 0,0 0-32 0,0-1-6 16,-3-1-2-16,-3 1 0 0,0-2 38 0,0 1 7 15,-2 1 2-15,-4 1 0 0,3 0-42 0,-3 2-8 16,3-2-1-16,-6 5-8 0,3 0 0 0,0 0 0 15,-3 3 0-15,0 0 0 0,0-1-13 0,3 4-3 0,-3 2-1 16,1-3 0 0,-1 3-38-16,3 3-7 0,-3-3-2 0,3 8 0 15,3-6-156-15,-3 1-32 0</inkml:trace>
  <inkml:trace contextRef="#ctx0" brushRef="#br0" timeOffset="30626.481">19943 6252 1807 0,'0'0'40'0,"0"0"8"0,0 0 1 0,0 0 2 0,0 0-41 0,0 0-10 0,-6 0 0 0,6 0 0 16,-6 0 72-16,3 0 12 0,3 0 2 0,-6 3 1 15,0 0-34-15,0-1-6 0,3 4-2 0,-3 2 0 16,0-3-23-16,3 3-5 0,-3 0-1 0,3 2 0 16,0 1-7-16,0 0-1 0,0-3-8 0,0 5 12 15,0-3-12-15,3 1 0 0,0 0 0 0,-3-1 0 16,3-2 0-16,0 3 0 0,3-3 0 0,-3 2 0 15,3 1 0-15,0-3 0 0,0 0 0 0,0 0 0 0,0-1 0 16,0 1 0-16,3-2 0 0,-3-1 0 0,3 0 0 16,0 1 0-16,0-4-8 0,0 1 8 0,3 0 0 15,0-3 0-15,0 0 0 0,3 0 0 16,-3-3 0-16,2 3 0 0,1-3 0 0,0 1 0 0,0-1 0 0,0 0 12 16,0-2-1-16,0 0-1 0,0 2 22 0,-3-5 4 15,3 3 0-15,-3-3 1 0,-4 0 7 0,1 3 2 16,0-3 0-16,-3 0 0 0,0 0-3 15,0 0-1-15,-3 0 0 0,0-3 0 0,0 3-14 0,-3 1-4 16,0-4 0-16,0 3 0 0,-3 0-9 0,0-3-3 0,1 4 0 0,-4-1 0 16,3 0-12-16,-3 0 0 0,0 2 8 15,0-2-8-15,0 1 0 0,0 1 0 0,0 1 0 16,0-3 0 0,-3 3-38-16,3-3-1 0,0 2 0 0,0 1 0 15,1 3-96-15,-1-4-19 0,0 4-4 0,3-1-938 0</inkml:trace>
  <inkml:trace contextRef="#ctx0" brushRef="#br0" timeOffset="39243.234">24295 4604 1353 0,'0'0'29'0,"0"0"7"0,0 0 0 0,-3-5 4 0,3-1-32 0,0 1-8 0,0 0 0 0,0 0 0 16,-3-1 104-16,3 1 20 0,0 0 4 0,0-1 1 15,0 6-37-15,0-5-8 0,0 0-2 0,3 0 0 16,-3 5-20-16,0-3-4 0,0 3-1 0,3-5 0 15,-3 5-16-15,0 0-3 0,0 0-1 0,0 0 0 16,0-6-12-16,0 6-2 0,0 0-1 0,0 0 0 16,0 0-8-16,0 0-2 0,0 0 0 0,0 0 0 15,0 0-4-15,0 0 0 0,0 8-8 0,0 0 12 16,0 0-12-16,0 3 0 0,0-3 8 0,0 5-8 0,0 0 0 0,0-2 0 16,0 5 0-16,0-3 0 15,0 0 0-15,0 0 0 0,2 0 0 0,-2 1 0 0,0-1 0 16,0-2 0-16,0-1 0 0,3 1 0 0,-3-3-9 15,0 0 9-15,3 0-13 0,-3-1 5 0,0-1 0 0,3-1 0 16,-3-5 0-16,0 5 0 0,0-5 8 16,0 0 0-16,0 3 0 0,0-3 0 0,0 0 0 15,0 0 0-15,0 0 0 0,0 0 0 0,0 0 0 0,0 0 0 16,0 0 0-16,0 0 0 0,0 0 0 0,0 0 0 16,0 0 0-16,0-5 8 0,0-1-8 0,0-2 0 15,0 1 0-15,0-1 8 0,0-3-8 0,-3 0 0 0,3-2 8 16,-3 0-8-16,3 0 9 0,0-3-9 0,0 3 12 0,-3-3-12 15,3 2 10-15,0-4-10 0,-2 5 8 0,2 0-8 16,-3-1 8-16,0 4-8 0,3-1 0 0,-3 3 8 16,3 0-8-16,0 0 0 0,-3 3 0 0,3 2 8 15,0-5-8-15,0 8 0 16,0 0 9-16,0 0-9 0,0 0 0 0,0 0 9 0,0 0-9 0,0 0 0 16,0 0 9-16,0 0-9 0,0 0 0 0,0 0 9 15,0 8-9-15,0 0 0 0,3-2 9 0,-3 4-9 16,0 3 0-16,3-2 9 0,-3 0-9 0,0 4 0 15,3-4 8-15,0 2-8 0,-3 3 0 0,0-3 0 16,2 3 8-16,-2-3-8 0,0-2 0 0,3 2 0 16,-3-2 9-16,3-1-9 0,-3 4 0 0,3-9 9 15,0 3-9-15,-3 0 0 0,3 0 0 0,-3 0 0 16,0-6 0-16,3 4 0 0,-3-6 0 0,3 5 0 16,-3-5-39-16,0 0-3 0,3 3-1 0,0 2-731 15,3-5-146-15</inkml:trace>
  <inkml:trace contextRef="#ctx0" brushRef="#br0" timeOffset="42878.203">24271 5435 1362 0,'0'0'38'0,"0"0"10"0,0 0-39 0,-6 0-9 0,6 0 0 0,-6 0 0 16,3 0 107-16,-3 3 19 0,6-3 4 0,-6 0 1 15,0 2-42-15,0 1-8 0,0-1-1 0,0 1-1 16,0 2-22-16,0 1-4 0,0-1-1 0,3 0 0 16,-3 3-16-16,3 3-4 0,-3-1-1 0,0 1 0 15,3 0-13-15,0 2-2 0,-2-3-1 0,2 4 0 16,0-1-15-16,0 0 11 0,0 0-11 0,3 1 10 15,-3-1-10-15,3 0 0 0,0 0 0 0,0-2 0 16,3-1 0-16,-3-2 0 0,3 0 0 0,3 0 0 0,-3 3 0 16,2-6 0-16,1 3 0 0,0-5 0 15,3 2 8-15,-3-2 0 0,3-3 0 0,0 2 0 16,0-2 20-16,0-2 4 0,0-1 1 0,-3 0 0 16,3-2 12-16,0 2 3 0,3-5 0 0,-3 0 0 0,-1 1-6 15,1-1-1-15,0 0 0 0,0 0 0 0,-3-3-6 16,0 1-2-16,0-4 0 0,-3 4 0 0,0-1-7 0,-3 1-2 15,0-4 0-15,-3 1 0 0,0 0-9 0,0 0-3 16,-3-1 0-16,0 1 0 0,0 0-12 0,0 0 0 16,0 2 8-16,0 1-8 0,0-1 0 0,-2 3 0 15,2 0 0-15,-3 3 0 0,3 0-13 0,0 2-3 16,0 3 0-16,0-5 0 16,0 5-32-16,0 5-6 0,0-2-2 0,0-1 0 15,0 6-132-15,3 0-28 0,-3 0-4 0</inkml:trace>
  <inkml:trace contextRef="#ctx0" brushRef="#br0" timeOffset="43643.652">24232 6430 1630 0,'0'0'36'0,"0"0"7"0,0 0 1 0,-6 5 3 0,0-2-38 0,0 2-9 0,3-2 0 0,-3 2 0 15,0 0 75-15,3 3 13 0,-6-3 2 0,3 1 1 16,0 2-34-16,1 0-6 0,-1-3-2 0,0 3 0 16,0 0-16-16,3 0-3 0,-3 2-1 0,0-2 0 15,0 3-9-15,0 2-1 0,3-2-1 0,0 2 0 16,0 0-8-16,0 0-2 0,0 1 0 0,3-1 0 15,0 0-8-15,0 3 8 0,0-3-8 0,0 0 8 16,3-2-8-16,0 0 10 0,0-1-10 0,0-2 10 16,3 3 1-16,0-3 0 0,0 0 0 0,0-3 0 0,3-3 13 15,0 4 2-15,-1-4 1 0,1 1 0 16,3-3 9-16,-3 0 3 0,0 0 0 0,0-3 0 16,0 1 6-16,3-4 2 0,-3-1 0 0,0 1 0 15,3-2 0-15,-3 0 0 0,0-2 0 0,2-1 0 0,-2 1-14 16,0-4-2-16,0 1-1 0,0 0 0 0,-3-3-5 0,-3 0-1 15,3 3 0-15,-3-3 0 0,-3 3-8 0,0 0-3 16,0 2 0-16,0-2 0 0,-3 2 16 0,-3 1 3 16,0-1 1-16,0 3 0 0,0 0-46 0,-3-2-10 15,3 2-1-15,-3 0-1 16,1 2 25-16,-1 1-8 0,0 0 8 0,0 0 0 0,-3 2-19 0,3 0 2 0,0-2 0 16,-3 2 0-1,0 1-27-15,0 2-4 0,0 0-2 0,-3 0 0 16,4 2-101-16,-1 1-20 0,0 0-4 0,3-1-983 0</inkml:trace>
  <inkml:trace contextRef="#ctx0" brushRef="#br0" timeOffset="47011.913">24333 7345 1354 0,'0'0'38'0,"0"0"10"0,0 0-39 0,0 0-9 15,0 0 0-15,-3-2 0 0,3 2 132 0,-3-6 25 16,3 1 5-16,0 5 1 0,-3-5-42 0,3 5-8 0,-3-6-1 0,3 6-1 15,0-5-31-15,0 5-7 0,-3-2-1 0,3 2 0 16,-3-6-22-16,3 6-5 0,-6-2-1 0,6 2 0 16,-3-3-16-16,3 3-3 0,-6-3-1 0,1 3 0 15,5 0-13-15,-9 0-3 0,3 3-8 16,0 0 12-16,3-1-12 0,3-2 8 0,-6 6-8 16,0-4 0-16,3 6 0 0,-3-3 0 0,3 3 0 15,0-2 0-15,0 2 0 0,0 0 0 0,3 2 0 0,-3-2 0 16,3 0 0-16,0 0 0 0,0 0 0 0,0 0 0 15,3 0 0-15,-3 0 0 0,3 0 0 0,0 0 0 16,0-3-8-16,3-3 8 0,-3 4 0 0,3-4 0 16,0 4-8-16,3-4 8 0,-3-2 0 0,3 0 0 15,-1 0-8-15,1-2 8 0,0 2 0 0,3-3 0 16,-3-2 0-16,0 2 0 0,3 0 0 0,-3 1 0 16,3-3 0-16,-3-1 0 0,-3 4 0 0,3-4 0 15,-3 1 13-15,0 0 3 0,-3-1 1 0,2 4 0 16,-2-6 12-16,-3 3 3 0,0-1 0 0,0-2 0 0,0 3-4 15,0-3 0-15,-3 0 0 0,1 0 0 0,-1 3-9 0,0 0-3 16,0-3 0-16,-3 2 0 0,3 1-8 0,0-3-8 16,-6 3 12-16,6 0-12 15,-3-1 8-15,0 1-8 0,3 2 0 0,-3 1 0 16,3-1 0-16,-3 0 0 0,3 1 0 0,-3-1 0 16,0 3-13-16,0 0-7 0,3-3 0 0,-3 3-1 15,6 0-80-15,-6 3-16 0,6-3-3 0,-9 5-723 16,3 1-144-16</inkml:trace>
  <inkml:trace contextRef="#ctx0" brushRef="#br0" timeOffset="48885.987">20446 5289 1544 0,'0'0'34'0,"0"0"7"0,0 0 2 0,0-5 0 0,0 5-35 0,0-5-8 0,0 5 0 0,-3-3 0 0,3 3 117 0,0 0 22 15,-3-5 4-15,3 5 1 0,-6-3-46 0,0 1-9 16,6 2-1-16,-6 0-1 0,0 0-31 0,0 0-5 16,0 2-2-16,6-2 0 0,-6 3-22 0,0-1-5 0,0 1-1 0,0 2 0 15,3 1-12-15,-3 2-9 0,3-3 12 0,0 0-12 16,3 3 8-16,-3 0-8 0,3 3 0 0,0-1 0 15,0-2 0-15,3 3 0 0,0-1 0 0,0 1 0 16,0 0 0-16,0-1 0 0,3-2 0 0,0 0 0 16,0 0 0-16,0 3 0 0,3-4 0 0,0-1-9 15,0-1 9-15,0-2 0 0,0-1 0 16,0 1-8-16,3-3 8 0,-3 0 0 0,2 0 8 0,-2-3-8 16,3 3 0-16,0-5 8 0,-3 0-8 0,3-1 0 15,-3-1 31-15,0-1 1 0,0 0 1 0,0 0 0 16,-3 0 3-16,3 0 0 0,-6 0 0 0,3 0 0 15,-3 0-4-15,-1 0 0 0,1 0 0 0,-3 0 0 16,0 0-10-16,0 0-2 0,-3 0-1 0,1-2 0 16,-1 2-10-16,0 0-1 0,-3 3-8 0,0-3 12 15,0 2-12-15,0 1 8 0,0 0-8 0,-3 0 0 0,0 2 0 16,0 0-8-16,0 1-1 0,0 2 0 16,-3 0-27-16,3 0-4 0,-3 2-2 0,1 1 0 15,2 0-93-15,0 2-18 0,-3 0-4 0,3-2-991 16</inkml:trace>
  <inkml:trace contextRef="#ctx0" brushRef="#br0" timeOffset="49632.182">20404 6837 1360 0,'0'0'30'0,"0"0"6"0,0 0 2 0,0 0 0 0,0 0-30 0,0 0-8 0,0 0 0 0,0 0 0 16,0 0 106-16,0 0 20 0,0 0 4 0,0 0 1 16,0 0-35-16,0 0-8 0,0 0 0 0,0 8-1 15,0-3-15-15,0 1-2 0,0 2-1 0,0-3 0 16,-3 3-14-16,3 0-3 0,0 0-1 0,0 0 0 16,-3 0-20-16,3 0-4 0,0 0-1 0,0 2 0 15,-3 1-13-15,3 2-2 0,0-2-1 0,0-1 0 16,-3 3-10-16,3 1 0 0,0-1 9 0,0 3-9 15,0 0 0-15,0-3 0 0,0 0 0 0,0 3 8 16,3-5-8-16,-3 2 0 0,0-3 0 0,0 1 0 16,0-1 0-16,0-2 0 0,3 0 0 0,-3 0 0 15,0 0 0-15,0 0 0 0,0-5 0 0,0 2 8 16,3 0-8-16,-3-5-10 0,0 6 10 0,0-6-13 16,3 5-43-16,-3-5-9 0,3 5-2 0,-3-5 0 15,3 3-150-15,3 0-31 0</inkml:trace>
  <inkml:trace contextRef="#ctx0" brushRef="#br0" timeOffset="52124.388">24789 5517 1580 0,'0'0'35'0,"0"0"7"0,0 0 2 0,0 0 0 0,0 0-36 0,0 0-8 0,0 0 0 0,0 0 0 16,0 0 72-16,0 0 12 0,0 0 2 0,0 0 1 16,0 0-38-16,0 0-7 0,0 0-2 0,0 0 0 15,0 0-12-15,0 0-2 0,3 5-1 0,-3 0 0 16,0-5-10-16,0 8-3 0,3 0 0 0,-3 0 0 16,0-2-12-16,0 2 8 0,0 2-8 0,0-2 0 15,0 0 8-15,-3 0-8 0,3 0 0 0,0 2 0 16,-3-2 0-16,3 0 0 0,0 0 0 0,-3 0 0 0,3 0 8 0,0 0-8 15,-3-3 0-15,3-5 0 0,0 8 0 0,0-8 0 16,0 6 0-16,0-6 0 0,0 0 0 0,0 0 0 16,0 0 0-16,0 0 0 0,0 0 0 0,0 0 0 15,0 0 0-15,0 0 0 0,0 0 0 0,0 0 0 16,0 0 0-16,0 0 0 0,0 0 36 0,0-3 7 16,0-5 1-16,0 3 1 0,0-3-19 0,3 2-4 15,-3-1-1-15,0-1 0 0,0 0-1 0,0 0-1 16,0 0 0-16,0-3 0 0,-3 3-2 0,3 0 0 15,0-2 0-15,-3-1 0 0,3 1-1 16,0-1-1-16,0 0 0 0,-3 1 0 0,3-1-3 0,0 3-1 16,0 0 0-16,0 0 0 0,0 1-11 0,-3 1 0 0,3 1 9 15,0 5-9-15,0 0 0 0,0 0 9 0,0 0-9 0,0 0 0 16,0 0 9-16,0 0-9 0,0 0 0 0,0 0 9 16,0 0-9-16,0 0 0 0,0 5 0 0,-3 3 0 15,3 0 0-15,-3 3 0 0,3-3 0 0,0 2 0 16,3 1 0-16,-3-1 0 0,0 4 0 0,0-4 0 15,3 1 0-15,-3-1 0 0,0 1 0 0,3 0 0 16,-3-1 0-16,0 1 0 0,3-3 0 0,-3 0 0 16,0-1-9-16,3-1 9 0,-3-1 0 0,0-5 0 15,0 5 0-15,0-5 0 0,0 0 0 0,0 0 0 16,0 0 0-16,0 0 0 0,0 0 0 0,0 0 0 0,0 0 0 16,0 0 0-16,0 0 0 0,0 0 0 15,0 0 0-15,0 0 0 0,0 0 0 0,0-5 0 0,3 0 0 16,-3-3 0-16,3 0 0 0,-3 0 0 0,3 0 0 15,0-3 0-15,-3 4 0 0,3-4 0 0,0 0 0 16,-3 3 8-16,3-5-8 0,-3 3 0 0,2-1 9 0,-2 0-9 16,0 1 8-16,3-1-8 0,-3 3 8 15,0-2-8-15,0 2 0 0,0 3 8 0,0-3-8 0,0 8 0 16,0-6 0-16,0 6 8 0,0 0-8 0,0 0 0 16,0 0 0-16,0 0 0 0,0 0 0 0,0 0 0 15,0 0 0-15,0 8 0 0,-3 0 0 0,3 3 0 16,3-1 0-16,-3 4 0 0,0-4 0 0,0 1 0 15,0-1 0-15,0 1 0 0,0 2 0 0,0-8 0 0,0 6 0 0,0-3 0 16,0 0 0-16,-3 0 0 0,3 0 0 0,0 0 0 16,0-3-9-16,-2 3 9 15,2-8-12-15,0 5 12 0,0-5-23 0,-3 5 3 0,3-5 0 16,-3 6 0 0,3-6-40-16,0 0-8 0,0 0-2 0,0 0-663 0,0 0-133 15</inkml:trace>
  <inkml:trace contextRef="#ctx0" brushRef="#br0" timeOffset="54726.411">24812 4562 1551 0,'0'0'34'0,"-3"-6"7"0,3 1 2 0,-3 0 1 0,3 0-36 0,-2 2-8 0,2-2 0 0,0-1 0 16,-3 1 97-16,3 2 18 0,0 3 3 0,-3-8 1 16,3 8-43-16,0-5-9 0,0 5-2 0,-6-3 0 15,6 3-15-15,0 0-3 0,-3-2-1 0,-3-1 0 16,6 3-17-16,-6 3-3 0,0-3-1 0,-3 5 0 16,3 0-17-16,0 3-8 0,0 0 8 0,0 3-8 15,0 2 0-15,0-2 0 0,3 5 0 0,-3 2 0 16,3-2 0-16,0 2 0 0,3-4 0 0,0 2 0 15,0-3 0-15,3 3 0 0,0-3 0 0,3-2 0 16,-3-1 0-16,3 1-9 0,0-9 9 0,0 6-13 16,3-5 13-16,0 2 0 0,3-5-10 0,-3 0 10 15,6 0 0-15,-4-5 0 0,4 0 0 0,0-3 0 16,0-3 0-16,3 1 0 0,-3-1 14 0,0-2-4 16,0-3 12-16,0 3 2 0,-4-3 1 0,1 2 0 15,-3-1 7-15,0-1 0 0,-3 0 1 0,0 3 0 16,-3-1-1-16,0 1 0 0,-3 3 0 0,-3-4 0 0,0 4-7 0,-3-1-1 15,0 3-1-15,-3-5 0 0,0 2-11 0,0 4-1 16,-3 1-1-16,1-2 0 0,-1 0-10 0,0 3 0 16,0 0 0-16,0 2 8 0,0 0-20 0,-3 3-5 15,3 3-1-15,-3 0 0 16,3-1-83-16,-2 4-17 0,2 4-3 0,0-2-653 16,0-2-130-16</inkml:trace>
  <inkml:trace contextRef="#ctx0" brushRef="#br0" timeOffset="55465.597">24795 6308 1497 0,'0'0'32'0,"0"0"8"0,0 0 0 0,-6 3 4 0,0-3-36 0,0 0-8 16,6 0 0-16,-6 2 0 0,0 1 104 0,0 0 20 0,3 2 3 0,-3-2 1 15,0 2-72-15,3 3-13 0,-3-3-3 0,3 3-1 16,0 0-11-16,0 0-3 0,0 0 0 0,0 2 0 16,3 1-25-16,0 0 0 0,0-1 0 0,0 3 0 15,0-2-8-15,3 2-8 0,0-2 0 0,0-1-1 16,3-2 17-16,0 3 0 0,0-3-8 0,3 0 8 15,0-3 0-15,0 0 0 0,0 1-8 0,3-1 8 16,2-2 0-16,-2-1-8 0,3-2 8 0,-3 3 0 16,3-3 0-16,-3-3 0 0,3 1 10 0,-3-1-2 15,0 0 28-15,0-2 5 0,-1 0 2 0,1-1 0 16,0 1 15-16,-3-3 3 0,0 0 1 0,-3 0 0 16,3 0-13-16,-6-2-2 0,3 2-1 0,-3-3 0 15,-3 1-12-15,3 2-2 0,-3-3-1 0,0 1 0 16,0-1-10-16,-3 3-1 0,0-5-1 0,-3 5 0 0,3-3-10 0,-3 1-1 15,-3-1-8-15,3 3 12 0,-3 0-12 0,0 3 0 16,0 0 0-16,-3-1 0 16,1 4-24-16,-1 2-8 0,0 0-2 0,-3 2 0 15,3 4-114-15,-3-1-22 0,0 3-5 0,-3 3-873 0</inkml:trace>
  <inkml:trace contextRef="#ctx0" brushRef="#br0" timeOffset="56161.235">24857 7081 1522 0,'0'0'33'0,"0"0"7"0,-6 2 2 0,0 1 2 0,0-3-36 0,0 3-8 0,0-1 0 0,0 1 0 15,0 2 68-15,0 1 11 0,1-1 2 0,-1 3 1 16,0-3-35-16,0 3-7 0,3 3-2 0,-3-1 0 15,3 1-30-15,-3-1-8 0,3 1 0 0,3-1 0 16,-3 1 0-16,3 2 0 0,-3-2 0 0,3 2 0 16,0-2 0-16,3-1 0 0,-3 3 0 0,3-2 0 15,0-3 0-15,0 3 0 0,0-1 0 0,3-2 0 16,-3 0 0-16,3 0 8 0,0-3-8 0,0 3 0 16,-1-2 0-16,4-4 0 0,0 3 0 0,-3-2 0 15,3 0 10-15,0-3 4 0,0 0 1 0,0 0 0 16,0 0 33-16,3 0 6 0,-3-3 2 0,0 0 0 15,0 1 12-15,0-3 2 0,0 2 1 0,-1-2 0 16,1-1-16-16,0 1-3 0,0-3-1 0,0 3 0 16,0-6-12-16,-6 3-3 0,3 0 0 0,-3-2 0 15,0-1-2-15,0 1-1 0,-3-4 0 0,3 1 0 16,-3 3-14-16,0-4-3 0,-3 4-1 0,0-1 0 16,0-2-15-16,0 2 11 0,-3 1-11 0,3-1 10 0,-3 1-10 15,0 2 0-15,0 0 0 0,-3 0 8 16,3 2-30-16,-3 1-6 0,0 0-2 0,-2 2 0 15,-1-2-147-15,-3 5-30 0,3 0-5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31:44.83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6530 7337 1267 0,'0'0'28'0,"0"0"5"0,0 0 2 0,0 0 1 0,0 0-36 0,0-5 0 16,0 5 0-16,0 0 0 0,0-5 102 0,0 5 14 16,0 0 2-16,0 0 1 15,0 0-88-15,0 0-18 0,0 0-3 0,0 0-1 0,-3 8 24 0,3 0 5 16,-3 0 1-16,0 2 0 0,3 3-31 0,-3 3-8 16,0 3 0-16,-3-1 0 15,3 1-30-15,3 5-7 0,-3-1-2 0,0 4 0 0,3-3 61 0,-3 0 12 16,0-1 2-16,0 1 1 0,0 0-37 0,3-3 0 0,-3-2 0 15,3-1 0-15,-3 1 0 0,3-1 0 0,0-2 0 0,0 0 0 32,0 0-32-32,0 2 0 0,0-4-1 0,0 2 0 15,3-3 33-15,0 0 0 0,0 0 0 0,3 3 0 0,0-5 12 0,0 2 8 16,3-3 3-16,-3 1 0 0,6-3-23 0,-3 0-10 0,3 0 1 0,3-3 0 16,-3 0-4-16,3-2-1 0,-1 2 0 0,4-2 0 15,0 0 14-15,3-3 0 0,-3 0 0 16,3 0 0-16,0 0 0 0,-1-3 0 0,1 0 12 0,-3 3-12 15,0-2 8-15,0-1-8 0,0 0 0 0,-3 1 0 16,2-1 0-16,-2 3 0 0,0-2-12 0,0 2 3 16,3 0 9-16,-3-3 0 0,0 3 0 0,3 0 0 15,-4 0 0-15,1 3 0 0,3-3 0 0,-3 2 0 16,0-2 0-16,0 0 14 0,-3 3-3 0,0-1-1 16,-3-2-10-16,-1 0 0 0,1 0 0 0,0 0 8 0,-3 0-8 15,3 0 0-15,-3 0 0 0,0 0 0 0,-3-2 0 16,3 2 0-16,-6 0 0 0,3-3 8 0,3 1-8 15,-3-1 0-15,3 0 0 0,-3 1 0 0,0-4 0 0,0 1 0 16,0 0 0-16,0-3 0 0,0 0 0 0,0-3 0 16,0 1 0-16,0-4 8 0,0 1-19 0,0 0-4 15,0-3-1-15,0-2 0 0,3-1 16 0,-3-2 0 16,0 0 0-16,2-3 0 0,-2 0 48 0,3-2 13 16,-3-1 3-16,0-2 0 0,0 0-64 0,-3 0 0 0,3-3 0 15,0 3-10-15,-3 0 10 0,0 2 9 0,0 4-1 16,0-1-8-16,-3 3 52 0,3-1 4 0,-3 4 1 0,-3-1 0 15,3-2-40-15,-6 3-8 0,4-1-1 0,-4-2-8 16,0 5 36-16,-3-2 1 16,0-1 0-16,0 3 0 0,-3 3-8 0,3 0-1 15,-6 0-1-15,0 2 0 0,4 3-17 0,-4 3-10 0,-3-1 12 0,0 4-12 16,3 2 0-16,-3 0 0 0,3 2 0 0,-2 1-12 16,2 2 12-16,-3 3 0 0,3-2 0 0,0 2 0 15,0-1 0-15,0 4 0 0,-2-3 0 0,-1 5 0 16,0-2 0-16,0 2 8 0,0 0 0 0,-2-2-8 15,-1-1 0-15,3 1 0 0,-3 0 0 0,3-1 0 16,0 1 0-16,1-3 0 0,2 0-10 0,0 0 10 16,3 0 0-16,0-1 0 0,3 1 9 0,0 0-1 15,0-2-8-15,0 2 0 0,3-6 0 0,4 4 0 16,-1-1 0-16,0 0-10 0,0-2 10 0,0 2-13 16,6-5 13-16,0 0 0 0,-3 3 0 0,3-3 10 0,0 0-10 15,0 0 0-15,0 0 0 0,0 0-11 16,0 0-29-16,0 0-5 0,0 0-2 15,0 0 0-15,0 5-25 0,0-5-6 16,0 0-1-16,3 3-540 0,3-1-108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32:24.50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20359 3583 1302 0,'0'0'36'0,"0"0"10"0,-6-6-37 0,6 6-9 0,-2-2 0 0,2 2 0 16,-3 0 103-16,3 0 18 0,0 0 4 0,-3-6 1 16,3 6-50-16,0 0-9 0,0 0-3 0,0 0 0 15,0 0-12-15,0 0-4 0,0 0 0 0,0 0 0 16,0 0-21-16,-6 6-5 0,6-6-1 0,-3 2 0 15,0 4-21-15,0-1 0 0,0 3 0 0,0 2 0 16,3-2 0-16,0 0 0 0,-3 6 0 0,3-1 0 16,-3-3 0-16,3 9 0 0,-3-6 0 0,3 6 0 15,-3 2 30-15,3 0 2 0,0 3 0 16,0 2 0-16,0-2-52 16,0 0-9-16,0-3-3 0,3 3 0 0,0-6 77 0,-3 1 15 0,3-3 4 0,0 2 0 15,3-4-78 1,-3 1-15-16,3-4-3 0,0 0-1 0,0-1 1 15,2-2 1-15,1 0 0 0,3 0 0 0,-3 3 31 0,3-9 0 0,3 4 0 0,-3-1 0 16,3-3 0-16,0 1 0 0,0 0 0 0,2-3 0 16,-2 2 0-16,3-2 0 0,-3-2 0 0,0 2 0 0,0-3 0 15,0 3 0-15,0-5 0 0,-1 2 0 0,1 1 0 0,0-4 0 16,3 4 0-16,-3 2 0 0,3-6 0 0,-3 1 13 16,0 0-1-16,-1 2 0 0,-2 0-12 0,3 1-10 15,-3-1 2-15,0 1 0 0,0 2 8 0,-3-6-12 16,0 4 12-16,0 2-12 0,-3 0 12 0,0-6 0 0,0 4 0 0,-3 2 0 15,0-3 0-15,-3 3 0 0,0 0 0 0,0 0 0 16,0 0 0-16,3-3 0 0,-3 3 0 0,0-2 0 16,3-4 0-16,-3 4 8 0,-3-4-8 15,3 1 0-15,0 3 12 0,-3-6-1 0,3 0-1 0,0 2 0 16,0-7 12-16,0 3 2 0,0-4 1 16,0 1 0-16,3-8 0 0,-3 0 0 0,3 2 0 0,0-7 0 15,-1-1-7-15,1 6-2 0,3-5 0 16,-3 2 0-16,3 0 28 0,-3 3 4 0,3-3 2 15,-3 3 0-15,3-3-40 0,-3 3-10 0,3 0 0 0,-3-3 0 16,0 3 0-16,0 0 0 0,0-1 0 0,0 7 0 16,0-9 0-16,-3 5 0 0,3 1 0 0,-3 4 0 15,0-4 0-15,3 7 0 0,-3-5 0 0,0 6 0 16,0-1 53-16,-3 3 9 0,3-2 2 0,0 2 0 16,-3 5-52-16,0-5-12 0,3 0 0 0,-3 3 0 15,0 2 0-15,-3-2 0 0,3 2 0 0,-3 1 0 16,0-1 0-16,0 3 0 0,-3 0 0 0,0 0 0 0,0 0 0 15,1 0 0-15,-7 0 0 0,3 3 0 0,-3-3 0 0,-3 2 8 16,0 1-8-16,-3 2 0 0,0 3 0 0,4 0 0 16,-4 0 0-16,-3-3 0 0,6 6 0 0,-3-3 0 15,0 0 0-15,-2 3 0 0,-4-1 0 16,3-2 0-16,-3 3 0 0,0-1 0 0,1 3 0 0,-1-5 0 16,3 3 0-16,0 0 0 0,6-3 0 0,1-1 0 15,-1 1 0-15,6 6 0 0,0-12 0 16,3 4 0-16,0-1 0 0,3 0 0 0,3-2 0 0,3-3 0 15,0 0 0-15,0 0 0 16,0 0-26-16,0 8-2 0,0-8 0 0,0 8 0 16,6-6-6-16,-3 4-2 0,3-6 0 0,0 2-765 15,3 1-154-15</inkml:trace>
  <inkml:trace contextRef="#ctx0" brushRef="#br0" timeOffset="5490.251">21386 4316 1256 0,'0'0'28'0,"0"0"5"16,0 0 2-16,-3-3 0 0,3 3-35 0,-3-8 0 0,0 3 0 0,3 5 0 0,0 0 101 0,0 0 14 15,-3-6 2-15,3 6 1 16,0 0-33-16,0 0-6 0,0 0-2 0,0 0 0 0,0 0 21 0,0 0 4 16,0 0 1-16,0 0 0 0,0 0-44 0,0 0-9 15,0 0-2-15,0 0 0 0,0 0-17 0,0 0-4 16,0 11-1-16,0-3 0 0,-3-3-14 0,3 6-2 0,0 2-1 0,0-2 0 15,-2 5-9-15,2 2 0 16,0-5 0-16,-3 6 0 0,3-1 0 0,-3 1 0 0,3-3 0 16,0 5 0-16,0-3 0 0,0 1 0 15,0-1 0-15,3 1 0 0,0 0 0 0,-3-1-16 0,2 1 4 16,1-4 1-16,0 1-1 0,3 0 0 0,-3-3 0 16,3 1 0-16,0-4 33 0,0 1 7 15,0-1 0-15,0 1 1 16,3-3-58-16,-3 0-12 0,6 0-3 0,-3 0 0 0,0-6 20 15,3 1 3-15,0 2 1 0,0-2 0 0,-1-3 20 0,4 3 0 0,0-3 0 0,3-3 0 16,0 3 0-16,-3-3 0 0,3 3-9 0,-1-5 9 16,1 2-9-16,0 1 9 0,0-4-13 0,-3 4 5 15,3-6 8-15,-3 5 12 0,-3-2-2 0,2 0-1 16,-2-1-9-16,-3 4 0 0,0-6 0 0,0 2 0 16,-3 1 0-16,0 0 0 0,0 0 0 0,0-1 0 15,0 4 0-15,-3-9 0 0,0 3 0 0,0 0 0 16,0 0 0-16,0-2-12 0,0 2 2 0,-3-3 1 15,3 1 9-15,0-4 11 0,0 1-3 0,-3 0 0 16,3 0-8-16,0-1 0 0,0-1 0 0,0 1 0 0,0-4 56 16,0 2 7-16,0 0 1 0,-3-2 0 15,3 4-52-15,0-7-12 0,-3 3 0 0,0-1 0 0,3-2 0 0,-3 0 0 16,0 0 0-16,0 2 0 0,0-7 0 0,-3 4 0 16,3 4 0-16,-3-6 0 0,0 6 0 0,0-1 0 15,0 1 0-15,0-1 0 0,-3 6 32 0,3-3 4 16,-3 5 1-16,3-2 0 0,-3 0-29 0,0 2-8 0,0 1 0 0,0-1 0 15,-3 3 0-15,3 0 9 0,-3-2-9 0,0 4 0 16,3 1 10-16,-6 0-10 0,0 2 8 0,-2 0-8 16,2 3 0-16,0-5 8 15,-3 5-8-15,3 0 0 0,-3 0 0 0,0 0 0 0,-3 5 0 16,3-5 0-16,-2 0 14 0,-1 3 4 16,3 2 1-16,-3 1 0 0,0-4-19 0,3 4 0 0,0 2 0 0,3-6 0 15,1 6 0-15,-1-3 0 0,3 1 0 0,-3 2 0 31,3 0-37-31,3 0-11 0,-3-6-3 0,3 6 0 0,3 0 31 0,-3-3 5 0,0 3 2 0,3 0 0 32,0 0-143-32,0 3-29 0,3-3-6 0,-3-3-794 0</inkml:trace>
  <inkml:trace contextRef="#ctx0" brushRef="#br0" timeOffset="6494.576">22440 4895 1552 0,'0'0'44'0,"-6"-3"10"0,0 3-43 16,6 0-11-16,-3-2 0 0,3 2 0 15,0 0 92-15,-6-3 16 0,6 3 3 0,0 0 1 16,0 0-47-16,-6 5-9 0,3-2-1 0,0 2-1 0,0 1-25 0,0 2-5 16,0 0 0-16,3 2-1 0,-3 3-23 0,3 1 9 15,-3 4-9-15,3 1 0 0,0-1 0 0,0 3 0 16,-3 1 0-16,3 4 0 0,0-5 0 0,0 3 0 16,0 2 0-16,0-2 0 0,0 0 10 15,0 0-10-15,0-3 8 0,0 3-8 16,0 0-20-16,3-3-10 0,0 3-2 0,0-1 0 15,0-1-3-15,3 1-1 0,0-4 0 16,3 2 0-16,-3 0 10 0,3-5 2 0,0 0 0 0,3 0 0 0,-3-6 1 0,3 4 1 16,3-4 0-16,0-2 0 0,-1 0 22 0,1 0 0 15,0-3-9-15,0 1 9 0,0-1-16 0,0 0 0 16,3 1 0-16,-3-4 0 0,2-2 16 0,1 3 0 0,0 0 0 16,0-3 0-16,3 0 0 0,-3-3 0 0,3 3 0 15,-4-3 0-15,1 1 9 0,0-1 6 0,0 0 1 0,-3 1 0 16,0-1-6-16,0 0-1 0,-3-2 0 0,-4 2 0 15,4-2 13-15,-3 0 2 0,0 0 1 0,-3-1 0 16,0 1-9-16,0 0-1 0,-3-3-1 0,0 0 0 16,0 0 40-16,0-3 8 0,-3 3 2 0,3-5 0 15,-3 3-8-15,0-4-2 0,0 1 0 0,0-3 0 16,0 0-18-16,0 0-4 0,0-2-1 0,0-1 0 16,0 1-10-16,0-1-1 0,0-2-1 0,0 3 0 15,0-6-6-15,0 3-1 0,0-1 0 0,0-1 0 16,0 2-1-16,0-1-1 0,0-1 0 0,0 1 0 0,-3 1 1 15,3 0 0-15,-3 3 0 0,0-4 0 0,0 4-1 0,0-1 0 16,0 3 0-16,-3 1 0 0,3-1-2 0,-3 5-8 16,0-5 12-16,0 6-4 15,-3-1-8-15,0 0 8 0,1 4-8 0,-1-4 8 0,-3 3-8 16,0 0 0-16,-3 0 9 0,0 3-9 0,0 0 0 0,-6 2 9 16,6 3-9-16,-5-8 0 0,2 8 29 15,0-3-1-15,0 3 0 0,0 0 0 16,3 3-52-16,-3 0-10 0,1 2-2 0,-1 0-1 15,3-2 3-15,-6 2 1 0,3 0 0 0,0 1 0 16,3-1-38-16,-2 3-7 0,5-5-2 0,-3 5 0 16,6-1-155-16,3-1-31 0</inkml:trace>
  <inkml:trace contextRef="#ctx0" brushRef="#br0" timeOffset="7383.785">23568 5562 1623 0,'0'0'36'0,"0"0"7"0,0 0 1 0,-3 5 2 0,0 3-37 0,-3-5-9 0,3 5 0 0,-3 0 0 15,3 5 52-15,-3-3 8 0,3 4 1 0,-2 2 1 16,-1-3-32-16,3 3-6 0,-3 2-2 0,0 3 0 15,0-2-13-15,0 5-9 0,3 2 12 0,-3 3-12 16,0-2 0-16,3 2 0 0,0-3 0 0,0 1 0 16,0-1 0-16,0-2-9 0,0 2 9 0,3 1-12 15,-3-6 2-15,3 0 0 0,0-2 0 0,0-1 0 16,0 1 10-16,0-1 0 0,3-2 0 0,0 3 0 16,-3-6 0-16,3 3 0 0,3-3 0 0,-3 3 0 15,3-5 0-15,0 2 0 0,3-5 0 0,0 5 0 16,0-5 0-16,3 0 0 0,-1-3 0 0,1 3 0 15,3-3 0-15,0-2 0 0,0 2 0 0,3-2 0 0,0 0 11 16,0-1-3-16,-1 1 0 0,4-3 0 0,-3 0-8 16,0 0 0-16,3 0 0 0,-3 0-11 15,0 0 11-15,-4 0 0 0,4 0 0 0,-3 0 0 16,3 0 0-16,-3-3 0 0,0 1 0 0,-3 2 0 16,3-3 0-16,-4 0 0 0,1-2 0 0,-3 2 0 0,3-2 8 15,-3 0-8-15,0-1 8 0,-3 1-8 0,3 0 12 0,-6-3-3 16,3 0 0-16,0 0 0 0,-3-3 25 0,0 1 5 15,0-1 1-15,0-2 0 0,0 0 4 0,-3 0 0 16,3-3 1-16,0 0 0 0,0 3-6 0,-3-6-2 16,3 3 0-16,0-2 0 0,-3-1-8 0,0 1-1 15,3-3-1-15,-3 2 0 0,-3-2-4 0,3-3-1 0,-3 3 0 0,0 0 0 16,0-3 2-16,0 3 0 0,-3-3 0 0,0 3 0 16,0 2-24-16,-3-2 0 0,3 3 0 0,-6 2 0 15,3 2 0-15,0 1 0 0,-3 0 0 0,0 2 0 16,0 1 0-16,1 2 0 0,-1 0 0 0,-3 0 0 15,-3 0 20-15,3 3 8 0,0 2 3 0,-6 0 0 16,3 1-31-16,-5 2 0 0,-1 0 0 0,-3 2-10 31,3-2-17-31,-3 6-3 0,4-4-1 0,-4 4 0 0,6-1-79 16,-3 0-16-16,0 1-3 0,1-1-911 0</inkml:trace>
  <inkml:trace contextRef="#ctx0" brushRef="#br0" timeOffset="10162.409">18070 9113 1765 0,'0'0'50'0,"0"0"11"0,0 0-49 0,0 0-12 0,0 0 0 0,0 0 0 16,0 0 60-16,-6 5 8 0,1 0 3 0,2 3 0 15,-3 0-6-15,0 0-1 0,0 3 0 0,3-1 0 16,-3 4-51-16,3-1-13 0,0 0 0 0,0 0 0 15,0 1 26-15,0-1 2 0,3-3 1 0,-3 6 0 16,3-3-29-16,3 1 0 0,0-1 0 0,0-3 0 16,3 4-28-16,0-4-6 0,0 1-1 15,3-3 0-15,0 0-5 0,2 0 0 0,1-3-1 16,0-2 0-16,3-3 24 0,-3 0 5 0,0-3 0 0,3-2 1 16,-3-3 11-16,0 0 0 0,0-3 0 0,-1 1 0 15,1-1 44-15,0 0 4 0,-3 1 0 0,0-3 1 16,0 2 19-16,-3 1 4 0,0-4 1 0,-3 4 0 15,0-4-7-15,-3 1-2 0,0 3 0 0,0-4 0 0,-3 4 0 16,0-1 0-16,-3 3 0 0,0 0 0 0,0 0-51 16,0 1-13-16,0 1 0 0,0 1 0 0,3 2 0 0,0 1 0 15,3 2 0-15,0 0 0 0,0 0 33 0,0 0 4 16,-6 2 1-16,0 4 0 0,3 2-10 0,0-1-1 16,0 7-1-16,3 2 0 0,0 2-41 0,0 1-8 0,0 2-1 15,0 0-1-15,0 3 25 0,0 0 0 0,0 5 0 16,-3 0 0-16,1 3-14 0,2 2 2 0,-3 3 1 0,3-3 0 31,-3 1-13-31,0-3-4 0,0-3 0 0,-3 2 0 0,0-2 11 16,0 1 1-16,-6-4 1 0,0 3 0 0,0-2 2 0,-3 2 0 15,0-5 0-15,-3 5 0 0,-2-6 13 0,-1 1-11 16,0 0 11-16,-3-3-10 0,3-2 10 0,-3-3 0 0,4 0 10 16,-1-3-10-16,0-3 28 0,3-2-1 0,0 0 0 0,0-2 0 15,3-4-3-15,1 1 0 0,-1-3 0 0,3 0 0 16,0 0 14-16,0-3 2 0,0 1 1 0,0-1 0 15,3-2-33-15,0-1-8 0,0-2 0 0,3-2 0 16,0-3-12-16,1 2-4 0,2-5 0 0,3 3-1 16,0-3 5-16,3-3 2 0,2 4 0 0,4-1 0 15,0 0-22-15,3 0-5 16,3 3-1-16,3-3 0 0,-3 3-85 0,6-1-17 16,0 1-3-16,5 3-1 0,4-1-76 0,3 0-15 15</inkml:trace>
  <inkml:trace contextRef="#ctx0" brushRef="#br0" timeOffset="10507.345">18359 9655 1710 0,'0'0'37'0,"3"3"8"0,-3-3 2 0,6 3 1 0,-6-3-38 0,6 2-10 16,-6-2 0-16,0 5 0 0,0-5 103 0,0 8 18 15,-3-2 4-15,0-1 1 0,-3 3-52 0,3 3-10 16,-3-1-3-16,0-2 0 0,3 3-33 0,-3-1-8 16,0 1 0-16,0 2-1 0,3 0-19 0,0 3-11 0,0 0 2 0,1 0 0 15,-1 0 9-15,3 0 12 16,3 0-2-16,-3-1-1 0,2 1-9 0,1-3 0 0,3 1 0 0,0-1 0 15,3-5-11-15,-3 0 11 16,6 0-8-16,0-6 8 0,-3 1 0 0,3-3-8 0,0-3 8 0,3 1 0 16,0-4 0-16,-1-1 0 0,1-1 12 0,0 0-4 15,0-3 25-15,-3 0 6 0,0 1 1 0,0-1 0 16,-3-2 13-16,0 3 3 0,-3-4 1 0,0 1 0 16,0 0-5-16,-3 0-2 0,2-1 0 0,-5 1 0 15,3 3-13-15,-3-4-2 0,0 4-1 0,-3-3 0 16,3 2-19-16,-3 0-4 0,-2 3-1 0,-1-2 0 15,0 2-10-15,-3 3 0 0,-3-1-12 0,0 1 12 16,-3 2 0-16,0 1 0 0,-3 2 0 0,-3-3 0 16,4 3-110-1,-4 0-14-15,0 3-4 0,3-1 0 0,0-2-102 16,0 6-21-16,-14 2-4 0,14 0-1 0</inkml:trace>
  <inkml:trace contextRef="#ctx0" brushRef="#br0" timeOffset="11001.524">18990 9661 1314 0,'0'0'37'0,"0"0"8"0,0 0-36 0,0 0-9 0,0 0 0 0,0 0 0 16,0 0 132-16,0 0 25 0,0 0 5 0,0 0 1 16,6 2-58-16,0 1-11 0,0-3-2 0,0 2-1 15,0-2-27-15,3 0-6 0,3 0-1 0,0 0 0 16,0 0-38-16,2-2-8 0,4-1-2 0,3 3 0 16,3-5 44-16,-3 2 9 0,3 1 2 0,2-1 0 15,1 0-52-15,0-2-12 0,-3 2 0 0,0 1 0 16,-4-1 0-16,1 0 0 0,-3 3 0 0,-3 0 0 0,3-2 0 15,-6 2 0-15,3 0 0 0,-3 0 0 16,-3 2-48-16,-1-2-13 0,-8 0-3 0,3 3 0 16,-3-3-51-16,0 0-10 15,0 0-3-15,0 8-819 0</inkml:trace>
  <inkml:trace contextRef="#ctx0" brushRef="#br0" timeOffset="11253.613">19074 9825 1638 0,'0'0'36'0,"-9"5"7"0,3-2 1 0,0 2 3 0,6-5-38 0,0 0-9 16,-3 2 0-16,3-2 0 0,0 0 106 0,0 0 19 15,0 0 4-15,0 0 1 0,0 0-34 0,3 6-8 0,0-4 0 0,3 1-1 16,3 0-19-16,-3-3-3 0,2 0-1 0,4 0 0 16,3 0-51-16,-3-3-13 0,3 3 0 0,3-3 0 15,-3 3 54-15,3-2 8 0,-1 2 2 0,1-3 0 16,0 3-52-16,-3-3-12 0,3 3 0 0,0 0 0 15,0-2 0-15,0 2 0 0,-4-3 0 0,1 3 0 32,-3-2-48-32,3-1-13 0,0 0-3 0,0 1 0 15,0-1-51-15,0-2-10 0,0 2-3 0,-1 0-580 0,1 3-116 0</inkml:trace>
  <inkml:trace contextRef="#ctx0" brushRef="#br0" timeOffset="12639.051">17615 3583 1728 0,'0'0'38'0,"0"0"8"16,-6 0 2-16,-3 0 0 0,3 0-39 0,-6 0-9 0,0 0 0 0,0 0 0 16,-2-6 104-16,-1 6 18 0,-3 0 4 0,0-2 1 0,0 2-50 0,0 0-9 15,-3 0-3-15,4 0 0 0,-7 2-1 0,0-2 0 16,0 0 0-16,-6 0 0 0,1 6-51 0,-1-6-13 16,0 2 0-16,0 1 0 0,1 0 0 0,2-1 0 15,3 4 0-15,-3-1 0 0,6-3 0 0,0 4 0 16,1-4 0-16,2 1 0 0,3 2 0 0,-3-2 0 15,6 0 0-15,-6-1 0 0,3 1 0 0,-2 0 0 16,2 2 0-16,3-5 0 0,0 3 0 0,0 2 0 16,3-5 0-16,3 0 0 15,0 2-39-15,6-2-10 0,0 0-3 0,0 0 0 16,0 0-108-16,0 0-23 0,0 0-4 0</inkml:trace>
  <inkml:trace contextRef="#ctx0" brushRef="#br0" timeOffset="13149.14">17416 3479 1220 0,'0'0'34'0,"0"0"9"0,0 0-35 0,0-5-8 0,-3 3 0 0,3-6 0 16,-3 2 104-16,3 1 20 0,0-3 3 0,-3 5 1 16,0-2-32-16,3 3-5 0,0 2-2 0,-3-8 0 15,3 0-17-15,-3 2-3 0,0 1-1 0,3 2 0 0,-3-5-24 16,3 8-4-16,-3-5-2 0,3 5 0 0,0-2-13 0,0 2-2 16,0 0-1-16,0 0 0 0,0 0-22 0,0 0 0 15,0 0 0-15,0 0 0 0,0 0 56 0,0 0 6 16,0 0 2-16,0 0 0 0,0 0-52 0,0 0-12 15,3 2 0-15,3 3 0 0,0-5 0 0,0 8 0 16,3-8 0-16,-1 6 0 0,1-1 0 0,0 0 0 16,3 3 0-16,-3 0 0 0,3-3 0 0,-3 3 0 15,3 0 0-15,0 0 0 0,0 0 0 16,-3 3-15-16,0-3 3 0,0 2 1 0,-1-2 11 0,-2 0 0 0,0 3 0 16,0-3 0-16,-3 0 8 0,0-3-8 0,-3 3 8 15,0 2-8-15,0-2 0 0,0 0 0 0,-6 0 0 16,3 3 0-16,-3-3 0 0,0-3 9 0,0 0-9 0,1 3 0 15,-1-2 8-15,-3 2-8 0,0-1 0 0,0-1 0 16,0-1 0-16,0 3 0 0,0 0 0 0,0-5 0 16,0 5 0-16,0-3 0 0,3 0 0 15,0 3 0 1,0-5-44-16,0 2-16 0,3-2-4 0,3-3-682 0,0 0-137 0</inkml:trace>
  <inkml:trace contextRef="#ctx0" brushRef="#br0" timeOffset="16137.089">19919 9629 1728 0,'0'0'38'0,"0"0"8"0,0 0 2 0,0 0 0 0,0 0-39 0,0 0-9 16,3-3 0-16,-3 3 0 0,0-5 156 0,0 2 28 16,0-2 7-16,0 0 1 0,0 5-103 0,0-3-20 0,0-2-4 0,0 5-1 15,0-6 0-15,0 6 0 16,-3-2 0-16,3 2 0 0,0 0-51 0,0 0-13 15,-3-3 0-15,3 3 0 0,0 0 39 0,0 0 5 16,-6 0 0-16,3 5 1 0,-3-2-33 0,3 5-12 0,0 0 9 0,-3 2-9 16,3 1 8-16,0 2-8 0,0-2 8 0,3 2-8 15,-3 0 14-15,3 1-2 0,0-1-1 16,3 0 0 0,-3-2-60-16,3 2-12 0,3-3-3 0,-3-2 0 15,3 3-16-15,3-6-4 0,-3 3-1 0,6-3 0 16,-3-2 33-16,3 0 8 0,3-1 0 0,-4-2 1 0,1-2 35 0,3-1 8 0,0-2 0 0,0 0 0 15,0-1 0-15,0-2 0 0,0 3 0 0,-3-3 0 16,2 0 0-16,-5 0 0 0,3 0 0 0,-6-2 0 16,3 2 49-16,-3 0 12 0,0 0 3 15,-3 0 0-15,0 0 0 0,-3 0 0 0,0 3 0 0,0-1 0 16,-3 1-52-16,3 5-12 0,-3-5 0 0,3 5 0 16,0 0 0-16,0 0 0 0,0 0 0 0,-6 0 0 15,3 0 0-15,-3 5 0 0,3 0 0 0,0 1 0 16,0 2 0-16,3 0 0 0,0 0 0 0,0 2 0 15,3-2 0-15,0 3 0 0,0-1 0 0,3-2 0 16,-3 0 0-16,3 0 0 0,0-3 0 0,0 1 0 0,0-1 0 0,3-2 0 16,-3-1 0-16,0-2 0 0,3 0 0 0,-3 0 0 15,0-2 0-15,0-1 0 0,3 0 0 0,-4-2 0 16,1-3 0-16,-3 3 0 0,3 0 31 0,-3-3 3 16,0-3 1-16,0 3 0 0,0 0-6 0,0-2-1 15,0 2 0-15,-3-3 0 0,0 3-11 0,0-3-2 0,0-2-1 16,0 0 0-16,-3 2-14 0,3-4-18 0,0 1 4 15,0-4 1-15,0 5 25 0,0-3 4 0,0 2 2 0,3 4 0 32,-3-3-36-32,3 2-7 0,0 3-2 0,3 0 0 15,-3 3-125-15,3 2-24 0,3 1-6 0,-3 4-1 16,0 1-58-16,3 2-12 0</inkml:trace>
  <inkml:trace contextRef="#ctx0" brushRef="#br0" timeOffset="16393.085">20452 9692 2188 0,'0'0'48'0,"0"0"11"0,0 0 1 0,0 0 1 0,0 6-49 0,3-1-12 0,-3-5 0 0,0 8 0 15,3-3 105-15,-3 0 19 0,0-5 3 0,0 6 1 16,0-1 0-16,3 3 0 0,-3-3 0 0,0 1 0 16,0 1-93-16,0-1-19 0,0 2-3 0,-3 0-1 15,0 0-12-15,3 2-16 0,-3-2 3 0,0 3 1 16,0 2 12-16,0 0 0 0,-3 3 0 0,3 0 0 0,0 0 26 15,-3 2 8-15,3 1 2 0,-3-1 0 0,3-2-28 0,0 3-8 16,-3-3 0-16,3-1 0 16,0-1 0-16,0-4 0 0,0 1-13 0,0-3 5 15,0 0-71-15,0 0-13 0,3-3-4 16,0-5 0-16,0 0-144 0,0 0-28 0</inkml:trace>
  <inkml:trace contextRef="#ctx0" brushRef="#br0" timeOffset="16843.69">19812 9354 1900 0,'0'0'42'0,"0"0"9"0,0 0 1 0,0 0 1 0,0 0-42 0,0 0-11 16,0 0 0-16,0 0 0 15,0 0 88-15,0 0 15 0,0 0 3 0,0 0 1 16,6 5-23-16,0-5-5 0,0 3-1 0,3-1 0 16,2-2 7-16,1 0 2 0,0-2 0 0,3 2 0 0,3 0-70 0,0-3-17 15,3 0 0-15,5 1 0 0,-2 2 0 0,3-3 0 16,0 3 0-16,3 0 0 0,-4-3 0 0,-2 1 0 16,0 2 0-16,3-3 0 0,-3 3 0 0,-4-3 0 15,4 3 0-15,-3 0 0 0,0-2 0 0,0 2 0 0,-6 0 0 16,3 0 0-1,-7 2-48-15,1-2-12 0,0 0-4 0,0 0 0 16,-6 3-56-16,3-3-12 0,-6 3-3 0,3-3-908 0</inkml:trace>
  <inkml:trace contextRef="#ctx0" brushRef="#br0" timeOffset="17865.283">20901 9539 1552 0,'0'0'44'0,"0"0"10"0,0 0-43 0,3-5-11 0,-3-1 0 0,3 1 0 15,-3 0 156-15,3 2 28 0,-3 3 7 0,0-5 1 16,0 5-52-16,0 0-9 0,0 0-3 0,0 0 0 16,0 0-51-16,0 0-10 0,0 0-3 0,0 0 0 15,-6 5-51-15,0 3-13 0,0 3 0 0,0 2 0 16,0 3 0-16,0 2 0 0,0 1 0 0,0-1 0 15,1 1 0-15,-1-1 0 0,3 1 0 0,-3-1 0 16,3-2 0-16,0 3 0 0,3-3 0 0,3-1 0 16,-3-1-48-16,3 2-13 15,3-6-3-15,0 1 0 0,0-1 0 0,2 1 0 16,-2-6 0-16,3 3 0 0,3-3 44 0,-3 1 8 0,3-6 1 0,0 0 1 0,0 0 10 16,0-6-13-16,0 1 5 0,-3 0 8 0,3-3 0 0,-4 0 0 15,4-3 0-15,0 3 0 0,-3-2 0 0,0-1 18 16,0 3-2-16,0 0 0 0,-3-2 40 0,0-1 7 15,0 1 1-15,-3 2 1 0,3-3-52 0,-3 3-13 0,-3-2 0 16,0 2 0-16,3-3 60 0,-3 3 8 16,0 0 3-16,0 0 0 0,-3 3-63 0,3 5-8 0,0 0-9 15,0 0 9-15,0 0 15 0,0 0 10 16,0 0 3-16,-3 5 0 0,0 1-28 0,0 1 0 0,0 1 0 0,0 3 0 16,3 0 0-16,0 2 0 15,0-3 0-15,0 4 0 0,0-4-16 0,3 3-3 0,0-2 0 16,0 0 0-16,3-3 1 0,-3-1 0 0,6 1 0 0,-3 0 0 15,3 0 2-15,-3-2 0 0,5-1 0 16,-2-2 0-16,0-1 16 0,0 1-8 0,0-3 8 0,3-3 0 16,-3 3 0-16,0-2 0 0,0-4 0 0,0 1 0 15,-3 0 17-15,3-1 4 0,0-2 1 0,-3 0 0 16,2 1 3-16,-2-1 1 0,0-3 0 0,0 0 0 16,-3 1-2-16,3-1-1 0,-3-2 0 0,3-3 0 15,-3 3-7-15,0-3-2 0,0 0 0 0,0 0 0 16,0-2-14-16,0-1 11 0,-3 1-11 0,3-1 10 15,0 3-10-15,-3 0 0 0,3 1 0 0,-3-1 0 16,0 5 0-16,0 1-19 0,0 2 3 0,0 0 1 16,0 0-82-16,0 5-17 15,0 3-3-15,0 0-717 0,0 0-143 0</inkml:trace>
  <inkml:trace contextRef="#ctx0" brushRef="#br0" timeOffset="18538.155">21416 9862 1958 0,'0'0'43'0,"0"0"9"0,0 0 1 0,0 0 3 15,0 0-45-15,0 0-11 0,-3 2 0 0,3-2 0 0,0 0 104 0,-6 3 20 16,3 2 3-16,-3 1 1 0,6-1-104 0,-3 0-24 15,3 0 0-15,-3 3 0 0,3 0 0 0,-3 3 0 16,3-1 0-16,0 1 0 0,0 0 0 0,0 2 0 16,0-3 0-16,3 4 0 0,-3-6 0 0,3 2-10 15,0 1 2-15,0-3 0 0,0 0 8 0,0 0 12 0,3-3-2 0,-3 3-1 16,6-6-21-16,-3 1-4 0,3 0 0 0,-3-1-1 16,3-2 17-16,0-2 0 0,0-1 0 0,0 0 0 15,3-2 10-15,-4 0 6 0,1 0 0 16,3-3 1-16,-3 0 16 0,0 0 3 0,0-3 1 0,0 1 0 15,-3 2-8-15,0-3-1 0,-3 0-1 16,0 1 0-16,0-1-27 0,-3 1 0 0,0-4 0 0,-3 1 0 16,0 3 0-16,0-1 0 0,-3 1 0 0,0-1 0 15,-3 0 35-15,0 3 1 0,0 0 1 0,-3 1 0 16,0 1-66 0,-2 4-14-16,2-4-2 0,0 4-1 0,-3-1-161 0,-3 0-32 15,-21-7-6-15,12 4-2 0</inkml:trace>
  <inkml:trace contextRef="#ctx0" brushRef="#br0" timeOffset="19050.81">20764 9322 1911 0,'0'0'42'0,"0"0"9"0,0 0 1 0,0 0 2 0,0 0-43 0,0 0-11 0,0 0 0 0,0 0 0 16,0 0 64-16,0 0 10 0,0 0 2 0,0 0 1 15,0 0-10-15,0 0-3 0,0 0 0 0,0 0 0 16,0 0 0-16,0 0 0 0,0 0 0 0,0 0 0 16,0 0-51-16,6-3-13 0,0 1 0 0,3-1 0 15,6-2 0-15,3 5 0 0,0-3 0 0,6 0 0 16,-1 1 44-16,7 2 5 0,-3 0 2 0,3 0 0 15,2-3-31-15,4 3-5 0,0-3-2 0,6 3 0 16,-1 0-13-16,1 0 0 0,0 0 0 0,-7 0 0 16,1 0 0-16,-3 0 0 0,-4 0 0 0,-2 0 0 15,0 0 0-15,-3 0 0 0,-6 0 0 0,0 0 0 0,-4 0 0 16,-5 3 0-16,0-3 0 0,-3 0 0 16,-6 0-100-16,0 0-22 0,0 0-5 0,0 0-1 15,0 0-102-15,-3 0-21 0,-15 3-4 0,4-6-1 0</inkml:trace>
  <inkml:trace contextRef="#ctx0" brushRef="#br0" timeOffset="21745.983">17883 10812 1728 0,'0'0'38'0,"0"0"8"0,0 0 2 0,0 0 0 0,-3-3-39 0,0-2-9 0,3 5 0 0,-3-6 0 16,0 1 104-16,0 0 18 0,3-1 4 0,-3 1 1 15,0 0-50-15,0 2-9 0,0-2-3 0,3 5 0 16,-3-3-1-16,3 3 0 0,-3-2 0 0,3 2 0 16,0 0-39-16,-9 2-8 0,3 1-1 0,0 2-1 15,0 3-24-15,3 3-5 0,-3 2-1 0,3 0 0 16,0-2 15-16,3 5 0 0,-2-3 0 0,2 5 0 16,0-4-15-16,0 2 0 0,2-1 0 0,1 1 0 15,0 0-27-15,3-3-6 0,3 1 0 0,0-6-1 16,0 2-26-16,3-5-5 0,0 1 0 0,0-1-1 15,3-2 37-15,0-3 8 16,3 0 2-16,-1-3 0 0,4-2 18 0,0-1 4 0,-3 1 1 16,3-3 0-16,3 0 11 0,-4-2 8 0,-2-1-8 0,-3 0 11 0,0 1 32 15,-3-1 6-15,0 3 2 0,-3-2 0 0,0-1 14 0,-3 3 3 16,-3-2 1-16,0 2 0 0,0-3-6 0,-3 3-2 16,0-2 0-16,0 2 0 0,-3-3-11 0,0 3-2 15,0 0-1-15,0 0 0 0,0 0-7 0,0 3 0 16,0 0-1-16,-3 2 0 0,6 3-7 0,-3-5-2 15,3 5 0-15,0 0 0 0,-6 3-11 0,0-1-3 16,0 3 0-16,3 1 0 0,-3 4-7 0,3-2-1 0,-3 5-8 16,3 1 12-16,-3 2-12 0,3-1 8 15,-3 1-8-15,3 3 0 0,-3 2 0 0,3 0 0 0,0 0 0 0,-3 3 0 16,3 0 0-16,0 5-13 0,-3 0 2 0,4 6 1 16,-4-4 10-16,0 1-12 0,3 0 12 0,-3 0-12 31,0-6-13-31,-3 1-3 0,3-1-1 0,-3 0 0 0,0-2 9 0,0 0 1 0,0 0 1 0,0 0 0 15,-3 0 18-15,3-3 0 0,-6 0 0 0,4 0 0 16,-1-2-15-16,0-4 4 0,-3-1 1 0,0-1 0 16,3-3 25-16,0 1 5 0,0-6 0 0,-3 1 1 15,3-4-33-15,1 1-8 0,2 0 0 0,0-6-1 16,-3 0 68-16,3 1 13 0,-3-1 4 0,3-5 0 16,-3 3-52-16,0-3-12 0,3 3 0 0,0-6 0 15,0 0 0-15,3-2 0 0,1 3 0 0,-1-4 0 16,3 1 14-16,0 0 0 0,0-3 0 0,3 5 0 0,0-2-14 15,3 0-12-15,0 2 3 0,3-2 0 16,0 0-30-16,5 2-5 0,1-2-2 0,3 3 0 16,0-4-108-16,3 4-22 15,0-1-4-15,3 1-588 0,2-1-119 0</inkml:trace>
  <inkml:trace contextRef="#ctx0" brushRef="#br0" timeOffset="22007.306">18312 11256 2052 0,'0'0'45'0,"0"0"10"0,0 0 1 0,0 0 1 0,0 0-45 0,0 0-12 16,-3 3 0-16,3-3 0 0,-3 8 100 0,3-8 17 16,0 5 4-16,-3 0 1 0,3-5-11 0,0 8-3 0,-3 0 0 0,3-3 0 15,0 1-61-15,0 2-13 0,0-3-2 0,-3 3-1 16,3 0 1-16,0 0 1 0,0 0 0 0,0 2 0 16,0-2-7-16,0 3-2 0,-3-1 0 0,0 1 0 15,3 2-11-15,-3 0-2 0,0 3-1 0,-3 0 0 16,3 3-10-16,-3 2 0 0,3-3 0 15,0 4 8-15,-3-1 16 0,3-3 4 0,-3 1 0 0,3-1 0 32,0-2-74-32,-3 0-14 0,3-3-4 0,0 0 0 0,-3 1 39 0,3-4 7 0,0 1 2 0,3-1 0 15,0-2-128-15,-3 0-26 16,6-2-5-16,-6 2-1005 0</inkml:trace>
  <inkml:trace contextRef="#ctx0" brushRef="#br0" timeOffset="22548.037">18704 11338 1465 0,'0'0'32'0,"0"0"6"0,0 0 2 0,0 0 2 0,0 0-34 0,0 0-8 0,0 0 0 0,6 3 0 16,0-1 104-16,0 1 20 0,3-3 3 0,3 3 1 16,0-1-24-16,3-2-4 0,0 3 0 0,3-3-1 15,3 0-23-15,-1 3-5 0,1-3-1 0,3 2 0 0,0-2-25 16,-3 0-5-16,2 0 0 0,-2 0-1 15,3 0-19-15,0 0-3 0,3 0-1 0,-3 0 0 0,2 0-31 16,-2 0-6-16,0 3-2 0,0-3 0 16,-3 0 23-16,-1 0 0 0,-5 0 0 0,3 3 0 15,-6-1 0-15,0-2 10 0,0 3-1 0,-6 0 0 16,0-1-40-16,0-2-8 0,-6 0-1 0,0 0-1 16,0 0-39-16,-3 8-7 0,-3-5-1 0,-3 5-1 15,0-3-139-15,-3 0-28 0,0 3-6 0</inkml:trace>
  <inkml:trace contextRef="#ctx0" brushRef="#br0" timeOffset="22788.499">18764 11629 1501 0,'0'0'32'0,"0"0"8"0,0 0 0 0,-3 5 4 0,3-5-36 0,0 0-8 0,0 0 0 0,3 6 0 16,3-1 130-16,3-2 24 0,0-3 5 0,0 2 1 15,3-2-39-15,3 0-7 0,-1-2-2 0,4 2 0 16,0-3-41-16,0 0-9 0,0-2-2 0,0 2 0 15,0 1-22-15,-1-1-5 0,1 1-1 0,0-1 0 16,0 0-14-16,0 1-3 0,3-1-1 0,0 0 0 16,-1 1-14-16,1-4 0 15,0 4 0-15,0-1 0 0,3 0-12 0,-3-2-8 0,-1 2-1 0,-2-2-1 16,3 3-38-16,-3-4-8 16,0 4-2-16,0-1 0 0,-3-2-123 0,-1 2-25 15,1 0-5-15,-6-2-679 0</inkml:trace>
  <inkml:trace contextRef="#ctx0" brushRef="#br0" timeOffset="23837.045">17594 4496 1246 0,'0'0'35'0,"0"0"9"0,0 0-36 0,0 0-8 16,0 0 0-16,-6-3 0 0,-3 3 119 0,3-3 21 16,-3 3 5-16,0 0 1 0,4 0-66 0,-4 0-12 15,-3 0-4-15,0 0 0 0,0 0 0 0,0 0 0 16,-3-5 0-16,0 5 0 0,0 0-29 0,0 0-7 15,1 0 0-15,-4 0-1 0,0-3-11 0,-3 3-3 16,0 0 0-16,-3 0 0 16,-2-5-13-16,2 2 11 0,-3 3-11 0,-3-2 10 0,0 2-2 0,1-3-8 15,-1 3 12-15,-3 0-4 0,6 0 0 0,1 0 0 16,-1 3 0-16,0-1 0 0,0-2 0 0,0 3 0 16,4 2 0-16,-1-5 0 0,3 0-8 0,0 3 0 0,3 2 0 0,0-5 0 15,4 0-18-15,-1 3 4 0,3-3 1 0,3 3 0 31,3-3-31-31,6 0-7 0,0 0-1 0,0 0 0 16,0 0-112-16,0 0-22 0,0 0-5 0</inkml:trace>
  <inkml:trace contextRef="#ctx0" brushRef="#br0" timeOffset="24365.174">17407 4374 1267 0,'0'0'28'0,"-3"-5"5"0,3-1 2 0,-3 1 1 0,0 0-36 0,0 2 0 16,0-5 0-16,0 8 0 0,-3-8 91 0,6 8 11 15,-3-3 2-15,-3 1 1 0,0-1-18 0,-3 1-4 16,3 2-1-16,0-3 0 0,0 3-28 0,0 0-6 16,0 0 0-16,6 0-1 0,-6 3-13 0,6-3-2 0,0 0-1 0,0 0 0 15,0 0-11-15,0 0-1 0,0 0-1 0,0 0 0 16,0 0-5-16,0 5-1 0,3 0 0 0,-3 3 0 16,6-8-1-16,-3 8-1 0,3-8 0 0,0 5 0 15,3 1-10-15,-3-1 12 0,3-2-12 0,-3 2 12 16,3 0-12-16,0 3 0 0,0-5 0 0,3-1 0 15,-3 4 0-15,2 2 12 0,-2-3-12 16,0 0 12-16,0 0-12 0,-3 3 0 0,3-2 0 16,-3-1 8-16,-3 0-8 0,3 3 0 0,-3-2 0 0,-3-1 0 15,0 0 0-15,0 0 0 0,-3 3 0 0,0 0 0 16,0-2 0-16,-3 1 0 0,3-1 0 0,-3 4 0 16,-3-2 0-16,3-2 0 0,0 2 0 0,0-1 0 15,-3 1 0-15,3 0 0 0,1 0 0 0,-1 0 0 16,-3 0 0-16,3 0 8 0,3-3-8 0,-3 1 0 15,0-1-8-15,3 0-8 0,0 1 0 0,0 1-1 16,3-7-41 0,0 0-8-16,0 0-2 0,0 0-592 0,0 0-118 0</inkml:trace>
  <inkml:trace contextRef="#ctx0" brushRef="#br0" timeOffset="25826.201">19844 11288 1350 0,'0'0'29'0,"0"0"7"0,0 0 0 0,0 0 3 0,0 0-31 0,0 0-8 0,0 0 0 0,0 0 0 15,0 0 85-15,0 0 16 0,0 0 3 0,0 0 1 16,0 0 19-16,0 0 3 0,6 0 1 0,-6 0 0 15,0 0-52-15,0 0-9 0,0 0-3 0,0 0 0 16,0 0 0-16,0 0 0 0,0 0 0 0,0 0 0 16,0 0-51-16,0 0-13 0,0 0 0 0,0 0 0 15,0 5 32-15,0 3 4 0,-3 0 1 0,0 0 0 16,1 5-37-16,-1-2 0 0,0 2 0 0,0 0 0 31,3-2-29-31,-3 2-4 0,3 0-1 0,0 3 0 0,0-3 34 0,0-2 0 0,0 2 0 16,3 0 0-16,0-2-58 0,3 0-5 15,-4-3-1-15,4-1 0 16,0 1 0-16,0-2 0 0,0-1 0 0,3-2 0 0,0-3 48 0,-3 0 16 0,3-3-12 0,0 0 12 16,3 1-14-16,-3-4 3 0,3-2 1 0,-3 3 0 15,6-3 10-15,-7 0 0 0,4 0 0 0,0 0 0 16,-3-2 10-16,3 2 4 0,-3 0 1 0,-3 3 0 0,3-3 24 16,-3 0 5-16,-3 2 0 0,3-1 1 0,0 1 3 15,-3-2 0-15,0 3 0 0,-3 0 0 0,3-1-8 0,-3 1-2 16,0 5 0-16,0 0 0 0,0 0-14 0,0 0-4 15,0 0 0-15,0 0 0 0,0 0-7 0,0 0-1 16,0 0-1-16,-6 8 0 0,3-3-11 0,3 3 0 16,-3 0 0-16,3 0 0 15,0 3-28-15,0-1-4 0,3 1 0 0,0 2-1 16,0-2 25-16,3-1 8 0,0 1 0 0,0 0 0 0,2-1-20 0,1-2 4 0,0 0 0 16,3-3 0-16,-3 1 16 0,0-4 0 15,-3-2-8-15,3 0 8 0,0 0 0 0,0-2 0 0,0-1 0 16,-3-2 0-16,3-1 20 0,-3-2-3 0,0 0 0 15,0 1 0-15,-1-4-17 0,1 0 0 0,-3 1 0 16,0-1 0-16,3 3 45 0,-6-2 6 0,3-1 1 0,0-2 0 16,-3 2-32-16,3 1-7 0,-3-4-1 15,0 1 0-15,-3 0 3 0,3 0 0 0,0 2 0 0,-3-2 0 16,0 0-15-16,3 2 8 0,-3-2-8 0,0 0 0 16,3-3-8-16,-3 3-8 0,3 2-2 0,-3-2 0 15,3 2-37 1,0 3-7-16,3 0-2 0,-3 0 0 0,6 6-68 0,-3-4-13 15,3 6-3-15,0 0-548 0,0 0-108 0</inkml:trace>
  <inkml:trace contextRef="#ctx0" brushRef="#br0" timeOffset="26108.473">20490 11373 1958 0,'0'0'43'0,"0"0"9"0,0 0 1 0,0 0 3 0,0 0-45 0,0 0-11 16,0 0 0-16,3 5 0 0,-3-5 104 0,3 5 20 15,0-2 3-15,0 2 1 0,0 0-52 0,0 1-9 16,0-4-3-16,-3 6 0 0,3-3 0 0,-3 1 0 16,3 2 0-16,-3 0 0 0,0 0-51 0,-3 2-13 15,3 1 0-15,-3 2 0 0,3 0 0 0,-3 0 0 16,0 3 0-16,0 0 0 0,-3 0 0 0,3 0 0 16,0 2 0-16,-3-2 0 0,1 0 0 0,-1 0 0 0,0-3 0 15,0 1 0-15,0-1-10 0,0-3-5 0,0 1-1 16,0 0 0-1,-3-4-25-15,6 1-6 0,-3 0-1 0,0-2 0 16,3-1-184-16,3-5-38 0</inkml:trace>
  <inkml:trace contextRef="#ctx0" brushRef="#br0" timeOffset="26617.416">19767 11021 1108 0,'0'0'31'0,"-6"0"8"0,0 0-31 0,0 0-8 15,0 0 0-15,-3 0 0 0,0 0 78 0,3 0 14 16,-2 0 4-16,2 0 0 0,0 0-26 0,0 0-5 0,0 0-1 0,6 0 0 16,0 0-4-16,0 0-2 0,0 0 0 0,0 0 0 15,0 0-2-15,0 0-1 0,0 0 0 0,9 0 0 16,0 2 1-16,0-2 1 15,2 0 0-15,4 0 0 0,0 0-4 0,0 0-1 0,0-2 0 0,6-1 0 16,0 0 4-16,-1 3 1 16,4-2 0-16,3-1 0 0,0 0-47 0,0 3-10 15,2 0 0-15,1 0 0 0,0-2 0 0,-3 2 0 0,0 0 0 0,-4 0 0 16,-2 0 0-16,0 0 0 0,-3 2 0 0,0-2 0 16,-3 0 0-16,-1 0 0 0,-2 0 0 0,3 0 0 15,-3 0 0-15,-3 0 0 0,0 0 0 0,0 3 0 16,-3 0 0-16,0-3 0 0,-6 0 0 0,0 0 0 15,6 2 0-15,-6-2 0 0,6 0 0 0,-6 0 0 32,6 0-136-32,0 0-30 0,0 0-6 0,0 0-508 0,0 0-102 0</inkml:trace>
  <inkml:trace contextRef="#ctx0" brushRef="#br0" timeOffset="27516.158">20999 11288 1552 0,'0'0'44'0,"0"0"10"0,-3-3-43 0,3 3-11 0,0-5 0 0,0 5 0 15,-3-5 126-15,3 5 23 0,0 0 5 0,-3-6 1 16,3 6-47-16,0 0-8 0,0 0-3 0,0 0 0 16,0 0-23-16,0 0-5 0,0 0-1 0,-5 3 0 15,2 0-48-15,-3 2-11 0,3 0-1 0,0 6-8 0,-3-3 10 16,3 5-10-16,0 0 8 0,0 3-8 0,0 0 0 0,0 0 0 15,3 0 0-15,-3 0 0 0,3-1 0 0,3 1-12 16,-3 0 0-16,3 3 1 16,0-3-42-16,3-1-9 0,-3-1-2 15,3-1 0-15,3 0 32 0,-3-2 7 0,-1-1 1 0,4 1 0 16,-3-3-28-16,3-3-4 0,0 0-2 16,0-2 0-16,0 0 18 0,3-3 4 0,-3-3 1 0,0-2 0 15,3-1 12-15,-3-1 3 0,3-1 0 0,0 0 0 0,-4-3 20 16,4 0 8-16,0 1 0 0,-3-3 0 0,-3 2 32 0,3-2 7 15,-3 0 1-15,0 2 0 0,0 0 26 0,-3 1 6 0,0-1 0 16,-3 1 1-16,3-1-13 0,-3-2-4 16,0 5 0-16,0-3 0 0,0 3-51 0,0-2-13 15,0 2 0-15,0 3 0 0,0-3 54 0,0 5 8 0,0 3 2 0,0 0 0 16,0 0-52-16,0 0-12 0,0 0 0 0,0 0 0 16,0 0-17-16,0 8-7 0,3 0 0 0,0 3-1 31,0-1-11-31,0 3-3 0,3 1 0 0,0-1 0 0,0 5 39 0,0-2 0 0,2-3 0 0,1 6 0 15,0-6 0-15,3 3 0 0,-3-3 0 0,3-2 0 16,-3-1 0-16,3-2 0 0,-3-2 0 0,3-1 0 16,-3 0 0-16,0-5 0 0,-3 0 0 0,0 0 0 15,-1-2-8-15,1-1 8 0,0 0 0 0,0-5 0 16,0 0 0-16,-3 0 0 0,0 1 0 0,0-4 0 16,3-2 50-16,-6 2 11 0,3-2 3 0,0 0 0 15,-3-1-52-15,3 1-12 0,-3-3 0 0,3 3 0 16,-3-3 47-16,0 0 6 0,3-2 2 0,-3 2 0 0,0 0-38 15,3-2-7-15,-3 2-2 0,3 0 0 0,-3-3-8 16,3 3 0-16,0-2 0 0,0 2 0 0,0 0 0 16,0 3-11-16,0 0 3 0,3-1 0 15,0 7-89-15,0-1-18 0,0 0-3 0,3 2-1 16,0 4-109-16,-3-1-23 0</inkml:trace>
  <inkml:trace contextRef="#ctx0" brushRef="#br0" timeOffset="28118.733">21624 11486 1497 0,'0'0'32'0,"-5"3"8"16,-1 0 0-16,-3-1 4 0,3 1-36 0,-3 0-8 0,3-1 0 0,0 3 0 0,0 1 104 0,0-1 20 16,0 0 3-16,0 3 1 0,0 0-103 0,-3 0-25 15,6 3 0-15,-3-1 0 0,3 4 0 0,-3-1 0 16,3 0 0-16,3 0 0 0,-3 0 0 0,3-2 0 16,3 2 0-16,-3 0 0 0,3-2 0 0,0 0 0 15,0-3 0-15,3 2 0 0,3-2-15 0,0 0-8 16,0 0-1-16,0-3-1 0,3 1 17 0,0-1 8 15,0-2-8-15,0-1 8 0,2 1 18 0,-2-3 9 16,3-3 1-16,0 1 1 0,0-1-29 0,0 0 0 16,-3 1 0-16,0-4 0 0,0 4 57 0,0-4 6 0,-4 1 1 15,1 0 0-15,-3-3 0 0,0 3 0 0,0-3 0 0,-3 0 0 16,0 2 0-16,0-2 0 0,0-2 0 0,-3 2 0 16,0-3-52-16,0 3-12 0,-3-2 0 0,0-1 0 15,0 3 0-15,0-2 0 0,-3 2 0 0,0 0 0 16,0 0 0-16,0 0 0 0,0 0 0 0,-5 3 0 15,2-1 0-15,0 4 0 0,-3-4 0 0,0 4 0 16,0-1 0-16,-3 1 0 0,0 2 0 0,0 0 0 31,0 0-202-31,1 0-43 0,-1 2-9 0,-3 1-2 0</inkml:trace>
  <inkml:trace contextRef="#ctx0" brushRef="#br0" timeOffset="29299.907">17868 12500 1638 0,'0'0'36'0,"0"0"7"0,-6-3 1 0,6 3 3 0,-3-5-38 0,3 2-9 0,-3-2 0 0,3 5 0 15,0-5 73-15,0 5 13 0,0 0 2 0,0-3 1 16,0 3 6-16,0 0 1 0,0 0 0 0,0 0 0 15,0 0-52-15,0 0-9 0,0 0-3 0,0 0 0 16,0 0-32-16,0 0 0 0,0 0 0 0,0 0 0 16,0 0 58-16,0 0 5 0,0 5 1 0,0 3 0 15,0 0-52-15,0 0-12 0,0 0 0 0,3 3 0 32,0-1-44-32,0-2-11 0,0 3-2 0,3 2-1 0,0-5 4 15,0 2 1-15,0-2 0 0,3 0 0 0,0 0-1 16,3-3 0-16,0 1 0 0,-1-1 0 0,4-2 13 0,0-3 2 15,0 0 1-15,3-3 0 0,0 0 18 0,-3 1 3 0,5-4 1 0,-2 1 0 16,-3-3 16-16,0-2 0 0,-3 2 0 0,3 0 0 16,-6-3 25-16,3 3-1 0,-3 0 0 0,-3 0 0 15,0-2 32-15,-3 2 7 0,0 0 1 0,0 3 0 16,-1-3 0-16,-2 0 0 0,-2 0 0 0,-1 0 0 0,0 0 0 0,0 0 0 16,0-3 0-16,0 6 0 0,-3-3-14 0,3 3-2 15,-3 0-1-15,0-1 0 0,0 1-21 0,0 2-4 16,0 1-1-16,6 2 0 0,-6 0-3 0,0 0-1 15,0 0 0-15,6 0 0 0,-6 2-8 0,3 4-1 16,-3 2-8-16,3 0 12 0,0-1-12 0,3 4 0 16,-3 0 8-16,3 2-8 0,0-3 0 0,-3 1 0 15,3 2 0-15,0 3 0 0,0 0 0 16,0 0 0-16,0 0 0 0,0 2 0 0,3 1 0 0,-3-1 0 0,0 4 0 16,-3-1 0-16,3 3 0 0,0-1-10 0,-3-2 10 15,0 3-8-15,3-3 0 0,-3 1 0 0,-3-1 0 0,3-3 0 16,-3 1 0-16,1-3 0 0,-4 0 0 0,0-3 0 15,-3 0 8-15,3 0-12 0,-3-2 12 16,-3-1-12-16,3 4 12 0,-3-6-12 0,0 2 12 0,-2-2-12 16,2 0 12-16,0 0 0 0,3 0 0 0,-3 0 0 15,3-3 0-15,-3 0 0 0,3 1 0 0,0-4 0 16,3 4-17-16,0-4 1 0,1-2 1 0,2 3 0 16,0-3-42-16,6 0-9 15,-6-5-2-15,0-1 0 0,6 1-140 0,-3 0-28 0,3-6-5 0</inkml:trace>
  <inkml:trace contextRef="#ctx0" brushRef="#br0" timeOffset="29778.736">18219 12886 1728 0,'0'0'38'0,"0"0"8"0,0 0 2 0,0 0 0 0,0 0-39 15,0 0-9-15,0-5 0 0,6-1 0 0,-3 1 104 0,0 0 20 16,3 0 3-16,-3-1 1 0,3 1 0 0,0 0 0 16,0-1 0-16,3 1 0 0,0-3-103 0,-3 6-25 15,3-6 0-15,0 2 0 0,3 4 56 0,-4-4 7 16,1 4 1-16,3-1 0 0,0 0-50 0,3 1-14 0,-3-1 0 0,-3 0 8 16,3 3-8-16,-3 0 11 0,0 0-11 0,0 3 12 15,0 2-12-15,-3-2 0 0,-1 5 0 0,1-3 8 16,-3 3-8-16,0 3 0 0,-3-1 0 0,0 4 0 15,-3-1-10-15,0 3-7 0,-3-3-2 0,-2 3 0 32,-1 0-16-32,-3 0-3 0,0 2-1 0,-3 1 0 15,3-4 3-15,-3 1 1 0,0 3 0 0,0-1 0 16,3 1-9-16,1-1-1 0,-1 4-1 0,0-4 0 0,3 1 46 0,3-3 12 0,0-1 0 16,0-1 1-16,3-1-13 0,0 0 0 0,3-2 0 0,0-1-10 15,3-2 1-15,0 0 0 0,0-3 0 0,3 3 0 16,0-5 9-16,0 0 0 0,3-1 0 0,3 1 0 15,-3-3 12-15,2 0 5 0,1 0 1 0,3 0 0 16,-3 0-6-16,6-3-2 0,-3-2 0 0,3 2 0 16,0-2-10-16,-4 0 0 0,4-3 9 0,3 0-9 15,-3 0-11-15,0-3-6 0,-3 1-2 0,3-3 0 16,-1-1-174-16,1 1-35 0,15-24-8 16,-3 11-621-16</inkml:trace>
  <inkml:trace contextRef="#ctx0" brushRef="#br0" timeOffset="30249.527">19020 12936 1674 0,'0'0'36'0,"0"0"8"0,0 0 2 0,0 0 2 0,3 3-39 0,3-3-9 0,0 3 0 0,3-3 0 0,0 0 65 0,0 0 11 15,3 2 3-15,-1-2 0 0,4 0 11 0,0 0 2 16,0 0 1-16,3 0 0 0,0 0-47 0,0 0-10 16,3-2-1-16,-1 2-1 0,-2 0-18 0,0-3-4 15,3 0-1-15,-3 3 0 0,0-2-11 0,-1 2-14 16,-2 0 3-16,-3-3 1 0,3 0 10 0,-3 3 0 15,0-2 0-15,-3 2 0 16,3 0-24-16,-3 0-4 0,0 0 0 0,-3 0 0 16,0 0-57-16,-6 0-12 0,0 0-3 0,0 0 0 15,0 0-73-15,0 0-15 0,0 0-4 0,-6 2 0 0</inkml:trace>
  <inkml:trace contextRef="#ctx0" brushRef="#br0" timeOffset="30511.251">19044 13127 1580 0,'0'0'35'0,"0"0"7"0,0 0 2 0,0 0 0 0,0 0-36 0,0 0-8 0,0 0 0 0,0 0 0 15,0 0 86-15,0 0 15 0,3 5 3 0,0-2 1 16,3 2 11-16,0-5 3 0,0 3 0 0,3-3 0 16,2 0-37-16,1 0-7 0,3 0-2 0,0 0 0 15,-3 0-58-15,6 0-15 0,-3 0 0 0,3 0 0 16,-4 0 0-16,4 0 0 0,-3 0 0 0,3 0 0 15,0-3 0-15,-3 3 0 0,0 0 0 0,3-3 0 16,-7 1 0-16,4 2 0 0,-3-3 0 0,3-2 0 16,-3 2-48-16,3-2-13 0,3-3-3 15,-3 0-682-15,3 0-137 16</inkml:trace>
  <inkml:trace contextRef="#ctx0" brushRef="#br0" timeOffset="31373.513">17770 5366 1573 0,'0'0'34'0,"0"0"7"0,0 0 2 0,0 0 2 0,0 0-36 0,-6-3-9 0,0 3 0 0,-3-2 0 16,3-1 92-16,-3 1 17 0,-3-1 3 0,0 3 1 15,0-3-41-15,-3 3-8 0,1-2-1 0,-1 2-1 16,-3-3-22-16,-3 3-4 0,0-3 0 0,0 3-1 16,0-2-11-16,1 2-1 0,-4 0-1 0,-3 0 0 15,3 0-22-15,0 0 9 0,-2 0-9 0,-1 0 0 16,-3-3 0-16,-3 0 0 0,-5-2 0 0,-1 2 0 0,3 1 58 16,-2-1 5-16,2 3 1 0,3 0 0 0,3 0-64 15,1 0-26-15,5 3 2 0,-3-3 0 0,3 0 24 16,3 0-10-16,0 0 10 0,4 0 0 0,2 0-12 0,0 2 12 15,6-2-12-15,-3 0 12 16,6 0-28-16,0 0 0 16,6 0 1-16,0 0 0 0,0 0-27 0,0 0-6 0,0 0 0 0,9 3-1 15,0-3-91-15,3 0-17 0,3 0-4 0</inkml:trace>
  <inkml:trace contextRef="#ctx0" brushRef="#br0" timeOffset="31927.33">17475 5131 1267 0,'0'0'28'0,"-6"-3"5"0,0-2 2 0,0 2 1 0,0 0-36 0,0-2 0 0,0 2 0 0,0 1 0 0,0-1 109 0,1 3 15 16,-1-3 4-16,0 3 0 0,0 0-52 0,6 0-9 16,0 0-3-16,-6 3 0 0,6-3-51 0,-6 5-13 15,6-5 0-15,0 0 0 0,-3 8 54 16,3-8 8-16,0 3 2 0,0 5 0 0,0-3-52 15,3 1-12-15,3 1 0 0,0 1 0 0,0 0 0 16,6-2 0-16,-4 2 0 0,4 0 0 0,3-1 0 0,-3-1 0 16,3 2 0-16,0-3 0 0,0 3 35 0,3-3 4 15,0 3 1-15,-1 0 0 0,1 0-23 0,0-3-4 16,-3 3-1-16,3 0 0 0,-3-3 2 0,0 1 0 16,-1-1 0-16,-2 6 0 0,3-9-3 0,-6 4-1 0,0-1 0 15,-3 0 0-15,0 3-1 0,-3-3 0 0,0 1 0 0,-3 2 0 16,0-3 4-16,0 3 1 0,-3-3 0 0,-3 3 0 15,0-3 0-15,-3 3 0 0,3 0 0 0,-3 3 0 16,0-6-4-16,-3 3-1 0,1-3 0 16,-1 3 0-16,3 3-9 0,-3-6 8 0,0 6-8 15,-3-3 8-15,3 0-8 0,-3 0 0 0,3 0 9 16,0-1-9-16,1 1 0 0,2-2 0 0,-3 2 0 0,3-3 0 16,0 0 0-16,3 0 0 0,0 1 0 0,0-1 0 31,3-2-152-31,3-3-32 0,0 0-7 0,-3 5-794 0</inkml:trace>
  <inkml:trace contextRef="#ctx0" brushRef="#br0" timeOffset="33117.564">19940 12693 1810 0,'0'0'40'0,"0"0"8"0,0 0 1 0,0 0 3 0,-6 3-42 0,6-3-10 0,-6 2 0 0,6-2 0 16,-6 3 82-16,3-1 14 0,-3 1 4 0,0 2 0 16,3-2-32-16,0 2-7 0,-3 1-1 0,3 2 0 15,-3-1-40-15,3 4-9 0,-3 0-2 0,3 5 0 16,-3-3 44-16,3 3 9 0,0 2 2 0,-3 1 0 15,3-1-52-15,0 1-12 0,0-1 0 0,0 1 0 16,1-1 0-16,2 1 0 0,-3-1 0 16,3 1 0-1,3-3-52-15,-3 0-12 0,2-1-4 0,-2-1 0 16,6-1-2-16,0 0-1 0,0-2 0 0,0-3 0 16,3 0-37-16,-3-3-7 0,6-5-1 0,-3 3-1 15,3-6 42-15,0 3 9 0,0-5 2 0,0-3 0 0,3 2 64 0,-1-2 24 0,1 1-1 0,-3-1 0 16,3-3 25-16,-3 3 6 0,0-3 1 0,0 4 0 15,0-4 21-15,-3 0 4 0,-3 3 0 0,3 0 1 0,-4 1-3 0,1-1-1 16,-3 0 0-16,0 0 0 16,-3 0-10-16,3 0-3 0,-3 3 0 0,0-3 0 0,0 2-17 0,-3 1-4 15,3 5-1-15,0 0 0 0,0 0-21 0,0 0-4 16,-3-3-1-16,3 3 0 0,0 0-16 0,0 0 0 16,0 0 8-16,0 0-8 0,0 6 0 0,0 2-12 15,3 0 1-15,-3 0 1 16,3 2-15-16,3 1-3 0,0-1-1 0,0 1 0 15,3-1-29-15,-3-2-6 0,3 3 0 0,0-3-1 0,0-3 52 0,0 0 13 0,0 1 0 16,0-4 0-16,0 1 0 0,0-3 0 16,-1 0 0-16,1-3 0 0,0 1 0 0,0-1 0 0,0-2 0 15,0 0 0-15,-3-1 48 0,0 1 13 16,3-3 3-16,-6 0 0 0,3 3-48 0,-3-3-16 0,0 0 9 0,0-3-9 16,0 3 38-16,-3 0 2 0,0 3 1 0,0-3 0 15,3-2-8-15,-3 2-1 0,0-6-1 0,3 1 0 16,-3 0-16-16,0-3-3 0,0 0-1 0,3-2 0 15,0 2-11-15,0-3 0 0,0 1 0 0,3 2 0 32,-3-3-27-32,3 4-7 0,2 1-2 0,-2 4 0 0,3 2-124 15,3 0-24-15,-3 3-6 0,3-1-534 0,0 4-108 0</inkml:trace>
  <inkml:trace contextRef="#ctx0" brushRef="#br0" timeOffset="33395.307">20565 12849 1854 0,'0'0'40'0,"-3"5"9"0,3 1 2 0,-3-1 1 0,3 0-41 0,0 3-11 0,0-8 0 0,0 5 0 0,0 3 106 0,0 0 19 15,3-2 4-15,-3 1 1 0,0-1-35 0,3 2-7 16,-3 0-2-16,3 0 0 0,0 2-26 0,-3 1-6 16,3-1-1-16,-3 4 0 0,3-1-17 0,-3-3-4 15,0 4-1-15,0-1 0 0,0 0-16 0,0 3-3 16,0-3-1-16,-3 3 0 0,3 0-11 0,0 0 8 15,0 0-8-15,-3 0 8 0,3-1-8 0,0 1 0 0,-3 0 0 16,3-3 0-16,0 1 0 0,-3-4 0 16,3 1 0-16,0-1-11 15,0-2-17-15,0 0-4 0,0-2-1 0,3-1 0 16,-3-5-116-16,0 0-23 0,0 0-5 0,0 0-914 0</inkml:trace>
  <inkml:trace contextRef="#ctx0" brushRef="#br0" timeOffset="34275.33">21014 12817 2329 0,'0'0'51'0,"0"0"10"0,0 0 3 0,0 0 2 0,0 0-53 0,0 0-13 0,0 0 0 0,0 0 0 15,-6-5 74-15,6 5 12 0,0 0 2 0,0 0 1 16,0 0-20-16,0 0-4 0,-6 3-1 0,0 5 0 15,3-3-54-15,-2 3-10 0,-1 2 0 0,3 1 0 16,0-1 0-16,0 4 0 0,0-1 0 0,0 0 0 16,0 0-15-16,3 3 5 0,-3 0 1 0,3-3 0 15,3 3-27 1,0-3-4-16,0 1-2 0,0-1 0 0,3-2-36 16,3-1-7-16,-4-2-2 0,4 0 0 0,0-3-27 15,0-2-6-15,3-3 0 0,0 0-1 0,0-3 44 0,3 1 9 16,0-6 1-16,0 2 1 0,0-2 46 0,2 1 10 0,-2-1 2 0,3 0 0 15,-6-3 20-15,3 0 4 0,-3 4 0 0,-3-1 1 16,3 0 70-16,-3 0 13 0,-3 2 4 0,-1-1 0 16,-2 1-10-16,0 1-2 0,-3 0 0 0,0-3 0 0,0 2-20 15,0 1-4-15,-3-3 0 0,0 6-1 0,0-4-21 0,3 6-4 16,-2-2-1-16,-4-4 0 0,6 6-18 0,0 0-4 16,-3 0-1-16,-3 3 0 0,0 0-18 0,3 2 0 15,-3 0 0-15,3 3 0 0,0 0 0 0,3 0 0 16,-3 3 0-16,3-3 0 0,0 2 0 0,3 1 0 15,-3 2 0-15,6-3 0 16,-3 4-54-16,3-4-8 0,3 1-2 16,-3-1 0-16,5 1 52 0,-2-3 12 0,0 0 0 0,0 0 0 15,3-5-20-15,0 2 0 0,-3-3-1 0,3 1 0 0,-3-6 33 0,3 3 8 16,-3-2 0-16,0-1 1 0,0 1-21 0,-4-4 0 0,1 1 0 0,0-3 0 16,0 3 56-16,0-3 6 0,-3-3 2 0,0 1 0 15,0-1-52-15,0 0-12 0,0-2 0 16,0 3 0-16,-3-4 44 0,3 4 7 0,0-3 1 0,-3-3 0 15,3 2-32-15,-3-1-7 0,3-4-1 0,0 1 0 16,0-4-12-16,0 1 0 0,-3 0 0 0,3 3 0 16,0-4 0-16,0 4 0 0,3-1 0 15,-3 1 0-15,0 2 0 0,0 0 0 0,3 3 0 0,0 2 0 16,0 1-202-16,3 2-43 16,-3 0-9-16,2 0-872 0</inkml:trace>
  <inkml:trace contextRef="#ctx0" brushRef="#br0" timeOffset="34714.683">21532 12947 1497 0,'0'0'32'0,"0"0"8"0,0 0 0 0,-3 8 4 0,0-3-36 0,0 0-8 0,3 3 0 16,-3 3 0-16,3-3 53 0,-3 0 9 0,3 2 2 0,0 1 0 15,-3 0-52-15,3 2-12 0,0-3 0 0,-3 1 0 16,6 2 8-16,-3 0-8 0,0-2 11 0,3 2-11 16,0 0 0-16,0-2 0 0,0 0 0 0,0-3-12 15,3-1 12-15,0 1 0 0,3-2 0 0,-3-1 0 16,3-2 44-16,0 2 12 0,0-5 3 0,0 3 0 15,3-3 8-15,-3-3 1 0,0 3 1 0,-1-5 0 16,1 2-4-16,0-2-1 0,-3 2 0 16,0-2 0-16,0-3 0 0,0 3 0 0,0-3 0 15,-3 2 0-15,0-2 0 0,0 0 0 0,-3-2 0 16,0 2 0-16,3 0-51 0,-3 0-13 0,0-3 0 16,-3 4 0-16,0-1 0 0,0 0 0 0,0 0 0 0,-3 0 0 15,3 2 0-15,-3 1 0 0,-3 0 0 0,0-3 0 16,0 3 0-16,0-1 0 0,-2-2 0 0,-1 3 0 15,0 0-48 1,-3-3-13-16,0 0-3 0,0 3-751 0,0-3-150 0</inkml:trace>
  <inkml:trace contextRef="#ctx0" brushRef="#br0" timeOffset="35232.869">20901 12447 1580 0,'0'0'35'0,"0"0"7"0,-9 0 2 0,3 0 0 0,0 0-36 0,0 2-8 0,0-2 0 0,0 3 0 16,1-3 77-16,-1 3 14 16,3-1 2-16,-3 1 1 0,6-3-22 0,-6 3-4 0,3-1 0 0,3-2-1 15,-3 3-18-15,3-3-3 0,0 0-1 0,0 0 0 16,0 0-5-16,3 5 0 0,0 1-1 0,3-1 0 16,3-3-1-16,2 1 0 0,4-3 0 0,0 0 0 15,6 0-3-15,-3 0-1 0,6 0 0 0,0 0 0 16,-1-3-12-16,10 3-2 0,0-2-1 0,6-1 0 15,-1 1 5-15,4-1 0 0,3-2 1 0,-4 2 0 16,-2 0-39-16,0 1-8 0,-1 2-2 0,1-3 0 16,-3 3 39-16,2 0 7 0,-5-3 2 0,3 3 0 0,-6 0-24 15,-4 0 0-15,-2 0 0 0,-6 0 0 16,0 0 0-16,-3 0 0 0,-6 0 0 0,0 0 0 0,-3 0 0 16,-3 0 0-16,-3 0 0 0,0 0 0 0,0 0 0 15,0 0 0-15,0 0 0 0,0 0 0 16,-6 3-47-16,0-3-13 0,-3 3-4 0,0-1 0 0,3 1 52 15,-3-3 12-15,0 3 0 0,-3 2 0 16,3-5-208-16,-3 5-38 0,-6 3-8 0,4-3-2 0</inkml:trace>
  <inkml:trace contextRef="#ctx0" brushRef="#br0" timeOffset="36331.396">18005 14116 1631 0,'0'0'46'0,"0"0"10"0,0 0-44 0,0 0-12 0,0 0 0 0,-6 0 0 16,6 0 116-16,0 0 22 0,0 0 4 0,-9 0 1 16,9 0-46-16,0 0-9 0,0 0-1 0,0 0-1 15,-3 3-24-15,3-3-5 0,0 0-1 0,-6 3 0 16,6-3-18-16,-3 2-4 0,0 4-1 0,0-1 0 15,3-5-12-15,-3 8-2 0,3 0-1 0,-3 0 0 16,3-3-18-16,-3 6 10 0,3-3-10 0,0 2 8 16,0 1-8-16,0 2 0 0,3-2 0 0,0-1 0 15,0 3-31-15,0-2 2 0,0 0 0 0,0-1 0 16,3 1-31-16,0-1-5 0,3-2-2 0,0 0 0 16,0 0-4-16,0-5-1 0,3 2 0 0,3-5 0 15,-4 0 29-15,1-3 6 0,3-2 1 0,-3 0 0 0,3-3 20 0,-3-3 4 16,0 1 0-16,0 2 1 0,0-5 11 0,0 2 9 15,-4 0-1-15,1 1-8 0,0-3 44 0,0 5 3 16,-3-3 0-16,0 0 0 0,0 3 11 16,-3 1 2-16,0-1 1 0,0 0 0 0,-3 2 0 15,0-2 0-15,0 1 0 0,0 1 0 0,-3 1-12 0,0 0-2 16,0-1-1-16,0 1 0 0,0 0-13 0,3 5-2 16,-3-6-1-16,3 6 0 0,0 0-12 0,0 0-2 0,0 0-1 15,0 0 0-15,0 0-6 0,-6 6-1 0,0-1 0 0,0 0 0 16,3 3-8-16,0 0 0 0,3 3 0 0,-3-1 0 15,3 4 0-15,-3-1 0 0,0 3 0 0,3 2 0 16,-3 1 0-16,3 2 0 0,0 3-8 0,-2 0 8 16,-1 5-19-16,3-3 1 0,-3 3 0 0,0-2 0 31,0-1-10-31,3 1-3 0,-3-4 0 0,-3 1 0 0,3-3 5 0,-3 1 1 0,0-1 0 0,-3 3 0 16,0-6 6-16,-3 3 2 0,0 0 0 0,0-2 0 15,-3-1 17-15,0 1 0 0,1 0 0 0,-1-1 0 16,-3-2 0-16,3 0 0 0,-3 0 0 0,0-3 0 15,0 0 0-15,1-2 0 0,-1-1-10 0,3-2 10 16,-3-2 24-16,3-1 11 0,3-3 1 0,-3 1 1 16,3-3-15-16,0-3-3 0,3 1-1 0,1-1 0 15,-1 1-8-15,3-4-2 0,-3 1 0 0,3-3 0 16,3 0-8-16,0-3 0 0,0 4 9 0,3-4-9 16,0 0 0-16,0 1 0 0,0-3 0 0,0-1 0 15,3 4 0-15,0-3 0 0,0 2 0 0,3-2 0 0,0-1-19 0,0 4 2 16,3-3 0-16,2-1 0 15,1 1-126-15,0 3-25 0,3-4-4 0</inkml:trace>
  <inkml:trace contextRef="#ctx0" brushRef="#br0" timeOffset="36990.4">18389 14619 1778 0,'0'0'39'0,"0"0"8"0,0 0 1 0,0 0 3 0,-3-3-41 16,3 3-10-16,-3-5 0 0,3 5 0 0,0 0 100 0,0 0 19 0,-3-2 3 0,3 2 1 15,0-8-47-15,3 2-10 0,0 1-2 0,0 2 0 16,3-2-16-16,3 2-3 0,0 1-1 0,0-3 0 15,3 2-13-15,-1-2-3 0,1 2-1 0,3-2 0 16,0 2-27-16,0 0-20 0,0-2 3 0,0 2 1 16,0 3 32-16,-3-2 6 0,2 2 2 0,1-3 0 15,0 3-39-15,-3 3-7 0,0-3-2 0,0 2 0 16,-3 1 24-16,0 2 0 0,0-2 0 0,-3 2 0 0,-3-2 0 16,-3-3 0-16,0 8 0 0,0 0 0 0,-3 0 0 15,-3 0 0-15,0 0 0 0,0 2 0 16,-3 1-56-16,0-1-6 0,0 1-2 15,-3 0 0-15,3-1 48 0,0 3 16 0,-3-2-9 0,0 0 9 16,4-1 0-16,-1-2-10 0,0 3 10 0,-3-3 0 0,6 0 0 16,-3-1 0-16,3-1 0 0,0-1 0 0,6-5-8 0,0 0 8 15,0 0 0-15,0 0 0 0,0 0 0 0,0 0 0 16,3 5 0-16,0-2 9 0,3-3 1 0,0 3 0 16,0-3 0-16,3-3 0 0,0 3-1 0,0-3 0 15,0 3 0-15,-1 0 0 0,1 0-9 0,0 0 12 0,0 0-12 16,0 0 12-16,-3 3-27 0,3 2-5 0,-3 1 0 15,0 1-1-15,0 1 68 0,-3 0 13 0,0 6 4 0,0-1 0 16,-3 3-52-16,-3-3-12 0,3 3 0 0,-3 2 0 16,-3-2 0-16,3 0 0 15,-3-3 0-15,0 3 0 0,-3 0 0 0,0-3 0 0,0 3 0 0,0 0 0 16,0-3 0-16,-3 3 0 0,1-3 0 0,-1 3 0 16,0-5 22-16,0 2 2 0,0 0 0 0,-3 1 0 15,6-4-16-15,-3 1-8 0,-3-1 10 0,6-2-10 16,-2 0 0-16,2 0 8 0,0-3-8 0,-3 1 0 15,3-4 0-15,0 1 0 0,0-3 0 0,0 0 0 16,3-3-10-16,-3-2-2 0,0-3 0 0,3 0 0 16,0 0-55-16,0-5-11 15,3 2-2-15,-3-4-675 0,6-1-134 0</inkml:trace>
  <inkml:trace contextRef="#ctx0" brushRef="#br0" timeOffset="37470.868">19094 14669 1400 0,'0'0'40'0,"0"0"8"0,0 0-39 0,0 0-9 0,0 0 0 0,0 0 0 15,3 0 114-15,6 3 21 0,0-3 4 0,0 3 1 16,0-3-38-16,3 2-7 0,3-2-2 0,0 0 0 16,3 3-23-16,-1-3-5 0,1 0-1 0,3 0 0 15,0 0-51-15,0 0-13 0,-3 0 0 0,3-3 0 16,-4 3 0-16,1-2 0 0,0-1 0 0,0 3 0 16,0-3 0-16,0 1 0 0,0-1 0 0,-4 0 0 0,1 1 0 15,3-1 0-15,-3 1 0 0,0-1 0 0,-3 0 8 16,0 3-8-16,-3 0 11 0,0-2-11 15,0 2-34-15,-4 0-14 0,-2 0-2 16,-3 0-1-16,0 0-22 0,0 0-5 0,0 0-1 0,0 0-542 16,-3 8-109-16</inkml:trace>
  <inkml:trace contextRef="#ctx0" brushRef="#br0" timeOffset="37747.352">19202 14955 1645 0,'0'0'36'0,"0"0"7"0,0 0 1 0,3 3 4 0,2-3-39 0,4 0-9 0,0 0 0 0,0-3 0 15,0 3 112-15,0-2 20 0,3 2 4 0,0-3 0 16,0 0-53-16,0 1-11 0,3 2-3 0,-3-3 0 16,2 3-30-16,-2-3-7 0,0 3 0 0,0-2-1 15,0 2-43-15,3 0-8 0,-3-3-1 0,3 3-1 16,-3 0 22-16,3 0 0 0,-1-3 0 0,-2 1 0 15,3 2 47-15,-3-3 13 0,0 0 4 0,3 1 0 32,-3-4-93-32,0 4-19 0,0-1-3 0,-1-2-1 15,1 2-13-15,0-2-3 0,-3 0-1 0,3-1-619 0,-3 1-124 0</inkml:trace>
  <inkml:trace contextRef="#ctx0" brushRef="#br0" timeOffset="38675.353">17698 6200 1497 0,'-3'0'32'0,"-3"-3"8"0,-5-2 44 0,5 5-76 0,-3-3-8 0,3 3 0 0,-3-3 0 16,3 1 53-16,-3 2 9 0,-3-3 2 0,0 0 0 16,0 3 0-16,0-2 0 0,-3 2 0 0,0 0 0 15,1 0-4-15,-4 2-1 0,-3-2 0 0,3 6 0 16,-3-4-23-16,0 4-4 0,1-1 0 0,-4 0-1 15,3 1-10-15,-6-1-1 0,0 0-1 0,-5 0 0 16,2 1-8-16,-3-1-2 0,0 0 0 0,4 1 0 16,-1 1-9-16,0-1 8 0,6 2-8 0,0-3 8 15,4 3-8-15,-1-3 0 0,3 1 0 0,-3 1 0 0,6-1 0 0,-3-1 0 16,3 0 0-16,3 1 0 0,1-1-17 16,2-2-3-16,0-1 0 0,3 1 0 15,6-3-36-15,0 0-8 0,0 0-2 0,0 0-582 16,3-3-117-16</inkml:trace>
  <inkml:trace contextRef="#ctx0" brushRef="#br0" timeOffset="39118.448">17472 6067 1267 0,'0'0'28'0,"0"0"5"0,-3-2 38 0,-3-4-71 0,3 1 0 0,3 5 0 0,-3-3 0 16,-3-2 109-16,3 2 15 0,-3-2 4 0,6 5 0 15,-6-2-52-15,0 2-9 0,3-3-3 0,3 3 0 16,-5-3 6-16,5 3 1 0,0 0 0 0,0 0 0 16,-6 0-30-16,6 0-5 0,0 0-2 0,0 0 0 15,0 0-16-15,0 0-3 0,0 0-1 0,0 0 0 0,0 0-3 16,0 6-1-16,3-1 0 0,3 0 0 0,-1 0-10 0,4-2 0 15,3 2 0-15,0 3 0 0,0-2 0 0,3-1 0 16,0 0 0-16,6 3 0 0,-3 0 50 16,-1 0 11-16,1 0 3 0,0 0 0 15,-3 2-52-15,0-2-12 0,0 3 0 0,-6 0 0 0,0 2 0 16,0-3 0-16,-3 4 0 0,-3-1 0 0,-3-3 0 0,0 4 0 16,0-1 0-16,-3 0 0 0,-3 0 0 0,0 1 0 15,0-4 0-15,-3 3 0 0,-3 1 0 16,3-4 0-16,-6 1 0 0,3 2 0 0,0-5 0 0,0 0 0 15,0 0 0-15,0 0 0 0,4 0 0 0,-4-3 0 16,3 0 0-16,0 1 0 16,3-4-48-16,0 1-13 0,6-3-3 0,0 0-682 0,0 0-137 15</inkml:trace>
  <inkml:trace contextRef="#ctx0" brushRef="#br0" timeOffset="42779.438">20187 14418 1773 0,'0'0'50'0,"0"0"11"0,0 0-49 0,0-5-12 0,0 5 0 0,0-6 0 15,0 1 109-15,0 5 19 0,0 0 4 0,0 0 1 16,0 0-55-16,0 0-11 0,0 0-3 0,0 0 0 15,0 0 11-15,0 0 1 0,0 0 1 0,0 8 0 16,-3 0-47-16,0 5-10 0,0 1-1 0,0 4-1 16,0-2-18-16,0 5 0 0,-3-2 0 0,3-1 0 15,0 3 0-15,0 0 0 0,-3 3 8 0,3 0-8 16,3-3-12-16,0 3-7 0,0 3-1 0,0-4 0 16,3-1-45-16,0-1-10 0,0-3-1 0,3-2-1 15,0-3-41-15,0-2-8 0,3-1-2 0,-3-4 0 16,0-1 28-16,3 0 6 0,-3-5 1 15,3 0 0-15,-3-2 46 0,2-4 10 16,1 1 1-16,-3 0 1 0,3-3 35 0,0-3 0 0,0 1 0 0,0-1 0 16,-3 1 44-16,0-1 16 0,-3 0 4 0,3 3 0 0,-3 1 23 0,-3 1 5 15,3-2 0-15,-3 6 1 0,-3-4 2 0,3 1 0 16,-3 2 0-16,3 3 0 0,0 0-22 0,-6-2-4 16,6 2-1-16,-6 0 0 0,6 0-54 0,0 0-14 0,-6 2 0 15,3 6 0-15,3-2 0 0,-3 4 0 0,3 1 0 16,3-1 0-16,0 4 0 0,0 1 0 0,3-1 0 0,3-1 0 31,0 0-28-31,0 0-8 0,3-2-1 0,3 0-1 16,-1-3-2-16,4-3-1 0,3 0 0 0,-3-2 0 0,0-3 25 0,-3 0 4 0,3-6 2 15,-4 4 0-15,1-3 28 0,0-3 6 0,0 0 0 0,-6 0 1 16,3-3-25-16,-3 1 0 0,-3-4 0 0,3 1 0 16,-3 0 54-16,-3 0 9 0,3-1 1 0,-3 4 1 15,0-3-1-15,-3-1 0 0,0 4 0 0,0-3 0 16,0-1-39-16,-3 1-8 0,0 2-1 0,0-2-1 15,3 3 12-15,-3-1 2 0,0-2 1 0,0 2 0 16,0-2-14-16,0 0-2 0,0-3-1 0,0 3 0 16,0-3-13-16,3-3 8 0,-3 1-8 15,0-1 0-15,3 1 0 0,0 2-8 0,0-3-1 0,3 1 0 16,0 2-95-16,0 3-20 16,0-3-3-16,3 5-705 0,3 1-140 0</inkml:trace>
  <inkml:trace contextRef="#ctx0" brushRef="#br0" timeOffset="43108.623">20973 14669 2188 0,'0'0'48'0,"0"0"11"0,0 0 1 0,-6 0 1 0,6 0-49 0,-6 3-12 0,0 2 0 0,0-2 0 16,6-3 92-16,-6 3 15 0,6-3 3 0,-3 5 1 16,0 0-58-16,0 1-11 15,0 1-2-15,3 1-1 0,0 3-17 0,0 2-3 0,-3 0-1 0,3 3 0 16,0 3-8-16,0-1-2 0,3 4 0 0,-3-1 0 16,0 3-8-16,0-3 0 0,0 0 0 0,0 0 0 15,0-2 0-15,-3-1 8 0,3 1-8 0,0 2 0 16,0-3 0-16,0 3 0 0,-3 1-14 0,3-4 5 15,0 3-27 1,-3-5-4-16,3 3-2 0,0-3 0 16,-3-1-24-16,3-4-5 0,0-3-1 0,0 0-671 0,0-3-134 0</inkml:trace>
  <inkml:trace contextRef="#ctx0" brushRef="#br0" timeOffset="43858.43">21312 14508 1958 0,'0'0'43'0,"0"0"9"0,0 0 1 0,0 0 3 0,0 0-45 0,0 0-11 0,0 0 0 0,0 0 0 16,0 0 104-16,0 0 20 0,0 0 3 0,0 0 1 15,0 0-52-15,0 0-9 0,0 0-3 0,-3 8 0 16,-3-3-51-16,3 3-13 0,0 3 0 0,0-1 0 15,0 1 54-15,0 2 8 0,0 3 2 0,0-3 0 16,3 3-52-16,-3 3-12 0,3-1 0 0,-3 3 0 31,3-2-48-31,3 2-13 0,-3-2-3 0,3-1 0 0,0 1 0 16,3-4 0-16,0-1 0 0,0-1 0 0,3-2 0 0,0-6 0 16,0 0 0-16,0-2 0 0,3-1 0 15,-6-2 0-15,3-2 0 0,-1-4 0 0,1-1 52 0,-3-1 12 0,3-6 0 0,0 4 0 0,0-1 0 16,-3-2 0-16,3 0 0 0,0 0 0 0,-3-1 42 0,0 4 11 15,0-4 3-15,0 4 0 0,-3-1 12 16,3 3 4-16,-3 0 0 0,-3 0 0 0,0 1-8 16,0 1 0-16,0 1-1 0,0 2 0 15,0 3-14-15,-3-5-2 0,3 5-1 0,0 0 0 0,0 0-26 0,0 0-4 16,0 0-2-16,-3 8 0 0,-3 0-14 0,3 2 9 16,3 1-9-16,0 2 8 0,0 1-19 0,0 1-4 0,0-1-1 15,3 2 0 1,3-1-24-16,-3 1-6 0,3 0-1 0,3 0 0 15,0-3-13-15,-1 0-4 0,1-2 0 0,3 0 0 0,0-3 52 0,0 0 12 16,0-6 0-16,0 1 0 0,0-3 0 0,0 0 0 16,0-5 0-16,0 2 0 0,-1-5 14 0,-2 0 6 15,3-5 0-15,-3 0 1 0,3-1 17 0,-3-2 3 0,-3 3 1 16,3-3 0-16,-3 0-33 0,0 1-9 0,0 1 0 16,-3-2 0-16,0 1 56 0,0-1 6 0,0 0 2 0,0 0 0 15,0 3-52-15,0-1-12 0,0-1 0 0,0-4 0 16,-3 3 54-16,3-5 8 0,-3 3 2 0,0-6 0 15,3 0-52-15,-3 0-12 0,0 0 0 0,2-2 0 32,1 5-100-32,0-1-22 0,0 7-5 0,3-1-717 0,0 0-144 0</inkml:trace>
  <inkml:trace contextRef="#ctx0" brushRef="#br0" timeOffset="44411.267">21973 14704 1728 0,'-6'5'38'0,"0"0"8"0,0 3 2 0,0 3 0 0,0 0-39 0,0-1-9 0,0 1 0 0,0 2 0 16,0 0 36-16,0 0 6 0,0 3 1 0,0 0 0 15,0 0-12-15,0 0-3 0,3-3 0 0,0 3 0 16,3-3-19-16,-3 3-9 0,3-5 8 0,-2 2-8 15,4-5 0-15,-2 2 0 0,3 1 0 0,0-3 0 16,0 0 0-16,0 0-12 0,3-3 0 0,0 3 1 16,0-5 11-16,0 2 0 0,3-5 0 0,0 3 0 15,0-3 0-15,3-3 0 0,0 3 0 0,0-5 0 16,0 2 60-16,0-2 15 0,-1-1 2 0,4 1 1 16,-3-3-14-16,-3 0-4 0,3 3 0 0,0-3 0 15,-3-3-18-15,-3 4-4 0,0-4-1 0,0 3 0 16,-3-3 3-16,0 1 1 0,0-3 0 0,-3 2 0 0,0-2 4 15,-3 2 1-15,0-2 0 0,0 2 0 0,0-2-15 16,-3 3-3-16,0-4-1 0,0 4 0 0,-3-1-17 0,0 1-10 16,0 2 12-16,0-3-12 15,-3 3 8-15,3-2-8 0,0 2 0 0,-2 0 0 0,2 2-13 16,0 1-10-16,0 0-1 0,0 0-1 16,-3-1-160-16,3-2-32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33:50.78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11331 4800 1036 0,'0'0'23'0,"0"-8"5"0,0 3 0 0,0-1 1 0,0 1-29 0,0 0 0 0,0-3 0 0,-3 3 0 16,3-1 101-16,0 1 15 0,-3-3 2 0,3 3 1 15,-3-1-37-15,3 1-7 0,0 5-2 0,-3-5 0 16,3 5-7-16,-2-5-2 0,2 5 0 0,0 0 0 16,0 0 0-16,0 0 0 0,0 0 0 0,0 0 0 15,0 0-51-15,0 0-13 0,0 0 0 0,0 0 0 16,0 0 0-16,-3 5 0 0,0 3 0 0,0 0 0 16,0 0 0-16,0 2 0 0,0 1 0 0,3 2 0 0,-3 0 0 0,3 3 0 15,-3 0 0-15,3 3 0 0,0-4 30 0,0 4 3 16,0-3 1-16,3 5 0 0,-3-8-34 0,3 8 0 15,-3-2 0-15,3-1 0 16,-3 1-20-16,3-1-12 16,-3 1-1-16,3-3-1 0,-3 0 34 0,3 0 0 0,-3-3 0 0,3 0 0 0,-3 0 0 0,0-2 0 15,0-1 0-15,0 4 0 0,0-6 0 0,0 0 0 0,0 2 0 16,0-2 0 0,0 0-58-16,3-3-5 0,-3 3-1 0,-3-2-844 0</inkml:trace>
  <inkml:trace contextRef="#ctx0" brushRef="#br0" timeOffset="718.159">11189 6739 1314 0,'0'0'37'0,"0"0"8"0,0 0-36 0,0 0-9 0,0 0 0 0,0 0 0 15,0 0 86-15,0 0 15 0,0 0 3 0,-3 8 1 16,0-2-20-16,0-1-4 0,0 0-1 0,0 3 0 0,0 0-22 0,3 0-5 16,-3 3-1-16,0-3 0 0,0 2-15 0,3 1-3 15,-3-1-1-15,0 3 0 0,3-2-33 0,0 2-16 16,0 1 2-16,0-1 0 0,0 3 45 0,0 0 9 16,-3-3 1-16,3 5 1 15,0-2-16-15,0 0-3 0,0 3-1 0,0-4 0 0,0 1-22 16,0 0-20-16,0-3 4 0,0 3 1 0,0-2 24 15,0-4 5-15,0 1 1 0,0-1 0 0,3-2-15 0,-3 0 0 16,0 0 0-16,0 0 0 0,3-3 0 0,-3-5 0 16,0 6 0-16,3-1 0 15,-3-5-48-15,0 0-13 0,3 3-3 0,3-1-614 16,-6-2-123-16</inkml:trace>
  <inkml:trace contextRef="#ctx0" brushRef="#br0" timeOffset="3435.856">14296 4855 1472 0,'0'0'32'0,"0"0"8"0,0 0 0 0,0 0 1 0,0 0-33 0,0 0-8 0,0 0 0 0,0 0 0 15,0 0 70-15,0 0 12 0,0 0 2 0,-6 6 1 16,6-6-33-16,-3 2-8 0,3-2 0 0,-3 6-1 15,3-6-11-15,-3 5-3 0,3-5 0 0,-3 5 0 0,3 3 3 0,0-3 0 16,0 3 0-16,0 3 0 0,0-6-10 0,0 6-2 16,3 2 0-16,-3-5 0 15,3 5-10-15,-3 3-2 0,3-3-8 0,-3 3 12 0,3-3-12 16,0 3 0-16,-3 0 8 0,3 0-8 16,0 3 0-16,0-6 0 0,-3 5 8 0,3-7-8 15,0 0 0-15,-3 4 0 0,0-7 0 0,3 6-10 16,-3-4-22-16,0 3-5 0,0 1-1 0,0-4 0 15,0 3-106-15,0-2-22 0,-3 2-4 0,3-2-1 0</inkml:trace>
  <inkml:trace contextRef="#ctx0" brushRef="#br0" timeOffset="4144.341">14347 6451 1108 0,'0'0'24'0,"0"0"6"0,0 0 1 0,0 0 0 0,0 0-31 0,0 0 0 0,-6 0 0 0,6 0 0 16,-6-3 79-16,6 3 9 0,-6 0 3 0,6 0 0 15,-6 0-15-15,6 0-4 0,0 0 0 0,-6 3 0 16,6-3-16-16,-6 3-4 0,6-3-1 0,-3 5 0 16,0 0-11-16,0 0-3 0,3 3 0 0,-3 0 0 15,3 0-8-15,-3 3-1 0,3-1-1 0,0 4 0 16,0-1-15-16,0 5-4 0,0 1 0 0,0-1 0 15,0 4-8-15,-3 1 0 0,3-1 0 0,0 1 8 16,0-1-8-16,0-4 0 0,0 3 0 0,0-2 8 16,0-3-8-16,-3 0 0 0,3-3 0 0,0 0 8 15,-3-2-8-15,3 2 0 0,0-3 0 0,-3-2 0 16,3 0 8-16,-3 0 0 0,3 0 0 0,0-3 0 0,0 3-8 16,0-8 0-16,0 0 0 0,3 6 0 15,-3-6-122-15,0 0-26 0,3 5-6 0,-3-5-1 0</inkml:trace>
  <inkml:trace contextRef="#ctx0" brushRef="#br0" timeOffset="6629.342">20228 6311 1269 0,'0'0'36'0,"-5"-3"8"0,-1 0-36 0,6 3-8 15,-6 0 0-15,0-2 0 0,3 2 88 0,3 0 15 16,0 0 3-16,0 0 1 0,-6 0-59 0,6 0-12 16,0 0-3-16,0 0 0 0,0 0 25 0,0 0 5 15,0 0 1-15,0 8 0 0,6-6 0 0,-3 4 0 0,6-4 0 0,-3 4 0 16,5-6-30-16,-2 2-6 0,6 1 0 0,3 0-1 15,-3-3-12-15,3 0-3 16,3 0 0-16,0 0 0 0,-1 0-3 0,4 0-1 0,-3-3 0 0,0 0 0 16,0 1 8-16,0 2 0 0,-1-3 1 0,-2 3 0 31,-3-3-65-31,0 3-12 0,-3-2-4 0,-3 2 0 16,0-3 0-16,-3 3 0 0,0 0 0 0,-6 0 0 0,0 0-7 15,0 0-1-15,0 0-1 0,-6 5-725 0</inkml:trace>
  <inkml:trace contextRef="#ctx0" brushRef="#br0" timeOffset="6868.366">20237 6522 1267 0,'0'0'28'0,"0"0"5"0,0 0 38 0,6 0-71 0,0-2 0 15,0 2 0-15,0-3 0 0,3 0 109 0,0 3 15 16,0-2 4-16,0 2 0 0,0-3-52 0,0 3-9 16,3-2-3-16,0 2 0 0,2-3-20 0,-2 3-5 15,6 0-1-15,-3 0 0 0,0 0-27 0,0-3-11 16,3 3 8-16,0 0-8 0,-1-2 0 0,4-1-20 0,-3 0 3 0,3-2-599 16,0 0-119-16</inkml:trace>
  <inkml:trace contextRef="#ctx0" brushRef="#br0" timeOffset="7186.304">21008 6165 1497 0,'0'0'32'0,"0"0"8"0,-3-2 44 0,3 2-76 0,0 0-8 0,0 0 0 0,0-6 0 16,0 6 104-16,0 0 20 0,0 0 3 0,0 0 1 15,0 0-52-15,0 0-9 0,0 0-3 0,0 0 0 16,0 0 5-16,0 0 1 0,0 0 0 0,-6 6 0 16,3 1-30-16,0 4-7 0,0 0-1 0,1 2 0 15,-1 3-12-15,3 0-2 0,-3 2-1 0,0 6 0 0,0-3-5 0,0 3-2 16,3-3 0-16,-3 3 0 16,0 0-10-16,3 0 0 0,-3-3 0 0,0 0 0 0,0-3 0 15,3 1 0-15,-3-1 0 0,0 1 0 0,0-3 0 16,0 2 0-16,0-2 0 0,0 0 0 15,0 0 0-15,-3 0 0 0,3-3 0 0,0 0 0 16,0 1-52-16,0-4-10 0,0-2-2 0,0 3-1049 16</inkml:trace>
  <inkml:trace contextRef="#ctx0" brushRef="#br0" timeOffset="12980.199">14656 9565 1205 0,'0'0'34'0,"0"0"8"0,0 0-34 0,0 0-8 0,0 0 0 0,0 0 0 0,0 0 76 0,0 0 14 15,0 0 2-15,0 0 1 0,0 0-23 0,0 0-5 16,0 0-1-16,0 0 0 15,0 0-4-15,0 8 0 0,0-8-1 0,-3 8 0 0,3 0-31 0,-3 0-7 16,3 0-1-16,0 0 0 0,0 0-20 0,3 2-20 16,-3-2 4-16,0 3 1 0,3 0 15 0,-3-1 0 15,0 1 0-15,3 2 0 0,-3-2 0 0,0 2 0 16,3-3 0-16,-3 4 0 0,3-4 25 0,-3 3 8 16,0-2 2-16,0 0 0 0,0-1-35 0,-3 1 0 15,3-3 0-15,-3 2 0 0,3 1 0 0,0-3 0 0,-3 0 0 16,3 0 0-16,-3 0 10 0,3-3-10 15,0-5 8-15,-3 8-8 0,3-8 0 16,0 0 0-16,-3 2 0 0,3-2 0 0,0 0 0 0,0 0 10 0,0 0-10 0,0 0 10 16,-3-2-10-16,0-3 0 0,0-3 0 0,3 0-11 15,-3 0 11-15,3-3 0 0,0 1 0 0,0-1 0 16,0-2 0-16,3 2 0 0,-3-2 0 0,0 0 0 16,0-1 0-16,0 1 0 0,0 0 8 0,3 0-8 15,-3 0 17-15,0 2-1 0,0-2 0 0,0-1 0 16,0 4-8-16,0-1-8 0,0-2 9 0,0 2-9 15,0 1 36-15,0 2 0 0,0 0 1 0,-3 0 0 16,3 3-9-16,0 2-1 0,0 3-1 0,0 0 0 16,0 0-26-16,0 0 0 0,0 0 8 0,0 0-8 15,0 0 0-15,0 0 0 0,0 0 0 0,-3 5 0 16,0 1 0-16,3 2 0 0,0 0 0 0,0 0 0 16,0 2 0-16,0-2 0 0,0 0 0 0,0 3 0 15,3-1 0-15,0 3 0 0,-3-2 0 0,3 0 0 16,-3-1 0-16,3 3 0 0,0-2 0 0,0 0 0 15,-3-1 0-15,3 1 0 0,0-1 0 0,-3-2 0 16,3 0 0-16,-3 3 0 0,3-3 0 0,0 2 0 0,-3-2 0 16,0 0 0-16,0 0 0 0,0-3 0 0,0 3 0 0,0-2 0 15,0 2 0-15,0-3 0 16,0-5-63-16,0 0-14 0,0 5-3 0,0-5-588 16,0 0-118-16</inkml:trace>
  <inkml:trace contextRef="#ctx0" brushRef="#br0" timeOffset="13875.834">14632 8409 1497 0,'0'0'32'0,"0"0"8"0,-3-3 0 0,-2 1 4 0,5 2-36 0,-6-3-8 0,0 0 0 0,0 1 0 16,6 2 53-16,-6 0 9 0,0 0 2 0,-3 2 0 15,3-2 0-15,0 3 0 0,0 2 0 0,-3 1 0 16,3-1-52-16,0 0-12 0,0 3 0 0,0 0 0 16,-3 0 15-16,3 0 0 0,3 0 0 0,-3 2 0 15,3 1-15-15,0 2 0 0,0-2 0 0,3 2 0 16,0-2-9-16,0-1-5 0,3 1-1 0,0-1 0 15,0 1 15-15,0 0 0 0,3-3 0 0,0-1 0 16,0-1 0-16,0 2 0 0,3-6 0 0,-3 4 0 0,6-4 0 16,-3 1 15-16,0-3-3 0,0-3-1 0,3 3-11 0,-3-2-16 15,3-4 4-15,2 4 1 0,-2-6 11 0,3 2 0 16,-3-1 0-16,3-1 0 0,0 0 49 0,-3 0 12 16,3 0 3-16,-3-3 0 0,-1 3 0 0,1-2 0 15,-3-1 0-15,0 1 0 0,0 2 0 0,-3-3 0 0,-3 3 0 16,0-3 0-16,-3 1-52 0,0 2-12 15,-3-3 0-15,0-2 0 0,-3 3 54 0,0-1 8 16,-3-2 2-16,-3 2 0 0,0 1-52 16,1-1-12-16,-1 0 0 0,-3 3 0 0,0 1 0 15,0-1 0-15,-3 2 0 0,3 1 0 0,0 0 0 0,3 2 0 0,1 3 0 0,-1-3 0 32,0 3-48-32,3 3-13 0,0-3-3 0,0 3 0 15,0 2-106-15,0 0-22 0,3 3-4 0</inkml:trace>
  <inkml:trace contextRef="#ctx0" brushRef="#br0" timeOffset="19674.911">20231 9602 1497 0,'0'0'32'15,"-6"3"8"-15,1 0 44 0,-1-3-76 0,0 2-8 0,6-2 0 0,-6 0 0 0,6 0 69 0,-6 3 12 16,6-3 3-16,-6 0 0 0,6 0-20 0,0 0-4 16,0 0-1-16,-6-3 0 0,6 3 1 0,0 0 1 15,0 0 0-15,0 0 0 0,0 0-18 0,0 0-4 0,0 0-1 0,0 0 0 16,0 0-7-16,0 0-2 15,0 0 0-15,0 0 0 16,6 0 16-16,-3 0 3 0,3-2 1 0,3 2 0 0,-3 0-39 0,3 0-10 16,2 0 0-16,1 0 0 0,3 0 0 0,0-3 0 0,3 3 0 0,0-3 0 15,3 1 0-15,-1-1 0 0,1 0 0 0,3 1 0 16,0-1 0-16,-3 0 0 0,3 1 0 0,-1-1 0 16,-5-2 0-16,3 2 0 0,-6 1 0 0,3-1 0 31,-6 0-49-31,0-2-12 0,0 2-3 0,-1 1 0 15,-5 2-102-15,3-3-21 0,-3 0-4 0,-6 3-410 0,0 0-83 0</inkml:trace>
  <inkml:trace contextRef="#ctx0" brushRef="#br0" timeOffset="19970.065">20306 9753 1314 0,'0'0'37'0,"0"0"8"0,0 0-36 0,0 0-9 0,0 0 0 0,0 0 0 0,0 0 104 0,0 0 18 15,0 0 4-15,0 0 1 0,0 0-50 0,0 0-9 16,0 0-3-16,0 0 0 0,3-2-1 0,3-1 0 16,-3 0 0-16,3 1 0 0,-3 2 0 0,3-3 0 15,3 3 0-15,-3-3 0 0,2 3-51 0,1 0-13 16,3 3 0-16,0-3 0 0,0 0 0 0,0 0 0 15,0 0 0-15,0 0 0 0,3 0 15 0,0 0 0 16,2-3 0-16,-2 3 0 0,3-2-24 0,0-1-5 16,0 0-1-16,3-2 0 15,-3 2-39-15,-1-2-8 0,4 2-2 0,0-2-614 0,0 0-123 0</inkml:trace>
  <inkml:trace contextRef="#ctx0" brushRef="#br0" timeOffset="20484.69">21032 9592 1638 0,'0'0'36'0,"0"0"7"0,0 0 48 0,0 0-82 0,0 0-9 0,0 0 0 0,0 0 0 16,0 0 73-16,0 0 13 0,0 0 2 0,0 0 1 16,0 0-20-16,0 0-4 0,-6 2-1 0,0 1 0 15,6-3 0-15,-6 5 0 0,0-2 0 0,3 2 0 16,-3 1-51-16,3-1-13 0,0 3 0 0,-2 0 0 15,2 0 20-15,3 2 0 0,-3-2 1 0,0 0 0 0,3 3-21 16,0-3 0-16,0 2 0 0,3 1 0 16,-3-1 0-16,3-2 0 0,2 0 0 0,-2 0-8 0,3 0-8 15,0-3 0-15,3 1-1 0,0-1 0 16,0-2-38-16,-3-1-7 0,6 4-2 0,0-6 0 16,0 0 52-16,3 0 12 0,0-3 0 0,-1 0 0 15,4 1-25-15,0 2-3 0,0-6 0 0,0 1 0 0,3 2 28 16,-3-2-10-16,-1 3 10 0,1-4 0 0,0-2 0 0,0 3 0 15,-3 0 0-15,0-1 0 0,0-2 24 16,-6 1 6-16,3 1 1 0,-4-2 0 0,-2 0 20 0,3 0 4 16,-3-2 1-16,-3 2 0 0,3-3-5 0,-3 1-1 15,0-1 0-15,-3 1 0 0,3-1-6 0,-3 0-2 0,0-2 0 16,-3 3 0-16,3-1-3 0,-3 0-1 16,3 1 0-16,-6-1 0 0,3 1-12 0,-3 2-2 0,0-3-1 15,0 1 0-15,-3 2-10 0,-2 0-1 0,2 0-1 0,-3 0 0 16,-3 3-11-16,0-3 12 0,0 2-12 0,-3 1 12 15,0 0-12-15,1 2 0 16,-4-2 0-16,3 2 8 0,-3 0-8 0,3 3-11 0,-3-2 3 0,0 4 0 31,4-2-22-31,-1 0-4 0,0 6-1 0,0-4 0 0,0 4-72 16,3-1-14-16,-3-2-3 0,4 5-649 0,-4 0-130 0</inkml:trace>
  <inkml:trace contextRef="#ctx0" brushRef="#br0" timeOffset="22249.836">14537 11399 1335 0,'0'0'29'0,"0"0"7"0,0 0 0 0,0-5 2 0,0 2-30 0,0 3-8 0,0 0 0 0,0 0 0 15,0 0 78-15,0 0 14 0,0 0 4 0,0 0 0 0,0 0-5 0,0 0-1 16,0 0 0-16,0 0 0 16,0 0-28-16,0 0-6 0,-3 5 0 0,3 3-1 15,0 0-3-15,0 0-1 0,0 0 0 0,0 0 0 16,0 3-34-16,0-1-6 0,0 1-2 0,0 2 0 0,0 0 28 0,0 0 6 16,0 3 1-16,0 0 0 0,0 0-20 15,0 3-3-15,0-1-1 0,0 1 0 0,0-3-20 0,0-1 0 16,0 1 0-16,3 0 0 0,-3-3 0 0,0 3 0 15,0-3 0-15,0 1 0 0,0 2 12 0,0-3-1 16,0-3-1-16,0 4 0 0,0-4-10 0,0 1 0 16,0-1 0-16,0 1 0 0,0-3 0 0,0 0 0 15,0 0 0-15,0 0 0 16,0 0-22-16,0 0-10 0,0-3-1 0,0 3-1 16,-3-3-115-16,6 0-23 0,-3 1-5 0,0 2-477 0,3-3-95 15</inkml:trace>
  <inkml:trace contextRef="#ctx0" brushRef="#br0" timeOffset="23180.97">14573 12613 1267 0,'0'0'28'0,"0"0"5"0,0 0 38 0,-6-2-71 0,6 2 0 0,-6 0 0 0,-3 0 0 15,9 0 102-15,-6 0 14 0,0 2 2 0,-3 1 1 16,0-3-63-16,3 3-13 0,-3 2-3 0,0 0 0 16,4 1-4-16,-4 2 0 0,0-3-1 0,0 5 0 15,0 1-11-15,0 0-1 0,3-1-1 0,-3 3 0 16,0 1-6-16,3 2-2 0,-3-1 0 0,3-1 0 16,0 2-4-16,3-1-1 0,0-1 0 0,0 2 0 15,0-1-9-15,0-1 0 0,3-4 9 0,0 3-9 0,0 1 0 16,3-4 0-16,0 1 0 0,0-3 0 0,0 0 0 15,3 0 0-15,-3 0 0 0,3 2 0 16,0-5 0-16,0 1 0 0,3 2 0 0,-3-3 0 0,3-2 0 0,0 2 0 16,0-2 0-16,3 2 0 0,-3-5 0 0,3 0-8 15,-1 0 8-15,-2-3 0 0,3-2 0 0,0 0-8 16,0-1 8-16,0 1 0 0,3 0 0 0,-3-1 0 16,0-1 0-16,3-1 8 0,-4 0 0 15,4 0 1-15,-3-3 0 0,3 1 0 0,-3-4 5 0,-3 4 1 16,3-4 0-16,-3 1 0 0,0 0 5 0,-3-3 2 15,0 3 0-15,0 0 0 0,-3-1 10 0,-3-1 3 0,0 1 0 16,-3-2 0-16,0 3 4 0,0 0 1 0,-3 2 0 16,-3 1 0-16,3-1-8 0,-6 1-2 0,3 2 0 0,-6 0 0 15,3 0-30-15,0 0 0 0,0 3-8 0,-3-1 8 16,7 1 15-16,-7 2 9 0,3 1 3 0,0-1 0 16,0-2-27-16,0 5 8 0,0-3-8 0,3 3 0 15,0 0 0-15,0 0 0 0,-3-2 0 0,4 2 0 16,-1-3-32-16,0 3-1 0,0 3-1 15,0-1 0 1,3-2-94-16,0 3-18 0,0-1-4 0,6-2-864 0</inkml:trace>
  <inkml:trace contextRef="#ctx0" brushRef="#br0" timeOffset="27953.899">20285 12566 1728 0,'0'0'38'0,"-6"5"8"0,3-2 2 0,3-3 0 0,-3 5-39 0,3-5-9 0,-3 5 0 0,3-5 0 16,0 6 53-16,0-6 9 0,3 5 2 0,-3 0 0 0,0-5 0 0,6 6 0 16,0-4 0-16,0 1 0 0,0-1-12 0,3 1-3 15,0 0 0-15,3-3 0 16,0 2-21-16,0 1-5 0,2-3-1 0,4 0 0 16,0 0-14-16,-3-3-8 0,3 1 10 0,3 2-10 0,0-3 0 15,-1-2-13-15,-2 2 1 0,0 1 0 16,0-4 21-16,0 1 5 0,-3-3 1 0,3 3 0 0,-4-1-24 0,4 1-5 15,0 0-1-15,-3 0 0 16,3-1-27-16,-3 1-6 0,0 2 0 0,-3 1-1 16,-1-1-31-16,-2 0-7 0,-3 3-1 0,-6 0-524 15,0 0-104-15</inkml:trace>
  <inkml:trace contextRef="#ctx0" brushRef="#br0" timeOffset="28212.06">20276 12894 1728 0,'0'0'38'0,"0"0"8"0,0 0 2 0,0 0 0 0,3 0-39 0,3 3-9 0,3-3 0 0,-3 0 0 16,0 0 53-16,3 0 9 0,0 0 2 0,3-3 0 16,0 3 4-16,-1 0 0 0,1 0 1 0,3 0 0 15,-3-3-36-15,3 3-7 0,0 0-2 0,0 0 0 16,0 0-12-16,0 0-4 0,2 0 0 0,-2 0 0 15,-3 0-8-15,3 0 0 0,-3-2 9 0,0 2-9 16,0 0 0-16,0-3 8 0,3 3-8 0,-4 0 0 16,1-3 0-16,3 3 0 0,0-2 0 0,0-4-12 15,0 4-96-15,3-1-19 0,3-2-4 0</inkml:trace>
  <inkml:trace contextRef="#ctx0" brushRef="#br0" timeOffset="28791.167">21351 12555 1872 0,'0'0'41'0,"0"0"9"0,0 0 2 0,0 0 0 0,0 0-42 0,0 0-10 0,0-5 0 0,0 5 0 16,0 0 80-16,0 0 15 0,0 0 2 0,-6-3 1 16,3 1-26-16,3 2-4 0,-6-3-2 0,-3 3 0 15,3 0-22-15,0 3-5 0,0-1-1 0,0 4 0 16,0-1-16-16,-3 0-3 0,3 3-1 0,-3 0 0 16,0 3-7-16,0-1-2 0,3-2 0 0,0 5 0 15,-2-2-9-15,2 2 0 0,0 3 0 0,3-3 0 16,0 3 0-16,0 0 0 0,3 0 0 0,0 2 0 15,3-2-20-15,0 0 3 0,3-3 1 0,0 3 0 16,0-5-20 0,2 0-4-16,1-1-1 0,0 1 0 0,3-6 13 0,0 0 4 0,0-2 0 15,0 0 0-15,0-1 13 0,0 1 11 0,0-3-13 0,-3-3 5 16,3 1 8-16,-4-1 0 0,1-2 0 0,0-1 0 16,-3-2 14-16,3-2-2 0,-3-1 0 0,0 1 0 15,3-6 42-15,-3 3 8 0,0-6 2 0,0 3 0 16,0-2-52-16,0-1-12 0,0 1 0 0,0-1 0 0,-3 3 0 15,0-2 0-15,0 2 0 0,0 0 0 16,0 0 53-16,-3 0 8 0,0 3 2 0,-3-3 0 0,0 0-38 0,0 3-7 16,-3-3-2-16,0 3 0 0,0-3-5 0,-3 3-2 15,0-1 0-15,-3 4 0 0,3-1-9 0,-3 1 12 16,0 2-12-16,-3 0 12 0,-2 3-12 0,-1-1-16 0,-6 4 4 16,3-1 1-1,0 0-33-15,0 3-6 0,-2 3-2 0,-1 0 0 16,3 2-123-16,0 3-25 0,0 0-4 15,-3 2-2-15</inkml:trace>
  <inkml:trace contextRef="#ctx0" brushRef="#br0" timeOffset="29869.061">14424 14627 1332 0,'0'0'37'0,"-6"0"10"0,6 0-38 0,-6 0-9 15,0 0 0-15,0 0 0 0,0 0 100 0,-3 0 19 0,3 0 3 0,-2 3 1 16,2-1-56-16,-3 1-11 0,3 0-3 0,-3 2 0 16,0 0-7-16,0 1-2 0,3-1 0 0,-3 3 0 15,3 0-20-15,0 2-4 0,3-2 0 0,-3 5-1 16,3 1-8-16,0 2-2 0,0-1 0 0,3 4 0 16,0-1-9-16,0 1 0 0,0 0 0 0,0 2 0 15,3-5 0-15,0-1 0 0,3-1-10 16,0 2 10-16,0-6-22 0,3 1 2 15,0-3 0-15,3-3 0 0,3 0 4 0,-3-2 2 0,2 0 0 16,1-3 0-16,3-3 14 0,-3 0-11 0,3-2 11 0,0-3-10 16,-3 0 10-16,0-3-8 0,-1 1 8 0,1-3-8 15,-3-1 8-15,0-1 0 0,0-1 0 0,0-3 0 16,0 1 24-16,0-4 0 0,-3 4 0 0,0-1 0 16,0 4 0-16,-3-1 1 0,-1 0 0 0,1 3 0 15,-3-1 26-15,-3 1 5 0,3 3 0 0,-6-4 1 16,0 6 11-16,0-2 3 0,-2 2 0 0,-4 3 0 15,3-3-57-15,-3 0-14 0,3 2 0 0,-3 1 0 0,0 0 20 16,-3 2 2-16,0 1 0 0,0-1 0 0,0 3-14 16,-3 3-8-16,0-1 10 0,-2 3-10 0,2 1 0 0,-3-1-10 15,0 3 0-15,3 3 0 16,-3-4-38-16,3 4-7 0,1 2-1 0,-1 1-1 16,3-4-141-16,3 3-28 0</inkml:trace>
  <inkml:trace contextRef="#ctx0" brushRef="#br0" timeOffset="30952.718">14394 15699 1556 0,'0'0'44'0,"0"0"10"16,0 0-43-16,-3 2-11 0,3-2 0 0,-9 3 0 0,3-3 91 0,1 0 16 16,-1 3 3-16,0-1 1 0,6-2-39 0,-6 3-7 15,0 0-1-15,-3 2-1 0,3-2-20 0,0 2-4 0,0 0-1 16,0 3 0-16,0 0-10 0,0-3-1 15,0 3-1-15,0-2 0 0,0 1-7 0,3 1-2 16,0 0 0-16,-3 0 0 0,3 0-17 0,0 0 0 0,3 0 0 16,-3 5 0-16,3-2 0 0,0 2 0 0,0 0 0 0,0 1 0 15,0 1 0-15,3-1 0 0,0 2 0 16,0-1 0 0,0 1-48-16,3 0-12 0,0 0-4 0,0-3 0 15,0 1 0-15,3-4-1 0,0-2 0 0,0 0 0 16,3-3-7-16,-3-2-2 0,3 0 0 0,0-6 0 15,-1 0 34-15,1-2 6 0,0 0 2 0,0-6 0 0,0 1 20 0,0-1 12 16,0-2-12-16,0-1 12 0,0-1 25 0,-3-1 12 0,2-3 3 0,-5 3 0 16,3 0 24-16,-3 1 4 0,0-1 2 0,0 2 0 15,-3 1-10-15,0 0-3 0,0 2 0 0,0 1 0 16,-6-1 7-16,3 1 0 0,-6-1 1 0,3 1 0 16,-6-1-5-16,3 0 0 0,-3 3-1 0,-2 0 0 15,-1 1-21-15,-3 1-4 0,0 1-1 0,-3 0 0 16,0 2-17-16,0 0-4 0,0 1-1 0,1 2 0 15,-1 2-11-15,0-2 8 0,3 6-8 0,0-4 8 16,0 1-33-16,3 2-7 0,0-2-2 0,0 2 0 16,1 0-79-16,5 1-16 0,-3-1-3 0,3 0-1 0</inkml:trace>
  <inkml:trace contextRef="#ctx0" brushRef="#br0" timeOffset="31927.088">20342 15696 1893 0,'0'0'41'0,"0"0"9"0,-3 5 2 15,3 3 2-15,0-8-43 0,-3 6-11 0,3-6 0 0,0 5 0 0,3 0 62 0,-3 3 10 16,0-8 3-16,3 5 0 0,0 1-25 0,3-1-5 16,-4 0-1-16,4-2 0 0,3 0-15 0,-3-1-3 0,3 1-1 0,0 0 0 15,0-1-11-15,0-2-2 16,3 0-1-16,-3 0 0 0,3 0-11 0,0-2 0 0,-3-1 0 0,3 0 0 16,-1 1 0-16,1-1 0 0,0-2 0 0,-3 2 0 15,3 0-13-15,-3 1-5 0,0-1-1 0,0 0 0 31,-3 1-79-31,0-1-16 0,0 0-3 0,-3 3-519 0,-3 0-103 16</inkml:trace>
  <inkml:trace contextRef="#ctx0" brushRef="#br0" timeOffset="32178.723">20356 15990 1728 0,'0'0'38'0,"0"0"8"0,0 0 2 0,0 0 0 0,0 0-39 0,0 0-9 0,0 0 0 0,0 0 0 0,6 0 65 0,0-3 11 16,0 0 3-16,0 3 0 15,3-2-19-15,0-1-3 0,-3 1-1 0,3 2 0 0,3-3-20 0,-3 0-5 16,3 1-1-16,-3 2 0 0,3-6-18 16,0 4-4-16,-1-1-8 0,1 0 12 0,3-2-12 0,-3 0 0 15,0-1 0-15,0 1 0 0,0 0 0 0,0 0 0 16,-3-1 0-16,3-2-10 15,-1 0-100-15,4 1-20 0,-3-1-4 0</inkml:trace>
  <inkml:trace contextRef="#ctx0" brushRef="#br0" timeOffset="32677.878">20961 15643 2322 0,'0'0'51'0,"0"0"10"0,0 0 3 0,0 0 1 0,0 0-52 0,0 0-13 0,0 0 0 0,-6 0 0 16,6 0 68-16,0 0 12 0,-6 3 1 0,0-1 1 16,3 4-58-16,-3-4-12 0,3 4-3 0,-3-1 0 15,3 3 44-15,0-3 9 0,0 3 2 0,3 0 0 16,-3 0-73-16,3 3-15 0,-3-1-2 0,3 1-1 15,0-1 43-15,0 1 9 0,0 0 2 0,0-1 0 16,0 1-73-16,0-1-14 0,3-2-4 16,0 5 0-16,0-5 0 0,3 3 0 0,-3 0 0 0,3-1 0 15,0-2 0-15,0 0 0 0,3-3 0 16,-3 1 0-16,3-1 0 0,-3-2 0 0,3-1 0 0,-1-2 0 0,-2 0 52 16,3-2 12-16,0-1 0 0,-3 0 0 0,3-2 0 0,-3 0 0 15,3-1 0-15,-3 1 0 0,3 0 0 0,-3-1 0 16,0-1 0-16,3-1 0 15,-3 2 48-15,0-2 12 0,0 3 2 0,-3-3 1 0,0 0 1 16,0 0 1-16,-3 0 0 0,0-2 0 0,0-1-1 0,0-2 0 16,-3 2 0-16,0-5 0 0,0 3 0 0,0-3 0 15,-3 0 0-15,3-2 0 0,-3 2 0 0,0 0 0 16,3-2 0-16,-3 4 0 0,-3-1-51 0,3 4-13 0,-3-2 0 0,3 2 0 16,-3 1 0-16,0 2 0 0,0 2 0 0,-3 1 0 15,3 0 0-15,1-1 0 0,-7 4 0 0,0-3 0 16,0 2 0-16,-3 3 0 0,0-3 0 0,0 3 0 31,0-2-100-31,1 2-22 0,-1 0-5 0,0 0-717 0,3 0-144 0</inkml:trace>
  <inkml:trace contextRef="#ctx0" brushRef="#br0" timeOffset="34882.467">7292 4567 1375 0,'0'0'30'0,"0"0"6"0,0 0 41 0,0 0-69 0,-3 5-8 0,0 1 0 0,3 2 0 16,0-1 66-16,0 4 12 0,0-3 2 0,3 5 1 15,-3-2-51-15,3 2-10 0,3 3-3 0,-3 2 0 16,3-2 23-16,0 3 5 0,0-3 1 0,3 0 0 16,-3-1-22-16,3 1-5 0,3-2-1 0,0 1 0 15,-1-1-18-15,1-1 0 0,0 0-8 0,0-2 8 16,-3-3 0-16,3 0 0 0,0-3 0 0,0-2 0 16,3-1 0-16,-6 1 20 0,3-3-4 0,-1-3 0 15,-2 1 30-15,3-1 6 0,-3-2 0 0,3-3 1 0,0-3-5 16,0 0 0-16,0 1-1 0,0-3 0 15,0-1-16-15,0-1-3 0,-1 1-1 0,-2-2 0 0,3-2 21 16,-3 5 5-16,3-8 1 0,-3 5 0 0,0-8-43 16,3 3-11-16,-3 2 0 0,3-2 0 0,-3 2 0 0,0-2 0 15,0 5 0-15,-1-2 0 0,1 2 0 0,0 0 0 16,0 3 0-16,-3 2 0 16,0 1-49-16,-3-1-12 0,3 3-3 0,-3 0 0 15,-3 0-89-15,3 6-19 0,-3 2-3 0,0 0-1 0</inkml:trace>
  <inkml:trace contextRef="#ctx0" brushRef="#br0" timeOffset="35506.439">7432 6644 1422 0,'0'0'31'0,"-9"-3"6"0,3 3 2 0,0 0 1 0,0-2-32 0,0 2-8 15,0 0 0-15,0 2 0 0,6-2 70 0,0 0 12 16,-6 3 2-16,0 0 1 0,1 2-17 0,2 0-3 0,0 1-1 0,0 2 0 16,0-1-16-16,3 1-4 0,0 0-1 0,0 3 0 15,3 0-25-15,0-1-5 0,0 1-1 0,0-1 0 16,2-2-12-16,1 3 0 0,0-3 0 0,0 0 0 16,0-6 0-16,3 4 0 0,0-1 0 0,0-2 0 15,3-3 26-15,-3 0-1 0,3 0 0 0,3-6 0 16,-3 4 19-16,0-4 4 0,2 1 1 0,1-6 0 15,0-2-15-15,0 3-3 0,3-6-1 0,-3-3 0 16,3 3-18-16,-3-5-3 0,-1 0-1 0,1 3 0 16,0-1 13-16,0 0 3 0,0 1 0 0,3-1 0 15,0 4-24-15,-3-1 0 0,-1 0 0 0,1 3 0 16,3-3-54-16,-3 5-15 16,-3-2-3-16,3 2-1 0,-3 1-88 15,0 2-18-15,0 0-3 0</inkml:trace>
  <inkml:trace contextRef="#ctx0" brushRef="#br0" timeOffset="36899.707">21431 6369 1375 0,'0'0'30'0,"0"0"6"0,0 0 2 0,0 0 1 0,0 0-31 0,0 0-8 0,0 0 0 0,0 0 0 0,0 0 58 0,-3 8 10 16,0-3 3-16,0 6 0 0,3-3-27 0,0 5-6 15,0-3-1-15,0 1 0 0,0 2-37 0,0 1-8 16,3-1-2-16,-3-3 0 0,3 1 10 0,-3 0 0 16,3-1 0-16,3-2 0 0,-3 3 0 0,0-3 0 15,3-3 0-15,0 3 0 0,0-3 0 0,3-2 0 16,-3-1 0-16,3 1 0 0,0-3 30 0,2 0 8 15,-2-3 2-15,6-2 0 16,0 0 3-16,0-3 1 0,3 0 0 0,3-3 0 0,0-2-12 0,-1-3-3 16,7-2 0-16,0 2 0 0,-3-5-13 0,3 2-4 0,-1-2 0 15,1-5 0-15,3-1-12 0,0-5 0 0,5 1 8 0,1-1-8 16,0 3 0-16,3 2 0 0,-4 1 0 0,1 2 0 16,-3 0 0-16,-6 0 0 0,-4 3 0 0,1 3 0 31,-3-1-45-31,-3 3-15 0,-3 3-4 0,-3 0-546 0,-3 0-110 0</inkml:trace>
  <inkml:trace contextRef="#ctx0" brushRef="#br0" timeOffset="37331.939">21791 6372 1728 0,'0'0'38'0,"0"0"8"0,0 0 2 0,0 0 0 0,0 0-39 0,0-6-9 16,0 1 0-16,3 0 0 0,-3-1 53 0,0 6 9 15,0-5 2-15,0 5 0 0,0 0-7 0,0 0-1 16,0 0 0-16,0 0 0 0,0 0-38 0,0 0-8 16,0 0-2-16,0 0 0 0,3 8-8 0,-3 0 0 15,0 3 0-15,3-1 0 0,0 3 0 0,-3 1 0 16,3 1 0-16,0 1 0 0,0 0 25 0,0 0 3 15,3 0 1-15,0-3 0 16,0 0-46-16,0 1-10 0,0-4-1 0,0 1-1 0,0-1 29 0,3-2 0 16,0 0 0-16,-1 0 0 0,4-2 30 0,-3-1 12 15,3-3 2-15,0 1 1 0,0 0-13 0,3-3-4 16,0-3 0-16,3 0 0 0,-3-2-28 0,5 0-8 0,-2-3-1 16,6 0 0-16,-3-3 9 0,0 1 0 15,0-1 0-15,-1-5 0 0,4 1 49 0,-3-1 12 0,0-3 3 0,0 3 0 31,0-5-103-31,5 0-20 0,1-3-4 0,0-5-1 0,0 0 76 16,2 2 16-16,1 1 2 0,0-1 1 16,-3 4-52-16,3 2-11 0,-4-1-1 0,-2 4-1 0,0 2-131 15,0 3-27-15,-3-1-4 0,2 7-2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34:53.12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19419 2008 1267 0,'0'0'28'0,"0"0"5"0,-6 3 2 0,6-3 1 0,-3 5-36 0,3-5 0 0,-6 0 0 0,6 0 0 15,0 0 109-15,0 0 15 0,0 0 4 0,0 0 0 16,0 0-52-16,0 0-9 0,0 0-3 0,0 0 0 16,0 0 0-16,0 0 0 0,0 0 0 0,0 0 0 15,0 0-51-15,0 0-13 0,0 0 0 0,0 0 0 16,0 0 54-16,3 8 8 0,-3-8 2 0,0 0 0 0,3 3-52 16,0 2-12-16,3-5 0 0,0 3 0 0,0 2 0 0,-3-5 0 15,3 0 0-15,0 0 0 16,3 0 54-16,-1 3 8 0,4-3 2 0,0 0 0 15,0 2-52-15,3-2-12 0,0 0 0 0,3 3 0 0,0-3-12 16,0 0-4-16,2 5-2 0,1-5 0 0,0 3 18 16,0-3 0-16,3 5 0 0,-3-5 0 0,-1 3 0 0,1-3 0 15,0 5 0-15,-3-5 0 0,3 0 0 0,0 0 0 16,2 0 0-16,4 0 0 0,-3-5 0 0,3 5 0 16,3 0 0-16,-1 5 0 0,-2-5 0 0,3 0 12 15,0 0-3-15,-4 0-1 0,1 0 1 0,-3 0 0 16,3 0 0-16,-3-5 0 0,-1 2 4 0,4 3 1 0,-3-5 0 15,3 2 0-15,0 3-4 0,-4 0-1 0,4 0 0 0,-3-5 0 16,0 5-1-16,0 0-8 0,-1 0 12 0,-2 0-4 16,0 0-8-16,-3 0 0 0,0 0 0 0,-3 0 0 15,3-3 0-15,-6 3 0 0,2 0 9 0,-2 0-9 16,0 0 29-16,0-2 2 0,0 2 0 0,0 0 0 16,-3 0-31-16,3 0 0 0,0 0 0 0,-3 0 0 15,3-3 0-15,-4 3 0 0,4 0 0 0,-3 0 0 16,0 0-13-16,0 0-9 0,0 0-2 15,0 0 0-15,3 0 24 0,-3 0 0 0,0 0 0 0,0 0 0 16,0 0-23-16,-3 0-3 16,3 0-1-16,-1 0 0 0,-2 0-144 15,0 0-29-15,3 3-5 0,-3-3-2 0</inkml:trace>
  <inkml:trace contextRef="#ctx0" brushRef="#br0" timeOffset="1321.413">19571 2926 946 0,'0'0'20'0,"0"0"5"0,-6 6 1 0,0-6 2 0,0 2-28 0,3 4 0 0,3-6 0 0,-6 0 0 16,6 0 76-16,0 0 9 0,0 0 3 0,0 0 0 15,-6 0-20-15,6 0-3 0,0 0-1 0,0 0 0 16,0 0-6-16,0 0-2 0,0 0 0 0,0 0 0 16,0 0-37-16,0 0-8 0,0 0-2 0,0 0 0 15,0 0 42-15,0 0 8 0,0 0 1 0,3 0 1 16,3 0-46-16,0-6-15 0,0 6 8 0,0-2-8 16,0 2 51-16,0 0 6 0,0 0 2 0,2 0 0 15,-2 0-25-15,0 0-5 0,3 0-1 0,0 0 0 16,-3 0-13-16,3 0-3 0,0 0-1 0,0 0 0 15,0 0 3-15,0 0 1 0,0 0 0 0,0 0 0 0,0 0-1 0,0 2 0 16,2-2 0-16,-2 0 0 0,0 0-14 0,3 0 0 16,-3 0 0-16,0 0 0 0,0 0 0 15,0 0 0-15,0 0 0 0,0 0 0 0,0 0 57 16,0 0 6-16,3 0 1 0,-3 0 0 0,2 0-52 0,-2 0-12 16,3-2 0-16,-3 2 0 0,3 0 0 0,0 0 0 15,3 0 0-15,-3-6 0 0,0 4 0 16,3 2 0-16,-1 0 0 0,-2-3 0 0,3 3 0 0,0 0 0 15,-3 0 0-15,3 0 0 0,0 0 0 0,0 3 0 16,-3-3 0-16,2 0 0 0,-2 2 0 0,3-2 0 0,-3 6 0 0,0-6 0 16,0 0 0-16,0 0 0 15,0 0 0-15,-3 2 0 0,3-2 0 0,-3 0-16 0,-1 0 3 0,4 0 1 16,-3 0 12-16,3 0 0 0,0 0 0 0,0 0 0 16,0 0 13-16,0 0-4 0,0 0-1 0,0-2 0 15,3 2-8-15,-4 0 0 0,4 0 0 0,0 0 0 16,0 0 0-16,0-6 0 0,-3 6 0 0,3 0 0 15,0 0 0-15,-3 0 0 0,2 0 0 0,-2-2 0 16,0 2 0-16,0 0 0 0,0 0 0 0,0-3 0 16,0 3 0-16,-3 0 0 0,3-2 0 0,-3 2 0 15,0 0 56-15,0-6 7 0,-1 6 1 0,-2-2 0 16,3 2-52-16,0-6-12 0,0 6 0 0,-3-2 0 16,3 2 0-16,0 0 0 0,0 0 0 0,0-6 0 0,3 6 0 0,-6 0 0 15,3 0 0-15,0 0 0 16,0 0 0-16,-4 0 0 0,4 0 0 0,0 0 0 15,0 0 0-15,0 0 0 0,0 0 0 0,0 0 0 0,0 0 0 16,0 0 0-16,0 0 0 0,0 6 0 0,3-6 0 16,-3 0 0-16,0 0 0 0,-1 0 0 15,4 2 0-15,-3-2 0 0,0 6 0 0,3-6 0 0,-3 0 0 0,0 2 0 16,0-2 0-16,0 6 0 0,-3-6 0 0,0 0 0 16,3 0 0-16,-3 2 0 15,0-2-48-15,-3 3-13 0,3-1-3 0,-1 4 0 16,-5-6-153-16,0 0-31 0,0 0-7 15,0 0-1-15</inkml:trace>
  <inkml:trace contextRef="#ctx0" brushRef="#br0" timeOffset="2446.296">19621 3636 1267 0,'-12'5'28'0,"6"-5"5"0,0 3 2 0,0-3 1 0,1 5-36 0,-4-5 0 0,3 0 0 0,0 0 0 15,0 2 109-15,0-2 15 0,0 0 4 0,0 3 0 16,6-3-52-16,0 0-9 0,-6 3-3 0,6-3 0 16,0 0-18-16,0 0-4 0,0 0-1 0,0 0 0 15,0 0-14-15,0 0-3 0,0 0-1 0,0 0 0 16,0 0 21-16,0 0 4 0,0 0 0 0,0 0 1 15,0 0-27-15,3 0-6 0,3 2 0 0,0-2-1 16,0 0-15-16,3 0 0 0,-3 0 0 0,0 0 0 16,3 0 0-16,-1 0 0 0,1 0 0 0,0-2 0 15,3 2 54-15,0 0 8 0,0 0 2 0,3 0 0 16,-3 0-64-16,3 0-20 0,0-3 0 0,-1 3 0 16,-2 0 20-16,3 0 0 0,0 0 0 0,-3 0 0 15,0 0 10-15,0 0-10 0,-3 0 10 0,3 0-10 16,0 0 8-16,0 0-8 0,-1 0 0 0,4 0 9 15,-3 0 0-15,0 0 0 0,3 3 0 0,0-3 0 16,-3 2-9-16,3-2 0 0,3 3 0 0,-4-3 0 16,1 0 0-16,3 3 0 0,-3-3 0 0,3 5 0 0,0-5 0 15,-3 0 0-15,2 0 0 0,-2 0 0 0,3 0 0 0,-3 3 0 16,0-3 0-16,0 0 0 0,-3 0 0 0,3-3 0 16,-3 3 0-16,2 0 0 0,-2 0 0 0,3 0 0 15,-3-5 0-15,3 5 0 0,0-3 0 0,0 3 8 16,0 0-8-16,0 0 8 0,-1 0-8 0,4 0 0 15,-3 0 0-15,3 0-11 0,-3 0 11 0,0 0 0 16,0 0 0-16,-3 0 0 0,3 0 0 0,-1 0 0 0,1 0 0 0,-3 0 0 16,3 0 0-16,-3 0 0 0,0 0 0 0,0 0 0 15,0 0 0-15,0 0 0 0,-3 0 0 16,2 0 0-16,-2 0 49 0,0 0 12 0,0 0 3 0,0 0 0 16,3 0-52-16,-3-3-12 0,0 3 0 0,3 0 0 15,0-2 0-15,-3 2 0 0,3-3 0 16,-4 3 0-16,4 0-9 0,-3 0-5 0,3 0-1 15,-3 0 0-15,3 0 15 0,0 0 0 0,0 0 0 0,-3 0 0 16,3 0 12-16,-3 0-4 0,3 0 0 0,-4 0-8 16,4 0 12-16,-3 0-4 0,0 0 0 0,0 0-8 15,0 0 12-15,0 0-12 0,-3 0 12 0,3 0-12 16,-3 0 12-16,0 0-4 0,3 0 0 0,-3 0-8 16,0 0 0-16,0 0-17 0,0 0 1 0,0 0 1 15,-3 0 15-15,-1 0 0 0,4 0 0 0,-6 0 0 16,6-3 0-16,-3 3 0 0,-3 0 0 0,6 0 0 15,-3 0 0-15,-3 0 0 0,6 0 0 0,-6 0 0 0,3 0 0 0,-3 0 0 16,0 0 0-16,6 3 0 0,-6-3 0 16,0 0 0-16,3 0 0 0,-3 0 0 0,0 0 0 0,0 0 0 15,0 0 0-15,6 0 0 0,-6 0 0 0,0 0 0 16,0 0 0-16,0 0 0 0,3 0 0 0,-3 0 0 16,0 0 0-16,0 0 0 0,6-3 0 0,-6 3 0 15,3-2 0-15,0-3-856 16,0 2-169-16</inkml:trace>
  <inkml:trace contextRef="#ctx0" brushRef="#br0" timeOffset="4052.463">20973 1765 1360 0,'0'0'30'0,"0"0"6"0,0 0 2 0,0-5 0 16,0-1-30-16,0 6-8 0,-3-2 0 0,3 2 0 0,0-8 115 0,0 8 21 15,-3-6 5-15,3 6 1 0,0 0-42 0,0 0-9 16,0 0-2-16,0 0 0 0,0 0-32 0,0 0-6 0,0 0-2 0,-6 6 0 16,3-4-27-16,0 4-6 0,0 2 0 0,0 0-1 15,3-1-6-15,0 1-1 0,0 6 0 0,0-6 0 16,3 5 0-16,-3-5 0 0,0 5 0 0,3 3 0 16,0-6 1-16,-3 4 0 0,3-1 0 15,0 0 0-15,-3 3-1 0,3 0 0 16,0-3 0-16,-3 3 0 0,3-3 1 0,-3 3 0 0,0-5 0 15,0 7 0-15,3-7-9 0,-3 7 8 0,0-2-8 16,3 0 8-16,-3 0 0 0,0 5 0 0,3 0 0 0,-3 0 0 16,0-5 0-16,3 8-8 0,0-3 12 0,-3 0-4 15,2 1-8-15,1-4 12 0,0 1-12 0,-3 2 12 16,3-3-12-16,-3 4 0 0,0-7 0 0,3 4-11 16,-3-3 11-16,0 0 0 0,0 0 0 0,0-1 0 15,0 4 0-15,3-1 0 0,-3 1 0 0,0 2 0 16,3-5 0-16,-3 5 0 0,3-5 0 0,0 5 0 15,-3-5 16-15,3 0 4 0,-3 5 2 0,3-5 0 16,-3-3-12-16,3 1-2 0,-3 1-8 0,0 1 12 0,3-3 0 16,-3-2 0-16,0 2 0 0,3 1 0 0,-3-4-4 0,0 1 0 15,0-1-8-15,0 4 12 0,0-7-4 0,0 7-8 16,0-4 11-16,0 3-11 0,0-5 8 0,0 6-8 16,0-4 0-16,0 3 0 0,0 1 9 0,0-4-9 15,0 4 0-15,0-1 9 0,0-3-9 0,3 4 0 16,-3-1 0-16,0-3 0 0,0 4 0 0,3-1 8 0,-3-5-8 15,0 5 8-15,0-2-8 0,3-3 0 0,-3 2 0 16,0 1 0-16,3 2 0 0,-3-8 0 0,0 6 9 0,3-3-9 16,-3 0 0-16,0 2 0 15,3-2 0-15,-3 3 0 0,0-3 0 0,0 0 0 16,0 2 10-16,0 1-10 0,0-3 11 0,0 0-11 16,0 2 12-16,3-2-12 0,-3 0 11 0,0 0-11 0,0 5 10 15,0-5-10-15,0 0 11 0,0 0-11 0,0 0 12 0,3 5-12 16,-3-7 11-16,0 4-11 0,0 3 10 0,0-5-10 15,0 0 0-15,0 6 8 0,0-7-8 16,3 4 0-16,-3-3 0 0,0 3 0 0,0-3 8 0,0 2-8 16,0-2 0-16,3 3 11 0,-3-1-11 0,0-2 10 15,0 3-10-15,3-3 0 0,-3 0 0 0,0-3 0 16,3 3 0-16,-3 0 0 0,0 0 0 0,3 0 0 16,-3-3 0-16,0 3 0 0,3 0 0 0,-3 0 0 15,0 0 0-15,3-3 0 0,-3 3 0 0,0 0 0 16,0 0 0-16,0-3 0 0,0 0 0 0,0 3 0 15,0-2 0-15,0 2 8 0,0-3-8 0,0 3 0 16,0-3 26-16,0 3 0 0,0 0 0 0,0 0 0 0,0-5-26 16,0 4 0-16,0-1 0 0,0 2 0 0,0-3-9 15,0 3-7-15,0-3-2 0,0 3 0 0,0 0 18 16,0 0 0-16,0-3 0 0,0 3 0 16,0-2 0-16,0 4 0 0,0-2 8 0,0-3-8 0,0 3 14 15,0 0 0-15,0 0 0 0,0 0 0 0,0-3-14 0,0 3-8 16,0 0 8-16,-3 0-13 15,3 0 13-15,0-3 0 0,0 1 0 0,0-1 0 16,0 3 0-16,0-3 0 0,0 1 0 0,0-1 0 0,0 0 8 0,0 0-8 16,0-5 0-16,0 8 0 0,0-8 0 0,0 3 8 0,0 5-8 15,0-8 0-15,0 5 0 0,0-5 0 0,0 0 0 16,0 6 0-16,0-6 0 0,0 0 0 0,0 0-10 0,0 0 10 31,0 0-84-31,0 0-13 0,0 0-3 0,0 0-755 0,0 0-151 16</inkml:trace>
  <inkml:trace contextRef="#ctx0" brushRef="#br0" timeOffset="4849.263">21014 1765 1220 0,'0'0'34'0,"0"0"9"0,0 0-35 0,0 0-8 0,0 0 0 0,0 0 0 16,0 0 106-16,0-5 19 0,3-1 4 0,-3 6 1 15,0-2-40-15,0 2-8 0,0 0-2 0,3-6 0 16,-3 6-24-16,3-2-6 0,-3 2-1 0,3 0 0 16,3-6-6-16,-6 6-2 0,3-2 0 0,0 2 0 15,3-6-8-15,-3 6-1 0,3 0-1 0,0-5 0 16,0 5-3-16,0 0 0 0,0-2 0 0,0 2 0 0,0 0-4 0,0 0 0 16,0 0-1-16,0 0 0 0,3 0-4 0,2 0-1 15,-2 0 0-15,0 0 0 16,3 0 0-16,-3 0 0 0,3 0 0 0,0 0 0 15,0 0-3-15,-3 0-1 0,6 0 0 0,-6 2 0 0,2-2-14 16,-2 5 9-16,3-5-9 0,-3 0 8 0,0 6-8 16,-3-6 8-16,3 2-8 0,-3-2 8 0,0 0-8 0,3 6 0 15,-3-6 0-15,0 0 0 0,0 0 0 0,0 0 0 16,-3 2 0-16,3-2 0 0,0 0 0 0,-3 6 8 16,3-6-8-16,-6 0 8 0,5 0-8 0,1 0 0 0,-3 0 0 15,-3 0 0-15,6 0 0 0,0 0 0 0,-3 0 0 0,3 0 0 31,0 0-24-31,-6 0-6 0,3 0-2 0,3 0 0 16,0 0-203-16,-6 0-41 0</inkml:trace>
  <inkml:trace contextRef="#ctx0" brushRef="#br0" timeOffset="5628.432">21127 3911 1384 0,'0'0'39'15,"0"0"9"-15,0 0-38 0,0 0-10 0,0 0 0 0,0 0 0 0,0 0 94 0,0 0 17 16,0 0 3-16,0 0 1 0,0 0-35 0,0 0-8 16,0 0 0-16,0 0-1 0,0 0-28 0,0 0-6 15,0 0-1-15,0 0 0 0,0 0 1 0,0 0 0 16,0 0 0-16,3 2 0 0,3 1-4 0,-3 2-1 16,3-5 0-16,0 3 0 0,0 2-10 0,0-5-2 15,0 3-1-15,3 0 0 0,-3-1-19 0,3 1 8 0,0 0-8 16,0-1 0-16,0 1 8 0,3 2-8 15,-3 0 0-15,-1-5 0 0,4 3 0 0,-3 2 0 0,3-5 0 16,0 3 0-16,-3-3 0 0,3 3 0 0,-3-3 0 0,3 2 0 31,-3 1-36-31,0 0 0 0,-3-3-1 0,3 0-668 0,-4 2-134 0</inkml:trace>
  <inkml:trace contextRef="#ctx0" brushRef="#br0" timeOffset="7211.034">21428 1752 1209 0,'0'0'26'0,"0"0"6"0,0 0 0 0,-3-8 4 0,3 0-36 0,0 2 0 0,-3 1 0 0,3 3 0 0,0-6 70 0,0 8 7 16,0-6 2-16,0 6 0 0,0-2-11 0,0 2-3 16,0 0 0-16,0-8 0 0,0 8-11 0,3 0-2 15,-3 0-1-15,3-6 0 0,3 6-3 0,0-5 0 16,0 5 0-16,0-2 0 0,0 2-8 0,0 0-1 16,0 0-1-16,3 0 0 0,0 2-6 0,2-2 0 0,-2 5-1 15,3 1 0-15,0-4-7 0,3 4-2 16,-3-4 0-16,6 6 0 0,-3 0-6 15,3 3-2-15,-1-3 0 0,1 0 0 0,0 5 6 0,0-3 2 0,0 4 0 0,0-1 0 16,0-2-2-16,-1 2-1 0,1 3 0 0,-3-3 0 16,0-3-4-16,-3 4-1 0,3-1 0 0,0 0 0 15,3-2-5-15,-3 2-1 0,-4-5 0 0,4 5 0 16,0-5 1-16,0 3 0 0,-3-1 0 0,3-2 0 16,0 0 2-16,0 3 0 0,0-1 0 0,-1-2 0 15,-2 3 1-15,3-1 1 0,-3 1 0 0,0 2 0 16,3 0-1-16,-3-2-1 0,-3 5 0 0,3 2 0 15,-3-2-3-15,2-3 0 0,-2 6 0 0,0 0 0 16,0-4-8-16,0 7 0 0,0-7 0 0,0 1 0 16,-3 0 0-16,3 3 0 0,0-3 0 0,-3-3 0 15,3 3 0-15,-3 0 0 0,3-3 0 0,-3-3 0 16,3 4 0-16,-4-6 0 0,4 5 0 0,-3-3 0 16,3 1 0-16,-3 0 0 0,3 2 0 0,-3 0 0 15,3-2 0-15,-3 4 0 0,3 4 0 0,-3-6 0 0,3 6 0 16,-3-1 0-16,3 1 0 0,-3 2 0 15,3 0 28-15,0-5 1 0,-1 5 0 0,1 0 0 0,0-5-21 0,-3 0-8 16,3 5 0-16,0-5 0 0,0-3 10 0,-3 3-10 16,0 0 10-16,3-3-10 0,-3 3 10 0,0 0-10 15,0 3 10-15,-3-4-10 0,3 1 12 0,-3 0-3 16,0 3-1-16,0-3 0 0,-3 5-8 0,3-5 10 16,-3 5-10-16,0-5 10 0,0 0-10 0,-3 5 8 0,3-8-8 0,-3 3 8 15,0-3-8 1,0 3 0-16,0-5 9 0,-3 2-9 0,0 0 0 0,0 0 8 0,0 3-8 15,0-5 0-15,0-1 0 0,-3 1 8 16,0 2-8-16,0-8 0 0,0 6 0 0,-3 2 9 0,3-5-9 16,-2 5 0-16,-1-2 0 0,3 2 0 15,-3 0 0-15,3 3 0 0,-3-5 0 0,3 7 0 0,0-7 0 16,-3 2 0-16,3 3 0 0,0-3 0 0,0 1 0 0,3 1 0 16,-3-7 0-16,4 6 0 0,-4-4 0 0,3 1 0 15,-3-1 0-15,3 4 0 0,0-6 0 0,-3 5 0 16,0-5 0-16,3 0 0 0,-3 0 0 0,0 5 0 15,0-5 0-15,0 0 0 0,0-3 0 0,0 6 0 16,1-4 0-16,-1 1 0 0,-3-2 0 0,3 2 0 16,0-3 0-16,-3 3 0 0,3 0 0 0,-3-6 0 15,3 6 0-15,-3-2 0 0,3-1 0 0,0 3 0 16,-3-5 0-16,4 2 0 0,-1 0 0 0,0 3 0 16,0 0 0-16,0-5 0 0,0 5 0 0,0 0 0 15,0-3 0-15,3 3 0 0,-3 0 0 0,3-3 0 16,0 3 0-16,0-3 0 0,0 3 0 0,-3 0 0 15,3 0 0-15,0-3 0 0,1 1 0 0,-4 4 0 16,3-2 0-16,0-5 10 0,0 2 0 0,0 0 0 16,0 1-10-16,3-1 0 0,-3 0 0 0,0 3 0 15,0-5 0-15,0 2-14 0,0-2 3 0,0 2 1 0,3 0 10 16,-3 3 0-16,0-5 0 0,-3 2 0 0,3-2 0 0,-3 0 0 16,3-1 0-16,1 1 0 0,-4-1 0 0,3 4 0 15,-3-4 0-15,3 1 0 0,-3 2 0 0,0-5 0 16,0 3 0-16,0 2 0 0,0-2 0 0,-3 0 0 0,3-1 0 0,-3 1 0 15,0 0 0-15,1 2 0 0,2-3 0 0,-3 6 0 16,0-8 0-16,3 3 0 0,-3 2 0 0,0-2 0 16,0 0 0-16,3 2 0 0,-3-2 0 0,3 5 0 15,-2-8 0-15,2 7 0 0,0-7 0 0,0 6 0 16,0-1 0-16,3-2 14 0,-3 2-3 0,0 0-1 16,0 1-10-16,3-6 0 0,-3 2 0 0,3 4 0 15,0-4 0-15,-3 1-12 0,3-3 0 0,0 2 1 16,-3-2 11-16,4-2 0 0,5 2 0 0,-3-3 0 15,-3 1-163-15,3-4-30 0,3-4-7 0</inkml:trace>
  <inkml:trace contextRef="#ctx0" brushRef="#br0" timeOffset="7915.341">22512 2950 1172 0,'0'0'33'0,"0"0"7"0,0 0-32 0,0 0-8 0,0 0 0 0,3-2 0 16,-3-6 123-16,2 8 22 0,1-8 5 0,-3 8 1 15,3 0-28-15,3-8-6 0,-3 5-1 0,3 1 0 16,-3 2-33-16,3 0-7 0,0-6-2 0,3 4 0 16,-3 2-22-16,3 0-4 0,-3 0 0 0,3 0-1 15,0-6-15-15,3 4-2 0,-3 2-1 0,3 0 0 16,2-6-1-16,4 4 0 0,3-4 0 0,0 1 0 16,6 2 0-16,0 3 0 0,2-5 0 0,4 3 0 15,0 2-1-15,0 0-1 0,2-6 0 0,-2 4 0 16,0 2-3-16,2-6-1 0,1 4 0 0,6-4 0 15,0 4-1-15,-1 2 0 0,1 0 0 0,3-3 0 16,-7 3-6-16,1-3-2 0,-3 3 0 0,-1-5 0 16,4 3-1-16,-3-4-1 0,5 4 0 0,1 2 0 15,-3-6-2-15,-3 4 0 0,-1-1 0 0,-2 0 0 0,-3 1-9 16,-3-1 8-16,-4 0-8 0,1 3 8 0,-3-8-8 0,0 8 0 16,0-5 9-16,-3 5-9 0,-4-2 8 0,4 2-8 15,-3 0 10-15,0-6-10 0,0 6 10 0,-3 0-10 16,0 0 10-16,-3 0-10 0,3 0 8 0,-3 0-8 15,-1 6 0-15,-2-6 0 0,3 0 0 0,-3 2 0 0,0-2 0 16,0 5 0-16,0-5 0 0,-3 3 0 0,3 2 0 16,-6-5 0-16,0 0 0 0,3 0 0 0,-3 0 0 0,0 0 0 31,3 6-37-31,-3-6-4 0,0 0-1 0,0 5 0 16,0-5-174-16,0 0-36 0</inkml:trace>
  <inkml:trace contextRef="#ctx0" brushRef="#br0" timeOffset="9493.366">18779 2940 1497 0,'0'0'32'0,"3"-6"8"0,0-2 0 0,0 1 4 0,3-1-36 0,-3 0-8 15,0 0 0-15,-3-3 0 0,3 1 132 0,0 2 25 16,-3 0 5-16,3 0 1 0,-3 2-56 0,0-1-11 0,-3 1-3 0,0 4 0 16,3-6-23-16,0 8-5 0,-6-3-1 0,0-2 0 15,0 2 0-15,-3 3 0 0,3-3 0 0,-3 3 0 16,0 3-51-16,-3 0-13 16,0-1 0-16,0 6 0 0,-3 0 0 0,-2 0 0 0,-1 5 0 15,0 3 0-15,3 3 16 0,-3 5 1 16,-3-3 0-16,0 0 0 0,1 5-17 0,-1 1 0 15,-3-6 0-15,0 5-9 16,-3-4-15-16,4-4-4 0,-1 1 0 0,3-3 0 16,0 2-119-16,3-7-24 0,0-1-5 0,1-2-903 0</inkml:trace>
  <inkml:trace contextRef="#ctx0" brushRef="#br0" timeOffset="9757.04">18326 2860 1947 0,'0'0'43'0,"0"0"9"0,0 0 1 0,0 0 2 0,0-2-44 0,0 2-11 16,0 0 0-16,0 0 0 0,3-8 71 0,-3 8 12 15,0 0 2-15,6 0 1 0,0 0-28 0,3 2-6 16,-3 4 0-16,6-4-1 0,-3 6-8 0,3 0-2 16,3 3 0-16,0 5 0 15,0 0-13-15,-1-1-4 0,1 1 0 0,3 5 0 0,-3-2-12 16,3 5-2-16,-3-3-1 0,0-3 0 15,-3 1-9-15,2 0 10 0,1-1-10 0,0-2 10 0,0 0-25 0,0 0-5 16,0-3 0-16,-3 0-1 0,0-2 21 0,0-1 0 16,3 1 0-16,-7-3 0 15,4 0-209-15,0-3-38 0</inkml:trace>
  <inkml:trace contextRef="#ctx0" brushRef="#br0" timeOffset="9979.971">18925 3104 1908 0,'0'0'42'0,"0"0"9"0,0 0 1 0,0 0 1 0,0 0-42 0,0 0-11 0,0 0 0 0,0 0 0 15,-6 5 98-15,6-5 18 0,-3 3 3 0,3 5 1 16,0-3-46-16,0 3-9 0,0 0-1 0,3 5-1 16,0-5-16-16,-3 0-3 0,3 5-1 0,0-5 0 15,-3 3-20-15,3-1-4 0,0 1-1 0,-3-1 0 16,3 1-18-16,-3 2 8 0,3-2-8 0,-3 2 0 15,3 0-56-15,-3 0-19 0,3 3-3 16,-3 0-703-16,0 0-141 0</inkml:trace>
  <inkml:trace contextRef="#ctx0" brushRef="#br0" timeOffset="10333.837">18782 3654 1958 0,'0'0'43'0,"0"0"9"0,0 0 1 0,-3-3 3 0,3 3-45 0,-3-2-11 0,3 2 0 0,-6-5 0 16,3 2 156-16,3 3 28 15,-3-5 7-15,3 5 1 0,-6 0-120 0,6 0-23 0,-6-3-5 0,0 3 0 16,-3 0-19-16,0 0-3 0,3 3-1 0,-3 2 0 16,-3-5-21-16,4 8 0 0,-4-6 0 0,-3 6 0 15,3 3 32-15,-3-3 1 0,0 3 1 0,0 7 0 16,0-7-24-16,-3 5-10 0,-2 2 8 0,-1-2-8 16,0 5 0-16,-3-5 0 0,-3 5 0 0,4 0 0 15,-4-5-25-15,3 0-11 0,0 0-1 16,0 0-1-1,6-3-42-15,1-2-8 0,-1-1-1 0,3-2-711 0,3 0-141 0</inkml:trace>
  <inkml:trace contextRef="#ctx0" brushRef="#br0" timeOffset="10596.318">18359 3649 1829 0,'0'0'52'0,"-3"-5"11"16,0 2-51-16,0-5-12 0,3 3 0 0,0 5 0 15,-3-6 129-15,3 6 23 0,0 0 5 0,0 0 1 0,0 0-58 0,0 0-12 16,0 0-3-16,0 0 0 0,6 0-29 0,0 3-7 16,3 2-1-16,-3 1 0 0,3-1-16 0,0 3-4 15,3-3-1-15,-3 3 0 0,3 3-11 0,-3 2-3 0,2-5 0 0,1 8 0 16,0-3-13-16,0 3 9 0,-3 2-9 0,3 1 8 16,-3-3-8-16,3 2 0 15,-3 1 0-15,0-1 0 0,0 1 0 0,0-1 0 0,-3-7-12 0,-1 2 12 31,4 0-74-31,-3 1-7 0,-3-1-2 0,3-3 0 16,0 1-138-16,0 0-28 0,-3-1-6 0,0-2-1 0</inkml:trace>
  <inkml:trace contextRef="#ctx0" brushRef="#br0" timeOffset="11008.035">18690 4001 2098 0,'0'0'46'0,"0"0"10"0,0 0 1 0,3-3 3 0,0 0-48 0,2-4-12 0,-2 1 0 0,0 1 0 16,3 0 73-16,0 2 13 0,0 0 2 0,0-2 1 16,3 2-20-16,0-2-4 0,-3 2-1 0,3 1 0 15,0-1 0-15,-3 1 0 0,3 2 0 0,0 0 0 16,0 0 0-16,-3 0 0 0,3 0 0 0,-4 2 0 0,1 1-51 0,0-3-13 16,0 5 0-16,0 0 0 0,0-2-14 0,-3 5-6 15,0-3 0-15,-3 3-1 0,3 0 33 0,-3 0 8 16,0 0 0-16,-3 0 1 15,-3 3-68-15,3-1-13 0,-3-2-4 0,0 3 0 0,0-1 52 16,-3 1 12-16,1-1 0 0,-1 4 0 0,0-4 0 16,0 1 0-16,0 5 0 0,0-8 0 0,3 5 0 0,-3-3 0 15,3 1 0-15,3 0 0 0,0 2 0 16,0-5 0-16,3-6 0 0,0 6 0 0,0-5 0 0,6 2 0 16,0 1 0-16,0-1 0 0,6-5 48 0,-3 0 13 15,6 0 3-15,-3-5 0 0,3 5-52 0,-1-6-12 0,1 4 0 16,0-1 0-16,0 0 9 15,3 1-1-15,-6-1 0 0,3 0 0 0,-3 1-8 0,0-4 0 0,-1 4 9 0,1-3-9 16,0 2 0-16,0 0 0 0,3-2 0 0,-3 0 0 31,3-1-114-31,-3 4-18 0,3-4-3 0,-1 4-1 0</inkml:trace>
  <inkml:trace contextRef="#ctx0" brushRef="#br0" timeOffset="14021.174">23101 3734 1926 0,'6'-11'42'0,"-6"3"9"0,3 0 1 0,0 0 3 0,0-2-44 0,0 2-11 0,0 0 0 0,0 0 0 16,0 0 112-16,-3 0 20 0,0 0 4 0,0 3 0 16,-3-3-57-16,0 2-12 0,0 1-3 0,-3 2 0 15,0 1 0-15,-3-4 0 0,3 4 0 0,-3 2 0 16,0 0-16-16,0 2-3 0,0 4-1 0,0-4 0 15,0 6-27-15,-3 0-5 0,1 3-2 0,-1-1 0 16,0 4-10-16,0 7 0 0,0-5 0 0,-3 8 0 16,3 2 0-16,0 3 0 0,3 0 0 0,-3 8 0 0,6-10 0 15,1 4 0-15,2-1 0 0,0 1 0 0,3 1-8 16,0-3 8-16,0 6 0 0,0 2 0 0,3 0 0 0,-3 0 18 16,3 0-3-16,-1 2-1 0,1-4-14 0,-3-3-12 15,3 2 3-15,-3-2 0 0,0-3 9 0,-3-3 0 16,0 3 0-16,1 1 0 0,-1 1 0 0,-3-2-10 15,-3 3 10-15,3-3-10 0,-3-2 10 0,-3-1-12 16,0 1 12-16,0-6-12 16,-3-3-25-16,3 1-6 0,0-1-1 0,-3-2 0 15,4-3-16-15,-1-2-3 0,3 2-1 0,-3-2 0 16,3-6-142-16,0 0-29 0,0-2-5 0</inkml:trace>
  <inkml:trace contextRef="#ctx0" brushRef="#br0" timeOffset="14206.938">22708 4350 1958 0,'-3'-16'43'0,"0"8"9"0,3-2 1 0,-3 2 3 0,3-6-45 0,-3 7-11 0,3-4 0 0,0 0 0 15,0 3 156-15,0 0 28 0,3 6 7 0,-3-6 1 16,3 3-154-16,3-1-30 0,0 1-8 0,0 0 0 16,0-1 52-16,3 4 8 0,0-4 3 0,3 4 0 15,2-3-45-15,1-1-9 0,3 4-1 0,0-4-8 16,3 4 0-16,0-4 0 0,0 4 0 0,2-4 0 15,1 4-144-15,3-3-22 0,-3 2-5 0</inkml:trace>
  <inkml:trace contextRef="#ctx0" brushRef="#br0" timeOffset="14467.49">23232 4326 2188 0,'0'0'48'0,"0"0"11"0,0 0 1 0,0 0 1 0,0 0-49 0,0 0-12 0,6 3 0 0,0-1 0 15,3-2 54-15,-3 3 8 0,3-3 2 0,0 0 0 16,-1-3 0-16,1 3 0 0,3-2 0 0,0-1 0 16,0 3-52-16,0-2-12 0,0-1 0 0,0 0 0 15,-3 3 0-15,0-2 0 0,3-1 0 0,-3 3 0 16,-4 0 19-16,4 0 1 0,-3 0 0 0,0 0 0 31,0 0-136-31,0 0-26 0,0 3-6 0,-6-3-912 0</inkml:trace>
  <inkml:trace contextRef="#ctx0" brushRef="#br0" timeOffset="14711.702">23262 4548 1954 0,'0'0'43'0,"-6"3"9"0,0 2 1 0,0-2 3 0,6-3-45 16,0 0-11-16,0 0 0 0,0 0 0 16,0 0 105-16,0 0 19 0,0 0 4 0,0 0 1 0,0 0-1 15,0 0 0-15,6 0 0 0,0 0 0 0,0-3-79 0,3 3-16 16,-1 0-3-16,1-5-1 0,3 2-1 0,0 1 0 16,-3 2 0-16,3-3 0 0,0 1-17 0,3-1-11 15,-6 3 12-15,3-3-12 0,0 1 8 0,0-1-8 16,-1 3 0-16,1-3 0 15,0 3-201-15,3-5-44 0,0 2-9 0,0 3-2 0</inkml:trace>
  <inkml:trace contextRef="#ctx0" brushRef="#br0" timeOffset="32538.271">18654 1765 1541 0,'0'0'44'0,"0"-5"9"0,0-1-42 0,0-2-11 16,0 6 0-16,0-4 0 0,0-2 141 0,0 3 27 15,0 3 4-15,0 2 2 0,0-6-71 0,0 6-15 16,0 0-2-16,0 0-1 0,0 0 15 0,0 0 2 16,0 0 1-16,0 0 0 0,0 0-63 0,0 0-12 15,0 0-2-15,-3 8-1 0,0 3-25 0,0-1 0 16,0 9 0-16,0-1 0 0,0 4 56 0,0-1 7 0,0 0 1 0,0 3 0 16,0-3-52-16,3 3-12 15,-3-3 0-15,0 3 0 16,0 2 0-16,0-7 0 0,3 7 0 0,-3-2 0 0,0 2 0 0,3-2 0 0,-3 0 0 15,3 2 0-15,-3-7 0 0,3 2 0 0,0 0 0 0,0-5 0 16,0 0 0-16,0-3-10 0,0 1 2 16,0-4 0-16,0 1 8 0,0-3 11 0,3 0-3 0,0 0 0 31,0-6-108-31,0 1-23 0,3-1-4 0,0 4-1 16,0-6-153-16,9 0-31 0,-6 0-7 0,-6 0-1 0</inkml:trace>
  <inkml:trace contextRef="#ctx0" brushRef="#br0" timeOffset="34815.896">18178 2868 1832 0,'3'-10'40'0,"0"2"9"0,-3 2 2 0,0-1 0 0,3-1-41 0,-3-3-10 0,2 0 0 0,-2 3 0 15,-2-5 113-15,-1 5 21 0,0 0 4 0,-3 0 1 16,0 0-50-16,-3 3-9 0,-3 0-3 0,0 5 0 16,-6-3-33-16,0 6-8 0,-3 0 0 0,-2 4-1 15,-4-4 4-15,0 5 1 0,0 5 0 0,0 1 0 16,4-4-32-16,-1 6-8 0,3-3 0 0,0 6 0 15,6 5-19-15,-3-3-5 0,6 3 0 0,4-1-1 16,-1 6 13-16,6 1 4 0,0-1 0 0,3 0 0 16,0 0 8-16,6 0 0 0,0-5 0 0,-1 0-8 15,7 2 8-15,0-5 0 0,3-5 0 0,0 5 0 16,0-5-9-16,0 5 9 0,-3-5-10 0,3 5 10 16,-3-2-24-16,-1 2 0 0,-2-2 1 0,-3 4 0 15,0-7 39-15,-6 5 8 0,0-5 2 0,-6 3 0 16,0-3-42-1,-3 0-8-15,-2-3-1 0,-1 3-1 0,-3-6 26 0,3 1 0 0,-3 5 0 0,-3-8 0 0,6 2 0 0,-6 1 0 16,3-3 0-16,1-3 0 0,2 3 0 0,0 0 0 16,-3 0 0-16,3-5 0 0,0 2 0 0,0-3 0 15,3 1 0-15,0 2 0 0,3-2 0 0,0 0 0 16,3 2 0-16,3-5 8 0,0 0 0 0,0 0 1 16,-3 8 0-16,3-5 0 0,3 5-9 0,0-1 8 15,0 4-8-15,3-3 8 0,-3 3-8 0,3 2 10 16,0 3-10-16,0 0 10 0,3 2-2 15,-3 3-8-15,3-2 12 0,-3 7-4 0,0-5-8 0,3 1 0 0,-3 1 0 16,0 1 8-16,0-3-8 0,0 1 12 0,0-1-12 0,-3 3 12 16,2-11 3-16,-2 11 1 15,0-9 0-15,0 7 0 0,0-1-7 0,-3-3-1 0,0 1 0 0,3 2 0 16,-3 3-8-16,3-6 0 0,-3 1 0 0,3-1 8 16,-3-2-8-16,3 0 0 0,-3 0 0 0,3-5 0 31,0-1-112-31,0 1-24 0,3-3-4 0,-3 0-2 0</inkml:trace>
  <inkml:trace contextRef="#ctx0" brushRef="#br0" timeOffset="129454.634">15031 6260 1026 0,'0'0'22'0,"0"0"5"0,0 0 1 0,0 0 1 0,0 0-29 0,0 0 0 0,0 0 0 0,0 0 0 16,0 0 96-16,-6 6 12 0,6-6 4 0,0 0 0 16,0 0-12-16,0 0-3 0,-3 2 0 0,3-2 0 15,0 0-9-15,-6 3-1 0,6-3-1 0,-6 3 0 16,6-3-15-16,-5 0-3 0,5 0-1 0,-6 2 0 16,0 1-11-16,0-3-1 0,6 0-1 0,-6 0 0 0,6 0-13 0,-9 0-2 15,3 0-1-15,0 0 0 0,0-3-9 0,6 3-1 16,-6 0-1-16,0-2 0 0,-3 2-7 0,3 0-2 15,0-3 0-15,-3 0 0 0,0 1-2 0,3 2 0 16,-3-3 0-16,1 0 0 0,-1 1 0 0,0 2-1 16,0-3 0-16,-3 0 0 0,3 3-4 0,0-2-1 15,-3 2 0-15,0 0 0 0,0-3-10 0,0 1 10 16,0 2-10-16,-2 0 10 0,2 0-10 0,0 0 0 16,0 0 9-16,0 0-9 0,0 0 0 0,0 0 0 15,3 0 0-15,-3 0 0 0,0-3 0 0,3 3 0 16,0 0 0-16,-2 0 8 0,2 3-8 0,0-3 0 0,0 0 0 0,-3-3 0 15,0 3 0-15,0 0 8 0,-3 0-8 0,3 0 8 16,-3 0 0-16,3 0 0 0,-2 0 0 0,-1 0 0 16,0-3-8-16,-3 3 0 0,3 0 0 0,-3 0 8 15,3 0-8-15,-2 0 8 0,2 0-8 0,-3 0 8 16,0 3-8-16,3-3 8 0,0 3-8 0,-3-3 8 16,3 0-8-16,1 2 8 0,-1-2-8 0,3 3 8 15,-3-1-8-15,3-2 8 0,0 3-8 0,0 0 8 16,0-3-8-16,0 2 0 0,0-2 8 0,0 3-8 15,-2 0 0-15,2-3 0 0,-3 2 0 0,3 1 8 16,0 0-8-16,-3-3 0 0,3 2 0 0,0 1 0 16,0-3 0-16,-2 0 0 0,2 3 0 0,0-3 0 15,3 2 0-15,-3-2 0 0,0 3 0 0,0-3 0 16,3 3 0-16,-3-3 0 0,3 2 0 0,-3 1 0 16,3-3 0-16,1 2 0 0,2-2-8 0,-3 0 8 15,0 3 0-15,0-3 0 0,3 3 0 0,-3-3 0 0,3 0 0 16,0 0 0-16,0 0 0 0,-3 0 0 0,3 0 0 0,0 2 0 15,0-2 0-15,0 0 0 0,0 0 0 0,0 0 0 16,0 0 0-16,0 3 0 0,-2-3 0 0,2 3 0 16,-3-3 0-16,0 2 0 0,3 1 25 0,-3-3 11 15,0 3 1-15,3-1 1 0,-3 1-30 0,3-3-8 16,0 3 0-16,0-1 0 0,0 1 0 0,0 0 0 16,0-3 0-16,6 0 0 0,-6 5 0 0,3-3 0 0,3-2 0 0,-6 3 0 31,6-3-34-31,-3 3-2 0,3-3 0 0,0 0 0 15,0 0-124-15,0 0-26 0,0 0-5 0,0 0-999 0</inkml:trace>
  <inkml:trace contextRef="#ctx0" brushRef="#br0" timeOffset="132143.902">13623 6364 1724 0,'0'0'38'0,"0"0"8"0,0 0 2 0,0 0 0 16,0 0-39-16,0 0-9 0,0 0 0 0,0 0 0 15,0 0 83-15,0 0 14 0,0 0 3 0,0 0 1 0,0 0-7 0,0 0-2 16,0 0 0-16,0 0 0 0,0 0-73 0,0 0-19 15,0 0 0-15,0 0 0 0,0 5 55 0,0 0 7 16,0 1 2-16,0-1 0 0,0 0-52 0,0 3-12 16,0-3 0-16,0 1 0 0,0 2 12 15,0-1-1-15,0-1 0 0,0 4 0 0,0-2-2 0,0 3 0 16,0-3 0-16,-3 2 0 16,3 1-9-16,0-3 8 0,-3 3-8 0,3-1 8 0,0 1-8 15,0 2 0-15,0-3 0 0,0 4 8 0,0-1-8 0,0 3 0 16,0-3 0-16,0 3 0 0,0 2 0 0,0-2 0 15,0 0 0-15,0 0 0 0,0 3 0 0,0-1 0 16,0-2 0-16,0 0 0 0,0 0 12 0,0 0-2 0,0 0-1 16,3-3 0-16,-3 3 3 0,0-1 1 0,0 1 0 0,3 0 0 15,-3 0 1-15,0 0 0 0,0 0 0 16,0 2 0-16,0 1-14 0,3 2 0 0,-3-2 0 0,0 4 0 16,3-1 0-16,-3 1 0 0,0-1 0 0,3-1 0 15,-3 0 27-15,0 0-1 0,0 0 0 0,0 0 0 16,0-5-14-16,0 5-4 0,0-2 0 0,0-1 0 15,0 1 18-15,0 2 3 0,0-2 1 0,0 5 0 16,0-3-30-16,0 3 0 0,0-1 0 0,0 1 0 16,0 3 0-16,3-4 0 0,-3-1 0 15,0 1 0-15,0-1 0 0,0-1 0 0,3 0 0 0,-3 0 0 16,0-2 0-16,0 2 0 0,0-3 0 0,0 1 0 16,3 2 0-16,-3-3 0 0,0 1 0 0,0 5 0 15,0-3 0-15,0 3 0 0,0-3 0 0,0 5 0 16,0-4 0-16,0 1 0 0,0-1 0 0,0-4 0 0,3 1 0 15,-3-1 0-15,0 1 0 0,0-3 0 16,0 2 10-16,3-2-10 0,-3 2 10 0,0-2-10 0,0 0 0 0,0 3 8 16,0-3-8-16,0 2 0 15,0 1 0-15,0 2 0 0,0 0-12 0,0 0 12 0,0 0 0 0,0 3 0 16,0-5 0-16,0 2 0 0,0 0 0 0,0-2 0 16,0-1 0-16,0 1 0 0,0-1 0 0,0 1 0 15,0-1 0-15,0 3 0 0,0-2 0 0,0-1 0 16,0 4 0-16,0 1 0 0,0 1 0 0,0 3 11 15,0 2 0-15,0 0 0 0,0-3-11 0,0 3-16 0,0-2 4 16,3 2 1-16,-3-5 11 0,0 2 0 0,0 1 0 0,3 2 0 16,-3 0 0-16,0 5 0 15,0-2 0-15,3 8 0 0,-3-3 21 0,0 0 7 16,3-3 0-16,0 3 1 0,-3-5-19 0,3 0-10 0,-3 0 10 0,3 2-10 16,-3-2 10-16,3-1-10 0,-3 6 10 15,3 3-10-15,-3-3 0 0,0-2 0 0,0-1 0 0,0-2 0 16,0-1 0-16,0 1 0 0,0 0 0 0,0 2 0 15,-3 1 0-15,3-1 0 0,-3 6 0 0,3 0 0 16,0-3 12-16,-3 0-3 0,3-3-1 0,0 0 0 16,-3-4-8-16,3 1 0 0,0 1 0 0,-3 2 0 15,3-2 8-15,0 3 0 0,-3-1 0 0,3 3 0 16,0 0-8-16,0-3 0 0,0-2 0 0,-3-3-11 16,3 0 11-16,0-2 0 0,0-1 0 0,0 3 0 15,0-5 0-15,0 3 0 0,0-3 8 0,0 5-8 16,0-3 0-16,-3 3 0 0,3-2 0 0,0 2 0 0,0-3 0 15,0 1 0-15,0-6 0 0,0 3 0 0,0-6 0 0,0 3 0 16,0-5 0-16,0 3 0 0,0-1 0 0,0-2 0 16,0 3 0-16,0-3 0 15,0-1 0-15,0 4 0 0,0-3 0 0,0 2 0 16,0 1 0-16,0-1 0 0,0 4 0 0,0-4 0 16,0 1 0-16,0-1 0 0,0 1 0 0,0-3 0 0,0 2 0 15,0-2 0-15,0 0 0 0,0 0 0 0,0-3 11 0,0 0-3 16,0-2 0-16,0 2 0 0,0 0-8 0,0 0 0 15,0 1 0-15,-3-1 0 0,3 0 0 0,0 3 0 16,-3-3 0-16,3 0 0 0,0 3 0 0,-3 0 0 0,3-3 0 0,0 6 0 16,-3-3 0-16,3 0 0 15,-3 2 0-15,3-2 0 0,0 0 0 0,-3 3 0 0,3-4 0 0,0 1 0 16,-3-2 0-16,3-1 0 0,0 3 0 0,0-6 0 16,0 3 0-16,0-2 0 0,-3 0 0 0,3-1 0 15,0 1 0-15,-3-1 0 0,3-2 0 0,0 6 0 16,0-7 0-16,0 4 0 0,-3 0 0 0,3-1 0 15,0 1 0-15,-3-1 0 0,3 4 0 0,0-1 0 16,0 0 0-16,0 0 0 0,0 1 0 0,0-1 0 16,0 3 0-16,0-3 0 0,0 5 0 0,0-2 0 15,0 0 0-15,0-3 0 0,0 3 0 0,3 0 0 16,-3-3 0-16,0 1 0 0,0-1 0 0,0 0 0 16,0 0 0-16,3-2 0 0,-3 2 0 0,0-2 0 15,0-1 0-15,0 1 0 0,0-1 0 0,0 4 0 16,3-4 0-16,-3 3 0 0,0-2 0 0,0 2 0 15,0 1 0-15,0-1 0 0,0 3 0 0,0-1 0 16,0 1 11-16,0 0-3 0,0 3-8 0,0-3 12 0,0 2-12 16,0 1-8-16,0-3 8 0,0 2-13 0,3-2 13 0,-3 0 0 15,0 0 0-15,0 0 0 0,0-3 9 0,0-3 5 16,0 1 1-16,0 0 0 0,3-1-15 0,-3 1 0 16,0-1 0-16,0 1 0 0,0 2 0 0,0-2 0 15,0 2 0-15,0 0 0 0,3 0 0 0,-3 3 0 16,0 0 0-16,0 0 0 0,3 5 9 0,-3 0-1 15,0 3 0-15,0 0 0 0,0 2-24 0,3-2-6 0,-3 3-1 16,0-1 0-16,0-2 45 0,0 2 9 0,0 6 1 0,0 0 1 16,0 0-1-1,-3 5-1-15,3 2 0 0,0 6 0 0,-3-2-31 0,3-4 0 16,-3-1 0-16,3-1 0 0,0-3 0 0,0 0 8 0,0 3-8 16,0 6 0-16,0 2 0 0,0 0 0 15,0 0 0-15,0 0 0 0,0-3 0 0,0-5 0 0,0-3 0 0,0 3 0 16,-3 1 0-16,3 1 0 0,0 4 0 0,-3 4 0 15,3-4 0-15,-3-1 0 0,3-5 0 0,0 0 0 16,-3-5 0-16,3-1 0 0,0-1 0 0,-3 4 0 16,3-2 0-16,0-1 0 0,0 6 0 0,0 3 0 15,0-3 0-15,-3-5 0 0,3 0 0 0,0-3 0 16,-3 0 0-16,3-5 0 0,0-3 0 0,-3 3 0 16,1-3 0-16,2 3 0 0,-6 0 0 0,3 2 0 15,0 3 0-15,3 0 0 0,-3 6 0 0,0-4 0 16,3 1 0-16,0-3 8 0,-3-2-8 0,3-4 0 15,-3-1 0-15,3-1 0 0,0-3 0 0,-3 1 0 16,3-1 0-16,-3 1 0 0,3 2 0 0,0 0 0 0,0 3 0 0,0 3 0 16,0 2 0-16,0 2 0 15,0 1 0-15,0-3 0 0,0 3 0 0,0-3 0 16,0-5 0-16,0 0 0 0,0-3 0 0,0 0 0 16,0 3 0-16,0-3 0 0,0 3 0 0,3 5 0 0,-3 3 0 15,0 5 0-15,3 0 0 0,-3 0 0 0,3-3 0 0,0-2 0 16,-3-3 0-16,3-2 0 0,0-4 0 0,-3 1 0 15,0 0 0-15,3 2 0 0,-3 4 0 0,0-1 0 16,3 5 0-16,-3 3 0 0,3-2 0 0,-3-1 0 0,3-2 0 16,-3-3 0-16,2-5 0 0,-2-1 0 15,3-1 0-15,-3-4 0 0,0 1 0 0,3-1 0 0,-3 1 0 16,0 2 0-16,0 0 0 0,0 0 0 0,0 3 0 16,0 5 0-16,0-2 0 0,0-1 0 0,0 3 0 0,-3-2 0 15,3-4 0-15,0 1 0 0,-3-5 0 16,3-1 0-16,-2 1 0 0,-1-6 0 0,0 3 0 0,3-6 0 15,-3 4-8-15,0-1 8 0,3-3 0 0,-3 4 0 16,0-1 0-16,3 3 0 0,-3-3 0 0,3 3 0 16,-3 0 0-16,3 0 0 15,0 0-10-15,-3 2 10 0,3 1 0 0,0-1 0 0,0 1 0 0,0-1-8 16,0-2 8-16,0 0 0 0,0 0 10 0,0-3-10 16,0 0 0-16,0 0 0 0,0-2 0 0,0 0-10 15,0-3 10-15,0 2 0 0,0-2 0 0,0 0 0 16,-3 0 0-16,3 0 0 0,0-3 0 0,-3 3 0 15,3-3 0-15,-3 1 0 0,3 2 0 0,-3 0 0 16,3-6 0-16,-3 6 0 0,3 0 0 0,-3-3 0 16,0 3 0-16,0 0 0 0,0 0 9 0,0 0-9 15,0 3 0-15,3-3 0 0,-3 2 0 0,0 4 0 0,3-4 0 16,-3 3 0-16,0 3 0 0,3-3 0 0,0 3 0 0,-3 0 0 16,3-3 0-16,0 3 0 0,-3-2 0 0,3 1 0 15,0-1 0-15,-3-1 0 0,3 0 0 0,0 0 0 16,0 1 0-16,0-4 0 0,0 1 0 0,0-1 0 15,3-2 0-15,-3 0 0 0,0 0 0 0,3 0 0 16,-3 0 0-16,0 0 0 0,3-3 0 0,-3 3 0 0,3-3 0 16,-3 3 0-16,0-2-13 0,0-6-10 15,0 0-1-15,0 0-1 16,0 0-114-16,0 0-22 0,0 0-5 0,0-8-1214 0</inkml:trace>
  <inkml:trace contextRef="#ctx0" brushRef="#br0" timeOffset="137594.483">13665 9383 1123 0,'0'0'32'0,"0"0"7"0,0 0-31 0,0 0-8 0,0 0 0 0,-6 0 0 15,6 0 93-15,-6 2 18 0,0 1 3 0,3 0 1 16,3-3 8-16,-6 2 1 0,0 1 1 0,6-3 0 15,-3 3-49-15,3-3-9 0,-3 5-3 0,3-5 0 16,-3 5-48-16,3-5-16 0,-3 5 8 0,3 1-8 16,0-6 44-16,0 8 4 0,0-8 2 0,0 5 0 15,3 0-30-15,0 1-7 0,3-4-1 0,-3 1 0 16,0 0-12-16,3-1 9 0,-3-2-9 0,3 0 8 16,0 0-8-16,0 0 0 0,-3-2 0 0,3-1 0 15,-3 3 20-15,0-3 9 0,0 1 2 0,0-1 0 16,0-2 1-16,-3 5 1 0,3-6 0 0,-3 6 0 15,0-5 1-15,0 0 0 0,-3-1 0 0,3 6 0 16,-3-2-2-16,0-3 0 0,0 2 0 0,-3 0 0 16,3 1-8-16,-3 2-3 0,0 0 0 0,0-3 0 15,6 3-12-15,-6 0-9 0,0 3 12 0,0-3-12 0,3 2 0 0,3-2 0 16,-6 3 0-16,0 0 0 0,6-3 0 0,-3 5 0 16,3-5 0-16,-3 8 0 0,3-8 0 0,-3 5 0 15,3 3 0-15,3-3 0 0,-3 1 0 0,3-1-9 16,3 0 9-16,0-2 0 0,0 2 0 0,0-5-10 15,0 3 10-15,3-3 0 0,0 0 0 0,0-3 0 0,0 0 0 0,-3 1 0 16,3-1-23-16,0-2 3 16,0-3 0-16,-3 3 0 15,3-1 34-15,-4 1 7 0,1 0 2 0,-3-1 0 0,3 1-23 0,-3 0 9 16,-3 0-9-16,0-1 0 0,0 6 19 0,0-5-3 0,-3 0-1 16,0-1 0-16,0 4 3 0,-3-1 1 15,1 0 0-15,-1 3 0 0,-3 0-7 0,0 0-2 0,0 0 0 0,-3 0 0 16,0 0-10-16,0 3 12 0,3 0-12 0,-3 2 12 15,0-2-12-15,3 2 0 0,0 0 0 0,1 1 0 16,-4-1 0-16,6 0 0 0,0 3 0 0,0 0 0 16,0 0 0-16,3 0 0 0,0 0-8 0,3 0 8 15,0 0 0-15,3 2 0 0,-3-2-9 0,3 0 9 16,3 0 0-16,0-3-12 0,0 3 12 0,0-2-10 16,3-1 10-16,-1 0 0 0,1-2-9 0,3-3 9 15,-3 3 0-15,3-3 0 0,-3 0 0 0,0-3 0 16,0 0 0-16,0-2 0 0,0 2 0 0,0-2 0 15,-3 0 0-15,0-1 0 0,-3 1 0 0,3 0 0 16,-3-6 0-16,0 6 10 0,-3-3-10 0,0 0 10 16,0 3 1-16,0-3 0 0,-3 0 0 0,0 3 0 15,0-1 1-15,-3 4 0 0,0-4 0 0,0 1 0 16,0 2-4-16,0 1-8 0,-3-1 12 0,0 1-4 16,3 2-8-16,0-3 0 0,-3 3 0 0,3 0 0 0,0 0 0 15,0 0 0-15,6 0 0 0,0 0 0 0,0 0 0 16,0 0 0-16,-3 3 0 0,3-3 0 0,0 0 0 0,0 0 0 15,0 0 0-15,0 0 0 0,0 0-8 0,0 0 8 16,3 2 0-16,3 1 0 0,0-1 0 0,3 1 0 16,-3 0 0-16,3-3 0 0,0 2 0 0,0-2 0 15,3 3 0-15,-3-3 0 0,3 0-8 0,-1 0 8 0,1 0 0 0,0 0 0 16,3-3 0-16,0 3 0 0,0-2 0 0,0 2 0 31,3 0-30-31,0 0 2 0,-1 0 0 0,1 0 0 0,3 0 44 0,-3 2 10 0,3-2 2 0,-3 3 0 16,0-3-28-16,2 3 0 0,-2-3 0 0,0 2 0 15,0 1 0-15,0-3 0 0,-3 0 0 0,-3 0 0 16,2 0 0-16,1 0 0 0,0 0 0 0,0 0 0 16,3 0 0-16,-3-3 0 15,0 1 0-15,3 2 0 0,-4 0 0 0,4-3 0 0,-3 0 8 0,3 3-8 16,0-2 0-16,0 2 0 0,0 0 0 0,0 2 0 31,-1-2-21-31,-2 0-7 0,3 3 0 0,0-3-1 0,0 0 29 0,-3 0 0 0,0 0 0 0,-1 0 0 16,-2 0 23-16,0-3 10 0,3 3 3 0,-3-2 0 15,0 2-7-15,0 0-1 0,3 0 0 0,-3-3 0 16,0 3-73-16,0-3-15 0,2 3-4 0,-2 0 0 16,0 0 77-16,0 0 15 0,0 0 4 0,0 0 0 15,0 0-32-15,0 0 0 0,-3 3 0 0,3-3 0 0,-1 0 8 16,-2 0-8-16,3 0 0 0,-3 0 9 0,3 0-9 0,-3 0 0 16,0 3 0-16,0-3 0 0,0 0 8 0,0 0-8 15,0 0 8-15,0 0-8 0,0 0 8 0,0 0-8 16,-1 0 8-16,1 0-8 0,0 0 8 0,-3 0-8 15,3 0 0-15,-3 0 8 0,0 0-8 0,0 0 0 16,0 0 9-16,0 0-9 0,0 0 0 0,-3 0 8 0,3 0-8 16,0-3 0-16,0 3 0 15,0 0 0-15,-6 0 0 0,3 0 0 0,3 0 0 0,-6 0 0 16,3 0 0-16,3 0 8 0,-6 0-8 0,3 0 0 16,2 0 0-16,-5 0 0 0,3 0 0 0,3 0 0 15,0 0 0-15,-3-3 0 0,3 3-19 0,-3 0-1 0,3-2-1 0,-3-1 0 31,3 1-82-31,0-1-16 0,-3-2-3 0,3 2-1 16,3-2-122-16,-3-3-25 0</inkml:trace>
  <inkml:trace contextRef="#ctx0" brushRef="#br0" timeOffset="138883.029">13620 6303 1497 0,'0'0'32'0,"0"0"8"0,0 0 0 16,0 0 4-16,0 0-36 0,-6-3-8 0,0 0 0 0,-2 3 0 0,8 0 91 0,-6 0 16 15,0 3 3-15,-3 0 1 0,3-1-75 0,0 1-16 16,0 2-2-16,3 1-1 0,-3-1 38 0,3-2 7 0,0 5 2 0,0-3 0 16,3 0-52-16,0 3-12 0,0-3 0 0,3 1 0 15,-3-1 0-15,3 0 0 0,3-2 0 0,-3 2 0 16,3-2 0-16,3-1 0 0,-3 1 0 0,3-3 0 15,0 0 54-15,0 0 8 0,-1-3 2 0,1 1 0 16,0-1-52-16,3 1-12 0,-3-4 0 16,0 1 0-16,0 0 54 0,-3-1 8 0,0 1 2 0,0 0 0 15,0-3-52-15,-3 3-12 0,0-3 0 0,0 2 0 16,-3 1 54-16,0-3 8 0,0 3 2 0,-3-1 0 16,0-1-52-16,0 1-12 0,-3 1 0 0,0 2 0 15,0-2 54-15,0 2 8 0,0 1 2 0,0 2 0 16,-3-3-52-16,3 3-12 0,0 3 0 0,-3-3 0 15,3 2 0-15,-3 4 0 0,3-1 0 0,-2 0 0 16,2 1-12-16,0 1-6 0,3-1-1 0,-3 2 0 16,3 0 19-16,0 0 0 0,0-3-8 0,3 3 8 15,0-3 13-15,0 3 7 0,3-3 0 0,3 1 1 16,-3-1-21-16,3-2 0 0,-3-1 0 0,6 1 0 0,-1-3 0 0,-2 3 0 16,3-3 0-16,0-3 0 0,3 3 0 0,-3-3 0 15,0 1 0-15,3-1 0 0,-3-2-12 16,0 2-8-16,-3-2 0 0,3-1-1 0,-3 4 21 0,-3-4 10 15,3 1-1-15,-3 0 0 0,-3 0 8 0,3-1 2 16,-3 1 0-16,-3 0 0 0,3-1 1 0,-3 1 0 16,0 0 0-16,-3 0 0 0,0 2-9 15,0 0-2-15,-3 1 0 0,0-1 0 0,0 0 15 0,0 3 4 16,0 3 0-16,-3-3 0 0,3 3-36 0,-3 2-8 0,3 0 0 16,1 0-1-16,-4 3 17 0,3 0 0 0,3 0 0 15,-3 3 0-15,3-3 0 0,0 2-12 0,3 1 12 16,0 0-10-16,0-3 10 0,3-1 0 0,0 1 0 0,3 0-8 15,0-2 8-15,0 2 0 0,3-3 0 0,0 3 0 32,3-3-36-32,0-2-3 0,0-1 0 0,2 1 0 0,1-3 39 0,0 0 0 15,0 0 0-15,0-3 0 0,0 1 20 0,-3-1 12 0,3 0 3 0,0-2 0 16,-3 0-27-16,0 0-8 0,-3-3 0 0,0 2 0 16,-1 1 8-16,-2 0-8 0,0-3 9 0,-3 3-9 15,3-3 14-15,-3 0-3 0,-3 0-1 0,0 0 0 16,0 2-10-16,1-1 10 0,-4 1-10 0,0 1 10 15,0 0-10-15,-3 2 0 0,0-2 0 0,0 5 0 16,-3 0 0-16,0 0-17 0,0 5 2 0,0-2 1 16,-3 2-87-1,0 3-18-15,1 0-3 0,-1 0-1 0,0 2-85 0,0 1-16 16,-9 13-4-16,6-8-1 0</inkml:trace>
  <inkml:trace contextRef="#ctx0" brushRef="#br0" timeOffset="140675.742">13739 12426 1616 0,'0'0'36'0,"0"0"7"0,-5 5 1 0,-1-2 1 0,0 2-36 0,0-3-9 0,3 1 0 0,-6 0 0 0,3-1 78 15,0 1 14-15,0 0 2 0,0 2 1 16,-3-2 0-16,3-1 0 0,0 1 0 0,-3 2 0 16,3 1-31-16,0-4-5 0,0 3-2 0,0-2 0 0,3 2-16 0,0 1-3 15,-3-4-1-15,3 4 0 0,0-1-16 0,1 0-3 16,-4 1-1-16,3-1 0 0,3 0-9 0,-3-2-8 15,3 2 9-15,0 0-9 0,0-5-9 0,0 6-8 16,0-1-2-16,0-5 0 0,3 5 29 0,3 0 6 16,-3-2 0-16,2 0 1 0,1-1-27 0,0 1-6 15,0-6 0-15,3 3-1 0,-3-2 17 0,3-1 0 16,0-2 0-16,-3 0 0 0,3-1 0 0,-3 1 0 0,3 0 0 0,-3-1 0 16,-3 1 0-16,3 0 0 15,0 0 0-15,-3-1 0 0,-3 1 48 0,3 0 12 16,-3-1 4-16,0 1 0 0,-3 2 0 0,3-2 0 15,-3 2 0-15,3 3 0 0,-9-2-52 0,3-1-12 0,0 1 0 16,-3 2 0-16,0 0 0 0,0 0 0 0,0 2 0 0,0 1 0 16,0 2 0-16,-3-5 0 15,3 5 0-15,0 1 0 0,-2-1 0 0,2-2 0 0,0 2 0 0,3 0 0 16,0 1 0-16,0-1 0 0,3 0 0 0,0 0 0 16,3-5 0-16,0 6 11 0,0-1-11 0,3 3 10 15,0-3-10-15,0-2-16 0,3 2 4 0,0-2 1 16,0-1-1-16,3 1-1 0,0-3 0 0,-1 3 0 15,1-3 13-15,3 0-12 0,-3 0 12 0,3-3-12 16,0 0 12-16,-3 1 0 0,3-1 0 0,-3-2 0 16,-3 2 0-16,3-2 0 0,0 0 0 0,-3 2 0 15,-3-2 0-15,3 2 0 0,-3-2 0 0,-1 2 0 16,-2 3 15-16,0-5-1 0,0 0 0 0,0-1 0 16,0 6-4-16,-2-5-1 0,-4 0 0 0,3-1 0 15,-3 4 19-15,0-1 3 0,0-2 1 0,-3 5 0 16,3-3-17-16,-3 3-3 0,0-3-1 0,0 3 0 0,0 0-11 15,0 0 0-15,0 3 0 0,0 0 8 0,0-3-8 16,0 5 0-16,4-2 0 0,-4-1 0 16,3 1 0-16,3 0 0 0,-3 2 0 0,6-5 0 15,0 0 0-15,-3 5-11 0,3 3 11 0,0-8-8 0,0 3-3 0,0-3 0 16,3 8 0-16,0-3 0 0,3-2 11 0,0 2-13 16,0-2 5-16,-1-3 8 0,4 2-10 0,0 1 10 0,3-3 0 15,-3 0-9-15,3 0 9 0,0 0 0 0,0-3 0 16,0 3-8-16,0-2 8 0,0 2 0 0,3-3 0 15,-4 0 0-15,4 1 0 0,0 2 0 0,0-3 0 0,0 3-8 16,3-3 8-16,0 3 0 0,0-2 0 0,2-1 0 16,-2 3 0-1,0-3 0-15,3 3 0 0,0-2 0 0,-3 2 0 0,2-3 0 16,-2 1 0-16,0 2 0 0,3-3 0 0,-3 0 0 0,-3 1 0 16,0 2 0-16,0-3 0 0,-1 3 0 0,1 0 0 0,0 0 0 15,0-3-13-15,0 3-1 0,0 0 0 0,0-2 0 16,0 2 14-16,-1 0 0 0,4-3 0 0,-3 3 0 15,0-3 8-15,0 3 5 0,0-2 1 0,3 2 0 16,-3-3-14-16,2 3 0 0,-2 0 0 0,0-3 0 16,0 3 0-16,-3-2 0 0,3 2 0 0,-3 0 0 15,3 0 0-15,-3-3 0 0,-1 3 0 0,-2 0 0 16,3 0 0-16,0 0 0 0,0 0 0 0,-3 0 0 16,3 0 0-16,0 0 0 0,0 0 0 0,0 0 0 15,0 0 0-15,0 0 8 0,-4 0-8 0,4 0 0 0,-3 0 0 16,3-3 0-16,0 3 0 0,0-2 0 15,-3 2 0-15,3 0 0 0,0 0 0 0,-3 0 0 0,0-3-10 0,0 3-5 16,-1-2-1-16,4 2 0 0,-3-3 16 0,0 3 0 16,0 0 0-16,0-3 0 0,0 3 0 15,0-2 0-15,0 2 0 0,0 0 0 0,0 0 0 0,0 0 0 16,0 0 0-16,0 0 0 0,-1 0 0 0,-2 0 0 16,3 0 0-16,-3 0 0 0,3 2 0 0,-3-2 0 15,0 3 0-15,0-3 0 0,0 0 48 0,0 0 13 0,0 3 3 0,0-3 0 16,-3 2-52-16,3-2-12 0,0 3 0 15,-3-3 0-15,3 0 0 0,0 0 0 16,-6 0 0-16,3 2 0 16,3-2-19-16,0 3-6 0,-6-3-2 0,3 0 0 0,-3 0 27 0,5 0 0 0,-5 0 0 0,6 0 0 15,0 0 0-15,-6 0 0 0,6 0 0 0,-3-3 0 32,3 1-35-32,-3-1-1 0,3 1-1 0,0-1 0 15,-3-2-73-15,3 2-14 0,0 0-4 0,-3 1-716 0,3-1-144 0</inkml:trace>
  <inkml:trace contextRef="#ctx0" brushRef="#br0" timeOffset="142762.962">13641 15638 1389 0,'0'0'30'0,"0"0"6"0,0 0 2 0,0 0 2 0,-3-5-32 0,0 2-8 15,3 3 0-15,-6-5 0 0,3 2 99 0,3 3 17 16,-3-5 4-16,3 5 1 0,-6 0-31 0,6 0-6 15,-6 0-2-15,1 2 0 0,-4 1-29 0,3 0-5 0,0 2-2 0,0 0 0 16,0 0-18-16,3 1-4 0,-3 2-1 0,3 0 0 16,0 0-13-16,0 2-2 15,0-2-8-15,0 5 12 0,0-5-12 0,3 3 0 0,-3-1 0 0,3 1 0 16,3-3 0-16,-3 0 0 0,3-3 0 0,0 3 0 16,3-3 0-16,-3-2 0 0,3 2 0 0,0-2 0 15,3-3 0-15,-3 0-8 0,0 0 8 0,3 0 0 16,-4-3-9-16,4-2 9 0,-3 2 0 0,3-2-9 15,-3 0 9-15,0-3 0 0,0 3 0 0,0-3-8 16,0 0 8-16,0 0 0 0,-3 0 0 0,-3 0 8 16,3 3 20-16,-3-3 5 0,0 2 1 0,0 1 0 15,-3-3 16-15,0 3 3 0,0 0 1 0,-3-1 0 16,0 1-6-16,0 0-2 0,0-1 0 0,0 1 0 16,0 2-12-16,-3 1-2 0,3-1-1 0,-2 1 0 15,-1-1-15-15,3 3-2 0,-3 0-1 0,3 3 0 16,-3-1-13-16,3 3 9 0,0-2-9 0,0 2 8 0,0 1-8 15,3-1 0-15,0 0 0 0,0 3 0 0,0 0 0 16,0-3 0-16,3 3 0 0,0 0 0 0,0 0-13 0,0-2-2 16,3 2 0-16,0-3 0 15,3 3-11-15,0-3-2 16,0 0-1-16,0-2 0 0,3 2 6 0,0-2 2 0,0-3 0 0,0 3 0 0,3-3 9 16,-4-3 3-16,4 3 0 0,-3-5 0 0,3 2 9 0,-3-2 0 15,3-1 0-15,-3 1-8 0,0-3 8 0,-3 3 0 16,3-3 0-16,-3 0 0 0,0 3 0 0,-3-3 12 15,3 0 0-15,-3 3-1 0,0-3 14 0,0 2 3 16,-3 1 1-16,0-3 0 0,0 3 6 0,-3-1 1 16,3 1 0-16,0 5 0 0,-6-5-6 0,3 2-1 0,-3 1 0 15,-3 2 0-15,3-3-13 0,0 3-4 0,-3 3 0 0,0-1 0 16,3 1-12-16,-3 2 9 0,0 0-9 0,0 3 8 16,0 0-8-16,0 0 0 0,3 3 0 0,0-3 0 15,1 2 0-15,-1 1 0 0,3 0 0 0,3-1 0 16,0-2-16-16,0 0-3 0,3 0 0 0,3-3 0 15,-1 1-16 1,1-4-3-16,6 1-1 0,-3 0 0 0,3-1 11 0,0-2 3 0,0-2 0 0,-3 2 0 16,3-3 13-16,-3 0 4 0,3 1 0 0,-3-1 0 15,0 0 8-15,-1 1 0 0,-2-4 0 0,0 4 0 16,0-4 0-16,-6 6 0 0,3-2 0 0,-3 2 8 16,0-6-8-16,0 6 11 0,0-5-11 0,-3 0 12 15,0 0 26-15,-3-1 6 0,0 4 0 0,0-1 1 16,1 0-21-16,-1 1-4 0,-3-1 0 0,3 3-1 15,-3 0-6-15,0 0-1 0,3 0 0 0,-3 0 0 16,0 0-12-16,3 3 8 0,-3-3-8 0,3 2 0 16,6-2 0-16,0 0 0 0,0 0 0 0,-3 3 0 15,3-3 0-15,0 0 0 0,0 0 0 0,0 0 0 0,0 0 0 16,0 0 0-16,0 0 0 0,3 3 0 0,3-1 0 0,3-2 0 16,-3 0-8-16,3 3 8 0,0-3 0 0,0 0-8 15,0 0 8-15,0 3 0 0,0-3-8 0,2 0 8 16,1 0 0-16,0 0 0 0,0 2-11 0,3-2 11 15,0 0-10-15,3 3 10 0,-3-3 0 0,0 0 0 0,2 3 0 16,1-3 0-16,3 0-9 0,-3 0 9 0,0 0-8 0,0 0 8 16,0 0 0-16,-4 0-8 15,4 0 8-15,-3 0 0 0,0 0 0 0,0 0 0 0,-3 0 0 16,-3 0-8-16,3 2 8 16,-3-2 9-16,0 3-1 0,0-3-8 0,-4 2 0 0,4 1 0 15,-3-3-10-15,3 3 10 0,-3-3 0 0,0 2 0 0,3-2 0 16,-3 0 0-16,0 0 0 0,3 0 0 0,-3 0 9 15,3 0-1-15,0 0-8 0,-3 0 0 0,3 0 0 0,0-2 0 16,2 2 0-16,-2 0 0 0,3-3 0 0,-3 3 0 16,0 0 0-16,0 0 0 0,0-3 0 0,0 3 0 15,0 0 0-15,0 0-12 0,0 0 4 0,0 0 0 16,0-2 8-16,0 2 0 0,-1 0 0 0,1 0 0 16,-3-3 0-16,3 3 0 0,0 0 0 0,-3-2 0 15,3-1 0-15,-3 3 0 0,0-3 0 0,0 3 0 16,3-2 0-16,-3 2 0 0,0-3 0 0,3 3 0 15,-3-3 0-15,0 3 0 0,0 0 0 0,0-2 0 0,-1 2 0 16,1-3 0-16,0 3 0 0,0 0 0 0,0-3 0 16,0 3 0-16,-3 0 0 0,3 0 0 15,0 0 0-15,0 0 11 0,3 0-3 0,-6 0 0 0,3 0-8 16,0 0-11-16,0 0 3 0,-3 0 0 0,3 0 8 16,0 0 0-16,-3 0 0 0,3 0 0 0,0 0 0 15,0 0 0-15,0 0 0 0,-1-2 0 0,1 2 0 0,0-3 0 16,0 3 0-16,0 0 0 15,0 0 0-15,0-3 0 0,0 3 0 0,0-2 0 0,0 2 0 16,-3 0 12-16,3 0-4 0,0-3 0 0,0 3-8 0,0 0-8 16,0 0 8-16,0 3-12 0,0-3 12 0,0 0 0 15,0 0 0-15,-3 0 0 0,3 0 0 16,0 0 0-16,-1 0 0 0,1 0 8 0,3 0-8 0,-3 0 0 0,0 0 0 16,0 0 0-16,0 0 0 0,0 0 0 0,0 0 0 0,0-3 8 15,0 3-8-15,0 0 0 0,0 0 0 0,0 0 0 16,0 0 0-16,-3 0 0 0,3 0 0 0,0 0 8 15,-3 0-8-15,3 0 0 0,0 0 0 0,-3 0 8 16,-3 0-8-16,5-3 0 0,-2 3 0 0,-3 0 0 16,6 0 0-16,-6 0 0 0,3 0 0 0,-3 0 0 15,6 0 0-15,-6 0 0 0,3 0 0 0,-3 0 8 16,6 0-8-16,-6 0 0 0,3 0 0 0,-3 0 0 16,6-2 0-16,0 2 0 0,-3 0 0 0,-3 0 0 15,6-3 0-15,0 3 0 0,-3 0 0 0,3 0 0 16,-3-2 0-16,3 2 0 0,-3-3 0 0,3 3 0 15,-3-3 0-15,3 3 0 0,0-2 0 0,-3-1 0 16,3 0 0-16,-3-2 0 0,3 2 0 0,-3 1 0 16,2-4-34-1,-2 1-2-15,3 0 0 0,-3 0 0 0,3-3-149 0,0 2-31 0,-3-2-5 0</inkml:trace>
  <inkml:trace contextRef="#ctx0" brushRef="#br0" timeOffset="143482.578">14115 17345 1702 0,'-6'15'37'0,"6"-9"8"0,-3 2 2 0,0 0 1 0,0 0-38 0,0 2-10 0,3-2 0 0,-3 0 0 16,3 0 87-16,0 0 15 0,-3 0 3 0,3 0 1 15,0 2-34-15,0 1-8 0,0 2 0 0,0-2-1 16,0 2-27-16,-3 3-4 0,3 0-2 0,0 2 0 16,0-2-30-16,3 3 0 0,-3 2 0 0,0 0 0 15,3 0 57-15,-3 0 6 0,3 3 1 0,-3-3 0 16,0 0-64-16,3 1-24 0,-3-4 0 0,0 3 1 16,0-2 37-16,3-1 7 0,-3 1 2 0,0-1 0 15,0 1-51 1,0-1-11-16,3 1-1 0,-3-3-1 0,0 0 1 15,0-3 0-15,0 0 0 0,0-2 0 0,3-1-24 16,-3-2-4-16,0 0 0 0,0-8-1 0,0 0-135 16,0 0-28-16,0 0-4 0,0 0-2 0</inkml:trace>
  <inkml:trace contextRef="#ctx0" brushRef="#br0" timeOffset="143839.536">14153 17429 1465 0,'0'0'32'0,"0"0"6"0,0 0 2 0,0 0 2 0,0 0-34 0,0 0-8 0,-6 0 0 0,6 0 0 16,-6 0 90-16,6 0 16 0,0 0 3 0,0 0 1 16,-3-2-29-16,3 2-5 0,0 0-2 0,0 0 0 15,0 0-20-15,0 0-4 0,0 0-1 0,0 0 0 16,0 0-14-16,0 0-3 0,0 0-1 0,0 0 0 15,0 0-31-15,3-3 8 0,3 3-8 0,0 0 0 16,0-3 54-16,0 1 8 0,3 2 2 0,0-3 0 16,0 3-52-16,3-3-12 0,0 1 0 0,0-1 0 15,0-2 0-15,2 2 0 16,-2-2 0-16,0 2 0 16,0-2-20-16,3 0-8 0,-3-1 0 0,0 1-1 0,-3 0 21 0,3-1 8 15,-3 1 0-15,0 2-9 0,-1 1-11 0,1-1-3 0,-3 1 0 0,-3-1 0 16,-3 3-21-16,6-3-4 15,-6 3 0-15,0 0-1 0,0 0-35 0,0 0-8 0,0 0 0 16,0 0-827-16</inkml:trace>
  <inkml:trace contextRef="#ctx0" brushRef="#br0" timeOffset="144209.738">14156 17778 1710 0,'0'0'37'0,"0"0"8"0,0 0 2 0,0 0 1 0,0 0-38 0,0 0-10 0,0 0 0 0,0 0 0 15,0 0 57-15,0 0 10 0,0 0 1 0,0 0 1 16,0 0-4-16,6 3-1 0,-3 0 0 0,3-3 0 15,0 0 0-15,3 0 0 0,-3 0 0 0,3-3 0 16,0 0-51-16,0 1-13 0,0-1 0 0,0 1 0 16,2-4 0-16,-2 4 0 0,0-4 0 0,0 4 0 15,0-4 0-15,0 4 0 0,0-1 0 0,-3 0 0 16,3 3 0-16,-3-2 0 0,0-1 0 16,0 3 0-16,-6 0 0 0,3 3 0 0,-3-3 0 0,6 2 0 31,-6-2-51-31,0 0-9 0,3 6-3 0,-3-6 0 15,3 5-52-15,-3 0-10 0,0 1-3 0,0 2 0 0</inkml:trace>
  <inkml:trace contextRef="#ctx0" brushRef="#br0" timeOffset="144546.434">14135 18120 1440 0,'0'0'40'0,"0"8"11"0,-3 0-41 0,0-3-10 0,0 3 0 0,0 0 0 0,0 0 128 0,3 0 24 0,0-3 5 16,0 3 1-16,-3-3-46 0,3 3-10 0,0-8-2 0,0 5 0 16,0-5-57-16,3 8-12 0,-3-8-3 0,3 6 0 15,0-1 18-15,0-2 3 0,3-1 1 0,0 1 0 16,0 0-29-16,-3-1-5 0,3-2-2 0,3 3 0 15,-3 0-14-15,3-3 0 0,-3 2 0 0,3-2 0 16,3 0 0-16,-3 0 0 0,3 0 0 16,0 0 0-16,-1-2 0 0,1 2 0 0,0-6 0 15,3 4 0-15,-3-1 0 0,0 0 0 16,3-2 0-16,-3 0 0 0,3-1 0 0,-3-2 0 0,-1-2 0 0,1 2 0 31,0-3-176-31,0 1-37 0,-3-1-8 0,0-5-2 0</inkml:trace>
  <inkml:trace contextRef="#ctx0" brushRef="#br0" timeOffset="145358.588">14683 17784 1792 0,'0'0'51'0,"-3"2"10"0,0 4-49 0,3-1-12 0,0 0 0 0,-3 1 0 15,3-1 105-15,0 0 19 0,-3 0 3 0,3 1 1 16,0 2-52-16,-3-3-9 0,3 0-3 0,0 3 0 16,0-3-51-16,0 3-13 0,0 0 0 0,3 3 0 15,-3 0 0-15,0-1 0 0,3 3 0 0,0 1 0 16,0 1 0-16,-3 1 0 0,3 3 0 0,0-3 0 0,-3 2 0 16,3 1 0-16,-3-1 0 0,0-2 0 15,3 0-48-15,-3-3-13 0,0 1-3 0,-3-4 0 16,3 3 52-16,-3-5 12 0,3-2 0 0,-3-1 0 0,3-5 0 0,0 0 0 15,0 0 0-15,0 0 0 0,0 0 0 0,0 0 0 16,0 0 0-16,-3-5 0 0,-3-1 48 0,3-2 13 16,0-5 3-16,0 0 0 0,0-3-52 0,0-3-12 15,3 1 0-15,0-3 0 0,3 2 0 0,0 1 0 16,0 2 0-16,0-3 0 0,0 1 54 0,3 2 8 16,0 3 2-16,0-1 0 0,3 4-52 0,-3-3-12 15,3 5 0-15,-3-3 0 0,3 3 0 0,0 0 0 16,-3 6 0-16,2-4 0 0,-2 4 0 0,3-1 0 15,-3 0 0-15,0 3 0 0,0 0 0 0,0 3 0 0,0 0 0 16,0-1 0-16,0 1 54 0,-3 0 8 16,3 2 2-16,0 0 0 0,-3 3-64 0,0 0-24 0,3 3 0 15,-3-1 1-15,0 3 37 0,0 1 7 16,0 2 2-16,-3-1 0 0,3 1-23 0,0 0 0 0,-3 3 0 0,3 2 0 16,-3-5-15-16,0 2-7 0,0 1-2 0,0-1 0 15,3-2-12 1,-3 3-4-16,3-6 0 0,-3 0 0 0,3 0 28 0,-3-2 12 0,3 0-12 0,0-3 12 15,0-3-49 1,-3 0-3-16,3 0 0 0,-3-5 0 16,0 0-117-16,2 0-24 0,4 3-5 0</inkml:trace>
  <inkml:trace contextRef="#ctx0" brushRef="#br0" timeOffset="146145.444">15269 17898 1116 0,'0'0'24'0,"0"0"6"0,0 0 1 0,0 0 0 0,0 0-31 0,0 0 0 0,0 0 0 16,0 0 0-16,0 0 92 0,0 0 12 0,0 0 2 0,0 0 1 15,0 0 1-15,0 0 0 0,0 0 0 0,0 0 0 16,0 0-5-16,0 0-1 0,0 0 0 0,0 0 0 16,0 0-16-16,0 0-3 0,0 0-1 0,-6-3 0 0,4 0 7 15,-4 1 2-15,0 2 0 0,-3-3 0 0,3 0-73 16,-3 3-18-16,0 0 0 0,-3 0 0 0,3 0 0 0,-6 0 0 15,3 3 0-15,0-3 0 0,0 3 35 0,-2-1 3 16,2 4 1-16,0-1 0 0,0 0-31 0,0 0-8 16,3 3 0-16,0-2 0 15,3 2-30-15,0 0-7 16,0-1-2-16,3 4 0 0,0-3 24 0,0 0 5 0,3 2 1 0,3 1 0 16,-3-3-55-16,3 3-12 0,3-3-1 0,0 2-1 15,0-2-22-15,3-3-4 0,0 1 0 0,3-1-1 16,0-5 33-16,3 0 6 0,-3 0 2 0,2-3 0 15,-2-2 37-15,3 2 8 0,-3-2 2 0,3-3 0 0,-3 3 27 0,0-3 6 16,0 0 0-16,-3 0 1 0,0 0 38 0,0 0 7 16,-1 3 2-16,-2-3 0 0,0 0 0 0,0 3 0 0,-3-1 0 0,3 1 0 15,-3 0 0-15,0 2 0 0,-3 3 0 16,0 0 0-16,0 0 0 0,0 0 0 0,0 0 0 0,0 0 0 16,0 0 0-16,0 0 0 0,0 0 0 0,0 0 0 15,0 0-52-15,0 0-12 0,3 8 0 0,0 0 0 16,0 3 0-16,0-1 0 0,0 1 0 0,0 5 0 15,0-3 0-15,0 5 0 0,3 1 0 0,0-1 0 32,0 4-48-32,0-4-13 0,3-2-3 0,-3 3 0 0,3-1-13 15,0-5-3-15,-1 1-1 0,1-4 0 16,3 1-75-16,-6-3-16 0,3 0-2 0</inkml:trace>
  <inkml:trace contextRef="#ctx0" brushRef="#br0" timeOffset="146768.757">15543 17577 2649 0,'-3'-2'58'0,"0"-4"12"0,0 1 2 0,-3-3 4 0,0 3-61 16,0 0-15-16,4-3 0 0,-7 2 0 0,6 1 54 0,-3 0 8 16,0 2 2-16,3-2 0 0,3 5-52 0,-6 0-12 15,6 0 0-15,0 0 0 0,-6 0 54 0,6 0 8 0,0 0 2 0,-3 5 0 16,0 3-52-16,3 5-12 0,0-2 0 0,3 7 0 15,0 1 0-15,0 2 0 0,3 8 0 0,0 0 0 16,0 3 0-16,3-3 0 0,0-2 0 16,-4 2 0-1,4-5-48-15,-3-1-13 0,0 4-3 16,3-3 0-16,-3-3 52 0,-3 0 12 0,3 0 0 0,0-2 0 16,0-1-54-16,-3-2-8 0,0-3-2 0,-3-2 0 0,3-1 52 0,0-2 12 0,-3 0 0 0,0-2 0 15,0-6 0-15,0 0 0 0,0 0 0 0,0 0 0 16,0 0 0-16,0 0 0 0,0 0 0 0,0 0 0 15,0-6 0-15,0-2 0 0,3 0 0 0,-3 1 0 16,0-4 0-16,3 3 0 0,-3 0 0 0,3-3 0 16,0 4 48-16,0-4 13 0,0 3 3 0,0-3 0 15,0 4-52-15,3-1-12 0,-3 0 0 0,0 0 0 16,3 0 0-16,0 2 0 0,-3 1 0 0,2 0 0 16,1 0 23-16,0 2 1 0,0 0 1 0,3 1 0 15,-3 2-17-15,0 0-8 0,3 0 8 0,-3 0-8 16,0 2 8-16,3 1-8 0,-3 0 8 0,3 2-8 0,-3 0 0 15,0 0 0-15,0 3 0 0,0 0 0 0,-3 0 0 0,3 0 0 16,-3 0-8-16,0 3 8 0,0-3-13 0,-1 2 1 16,-2 1 1-16,3-1 0 0,-3 1 2 15,0 0 0-15,-3-1 0 0,1 1 0 0,-1 2 1 0,-3-2 0 16,3-1 0-16,-3 1 0 16,-3 2 8-16,3-2-8 0,-3-1 8 0,-3-2-8 0,3 5 8 0,-3-5-8 15,3 0 8-15,0 0-8 0,-3 0 8 16,3-3 0-16,0 1 0 0,1-4 0 0,-1 1 0 0,3-3 9 15,-3 0 0-15,0 0 0 0,3-5-9 0,0-1 0 16,0 1 0-16,3-3 0 16,0 0-49-16,0-2-12 0,3-1-3 0,0-5 0 15,0 0-73-15,3-2-15 0,0-1-4 0</inkml:trace>
  <inkml:trace contextRef="#ctx0" brushRef="#br0" timeOffset="147649.891">15853 17395 1958 0,'0'0'43'0,"0"0"9"0,0 0 1 0,0 0 3 0,0 0-45 0,0 0-11 0,0 0 0 0,0 0 0 15,0 0 92-15,0 0 17 0,0 0 3 0,0 0 1 16,3 5-27-16,-3 3-6 0,3-3 0 0,0 1-1 16,0 2-12-16,-3-1-3 15,3 4 0-15,0 0 0 0,0-1-51 0,0 6-13 0,0 0 0 0,0 5 0 16,0 0 0-16,3 8 0 0,-3 1 0 0,2 4 0 16,1 0 0-16,0-2 0 15,0 2 0-15,0-4 0 16,0-1-48-16,0-3-13 0,0 1-3 0,0-1 0 0,3 1 52 0,-3-4 12 0,0 1 0 0,0 0 0 31,0 0-54-31,0-3-8 0,0-3-2 0,0 1 0 16,0-3 20-16,0-3 3 0,0 0 1 0,0-2 0 15,-1-3 6-15,1 0 2 0,0 0 0 0,0-3 0 0,0-2 20 0,0-1 4 0,0-2 8 16,3 3-13-16,-3-6 13 0,3 1-12 0,-3-1 12 0,0-2-12 16,3-3 12-16,-3 3 0 0,0-3 0 15,3 0 0-15,-3-3 20 0,0 0 1 0,0 1 0 0,-1-1 0 16,1 1 18-16,0-1 3 0,-3 1 1 0,3-4 0 15,0 4 11-15,-3-1 2 0,3 1 1 0,-3 2 0 0,0 0 0 16,0 0 0-16,0 0 0 0,-3 3 0 0,3-3-19 0,0 5-4 16,-3-2-1-16,0 2 0 0,0 3-33 15,0 0 0-15,0-5 0 0,0 5 0 0,0 0 58 16,0 0 5-16,0 0 1 0,0 0 0 0,0 0-35 16,0 0-6-16,-3-3-2 0,3 3 0 0,-6 0-7 0,0 3-2 15,0-3 0-15,0 5 0 0,6-5-4 0,-6 3-8 16,0 5 11-16,-3-3-11 0,6 3 8 0,-2 0-8 15,-1 0 0-15,0 0 0 0,0 0 0 0,0 2 0 16,3 1 8-16,-3-1-8 0,3 1 0 0,0-3 0 16,0 2 0-16,3-2 0 0,0 3 0 0,0-3 0 15,3 0-9-15,0 0 9 0,0-3-10 16,3 0 10-16,0 1-12 0,0-4 12 0,0 1-12 0,0 0 12 0,2-3-12 0,1 0 12 16,0-3-8-16,0 0 8 0,0 3 0 0,0-5 0 15,3 0-8-15,0-1 8 0,-3 1 0 0,3 0 0 16,-3 0 0-16,0-1 0 0,0 1 0 0,-1 0 0 15,1 2-24-15,0-2 3 0,-3 2 0 0,0-2 0 16,0-1 34-16,0 4 7 0,0-3 2 0,-3 2 0 16,3 0-35-16,-3 1-7 0,0-1-2 0,0-2 0 31,0 2-34-31,-3-2-6 0,3 2-2 0,0-2-819 16,-3-1-164-16</inkml:trace>
  <inkml:trace contextRef="#ctx0" brushRef="#br0" timeOffset="153408.081">16847 17943 1854 0,'0'0'40'0,"0"0"9"0,0 0 2 0,0 0 1 0,0 0-41 0,0 5-11 0,0-5 0 16,0 5 0-16,0-5 101 0,3 5 19 15,0 1 3-15,0-1 1 0,0-2-34 0,-3 5-6 0,3-1-2 0,0 4 0 16,-3-3-22-16,3 3-4 0,-3 2 0 0,0 3-1 16,-3 0-19-16,3-1-3 0,0 4-1 0,-3 0 0 15,0-1-12-15,0 1-2 0,-3 2-1 0,0-3 0 16,0-2-33-16,0 3-8 0,-3-3 0 0,0 2-1 15,0 1 25-15,0-1 0 0,1 1 0 0,-1 2 0 16,0-3 0-16,0 1 0 0,0-1 0 0,0 1 0 16,3-3 0-16,0-3 0 0,0 0 0 0,0-2 0 31,0-3-56-31,0-6-7 0,6-2-1 0,-6-2 0 0,3-6-118 16,-3-5-24-16,0-1-5 0,0-7-1 0</inkml:trace>
  <inkml:trace contextRef="#ctx0" brushRef="#br0" timeOffset="153827.884">17481 17636 2188 0,'0'0'48'0,"0"0"11"0,0 0 1 0,0 0 1 0,0 0-49 0,0 0-12 0,0 0 0 0,-3 8 0 16,3-3 105-16,0 5 19 0,0-2 3 0,0 6 1 16,0-1-103-16,0 3-25 0,0 0 0 0,0 2 0 15,3 1 56-15,-3-1 7 0,3 1 1 0,0-1 0 16,0 1-52-16,0 2-12 0,3 0 0 0,-3 5 0 16,0 4 0-16,0 1 0 0,3 6 0 0,-3 3 0 15,3-3-48 1,0-2-13-16,-3-4-3 0,3-2 0 0,0-2-102 15,-3-6-21-15,0 0-4 0</inkml:trace>
  <inkml:trace contextRef="#ctx0" brushRef="#br0" timeOffset="154201.021">17484 17575 1695 0,'0'0'37'0,"0"0"8"0,0 0 2 0,-6-3 1 0,6 3-39 16,-6-3-9-16,0 3 0 0,6 0 0 0,0 0 60 0,0 0 9 0,0 0 3 0,0 0 0 15,-3-5-57-15,3 5-15 0,0 0 0 0,0 0 0 16,3-5 56-16,0 0 7 0,0-1 1 0,3 1 0 15,3 2 0-15,0-2 0 0,3 0 0 0,0-3 0 16,3 3-40-16,2-1-7 0,1 1-1 0,0-3-1 16,0 3-5-16,0-3-1 0,0 0 0 0,0 3 0 15,0-3-9-15,-4 0 8 0,-2 2-8 0,3 1 8 16,-3 0-8-16,0-1 8 0,-3 4-8 0,0-1 8 16,0-2-32-16,-3 2-6 15,0 1-2-15,0 2 0 16,0-3-25-16,0 3-6 0,-6 0-1 0,3-3 0 0,-3 3-153 0,0 0-31 15,0 0-7-15,0 0-1 0</inkml:trace>
  <inkml:trace contextRef="#ctx0" brushRef="#br0" timeOffset="154561.358">17573 17898 1724 0,'0'0'38'0,"0"0"8"0,0 0 2 0,0 0 0 0,0 0-39 0,0 0-9 0,6-3 0 0,0 0 0 16,0 1 50-16,0-4 8 0,3 4 2 0,0-4 0 15,3 1-16-15,-3 2-4 0,3-5 0 0,0 3 0 16,0-3-15-16,2 3-3 0,-2-3-1 0,-3 3 0 16,3-3-10-16,0 0-3 0,-3 0 0 0,0 3 0 15,0-3-8-15,0 2 0 0,0 1 0 16,0 2 0-16,-3-2 0 0,0 3 0 0,0-1 0 0,-1 0 0 16,-2 3 0-16,-3 0-9 0,0 0 9 0,6 6-13 15,-6-6-43 1,3 2-9-16,0 3-2 0,-6 1-828 0</inkml:trace>
  <inkml:trace contextRef="#ctx0" brushRef="#br0" timeOffset="154902.228">17621 18252 1933 0,'0'0'42'0,"0"0"9"0,0 0 1 0,0 0 4 0,0 5-45 0,-3 3-11 0,3-8 0 0,0 6 0 16,0-6 76-16,0 0 12 0,3 8 4 0,-3-8 0 16,3 5-40-16,0 0-7 0,0-2-1 0,3 2-1 15,0-2-18-15,0-1-3 0,0 1-1 0,3-3 0 16,3 3-13-16,-4-3-8 0,4 0 10 0,-3-3-10 15,3 3 0-15,0-3 0 0,3 1 0 0,-6-1 0 32,3 0-15-32,0 3-9 0,3-5-1 0,-3 2-1 0,2 1 72 0,1-1 14 0,3-2 4 0,-3 2 0 31,0-2-103-31,0 0-20 0,0-1-4 0,0-2-1 0,-1 3-58 16,1-3-12-16,-3-2-2 0</inkml:trace>
  <inkml:trace contextRef="#ctx0" brushRef="#br0" timeOffset="155680.107">21937 10227 1792 0,'0'0'40'0,"0"0"8"0,0 0 1 0,0 0 1 0,0 0-40 0,0 0-10 16,0 0 0-16,0 0 0 0,0 0 93 0,0 0 17 16,0 0 3-16,0 0 1 0,3 5-34 0,-3 3-6 15,3 3-2-15,-3 2 0 0,0 0-25 0,-3 8-6 0,3 0-1 0,0 3 0 16,-3 0-22-16,3 2-5 0,0 1-1 0,-3-1 0 15,0 4-12-15,0-4 0 0,0 0 0 16,0 6 0-16,0 0 0 0,-3 2 0 0,3 3 0 0,0 0 0 16,0-2 0-16,0-1 0 0,0-5 0 15,3 0 0-15,-3-2 0 0,3-3 0 0,0-3 0 0,-3 0 0 32,3-2-48-32,0-1-13 0,-3-5-3 0,3 3 0 15,-3-5-10-15,3-1-2 0,-3-2-1 0,3 0-594 0,0-8-118 0</inkml:trace>
  <inkml:trace contextRef="#ctx0" brushRef="#br0" timeOffset="156015.316">21952 10341 1497 0,'-9'-14'32'0,"3"9"8"0,0-3 0 0,0 0 4 0,0 0-36 0,3 0-8 15,-3-2 0-15,3 2 0 0,0 0 53 0,0 0 9 16,3 0 2-16,-3 0 0 0,3 0 31 0,3 3 6 16,-3-1 2-16,0 1 0 15,3 0-35-15,0 0-6 0,0 2-2 0,0 0 0 0,3-2-24 0,-3 2-6 16,3 1-1-16,0 2 0 0,3-3 9 0,0 0 2 0,0 1 0 0,6 2 0 16,-3-3-24-16,3 3-5 0,-1 0-1 0,4 0 0 15,0 0-10-15,0 0 0 0,0 0 9 16,-3 0-9-16,3 3 0 0,-1-3 0 0,-5 0 0 0,3 2 0 15,-3 1-12-15,0-3-8 0,-3 3 0 16,-3-3-1 0,3 2-47-16,-3 1-8 0,0 2-3 0,0-2 0 15,-3 0-104-15,0 2-21 0,-3-5-4 0,0 0 0 0</inkml:trace>
  <inkml:trace contextRef="#ctx0" brushRef="#br0" timeOffset="156265.128">21958 10534 1886 0,'0'0'41'0,"0"0"9"0,0 0 2 0,0 0 1 0,0 0-42 0,0 0-11 16,0 0 0-16,0 0 0 0,0 0 79 0,0 0 13 16,0 0 4-16,0 0 0 0,0 0-32 0,9 0-7 15,0 0-1-15,0-3 0 0,3 3-15 0,-1-3-3 16,4 1-1-16,3-1 0 0,-3 0-16 15,3 1-3-15,0-1-1 0,-3 1 0 0,3-4-17 0,-4 4 8 16,1-1-8-16,-3 0 0 16,3 3 0-16,-6-2 0 0,3 2 0 0,-3 0 0 15,-3 0-52-15,3 0-10 0,-3 2-2 16,0 1-677-16,-3 0-135 0</inkml:trace>
  <inkml:trace contextRef="#ctx0" brushRef="#br0" timeOffset="156556.675">21857 11013 1914 0,'0'0'54'0,"0"0"13"0,0 0-54 0,0 0-13 0,0 0 0 0,0 0 0 15,0 0 110-15,0 0 19 0,0 0 4 0,0 0 1 16,0 0-50-16,0 0-11 0,6 0-1 0,0-3-1 15,3 0-43-15,-1 3-8 0,1-2-1 0,3-1-1 16,0 0 37-16,0 3 7 0,0 0 2 0,0-2 0 16,0 2-64-16,3-3-21 0,0 3 0 0,-4 0 0 15,4-3 21-15,0 3 0 0,0 0 0 0,0 0 0 16,3 0 0-16,-6-2 0 0,3 2 0 0,0-3 0 16,-1 3-15-16,-2-2-5 0,0-1 0 0,3-2-1 15,-3-1-189-15,-3 1-38 0</inkml:trace>
  <inkml:trace contextRef="#ctx0" brushRef="#br0" timeOffset="157000.036">22515 10616 2084 0,'0'0'46'0,"0"0"10"0,0 0 1 0,0 0 1 0,0 0-46 0,0 0-12 0,0 0 0 0,0 0 0 15,5 0 72-15,1 0 12 0,0 0 2 0,3-3 1 0,0 3-25 16,0-3-5-16,3 3-1 0,0 0 0 16,0-2-22-16,0-1-5 0,0 1-1 0,3-1 0 0,-1-2-28 0,1 2-16 15,3 0 1-15,0 1 1 0,0-1 14 0,3-2 0 16,0 5 0-16,-1-3 0 15,1 0 19-15,-3 1 6 0,3 2 2 0,-6-3 0 16,0 3-48-16,0-3-10 0,-1 3-1 16,-5 0-1-16,3 0-123 0,-3 0-24 15,-3 0-4-15,0 3-483 0,-6-3-96 0</inkml:trace>
  <inkml:trace contextRef="#ctx0" brushRef="#br0" timeOffset="157263.239">22625 10817 1886 0,'0'0'41'0,"0"0"9"0,0 0 2 0,0 0 1 0,0 0-42 0,0 0-11 0,0 0 0 0,0 0 0 16,0 0 96-16,0 0 18 0,3 2 3 0,3 1 1 16,0 0-36-16,-1-3-7 0,4 0-2 0,-3 2 0 15,3-2-41-15,0 0-9 0,3-2-2 0,0 2 0 16,0 0-21-16,0 0 0 0,0-3 0 0,3 3 0 15,0-3 26-15,-1 1 1 0,1-1 0 0,3 1 0 16,-3-4-27-16,3 1 0 0,0 2 0 0,-3-5 0 16,2 3-96-1,1-3-16-15,0 0-2 0,-3 0-987 0</inkml:trace>
  <inkml:trace contextRef="#ctx0" brushRef="#br0" timeOffset="157620.494">23416 10378 2419 0,'0'0'53'0,"0"-6"11"0,3 1 3 0,-3 2 1 0,3-2-55 0,-3 0-13 15,0 5 0-15,0-6 0 0,3 4 54 0,-3 2 8 0,0 0 2 0,0 0 0 16,0 0 0-16,0 0 0 0,0 0 0 0,0 0 0 15,0 8-52-15,0 0-12 16,-3 2 0-16,3 1 0 0,-3 2 54 0,3 0 8 0,-3 1 2 16,0 1 0-16,0 1-52 0,-2 3-12 15,2-1 0-15,-3 1 0 0,3-1 0 0,-3-2 0 16,0 3 0-16,3 2 0 0,-3-2 0 0,3 2 0 0,-3 0 0 0,0 3 0 16,3-3 0-16,0 0 0 0,0 0 0 0,3 0 0 15,-3-2 0-15,3-1 0 0,0 1 0 0,0-3 0 16,0-3 0-16,0-2 0 0,3-1 0 0,-3-2 0 15,3 0 0-15,0-3 0 0,0 1 0 0,-3-6 0 16,3 2-100-16,-3-2-22 16,0 0-5-16,0 0-1127 0</inkml:trace>
  <inkml:trace contextRef="#ctx0" brushRef="#br0" timeOffset="162378.583">13847 5689 1728 0,'0'0'38'0,"0"0"8"0,0 0 50 0,0 0-87 0,0 0-9 0,-3-3 0 0,3 3 0 16,-3-5 104-16,3 5 20 0,0 0 3 0,-6 0 1 15,6 0 0-15,0 0 0 0,-6-3 0 0,6 3 0 16,-6 0-52-16,6 0-9 0,0 0-3 0,0 0 0 16,0 0 0-16,-6 3 0 0,6-3 0 0,0 0 0 15,-3 5-48-15,0 1-16 0,0-1 10 0,0 3-10 16,3-3 0-16,0 3 0 0,-3-3 0 0,3 6 0 16,0-3 16-16,0 2 10 0,0 1 2 0,0 2 1 15,0 0-21-15,-3 1-8 0,3-1 0 0,-3 3 9 0,0-3-9 16,3 0 0-16,0 0 0 0,-3 1 0 15,3-4-24-15,0 1-6 0,-3-1-2 0,6-2 0 16,-3 3-25-16,3-3-6 0,0-3-1 0,3 3 0 16,0-3-153-16,0 3-31 0,0-5-7 15,3 5-1-15</inkml:trace>
  <inkml:trace contextRef="#ctx0" brushRef="#br0" timeOffset="163545.902">14141 9108 1362 0,'0'0'38'0,"0"0"10"0,0 0-39 0,0 0-9 0,0 0 0 0,0 0 0 15,0 0 127-15,0 0 23 0,0 0 5 0,0 0 1 16,0 0-56-16,0 0-10 0,0 0-2 0,0 0-1 16,0 0-19-16,0 0-3 0,0 0-1 0,0 0 0 15,0 0 0-15,0 0 0 0,0 0 0 0,0 0 0 16,0 0-24-16,0 0-4 0,3 7-2 0,-3-1 0 0,0-1-3 0,3 3-1 15,-3-3 0-15,0 6 0 16,0-1-30-16,0-2 0 0,0 3 0 0,-3 0 0 0,3-1 0 16,0 3 0-16,0-2 0 0,-3 0 0 0,3-1 0 0,0 1 0 15,0 2 0-15,0-2 0 0,0-1-17 16,0 1 0-16,0 2 0 0,0-3 0 16,0-2-36-16,3 0-7 0,-3 3-2 0,0-3-733 15,3 0-146-15</inkml:trace>
  <inkml:trace contextRef="#ctx0" brushRef="#br0" timeOffset="164587.665">14394 12711 1382 0,'0'0'30'0,"0"0"6"0,0 0 2 0,0 0 2 0,0 0-32 0,0 0-8 0,0 0 0 0,0-5 0 15,0 2 104-15,0 3 20 0,0 0 4 0,0 0 1 16,0-5-27-16,0 5-6 0,0 0 0 0,0 0-1 15,0 0-24-15,0 0-5 0,0 0-1 0,0 0 0 16,0 0-18-16,0 0-4 0,0 0-1 0,0 0 0 16,0 0-10-16,0 0-1 0,0 8-1 0,-3 0 0 15,0 0-16-15,3 0-3 0,-3 2-1 0,3 1 0 16,0 2-10-16,-3 1 0 0,3-1 0 0,-3 0 0 16,3 3 0-16,0-3 0 0,-3 0 0 0,3 3 0 15,-3-3-22-15,1-2-6 0,2 0-2 0,0 2 0 16,-3-3-45-16,3 1-9 0,0 0-1 0,0-1-1 15,0 1-193-15</inkml:trace>
  <inkml:trace contextRef="#ctx0" brushRef="#br0" timeOffset="165461.015">14507 15278 1558 0,'0'0'34'0,"0"0"7"0,0 0 2 0,0 0 1 0,0 0-35 0,0 0-9 0,0 0 0 0,0 0 0 15,0 0 91-15,0 0 16 0,0 0 3 0,0 0 1 16,0 0 9-16,0 0 1 0,0 0 1 0,-3 5 0 15,-3 1-55-15,4 2-11 0,-1-1-3 0,0 1 0 16,0 0-18-16,0 0-4 0,0 3-1 0,3-1 0 16,-3 1-14-16,3-3-2 0,0 3-1 0,-3-4 0 15,3 4-31-15,0 0-6 0,0-3-2 0,0 2 0 0,0 1 44 16,3-1 9-16,-3 1 1 0,0 0 1 16,3-4-46-16,-3 4-10 0,0-3-1 0,3 0-1 15,0-3 37-15,-3 0 7 0,3 1 1 0,-3-6 1 16,3 5-56-16,-3-5-11 0,0 0-2 0,0 0-720 15,5 0-143-15</inkml:trace>
  <inkml:trace contextRef="#ctx0" brushRef="#br0" timeOffset="169552.038">22000 11899 1998 0,'0'0'44'0,"-3"8"8"0,-3 8 59 0,6-3-99 0,-3-2-12 0,3 7 0 0,0-2 0 16,0 3 49-16,0-1 8 0,0 3 2 0,-3-2 0 15,3 2-59-15,0-2 0 0,-3-1 0 0,3 3 0 16,-3-2 24-16,3-1 12 0,0 1 2 0,-3-1 1 16,3 1-39-16,-3-1 0 0,0 3-9 0,0 1 9 15,3-1-35-15,-6-3 1 0,3 4 0 16,0-1 0-16,0 0-30 0,0-3-5 0,-3-2-2 0,0 0-828 16</inkml:trace>
  <inkml:trace contextRef="#ctx0" brushRef="#br0" timeOffset="169819.462">21973 11952 2347 0,'0'-5'52'0,"0"-3"10"0,0-13 68 0,0 7-117 0,0 4-13 16,6-1 0-16,-3 1 0 0,3-1 68 0,3 3 10 15,0 3 2-15,-1-3 1 0,4 0-25 0,0 3-4 16,3 2-2-16,0-2 0 0,0 2-24 0,3 0-5 0,0 1-1 0,-1-4 0 16,1 4-20-16,3-3 0 0,-3 2 0 0,3-2 0 15,-3 2 0-15,0 0 0 0,-1 1 0 0,1-1 0 16,-3 3 0-16,3 0 0 0,-6 0 0 0,3 3-8 31,-6-1-56-31,3 4-10 0,-6-1-2 0,0 0-1 16,0 3-141-16,-6 3-28 0,3-1-6 0,-6 1 0 0</inkml:trace>
  <inkml:trace contextRef="#ctx0" brushRef="#br0" timeOffset="170072.401">21970 12309 2102 0,'0'0'46'0,"0"0"10"15,3-2 61-15,3-4-105 0,3 4-12 0,0-4 0 0,0 1 0 16,2 0 107-16,1-1 19 0,0-2 4 0,3 3 1 16,3 0-53-16,-3 0-10 0,0-1-3 0,0 1 0 0,2 0-36 15,-2-1-7-15,0 4-2 0,0-3 0 0,0 2-11 0,-3 0-9 16,0-2 12-16,0 2-12 0,0 1 0 0,0-1-11 16,-1 3 0-16,-2 0 0 15,3 0-38-15,-3 0-8 0,-3 3-2 0,0-1 0 16,0 4-157-16,-3-4-32 0,-3 6-7 0,0-8-666 15</inkml:trace>
  <inkml:trace contextRef="#ctx0" brushRef="#br0" timeOffset="170295.313">22032 12492 1728 0,'-6'5'38'0,"0"-2"8"0,-8 7 50 0,11-7-87 0,3-3-9 0,-3 5 0 0,3-5 0 15,0 0 104-15,0 0 20 0,0 0 3 0,3 3 1 16,0 0-44-16,2-1-9 0,1-2-2 0,3 0 0 15,-3 3-21-15,3-3-5 0,0 0-1 0,3 0 0 16,-3 0-19-16,3 0-4 0,0 0-1 0,0 0 0 16,0 0-10-16,0 0-1 0,-1 0-1 0,4-3 0 15,-3 3-10-15,3 0 10 0,-3-2-10 0,3 2 10 32,0-3-30-32,0 0-7 0,0 1-1 0,2-4 0 0,4 1-131 0,-3 0-26 15,3-1-6-15</inkml:trace>
  <inkml:trace contextRef="#ctx0" brushRef="#br0" timeOffset="170900.839">22735 12251 2185 0,'0'0'48'0,"0"0"9"0,0 0 3 0,0 0 2 0,0 0-50 0,6-3-12 15,0 1 0-15,0-4 0 0,3 4 55 0,-1-1 8 16,4 0 1-16,0-2 1 0,6 3-1 0,-3-1 0 15,0 0 0-15,3 1 0 0,0-1-51 0,2 0-13 16,1 1 0-16,-3 2 0 0,3-6 0 0,-3 4 0 0,-3-1 0 16,3 3 0-16,-3-3-16 0,-1 1-7 15,1 2-1-15,-3 0 0 16,0 0-166-16,0 0-34 0,-3 0-6 0,-3 0-2 0</inkml:trace>
  <inkml:trace contextRef="#ctx0" brushRef="#br0" timeOffset="171128.359">22759 12431 1792 0,'0'0'51'0,"0"0"10"0,0 0-49 0,0 0-12 0,0 0 0 0,0 0 0 16,0 0 105-16,6 3 19 0,-3-1 3 0,5 1 1 15,1-3-52-15,0 0-9 0,3-3-3 0,0 3 0 16,3-2 0-16,-3 2 0 0,3-3 0 0,3-2 0 15,-3 2-51-15,2 0-13 0,1-2 0 0,0 0 0 16,0-1 13-16,0-1 0 0,0-1 0 0,3-3 0 31,-1 0-175-31,1-4-35 0,27-20-7 0,-6 9-2 0</inkml:trace>
  <inkml:trace contextRef="#ctx0" brushRef="#br0" timeOffset="171526.045">23494 12166 2188 0,'0'0'48'0,"-6"0"11"0,0 3 1 0,0-3 1 0,6 0-49 0,-6 3-12 16,6-3 0-16,-6 0 0 0,6 0 105 0,-6 2 19 0,0 4 3 0,3-4 1 15,3-2-52-15,-6 5-9 0,3 1-3 0,0-1 0 16,0 3-51-16,0-3-13 0,0 3 0 0,3 0 0 16,-3 0 0-16,3 0 0 0,0 3 0 0,-3-3 0 15,3 2 0-15,0 1 0 0,0-1 0 0,0 4 0 16,0-4 0-16,3 1 0 0,-3-3 0 0,3 0 0 31,0 0-48-31,0-1-13 0,3-1-3 0,-3-4 0 0,6 4 40 0,-3-6 8 0,0 2 2 0,3-2 0 16,-3-2 22-16,6-1 5 15,-3-2 1-15,3-1 0 0,0 1-14 0,-1-3 0 0,1 0 0 0,3-2 0 16,0 2 54-16,-3-3 8 0,0 1 2 0,3-1 0 16,-3 0-52-16,-3 3-12 0,3 1 0 0,-1-1 0 15,-2 0 0-15,-3-3 0 0,3 1 0 0,-3 2 0 16,0-6 54-16,-3 4 8 0,3-1 2 0,-3-2 0 15,-3 2-52-15,0-2-12 0,0 0 0 0,-3 2 0 16,-3-2 0-16,0-3 0 0,-3 3 0 0,0-3 0 16,-3 0 0-16,1 0 0 0,-7-2 0 0,3 2 0 15,-3 0-100 1,-3 0-22-16,3-2-5 0,-3 2-717 0,1 0-144 0</inkml:trace>
  <inkml:trace contextRef="#ctx0" brushRef="#br0" timeOffset="172208.925">20306 6295 1497 0,'0'0'32'0,"0"0"8"0,0 0 0 0,0 0 4 0,0 0-36 0,0 0-8 0,0 0 0 0,0 0 0 16,0 0 104-16,0 0 20 0,0 0 3 0,0 0 1 15,0 0-11-15,0 0-1 0,0 0-1 0,0 0 0 16,6 0-31-16,0 0-5 0,3-3-2 0,3 1 0 16,0-1-61-16,-1 0-16 0,4-2 0 0,3 0 0 15,-3-1 54-15,0 4 8 0,3-4 2 0,0 4 0 16,0-4-52-16,-1 4-12 0,1-3 0 0,0 2 0 16,0 0 0-16,-3-2 0 0,0 0 0 0,0 2 0 15,-1 0-48-15,-2 1-13 16,0 2-3-16,-3-3 0 0,0 3-153 0,-3 3-31 0,0-3-7 15,-6 0-666-15</inkml:trace>
  <inkml:trace contextRef="#ctx0" brushRef="#br0" timeOffset="172410.838">20279 6488 1497 0,'0'0'32'0,"0"0"8"0,0 0 0 0,0 0 4 0,0 0-36 0,0 0-8 15,0 0 0-15,0 0 0 0,0 0 129 0,6 0 24 16,3 0 5-16,-3 0 1 0,3 0-66 0,3 0-13 16,0-3-2-16,0 1-1 0,2-1-45 0,4 0-10 15,0 1-2-15,0-4 0 0,3 4-20 0,0-3 0 16,0-3 0-16,5 0 0 16,-2 0-47-16,0 0-13 0,0-5-4 0,3 2-614 0,-1-2-123 0</inkml:trace>
  <inkml:trace contextRef="#ctx0" brushRef="#br0" timeOffset="172826.962">21017 6200 1872 0,'0'0'41'0,"0"0"9"0,0 0 2 0,0 0 0 0,0 0-42 0,-6 2-10 0,6-2 0 0,-9 3 0 15,3 0 88-15,3 2 15 0,-2-3 3 0,-1 4 1 16,3-4-35-16,-3 4-8 0,0-1 0 0,3 3-1 15,-3 0-15-15,3 0-2 0,-3 0-1 0,3 2 0 16,0 1-26-16,3-1-6 0,-3 1-1 0,0 0 0 16,3 2-3-16,-3 0-1 0,3-2 0 0,0 2 0 15,0-2-8-15,3-1 0 0,-3-2 0 0,3 3 0 16,3-3 0-16,-3 2 0 0,3-2-9 0,3-3 9 0,-3 1-11 16,3 2 2-16,-3-3 0 0,2-2 0 0,1-1 9 15,3-2-12-15,-3 0 12 0,3-2-12 0,-3-1 12 0,3 0 0 16,0-2 0-16,-3 2 0 0,3-2 14 0,0 0 2 15,0-3 0-15,-1 2 0 0,1-1 16 0,-3-1 4 16,0 0 1-16,0 0 0 0,0 0-3 0,-3 0-1 16,0-3 0-16,0 1 0 15,-3-1-5-15,0 1 0 0,-3-4-1 0,0 1 0 0,0-3-7 16,-3 3-2-16,-3 0 0 0,0-1 0 0,0 1-9 0,-3 3-1 16,0-4-8-16,-3 7 12 0,0-4-12 0,-3 3 0 15,1 3 0-15,-1 2 0 16,-3 0-20-16,3 3-8 0,-3-2 0 0,-3 4-1 15,0-2-121-15,-2 6-24 0,-4-4-5 0</inkml:trace>
  <inkml:trace contextRef="#ctx0" brushRef="#br0" timeOffset="173395.155">20252 9359 1958 0,'0'0'43'0,"0"0"9"0,0 0 1 0,0 0 3 0,0 0-45 0,0 0-11 0,3 3 0 0,3 2 0 15,0-3 96-15,3 4 18 0,0-6 3 0,3 2 1 16,0-2-35-16,3 3-7 0,0-3-2 0,2 3 0 15,4-3-59-15,0 0-15 0,3 2 0 0,-3 1 0 16,3-3 0-16,-1 3 0 0,-2-3 0 0,0 0 0 16,0 0 0-16,-3 0-12 0,0 2 3 0,-3-2 0 15,-1 3-108-15,1-3-22 0,-3 3-4 0,-3 2-545 16,0-2-110-16</inkml:trace>
  <inkml:trace contextRef="#ctx0" brushRef="#br0" timeOffset="173590.661">20288 9708 1728 0,'0'0'38'0,"-3"5"8"0,3-5 2 0,0 0 0 0,0 0-39 0,0 0-9 16,0 0 0-16,0 0 0 0,6 0 104 0,0 0 20 16,3 0 3-16,3-5 1 0,0 3-52 0,0-4-9 15,5 1-3-15,4-3 0 0,0 0-52 0,0-3-12 0,3-2 0 0,3-3 0 31,2 0-132-31,1-2-28 0,-3-1-4 0,6-4-2 0</inkml:trace>
  <inkml:trace contextRef="#ctx0" brushRef="#br0" timeOffset="173932.184">20993 9359 1958 0,'0'0'43'0,"0"0"9"0,0 0 1 0,0 0 3 0,0-5-45 0,0 5-11 0,0 0 0 0,-3-3 0 16,-2 0 134-16,-1 1 25 0,0 2 5 0,-3 2 0 15,3 1-84-15,-3 0-18 0,0-1-3 0,0 4-1 16,3-1-26-16,-3 3-6 0,0 0-1 0,3 0 0 15,0 0-14-15,0 0-3 0,3 2-8 0,0 3 12 16,0-2-12-16,3 2 0 0,0-2 0 0,3 2 0 16,0 0 0-16,0-2 0 0,3-1 0 0,3 1 0 15,0-3-12-15,0 0 12 0,0-3-12 0,3-2 12 16,0 2-18-16,0-5 3 0,0 0 1 16,2 0 0-16,-2-3 14 0,3 1 0 0,0-4-10 0,0 1 10 15,3-3 0-15,-3-2 8 0,3 2 0 0,-1-3 0 0,-2 1 9 16,0-1 2-16,0-2 0 0,-3 5 0 0,0-3 13 15,-3 1 2-15,0-1 1 0,-3 3 0 0,0 0-5 0,-3 0-1 16,-3-2 0-16,0 2 0 0,0 0 0 0,-3 0 0 16,0 0 0-16,-3 0 0 0,-3 0-15 0,0 0-3 15,0 0-1-15,-3 0 0 0,0 3-10 0,-3-3 0 16,0 3 0-16,-2 2 8 0,-1 0-20 0,-3 1-5 16,3 2-1-16,-3 0 0 15,-3 2-102-15,-2 6-20 0,-4-2-4 0,-3 4-715 16,0 1-143-16</inkml:trace>
  <inkml:trace contextRef="#ctx0" brushRef="#br0" timeOffset="174395.551">20243 12452 2214 0,'0'0'48'0,"0"0"11"0,0 0 1 16,0 0 3-16,0 0-51 0,6-3-12 0,-3 3 0 0,6-2 0 0,-3-1 48 0,3 0 8 0,3 3 0 0,-3-2 1 15,0-1-1-15,3 1-1 0,0 2 0 0,3-3 0 16,-1 0-39-16,1 1-7 0,3-1-1 0,0 0-8 16,0 1 0-16,-3 2 0 15,3-3 0-15,0 3 0 16,-4 0-155-16,1 0-25 0,0 0-4 0,-6 3-2 0</inkml:trace>
  <inkml:trace contextRef="#ctx0" brushRef="#br0" timeOffset="174591.224">20243 12791 2188 0,'0'0'48'0,"3"-3"11"0,3 3 1 0,3-5 1 0,0 0-49 0,3-1-12 0,0 1 0 0,3-3 0 15,-3 0 40-15,6-3 6 0,-1 1 1 0,7-1 0 0,-3-2-30 0,3 3-5 16,0-4-2-16,3 1 0 15,-1-3-126-15,1 0-24 0,0-2-6 0</inkml:trace>
  <inkml:trace contextRef="#ctx0" brushRef="#br0" timeOffset="174947.768">20886 12383 2098 0,'0'0'60'0,"-6"6"12"0,0-4-58 0,-3 4-14 15,4-1 0-15,-4-3 0 0,3 4 100 0,-3 2 18 0,0 0 3 16,3 0 1-16,-3-1-56 0,0 1-11 0,0 3-3 0,3-3 0 15,0 3-41-15,3-1-11 0,-3-2 0 0,3 3 0 16,0-1 53-16,3-2 9 16,0 0 2-16,3 0 0 15,0 0-103-15,0 0-20 0,3 0-4 0,0 0-1 0,3 0 52 0,0-3 12 0,0 0 0 0,0 1 0 16,3-4 0-16,0-2 0 0,0 0 0 0,-1 0 10 16,4 0-10-16,-3-2 0 0,0-1-12 0,0-2 12 15,0-1 0-15,0 1 10 0,-3 0 1 0,0-3 0 16,0 0 13-16,-3 3 4 0,0-3 0 0,-1 0 0 15,1 0 16-15,-3 0 3 0,0 0 1 0,0 0 0 16,0 0 0-16,-3 3 0 0,0-3 0 0,0 0 0 16,0 0-12-16,-3 0-1 0,0-3-1 0,0 6 0 15,0-3-11-15,0 3-3 0,0-3 0 0,-2 3 0 16,-1-3-10-16,-3 2-2 0,0 1-8 0,-3 0 12 16,3 2-12-16,-3 1 0 0,-3-1 0 0,0 3 0 15,-3 0-20 1,0 3-11-16,-2 2-1 0,-1 3-1 0,0 0-155 0,0 2-30 15,-3 1-6-15</inkml:trace>
  <inkml:trace contextRef="#ctx0" brushRef="#br0" timeOffset="175464.736">20225 15495 1806 0,'0'0'51'0,"0"0"12"0,0 0-51 0,0 0-12 0,3 3 0 0,3-1 0 0,0 1 96 0,0-3 16 15,0 3 3-15,0-3 1 0,3 0-49 0,3 0-10 16,-3 0-1-16,3 0-1 0,0 0-31 0,0 0-5 16,0 0-2-16,3 0 0 0,-4-3-17 0,7 3 0 15,-3 0 0-15,-3-3 0 0,3 3-16 0,-3 0-6 16,0 0-2-16,0 3 0 15,0-3-141-15,-3 3-29 0,-1-3-6 0,-2 2 0 0</inkml:trace>
  <inkml:trace contextRef="#ctx0" brushRef="#br0" timeOffset="175674.696">20255 15820 2012 0,'0'0'44'0,"0"0"10"0,0 0 2 0,0 0 0 0,0 0-45 0,0 0-11 0,3 0 0 0,3 3 0 16,3-3 89-16,-3-3 16 0,3 3 3 0,3-2 1 16,-3-1-33-16,3 0-6 0,0 1-2 0,3-3 0 15,-1-1-54-15,4 1-14 0,0 2 0 0,0-5 0 16,0 3 0-16,0-3 0 0,3-2 0 0,-1-1 0 16,1 0-11-16,-3 1-5 0,3-3 0 0,-3-1-759 15,0-2-151-15</inkml:trace>
  <inkml:trace contextRef="#ctx0" brushRef="#br0" timeOffset="176149.787">20982 15381 2358 0,'0'0'52'0,"0"0"10"0,0 0 2 0,0 0 3 0,0 0-54 0,0 0-13 16,0 0 0-16,0 0 0 0,-6 0 68 0,0 0 10 15,6 0 2-15,-3 3 1 0,-3-1-13 0,3 4-4 0,3-6 0 0,-6 5 0 16,3 0-51-16,0 3-13 0,0-2 0 0,0 4 0 16,3-2 54-16,-3 3 8 0,3 2 2 15,-3-2 0-15,3 2-52 0,0 0-12 0,3 0 0 0,-3 0 0 32,3 1-48-32,-3-1-13 0,6 0-3 0,-3 0 0 0,3-2 32 0,-3 2 7 15,3-2 1-15,0-3 0 16,0-3-32-16,0 0-5 0,0-2-2 0,2 0 0 15,-2-1 26-15,3-4 5 0,0-4 0 0,0 1 1 0,0 0 17 0,0-3 3 0,0-3 1 0,0 1 0 16,0-1 10-16,0-2 0 0,0 2 0 0,0 1 0 16,0-1 49-16,-3-2 12 0,2 5 3 0,-5-3 0 15,3 1 0-15,-3-1 0 0,0 1 0 0,-3 2 0 16,0 0 0-16,0-3 0 0,0 3 0 0,-3 0 0 16,3 0-52-16,-3-2-12 0,0 2 0 0,-3 0 0 15,3 0 54-15,-2-3 8 0,-1 1 2 0,-3-1 0 16,3 0-64-16,0 4-12 0,0-4-2 0,-3 0-1 0,3 1 15 15,-3 2 0-15,0 0 9 0,0 0-9 16,0 0 8-16,-3 3-8 0,0-1 0 0,0 4 0 0,1-3 0 16,-4 2-12-16,0 0 1 0,0 3 0 15,-6-2-78 1,3 2-16-16,0 0-3 0,-3 0-1 0,4 0-67 16,-4 0-12-16,3 2-4 0,-3-2-896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40:03.17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20285 7943 1862 0,'0'0'39'0,"0"0"8"0,0 0-38 0,0 0-9 0,0 0 0 0,0 0 0 31,0 0 70-31,3 3 12 0,3 0 2 0,-6-3 1 0,3 5-41 16,0 0-9-16,0 0-2 0,0 1 0 15,0 2 25-15,0 0 5 0,0-3 1 0,0 3 0 16,0 0 0-16,0 2 0 0,-3-2 0 0,3 3 0 0,0-1-49 0,-3 1-15 0,3 0 8 0,0 2-8 15,-3-3 20-15,3 4 1 0,0-1 0 0,-3 3 0 16,0 0-5-16,3 0-2 0,-3 2 0 0,0 3 0 16,0 3-4-16,3 0-1 0,-3 5 0 0,0 0 0 15,3-2-9-15,-3-1 10 0,2 0-10 0,-2 1 10 16,3-1 0-16,0-2 0 0,0-3 0 0,0 6 0 16,0-3 4-16,0 2 1 0,0 3 0 0,3 3 0 15,-3 0-15-15,3 2-18 0,-3 1 4 0,3 2 1 16,0-8 61-16,-3 0 13 0,3 0 3 0,0-3 0 15,-3 1-64-15,3-1 0 0,0-2-9 0,-3 5 0 16,0 0 9-16,3 3 11 0,-3 2-3 0,0 1 0 16,0-1-8-16,0-5 0 0,3 0 0 0,-3 1 0 15,0-4 0-15,0-2 0 0,-3 0 0 0,3-1 0 16,-3-1 0-16,3 1 0 0,-1 1 0 0,-2 3 0 16,3-1 0-16,-3 3 0 0,0 3 0 0,3-3 0 15,-3 0 0-15,0-5 0 0,0 0 0 0,0 2 0 16,0-5 0-16,0 1 0 0,0-4 0 0,0 3 0 15,0 1 0-15,0-1 0 0,0 0 0 0,0 3 0 16,0-1 0-16,0 1 0 0,0 3 0 0,3-1 0 16,-3 1 0-16,3-4 0 0,-3 1 0 0,3-3 0 15,0 3 0-15,-3-5 0 0,3-1 0 0,0 1 0 0,0-3 0 16,-3 2 0-16,0-2 0 0,3 3 0 0,-3-1 0 0,3-2 0 16,0 3 0-16,-3 2 0 0,3-3 56 0,-3 6 7 0,3-3 1 15,-3 3 0-15,0 0-52 0,3-3-12 16,-3 3 0-16,0 0 0 0,3-6 0 0,-3 1 0 15,3-1 0-15,-3 1 0 0,0-3 0 0,0 2 0 0,0-2 0 16,0 3 0-16,0-1 0 0,0 1 0 0,0 2 0 0,0 0 0 16,0 0 0-16,0 0 0 0,0 3 0 0,0 3 0 15,0-6-16-15,0 3-5 0,0-1-2 0,0 1 0 16,0-5 23-16,0-1 0 0,0 3 0 0,0-5 0 16,3 0 10-16,-3 0-10 0,0 0 12 0,0 0-12 15,0-3 9-15,0 0-9 0,0 0 0 0,0 1 9 16,3-4-9-16,-3 3 0 0,3 1 0 0,-3-1 8 15,0 0-8-15,0-2 0 0,0 2 0 0,0-2 0 16,0 2 0-16,0-3 0 0,0 1 0 0,0 0 0 16,0-1 0-16,0-2 0 0,0 3 0 0,0-3 0 15,0 0 0-15,0-3 0 0,0 0 0 0,0-5 0 16,0 5-18-16,0-5 1 0,0 0 0 0,0 0 0 16,0 0-22-16,0 0-4 0,0 0-1 0,0 0 0 15,0-8-113-15,3-2-23 0,0-3-5 0</inkml:trace>
  <inkml:trace contextRef="#ctx0" brushRef="#br0" timeOffset="2908.649">20321 7988 1219 0,'0'0'25'0,"0"0"7"0,0 0-32 16,-6 0 0-16,6 0 0 0,-6-2 0 15,6 2 81-15,-6-3 11 0,3 0 1 0,3 3 1 0,-6 0-18 0,6 0-4 0,-6-2-1 0,6 2 0 16,0 0-18-16,0 0-3 0,0 0-1 0,0 0 0 15,0 0-18-15,0 0-4 0,0 0-1 0,0 0 0 16,0 0-4-16,0 0-1 0,0 0 0 0,0 0 0 16,6 0-2-16,0 0-1 0,0 2 0 0,0-2 0 15,0 0-4-15,0 3-1 0,3-3 0 0,3 3 0 16,-1-3-1-16,1 2 0 0,6-2 0 0,-3 3 0 16,3-3-2-16,0 3-1 0,0-3 0 0,0 2 0 15,2-2-9-15,1 0 10 0,0 3-10 0,-3-3 10 16,3 2-10-16,-3-2 10 0,2 0-10 0,1 3 10 15,3-3-2-15,0 0 0 0,0 0 0 0,3 0 0 16,2 0-8-16,-2 0 10 0,6 0-10 0,-6 0 10 16,2 0-10-16,-2 0 10 0,0 0-10 0,-3 0 10 15,0 0-2-15,-1 0 0 0,4 0 0 0,-3 0 0 16,3 0 3-16,0 0 0 0,-1 0 0 0,4 0 0 16,-3 0 1-16,3 0 0 0,-4 0 0 0,4 0 0 15,-6 0-2-15,0 0 0 0,-3 0 0 0,3 0 0 16,-4 0-2-16,1 0-8 0,0 0 12 0,3 0-4 15,0 0 0-15,-1 0 0 0,1 0 0 0,3 0 0 16,0 0-8-16,0 0 12 0,-1-3-12 0,4 3 12 16,-6 0-12-16,0-2 8 0,0 2-8 0,-4-3 8 15,1 3-8-15,0 0 0 0,0-2 9 0,0 2-9 0,3 0 0 0,-1 0 0 16,1-3 0-16,3 3 0 0,0-3 0 0,0 3 0 16,2-2 0-16,-2 2 0 0,0-3 0 0,0 0 8 15,-3 1-8-15,-1 2 0 16,1-3 0-16,-3 0 0 0,0 1 0 0,0-1 0 15,0 3 0-15,-1-3 0 0,4 1 0 0,0-1 0 16,0 3 0-16,0-2 0 0,2-1 0 0,-2 0 8 0,-3 1-8 0,3-1 0 0,0 0 0 16,-3 1 0-16,-1 2 0 0,-2-3 0 0,0 0 0 0,-3 1 8 15,3-1-8-15,-3 0 0 0,0-2 0 0,-1 2 0 16,1 1 0-16,3-1 0 0,-3 1 0 0,6-4 0 16,-3 4 0-16,0-1 0 0,0 0 0 0,-1-2 0 15,1 2 0-15,0 1 0 0,0-1 0 0,0 3 0 16,0-3 0-16,0 1 8 0,-1-1-8 0,1 3 0 15,0-3 0-15,-3-2 0 0,0 3 0 0,-3-1 0 16,3 0 0-16,-3 1 0 0,2-4 0 0,-2 4 8 16,3-4-8-16,0 1 0 0,0 2 0 15,0 1 0-15,0-1 0 0,0-2 0 0,3 2 0 0,-4 3 0 16,1-5 0-16,0 5 0 0,0-3 0 0,0 3 8 16,3-2-8-16,-6 2 0 0,3-3 0 0,-4 3 0 15,4 0 0-15,-3 0 0 0,0-3 8 0,-3 3-8 16,3 0 8-16,-3 0-8 0,3 0 8 0,-3 0-8 15,0 0 0-15,-3 0 9 0,3 0-9 0,0 0 0 16,-4 0 10-16,1 0-10 0,0 0 8 0,0 0-8 16,0 0 8-16,0 0-8 0,0 0 0 0,0 0 8 15,0 0-8-15,0 3 12 0,-3-3-12 0,3 0 12 16,-6 0-3-16,3 0 0 0,3 0 0 0,-6 0 0 0,3 5 3 0,3-2 1 16,-6-3 0-16,3 3 0 0,0 2-1 0,0 0-1 15,-3-5 0-15,3 5 0 0,0 3-3 0,0 0 0 16,0 0 0-16,0 0 0 0,-3 3-8 15,3-3 12-15,0 2-12 0,-3 4 12 0,3-4-12 0,-3 1 8 0,3 2-8 16,-3 0 8-16,3 0-8 0,-3 1 8 0,3-4-8 0,-3 3 8 16,3 3-8-16,-3-2 0 15,2-1 0-15,-2-3 0 0,3 4 9 0,-3-1-9 0,3 0 10 0,-3 3-10 16,3 0 10-16,-3 0-10 0,3 0 10 0,-3 5-10 16,3 3 9-16,-3-1-9 0,3 4 8 0,0 2-8 15,-3 0 8-15,3-3-8 0,0 1 0 16,0-1 8-16,0 1-8 0,0-6 0 0,0 3 0 0,0 0 8 15,0-1-8-15,0 1 12 0,0 0-12 0,0 3 12 16,3 2-12-16,-3 2 12 0,0 4-12 0,3-1 12 16,-3-2-2-16,0-3 0 0,3-2 0 0,-3 2 0 15,0-6-2-15,0 1 0 0,0 0 0 0,0 0 0 16,0 0 1-16,0 5 0 0,0 0 0 0,-3 5 0 16,3-2 1-16,0 2 0 0,-3-2 0 0,3 3 0 15,-3-6 0-15,0-5 0 0,0-1 0 0,0 1 0 16,0-3-2-16,0 0 0 0,0-5 0 0,0 6 0 15,0-1 2-15,0 3 0 0,0-1 0 0,0 4 0 16,0-3-10-16,0 2 0 0,0 1 0 0,0-4 0 16,0 1 0-16,-3-3 0 0,3-2 0 0,0-1 8 15,0-2-8-15,-3 0 0 0,3-3 9 0,0 1-9 0,-3-1 0 16,3 0 9-16,0 0-9 0,-3 1 0 0,3-4 8 0,0 6-8 16,-3-3 0-16,3 3 0 0,0 3 0 15,-3-4 0-15,3 7 0 0,0-1 0 0,-3 0 8 16,3 0-8-16,0 0 0 0,0 0 0 15,0 1 0-15,0-4 0 0,0 1 0 0,0-3 0 16,0-1 0-16,0 1 0 0,3-2 0 0,-3-1 0 0,0 0 0 0,0 0 0 16,3-2 0-16,-3 2 0 0,0 0 8 0,3-2-8 0,-3 2 0 0,0 3 0 15,3 0 0 1,-3 2 0-16,0 1 0 0,3 2 0 0,-3 0 8 0,3 0-8 0,-3 3 0 0,3-3 0 16,-3 1 0-16,0-1 0 0,3 0 0 0,-3-3 0 15,0 1 8-15,3-1-8 0,-1-2 0 0,-2 0 0 16,0-3 0-16,3 3 0 0,-3 0 8 0,0 0-8 15,0 3 0-15,0-1 0 0,0 3 0 16,0 6 0-16,0-1 0 0,0 1 0 0,0 4 0 0,-3-1 0 16,3-4 8-16,0-2-8 0,0 2 0 0,-2-5 0 15,2-2 0-15,-3 2 0 0,3-5 8 0,0 2-8 16,0-2 0-16,-3 3 0 0,3-3 8 0,0 2-8 16,-3 1 0-16,3 2 0 0,0 3 0 0,-3-3 0 15,3 3 8-15,0-3-8 0,-3 3 0 0,3-3 0 16,-3 0 10-16,3-2-10 0,0-4 8 0,-3 1-8 15,0-2 8-15,3-4-8 0,-3 1 0 0,0-1 8 16,3 1-8-16,-3-3 0 0,0-3 0 0,0 3 8 16,0-3-8-16,0 1 0 0,0-1 0 0,-3 0 8 15,3-2-8-15,-3 2 0 0,3-2 9 0,-3 0-9 16,0-1 0-16,3-2 9 0,-3 3-9 0,0-1 0 16,-3-2 10-16,3 3-10 0,-3-3 8 0,3 0-8 0,-2 0 8 0,-1 0-8 15,3 0 0-15,-3 0 8 16,0 3-8-16,0-3 0 0,0 0 0 0,0 0 0 15,0 0 0-15,0 0 0 0,3 0 8 0,-3 0-8 0,-3 0 0 16,3 0 0-16,1 0 0 0,-4 0 8 0,0 0-8 0,-3 0 0 0,0 0 0 0,-3-3 0 16,0 3 0-16,-3 0 0 0,1-3 0 15,-4 3 0-15,3 0 0 0,-3 0 0 0,0 0 8 0,0 0-8 16,4 0 0-16,-1 0 0 0,3 0 0 16,-3 0 0-16,3 0 0 0,0 0 0 0,3 0 0 15,-5 0 0-15,-1 0 0 0,0 0 0 0,-3 0 0 0,-3 0 0 16,1 0 0-16,-1 0 0 0,0 0 8 0,-3 0-8 15,6 0 0-15,1 0 0 0,-1 0 0 0,3 3 0 16,0-3 0-16,3 0 0 0,0 3 0 0,1-3 0 16,2 0 0-16,-3 0 0 0,0 0 0 0,0-3 0 15,0 3 0-15,0 0 0 0,-2-3 0 0,-1 3 0 16,3 0 0-16,-3 0 0 0,0 0 0 0,0 0 0 16,0 0 0-16,1 0 0 0,2 0 0 0,0 3 0 15,3-3 0-15,0 0 0 0,0 0 0 0,0 0 0 16,3 3 0-16,-2-3 0 0,2 0 0 0,0 2 0 15,0-2 0-15,0 0 0 0,0 0 0 0,-3 0 0 16,3 0 0-16,-3 0 0 0,1 0 0 0,-1 3 0 16,0-3 0-16,-3 0 0 0,0 0 0 0,0 0 0 15,0 0 0-15,3 3 0 0,-2-3 0 0,-1 0 0 16,0 2 0-16,3-2 0 0,0 0 0 0,-3 3 0 16,6-3 0-16,-3 3 0 0,4-3 0 0,-4 2 0 0,3-2 0 15,0 3 0-15,0-3 0 0,0 3 0 16,0-3 0-16,0 0 0 0,0 0 0 0,-3 0 0 15,1 0 0-15,2-3 0 0,-3 3 0 0,-3 0 0 0,3 0 0 16,0 0 0-16,-3-3 0 0,0 3 0 0,1 0 0 16,2 0 12-16,-3 0-12 0,0 0 12 0,3 0-12 0,0 0-9 0,0 0 9 15,3 0-13-15,-2 3 13 0,2-3 0 0,3 0 0 0,-3 0 0 16,3 3 0-16,-3-3 0 0,3 0 0 0,0 0 0 16,0 0 0-16,0 0 0 0,0 0 0 0,-3 0 0 15,3 0 0-15,1-3 0 0,-1 3 0 0,-3 0 0 16,0 0 0-16,0-3 0 0,0 3 0 0,0 0 0 15,0-2 0-15,0 2 0 0,3 0 0 0,-6 0 0 16,4-3 0-16,-1 3 0 0,0 0 0 0,0 0 0 16,0-3 0-16,3 3 0 0,-3 0 0 0,0 0 0 15,0-2 0-15,0 2 0 0,3 0 0 0,-2 0 0 16,-1 0 0-16,3 0 0 0,0 0 0 0,0 0 0 16,0 0 0-16,3 0 0 0,-3 0 0 0,0 0 0 15,3 0 0-15,0 0 0 0,0 0 0 0,0 0 0 16,0 0 0-16,6 0 0 0,-9-3-8 0,3 3 8 15,0 0 0-15,1-3 0 0,5 3 0 0,-9 0 0 16,3-2 0-16,-3 2 0 0,3 0 0 0,0 0 0 16,0-3 0-16,-3 3 0 0,3 0 0 0,0-3 0 15,-3 3 0-15,3-2 0 0,-3 2 0 0,3 0 0 16,0-3 0-16,-3 3 0 0,3 0 0 0,0-2 0 16,-2 2 0-16,2-3 0 0,-3 0 0 0,0 3 0 15,3-2 0-15,-3 2 0 0,0-3 0 0,3 0 0 16,-3 3 0-16,0-2 0 0,0-1 0 0,0 0 0 0,3 1 0 15,-3 2 0-15,3-3 0 0,-3 3 0 0,3-3 0 0,-2 1 0 0,2-1 0 16,-3 3 0-16,3-3 0 0,-3 3 0 0,3-2 0 16,-3 2 0-16,3-3 0 0,0 3 0 0,0-2 0 15,0 2 0-15,3-3 0 0,3 3 0 0,-6 0 0 16,0 0 0-16,6 0 0 0,-6-3 0 0,6 3 0 0,0 0 0 16,-6-2 0-16,6 2 0 15,-6 0 0-15,6 0 0 0,0 0-8 0,-6-3 8 0,6 3-13 0,0 0 5 31,0 0-16-31,-6-3-2 0,6 3-1 0,-3-2 0 16,0-4-87-16,1 1-18 0,2 0-3 0</inkml:trace>
  <inkml:trace contextRef="#ctx0" brushRef="#br0" timeOffset="4453.048">18380 8414 1314 0,'-15'3'37'0,"3"-3"8"16,0 3-36-16,0-3-9 0,3 0 0 0,1 0 0 16,-1 0 52-16,3 0 9 0,6 0 2 0,-6 0 0 15,6 0-6-15,0 0-1 0,0 0 0 0,0 0 0 16,0 0-37-16,0 0-8 0,0 0-2 0,0 0 0 0,0 0 42 0,0 0 8 0,0 0 1 0,0 0 1 15,0 0-46-15,0 0-15 0,0 0 8 0,0 0-8 32,0 0 35-32,3 2 3 0,0 1 1 0,3 2 0 0,0-5-14 0,0 3-2 0,-1-1-1 15,1 1 0-15,3-3-8 0,0 0-2 0,0 0 0 0,3 3 0 32,0-3 4-32,0 0 1 0,0 0 0 0,3 0 0 0,-3 0-5 0,3 0-2 0,2 0 0 15,-2 2 0-15,0-2-10 16,0 0 12-16,3 0-12 0,-3 3 12 0,0-3-2 0,0 0 0 0,-1 3 0 0,1-3 0 15,0 2 5-15,3-2 1 0,0 0 0 0,0 3 0 16,3 0-3-16,-1-1 0 0,1-2 0 0,0 0 0 16,3 3 1-16,-3-3 0 0,3 0 0 0,-1 3 0 15,-2-3-1-15,0 2 0 0,0 1 0 0,0-1 0 16,-3-2-1-16,-1 0 0 0,1 3 0 0,0-3 0 16,0 3 0-16,3-3-1 0,0 2 0 0,0-2 0 15,2 0-3-15,1 3-8 0,0-3 12 16,3 0-4-16,-3 3 1 0,-1-3 0 0,1 2 0 0,-3-2 0 15,0 3-9-15,0-3 10 0,-3 0-10 0,-1 3 10 16,1-1-10-16,-3-2 12 0,0 0-12 0,0 3 12 16,3-3-12-16,0 0 8 0,-3 0-8 0,2 0 8 15,4 0-8-15,-3 3 8 0,3-3-8 0,0 0 8 16,0 0-8-16,-1 2 10 0,1-2-10 0,0 0 10 16,-3 0-10-16,0 0 0 0,0 0 0 0,0 0 8 15,-4 0-8-15,-2 0 0 0,3 0 9 0,0 0-9 16,-3-2 0-16,0 2 0 0,0 0 0 0,0 0 8 15,0-3-8-15,0 3 0 0,2-3 0 0,-2 3 8 16,3 0-8-16,0-2 0 0,0 2 0 0,0-3 0 0,0 3 8 0,3 0-8 16,-1-3 8-16,-2 3-8 0,3-2 0 0,-3 2 9 0,0-3-9 15,3 3 0-15,-3 0 10 0,0-3-10 0,-1 3 8 0,-2 0-8 16,0-2 9-16,0-1-9 0,0 3 10 0,-3-3-10 16,0 3 8-16,0 0-8 0,0-2 0 0,0-1 9 15,0 3-9-15,0 0 0 0,-3-2 9 16,2 2-9-16,-2-3 0 0,0 3 0 15,0 0 0-15,3-3 8 0,-3 3-8 0,0 0 0 0,0-2 0 0,0-1 8 16,3 3-8-16,-3-3-15 0,0 1 4 0,3-1 1 16,-3 0-37-1,3 1-7-15,0-1-2 0,3 0 0 0,2-2-145 0,4 0-30 16</inkml:trace>
  <inkml:trace contextRef="#ctx0" brushRef="#br0" timeOffset="7205.7">23518 8240 1579 0,'0'0'32'0,"0"0"10"15,0 0-34-15,3 0-8 0,3 0 0 0,0 0 0 0,2 0 104 0,-2 0 20 0,6 0 3 0,-3 0 1 16,3 0-50-16,0-3-10 0,3 3-1 0,0 0-1 31,0 0-14-31,3 0-4 0,2 0 0 0,-2 0 0 16,3 0-6-16,0 0-2 0,0 0 0 0,3 0 0 0,-4 0-5 0,4-3-2 0,0 1 0 15,3 2 0-15,3-3-22 0,-1 3-11 16,4 0 10-16,3 0-10 0,-3 0 31 0,2 0 0 0,-2 3 0 16,3-3 0-16,-6 0-17 15,2 0-3-15,-2 0-1 0,3-3 0 0,-1 3 1 0,-2 0 0 0,3-3 0 16,-3 3 0-16,0 0 1 0,-4 3 0 0,1-3 0 0,-3 0 0 16,0 3-12-16,-3-3 8 0,-4 0-8 0,1 0 8 15,0 0-8-15,-3 0 0 0,0 0 9 0,-3 0-9 16,0 0 0-16,-3 0 0 0,3 0 0 0,-4 0 8 15,1 0-8-15,0 0 0 0,0 2 0 0,-3 1 0 16,3-3-8-16,-3 3-4 0,3-3 0 16,-3 5 0-16,0-2-22 0,0-1-5 15,0 4-1-15,0-4 0 0,0 3-137 0,-3 1-28 0,0-1-6 16</inkml:trace>
  <inkml:trace contextRef="#ctx0" brushRef="#br0" timeOffset="8001.549">23726 10939 1094 0,'-9'2'46'15,"3"-2"-37"-15,-3 0 44 16,3 3 9-16,0-3 2 0,0 2 0 16,0-2 39-16,6 0 8 0,0 0 1 0,0 0 1 15,0 0-27-15,0 0-6 0,0 0 0 0,0 0-1 16,0 0-12-16,0 0-3 0,0 0 0 0,0 0 0 15,0 0-28-15,0 0-5 0,0 0-2 0,6 6 0 16,0-4 5-16,0 4 1 0,3-4 0 0,0 1 0 16,0 0 9-16,3-1 1 0,3 1 1 0,-3-3 0 0,3 3-15 15,-1-3-3-15,1 2-1 0,0-2 0 0,3 0-5 0,0 3-1 0,0-3 0 16,3 0 0-16,2 0-10 0,1 0-3 0,0 0 0 16,3 0 0-16,0 0 15 0,-1 0 2 0,4 0 1 15,-3 0 0-15,3 0-26 0,-3 0 0 16,-1 0 0-16,1 0 0 0,0-3 0 0,0 3 0 15,0 0 0-15,-1 0 0 0,-2 0 0 0,0 0-19 0,0 0 3 16,0 0 1-16,-4 0 15 0,-2 0 0 0,3 0 0 0,-6 3 0 16,3-3 0-16,-6 0 8 0,0 0-8 0,0 3 0 15,-4-3 8-15,-2 0-8 0,3 0 0 0,-3 0 0 16,-3 0 0-16,-3 0 0 0,0 0 0 0,0 0 0 16,6 0-25-16,-6 0-6 0,0 0-1 0,0 0 0 15,0 0-86-15,0 0-18 16,0 0-3-16</inkml:trace>
  <inkml:trace contextRef="#ctx0" brushRef="#br0" timeOffset="12497.784">24539 8599 1983 0,'0'0'41'0,"0"0"10"0,0-5-41 0,0 0-10 0,0 0 0 0,0-1 0 16,0 4 96-16,0-4 16 0,0 6 4 15,0-5 1-15,0 5-39 0,0-5-8 0,0 5-2 0,0 0 0 16,0 0-18-16,0 0-4 0,0 0-1 0,0 0 0 16,0 0-21-16,0 0-5 0,0 0-1 0,0 0 0 15,0 0-18-15,0 0 10 0,0 0-10 0,0 5 8 16,0 6-8-16,0-3 0 0,0 0 0 0,0 2 0 16,0 1 0-16,3-1 0 0,0 4 0 0,0-1-11 15,0-3-22 1,2 4-5-16,-2-4-1 0,3 1 0 0,3-3-15 0,0 0-3 15,0 0-1-15,3-3 0 0,-3 0 26 0,3-2 4 0,0-3 2 16,0 0 0-16,0-5 15 0,0 2 11 0,-1-2-13 0,1-3 5 16,0 0 8-16,0 0 0 0,3-3 0 15,-6 1 0-15,3 2 16 0,-3-6 6 0,-3 4 1 0,0-1 0 16,0 3 16-16,-3-2 3 0,0 2 1 16,0-3 0-16,-3 3 5 0,0 0 2 0,0 0 0 0,0 0 0 15,-3 3-9-15,3 0-1 16,-3 0-1-16,0-1 0 0,3 4-9 0,0 2-2 0,0 0 0 0,0 0 0 15,0 0-10-15,0 0-2 0,0 0-1 0,0 0 0 16,0 0-15-16,0 0 11 0,0 0-11 0,0 0 10 16,0 8-2-16,0 2-8 0,0-2 12 0,0 5-4 15,-3 3-8-15,3 3 8 0,-3-1-8 0,0 3 8 16,0 3-8-16,0 0 0 0,0 3 0 0,-3-1 8 0,0-2-8 0,0 0 0 16,-3-1 0-16,3-1 0 15,-3-1 0-15,0 0 0 0,0-3-10 0,-3 1 10 16,3-1-14-16,-2-2 3 0,-1 3 1 0,-3-3 0 0,3 0 26 15,-3-3 6-15,-3 3 1 0,0-3 0 16,3 0-70-16,-2 0-13 0,2 1-4 0,-3-4 0 0,0 1 52 0,0-3 12 16,3 0 0-16,0 0 0 0,3-3 0 0,0-2 0 15,1-1 0-15,2-2 0 0,3-2-54 16,0-4-8-16,3 1-2 0,0-3 0 0,6-3-96 0,3 1-20 16,0-3-4-16,6-1-1 15,2 1-63-15,4 0-12 0</inkml:trace>
  <inkml:trace contextRef="#ctx0" brushRef="#br0" timeOffset="12817.472">24815 8946 1606 0,'0'0'33'0,"0"0"9"0,0 0-34 0,0 0-8 0,0 0 0 0,0 0 0 15,0 0 128-15,0 0 23 0,-3 5 5 0,0 1 0 16,0 2-56-16,1-3-12 0,-4 0-3 0,3 3 0 16,0 0-34-16,-3 0-7 0,3 0-2 0,0 3 0 15,0-1-10-15,3 1-3 0,0-1 0 0,0 1 0 16,0-1-29-16,0 1 0 0,3 2 0 0,0-2 0 15,0-1 0-15,3-2-12 0,0 3 1 0,0-3 0 16,2-3 11-16,1 3 0 0,0-3 0 0,0-2 0 16,3 0 0-16,0-3 8 0,0 0-8 0,0-3 11 15,0 0 9-15,0-2 1 0,0 3 1 0,-1-4 0 16,1-2 3-16,-3 0 1 0,3 0 0 0,-3 0 0 16,-3-2 4-16,3-1 1 0,-3 3 0 0,0-5 0 15,-3 3-2-15,0-1 0 0,0-2 0 0,0 0 0 16,-3 2-11-16,-3 0-2 0,3 1-1 0,-3-1 0 15,-3 3-15-15,0 0 9 0,-3-2-9 0,0 2 8 16,-3 0-8-16,-3 3 0 0,0-1 0 0,-2 1 0 16,-1 0-46-16,-3 2-2 0,0 0 0 0,-3 1 0 15,-3 2-172-15,1 0-34 0</inkml:trace>
  <inkml:trace contextRef="#ctx0" brushRef="#br0" timeOffset="14079.641">24821 11052 2333 0,'0'-8'66'0,"0"3"14"0,0-3-64 0,0 3-16 0,0 0 0 0,0-1 0 16,0 1 79-16,0 0 12 0,-3-1 2 15,3 6 1-15,0 0-23 0,0-5-5 0,0 5-1 0,0 0 0 16,0 0-22-16,0 0-5 0,0 0-1 0,0 0 0 16,0 0-19-16,0 0-4 0,0 0-1 0,0 0 0 15,0 0-13-15,0 0 0 0,0 0 0 0,-6 5 0 16,3 3 0-16,3-2 0 0,-3 2 0 0,3 0-10 16,0-1-16-16,3 1-3 0,0 0-1 0,0 3 0 15,3-3-22-15,0 0-4 0,3 0 0 0,0 0-1 16,0-3-2-1,3 0 0-15,0-2 0 0,0 2 0 0,0-2 33 0,3-3 6 0,0 0 2 0,-4 0 0 16,1-3 18-16,0 1 0 0,0-4 0 0,0 4 0 16,-3-4 0-16,0-2 20 0,0 3-2 0,-3 0-1 15,-3-3 23-15,3 3 5 0,-3-3 1 0,0 2 0 16,-3-2 4-16,3 3 1 0,-3-3 0 0,0 3 0 16,0 0-6-16,-3-1-1 0,0 1 0 0,3 5 0 15,-3-5-10-15,0-1-2 0,3 6-1 0,0 0 0 16,0 0-8-16,0 0-2 0,0 0 0 0,0 0 0 15,0 0-8-15,0 0-1 0,0 0-1 0,0 0 0 16,0 0-11-16,-3 8 0 0,0-2 9 0,0 2-9 0,3 2 0 16,-3 1 8-16,3-1-8 0,0 1 0 15,-3 2 0-15,3 0 0 0,0 3 0 0,-3 3 0 0,0-3 0 0,3 0-13 0,-3 2 1 0,0 1 1 16,0-4-10-16,0 4-3 0,-3-3 0 16,3 0 0-16,-3 0 0 0,0-3-1 0,-3 0 0 0,3 0 0 15,0 1 4-15,-3-4 1 0,0 1 0 0,1-1 0 16,-1-2 8-16,3 0 3 0,-3-3 0 0,0 1 0 15,0-1-2-15,0 0 0 0,0-2 0 0,0 0 0 16,3-1-1-16,-3-2 0 0,3 3 0 0,0-3 0 16,0 0-31-16,6 0-6 0,-3-3-2 0,-3 1 0 15,3-4-156-15,0 1-31 0,3 0-6 0</inkml:trace>
  <inkml:trace contextRef="#ctx0" brushRef="#br0" timeOffset="14370.312">25143 11280 2366 0,'0'0'49'0,"0"0"12"16,-9 3-49-16,9-3-12 0,-3 2 0 0,3-2 0 16,-6 5 93-16,6-5 16 0,-3 6 3 0,0-1 1 15,0 3-55-15,0-3-11 0,3 1-3 0,0 4 0 16,-3-2-10-16,3 0-2 0,0 0-1 0,0 0 0 15,-3 0-15-15,3 2-4 0,-3-2 0 0,0 3 0 16,3 0-28-16,-3-1-5 0,0 3-2 0,-3 1 0 16,3-1 23-16,0 0 0 0,0 0 0 0,0-2 0 0,-3 2 0 0,3 0 0 0,0 1 0 15,0-1 0 1,1-3-56-16,-1 1-6 0,0 0-2 0,-3-4 0 16,0 4-204-16,0-3-42 0</inkml:trace>
  <inkml:trace contextRef="#ctx0" brushRef="#br0" timeOffset="15351.322">20788 8435 1337 0,'-6'-5'56'0,"0"3"-44"15,3-4 92-15,-3 4 20 0,3-1 3 0,3 3 1 16,0 0-52-16,0 0-9 0,-6-3-3 0,6 3 0 15,0 0 0-15,0 0 0 0,0 0 0 0,0 0 0 16,-3 6 0-16,-3 2 0 0,3-1 0 0,3 4 0 16,-3 0-51-16,0 2-13 0,3 0 0 0,0 3 0 15,-3-3 0-15,3 3 0 0,0 0 0 0,0 0 0 16,0 0 0-16,0 0 0 0,0 2 0 0,3-2 0 16,0 0-48-16,3 0-13 0,-3 0-3 0,3-3 0 15,3 0 52-15,-3-2 12 0,3-3 0 0,-3 0 0 16,3-1 0-16,3-4 0 0,-3 0-10 0,0-3 10 15,3-3 0-15,-3 0 0 0,0-2 0 0,2 0 0 16,-2-3 0-16,0 0 0 0,3 0 0 0,-3-3 0 0,0 1 0 16,0-1 0-16,0 1 0 0,-3-1 0 0,0 1 56 15,0-4 7-15,0 4 1 0,-3-1 0 0,0 3 0 0,0-2 0 0,0-1 0 16,0 0 0-16,0 4 0 0,-3-1 0 0,0 0 0 16,0 2 0-16,0 1-52 0,0 5-12 15,0 0 0-15,0 0 0 0,0 0 0 16,0 0 0-16,0 0 0 0,0 0 0 0,0 5 0 0,0 3 0 0,0 3 0 15,0-1 0-15,0 1 0 0,3 0 0 0,-3 2 0 0,3 3 0 16,0-3 0-16,0 0 0 0,-1 0 0 0,4 3 0 16,-3-5 0-16,3 2 0 0,-3-2 0 15,3-1 0-15,0-2 0 0,0-2 0 0,0 1 0 0,3-1 0 16,-3-6 0-16,0 2 0 0,3-4 0 0,0-1 0 16,-3 0 0-16,3-4 0 0,-3-1 0 0,3 0 0 15,-3-3 0-15,3-2 0 0,-4 0 0 0,1-3 0 16,0 2 54-16,0-1 8 0,0-1 2 0,-3 2 0 15,0-1-52-15,0 1-12 0,0-1 0 0,-3 1 0 16,0-2 0-16,0 3 0 0,0-3 0 0,-3 0 0 16,0 3 0-16,0-3 0 0,-3 3 0 0,3 0 0 15,-3 0 0-15,0-1 0 0,0 4 0 0,-2-1 0 16,2 3-100-16,3 0-22 0,-3 3-5 0,3 0-1 16,3 5-51-16,0 0-10 0,0 0-3 0</inkml:trace>
  <inkml:trace contextRef="#ctx0" brushRef="#br0" timeOffset="22317.982">20964 10618 1751 0,'3'-15'36'0,"-3"9"9"0,0 1-36 0,0 0-9 0,3 2 0 0,-3 3 0 15,0-5 120-15,3-1 21 0,-3 6 5 0,0 0 1 16,0-2-67-16,0 2-12 0,3-6-4 0,-3 6 0 16,0 0 0-16,0 0 0 0,0 0 0 0,0 0 0 15,0 0 0-15,0 0 0 0,0 0 0 0,3 6 0 16,-3 2-51-16,0 0-13 0,0 0 0 0,0 5 0 16,-3 0 0-16,3 3 0 0,-3 0 0 0,3 5 0 15,-3 0 0-15,0 0 0 0,0 6 0 0,0-1 0 16,0-2 0-16,0 0 0 0,3 2 0 0,-3-5 0 15,0 3 0-15,3-5 0 0,-3-1 0 0,3 1 0 16,-3-3-32-16,0 0-10 0,0-6-2 0,0 3 0 16,3-5-17-16,-3 0-4 0,0 0-1 0,3-8 0 15,0 0-167-15,0 0-34 0</inkml:trace>
  <inkml:trace contextRef="#ctx0" brushRef="#br0" timeOffset="22621.008">20973 10550 1820 0,'-3'-6'38'0,"3"1"8"0,-3 0-37 16,3-1-9-16,3 1 0 0,-3 2 0 0,3-2 79 0,0 3 13 0,0-4 4 0,0 4 0 15,0-4-15-15,2 4-2 0,1-4-1 0,0 4 0 16,0-1-22-16,3-2-5 0,-3 2-1 0,3-2 0 15,0 2-28-15,0 1-6 0,0-1 0 0,0 0-1 16,0 1-15-16,3-1 8 0,-3 0-8 0,3 1 0 16,-1-1 0-16,-2 0 0 0,3 3 0 0,-3-2 0 15,0 2-14-15,0 0-9 0,-3 0-1 0,3 0-1 16,-3 2-30-16,0-2-5 0,-6 0-2 0,3 6 0 16,-3-6-97-16,0 0-19 15,3 2-4-15</inkml:trace>
  <inkml:trace contextRef="#ctx0" brushRef="#br0" timeOffset="22905.626">20925 10722 1869 0,'0'0'39'0,"0"0"9"0,0 0-39 0,0 0-9 0,6-3 0 0,0 3 0 15,0 0 93-15,0-3 17 0,0 3 3 0,0-2 1 16,0 2-39-16,0 0-8 0,0-3-2 0,0 3 0 16,-1 0-25-16,1-3-6 0,3 3-1 0,0-2 0 15,0 2-13-15,0-3-2 0,3 3-1 0,-3-3 0 16,3 1-17-16,-3 2 10 0,3 0-10 0,0-3 8 16,0 3-8-16,2 0 0 0,-5 0 0 0,3 0 0 31,0 0-29-31,-3 3-5 0,0-3-1 0,0 5 0 15,0-2-38-15,-3-1-8 0,0 1-2 0,-3 2 0 0,3 1-122 16,0-1-25-16</inkml:trace>
  <inkml:trace contextRef="#ctx0" brushRef="#br0" timeOffset="23207.48">20919 11042 1337 0,'-3'5'56'0,"3"-5"-44"16,-3 5 92-1,3-5 20-15,0 0 3 0,0 6 1 0,0-6-36 0,0 8-6 16,3-6-2-16,0 4 0 0,3-4-11 0,0 1-2 0,0-1-1 0,0-2 0 31,3 3-26-31,0-3-4 0,0-3-2 0,0 3 0 0,0 0 21 16,-1-2 4-16,1-1 1 0,0 1 0 15,0 2-27-15,3-3-5 0,-3 0 0 0,0 1-1 0,3 2 1 16,0-3 1-16,0 0 0 0,0 1 0 16,-3 2-48-16,5-3-9 0,-5 0-3 0,3 1 0 0,-3 2 16 0,3-3 11 0,0 0-13 0,0 1 5 31,-3-4-99-31,3 4-19 0,3-1-4 0</inkml:trace>
  <inkml:trace contextRef="#ctx0" brushRef="#br0" timeOffset="25161.308">21371 10883 1963 0,'0'0'40'0,"0"0"12"0,0 0-42 0,0 0-10 0,0 0 0 0,0 0 0 0,0 0 104 0,0 0 20 0,0 0 3 0,0 0 1 16,0 0-52-16,0 0-9 0,0 0-3 0,0 0 0 15,0 0-24-15,0 0-4 0,0 0-2 0,0 5 0 16,0 3-14-16,0-2-4 0,0-1 0 0,0 3 0 16,0-3-16-16,0 3 8 0,0 3-8 0,0-1 0 15,-2-2 0-15,2 3 0 0,0-1 0 0,-3 3 0 16,0-2 0-16,3 0 0 0,-3-1 0 0,0 1 0 16,0-1-21-16,0 4 1 0,3-6 1 0,-3 2 0 15,0 1 7-15,0-3 0 0,3 0 1 0,-3 0 0 16,0-3 11-16,0 3 0 0,3-6 0 0,0-2 0 15,0 0 0-15,0 0 0 0,0 0 0 0,0 0 0 16,0 0 17-16,0 0-1 0,0 0 0 0,0 0 0 16,0-5 6-16,3 0 1 0,0-6 0 0,-3 3 0 15,6 0-3-15,-3-2-1 0,3-1 0 0,0 1 0 16,0 2-3-16,-1-6 0 0,1 4 0 0,0-1 0 16,0 1 4-16,0-1 0 0,0-2 0 0,3 2 0 15,-3 1 0-15,0-1 0 0,0 1 0 0,3 2 0 16,-3 0-5-16,3 0-1 0,-3 2 0 0,0-1 0 0,0 1-1 0,0 4 0 0,0-1 0 15,0 0 0-15,0 3-5 0,-3 0 0 16,2 0-8-16,-5 0 12 0,6 3-4 0,0 2-8 0,0 1 11 16,0-1-11-16,-3 0 8 0,3 0-8 0,-3 3 0 15,3 0 0-15,-3 0 8 0,0 0-8 16,0 0 0-16,-3 0 0 0,3 0 0 0,-3 0 0 16,3 0 0-16,-3 2 0 0,0-2 0 0,3 0 0 0,-3 0 0 0,0 0-9 15,0 0-9-15,0-3-2 0,0 3 0 16,0 0 0-1,0-2-21-15,0 2-5 0,3-1-1 0,-3-1 0 16,0-1-83-16,0-5-17 0,0 5-3 0</inkml:trace>
  <inkml:trace contextRef="#ctx0" brushRef="#br0" timeOffset="28685.838">20857 10208 1792 0,'0'0'51'0,"0"0"10"15,0 0-49-15,-3-2-12 0,3 2 0 0,0 0 0 16,0 0 53-16,-3-3 8 0,3 3 2 0,0 0 0 15,0 0 1-15,0 0 1 0,0 0 0 0,0 0 0 16,0 0-52-16,0 0-13 0,0 0 0 0,0 0 0 16,0 0 54-16,0 0 8 0,0 0 2 0,0 0 0 0,0 0-52 15,0 0-12-15,0 0 0 0,3 3 0 16,5-3 54-16,-2 2 8 0,3 1 2 0,0-3 0 0,0 3-52 0,3-1-12 16,0 1 0-16,0-3 0 0,3 2 0 15,-3 1 0-15,0 0 0 0,3-3 0 16,-1 0 0-16,1 0 0 0,0 0 0 0,0 0 0 15,3-3 0-15,0 3 0 0,0 0 0 0,2-3 0 0,1 3 26 16,0-2 2-16,0 2 1 0,0 0 0 0,-3 0-17 0,3 0-4 16,-4 0-8-16,1 0 12 0,-3 0-12 0,0 0 11 0,0 0-11 15,-3 0 10-15,-3 0 10 0,0 0 3 0,0 0 0 0,-3 0 0 16,-1 2-23-16,1-2 0 0,-3 3 0 0,-3-3 0 16,0 0 0-16,3 0 0 0,-3 0 0 0,6 0 0 15,-6 0 0-15,0 0 0 0,3 3 0 0,-3-3 0 16,3 0 0-16,-3 0 0 0,0 0 0 0,6 2 0 15,-6-2 0-15,3 3 0 0,-3-3 0 0,0 0 0 16,3 3-47-16,-3-3-13 0,0 0-4 0,0 0 0 16,6 2-102-16,-6-2-21 0,0 0-4 0</inkml:trace>
  <inkml:trace contextRef="#ctx0" brushRef="#br0" timeOffset="35920.571">20493 10835 1208 0,'0'0'51'16,"0"0"-41"-1,0 0 106-15,0 0 22 0,3-5 4 0,-3 5 1 16,0-5-27-16,0 5-6 0,0-3-1 0,0-2 0 16,0 5-21-16,-3-5-5 0,0-1-1 0,0 4 0 0,-3-1-18 0,1 0-3 0,-1 1-1 15,0-1 0-15,0 3-12 16,0-3-2-16,-3 3-1 0,0 0 0 15,0 0-17-15,0 3-4 0,-3-3-1 0,3 3 0 0,-3-3-6 16,0 2-1-16,0 1 0 0,1-3 0 0,2 3-16 0,-3-1 10 16,0 1-10-16,3-3 8 0,-3 3 6 0,3-1 1 0,0 1 0 15,-3-1 0-15,3 1-15 0,0 0 11 0,0-1-11 0,0 4 10 16,1-4-10-16,-1 4 0 0,3-4 0 16,0 4 0-16,-3-4 0 0,3 4 0 0,0-1 0 15,-3 0 0-15,3 0 0 0,-3 1 0 0,3-1 0 16,0 0 0-16,-3 3 0 0,3-2 0 0,0-1 0 15,0 0 0-15,3 3 0 0,-3-3 0 0,3 1 0 0,-3 2 0 16,4-1 0-16,-1-1 0 0,0 2 0 0,0-3 0 16,0 3 0-16,3 0 0 0,-3-3 0 0,3 3 0 15,0 0-8-15,0-3 8 0,0 3 0 0,0 0 0 16,0-2 0-16,3 1 0 0,-3 1 0 0,3 0 0 16,0 0-9-16,0 0 9 0,0-2 0 0,-1 1 0 15,1 1 0-15,3 0 0 0,-3-2 0 0,3 2 0 16,0-1 0-16,0-1-8 0,0-1 8 0,0 0 0 15,0 1 0-15,0-1 0 0,0-2 0 0,0 2 0 16,0-2 0-16,3-1 0 0,-3 1-8 0,0-1 8 16,3-2 0-16,0 0 0 0,-3 0 0 0,3 0 0 15,-1 0 0-15,1-2 0 0,0 2-8 0,0-3 8 16,0 1 0-16,3-1 0 0,-3 0 0 0,3-2 0 16,-3 2 0-16,0-2 0 0,3 0 0 0,-3-1 0 15,0 1 0-15,2 0 0 0,-2 0 0 0,3-1 9 0,-3 1-1 16,0 0 0-16,0-1 0 0,-3-2 0 0,3 1 2 0,0 1 0 0,-3-2 0 0,0 0 0 15,3 3 3-15,-3-3 1 0,0 0 0 0,0 3 0 16,0-3 0-16,-3 3 0 0,2-6 0 0,-2 3 0 16,0 0-1-16,0 0 0 0,0 0 0 0,-3 0 0 15,3-2 1-15,-3 2 0 0,0-3 0 0,0 3 0 16,-3 0-2-16,3-2 0 0,-3 2 0 16,0-3 0-16,-3 1-4 0,3-1 0 15,-2 3-8-15,2-2 12 16,-3-1-12-16,-3 0 8 0,3 1-8 0,-3-1 0 0,0 1 0 0,0-1 0 0,0 3 0 0,0-2 0 15,0 2-24 1,-3 0-4-16,3 0 0 0,0 0-1 0,-3 3-115 16,4-1-22-16,-1 1-5 0</inkml:trace>
  <inkml:trace contextRef="#ctx0" brushRef="#br0" timeOffset="36914.506">18612 10991 1516 0,'0'0'32'0,"0"0"6"0,0 0-30 0,0 0-8 0,0 0 0 0,0 0 0 15,0 0 66-15,0 0 12 0,0 0 2 0,6 3 1 16,-6-3-13-16,6 0-4 0,-3 3 0 0,-3-3 0 15,6 2-2-15,0-2-1 0,0 0 0 0,0 3 0 16,0-3 5-16,0 0 1 0,0 3 0 0,0-3 0 16,0 2-54-16,3-2-13 0,-1 0 0 0,-2 0 0 15,3 3 11-15,0-3-1 0,0 3 0 0,0-3 0 16,3 2 1-16,0-2 0 0,0 0 0 0,3 3 0 16,0 0 1-16,0-3 1 0,-1 0 0 0,1 2 0 15,0-2 14-15,3 3 2 0,0-3 1 0,0 0 0 0,-3 3-30 16,0-3-13-16,-1 0 1 0,1 0 0 15,0 0 12-15,0 0 15 0,3-3-3 0,-3 3-1 0,3-3-11 16,0 3 0-16,-1 0 0 0,4-2 0 0,0 2 11 0,0 0-3 0,-3 0-8 16,3 0 12-16,-1 2-2 0,1-2-1 0,0 0 0 0,-3 3 0 15,3-3-1-15,-3 3-8 0,0-3 12 0,-4 0-4 16,1 0-8-16,0 0 8 16,0 0-8-16,0 0 8 15,0-3-28-15,3 3-5 0,-3-3-2 0,2 3 0 16,1 0 51-16,0 0 11 0,3 0 1 0,0 0 1 0,-3 0-27 0,2 0-10 0,-2 0 0 15,3 0 9-15,-3 0-9 0,0 0 10 0,-3 3-10 0,3-3 10 16,-6 3-10-16,2-3 8 0,-2 0-8 16,0 0 8-16,0 0 6 0,-3 0 1 0,3 0 0 0,-3 0 0 15,0 0-15-15,0 0 0 0,-3 0-9 0,3 0 9 16,0 0 0-16,0 0 0 0,-1 0 0 0,1 0 10 16,0-3-10-16,0 3 0 0,0-3 0 0,0 3 0 15,0 0 0-15,0 0 0 0,0-2 0 0,-3 2 0 16,3 0 0-16,0 0 0 0,0 0 0 0,0 0 0 15,-3 0 0-15,2 0 0 0,1-3 0 0,-3 3 0 16,0 0 0-16,0 0 0 0,0 0 0 0,0 0 0 16,0 0 0-16,-3 0 0 0,3 0 0 0,0 0 0 15,-6 0 0-15,6 0 0 0,0 0 0 0,-3 0 0 16,3 3 0-16,0-3 0 0,-3 0 0 0,-3 0 0 16,6 0 0-16,0 2 0 0,-3-2 0 0,-3 0 0 15,6 0 0-15,0 3 0 0,-3-3 0 0,-3 0 0 16,5 3 0-16,1-3 0 0,-3 0 0 0,-3 0 0 15,6 0 0-15,-6 0 0 0,6 2 0 0,-6-2 0 16,0 0-152-16,3-2-32 0</inkml:trace>
  <inkml:trace contextRef="#ctx0" brushRef="#br0" timeOffset="48190.309">20234 3286 1792 0,'0'0'51'0,"0"0"10"0,0 0-49 0,0 0-12 0,0 0 0 0,0 0 0 16,0 0 54-16,0 0 8 0,0 0 2 0,0 0 0 16,0 3 0-16,3 2 0 0,0 3 0 0,-3-5 0 15,3 5-21-15,0 2-4 0,-3 1-1 0,3 0 0 16,-3 4-10 0,3 4-1-16,-3-1-1 0,3 4 0 0,-3 1-26 0,0-1 0 0,0-1 0 0,0 5 0 15,0 1 0-15,0-6 0 0,0 3 0 0,0-1 0 16,0-1 0-16,-3-1 0 0,3 0 0 15,-3 0 0-15,3-2 0 0,-3-1 8 0,0 6-8 0,3-8 0 16,-3 5-38-16,3-8-13 16,0 3-2-16,-3-3-1 0,0 3-134 15,0-8-26-15</inkml:trace>
  <inkml:trace contextRef="#ctx0" brushRef="#br0" timeOffset="48493.233">20282 3360 1579 0,'-6'-8'32'0,"0"-2"10"16,3 2-34-16,-3 5-8 0,3-5 0 0,0 0 0 16,3 3 104-16,-3 0 20 0,3 5 3 0,0-3 1 15,3-2-52-15,-3 2-9 0,3-5-3 0,0 3 0 0,3 2 0 0,0 1 0 0,0-4 0 16,0 4 0-16,3-1 0 0,0 3 0 0,0-5 0 0,3 2 0 15,0 3-48 1,0-5-16-16,2 2 8 0,-2-2-8 16,6 2 0-16,-3 1 8 0,3 2-8 0,-3 0 0 0,3-3 0 0,0 3 0 15,-1-3 0-15,-2 3-12 0,0 0 12 0,0-2 0 0,-3 2 0 16,3 0 0 0,-6 0-54-16,3 0-8 0,-3 0-2 0,-3 0 0 15,-6 0-153-15,0 0-31 0</inkml:trace>
  <inkml:trace contextRef="#ctx0" brushRef="#br0" timeOffset="48759.184">20288 3673 1579 0,'0'0'32'0,"0"0"10"0,0 0-34 0,0 0-8 0,0 0 0 0,6 5 0 16,0-5 104-16,0 0 20 0,0-5 3 0,3 5 1 16,0-3-36-16,3 3-8 0,-3-5 0 0,2 2-1 15,4 0-38-15,-3 1-7 0,3-1-2 0,0 0 0 16,-3 3-20-16,3-2-4 0,-3 2 0 0,0-5-1 16,2 5-11-16,-2-3 0 0,0 3 0 0,0 0 8 15,-3 0-8-15,0 0 0 0,0 0 0 0,-3 3-11 16,-6-3-93-16,3 5-20 0,0-5-3 0</inkml:trace>
  <inkml:trace contextRef="#ctx0" brushRef="#br0" timeOffset="49006.677">20267 3953 1337 0,'0'0'56'16,"0"0"-44"-16,0 0 92 0,0 0 20 0,0 5 3 0,0-5 1 15,6 8 0-15,0-5 0 0,0 0 0 0,0-3 0 16,3 2-52-16,-3-2-9 0,3 0-3 0,0 0 0 16,3 0-50-16,-3 0-14 0,2-2 0 0,4 2 0 15,0 0 18-15,-3-3-2 0,3 3 0 0,0-3 0 16,0 3-16-16,0-5 10 0,0 2-10 0,2-2 8 16,-2 0-8-16,3 2-12 0,-3-2 2 0,0 0 1 15,0-1-156-15,0 1-31 16,3 2-7-16</inkml:trace>
  <inkml:trace contextRef="#ctx0" brushRef="#br0" timeOffset="49539.535">20871 3734 1552 0,'0'0'44'0,"0"0"10"0,0 0-43 0,0 0-11 0,0 0 0 0,0 0 0 16,0 0 53-16,0 0 9 16,0 0 2-16,0 0 0 15,0 0 0-15,0 0 0 0,0 0 0 0,0 0 0 0,0 0-52 0,6 2-12 0,0 1 0 0,-3 2 0 16,3-2 54 0,-3 2 8-16,0 0 2 0,3 3 0 0,-3 3-52 0,0-3-12 0,0 2 0 0,0 1 0 15,0 2 30-15,-3-2 3 0,3 2 1 0,-3 0 0 16,3 0-25-16,-3 3-9 0,0-5 0 15,0 2 9-15,0 0-9 0,0 1 0 0,0-4 0 0,-3 3 8 16,3-5-8-16,-3 0 0 0,3 6 9 0,-3-7-9 16,3-4 15-16,0-3-2 0,-3 8 0 0,3-8 0 15,0 0 5-15,0 0 1 0,0 0 0 0,0 0 0 16,0 0 7-16,0 0 2 0,3-8 0 0,-3 5 0 16,3-4-6-16,-3-7-1 0,3 6 0 15,3-5 0-15,-3 3-5 0,3-4 0 0,0-2-1 0,0 1 0 16,0 1-2-16,3-4 0 0,0-1 0 0,-3 1 0 15,3 2-1-15,-1-3-1 0,1 6 0 0,3-5 0 16,-3 7-3-16,0-5-8 0,3 6 12 0,-3 2-4 16,0 0 4-16,0 5 0 0,0-5 0 0,0 5 0 15,-3 3-2-15,3 3 0 0,0-3 0 0,-4 8 0 16,4-5-10-16,-3 5 0 0,0 0 0 0,-3 0 0 16,3 5 0-16,-3 0 0 0,0 3 0 0,3 0 0 15,-3 2 0-15,-3-2 0 0,3-3 0 0,-3 6 0 16,3-1 0-16,-3-2 0 0,0 0 0 0,0 0 0 15,0 0-62-15,-3-3-18 0,0 0-3 0,0-2-1 16,0 2-122-16,-3-5-25 0</inkml:trace>
  <inkml:trace contextRef="#ctx0" brushRef="#br0" timeOffset="50117.471">20136 2950 1782 0,'0'0'37'0,"3"-2"8"0,3 2-36 0,0 0-9 0,0-6 0 0,0 6 0 31,0-2 85-31,0 2 15 0,3 0 4 0,0-6 0 0,0 6-39 0,3 0-7 0,-1-2-2 0,1 2 0 16,6 0-4-16,0 0-2 0,3-6 0 0,0 6 0 15,0 0-1-15,2 6 0 0,4-6 0 0,-3 0 0 16,3 0-9-16,-3 2-1 0,2 4-1 0,-2-6 0 15,0 0-14-15,-3 0-2 0,3 0-1 0,-3 0 0 16,-1 0-13-16,1 0-8 0,0 0 10 0,0 0-10 16,-3 0 12-16,0 0-3 0,-1 0-1 0,1 2 0 15,-6-2-8-15,3 0 0 0,-3 6 0 0,0-6 0 16,-3 0-49-16,-3 2-12 16,3-2-3-16,-6 3 0 15,3-3-51-15,-3 5-10 0,-3-5-3 0</inkml:trace>
  <inkml:trace contextRef="#ctx0" brushRef="#br0" timeOffset="51143.641">20398 3998 1026 0,'0'0'21'0,"-6"0"5"0,3 3-26 16,3-3 0-16,-6 0 0 0,6 0 0 0,-6 0 54 0,6 0 6 0,-6 0 0 0,6 0 1 15,-6 0-9-15,3 0-3 0,3 0 0 0,-6 0 0 16,6 0-3-16,-5 0-1 0,5 0 0 0,-6 0 0 15,3 0-1-15,-3 0 0 0,6 0 0 0,-6 0 0 16,0 0-10-16,0 0-2 0,3 0-1 0,-3 0 0 16,0 0-7-16,0 2-2 0,3-2 0 0,-6 0 0 15,6 0 5-15,-3 0 1 0,0 0 0 0,0 0 0 16,6 0-1-16,-6 0 0 0,6 0 0 0,-6 0 0 16,6 0-5-16,-6 0-1 0,6 0 0 0,0 0 0 15,-3 0-1-15,3 0 0 0,0 0 0 0,0 0 0 16,0 0 4-16,0 0 0 0,-6-2 0 0,6 2 0 15,0 0-4-15,-3-6 0 0,3 6 0 0,0-5 0 16,0 5-3-16,-3-2-1 0,3 2 0 0,0-8 0 16,0 8-4-16,0-3 0 0,0 3-1 0,0 0 0 0,0-5-11 15,0 5 12-15,0 0-12 0,0-3 12 0,0 3-12 16,3-3 0-16,-3 3 9 0,0 0-9 16,0-5 0-16,0 5 8 0,3-3-8 0,-3 3 0 15,3-5 0-15,-3 5 0 0,3-5 0 0,-3 5 0 16,0 0 0-16,3-3-13 0,-3 3 1 0,0 0 1 15,0 0-145-15,0 0-30 0</inkml:trace>
  <inkml:trace contextRef="#ctx0" brushRef="#br0" timeOffset="55607.541">21529 4062 1824 0,'0'0'38'0,"0"0"8"0,0 0-37 0,0 0-9 0,3-6 0 0,0 6 0 16,-3 0 104-16,6-2 18 0,-3-1 4 0,-3 3 1 15,0 0-50-15,0 0-9 0,0 0-3 0,0 0 0 16,0 0-1-16,0 0 0 0,0 0 0 0,0 0 0 15,0 0-51-15,0 0-13 0,0 0 0 0,-6 11 0 16,0-9 0-16,0 6 0 0,-3 0 0 0,0 3 0 16,-2 5 0-16,-1-6 0 0,0 3 0 0,0 3 0 15,0 3-48-15,-3-6-13 0,3 3-3 0,-3 2 0 16,0-2-30-16,0 3-6 0,4-9-2 0</inkml:trace>
  <inkml:trace contextRef="#ctx0" brushRef="#br0" timeOffset="56242.47">22303 3797 1545 0,'0'0'32'0,"0"0"8"0,0-5-32 15,3 2-8-15,0-2 0 0,-3 2 0 0,3-5 112 0,0 3 20 0,-3 0 4 0,3-1 0 16,-3 1-21-16,0-3-5 0,3 0-1 0,-3 0 0 15,-3 3-21-15,3-3-4 0,-3 3 0 0,0-3-1 16,0 0-15-16,-3 3-4 0,3-3 0 0,-3 5 0 16,0-5-55-16,-3 0-9 0,3 3 0 0,-3 2-10 15,4-2 18-15,-4 5 3 0,0-5 1 0,0 2 0 16,3 3-12-16,-6 3-9 0,3-3 9 0,-3 5-13 16,0-3 13-16,0 4 0 0,-3-1 12 0,3 3-12 15,-2 0 0-15,2 3 0 0,0-1 0 0,3 6-12 16,0-5-9-16,0 2-2 0,3 3 0 0,0 0 0 15,3 2-14-15,3-5-3 0,0 3-1 0,0 0 0 16,6 0-70-16,0-3-13 0,3-5-4 0,0 0 0 16,0 0 52-16,3-3 9 0,0-5 3 0,-3 0 0 15,2 0 51-15,-2 0 13 0,0-5 0 0,0 2 0 16,-3-5 48-16,3 3 13 0,-3 0 3 0,-3-3 0 16,3 0 0-16,-3 5 0 0,0-7 0 0,0 2 0 0,0 0 0 15,0 0 0-15,0 0 0 0,0 0 0 0,0 3-52 0,0-3-12 0,0 5 0 16,0-2 0-16,0 0 54 0,-3 5 8 0,0 0 2 0,6 0 0 15,-6 0-52-15,3 5-12 0,0 3 0 0,3 0 0 16,-3 2 0-16,-1 1-15 0,4 2 3 0,-3 0 1 16,0 3 11-16,0-3 0 0,3 3 0 0,-3 0 0 15,3-3 0-15,-3 3 0 0,3-5 0 0,-3 2 0 32,3 0-44-32,-3-7-8 0,3 4 0 0,0-2-1 0,-3 0-60 0,3 0-12 15,-3-3-3-15</inkml:trace>
  <inkml:trace contextRef="#ctx0" brushRef="#br0" timeOffset="56614.382">22693 3726 1792 0,'0'0'51'0,"0"0"10"16,0 0-49-16,0 0-12 0,0 0 0 0,3-3 0 16,-3 3 85-16,3-5 15 0,-3 5 2 0,0 0 1 0,0 0-35 15,0 0-6-15,0 0-2 0,0 0 0 0,-3-3-20 0,3 3-5 0,-6-5-1 16,0 5 0-16,0 0-16 0,0 0-3 16,-3 5-1-16,0-5 0 0,0 8-3 0,1-3-1 0,-1 3 0 0,-3 0 0 15,0 3-2-15,0-1 0 0,0 6 0 0,-3-3 0 16,3 3-8-1,0 0 0-15,0 0 9 0,3 0-9 0,1 0 0 0,2 2 0 16,3-5 0-16,0 3 0 0,3-5 0 0,3 2 0 0,0 0-9 16,3-2 9-16,-1 0 0 0,4-1 0 0,3-2 0 15,-3 0 0-15,3-3-10 0,0 1 10 0,0 2 0 16,0-8-9-16,0 0-12 0,0 0-3 0,0 0 0 0,-1 0 0 16,1-8-140-1,3 0-28-15,-3 0-5 0</inkml:trace>
  <inkml:trace contextRef="#ctx0" brushRef="#br0" timeOffset="56887.189">23006 3427 2165 0,'-3'0'61'0,"3"0"14"15,0 0-60-15,-3-6-15 0,3 6 0 0,0 0 0 16,-6 6 76-16,3-6 13 0,-3 8 3 0,3-1 0 15,3-1-24-15,-3 10-5 0,3-6-1 0,0 3 0 16,0 3-22-16,0 0-4 0,0 3 0 0,0-6-1 16,3 5-15-16,-3 1-4 0,0-1 0 0,3 4 0 15,0-1-8-15,-3 0-8 0,3 3 9 0,0 0-9 16,-3 2 0-16,0-2 8 0,3 2-8 0,-3 1 0 16,0-1 0-16,0-7 0 0,0 7 0 0,0-7 0 15,0-1-48-15,0 1-4 0,-3-1 0 0,3-2 0 16,-3-3-74-16,0 1-15 0,0 2-3 0</inkml:trace>
  <inkml:trace contextRef="#ctx0" brushRef="#br0" timeOffset="57178.523">22985 3800 1273 0,'0'-11'53'0,"0"3"-42"15,3-5 93-15,-3 5 20 0,0 3 3 0,3-3 1 16,-3 5-20-16,3-2-4 0,-3 0-1 0,3 2 0 15,3 0-49-15,-3 3-10 0,3-2-1 0,0 2-1 16,0-3 17-16,2 3 3 0,-2 0 1 0,3 0 0 16,0 0-50-16,3 0-13 0,0 3 0 0,0-1 0 15,3 1 0-15,-3 2 0 0,3 3 0 0,0-5 0 16,-1 5 0-16,1-3 0 0,-3 3 0 0,3 5 0 16,-3-5 24-16,0 0 0 0,0 5 0 0,0-2 0 15,-6 2-16-15,0 0-8 0,0 3 8 0,0-5-8 16,-4 7 8-16,1-7-8 0,0 2 0 0,-3 0 8 15,0-2-8-15,0 2 0 0,-3 0 9 0,0-2-9 16,1 0 0-16,-4-1 0 0,0-2 0 0,0 0 0 16,0 3-21-16,0-9-9 0,-3 4-2 0</inkml:trace>
  <inkml:trace contextRef="#ctx0" brushRef="#br0" timeOffset="57360.539">23330 3612 1972 0,'-6'-27'41'0,"3"19"9"0,3 0-40 15,-3 1-10-15,3-1 0 0,0 2 0 0,0 4 73 0,0-4 13 16,0 6 2-16,0 0 1 0,0 0-20 0,3-2-4 0,-3 2-1 0,0 0 0 31,3-6-85-31,-3 6-18 0,6 0-3 0</inkml:trace>
  <inkml:trace contextRef="#ctx0" brushRef="#br0" timeOffset="58034.989">23405 3800 2066 0,'0'0'43'0,"0"0"10"0,0 0-42 0,2-3-11 0,1 0 0 0,-3 3 0 15,6 0 53-15,0-2 9 0,-3 2 2 0,3 2 0 16,0-2-52-16,-3 3-12 0,3 0 0 0,0 2 0 16,-3 0 34-16,3 3 4 0,-3 0 1 0,3-3 0 15,-3 3-29-15,3 3-10 0,-3 2 0 0,3-5 9 16,0 5-9-16,0-5 0 0,0 3 0 0,0 2 8 16,0 0-8-16,0-5 0 0,3 3 0 0,-4 2 8 15,1-5-8-15,0 0-12 0,0 3 2 0,-3-4 1 16,3-1-23-16,-3-1-4 0,0-2 0 0,-3-3-1 0,0 0 37 0,0 0 0 0,0 0 0 15,6 0 0-15,-6 0 44 0,6 0 16 0,-3-3 3 16,3-2 1-16,-3-1-52 0,3 1-12 0,-3-3 0 16,0 0 0-16,0 0 54 0,0 0 8 0,3-2 2 0,-3-1 0 15,0 3-52-15,3-5-12 0,-3 0 0 0,3 2 0 16,0-5 0-16,0 3 0 16,0 0 0-16,-1 2 0 0,4 1 8 0,-3-1 0 0,3 3-8 15,0-2 12-15,3 4-12 0,-3 1 0 16,3-3-12-16,0 3 12 0,0 0 0 0,0-1 0 0,0 4 0 15,2-1 0-15,-2 0 0 0,0 1 0 0,0-1 0 0,3 3 0 16,-3-5 0-16,6 2 0 0,-3-2 0 0,0 0 0 16,-1 2 0-16,4-2 0 0,-3 2 0 0,3-2-10 15,-3 2 33-15,0-5 6 0,0 3 2 0,-3-1 0 16,0 1 4-16,-4 0 1 0,1 0 0 0,0 2 0 16,-3-2-3-16,-3 2 0 0,3-5 0 0,-3 3 0 15,-3 5-7-15,-3-6-2 0,3 4 0 0,-3 2 0 16,-3-5-6-16,-3 5-2 0,0-3 0 0,1 3 0 15,-7 3-8-15,0 2-8 0,0-3 12 0,-3 6-12 16,-3 3 8-16,3-3-8 0,0 3 0 0,1-1 0 16,-1 6 0-16,6 0 8 0,-3 0-8 0,6 2 0 15,0 1 0-15,3-3 0 0,3 5 0 0,0-5-12 16,3 2 12-16,0-2 0 0,3 0-10 0,0 0 10 16,6-3-15-16,0 0 2 0,0-7 0 0,3 4 0 15,3-2 13-15,3 0 16 0,-1-3-3 0,4-2-1 0,0 0-12 16,0-1 0-16,3-2 0 0,0-2 0 0,-1 2 0 0,1-3-20 0,-3 0 4 0,0-2 0 31,-3 2-154-31,0-5-30 0,-1 1-7 0</inkml:trace>
  <inkml:trace contextRef="#ctx0" brushRef="#br0" timeOffset="59043.031">20562 4665 1964 0,'0'-5'83'0,"0"-3"-67"16,3 5 60-16,-3 3 12 0,0-5 3 0,0 5 0 16,0 0 15-16,0 0 3 0,0 0 1 0,0 0 0 15,0 0-63-15,0 5-13 0,0 6-2 0,0-3-1 16,0 5-31-16,0 3 0 0,-3 2 0 0,0 3 0 15,3-2 0-15,-3 5 0 0,3-1 0 0,-3 1 0 16,0 0 0-16,3 0-10 0,-3 2 0 0,3 1 0 16,0-1-30-16,0 1-5 0,3-1-2 0,0 1 0 15,0-6-29-15,3-3-7 0,0 1-1 0,0-3 0 16,0-3 68-16,0-5 16 0,3 0 0 0,0-5 0 16,-4 2 0-16,4-5 0 0,0 0 0 0,-3-5 0 15,3 2 36-15,0-2 13 0,0-3 3 0,0 2 1 0,0-7 19 16,-3 3 3-16,3-1 1 0,-3-2 0 0,3 0-10 15,-3-1-2-15,0-2 0 0,-3 3 0 0,0 0-36 16,0 2-8-16,0 1-2 0,-1-1 0 0,-2 3 2 16,0 3 1-16,0 0 0 0,0 5 0 0,0 0-6 0,0 0-2 0,0 0 0 0,0 0 0 15,-5 5-13-15,2 3 0 16,-3 5 8-16,3-2-8 16,3 2 0-16,-3 3 0 0,3 0 0 0,0 2 0 0,0-5 0 0,3 3-8 15,3 0 8-15,0-3 0 0,2 1-18 0,1-1 3 0,3-5 1 0,0 2 0 16,0-4 3-16,3 2 1 0,0-6 0 0,3 1 0 15,-3 0 10-15,0-3 0 0,-1 0 0 0,4-3 0 16,-6 0 0-16,3-2 0 0,-3 0 0 0,-3-1 0 16,0-2 12-16,-3 1 5 0,0 1 1 0,0-4 0 15,-3 4 11-15,0-10 3 0,0 6 0 0,-3-1 0 16,0-7-8-16,-3 7-2 0,3-5 0 0,-3 0 0 16,-3 3-12-16,0 0-2 0,0 0-8 0,-3 0 12 15,-3-1-12-15,0 4 0 0,-3-1 0 0,0 3 0 16,-3 3-16-16,1 0-4 0,-1 2 0 0,0 3 0 15,-3 0-50-15,3 0-10 0,0 0-3 16,3 3 0-16,1 2-87 0,5 0-18 0,0 0-3 0</inkml:trace>
  <inkml:trace contextRef="#ctx0" brushRef="#br0" timeOffset="59592.447">21083 4943 2363 0,'6'-11'49'0,"-6"11"11"0,0 0-48 15,0-3-12-15,0-2 0 0,0 5 0 0,3-5 145 16,-3 5 27-16,0 0 4 0,0 0 2 0,0 0-142 0,0 0-36 0,0 0 0 0,0 0 0 16,0 0 58-16,0 0 5 0,0 0 1 0,0 8 0 15,3 0-52-15,0 0-12 0,-3 2 0 0,3 1 0 16,-3 2 0-16,3-2 0 0,-3 2 0 0,3 3 0 16,0-3 0-16,0 3 0 0,0-3 0 0,2 0 0 15,1 1-48 1,0-1-13-16,3-3-3 0,-3 1 0 0,3-3 52 0,3 0 12 0,-3-5 0 0,3 2 0 15,0-5-54-15,0 0-8 16,3-3-2-16,-3 1 0 0,2-4 52 0,-2 1 12 0,0 0 0 0,0-1 0 16,0-4 0-16,-3 2 0 0,0-3 0 0,0 3 0 15,0-2 44-15,-3-1 12 0,0 3 3 0,-3-5 0 16,0 2-16-16,0 3-3 0,0-2-1 0,0-1 0 16,-3 3-11-16,0 0-1 0,0 3-1 0,0-3 0 15,0 8-18-15,0 0-8 0,0 0 8 0,0 0-8 16,0 0 8-16,0 0-8 0,0 0 8 0,-3 8-8 15,0 3 0-15,0-1 0 0,0 1 0 0,3 2 0 16,0 0 0-16,0 3 0 0,3-3 0 0,0 3 0 16,3-2 0-16,-1-1-9 0,1 0 9 0,0-2 0 15,3-1-11-15,0 3 11 0,0-10-10 0,0 5 10 16,3-3 0-16,0-2 0 0,0 0 11 0,0-1-3 16,0-2-8-16,3 0 0 0,-4-2 0 0,4-1 0 15,-3-2 0-15,6 2 0 0,-3-5 0 0,-3 0 0 0,0 0 0 16,0-2 0-16,0-1 0 0,-3-2 0 0,-1-3 52 15,1 0 10-15,0-2 2 0,-3 2 0 0,-3-3-52 0,3 1-12 16,-3-1 0-16,0 1 0 0,0 2 0 0,-3 0 0 0,0 3 0 0,0 2 0 16,0-5 0-16,-3 6 0 15,3-1 0-15,-3 3 0 16,-3 0-108-16,3 0-24 0,-3 0-4 0</inkml:trace>
  <inkml:trace contextRef="#ctx0" brushRef="#br0" timeOffset="60152.685">22345 4858 2032 0,'9'-16'42'0,"-6"14"10"0,3-1-41 16,0-5-11-16,0 3 0 0,0-1 0 15,0 1 104-15,-1 2 18 0,-2 1 4 0,-3 2 1 0,0 0-59 16,0 0-11-16,0 0-2 0,-6 0-1 16,-2 0-22-16,-1 2-5 0,0 1-1 0,-3 2 0 0,-3 1-18 0,3-1-8 0,-3 6 8 0,-3-4-8 15,3 4 0-15,0 0 0 0,4 2 0 0,-4 0 0 16,3 3 0-16,0-5 0 0,3 7-12 16,0-5 12-16,6 3-16 0,0 0 4 15,3 0 0-15,0 0 1 0,3 0 11 16,3-3-13-16,0 3 5 0,3-3 8 0,0 0-10 0,3 0 10 0,0 3 0 0,3-8-9 15,-1 3 9-15,1-3 0 0,3 2 0 16,-3-4-8-16,0 2 8 0,0-3 0 16,-3 0 0-16,0-2 0 0,-3 2 0 0,-1 0 0 0,-2-5 0 0,-6 0 8 15,0 0 7-15,0 0 1 0,0 0 1 0,-9 6 0 16,1-4-17-16,-4 1 0 0,0-3 0 16,0 3 0-16,-3-3 0 0,0 0 0 0,0 0 0 0,-3 0 0 15,3 0 0-15,1 0 0 0,2 0 0 0,0 0 0 16,0-3 0-16,0 0 0 0,3 1 0 0,0-1 0 15,0 0-99-15,3-4-23 0,3-1-5 0</inkml:trace>
  <inkml:trace contextRef="#ctx0" brushRef="#br0" timeOffset="60384.892">22571 4948 1592 0,'0'0'67'15,"0"0"-54"1,0 0 145-16,0 0 29 0,3-3 5 0,-3 3 2 0,0 0-66 0,0 0-14 0,0 0-2 15,0 0-1-15,0 0-55 0,3 6-10 0,0 2-2 0,0 0-1 16,0 2-15-16,0-2-4 0,0 3 0 0,-3 2 0 16,3 0-12-16,0 0-2 15,0 3-1-15,-3 0 0 0,0 0-9 0,3 0 0 16,-3-3 0-16,0 3 0 16,0-3 0-16,0 3 0 0,0-5 0 0,0 2 0 0,-3 0 0 15,0-2 0-15,0-1 0 0,0 1 0 16,3-3-49-16,-3-3-12 0,0 0-3 0</inkml:trace>
  <inkml:trace contextRef="#ctx0" brushRef="#br0" timeOffset="60560.578">22678 4789 2032 0,'-3'-8'42'0,"0"0"10"16,0 0-41-16,3 1-11 0,0 1 0 0,-3 1 0 15,3 5 60-15,0 0 11 0,0 0 1 0,0 0 1 16,0 0-58-16,0 0-15 0,0 0 0 0,0 0 0 16,0 0-57-16,0 0-15 0,0 0-2 0</inkml:trace>
  <inkml:trace contextRef="#ctx0" brushRef="#br0" timeOffset="62292.257">22785 5062 1337 0,'3'8'56'16,"3"2"-44"-16,0-7 79 0,0 2 16 0,3 1 3 0,0-1 1 15,3-3-24-15,0 1-5 0,0 0-1 0,3-3 0 16,-3 0-13-16,2 0-4 0,1-3 0 0,0 0 0 16,-3 1 0-16,0-3 0 0,3-1 0 0,-6 1 0 15,0-3 0-15,0 0 0 0,0 0 0 0,-3 0 0 16,0-2 0-16,0 2 0 0,-1-6 0 0,-5 9 0 15,3-8-51-15,-3 2-13 0,0 1 0 0,-3 2 0 16,0 0 54-16,1 3 8 0,-4-3 2 0,-3 2 0 16,3 4-52-16,-6-1-12 0,0 3 0 0,-3-5 0 15,-3 2 0-15,0 3 0 0,0 0 0 0,-2 0 0 32,2 0-48-32,0 3-13 0,3 2-3 0,0-5 0 0,3 3 52 0,0-1 12 15,6 4 0-15,3-1 0 16,0 0-105-16,3 3-19 0,3 0-3 0,3 0-1 0,0 0-102 15,6-3-21-15,0 3-4 0,3 0-1 0,0-3 52 0,0-2 9 0,3 0 3 0,-4-1 0 16,1 1 153-16,-3 0 39 0,3-3 0 0,-6 0 0 16,0 2 146-16,-3-2 37 0,-3 0 7 0,-3 0 2 15,0 0 0-15,0 0 0 0,0 0 0 0,0 0 0 16,0 0-103-16,0 6-20 0,-3-1-4 0,0 3-1 16,3 0 0-16,0 2 0 0,0 1 0 0,0 0 0 15,0 2-51-15,0 0-13 0,3 3 0 0,-3 2 0 16,3-4 0-16,0 4 0 0,0 1 0 0,-3 2 0 15,3 0 0-15,0 0 0 0,0 0 0 0,-3 1 0 16,3 1 0-16,0-1 0 0,0 1 0 0,-3 1 0 0,0 0 15 16,3-3 0-16,-3 0 0 0,-3-2 0 0,0-1-24 15,0-4-5-15,-3-1-1 0,-3 0 0 0,3-2 28 16,-3-3 6-16,0-3 1 0,-3 3 0 16,0-6-20-16,0-2 0 0,0 0 0 0,1 0 0 15,-1-2-20-15,0-1 3 0,0-7 0 0,0 2 0 0,3-6 17 16,-3 1 0-16,3 0 0 0,0-3 0 0,3-2 0 0,0-1 0 0,3-2 0 15,0 0 0-15,0-1 0 0,3 4 0 0,0-1 0 0,3-2 0 16,0 5 0-16,3-2 0 0,3 5 0 0,0-6 0 16,3 6 12-16,0-3 7 0,3 0 1 0,3 0 0 15,-3 3-32-15,5 2-7 0,-2-4-1 0,3 1 0 16,-3 6 20-16,-3-2 0 0,3 2 0 0,-3 0 0 16,-1 3 0-16,1 2 0 0,0 0 0 0,-3 3 0 15,3 0 0-15,-3 0 0 0,0 3 0 0,0 0 0 16,0 2 0-16,-3 3 0 0,0 0 0 0,-4 2 0 15,1-2 0-15,0 3 0 0,0-3 0 0,-3 5 0 16,0-2 0-16,0-1 0 0,0 1 0 0,-3-1 0 16,0-2 0-16,0 6 0 0,-3-9 0 0,0 3 0 15,0-3 0-15,0 3 0 0,-3-3 0 0,3 1 0 16,3-6 0-16,-3 2 0 0,3-2 0 0,0 0 0 16,0 0 0-16,0 0 0 0,0 0 0 0,-6 0 0 15,4-2 0-15,-1-6 0 0,3 2 0 0,0-2 0 16,0 1 0-16,0-1 0 0,3-6 0 0,-1 1 0 15,1 3 0-15,0-4 0 0,3 1 0 0,0-3 0 16,0 3 0-16,0-6 0 0,3 4 0 0,0 1 0 0,0-4 0 0,3 2 0 16,0-3 0-16,0 6 0 0,3-3 0 0,-3 6 0 15,-1 2 0-15,4 0 0 0,-3 3 0 16,0 2 0-16,0 0 0 0,-3 3 0 0,0 3 0 16,0 0 0-16,0 2 0 0,-3 3 0 0,0 0 0 15,0 2 0-15,-3 6 0 0,0-3 0 0,0 3 0 0,0-2 0 16,-3 1 0-16,3 4 0 0,-3-3 0 0,2 0 0 0,-2 0 0 15,3 2 0-15,-3-2 0 0,0 0 0 16,3-3 0-16,-3 6 0 0,0-9 0 0,3 1 0 0,0-1 0 0,0 1 0 16,0-3-55-1,0 0-7-15,3-3-2 0,0 0 0 0,3-2 52 0,-3 0 12 16,3-1 0-16,3-2 0 0,0-2 0 0,3-1 0 0,3 0 0 16,-1 1 0-16,1-4 0 0,3 1 0 0,3-3 0 0,0 3 0 15,-3 0 12-15,5-6 1 0,-2 3 1 0,0 0 0 16,-3-2 19-16,-3-1 4 0,3-2 1 0,-7-3 0 15,1 3 3-15,-3-1 1 0,0-1 0 0,0-1 0 16,-3 0 3-16,0 0 1 0,0-3 0 0,0 4 0 16,-6 1-8-16,0-4-2 0,0 2 0 0,-3 3 0 15,0-1-2-15,-6 4-1 0,3-1 0 0,-6 3 0 16,3 3-13-16,-6 2-2 0,3 1-1 0,-6 2 0 16,0 0-17-16,0 2 10 0,-2 4-10 0,-4-1 8 15,0 3-8-15,0 5 0 0,0-5 0 0,0 5 0 16,3 3-10-16,1-5 10 0,2 7-13 0,3-4 5 15,6-1-15-15,0 0-2 0,3-2-1 0,0 2 0 16,6-3-11-16,0 1-3 0,6 0 0 0,0-3 0 16,0-1-4-16,6-1 0 0,-1-4-1 0,1 1 0 0,3 0 22 0,-3-6 5 15,0 0 1-15,3 1 0 16,-6-4 17-16,3 1 0 0,-3-3 0 0,-4 0 0 16,1 0 0-16,0 0 12 0,-3 0-1 0,3 1-1 15,-6-4 19-15,3 3 4 0,-3-3 1 0,0 3 0 0,-3 1-6 16,3-4-2-16,0 3 0 0,-3 0 0 0,0 3-10 0,0 0-3 0,0 5 0 0,0 0 0 15,0 0-13-15,0 0 0 0,0 0 8 0,0 0-8 16,0 5 0-16,-3 5 0 0,0 1 0 0,0 2 0 16,0 0 0-16,3 3 0 0,-3 0 0 0,0 0 0 15,3 0 0-15,0 2 0 0,-3-4 0 0,3 4 0 16,0-5 0-16,3 1 0 0,-3-1 0 0,3 0 0 16,0-2-12-16,0-1 4 0,3-2 8 15,0 0-13-15,0 0 13 0,3-5 0 0,-3-1-10 0,6 1 10 16,0-3 0-16,0-3 0 0,0 1-9 0,2-1 9 15,4-5 0-15,0 3 0 0,6-3 0 16,-3-3 0-16,0 3 0 0,-1-2 0 0,1-1 0 0,3-2 0 16,-3 0 0-16,-3-3 0 0,3-3 8 0,-4-4-8 15,1 1 16-15,-6-7 0 0,3 0 0 0,-3-3 0 16,0 1 2-16,0-4 1 0,0 1 0 0,0-1 0 16,-3 1-4-16,0 2-1 0,-4-2 0 0,-2 0 0 15,0 2-2-15,-3-3 0 0,0 4 0 0,-6-4 0 16,3 9-4-16,-5 2 0 0,-1 5-8 0,0 4 12 15,-3 1-12-15,0 6 11 0,0 3-11 0,0 5 10 16,-3 5-10-16,-3 3 0 0,3 3 0 0,-2 7 0 16,2 4 0-16,-3 4 0 0,3 3-11 0,0 3 11 15,3 0 0-15,0-3-10 0,6-3 10 0,0 6 0 0,3 0-8 16,3 2 8-16,3 3 0 0,0 0 0 0,3 0-8 16,0-2 8-16,3-4 0 0,3 4 0 0,-3-9 0 15,3 3-8-15,0-10 8 0,0 2 0 0,-3-2-9 0,3-6 9 0,-1 0-13 0,-2-2 5 31,0-1-33-31,-3-2-7 0,3-3 0 0,-6 1-1 16,-3-6-202-16,0 0-40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42:38.646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B0F0"/>
    </inkml:brush>
  </inkml:definitions>
  <inkml:trace contextRef="#ctx0" brushRef="#br0">12114 3138 1599 0,'-12'3'33'16,"12"-3"8"-16,-3 5-33 0,-3-5-8 0,6 0 0 0,-6 3 0 0,-2 2 116 0,2-5 22 0,0 3 4 0,-3-3 1 16,3 5-51-16,3-5-9 0,-3 3-3 0,6-3 0 15,-6 0-20-15,6 0-5 0,0 0-1 0,0 0 0 16,0 0-14-16,0 0-4 0,-3 2 0 0,3-2 0 15,0 0-13-15,0 0-3 0,0 0-1 0,0 0 0 16,0 0-5-16,0 0-1 0,0 0 0 0,3 8 0 16,0-5-2-16,3 2-1 0,0-5 0 0,0 3 0 15,0-3-10-15,3 5 10 0,-1-5-10 0,1 3 10 16,0-3-10-16,0 0 0 0,0 2 0 0,3-2 8 16,-3 0-8-16,3 0 0 0,0 0 0 0,0 0 0 15,3-2 0-15,0 2 0 0,-1 0 0 0,4-3 0 16,0 3 0-16,3 0 0 0,0 0 0 0,0 0 0 15,2 0 0-15,1-5 0 0,3 5 0 16,0-3 0-16,-3 3 0 0,2 0 0 0,-2 0 0 0,3 0 0 16,0-5 0-16,0 2 0 0,2 3 0 0,1-5 0 15,3 2 0-15,0 1 0 0,-1-1 0 0,4-2 0 16,-3 2 0-16,0 3 0 0,-1 0 0 0,-2-5 0 16,3 2 0-16,-3 3 0 0,2 0 0 0,1-5 0 15,0 5 0-15,3 0 0 0,-4-3 0 0,1 1 0 16,0 2 0-16,0 0 0 0,-4 0 0 0,-2 0 0 15,3 0 0-15,-6 0 0 0,2 2 0 0,-2-2 0 16,3 3 0-16,-3-3 0 0,3 0 0 0,-1 5 0 16,1-5 0-16,0 0 0 0,-3 3 0 0,3-3 0 15,-4 5 0-15,1-5 0 0,0 0 0 0,-3 3 0 16,0-3 8-16,0 5-8 0,-1-5 0 0,-2 3 8 0,3-1-8 0,0-2 0 0,0 3 9 16,0 2-9-16,2-5 0 0,-2 3 0 0,3-3 0 0,3 5 8 15,-6-2-8-15,3-3 0 0,-4 5 8 0,1-5-8 16,0 3 0-16,-3-1 8 0,0-2-8 0,0 3 0 15,-4 0 8-15,4-1-8 0,-3-2 8 0,-3 3-8 16,3 2 8-16,0-5-8 0,0 0 8 0,0 0-8 16,0 3 0-16,-1-3 9 0,4 0-9 0,-3 5 0 15,0-5 8-15,0 0-8 16,0 0 0-16,3 0 0 0,-3 0 0 0,-1 3 0 0,1-3 0 0,0 0 0 16,0 0 0-16,0 5 0 0,0-5 0 0,0 3 0 15,0-3 0-15,-3 2 0 0,2-2 8 0,-2 3-8 16,0 0 0-16,3-3 0 0,-3 0 0 0,3 0 0 15,-3 0 0-15,0 0 0 0,3 0 0 0,-3 2 0 16,2-2 0-16,1 0 0 0,0 0 0 0,3 3 0 16,-3-3 0-16,0 5 0 0,3-5 0 0,-3 0 0 15,-1 3 0-15,4-3 0 0,-3 0 0 0,0 5 0 16,0-5 0-16,0 0 0 0,0 3 0 0,0-3 0 16,-1 5 0-16,1-5 0 0,-3 0 0 0,3 0 0 15,-3 0 0-15,0 0 8 0,0 0-8 0,0 0 0 16,3 0 10-16,-3 0-10 0,2 0 8 0,-2 0-8 0,3 0 8 15,0 0-8-15,-3 0 0 0,6 0 8 0,-3 0-8 16,0 0 0-16,0 0 9 0,2 0-9 0,-2 0 0 16,0 3 8-16,3-3-8 0,-6 0 0 0,3 0 0 0,0 2 0 0,0-2 0 15,-4 3 8 1,4-3-8-16,-3 3 0 0,3-3 8 0,-3 0-8 0,0 0 0 0,0 0 8 16,0 0-8-16,0 0 0 0,0 0 0 0,-1 0 0 15,4-3 0-15,0 3 0 0,0-3 0 16,0 3 8-16,0 0-8 0,0-2 0 0,3 2 0 0,-3 0 0 15,2 0 0-15,1 0 8 0,-3 0-8 0,0 0 0 0,0 0 0 16,3 0 0-16,-3 0 0 0,0 0 0 0,-1 2 0 0,1-2 0 16,-3 0 0-16,3 0 0 0,-3 0 0 0,3 0 0 15,-3 0 0-15,0 0 9 0,3-2-9 0,-4 2 0 16,4-3 8-16,-3 3-8 0,3-5 0 0,3 2 0 16,0 3 10-16,0-5-10 0,0 2 8 0,2 3-8 15,1-5 0-15,0 5 8 0,0-3-8 0,0 3 0 16,0 0 8-16,-1 0-8 0,1-2 0 0,-3 2 8 15,0 0-8-15,0-3 0 0,0 0 0 0,-3 1 8 16,2 2-8-16,1-3 0 0,-3 3 9 0,3-5-9 16,0 2 0-16,0 3 0 0,3 0 0 0,-4 0 8 15,4 0-8-15,0-5 0 0,0 5 0 0,3-3 8 16,-3 3-8-16,-1 0 0 0,-2 0 0 0,3 0 0 16,0 0 0-16,-3 0 8 0,0 0-8 0,0 0 0 15,-4 0 0-15,1 0 0 0,0 0 0 0,0 0 0 16,3 0 0-16,-3 0 0 0,0 0 0 0,3 0 0 15,-4 0 0-15,4 0 0 0,0 0 0 0,-3 0 0 16,3 0 0-16,0 0 0 0,0 0 0 0,0 3 0 16,-1-3 0-16,-2 0 0 0,0 5 0 0,3-5 0 15,-3 0 0-15,0 0 8 0,0 0-8 0,0 3 0 16,-4-3 0-16,1 5 0 0,0-5 0 0,0 0 0 0,-3 0 0 0,3 0 0 16,0 0 0-16,-3 0 0 0,3 0 0 0,-3 0 0 0,0 0 0 0,2 0 0 15,-2 0 0-15,0 0 8 0,3 0-8 0,-3 3 0 16,0-3 0-16,0 0 0 0,0 0 0 0,0 0 0 15,0 2 0-15,-3-2 9 0,3 0-9 0,0 3 0 16,-3 0 0-16,3-3 0 0,-1 0 0 0,-2 2 0 16,3-2 0-16,0 3 0 0,0 2 0 0,-3-5 0 15,3 3 8-15,0-3-8 16,-3 5 0-16,3-5 0 0,-3 3 0 0,0-3 0 0,0 5 0 0,0-5 0 16,0 3 0-16,-3-1 0 0,3-2 0 0,-6 0 0 15,3 3 0-15,3 0 0 0,-6-3 0 0,3 5 0 16,-1 0 0-16,-2-5 0 0,6 3 0 0,-3 2 0 15,0-2 0-15,0 2 0 0,0 0 0 0,0 1 0 16,0-1 0-16,0 0 0 0,0-2 0 0,0 2 0 16,-3 1 0-16,3-1 0 0,0-2 0 0,-3 4 0 15,0-4 0-15,3 5 0 0,-3-3 0 0,0 1 0 16,3-1 0-16,-3 0 0 0,0 1 0 0,0 1 0 16,3-4 0-16,-3 2 0 0,0-5 0 0,0 6 0 15,3 2 0-15,-3 0 0 0,0-6 0 0,0 4 0 16,0-6 8-16,3 7-8 0,-3-4 0 0,0-3 0 15,0 5 0-15,0-5 0 0,3 6 0 0,-3 2 0 16,0-8 0-16,0 2 0 0,0-2 0 0,3 6 0 0,-3-6 0 16,0 0 0-16,0 0 0 0,0 0 0 0,0 2 0 0,0-2-19 15,3 3 4-15,-3-3 1 16,0 0-38-16,6 2-7 0,-6-2-1 0</inkml:trace>
  <inkml:trace contextRef="#ctx0" brushRef="#br0" timeOffset="1072.946">10677 2807 1976 0,'-3'-13'83'0,"0"5"-67"16,3 0 90-16,-3 0 18 0,0 0 3 0,-3 0 1 16,3 1-35-16,0 1-6 0,3 6-2 0,-3 0 0 15,3 0-65-15,-6-5-20 0,6 5 8 0,-6 0-8 16,6 0 56-16,-6 5 6 0,0 1 2 0,3 1 0 15,-3 4-103-15,0 2-20 0,3 3-4 0,-3 0-1 16,3 3 52-16,0-1 12 0,0 3 0 0,3 0 0 16,0 3 0-16,0 3 0 0,0-3 0 0,3-1 0 15,0-1 0-15,3-4 0 0,0 1 0 0,0-4 0 16,3 4-54-16,-3-11-8 0,6 0-2 0,-3 0 0 16,3-3 64-16,0-2 0 0,-1 2 12 0,1-5-2 0,0 0-10 0,0 0 0 15,0-5 0-15,0 2 0 0,-3-8-8 0,3 4-1 0,0-1 0 16,0-3 0-16,-3 0 58 0,-1 1 12 0,-2-3 3 0,3-1 0 15,-3 4-52-15,-3-6-12 0,3 3 0 0,-3 5 0 16,0-8 54-16,0 5 8 0,-3 1 2 0,0 2 0 16,3-3-53-16,-3 3-11 0,3 6 0 0,-3 2 0 15,0 0 0-15,0 0 0 0,0 0 9 0,0 0-9 16,0 0 0-16,3 2 0 0,0 4 0 0,0-1 0 16,0 3 0-16,0 0 0 0,0 0 0 0,3 2 0 15,-3 1 0-15,3-3 0 0,0-6 0 0,0 6 0 16,0-2 0-16,0-1 0 0,3-2 0 0,-3 2 0 15,2-5 0-15,-2 0 0 0,0 0-8 0,3-5 8 16,-3-1 0-16,3 1 0 0,-3 0 0 0,0-3 0 16,0 0 0-16,0-5 0 0,-3 5 0 0,3-8 0 15,-3 3 54-15,0-1 8 0,3 4 2 0,-3-4 0 16,0-1-52-16,-3-1-12 0,3 3 0 0,0-1 0 16,-3 1 28-16,0-3 4 0,3 0 0 0,-3 0 0 15,0 1-24-15,3 1-8 0,-3-7 0 0,0 5 0 16,3 0-21-16,-3 3-11 0,3-3-1 0,0 6-1 15,0-1-24-15,0 3-5 0,0 3-1 0,0 2 0 16,3 3-153-16,-1 0-31 0,1 3-7 0</inkml:trace>
  <inkml:trace contextRef="#ctx0" brushRef="#br0" timeOffset="1470.735">11165 3009 2266 0,'0'0'64'0,"0"5"14"0,0 3-62 0,0-6-16 0,0 4 0 0,0-1 0 31,0 3 55-31,0 0 8 0,3 0 1 0,0-3 1 0,0 3-1 0,-3 0 0 0,3 0 0 0,0-3 0 16,0 6-51-16,3-3-13 0,-4-3 0 0,4 3 0 15,-3-3 0-15,3 1 0 0,3-1 0 0,-3 0 0 16,3 3 0-16,-3-8 0 0,3 3 0 0,0 2 0 15,-3-5 0-15,3 3 0 0,0-3 0 0,-3 0 0 16,3-3 35-16,-3 3 4 0,0 0 1 0,0-5 0 16,0 2-13-16,-1 3-3 0,4-5 0 0,-6 2 0 15,3-5 32-15,0 3 7 0,-3 0 1 0,3 2 0 16,-3-5-52-16,0 0-12 0,0-3 0 0,-3 1 0 16,3 2 0-16,-3-8 0 0,0 5 0 0,0 1 0 15,-3-6 39-15,3 3 5 0,-3 0 0 0,0-1 1 16,0 4-33-16,0 2-12 0,-3 0 9 0,3 0-9 15,-3 5 0-15,0 1 0 0,0-4 0 0,0 4 0 16,-2 4-10-16,-1-2-7 0,0 6-2 0,-3-4 0 16,-3 6-60-16,3 3-12 0,-3-3-2 0</inkml:trace>
  <inkml:trace contextRef="#ctx0" brushRef="#br0" timeOffset="5635.323">16255 3196 1292 0,'0'0'54'0,"0"0"-43"16,0 0 113-16,0 0 22 0,0 0 5 0,0 0 1 15,0 0-33-15,-6-2-7 0,0 2 0 0,6 0-1 16,-6 0-35-16,0 0-8 0,6 0 0 0,-6 2-1 16,0 1-27-16,0 0-6 0,3-1-1 0,-3 6 0 15,0-5-18-15,3 5-4 0,0-3-1 0,-3 0 0 16,3 3-10-16,0 0 0 0,3 0 0 0,-3 0 0 16,3-5 0-16,0 2 0 0,0 3 0 0,0-3 0 15,3 3 0-15,-3-5 0 0,0-3 0 0,6 5 0 16,-6-5 0-16,3 0 0 0,3 3 0 0,0-3 0 15,-3 0 0-15,3 0 0 0,-3-3 9 0,3 3-9 16,0-8 13-16,-3 8-1 0,3-8-1 0,-3 3 0 16,3 0 12-16,-3-1 2 0,0 4 1 0,0-6 0 15,0 5 4-15,-3-2 1 0,0 2 0 0,0-5 0 16,0 6-4-16,-3-4-1 0,3 1 0 0,-6 0 0 16,6 5-9-16,-3-3-1 0,0-2-1 0,-3 2 0 15,0 3-7-15,6 0-8 0,-6 0 11 0,0 0-11 16,3 0 0-16,-3 0 0 0,0 3 0 0,3 2 0 15,-3 3 0-15,3-5 0 0,0 2 0 0,-3 3 0 16,-1443 0 0-16,2895-3 0 0,-1449 3 0 0,3 0 0 16,0 0 0-16,0 0 0 0,0 0 0 0,0 0-9 15,3 0 9-15,-3-3-12 0,3 0 12 0,0 3-12 16,0-8 12-16,0 3 0 0,-3-3-9 0,6 3 9 16,-6-3 0-16,6 0 0 0,-3 2 0 0,3-4 0 15,-6 2-18-15,6-3 1 0,-3 0 0 0,-3 3 0 0,3-5 17 0,0 2 0 16,0-2 0-16,-3 0 0 15,3-1 48-15,-3 1 12 0,0 0 4 0,0 2 0 0,0-5-52 16,0 3-12-16,0 5 0 0,-3-3 0 0,3-2 0 0,-3 2 0 16,0-2 0-16,3 5 0 0,-3 0 0 15,3 0 0-15,-3-8 0 0,3 8 0 0,0 0 0 16,0 0 0-16,0 0 0 0,0 0 0 0,0 0 0 0,0 0 0 0,0 0 0 0,0 0 0 16,-3 8 0-16,0-3 0 0,0 6 0 0,3-3 0 15,-3 5 0-15,3-5 0 0,0 5-8 0,0-2 8 16,0 2 0-16,0 3 0 0,0-3 0 0,0 3 0 15,0 0-10-15,0-3-2 0,0 3 0 0,0 0 0 16,0 3 12-16,0-9-12 0,3 9 12 0,-3-9-12 16,0 3-24-16,3 1-6 0,-3-1-1 15,0 3 0-15,0-6 86 0,0 6 17 0,0-3 3 0,0 3 1 16,0 3-103-16,0-9-20 16,0 9-4-16,-3-3-1 0,3-3 103 0,0 6 20 0,-3-1 4 0,3 1 1 15,-3-1-64-15,3 3-28 0,0-2 3 0,-3 2 0 16,3 0 25-16,-3-8 0 0,3 6 0 0,0-3 0 15,-3 2 15-15,3-4 8 0,0-1 1 0,-3 5 1 16,3-7-25-16,0 7 0 0,0-7 0 0,0 0 0 16,0 5 0-16,0-6 0 0,0 3 0 0,0 1 0 15,0-4 0-15,0 3 0 0,0 1 0 0,0-1 0 16,0 3 0-16,0 0 0 0,0-1 0 0,0 4 0 16,0-1 0-16,0 1 0 0,0 0 0 0,0-4 0 15,0 4 0-15,3-3 0 0,-3 0 0 0,0 0 0 16,3 2 0-16,0-5 0 0,-3 1 0 0,3-1 0 0,0 3 0 0,-3-3 0 0,3-3 0 15,0 6 0 1,-3 0 0-16,3-5 0 0,0-1 0 0,-3 6 0 16,3 0 0-16,-3 0 0 0,3 0 0 0,-3 2 0 0,3 1 0 15,-3-1 0-15,3 1 0 0,-3 2 0 0,3-2 0 0,0-1 0 16,0 3 0-16,-3-5 0 0,3 3 0 16,-3-3 0-16,3 0 0 0,0-1 0 0,0-1 0 0,0-1 0 15,-3 0 0-15,3 3 0 0,0-3 0 0,-3 3 0 0,3 0 0 16,-3-3 0-16,3 3 17 0,-3 0-1 15,0 5-1-15,3-5 0 0,-3 5-24 16,0-2-5-16,3 2-1 0,-3 0 0 0,0 0 15 0,3 0 0 0,-3-2 0 16,0-1 0-16,3 1 0 0,-3-1 0 0,0-7 0 0,0 5 0 15,0 0 0-15,0-3 0 0,0 0 0 0,0 3 0 16,0-3 0-16,3 1 0 0,-3-1 0 0,0 3 0 16,0 0 0-16,0-1 0 0,0 1 0 0,0 5 0 15,0-2 0-15,0-1 0 0,0 4 0 0,0 1 0 16,0-4 0-16,2 2 0 0,-2 0 0 0,0-2 0 15,0-1 16-15,3-2 7 0,-3 3 1 0,0-3 0 16,0-3-24-16,3 3 0 0,-3 0 0 0,0-3 0 16,0 3 0-16,0 0 0 0,0-3 0 0,0 5 8 15,3-2-8-15,-3 3 0 0,0-1 8 0,3 3-8 16,-3 1 0-16,0-1 9 0,3 0-9 0,-3 0 0 16,3 0 8-16,-3-2-8 0,3 2 0 0,0-3 0 15,-3-2 8-15,3 0-8 0,0 0 0 0,-3 0 0 0,3-3 10 16,-3 3-10-16,0-3 8 0,3 1-8 0,-3-1 8 15,0 3-8-15,0 0 8 0,3-1-8 16,-3 4 8-16,0-1-8 0,3 4 8 0,-3-1-8 0,0 0 8 16,0 3-8-16,3 0 8 0,-3-3-8 0,0 0 9 15,3-3-9-15,-3 4 10 0,3-4-10 0,0 1 9 16,-3-3-9-16,0 2 8 0,3-2-8 0,-3 0 8 0,3 0-8 0,-3 2 0 16,3-2 8-16,0 5-8 0,-3-2 0 0,3 2 9 0,0 3-9 15,-3 0 8-15,3-1-8 0,0 1 10 0,0 0-10 16,0-3 11-16,-3 0-11 0,0-2 12 0,3 2-12 15,-3-5 12-15,0 0-12 0,3 0 12 0,-3 0-12 16,0-3 10-16,0 0-10 0,0 0 8 0,0 0-8 16,0 1 0-16,-3-1 8 0,3 0-8 0,0 3 0 15,0 0 0-15,-3-3 0 0,3 3 8 0,0 3-8 16,-3-4 0-16,3 4 0 0,0-3 0 0,-3 2 0 16,3-2 0-16,0 0 0 0,-3 0 8 0,3 0-8 15,0-3 0-15,0 0 0 0,0-2 0 0,0-1 0 16,0 1 0-16,0 0 0 0,0-3 0 0,0 2 0 15,0-2 0-15,0 3 0 0,0-3 0 0,0 0 0 16,0-1 0-16,0 1 0 0,0 0 8 0,0 0-8 16,0 0 0-16,0 0 0 0,0 0 0 0,0 0 0 15,-3 0 0-15,3 0 0 0,0 0 0 0,0 0 0 16,0 2 0-16,0-2 0 0,0 3 0 0,0 0 0 16,0 2 0-16,0-3 0 0,0 1 0 0,0-1 0 15,0 4 0-15,0-4 0 0,0 1 0 0,0 2 0 16,0-2 0-16,3-1 0 0,-3 1 0 0,0-1 0 0,0 4 0 15,0-6 0-15,0 2 0 0,0 1 0 0,3-3 0 0,-3 2 0 16,0-2 0-16,0 0 0 0,0 0 0 0,0 0 0 16,0 0 0-16,0-3 0 0,3 3 0 0,-3 0 0 0,0-3 8 0,0 3-8 15,0-2 0 1,0 2 0-16,0-3 0 0,0 3 0 0,0 0 0 0,0-3 0 0,0 0 0 16,0 3 0-16,3 0 0 0,-3-2 0 15,0 1 0-15,0 1 0 0,0 0 0 0,0 3 0 0,0-3 0 16,0 5 0-16,0-2 0 0,0-1 0 15,0 4 0-15,0-1 0 0,0 0 0 0,0 0 0 0,0 0 0 0,0 1 0 16,0-1 0-16,0 0 0 0,0 3 0 0,0-3 0 16,3 0 0-16,-3 1 0 0,0-4 0 0,0 1 0 15,3-1 0-15,-3 1 0 0,0 0 0 0,0-1 0 16,3 1 0-16,-3-3 0 0,0 2 0 0,0 1 0 16,3-3 0-16,-3 2 0 0,0-2 0 0,0 3 0 15,3 0 0-15,-3-4 0 0,0 4 0 0,0 0 0 16,3 2 0-16,-3-3 0 0,0 4 0 0,3-1 0 15,-3 0 0-15,0 0 0 0,3 1 0 0,-3 1 0 16,0-1 0-16,3 2 0 0,-3-3 0 0,3 0 0 16,-3 3 0-16,3-3 0 0,-3 0 0 0,3-2 0 15,0 0 0-15,-3-1 0 0,3-2 0 0,-1 3 0 16,-2-3 0-16,3 0 0 0,0-1 0 0,0-1 0 16,0-1 0-16,0 3 0 0,0-3 8 0,3-2-8 15,-3 2 0-15,0 0 0 0,3-2 0 0,-3 2 0 16,0-2 0-16,3 0 0 0,0-1 0 0,-3 1 0 15,3 0 0-15,0-1 8 0,-3-2-8 0,3 3 0 16,0-3 0-16,-3 3 0 0,6-3 8 0,-3 0-8 16,-3 0 0-16,3 0 0 0,0 0 0 0,0 0 0 15,-4 0 0-15,4 0 0 0,0 0 8 0,0 0-8 0,-3 0 0 16,3 0 0-16,0 0 0 0,0 0 0 0,-3 0 0 0,3 0 0 0,0 0 0 16,0 0 0-16,0 0 0 0,0 0 0 0,0 0 0 0,3 0 0 15,-3 0 0-15,3 0 0 0,-3-3 0 0,3 3 0 16,0 0 0-16,-1 0 0 0,1-3 0 0,3 3 0 15,-3 0 0-15,0 0 0 0,0-2 0 0,3 2 0 16,-3 0 0-16,0-3 0 0,3 3 0 0,-3 0 0 16,0-3 0-16,3 3 0 0,-4 0 0 0,1 0 0 15,0 0 0-15,0-2 0 0,0 2 0 0,0 0 0 16,0 0 0-16,3 0 0 0,-3 0 0 0,-3 0 0 16,3 0 0-16,-3-3 0 0,0 3 0 0,3 0 0 15,-3 0 0-15,-1 0 0 0,1 0 0 0,0 0 0 16,-3 0 0-16,3 0 0 0,0 0 0 0,0 0 0 15,-3 3 0-15,3-3 0 0,0 0 0 0,-3 0 0 16,3 2 0-16,-6-2 0 0,6 0 0 0,-3 0 0 16,3 0 0-16,0 0 0 0,0 0 0 0,-3 0 0 15,3 0 0-15,-3 0 0 0,3 0 0 0,0 0 0 16,0 0 0-16,0 0 0 0,-1 0 0 0,1 0 0 16,0 0 0-16,-3 0 0 0,3 0 0 0,0 0 0 15,-3 0 0-15,3 0 0 0,0 0 0 0,0 0 0 16,0 0 0-16,0 0 0 0,0 0 0 0,0 0 0 15,-3 0 0-15,3 0 0 0,0 0 0 0,0 0 0 0,0 0 0 0,0 0 0 0,0 0 0 0,-3 0 0 16,3 0 0-16,0 0 0 0,-4 0 0 16,4 0 0-16,0 0 0 0,0 0 0 0,0 0 0 0,0 0 0 31,0 0 0-31,0 0 0 0,0 0 0 0,-3 0 0 0,3 0 0 0,0 0 0 0,-3 0 0 16,3 0 0-16,0 0 0 0,-3 0 0 0,3 0 0 0,0 0 0 15,-3 0 0-15,3 0 0 0,0 0 0 16,-3 0 0-16,3 0 0 0,-3 0 0 0,0 0 0 15,2 0 0-15,-5 0 0 0,3 0 0 0,0 0 0 0,-3 0 0 16,6 0 0-16,-3 0 0 0,3 0 0 0,-6 0 0 16,3 0 0-16,0 0 0 0,3 0 0 0,-6 0 0 15,3 0 0-15,-3 0 0 0,6 0 0 0,-6 0 0 16,3 0 0-16,-3 0 0 0,3 0 0 0,-3 0 0 16,0 0 0-16,6 0 0 0,-6 0 0 0,3 0 0 15,-3 0 0-15,3 0 0 0,3 0 0 0,-6 0 0 16,3 0 0-16,-3 0 0 0,3 0 0 0,-3 0 0 15,6-2 0-15,-6 2 0 0,3 0 0 0,3-3 0 16,-6 3 0-16,3 0 0 0,-3 0 0 0,6 0 0 16,0-3-19-16,-6 3-2 0,3-2-1 0,3-1 0 15,-3 0-62-15,3 1-12 0,0-1-2 16,-4 1-1-16,-2 2-123 0,3-6-25 16</inkml:trace>
  <inkml:trace contextRef="#ctx0" brushRef="#br0" timeOffset="7678.118">10855 3686 2082 0,'-21'-13'44'0,"15"10"8"16,0 3-41-16,0-8-11 0,0 5 0 0,-2 3 0 15,2-2 109-15,0-1 20 0,-3 3 4 0,3 0 1 0,0 0-51 0,-3 3-11 0,3-3-1 16,0 5-1-16,0 3-38 0,0-5-8 0,0 5-2 0,0 0 0 16,0 2-14-16,3 6-8 0,-3-5 10 0,3 7-10 15,0-2 0-15,3 5 8 16,-3-2-8-16,6 2 0 0,-3-3 0 15,6 1 0-15,-3-1 0 0,3 4 0 0,3-7 0 0,-3 1 0 16,3-2 0-16,3 1 0 0,-3-4-16 16,3-3 4-16,0 3 1 0,0-4 0 0,-1-1-6 0,1-4-2 15,0 1 0-15,-3 0 0 0,3-3 19 16,-3-3-10-16,-3 0 10 0,3 1-8 0,-3-4 8 0,-3-1 0 0,3-1 8 16,-3 0-8-16,0 2 24 15,-3-2 1-15,3-2 0 0,-3 2 0 0,0-3 3 0,0 3 0 0,0-8 0 0,0 6 0 16,-3-1 12-16,3 1 4 0,0-1 0 0,-3 3 0 15,3 0-20-15,-3 0-3 0,3 6-1 0,0 2 0 16,0 0-20-16,0 0 0 0,0 0 0 0,0 0 8 16,0 5-8-16,0 3 0 0,3 0 0 0,0 2 0 15,0 1 0-15,0 2-8 0,3-2 8 0,0 2 0 16,0 0 0-16,3-5 0 0,-1 3 0 0,1-1-8 16,3-2 8-16,0 0 0 0,0-2-9 0,3 2 9 15,0-6 0-15,0 3 0 0,0-5-9 0,-3 3 9 16,2-3 0-16,1-3 0 0,-3 3 0 0,0 0 0 15,0-5 0-15,0 3 0 0,-3-6 0 0,0 2 0 16,0-2 23-16,-3 0 5 0,3-2 0 0,-3-1 1 16,-3 3 7-16,2-10 2 0,-2 5 0 0,0-6 0 15,0 3-11-15,0-5-3 0,0 0 0 0,0 0 0 16,-3 2-12-16,3-2-4 0,-3 5 0 0,0-5 0 0,3 5-8 16,-3-2 0-16,0 7 0 0,0-5 0 0,0 5 0 0,-3 4 0 15,3-4 0-15,-3 3 0 16,3 3-72-16,0-1-6 0,0 6-2 0,0 0 0 15,0 0-92-15,6 0-20 0,0 3-3 0</inkml:trace>
  <inkml:trace contextRef="#ctx0" brushRef="#br0" timeOffset="7955.499">11367 3937 2549 0,'-6'8'53'0,"6"-8"12"0,0 0-52 0,0 0-13 0,0 0 0 0,0 0 0 15,-3 5 120-15,3-5 22 0,0 0 4 0,0 0 1 16,0 0-62-16,0 0-12 0,0 0-2 0,0 8-1 16,0-5-25-16,0-3-5 0,0 8 0 0,0-3-1 15,0 1-14-15,0 2-2 0,0-1-1 0,0-1 0 16,0 2 17-16,0 2 3 0,0-2 1 0,0 3 0 16,-3 2-59-16,3 0-12 0,-3 3-3 0,0 3 0 15,0-1 31-15,0 3 0 0,0 6 0 0,0-3 0 16,3-1 0-16,-3 4 0 0,0-6 0 0,0 6 0 15,3-6-14-15,-3-3-3 0,3 1-1 0,0-1 0 16,0-2-74-16,0 0-14 0,0 0-3 0</inkml:trace>
  <inkml:trace contextRef="#ctx0" brushRef="#br0" timeOffset="10215.773">11843 4054 1337 0,'0'0'28'0,"0"0"6"0,0 0-34 0,0 0 0 0,0 0 0 16,0 0 0-16,-6 8 58 0,6-8 5 0,0 0 1 0,0 0 0 16,0 0 44-16,0 0 8 0,-3 2 3 0,3-2 0 15,0 0-37-15,0 0-7 0,0 0-2 0,0 0 0 16,0 6-7-16,0-6-2 0,0 0 0 0,3 2 0 15,-3-2-51-15,3 5-13 0,-3-5 0 0,3 3 0 16,3 0 54-16,0 2 8 0,3-5 2 0,-3 3 0 31,3-1-64-31,0 4-12 0,3-6-2 0,0 0-1 0,0 2 15 0,3 4 12 0,-1-6-3 0,1 0 0 16,0 2-9-16,3 1 10 0,0-3-10 0,-3 0 10 16,3 3-10-16,-3-3 0 0,-1 0 0 0,-2 0 0 15,3 0 0-15,0 0 0 0,0 0 0 0,-3 0 0 16,3 0 0-16,0 0 0 0,0-3 0 0,2 3 0 15,1 0 0-15,-3 0 0 0,3 0 0 0,0 0 0 16,0 3 0-16,3-3 0 0,-4 0 8 0,4 2-8 16,-3-2 0-16,0 0 0 0,3 3 0 0,-3-1 0 15,0 4 0-15,-4-6 0 0,1 0 0 0,3 0 0 16,-3 0 0-16,-3 0 0 0,3 0 0 0,0 0 0 16,0-6 0-16,0 6 0 0,2-2 0 0,-2 2 0 15,0 0 0-15,3 0 0 0,-3 0 0 0,3 0 0 0,0 0 0 16,-3 0 0-16,2 0 0 0,1 2 0 15,0-2 0-15,0 6 0 0,0-6 0 0,0 2 0 16,0-2 0-16,-4 6 0 0,4-6 0 0,-3 0 0 16,0 0 0-16,0 2 0 0,0-2 0 0,3 0 0 0,-3 0 0 0,5 0 0 15,1-2 0-15,0 2 0 0,0 0 0 0,3 0 0 16,2 0 0-16,-2 0 0 0,3 2 0 0,0-2 12 16,0 0-12-16,-1 3 12 0,-2-3-12 0,-3 0 0 0,3 0-12 0,-3 0 12 15,0 0 0-15,2 0 0 0,-2 0 0 0,3-3 0 16,0 3 0-16,0 0 0 0,-1 0 0 15,4 0 0-15,-3 3 0 0,3-3 0 0,-3 3 0 16,2-1 8-16,-2 1 0 0,-3-3-8 0,0 3 12 0,3-3-4 16,-3 0-8-16,-1 0 0 0,-2 0 0 0,3 0 0 15,0 0 0-15,3 0 0 0,0 0 0 0,-1 0 0 16,1 0 0-16,0 0 0 0,0 2 0 0,3 1 0 16,-4-3 9-16,1 3-9 15,0 2 10-15,0-5-10 0,-6 2 10 0,3 4-10 0,-4-6 10 0,1 0-10 16,0 0 11-16,3 0-11 0,-3 0 12 0,6 0-12 15,-3 0 10-15,2 0-10 0,1 0 8 0,3 0-8 16,-3 2 11-16,0-2-3 0,-1 0-8 0,1 3 12 16,0-3-4-16,-3 0-8 0,3 3 11 0,-4-3-11 15,1 0 10-15,-3 0-10 0,3 0 8 0,3-3-8 16,-3 3 8-16,0 0-8 0,2-3 8 0,1 3-8 16,0-2 8-16,0 2-8 0,0 0 8 0,-1 0-8 15,1 0 8-15,-3 0-8 0,0 0 8 0,0 0-8 16,0 0 8-16,-4 0-8 0,1 0 8 0,0 0-8 0,0 0 8 15,3 0-8-15,0 0 0 0,-3-6 8 0,2 6-8 0,4-2 0 16,-3 2 0-16,3 0 8 0,0 0-8 0,-1 0 0 16,1 0 0-16,0 0 8 0,0 0-8 0,0 2 0 0,-3-2 0 0,-1 6 0 15,1-6 0-15,-3 0 0 16,3 0 0-16,-3 0 0 0,3 0 0 0,-4-6 0 16,4 6 0-16,0-2 0 0,3 2 0 0,-3 0 0 0,3 0 0 15,2 2 0-15,-2-2 0 0,0 6 0 0,0-6 0 16,0 0 0-16,-4 2 8 0,1 1-8 0,0-3 0 0,0 0 8 15,0 3-8-15,0-3 0 0,-3 0 0 0,5 0 0 16,-2 0 0-16,6-3 0 16,-3 3 0-16,3 0 0 0,-1 0 0 15,1 0 0-15,0 3 0 0,3-3 0 0,-7 2 0 0,4-2 0 0,-3 0 0 0,3 3 0 16,-3-3 0-16,0-3 0 0,-1 3 0 0,1 0 0 16,3-2 0-16,3 2 0 0,-4-3 0 0,4 3 0 15,0-3 0-15,0 3 0 0,0 0 0 0,-1 0 0 16,-2 0 8-16,-3 0-8 0,3 0 8 0,-3 0-8 15,-1 0 0-15,1-2 0 0,0 2 8 0,0 0-8 16,0-6 0-16,2 6 0 0,4-2 0 0,-3 2 0 16,0 0 0-16,0 0 0 0,-4 0 0 0,1 0 0 15,0 2 0-15,-3-2 0 0,0 0 0 0,-4 0 0 16,1 0 0-16,0 0 8 0,-3 0-8 0,0-2 0 16,3 2 0-16,-3 0 0 0,0 0 8 0,-1-5-8 15,1 5 0-15,0-3 0 0,0 3 0 0,0 0 0 16,0 0 0-16,-3 0 0 0,3 0 0 0,0 0 0 0,-4 0 0 0,1 0 0 15,3 0 0-15,-3 3 0 0,0-3 0 0,-3 5 0 16,3-5 8-16,-3 0-8 16,0 0 0-16,-3 0 0 0,3 0 0 0,-3 0 8 15,3 0-8-15,-4 2 0 0,1-2 0 0,0 0 0 0,0 0 0 0,0 0 0 0,-3 0 0 16,3 0 0-16,-6 0 0 0,3 0 0 16,3 0 8-16,-6 0-8 0,3 0 0 0,-3 0 0 0,3 0 0 0,3 0 0 15,-6 0 0-15,3-2 0 0,3 2 0 0,-3 0 0 16,-3 0 0-16,6 0 0 0,-6 0 0 0,3 0 0 15,3 0 0-15,-6 0 0 0,3 0 0 0,-3 0 0 16,6-5 0-16,-6 5 0 0,3 0 0 0,3-3 0 16,-6 3 0-16,6 0 0 0,-6 0 0 0,3 0 0 15,3 0 8-15,-6 0-8 16,6 0 0-16,-6 0 8 0,6-3 0 0,-4 3-8 0,-2 0 12 0,6 0-4 16,-6 0 2-16,6 0 0 0,-3 0 0 0,-3 0 0 15,0 0-10-15,6 0 12 0,-6 0-12 0,6 0 12 16,-6 0-12-16,0 0 0 0,3 0 9 0,-3 0-9 15,0 0 0-15,0 0 0 0,0 0 0 0,0 0 0 16,0 0-8-16,0 0-7 0,6-2-1 0,-6 2 0 16,0 0-84-16,0 0-18 0,0 0-3 0</inkml:trace>
  <inkml:trace contextRef="#ctx0" brushRef="#br0" timeOffset="11778.541">16353 3136 1545 0,'-6'-6'32'0,"3"4"8"16,-3-1-32-16,0-2-8 0,3 2 0 0,-3-2 0 15,0 2 109-15,0 3 20 0,0-5 4 0,-3 2 1 16,3 0-50-16,-3 3-9 0,1-2-3 0,-1-1 0 0,0 3-18 16,0-2-4-16,0 2-1 0,0 0 0 0,3 0-13 0,-3-3-2 0,0 3-1 0,3 0 0 15,-3 0-8-15,3 0-1 0,-3 0-1 0,3 3 0 16,0-3-11-16,6 0-3 0,-6 2 0 0,3 3 0 16,-2 1-9-16,-1-1 8 0,3-2-8 0,-3 5 8 15,3-3-8-15,3 3 0 0,-3 0 0 0,0 5 0 16,3-5 0-16,0 0 0 0,0 5 0 0,0-5 0 15,0 0 0-15,0 5 0 0,3-5 0 0,0 0 0 16,0-3 0-16,0 3 0 0,0 3 0 0,0-3 0 16,3-3 0-16,-1 0 0 0,-2 1 0 15,3-1 0-15,0 0 0 16,0-2 0-16,0 2 0 0,0-5 0 0,0 0 0 0,3 0 0 0,0 0 0 0,0 0 0 16,0-5 0-16,0 5 10 0,0-3-10 0,3-2 10 15,0 2 3-15,-3-2 1 0,2 2 0 0,-2-2 0 16,0 0 13-16,0 2 2 0,-3-2 1 0,3 2 0 15,-3-5 0-15,0 3 0 0,0 0 0 0,0 2 0 16,-3-5-3-16,0 0-1 0,0 0 0 0,-3 0 0 16,3 3-6-16,-3-3 0 0,0 0-1 0,-3-2 0 15,0 7-9-15,3-5-2 0,-3 0 0 0,-3-2 0 16,3 4-8-16,-3 1 10 0,0 0-10 0,0 2 10 16,0 3-10-16,0-5 0 0,-3 2 9 0,0 3-9 15,0-5 0-15,0 5 9 0,1 0-9 0,-1 5 0 16,0-5 8-16,-3 0-8 0,3 3 0 0,0 2 0 15,0-2 0-15,0 2 0 0,3-2 0 0,-3 5 0 0,3-3 0 16,0 3 0-16,0 0 0 0,0 0 0 0,0 2-8 16,3-2 8-16,-3 0 0 0,3-3-9 0,1 3 9 15,2 0-8-15,-3 0 8 0,3 0-8 0,0-3 8 0,0 3-10 16,3 0 10-16,-1 0-10 0,-2 0 10 16,3-5-12-16,0 2 12 0,0 0-12 0,3-2 12 15,0 2 0-15,0-5-9 0,0 3 9 0,0-3 0 0,3 0 0 16,-3 0-9-16,3 0 9 0,0-3 0 0,0 3 0 0,0-5 0 15,3 0 0-15,-3-1 0 0,0 1 0 0,-1 0 0 16,1 2 0-16,0-2 0 0,-3 2 8 0,0-5-8 0,0 0 12 16,-3 3 1-16,0 0 0 0,0 2 0 0,-3-5 0 15,0 0 0-15,0 0 0 0,-3 3 0 0,0-3 0 16,0 0-3-16,0 3-1 0,-3 0 0 0,0-3 0 16,0 5-9-16,0-2 10 0,-3 2-10 0,4-5 10 15,-4 6-10-15,0-1 0 0,0 0 9 0,0 3-9 16,0-2 0-16,3 4 0 0,-3-2 0 0,0 3 8 15,3 0-8-15,0-3 0 0,-3 5 0 0,3 0 0 16,3-2 0-16,-3 2 0 0,3-2 0 0,0 5 0 16,3-3 0-16,-3 3 0 0,3 0 0 0,0 0-8 15,0 0 8-15,0-3 0 0,0 3 0 0,3 0 0 16,0-3 0-16,0 0-8 0,3 1 8 0,0-4 0 16,0 6 0-16,0-8-10 0,0 3 10 0,3 2 0 15,0-5-8-15,0 0 8 0,0 0 0 0,3 0 0 16,-3-5 0-16,0 5-8 0,0-3 8 0,-1 3 0 15,1-5 0-15,-3 2 0 0,3 1 0 0,-3-4 0 16,-3 4 0-16,3-1 9 0,-3-2-9 0,0 2 12 16,-3-5 1-16,0 3 1 0,0 0 0 0,0-1 0 0,-3 1-3 15,0-3-1-15,0 3 0 0,-3 2 0 16,0-5-10-16,0 3 12 0,0 5-12 0,0-8 12 0,-3 8-12 0,1-5 8 16,2 2-8-16,-3 3 8 0,0 0-8 0,0-5 0 0,3 5 0 0,-3 5 0 15,3-5 0-15,-3 0 0 0,3 3 0 16,0 2 0-16,0-2 0 0,0 2 0 0,3 0 0 0,-3 3 0 15,3 0 0-15,0 0 0 0,0-3 0 0,3 6 0 16,-3-3 0-16,3 5 0 0,0-8-11 0,0 6 11 16,0-3-13-16,3 5 2 0,0-8 1 0,0 6 0 15,0-3 1-15,3 0 0 16,-3 0 0-16,3 0 0 0,0-3 9 0,3 0 0 0,-3-2 0 16,3 2-8-16,-3-5 8 0,3 3 0 0,0-3 0 0,0 0-8 15,-3 0 8-15,3-3 0 0,0 3 0 0,-1-8 0 16,-2 3 0-16,0 0 8 0,3-1-8 0,-3 1 11 15,-3 0 1-15,3-3 1 0,-3 5 0 0,0-5 0 16,-3 0-2-16,0 3-1 0,0 0 0 0,0 2 0 16,-3-5-2-16,0 3-8 0,0 0 12 0,-3-1-4 15,3 4-8-15,-3-1 0 0,0-2 0 0,0 2 0 16,3 3 0-16,-3-5 0 0,1 5 0 0,-1 0 0 16,6 0-40-16,-9 0 0 0,3 5 0 0,0-5 0 15,6 0-127-15,-6 8-25 0,3-5-6 0</inkml:trace>
  <inkml:trace contextRef="#ctx0" brushRef="#br0" timeOffset="13674.514">16573 8390 1792 0,'0'0'51'0,"-6"3"10"0,0 0-49 0,0-1-12 0,-3 1 0 0,3 0 0 15,0-1 66-15,-2 1 10 0,2 0 3 0,0-1 0 16,-3 1-23-16,3 2-4 0,0-2 0 0,-3 2-1 16,3 0-14-16,0-2-2 0,0 2-1 0,3 1 0 15,-3-1-13-15,3 0-2 0,0-2-1 0,0 5 0 16,0-3-8-16,3 0-2 0,-3 3 0 0,3-2 0 16,0 2-8-16,0-8 0 0,3 5 9 0,0 3-9 15,0-3 0-15,0 0 0 0,3 1 0 0,0-1 0 16,0 0 0-16,3-2 0 0,0 0 0 0,0-1 8 15,0-2 1-15,0 3 1 0,3-3 0 0,-4 0 0 16,1-3 8-16,0 3 2 0,0-2 0 0,3-4 0 16,-3 4 9-16,0-4 3 0,3 4 0 0,-3-4 0 15,0 1-32-15,0 2 0 16,0-4 0-16,-3 1 0 0,0 1 57 0,0-3 6 0,-4 3 1 0,1-1 0 16,-3-2-52-16,0 1-12 0,0 1 0 0,-3-2 0 15,1 0 0-15,-1 0 0 0,0-2 0 0,-3 2 0 16,0 0 54-16,-3 0 8 0,3 3 2 0,-3-3 0 15,3 0-52-15,-3 3-12 0,0-1 0 0,3 1 0 16,-3 2 0-16,0 1 0 0,0-1 0 0,3 3 0 16,-3 0 0-16,0 0 0 0,1 3 0 0,-1-1 0 15,0 4 0-15,0-4 0 0,0 4 0 0,0-1 0 16,3 3 0-16,-3 0 8 0,0 0-8 0,3 0 0 0,-3 0 0 16,3 0 0-16,3-1 0 0,-3 1 0 0,6 0 0 15,-3 0-8-15,3 0 8 0,0 0 0 0,0 0-9 0,3 0 9 16,0-3 0-16,0 3-9 0,3-2 9 0,-3-1 0 15,6 0-9-15,0 0 9 0,-3-2 0 0,3 2-9 16,3-5 9-16,-3 3 0 0,0 0-8 0,0-3 8 0,0 0 0 16,-1-3 0-16,-2 3 0 0,0-3 0 0,3 1 0 15,-3-1 0 1,-3 0 0-16,3-2 0 0,0 2 0 0,-3-2 0 16,0 0 0-16,0 0 16 0,-3-1-2 0,0 1 0 0,0 0-14 0,0-1 0 15,0-2 0-15,-3 3 0 0,0 0 0 0,0 2 0 0,0-2 0 16,0 0 0-16,0-1 54 0,-3 4 8 0,3-4 2 0,3 6 0 15,-6-2-64-15,0-1 0 0,6 3-9 0,-6 0 0 16,-2 0 9-16,2 0 0 0,0 0 0 0,-3 3 0 16,3-1 0-16,0 1 0 0,0 0 0 0,0-1 0 15,0 4 0-15,3-4 0 0,0 4 0 0,0-1 0 16,3 0 0-16,-3 0 0 0,3 1 0 0,3-1 0 16,-3 0 0-16,3 1 0 0,3-1 0 0,-3 0-8 15,3-2 8-15,0 2 0 0,3-2 0 0,-3-1-8 16,0 1 8-16,3 0 0 0,-3-1 0 0,-1-2 0 15,4 0 0-15,-3 0 0 0,0-2 0 0,0 2-8 16,0-3 18-16,0 0 4 0,0 1 1 0,-3-1 0 16,3 1-15-16,-3-1 0 0,0-2 0 0,-3 5 0 15,3-6 0-15,0 1 0 0,-3 2 0 0,0 3 0 16,3-5 0-16,-3 0 0 0,0-1 0 0,-3 1 0 16,3 5 0-16,0-5 0 0,-3 2 0 0,0-2 0 15,3 5 14-15,-3-3 0 0,-3 1 0 0,3-1 0 16,3 3-14-16,-3-3 0 0,3 3 8 0,0 0-8 0,-6 0 0 0,6 0 0 0,-6 0 0 0,6 0 0 15,-9 3 0-15,6 2 0 0,3-5 0 0,-6 6 0 16,3-1 0-16,3 0 0 0,-3 3 0 0,3-3 0 16,0 1 0-16,0-1 0 0,0 3-10 0,3-3 10 15,0 1-10 1,0-4 10-16,0 3-12 0,3-2 12 0,0 0-11 0,-3-3 11 0,3 2-10 0,0-2 10 16,3 0 0-16,-3 0 0 15,0-2 0-15,3 2 0 0,-3-3 0 0,0 0 0 0,3 3-8 0,-3-2 8 16,0-1 0-16,-3 1 0 0,3-4 0 0,-6 6 10 15,3-5-10-15,-1 0 0 0,1-1 9 0,-3 1-9 16,-3 0 18-16,3-1-1 0,-2 1 0 0,-1 0 0 16,-3 0-17-16,3-1 0 0,-6-2 0 0,3 0 0 15,0 3 10 1,0-3-2-16,0 3 0 0,-3-3 0 0,3 3-8 0,0-1 0 0,3 1 0 0,-3 0 0 16,0 2-23-16,3-2-6 0,-3 2-2 0,6 3 0 15,0 0-77-15,-6-5-16 0,6 5-4 0,-3-3 0 16,0-2-102-16,-3 0-21 0</inkml:trace>
  <inkml:trace contextRef="#ctx0" brushRef="#br0" timeOffset="15121.982">15403 4117 1552 0,'0'0'44'0,"0"0"10"0,3-2-43 0,-3 2-11 0,3-3 0 0,0-2 0 16,0 5 97-1,-3 0 18-15,0-8 3 0,3 2 1 0,-3 6-37 0,0-5-7 0,0 0-2 0,0 5 0 16,-3-6 44-16,3 6 9 0,-3-5 2 0,0 3 0 16,0-4-52-16,3 6-9 0,-6-2-3 0,3 2 0 15,-3-6-51-15,1 6-13 0,-1 0 0 0,0 0 0 16,0 0 54-16,0 0 8 0,0 0 2 0,0 6 0 16,0-6-52-16,-3 2-12 0,3 4 0 0,0-6 0 15,0 5 0-15,0-3 0 0,3 4 0 0,-3-4 0 16,3 4 0-16,-3 2 0 0,3 0 0 0,0-3 0 15,3 3 0-15,-3 0 0 0,3 2 0 0,3-2 0 16,-3 0 0-16,3 3 0 0,0-1 0 0,3 1 0 16,0-3 0-16,-3 0 0 0,3 0 0 0,0 0 0 15,0-3 0-15,0 3 0 0,3 0 0 0,-3-8 0 16,3 3 0-16,-3 2 0 0,3-5 0 0,0 0 0 16,0 0 0-16,-1-5 0 0,4 2 0 0,-3 3 0 15,0-8-48-15,0 3-13 0,0-1-3 0,-3-2 0 16,3 6 82-16,-3-6 16 0,0-3 3 0,-3 3 1 15,0 0-17-15,0 0-3 0,0-2-1 0,-3 2 0 0,-3 0-6 16,3 3-2-16,-3-3 0 0,0-3 0 16,-3 3 23-16,3 0 4 0,-3 0 0 0,0-2 1 0,0 4-8 0,-3 1-1 15,3 3-1-15,-3-4 0 16,3 4-27-16,-3-4 0 0,0 4 0 0,0-1 0 0,1 3 0 0,-1 0 0 0,3 0 0 0,-3 0 0 16,3 0 0-16,-3 3 0 0,3-1 0 0,-3 4 0 15,3-4 0-15,-3 4 0 0,3-4 0 16,0 1 0-16,-3 5 0 0,3-3 0 0,0 0 0 0,3 3 0 15,-3 0-12-15,3 0-7 0,3 3-1 0,-3-3-1 16,3 0 10-16,3 2 3 0,0 1 0 0,0-3 0 16,0-3 8-16,3 3-10 0,0 0 10 0,0 0-10 15,0-6 10-15,0 4 0 0,0-4-9 16,0 1 9-16,3-3 0 0,-3 0-9 0,0 0 9 0,0-3 0 16,3 1-26-16,-3 2 2 0,0-6 0 0,0 4 0 15,0-6 24-15,0 0 0 0,-3 3 0 0,2-1 0 16,-2-2 0-16,0 1 0 0,0-1 0 0,0 2 0 15,-3-2 32-15,0 0 12 0,0 0 3 0,-3 3 0 16,0-3-31-16,0 6-7 0,0-6-1 0,-2 2 0 16,2 1 0-16,-3 2 0 0,0-2 0 0,0 2 0 15,0 1-8-15,0 2 0 0,6 0 0 0,-6 0 0 16,-3 0 0-16,3 0 0 0,-3 0 0 0,3 0 0 16,-3 2 0-16,0 1 0 0,0 0 0 0,3 2 0 15,-3 0 0-15,3 1 0 0,3 2 0 0,-3-3 0 0,4 3 0 16,2 0 0-16,-3 0-9 0,3 2 9 0,3 1 0 0,-3-1 0 0,2-2-8 15,4 3 8-15,-3 0 0 0,3 2-10 0,3-8 10 16,-3 3-8-16,3 0 8 0,-3 0-8 0,0 0 8 16,3-8-8-16,-3 2 8 0,0 1 0 15,3 0 0-15,-3-3 0 16,0 2 0-16,0-4 0 0,0-1 0 0,0 3-8 16,-3-3 8-16,3 1 11 0,-3-6-3 0,0 3 0 0,-1-1-8 0,-2 1 0 0,3-3 0 0,-3 3 0 15,0-3 9-15,0 0 0 0,0 0 0 0,-3 0 0 16,1 3 5-16,-1-3 1 0,0-3 0 0,0 6 0 15,-3 0-15-15,0-1 0 0,3 4 0 0,-3-4 0 16,0 6-9-16,0-2-5 0,0 2-1 0,0 0 0 16,0 0-1-16,-3 0-1 0,6 2 0 0,-6 4 0 15,3-6-127 1,3 2-24-16,-3 1-6 0</inkml:trace>
  <inkml:trace contextRef="#ctx0" brushRef="#br0" timeOffset="20761.025">15383 4212 1485 0,'0'-2'63'0,"0"-6"-51"16,0 0 109-16,0 0 22 0,0 3 4 0,0-1 1 16,0 4-42-16,0-6-8 0,0 8-2 0,0 0 0 15,0-5-22-15,0 5-5 0,0 0-1 0,0 0 0 16,0 0-23-16,0 0-5 0,0 0 0 0,0 0-1 16,0 0-15-16,0 0-4 0,0 0 0 0,-3 7 0 15,0-1-9-15,0 2-3 0,3 0 0 0,-3 5 0 16,0-5 0-16,3 5-8 0,0 3 12 0,-3-3-4 15,3 3-8-15,0 0 0 0,-3 5 0 0,3-8 8 16,0 6-8-16,-3-1 0 0,3 1 0 0,0-1 0 16,0 1 0-16,-3-1 0 0,3 1 0 0,-3-1 0 15,3 6 0-15,-3-3 0 0,0 6 0 0,0 2 0 16,3 0 0-16,-3 5 0 0,0-2 0 0,3 3 0 16,-3-4 21-16,3 4-1 0,0-6 0 0,-3 5 0 0,3 1-20 0,0-1 0 15,0 0 0-15,0 4 0 0,0 1 0 0,0 1 0 16,0 2 0-16,0 1 0 0,3-1 0 0,-3-5 0 15,0 0 0-15,3 5 0 0,-3 1 0 0,0 2 0 16,3 2 0-16,-3 1 0 0,0-6 0 16,3 3 0-16,-3-5 0 0,3 5 0 0,-3 0 0 0,0 0 0 15,3 3 0-15,-3-1 0 0,0-2 27 0,3 0 1 16,-3-3 0-16,0 3 0 0,3-2-17 0,-3-1-3 0,0-2-8 16,0 2 12-16,3 0-12 0,-3 1 11 0,0-1-11 0,0 0 10 15,3-2-10-15,-3-3 8 0,0-2-8 0,3 2 8 16,-3 0-8-16,0 0 0 0,3 2 0 0,-3 4 8 15,0-6-8-15,3 0 0 0,-3 0 0 0,0-3 8 16,3-2-8-16,-3-3 0 0,3-2 0 0,0 2 8 16,-3 0-8-16,3 3 0 0,0-1 0 0,-3 4 0 15,3-4 0-15,-1 1 0 16,-2 0 0-16,3-3 0 0,0 0 0 0,0-5 0 0,0 2 0 0,0-4 0 16,-3-1 0-16,3 0 0 0,0-3 8 0,-3 4-8 15,0 1 0-15,3-1 0 0,-3 1 0 0,0 4 8 16,3-3-8-16,-3 2 0 0,3 1 0 0,0-1 0 15,-3-2 0-15,3-3 0 0,0 3 0 0,0-6 0 16,-3 1 0-16,3-1 0 0,0 1 0 0,-3-3 0 16,3 0 0-16,-3 2 8 0,3-2-8 0,0 3 0 15,-3-1 10-15,3 6-10 0,-3-3 12 0,3 6-12 16,0-4 11-16,0 1-11 0,-3 3 10 0,3-3-10 16,-3-1 0-16,3-2 0 0,0 1 0 0,-3-4 0 15,3 1 8-15,0-3 9 0,0-3 2 0,-3 3 0 0,3 0-7 16,0-3-2-16,-3 0 0 0,3 3 0 0,0 0-10 15,-3 0 10-15,3 0-10 0,-3 5 10 0,0-3-10 0,3 1 0 0,-3 2 9 16,0 0-9-16,0-2 0 0,3-1 9 0,-3 1-9 0,0-1 0 16,3-2 10-16,-3-3-10 0,0 3 8 15,0-3-8-15,0-2 8 0,0 2-8 16,0-2 0-16,0-1 8 0,0 1-8 0,0 0 0 0,0-4 0 0,0 4 0 16,0 0 0-16,3-3 8 0,-3 0-8 0,0-1 0 15,0 4 0-15,0-3 8 0,0 3-8 0,0-4 0 16,0 4 0-16,0 0 8 0,0-1-8 0,0 3 0 15,0 1 0-15,-3-4 0 0,3 4 8 0,0-1-8 16,0 0 0-16,0 0 0 0,0-2 0 0,0 5 0 16,0-6 0-16,0 1 0 0,0-1 0 0,0 4 0 15,0-6 0-15,0 0 0 0,3 2 0 0,-3-2 0 16,0 0 0-16,3-3 0 0,-3 3 0 0,3 0 0 16,0-3 0-16,-3 1 0 0,2-1 0 0,1-2 0 15,-3 2 0-15,3 0 0 0,0 1 0 0,0-1 0 16,-3-5 0-16,3 5 0 0,-3-5 0 0,6 5 0 15,-3 1 0-15,0-4 0 0,-3-2 0 0,6 6 0 16,-3-1 0-16,0 0 0 0,-3-5 0 0,6 3 0 16,-3 2 0-16,0-2 0 0,3 2 0 0,-3-2 0 15,0-1 0-15,3 1 0 0,-3 0 0 0,3 2 0 16,0-2 0-16,-3-1 0 0,3 1 0 0,0 0 0 0,0-1 0 16,-3 1 0-16,3-3 0 0,0 3 0 0,-3-1 0 15,2 1 0-15,1-1 0 0,0 1 0 0,0 0 0 0,3-1 0 0,-3 1 0 0,3-3 0 16,0 3 0-16,-3-1 0 0,3-2 0 0,0 3 0 15,0-3 0-15,-3 0 0 0,3 0 0 0,0 0 0 16,0 0 0-16,2 0 0 16,-2 0 0-16,0 0 0 0,3 0 0 15,0 0 0-15,0-3 0 0,0 3 0 0,3 0 0 0,0-2 0 16,0 2 0-16,0 0 0 0,-1 0 0 0,4 0 0 0,0 0 0 16,-3 0 0-16,0 0 0 0,3 0 0 0,-3 0 0 0,-1 2 0 15,1-2 0-15,-3 0 0 0,3 3 0 0,-3-3 0 16,0 0 0-16,0 3 0 0,0-3 0 0,0 0 0 15,-3 0 0-15,3 0 0 0,-4 0 0 0,1 0 0 16,3 0 0-16,-3 0 0 0,3-3 0 0,0 3 0 16,0 0 0-16,0 0 0 0,0 0 0 0,3 0 0 15,0 0 0-15,-4 0 0 0,4 0 0 0,0 0 0 16,0 0 0-16,0 3 0 0,0-3 0 0,0 2 0 16,0-2 0-16,-3 3 0 0,2-3 0 0,-2 5 0 15,3-2 0-15,-3 0 8 0,0-1-8 0,0 1 0 16,-3-1 0-16,3 1 8 0,-3 0-8 0,3-1 0 15,-3 1 0-15,-1-3 0 0,1 3 0 0,0-1 0 16,0 1 8-16,0-3-8 0,0 3 8 0,0-1-8 16,0 1 0-16,0-3 0 0,0 3 0 0,0-1 0 15,0-2 0-15,0 3 0 0,3-3 0 0,-4 2 0 16,4-2 0-16,-3 3 0 0,0-3 0 0,3 0 0 16,-3 0 0-16,3 0 0 0,-3 0 0 0,3 3 0 15,0-3 0-15,-3 0 0 0,3 0 8 0,-4 2-8 16,4-2 0-16,-3 0 0 0,0 0 0 0,0 3 0 15,0-3 0-15,0 0 0 0,-3 3 0 0,3-3 0 0,-3 2 0 0,3-2 0 0,0 3 0 0,-3-3 0 16,3 3 0-16,-3-3 0 0,0 2 8 0,-1-2-8 16,1 3 0-16,0-3 0 0,-3 0 0 15,3 3 0-15,0-1 0 0,-3-2 0 16,3 0 0-16,0 3 0 0,-3 0 0 0,3-3 0 0,-6 0 0 0,6 0 0 16,0 2 0-16,3-2 0 0,-3 0 0 0,0 3 0 15,0-3 0-15,3 2 0 16,-3-2 0-16,0 0 0 0,3 0 0 0,-4 3 0 0,1-3 0 0,3 0 0 15,-3 0 0-15,0 3 0 0,3-3 0 0,-3 2 0 16,0-2 0-16,3 3 0 0,-3-3 0 0,0 0 0 16,0 3 0-16,0-3 8 0,0 0 2 0,0 2 0 15,0-2-10-15,0 0 0 0,3 0 0 16,-3 3 0-16,-1 0 0 0,1-3 0 0,3 2 8 0,-3 1-8 16,0 0 0-16,0-3 0 0,0 2 0 0,0 1 0 15,-3 0 0-15,3-3 0 0,0 2 0 0,-6-2 0 16,3 3 0-16,3-1 0 0,0-2 0 0,-3 3 0 15,0 0 0-15,3-1 0 0,-3-2 0 0,0 3 0 16,3 0 0-16,-3-1 0 0,0-2 8 0,3 3-8 16,-3-3 0-16,0 3 0 0,3-3 0 0,-6 0 0 15,3 2 0-15,-1-2 0 0,-2 0 0 0,6 3 0 16,-6-3 0-16,6 3 0 0,-3-3 0 0,3 2 0 16,-3-2 0-16,0 0 0 0,3 0 8 0,-6 0-8 15,3 0 0-15,3 0 0 0,-6 0 0 0,3 0 0 0,-3 0 0 0,3 0 0 16,3 0 0-16,-6 0 0 0,3 0 0 0,0 0 0 0,3 0 0 15,-6 0 0-15,3 0 0 0,3 0 0 0,-3 0 0 0,3 0 0 16,0 0 0-16,-3 0 0 16,3 0 0-16,-3 0 0 0,3 0-23 15,0 0 3-15,0 0 1 0,-3 0 0 16,2-2-16-16,1 2-3 0,-3 0-1 0,-3 0 0 16,6-3-86-16,0 0-18 0,-3 3-3 0</inkml:trace>
  <inkml:trace contextRef="#ctx0" brushRef="#br0" timeOffset="22109.76">15743 8941 1782 0,'-9'-5'37'0,"9"5"8"0,-6-3-36 0,0 3-9 0,-3-3 0 0,3-2 0 15,0 2 119-15,0 1 21 0,-3-1 5 0,3-2 1 16,-3 2-41-16,0 0-8 0,0 1-1 0,3-1-1 16,-2 0-31-16,-1 1-5 0,0 2-2 0,0-3 0 15,0 3-17-15,0 0-4 0,0 0-1 0,-3 0 0 16,3 0-16-16,0 3-3 0,-3-1-1 0,3 1 0 15,-3 0-6-15,4 2-1 0,-1-2 0 0,0 2 0 16,0-2-26-16,3 2-6 0,0 0 0 0,0 3-1 16,0-3 25-16,0 1 0 0,3-1 0 0,0 3 0 15,0 0 0-15,3-3 0 0,0 3 0 0,0 0 0 16,3 0 0-16,-3 0 0 0,3 0 0 0,3 0 0 16,0 0 0-16,0-3 0 0,0 3 0 0,3 0 0 15,0-3 14-15,3-2 8 0,-1 2 2 0,1 0 0 16,0-2-24-16,3-3 0 0,0 3 0 0,0-1 0 15,-3-2 0-15,3 0 0 0,0-2 0 0,-1-1 8 16,-2 0-8-16,0-2 9 0,0 3-9 0,0-4 10 0,0 1 6 0,-3 0 2 16,0-3 0-16,-3 2 0 15,0-4 9-15,0 2 1 0,-3 0 1 0,3 3 0 0,-3-3-1 0,-3 0 0 16,3 3 0-16,-3-1 0 0,0-2-7 0,-3 3-1 0,3 0-1 0,-3-1 0 16,0 1-5-16,-3 0-1 0,3 0 0 0,0-1 0 15,-3 1-4-15,0 2-1 0,-3-2 0 0,0 2 0 16,3 1-8-16,-3-1 8 0,0 0-8 0,-3 1 8 15,3 2-8-15,-3 0 0 0,-2 0 0 0,2 0 8 16,-3 0-8-16,3 2 0 0,0 1 0 0,0 0 0 16,0 2 0-16,3-2 0 0,0 2 0 15,0 0 0-15,3 1 0 0,0-1 0 0,3 0 0 0,1 0 0 16,2-5 0-16,-3 6-9 0,3 2 9 0,3 0 0 16,-1-3-8-16,4 3 8 0,0-3 0 0,0 0 0 15,3 1-9-15,0-1 9 0,0 0 0 0,3 1-9 16,-3-4 9-16,3 1 0 0,0 2 0 0,0-5 0 15,-3 3 0-15,3-3 0 0,-1 0 0 0,-2 0 0 16,0-3 0-16,0 3 0 0,-3-5 0 0,0 2 0 16,0 1 0-16,-3-1 0 0,0-2 0 0,-3 5 0 15,3-6 0-15,-3 1 0 0,0 5 0 0,-3-3 0 16,3-2 12-16,-3 0-3 0,-3 2 0 0,3-2 0 16,-3 2 0-16,0 1 0 0,0-1 0 0,0 3 0 15,0-3-9-15,-3 3 10 0,3 0-10 0,-2 0 10 16,-1 0-10-16,0 0 0 0,-3 0 9 0,3 3-9 0,3 0 0 15,-3-1 0-15,3 1 0 0,0 2 0 0,0-2 0 0,0 2 0 0,3 0 0 16,0 1 0-16,0-1 0 0,0 0 0 0,3 3 0 0,3-2 0 31,-3-1 0-31,3 0 0 0,3 0 0 0,-3 1 0 0,3-1 0 0,3-2 0 16,-3-1 0-16,0 1 0 0,3-3 0 0,0 0 0 16,-3 0 0-16,3 0-8 0,-3-3 8 0,3 3 0 15,-3-5 0-15,-1 2 0 0,-2 1 0 0,3-1 0 0,-3-2 0 16,0-1 0-16,0 1 22 0,-3 3 3 0,0-4 1 0,0 1 0 15,0 0-26-15,-3-1 0 0,0 1 0 0,0 2 0 16,-3-2 0-16,0 0 0 0,1 2-14 0,-4 1 5 16,3-1 9-16,-6 0 0 0,6 3 8 0,-6-2-8 15,3 2 0-15,0 0 0 0,0 0 0 0,0 2 0 16,3-2 0-16,0 3 0 0,0-3 0 0,6 0 0 16,-6 5 0-16,6-5 0 0,0 0 0 0,0 5 0 15,0-5 0-15,0 0 0 0,0 0 0 0,0 8 0 16,3-5 0-16,-3-3 0 0,6 5 0 0,-3-2 0 15,-3-3-9-15,6 5 9 0,0-2-10 0,-6-3 10 16,0 0-28-16,0 0 1 0,3 0 0 0,-3 0 0 16,6-3-85-16,0 3-16 0,-3-2-4 15</inkml:trace>
  <inkml:trace contextRef="#ctx0" brushRef="#br0" timeOffset="32451.294">9941 7996 1811 0,'0'0'37'0,"0"0"11"16,0 0-39-16,0 0-9 0,0 0 0 0,0 0 0 15,0 0 84-15,0 8 14 0,0-8 3 0,-3 5 1 16,0 3-31-16,3-2-7 0,0-1 0 0,-3 0-1 15,3 1-22-15,0-1-4 0,0 0-1 0,0 0 0 16,3 3-8-16,-3-2-1 0,3-1-1 0,-3 3 0 16,3 0-2-16,0-3 0 0,-3 3 0 0,3 0 0 15,0 0-4-15,-3 0-2 0,3 2 0 0,0-2 0 16,-3 3-7-16,3 0-2 0,-3-1 0 0,0 3 0 16,3 1-22-16,-3 1-5 0,0 1-1 0,0 3 0 15,0-3 19-15,0 2 0 0,0 3 0 0,0-2 0 16,0-1 48-16,0 1 12 0,0-3 4 0,0 2 0 15,0-2-64-15,0 0-8 0,0-3-4 0,0 3-1 16,0 0 13-16,3-3 10 0,-3 3-2 0,0 3 0 0,0-3-8 0,0 2 10 16,0 3-10-16,0 0 10 15,0 1-2-15,0 1-8 0,0 1 12 0,3 0-4 0,-3 0 1 0,3-3 0 16,0 0 0-16,-3 0 0 0,3 1-1 16,0-4-8-16,-3-2 12 0,3 3-4 0,0-1-8 0,-3-2 12 0,3 0-12 0,0 0 12 15,-3 2-12-15,3-2 0 0,0 0 0 0,0 5 0 31,-3-2-19-31,3 2-9 0,0 0-1 0,-3 0-1 0,3 3 50 0,0-3 11 0,-3 0 1 16,3 0 1-16,0 1-25 16,-3-4-8-16,3 1 0 0,0-1 0 0,-3-2 0 0,3 3 0 0,0-4 0 15,-3 4 0-15,3-3 0 0,-3 2 0 0,0 1 0 16,0-1 0-16,0 4 0 0,0 1 0 0,0 1 0 0,0 3 0 16,0-4 0-16,3 4 0 0,-3-1 0 0,3 1 0 15,-3-1 0-15,0-2 0 0,3-3 0 0,-3 6 0 16,0-3 0-16,2-1 0 0,-2 4 0 0,0 2 0 15,3 3 8-15,-3-1-8 0,0 1 0 0,3 3 0 16,-3-1 9-16,3-2-1 0,-3-3-8 0,3 0 12 16,-3 0-12-16,3-2 11 0,-3-1-11 0,0 3 10 15,3 0-10-15,-3 3 8 0,0 0-8 0,3-1 8 16,-3 1-8-16,3 0 8 0,0-3-8 0,-3 3 8 16,3-6-8-16,0 1 0 0,-3-6 9 0,3 3-9 15,-3-3 0-15,0 3 0 0,3-3 0 0,-3 3 8 16,0 0-8-16,0-1 8 0,0 4-8 0,3-3 8 15,-3 2-8-15,0-2 0 0,3 0 0 0,-3 0 0 16,0-1 0-16,3-4 0 0,-3-1 0 0,0 1 0 16,3-1 0-16,-3-2 0 0,0 0 0 0,0 0 0 15,0-3 0-15,0 3 0 0,0 0 0 0,0 0 0 16,0 0 0-16,0 0 0 0,0 0 0 0,0 2 0 0,0 1 0 0,0-1 0 16,0 1 0-16,0 2 0 0,0 0 0 0,0-3 0 15,0 4 0-15,0-4 0 0,0 1 0 0,3-3 0 16,-3-1 0-16,0-1 0 0,0 2 0 0,0-3 0 0,0 0 0 15,0 0 0-15,0 0 0 0,0 1 0 0,0 2 0 0,0-3 0 16,0 0 0-16,0 3 0 0,0-3 0 0,0 0 0 16,-3 3 0-16,3-3 0 15,0 3 0-15,0 0 0 0,-3 0 0 0,3-3 0 0,0 3 0 16,0-3 0-16,-3 1 0 16,3-1 0-16,0 0 0 0,0 0 0 0,0-2 0 0,0 0 0 0,0-4 0 0,0 1 0 15,-3 0 0-15,3-2 0 0,0 2 0 16,0-3 0-16,0 0 0 0,0-5 0 0,0 5 0 0,0-5 0 15,0 0-50-15,0 0-11 0,0 0-3 16,0 0 0-16,0 0-51 0,0 0-10 0,0 0-3 0</inkml:trace>
  <inkml:trace contextRef="#ctx0" brushRef="#br0" timeOffset="37002.281">10025 8023 1698 0,'0'0'48'0,"0"0"11"0,0 0-47 0,0 0-12 0,0 0 0 0,0 0 0 31,0 0 73-31,0 0 13 0,0 0 2 0,0 0 1 0,0 0-20 0,0 0-4 0,0 0-1 0,0 0 0 16,0 0-20-16,0 0-4 0,0 0 0 0,0 0-1 16,-3 0-15-16,3 0-2 0,0 0-1 0,0 0 0 15,-6 0-10-15,6 0-3 0,-6 0 0 16,6 0 0-16,-3 2-8 0,3-2 10 0,-9 3-10 0,9-3 10 15,0 0-10-15,-3 3 12 0,3-3-12 0,0 0 12 16,-3 5-12-16,3-5 12 0,0 0-12 0,0 0 12 16,0 0-12-16,0 5 10 0,0-5-10 0,3 5 10 15,3-2-1-15,0 0 0 0,0-1 0 0,0 1 0 16,0-3 2-16,0 3 0 0,3-3 0 0,-1 0 0 16,-2 0-2-16,3 0 0 0,0-3 0 0,0 3 0 15,0-3-9-15,0 3 8 0,0 0-8 0,0-2 8 16,0 2-8-16,3 0 10 0,0-3-10 0,0 0 10 15,2 3-10-15,1-2 0 0,0-1 0 0,3 1 0 16,0 2 0-16,0-6 8 0,3 6-8 0,-1-2 0 16,4-4 0-16,-3 4 0 0,0-1 0 0,0 0 0 15,0 1 0-15,-4-4 0 0,4 4 0 0,-3-1 0 16,0 3 0-16,-3-3 0 0,0 1 0 0,3 2 0 16,0-3 0-16,-1 3 0 0,4 0 0 0,0-2 0 15,0 2 0-15,6-3 0 0,-1 0 0 0,1 3 0 0,0-2 0 16,0 2 0-16,3-3 0 0,-4 3 0 0,-2-3 0 15,0 3 0-15,-3 0 0 0,3-2 0 0,-3 2 0 16,5 0 0-16,1 0 0 0,0 0 0 0,0 0 0 16,5-3 0-16,-2 3 0 0,0-3 0 0,0 3 0 0,-1 0 0 0,-2 0 0 0,-3 0 0 31,0 0 0-31,0 0 0 0,-3 3 0 0,2-3 0 0,-2 3 0 0,3-3 0 0,0 0 0 0,0 0 0 16,-1 0 0-16,1 0 0 0,0 0 0 0,0 0 0 15,0 0 0-15,-3 0 0 0,-1 0 0 0,4 0 0 16,-6 0 0-16,0 0 0 0,0 0 0 0,-3 0 0 15,0 0 0-15,-4 0 0 0,4 2 0 0,-3-2 0 16,0 0 0-16,0 3 0 0,0-3 0 0,3 3 0 16,-3-3 0-16,3 2 0 0,-3-2 0 0,2 0 0 15,1 3 0-15,0-3 0 16,0 3 0-16,0-3 0 0,0 0 0 0,0 2 0 0,0-2 8 16,-1 0-8-16,1 0 0 0,0 0 0 0,-3 0 0 0,3 3 0 15,0-3 0-15,-3 0 0 0,3 0 0 0,-3 2 0 16,-3-2 0-16,2 0 0 0,-2 0 0 0,3 3 0 15,-3-3 0-15,0 0 0 0,0 3 0 0,3-1 0 16,-3-2 0-16,0 3 0 0,3 0 0 0,0-1 0 16,-3-2 0-16,2 3 0 0,1 0 0 0,0-1 0 15,0-2 0-15,3 0 0 0,-3 3 0 0,0 0 8 16,3-3-8-16,-3 2 0 0,0 1 0 0,2 0 0 16,-2-3 0-16,0 0 0 0,-3 2 0 0,3 1 0 0,-3-3 0 0,3 2 0 15,-3 1 0-15,0 0 0 0,0-3 0 0,3 2 0 16,-3 1 0-16,-3 0 0 0,2-3 0 0,-2 2 0 0,0-2 0 15,0 3 0-15,0-3 0 0,0 3 0 0,0-3 0 0,0 2 0 16,-3-2 0-16,3 0 0 0,0 3 0 0,0-3 0 16,-3 3 0-16,3-3 0 0,0 0 0 15,0 0 0-15,0 2 8 0,0-2-8 16,0 0 8-16,0 0-8 0,0 0 9 16,0 0-9-16,-1 0 10 0,1 0-10 0,0 0 11 0,-3 0-11 0,3 0 12 0,0 3-12 15,-6-3 12-15,6 0-4 0,0 0 0 16,0 3-8-16,0-3 11 0,-3 0-11 0,6 0 10 0,-9 0-10 15,6 2 8-15,0-2-8 0,0 3 0 0,0-3 9 16,-3 0-9-16,3 2 0 0,0-2 9 0,-6 0-9 16,3 0 10-16,-3 0-2 0,0 0-8 0,6 3 12 15,-6-3 0-15,0 0 0 0,0 0 0 0,3 5 0 16,-3-5 0-16,0 0 0 0,0 0 0 0,3 6 0 16,-3-6-2-16,0 8-1 0,0-3 0 0,0-5 0 15,0 8 1-15,0 0 0 0,0-8 0 0,-3 8 0 16,0 0 0-16,3 0 0 0,-3 0 0 0,0-1 0 15,0 1-2-15,0 3 0 0,0 0 0 0,0-1 0 16,0 3 0-16,0 1 0 0,0 2 0 0,-3-1 0 16,3 4 4-16,0-3 0 0,0 2 0 0,-3 1 0 15,3 2-12-15,0-5 0 0,0 2 0 0,0-2 0 16,0 0 10-16,0 0-10 0,0 0 12 0,3 0-12 0,-3-3 8 16,0 3-8-16,3 0 0 0,-3 0 0 0,0 2 0 0,3 3-9 15,-3 0 1-15,0 6 0 16,3-1 8-16,-3 1 0 0,3 2 0 0,0 0 0 0,-3-2 0 15,3-1 0-15,0-2 0 0,0-3 0 0,0 0 0 0,0 0 0 16,0-2 0-16,0 2 0 0,0 0 0 16,-3-2 0-16,3 5 0 0,0-1 0 0,0 4 0 0,-3-1 0 15,3 6 0-15,0-3 0 0,0 0 0 16,0-2 0-16,0-1 0 0,0 1 0 0,0-6 0 0,0 0 0 0,0-3 0 0,0 4 0 16,0-4 28-16,0 1 7 0,0 2 1 0,0 3 1 15,0-1-23-15,0 4-5 0,0 5-1 0,0-3 0 16,3 0-8-16,-3 0 8 0,0 0-8 0,3-2 8 15,-3-4-8-15,0 1 12 0,3-3-12 0,-3 1 12 16,3-4-12-16,-3 3 8 0,3 0-8 0,0 3 8 16,-3 3-8-16,3 2 8 0,0 3-8 0,-3-1 8 15,3 1-8-15,0 0 0 16,0-6 0-16,-3 3 0 0,3-5 11 0,0 0-3 0,-3-3-8 0,0 0 12 16,3 0-3-16,-3 1-1 0,0-1 0 0,0 5 0 15,0 1-18-15,0 4-4 0,0 1-1 0,0 0 0 16,0-3 31-16,0 0 5 0,0-2 2 0,0-4 0 15,0 1-23-15,3-5 0 0,-3 2 0 0,0-3 0 16,0-2 9-16,0 3-9 0,0-3 12 0,0 2-12 16,0 1 8-16,0 2-8 0,0-3 0 0,0 6 0 15,0 0 0-15,0 0 0 0,0 2 0 0,0-2 0 16,0-3 8-16,0 1-8 0,0-4 0 0,0 1 0 16,0-4 29-16,0 1 3 0,0-5 0 0,0 5 0 15,0-6-51-15,0 1-9 0,0 2-3 0,-3-2 0 0,3-1 31 0,0-2 0 16,0 3 0-16,-3-1 0 0,3 4 0 0,0-1 0 15,0 0 10-15,-3 0-10 0,3 3 0 0,0 0 0 0,-3 0 0 16,3 3 0-16,0-4 0 0,-3 4 0 0,3-1 0 0,0 1 0 16,-3-3 0-1,3 0 0-15,0 0 0 0,-3-3 0 0,3 0 0 0,0-2 0 16,-3 2 0-16,3-3 0 0,0-2 18 0,-3 0 8 0,3 0 2 16,0 0 0-1,-3 0-44-15,3 0-9 0,0-3-2 0,0 3 0 0,-3-2 27 0,3-1 0 0,0-5 0 16,-3 8 0-16,3-3 0 0,-3 3 0 0,3-8 0 0,0 5 0 15,0-5 21-15,-3 6 3 0,3-6 1 0,0 0 0 16,0 0-40-16,-3 5-8 0,3-5-1 0,0 0-1 16,0 0 7-16,0 0 2 0,0 0 0 0,0 0 0 31,0 0-32-31,0 0-5 0,0 0-2 0,0 0 0 0,-6-3-135 0,0-2-27 0,1 0-6 0</inkml:trace>
  <inkml:trace contextRef="#ctx0" brushRef="#br0" timeOffset="38410.727">10114 11748 923 0,'0'0'39'16,"0"0"-31"-1,0 0 88-15,0 0 17 0,0 0 4 0,0 0 1 16,0 0-10-16,0 0-1 0,0 0-1 0,0 0 0 15,0 0-26-15,0 0-4 0,0 0-2 0,0 0 0 16,0 0-21-16,0 0-4 0,0 0-1 0,0 0 0 16,6 6-6-16,-3-4-2 0,3 1 0 0,-3-3 0 15,3 2-48-15,3-2-11 0,-3 0-1 0,3 0-1 16,2 0 21-16,-2 0 0 0,3 0 0 0,0 3 0 16,3-3 0-16,3 0 0 0,-3 0 0 0,3 3 0 15,0-3 20-15,2 2 9 0,1-2 2 0,3 0 0 16,-3 0-31-16,0 3 0 0,0 0 0 0,-1-1 0 15,-2-2 0-15,0 3 0 0,0 0 0 0,0-3 0 16,0 2-19-16,0 1-9 0,2 0-3 0,1-3 0 16,3 2 50-16,3 1 9 0,0 0 3 0,2-1 0 15,-2 1-31-15,6-1 0 0,-3-2 0 0,2 6 0 16,-2-6 0-16,-3 2 0 0,0-2 0 0,3 0 0 16,2 3-24-16,1-3-4 0,0-3 0 0,5 6-1 0,-2-3 45 15,0 3 8-15,3-1 3 0,-4 1 0 0,-5-3-19 0,0 0-8 0,0 0 8 16,-1 3-8-16,-2-3 15 15,3 0-3-15,0 0 0 0,-1 0 0 0,-2 2 8 0,3-2 0 16,-3 3 1-16,0-3 0 0,-1 0-21 0,-2 3 0 16,0-1 0-16,-3 1 0 0,-3-3 0 0,0 0 0 0,-1 2 0 15,-2-2 0-15,-3 0 0 0,3 3 0 0,0-3 0 0,-3 0 0 16,0 0 0-16,3 0 0 0,0 0 0 0,-1 0 0 16,-2 0 56-16,3 3 6 0,0-3 2 0,0 0 0 15,0 0-52-15,0 2-12 0,0-2 0 0,0 0 0 16,-4 0 0-16,4 0 0 0,0 0 0 0,-3 0 0 15,3 3 0-15,-3-3 0 0,0 0 0 0,0 3 0 16,0-3 0-16,-3 0 0 0,2 2 0 0,-2-2 0 16,-3 3 0-16,3-3 0 0,0 0 0 0,-3 3 0 15,3-3 0-15,-3 0 0 16,3 2 0-16,0-2 0 0,-3 3 0 0,3-3 0 0,0 0 0 0,-3 0 0 16,3 0 0-16,0 3 0 0,-1-3 0 0,1 0 0 15,0 0 0-15,3 2 0 0,-3-2 0 0,0 0 0 16,3 3 0-16,0-3 0 0,-3 0 0 0,3 3 0 15,-3-3 0-15,3 0 0 0,-3 2 0 0,2-2 0 16,-2 3 0-16,0-3 0 0,3 0 0 0,-3 2 0 16,0-2 0-16,0 3 0 0,0-3 0 0,0 3 0 15,0-3 0-15,0 0 0 0,0 2 0 0,-3 1 0 0,0-3 0 16,-1 0 0-16,1 3 0 0,0-3 0 16,0 0 0-16,0 0 0 0,-3 0 0 0,3 0 0 0,-3 0 0 0,3 0 0 0,-3 0 0 0,0 0 0 15,3-3 54-15,-3 3 8 0,-3 0 2 0,6-3 0 16,-3 1-52-16,3-1-12 0,-3 0 0 0,3 1 0 15,0-1 0-15,-3 1 0 0,3-1 0 0,-3-2 0 16,3 2 0-16,-3 0 0 0,0 1 0 0,3-1 0 16,-3 0 0-16,0 1 0 0,-3 2 0 0,5-3 0 15,-5 3 0-15,6-3 0 0,-3 1 0 0,-3 2 0 16,0 0 0-16,3-6 0 0,-3 6 0 16,3-2 0-16,-3 2 0 0,0-5 0 0,0 5 0 15,0 0 0-15,3-6 0 0,-3 1 0 0,0 5 0 0,3-5 0 16,-3-1 0-16,0 4 0 0,0-4 0 0,0 6 0 15,-3-7 0-15,3 1 0 0,0 1 0 0,-3 0 0 16,3-1 13-16,0 1 0 0,-3 0 0 0,3-1 0 16,0 1-5-16,-3 0-8 0,3 0 11 0,-3-1-11 15,3 4 10-15,0 2-10 0,-3-6 8 0,0-2-8 16,0 3 9-16,1 0-9 0,-1 0 10 0,0-3-10 16,0 2 10-16,3-2-10 0,-3 3 10 0,0-3-10 15,0 0 12-15,3 0-4 0,-3-2-8 0,0 2 12 16,0-3-2-16,3 1-1 0,-3 2 0 0,0-6 0 0,3 4 2 15,0-1 0-15,-3-2 0 0,3 2 0 0,0 1-11 0,0-1 10 16,0-2-10-16,0 5 10 0,0-2-10 16,0-1 0-16,0 3 9 0,0 0-9 15,0 0 0-15,0 0 0 0,3 0 0 0,-3 3 8 16,0-3-8-16,3 3 0 0,0-1 0 0,-3 1 0 0,3 0-12 0,-3 2-4 16,3-2-1-16,0 2 0 15,3-2-44-15,-3 0-9 0,3-1-2 0,-3 1 0 16,-1-3-144-16,1 3-28 0</inkml:trace>
  <inkml:trace contextRef="#ctx0" brushRef="#br0" timeOffset="39754.771">7768 8525 1094 0,'-20'3'23'0,"14"-3"5"15,0 0-28-15,-3 3 0 0,3-3 0 0,0 2 0 16,6-2 92-16,-9 0 14 0,9 0 2 0,-6 0 1 0,6 0-34 0,0 0-7 0,-6 0-2 0,6 0 0 15,0 0-7 1,0 0-2-16,0 0 0 0,0 0 0 16,0 0-26-16,0 0-6 0,0 0-1 0,0 0 0 15,0 0 9-15,0 0 2 0,0 0 0 0,0 0 0 16,0 0-5-16,0 0-1 0,0 0 0 0,3 3 0 0,3-3-29 0,0 3 0 0,3-3 0 16,0 0 0-16,0 0 0 0,0 0 0 0,2 0 0 0,1 2 0 15,3-2 57-15,0 0 6 0,0 3 1 0,3 0 0 16,-3-3-52-16,6 2-12 0,-1 1 0 0,4 0 0 15,-3-1 0-15,0 3 0 0,0-2-12 0,3 2 12 16,-7-2 0-16,1 0 9 0,0-1 1 16,0 4 0-16,0-4-10 0,3-2 0 0,0 3 0 0,-1 0-11 15,4-1 60-15,3 3 12 16,0-2 3-16,0 0 0 0,-1 2-64 0,1-2-15 0,0 2-1 16,0 0-1-16,-3-2 17 0,-4 2 11 0,1-2-2 15,0 2 0-15,-3-2-1 0,0-1 0 0,0-2 0 0,-1 3 0 16,4 0-8-16,-3-3 0 0,3 0 0 0,0 2 0 15,0 1 0-15,3 0 0 0,-4-3 0 0,4 2 0 16,-3 1 26-16,3 0 3 0,-3-3 1 0,-1 2 0 16,-2-2-18-16,-3 3-3 0,3-3-1 0,-3 3 0 15,0-3 0-15,-3 0-8 0,0 0 12 0,0 0-4 16,-1 0 9-16,1 0 2 0,3 0 0 0,-3 0 0 16,3 0-19-16,0 0 0 0,0 0 0 0,0 0 0 15,3 0 0-15,-4 0 0 0,1 0 0 0,3 0 0 16,0 0 0-16,-3 0 0 0,3 0 0 0,-3 2 0 15,0-2 0-15,-1 3 0 0,1-3 0 0,-3 0 0 0,3 0 0 16,-3 0 0-16,0 0 0 0,0 0 0 0,0 0 0 16,-3 0 0-16,0 0 0 0,0 0 0 15,-1 0 0-15,1 0 0 0,0 0 0 0,0 0 0 16,3 0 0-16,-3 0 0 0,3 0 0 0,-3 0 0 16,3 0 0-16,0 0 0 0,0 0 0 0,0 0 0 15,-1 0 16-15,1 0-1 0,0 0 0 0,0 0 0 0,0-3-15 16,0 3 9-16,0-2-9 0,0 2 8 0,0 0-8 0,0 0 10 15,0 0-10-15,-1 0 10 0,-2 0-10 0,3 0 8 0,0 0-8 0,-3 0 8 16,3 0-8-16,-3 0 0 0,0 0 0 16,0 0 0-16,0 0 0 0,0 0 8 0,-3 0-8 0,3 0 0 15,-4-3 0-15,1 3 8 0,0-3-8 0,0 3 0 16,3 0 0-16,-3-2 0 0,0 2 8 0,0 0-8 16,0-3 0-16,0 3 0 0,3-3 0 0,-3 3 0 15,0 0 0-15,0-2 0 0,0 2 0 0,0 0 0 16,3-3 0-16,-3 3 0 0,-1447-3 8 0,2894 3-8 15,-1448 0 0-15,1 0 0 0,-6 0 0 0,6 0 8 16,3 0-8-16,-3 0 0 0,0 0 0 0,0 0 0 16,3-2 0-16,-3 2-17 0,0 0 4 0,3-3 1 15,-3 3-24-15,3-3-4 16,-3 3 0-16,3-2-1 0,3-3-150 0,0-1-29 0</inkml:trace>
  <inkml:trace contextRef="#ctx0" brushRef="#br0" timeOffset="42239.289">6965 8136 2166 0,'-3'-5'45'0,"0"0"10"0,-3-3-44 0,3 3-11 0,0-1 0 0,0 4 0 0,0-4 84 0,3 6 14 0,-6-2 3 0,0 2 1 15,6 0-30-15,-6 0-7 0,0 0-1 0,0 5 0 16,0 0-51-16,0 1-13 0,0 2 0 0,0 5 0 16,0-3 24-16,3 9 3 0,-3-3 0 0,3 5 0 31,0 0-43-31,3 0-9 0,-3 3-2 0,3 0 0 0,0-3 38 0,0 0 7 0,0-2 2 16,3 2 0-16,-3-5-32 0,3 0-7 15,3-3-1-15,0 0 0 0,-3-5 20 0,3 3 0 16,0-3 0-16,3-3 0 0,-3 0 0 0,3-5 0 0,0 3 0 0,0-3 0 15,0-3-55 1,3 1-7-16,-3-1-2 0,0-2 0 0,0-1 76 0,2-2 16 0,-2 0 2 0,3-2 1 16,-3-1-31-16,-3 1 8 0,0-1-8 0,3-2 0 15,-6 2 14-15,3-2 0 0,-3 0 0 0,-3 0 0 16,0-1 10-16,0 1 3 0,0 0 0 0,-3 2 0 16,3 3-7-16,-3 0-2 0,0 3 0 15,0 0 0-15,3 5 15 0,0 0 3 0,0 0 1 0,0 0 0 16,0 0-81-16,-3 8-16 0,3 2-3 0,0 4-1 15,3-4 76-15,0 3 16 0,0 1 2 0,3 2 1 16,3-3-31-16,0-3 0 0,0 1-13 0,3 2 4 16,-3-5 9-16,2 0-13 0,4-3 5 0,0 1 8 15,-3-4-9-15,0 1 9 0,0-3 0 0,-3 0 0 16,3-3-18-16,-3 1 3 0,0-4 1 0,-3 1 0 16,3-3 14-16,-3 0 0 0,-1 0 0 0,-2-2 0 0,3-1 35 15,-3-2 9-15,0-3 3 0,0 3 0 16,0-3-28-16,-3 0-6 0,3 0-1 0,0 0 0 0,-3 0-12 15,3 0 11-15,-3 1-11 0,0-1 10 0,3 2-10 16,-3 1 0-16,0-3 0 0,3 6 0 0,-3-3 0 0,3 2 0 16,-3 0 0-16,3 1 0 15,0 2-152-15,0 3-32 0,0-1-6 0</inkml:trace>
  <inkml:trace contextRef="#ctx0" brushRef="#br0" timeOffset="45125.057">7310 8496 1530 0,'0'0'32'0,"0"0"8"0,0 0-32 0,0 0-8 0,0 0 0 0,0 0 0 15,0 0 114-15,0 0 22 0,0 0 4 0,0 0 0 16,0 0-60-16,0 0-13 0,0 0-3 0,0 8 0 16,0-8 0-16,-3 6 0 0,3-6 0 0,-3 5 0 15,3 0-51-15,0-5-13 0,-3 5 0 0,-3 1 0 16,6-6 54-16,0 0 8 0,-3 5 2 0,3-5 0 16,0 0-52-16,0 0-12 0,-3 3 0 0,3-3 0 15,0 0 54-15,0 0 8 0,0 0 2 0,0 0 0 16,0 0-52-16,0 0-12 0,0 0 0 0,0 0 0 15,0 0 0-15,3-3 0 0,0-2 0 0,0 2 0 16,3-2 0-16,0 2 0 0,0-2 0 0,3 0 0 16,-3 2 54-16,3-2 8 0,0 2 2 0,0 0 0 15,0-2-52-15,-1 2-12 0,4 1 0 0,-3-1 0 0,3 3-10 16,-3-3-5-16,3 3-1 0,-3 0 0 16,0 3 16-16,0-3 0 0,0 3 0 0,-3-1 0 15,0 1 12-15,-3 2 3 0,0 1 0 0,0-1 0 0,-3 0-15 16,0 0 0-16,-3 3 0 0,0 0 0 0,-3 0 0 0,0 0 0 15,-6 3 0-15,3-1 0 0,0 4 0 0,0-1 0 0,-3 0 0 0,0 0 0 16,3 3 0-16,-3-3 0 0,0 3 0 0,4 0 0 16,-1-3 0-16,0 1 0 0,3-1 0 0,-3 0 0 15,6-2 0-15,-3-3 0 16,3 2 0-16,0-2 0 0,0-3 0 0,3 3 0 0,0-2 0 0,-3 2 0 16,3-3 0-16,0-5 0 0,3 3 0 0,0 2 0 15,-3-5 0-15,3 2 0 0,0 1 0 0,3 0 0 16,0-3 0-16,0 2 0 0,0-2 0 0,0 3 0 15,3-3 0-15,0 0 0 0,-1 0 0 0,1 0 0 16,0 0 19-16,3-3 1 0,-3 3 0 0,3-2 0 16,0 2-32-16,0 0-7 0,3-3-1 0,-3 3 0 15,0-3 20-15,2 1 0 0,1 2 0 0,-3-5 0 16,3 5-157 0,3-3-28-16,-3-2-6 0</inkml:trace>
  <inkml:trace contextRef="#ctx0" brushRef="#br0" timeOffset="46526.765">12599 8705 1516 0,'0'0'32'0,"-3"-2"6"0,0-4-30 0,0 4-8 0,3-4 0 0,0 6 0 15,-2-5 66-15,2 5 12 0,-3-5 2 0,3 5 1 16,0 0-13-16,0-5-4 0,0 5 0 0,0 0 0 16,0 0 0-16,0 0 0 0,0 0 0 0,0 0 0 15,0 0-5-15,3-3-2 0,-1 0 0 0,4 1 0 16,-3 2 11-16,6 0 3 0,-3 0 0 0,6 0 0 15,-3 0-57-15,6 0-14 0,0 2 0 0,0-2 0 16,3 3 28-16,0 0 2 0,2-3 1 0,4 2 0 16,-3 1-9-16,3 0-2 0,-3-3 0 0,2 2 0 15,4-2-3-15,-3-2-1 0,0 2 0 0,3-3 0 16,2 0-3-16,1 1-1 0,0 2 0 0,6-3 0 16,-7 0-21-16,-2 3-5 0,3 0-1 0,-3 0 0 15,-6 0 15-15,-1 0 0 0,1 0 0 0,-6 0 0 0,0 3 0 0,0-3 0 16,-3 3 0-16,0-3 0 15,-3 2 0-15,-3 1 0 0,3-3 0 0,-3 3 0 0,-1 2 0 0,1-3 0 0,0 1 0 0,0 0 0 16,0-1 0-16,-3 4 0 0,3-4 0 0,-3 4 0 16,3-4 0-16,0 4 0 0,-3-4 0 0,3 4 0 15,0-4 0 1,-3 3 0-16,3-2 0 0,0 0 0 0,-6-3 0 0,6 2 0 0,-3 1 0 0,-3-3 0 16,6 0-105-1,-6 0-19-15,6 0-3 0</inkml:trace>
  <inkml:trace contextRef="#ctx0" brushRef="#br0" timeOffset="47304.616">12641 11095 1337 0,'0'0'28'0,"0"0"6"0,0 0-34 0,0 0 0 0,0 0 0 0,6 2 0 16,0 1 109-16,0 0 15 0,3-3 4 0,-3 2 0 16,3-2-1-16,3 3 0 0,0 0 0 0,-1-1 0 15,4 1-31-15,0-1-7 0,6-2-1 0,-3 3 0 0,3 0-37 0,-3-3-8 16,2 0-2-16,4 0 0 0,-3 0 3 0,0 0 1 0,0-3 0 0,3 0 0 15,-1 3-21-15,1-2-4 0,0-1 0 0,3 3-1 16,0-2-19-16,-4 2 0 0,1 0 0 16,-3 0-9-16,0 0 9 0,0 0 0 15,-3 2 0-15,-1 1 8 0,-5-3-8 0,0 2 0 0,0 1 0 16,-3 0 0-16,0-1 0 0,-3 4 0 0,0-4 0 16,-3 1 0-16,0 2-13 0,-3-5-4 0,0 6-1 15,0-6 0 1,3 5-26-16,-3-5-4 0,0 3-2 0,0-3 0 0,0 0-117 15,0 0-23-15,0 0-5 0</inkml:trace>
  <inkml:trace contextRef="#ctx0" brushRef="#br0" timeOffset="48341.163">12004 8613 1170 0,'-3'-6'49'0,"0"1"-39"16,0-3 118-16,3 6 23 0,-3-4 5 0,0 1 0 15,3 5-35-15,0-5-7 0,0 5-2 0,-3-6 0 16,3 6-13-16,-3-2-3 0,3 2-1 0,0 0 0 16,-3-3-44-16,3 3-9 0,0 0-2 0,0 0 0 15,0 0-4-15,0 0 0 0,-6 3-1 0,0 2 0 16,3 0-13-16,0 3-2 0,-3 0-1 0,3 0 0 16,3 5-19-16,-2 1 10 0,2 1-10 0,0-1 8 15,0 2-8-15,2-1 0 0,1 1 0 0,0 0 0 0,3-3 0 16,0 1 0-16,0-6 0 0,3 2 0 0,0-2-9 15,0-3-1-15,3-2 0 0,0 0 0 0,-3-3 0 0,3-3 0 16,0 0 0-16,-3 1 0 0,0-6 10 0,2 0-8 16,-2 0 8-16,0-5-8 0,0 2 8 0,-3-2 0 15,3 0 0-15,-3-3 0 0,-3 3-9 16,3-1 0-16,-3-2 0 0,-3 3 0 0,3 0 38 0,-3 0 8 0,0 0 2 16,0 2 0-16,-3 0-10 0,3 3-1 0,-3-2-1 15,0-1 0-15,0 3-3 0,0 0 0 16,0 0 0-16,0 1 0 0,0 1-4 0,0 1-2 0,3 5 0 0,0 0 0 15,0 0-5-15,0 0-1 0,0 0 0 0,0 0 0 16,0 0-4-16,0 0-8 0,0 0 11 0,0 5-11 16,0 3 8-16,0 0-8 0,0 0 0 0,0 5 0 15,0 1 8-15,0-1-8 0,0 3 0 0,0 2 0 16,0 3 0-16,0 6 0 0,0-3 8 0,0 5-8 16,0-5 0-16,-3 2 0 0,3-2 0 0,-3 0 0 15,0-3 0-15,0 0 0 0,0-3 0 0,-3 1 0 16,3-1 0-16,-3-2-12 0,0 0 1 0,0-3 1 15,-2 1 2-15,-1-1 0 0,0-2 0 0,0 2 0 16,-3-3 8-16,0 1 0 0,-3 0 0 0,3-1 0 16,-3-2 0-16,0 0 0 0,0 0 0 0,1 0 0 15,-1-3 0-15,-3 3 0 0,3-3 0 0,0-2 0 16,0 0 0-16,0-1 0 0,0 1 0 0,4-3 0 0,-1 0 0 16,0 0 9-16,3-3-9 0,-3 1 0 15,3-1 0-15,3-2 0 0,-3 2 0 0,6-2 0 16,-3-1 0-16,3-1 0 0,3-1 0 0,0 0 0 15,0-3-32-15,3 3-14 0,0-2-2 0,6-1-1 16,0 3-119-16,6-3-23 0,0 1-5 0,9-1 0 16,-1 1-44-16,7-1-9 0</inkml:trace>
  <inkml:trace contextRef="#ctx0" brushRef="#br0" timeOffset="48679.968">12281 8822 1876 0,'0'0'39'0,"0"0"9"0,0 0-38 0,-3 2-10 0,0 4 0 0,-3-1 0 16,3-2 108-16,-3 2 20 0,0-2 4 0,0 2 1 15,0 0-19-15,0 0-4 0,0-2-1 0,-3 2 0 16,6 1-87-16,-3-1-22 0,3 0 0 0,-2 1 0 16,2-1 56-16,3 0 6 0,-3 3 2 0,3-3 0 15,0 1-52-15,0-1-12 0,0-5 0 0,0 5 0 16,3 3-11-16,0-5-5 0,0 2 0 0,2 0-1 16,1 1 27-16,0-4 6 0,3 4 0 0,-3-4 1 15,3 1-17-15,0 0 0 0,3-1 0 0,-3-2 0 16,0 0-10-16,3 0-6 0,-3 0 0 0,0 0-1 15,3-2 17-15,-4-1 0 0,4 3 0 0,-3-3 9 16,-3-2 6-16,3 2 1 0,-3 1 0 0,0-1 0 16,0 0 9-16,0-2 3 0,-3 2 0 0,-3-2 0 15,3 0 1-15,-3 0 1 0,0-1 0 0,-3 1 0 16,0 0-22-16,0-3-8 0,0 0 0 0,-3 3 9 16,0-1-9-16,0 1 0 0,-3 0 0 0,0-1 0 15,0 1 0-15,-2 2 0 0,-1 1 0 0,0-1 0 0,0 3-13 16,-3 0-5-16,0 0-1 0,0 3 0 15,0 2-139-15,0 0-28 0,-2 1-6 0</inkml:trace>
  <inkml:trace contextRef="#ctx0" brushRef="#br0" timeOffset="49791.104">12013 10946 2067 0,'-3'-5'87'15,"-3"-3"-70"1,3 3 89-16,0-3 18 0,0 3 3 0,0 2 1 16,0-2 0-16,3 5 0 0,-3-3 0 0,3 3 0 15,0 0-103-15,0 0-25 0,0 0 0 0,0 0 0 16,0 0 56-16,0 0 7 0,0 0 1 0,-3 5 0 16,3-5-52-16,-3 8-12 0,3-2 0 0,3 2 0 15,-3 0 0-15,3-1 0 0,0 1 0 0,3 0 0 16,0 0 0-16,0 0 0 0,3 0 0 0,0 0 0 15,3 0-46-15,-3-3-12 0,3 3-2 0,0-2-1 16,-1-4-5-16,1 4-1 0,0-6 0 0,-3 0 0 16,6 0 54-16,-3 0 13 0,0-3 0 0,-3 0 0 15,3 1 0-15,-3-4 0 0,3 4 0 0,-3-4 0 0,-1 1 0 16,1 0 0-16,0-1 0 0,-6 1 0 0,3 0 36 0,-3 0 11 16,0-1 1-16,0 1 1 0,-6 2-27 0,3-5-6 0,0 3 0 15,-3 0-1-15,0 0 39 0,-3 2 8 16,3-2 2-16,-3 2 0 15,3 0-52-15,0-2-12 0,-3 5 0 0,3-3 0 0,3 3 37 0,-5-2 5 16,5 2 1-16,0 0 0 0,-3 0-25 0,3 0-5 0,-6 2-1 0,3 1 0 16,0 2-12-16,0 3 0 0,0-2 0 0,0 1 0 15,3 1 0-15,0 0 0 0,-3 0 0 0,3 3 0 16,0-1 0-16,-3 1 0 0,3 2 0 0,0 1 0 16,-3 1 0-16,3 1 0 0,0 3 0 0,0 2 0 15,-3-3 0-15,3 4-8 0,-3-4-1 0,0 3 0 16,3-2-6-16,-3-3-1 0,0 2 0 0,-3-2 0 15,3-3 4-15,-3 1 0 0,0-1 0 0,0-3 0 16,0 1 4-16,-3-3 8 0,3 3-13 0,-3-1 5 16,3-2 8-16,-3 0 0 0,1 0 0 0,-1-3 0 15,0 1 0-15,-3-4 0 0,0 1 0 0,3 2 0 16,-3-5 0-16,3 0 0 0,0 0 0 0,0 0 0 16,0 0 0-16,3-3 0 0,-3 1-11 0,6-3 11 15,-3-1-40-15,4-2-3 0,2 0 0 0,0-2 0 16,0 2-134-16,5-5-27 0,1 2-6 0</inkml:trace>
  <inkml:trace contextRef="#ctx0" brushRef="#br0" timeOffset="50076.111">12406 11103 2408 0,'0'0'50'0,"0"0"12"0,0 0-50 15,0 0-12-15,0 0 0 0,0 0 0 0,0 0 96 0,0 0 17 0,0 0 3 0,0 0 1 16,0 0-41-16,0 0-8 0,0 5-1 0,0 3-1 16,-3-3-18-16,3 3-3 0,0-3-1 0,0 6 0 15,0 0-15-15,-3-4-3 0,3 7-1 0,0-4 0 16,0 4-10-16,-3-1-3 0,3 0 0 0,-3 0 0 16,3 3-12-16,-3-3 8 0,-3 1-8 0,3 1 0 15,-3-1 0-15,0-1 0 0,0 3 0 0,0-3 0 16,0 0 0-16,0 0 0 0,0 1-13 0,3-1 4 15,-2 3-23-15,2-3-5 16,0 0-1-16,-3 3 0 0,6-3-71 0,-3-2-15 0,3 2-2 0</inkml:trace>
  <inkml:trace contextRef="#ctx0" brushRef="#br0" timeOffset="51107.459">10108 11251 1546 0,'0'0'65'0,"0"0"-52"15,-6 0 99-15,6 0 19 0,-6 0 4 0,0 0 1 16,6 0-57-16,-6 0-11 0,6 0-3 0,-6 0 0 16,-3 0 23-16,3 2 4 0,-3-2 0 0,3 0 1 15,-2 3-35-15,-1-3-7 0,0 0-2 0,0 0 0 16,-3 0-9-16,3 3-3 0,-3-3 0 0,0 0 0 15,-3 2-13-15,3-2-2 0,-3 0-1 0,-2 0 0 16,-1 0-7-16,-3-2-2 0,0 2 0 0,0 0 0 16,-3-3-4-16,4 3-8 0,-4-3 11 0,0 1-11 15,0 2 8-15,-3-6-8 0,4 4 0 0,-4-1 0 16,-3 1 8-16,0 2-8 0,0-3 0 0,-5 0 0 16,5 1 0-16,0-1 0 0,0 0 0 0,1 1 0 15,2-1-17-15,0-2-11 0,0 2-1 0,0 0-1 16,-2 1 48-16,2-1 10 0,-3 1 1 0,-3-1 1 15,1 0-30-15,2 1 0 0,0-1 0 0,-3-2 0 16,4 2-18-16,2 0-10 0,3 1-1 0,-6-1-1 16,6 0 50-16,-2 1 11 0,-1-4 1 0,-3 4 1 15,3-1-25-15,-5 1-8 0,-1-1 0 0,0-2 0 16,0 5 30-16,4-3-1 0,-4 0 0 0,3 3 0 0,3 0-42 16,-2-2-9-16,2 2-2 0,-3 0 0 15,3 0 24-15,-6 0 0 0,4 0 0 0,-4 0 0 0,3 2 0 0,3-2 0 16,1 3 0-16,-1 0 0 0,3-1 22 0,6 1-1 15,0-3 0-15,0 0 0 0,6 3-36 0,1-3-7 0,2 0-2 16,3 2 0-16,0-2 6 0,6 0 1 0,0 0 0 0,0 0 0 31,0 0-103-31,3-5-20 0,0 0-4 0</inkml:trace>
  <inkml:trace contextRef="#ctx0" brushRef="#br0" timeOffset="51838.867">10507 11021 2256 0,'0'0'47'0,"0"0"11"0,0 0-46 0,0 0-12 0,0 8 0 0,-3-3 0 15,3 3 34-15,-3 0 5 0,3 0 1 0,-3 0 0 16,0 5-20-16,3 0-3 0,-3 3-1 0,0 2 0 15,3-2-16-15,0 3 0 0,0-1 8 0,0 4-8 16,0-1 0-16,0-5 0 0,0 2 0 0,0 1 0 16,0-1 0-16,0-2 0 0,3-3 0 0,-3 3 0 15,0-3 0-15,0-2 0 0,3 2 0 0,-3-2 0 16,0-3 0-16,0 0 0 0,0-3 0 0,0 0 0 16,0-5 0-16,0 0 16 0,0 0-3 0,0 0-1 15,0 0 22-15,0 0 4 0,0 0 1 0,0 0 0 16,-3-5 4-16,3 0 1 0,-3-6 0 0,0 0 0 15,3 1-8-15,-3-3-2 0,3-3 0 0,0 0 0 16,-3 0-6-16,3-5 0 0,0 2-1 0,0-5 0 16,0 3-4-16,0-5-1 0,0-1 0 0,3 1 0 15,0-1-4-15,0 4-1 0,3-1 0 0,0 3 0 16,0 0-5-16,0 5-2 0,3-3 0 0,0 3 0 16,0 0-10-16,3 3 10 0,-1 3-10 0,1-1 10 0,3 0-10 15,0 3 0-15,0 1 0 0,0-1 0 0,3 2 0 16,0-2 0-16,-4 3 0 0,1 2 0 0,0 3 0 0,0-2 0 0,-3 2 10 15,0 2-10 1,-3 1-124-16,0 0-31 0,-3 2-6 0,0 0-2 16,-3 3-35-16,0 3-7 0,-3-3-2 0</inkml:trace>
  <inkml:trace contextRef="#ctx0" brushRef="#br0" timeOffset="52080.143">10501 11190 1963 0,'0'0'56'0,"0"0"12"16,0 0-55-16,0-5-13 0,3-1 0 0,-3 1 0 16,3 0 120-16,0-1 20 0,3-1 5 0,0 1 1 15,0 1-66-15,3 0-12 0,0-3-4 0,-1 2 0 16,4 4 0-16,0-4 0 0,0 1 0 0,0 0 0 16,3 2-51-16,-3 1-13 0,6-4 0 0,-6 4 0 15,3-1 0-15,-4 0 0 0,1 3 0 0,0 0 0 16,0 0 0-16,-3 0-12 0,0 0 3 0,0 3 0 15,-3 0-32-15,0-1-7 0,0 4 0 0,-3-4-1 16,0 6-163-16,-3-3-32 0,0 3-6 0</inkml:trace>
  <inkml:trace contextRef="#ctx0" brushRef="#br0" timeOffset="52316.695">10528 11399 1824 0,'0'0'76'0,"0"0"-60"16,0 0 91-16,0 0 18 0,0 0 4 0,0 0 1 31,0 0-54-31,6-3-12 0,0 3-1 0,-3-2-1 0,3 2 2 0,-1-3 0 0,1 3 0 0,3 0 0 16,-3 0-22-16,0 0-4 0,3 0-1 0,-3 0 0 16,3 0-23-16,3 0-5 0,-3 0-1 0,3 0 0 15,0 0-8-15,0 0 0 0,0-3 0 0,2 3 8 16,-2-2-8-16,3-1-12 0,3 0 2 0,-3 1 1 31,3-3-127-31,0-1-26 0,0 1-5 0</inkml:trace>
  <inkml:trace contextRef="#ctx0" brushRef="#br0" timeOffset="52857.63">10971 11238 2269 0,'0'0'64'0,"0"0"15"16,0 0-63-16,0 0-16 0,0 0 0 0,0 0 0 16,0 0 54-16,0 0 8 0,0 0 2 0,0 0 0 15,0 0 18-15,0 0 4 0,0 0 1 0,3 5 0 0,3 3-44 0,-3-3-9 0,0 3-2 16,0 0 0-16,0 0-19 16,-3 0-4-16,3 0-1 0,0 2 0 15,-3 1-8-15,0-3 0 0,3 2 0 0,-3 1 0 16,0 0 8-16,0-1-8 0,0-2 0 0,0 0 8 15,-3 3-8-15,3-3 0 0,-3 2 0 0,3-2-11 0,-3 0 11 16,0 0-8-16,3-3 8 0,-3 3-8 0,3-8 8 0,-3 6 0 0,3-6 0 0,0 0 0 16,0 0 0-1,0 0 0-15,0 0 10 0,0 0-10 0,0 0 0 0,0 0 0 0,0-6 0 16,0-2-10-16,3 3 10 0,-3-3 11 0,3-3-3 0,0 4 0 16,0-4 10-16,0 3 2 0,3-3 0 0,-3 1 0 15,3-1 4-15,-3 1 0 0,3-1 1 0,0 1 0 16,0-1-3-16,3 0-1 0,0 1 0 0,0-1 0 15,-1 1-4-15,1-1-1 0,3 0 0 0,-3 1 0 16,3 2-29-16,-3 0-7 0,3 0 0 0,-3 3-1 16,0 2 43-16,0 0 9 0,0 1 1 0,0 2 1 15,-3 0-24-15,0 2-9 0,2 4 0 0,-2-1 9 16,0 3-9-16,-3 0 8 0,3 0-8 0,0 0 8 16,-3 2-8-16,0-2 0 0,0 3 0 0,0-3 0 15,0 2 0-15,-3 1 0 0,3 0 8 0,0-1-8 16,-3-2 0-16,0 3 0 0,3-1 0 0,-3-2 0 15,3 0 0-15,-3 0 0 0,0 0 0 0,-3 0 0 16,3 0 0-16,0-3-12 0,-3 3 4 0,3-8 8 16,0 5-32-16,0-5 0 0,0 0 1 0,0 6 0 15,0-6-131-15,3 5-26 0,0-2-6 0</inkml:trace>
  <inkml:trace contextRef="#ctx0" brushRef="#br1" timeOffset="64059.029">14784 13055 2067 0,'0'0'87'15,"0"0"-70"1,0 0 89-16,0 0 18 0,0 0 3 0,0 0 1 0,0 0-52 0,0 0-9 0,0 0-3 0,-6 6 0 16,0 2 0-16,-3 5 0 0,3 0 0 0,1 3 0 31,-1 2-64-31,0 4 0 0,3 4-16 0,-3 1 4 15,3-1 12-15,-3-2 16 0,3 0-3 0,3-1-1 16,-3-1-60-16,6-1-13 0,-3-3-3 0,3 1 0 0,3-1 47 0,0-2 9 0,0 0 8 0,3-3-12 31,-1 1-11-31,4-4-2 0,0 1-1 0,-3-3 0 16,3-6 14-16,0 1 2 0,0-3 1 0,0-3 0 0,0 1 9 0,0-6-10 16,0 0 10-16,-1 0-10 0,-2-3 10 0,3-2 0 0,-3 0 0 15,-3 2 8-15,3-2 19 0,-3 2 4 0,0-2 1 0,0 3 0 16,0-1 7-16,-3 0 1 0,0 1 1 0,0-1 0 15,-3 3-5-15,0-2-2 0,0 2 0 0,0 0 0 16,0 3-5-16,0 5-1 0,0 0 0 0,0 0 0 16,0 0-14-16,0 0-3 0,0 0-1 0,-6 5 0 15,6 3-10-15,-3 0 0 0,3 2 0 0,-3 1 0 16,3-1 0-16,3 1-14 0,-3 0 3 0,3-1 1 16,0 1-8-16,0-1-2 0,0 1 0 0,3 2 0 15,0-5 12-15,0 0 8 0,3 0-12 0,-3-3 12 16,2 1-9-16,1-4 9 0,0-2 0 0,0 0-9 15,0-2 9-15,0-1 0 0,0 0 0 0,0-2 0 16,-3-3 9-16,6 0 4 0,-3 0 1 0,0 0 0 16,-3-2 9-16,3 2 1 0,0-3 1 0,-4 1 0 15,4-1-7-15,-3 0-2 0,0-2 0 0,0 3 0 16,-3-6-4-16,0 0-2 0,3-3 0 0,-3-2 0 16,0 0-10-16,0 0 8 0,0 0-8 0,0-1 8 15,3 4-8-15,-3-1 0 0,3 4 0 0,-3-1 0 16,3 5-36-16,3 1-5 0,-3 2-2 0,3 0 0 15,0 5-150-15,3 0-31 0,-4 3-5 0</inkml:trace>
  <inkml:trace contextRef="#ctx0" brushRef="#br1" timeOffset="64499.808">15338 13481 2200 0,'6'-8'46'0,"-3"0"10"0,0 1-45 0,3-1-11 0,-3 0 0 0,3 0 0 15,-3 2 97-15,3-1 18 0,0-1 3 0,-3 0 1 16,3 2-35-16,-4 1-8 0,4-3 0 0,3 5-1 16,-3-2-27-16,0 3-4 0,3-4-2 0,-3 1 0 15,3 5-18-15,0-3-4 0,-3 3-1 0,3 0 0 16,-3 3-11-16,0-3-8 0,0 0 12 0,-6 0-12 15,0 0 9-15,3 8-9 0,0-3 0 0,-3 3 9 16,0 3-41-16,0-1-9 0,-6 4-2 0,0-1 0 16,0 3 26-16,-3-1 5 0,-3 4 0 0,3 0 1 15,-3 2-33-15,3 0-8 0,0 0 0 0,-3 3-1 16,3-6 42-16,1 1 11 0,2-1 0 0,0-2 0 0,0-2-9 16,3-1 0-16,0-3 0 0,0-2 0 15,3 0 9-15,0-2 0 0,3-1 0 0,0 0 0 0,0 0 0 16,3-2 12-16,0 0-2 0,3-3-1 0,-1 0-9 0,4 0 0 15,0-3 0-15,0 3 0 0,3-5 0 0,0 2 0 16,3-2 0-16,0 2 0 0,-3-2 33 16,2-3 5-16,1 3 1 0,0-3 0 0,0-3-39 0,0 1 0 15,0-1 0-15,-3-2 0 16,-1-3-197-16,-2 0-41 0</inkml:trace>
  <inkml:trace contextRef="#ctx0" brushRef="#br1" timeOffset="65304.285">16130 13198 1892 0,'0'0'80'0,"-3"-5"-64"16,3 5 125-16,-3-5 26 0,0-1 5 0,3 6 0 15,0 0-69-15,0 0-15 0,0 0-2 0,0 0-1 16,0 0-36-16,0 0-7 0,-3 6-2 0,0 2 0 16,-3 2-20-16,3 1-5 0,0 2-1 0,0 3 0 15,0 0-14-15,3 0 0 0,-3 2 0 0,0-2 0 16,3 3 0-16,-3-4-15 0,3 4 2 0,3-1 0 31,-3-2-31-31,6 0-7 0,-3 0-1 0,3 0 0 0,0-3-40 16,3 0-8-16,-3-5-1 0,3 0-1 15,3 0 1-15,-4-5 0 0,4-3 0 0,-3 0 0 0,3-3 62 0,0 1 13 0,0-4 2 16,0-2 1-16,0 0 38 0,0 0 7 0,3-2 2 0,-3-1 0 16,-4 1 52-16,1-1 12 0,3 3 1 0,-6 0 1 15,3 0-9-15,-3 0-1 0,-3 0-1 0,0 1 0 16,-3-1-13-16,0 2-2 0,0-2-1 0,-3 3 0 15,0 0-31-15,0 2-7 0,0-2-1 0,0 2 0 16,-3 3-24-16,3-2 0 0,-3 2 0 0,6 0 0 16,-3 2 56-16,-3 3 7 0,3 3 1 0,3 0 0 15,0 0-103-15,0 0-20 0,0 3-4 16,3 2-1-16,3-2 52 0,3 2 12 0,0-3 0 0,3 4 0 16,0-4-22-16,3 1-2 0,3-1 0 0,0-2 0 15,-1 0-4-15,1-2 0 0,0-4-1 16,3 4 0-16,-6-6 20 0,0-3 9 0,0 0-8 0,-3-2 8 0,-1 0 0 15,-2-3 0-15,3 0 0 0,-3-3 8 16,0 3 20-16,-3-2 5 0,3-1 1 0,-3 1 0 0,-3-1-12 0,3 0-2 16,-3 1-1-16,0-1 0 0,-3 3 35 15,3-5 7-15,-3 2 2 0,0-2 0 0,0 0-26 0,-3-3-5 16,3-2 0-16,0-1-1 0,-3 1 2 0,3-4 1 0,0 1 0 16,-3 0 0-16,3 2-34 0,0 1-19 15,0 2 3-15,0-2 0 0,0 7 6 0,0-2 2 0,0 2 0 0,0 3 0 31,0 3-84-31,3 0-17 0,0-1-3 0</inkml:trace>
  <inkml:trace contextRef="#ctx0" brushRef="#br1" timeOffset="65763.486">16969 13301 2310 0,'0'0'48'0,"0"0"11"0,0 0-47 16,0 0-12-16,3 6 0 0,0-1 0 0,-3-5 79 0,0 5 13 0,0-5 4 0,3 8 0 16,-3-2-10-16,3 1-2 0,-3-1 0 0,0-1 0 15,0 3-27-15,0 0-5 0,-3 3-2 0,3-1 0 16,-3 1-13-16,0 2-2 0,3 0-1 0,-3 6 0 16,0-3-16-16,0-1-3 0,0 4-1 0,0 2 0 15,3-2-14-15,-3 2 11 0,0 3-11 0,3-3 10 16,-3 0-10-16,3-3 0 0,0 1 0 15,-3 0 0-15,3-4 0 0,0-1 0 0,0-1 0 16,0-3 0-16,0 1 0 0,0-3 0 16,0-3-9-16,3 3 9 0,-3-8-26 0,0 5 2 0,0-5 0 0,0 0 0 31,0 0-36-31,3 0-6 0,3 0-2 0,-6 0 0 16,3-5-145-16,0 0-30 0</inkml:trace>
  <inkml:trace contextRef="#ctx0" brushRef="#br1" timeOffset="69449.94">17398 13156 2066 0,'-6'-8'43'0,"6"8"10"16,0-5-42-16,-3-1-11 0,3 1 0 0,-3 0 0 15,3 0 104-15,0 5 20 0,-3-6 3 0,3 6 1 0,0 0-52 0,0 0-9 16,0 0-3-16,0 0 0 0,0 0 0 16,0 0-1-16,0 0 0 0,-3 8 0 0,-3 0-50 15,3 3-13-15,0 2 0 0,0 0 0 16,0 6 0-16,0-1 0 0,0 3 0 0,0 1 0 0,0 1 0 0,3-4 0 15,-3 2 0-15,3 0 0 0,-3 0-8 0,3 1-8 16,3-4 0-16,-3 3-1 16,3-2-38-16,0-1-7 0,0-2-2 0,3 0 0 15,0-3 14-15,-3-2 2 0,3-3 1 0,0 0 0 0,0-6 31 16,3 1 5-16,-3-6 2 0,0 3 0 0,3-5 9 0,-3 0 0 0,2-3 0 0,1 0 0 16,-3 0 0-16,0-3 12 0,3 1-2 0,-3-1-1 15,0 1 44-15,0-1 9 0,0 0 2 0,0 1 0 16,-3-1-52-16,0 3-12 0,0-2 0 0,0 2 0 15,0 3 54-15,-3-3 8 0,0 2 2 0,0 6 0 16,0 0-52-16,0-5-12 0,0 5 0 0,0 0 0 16,0 0 0-16,0 0 0 0,0 0 0 0,0 0 0 15,0 0 18-15,6 5 1 0,0 1 0 16,0 2 0-16,0-1-19 0,3 1-16 0,-3 3 4 0,2 2 0 16,4-2-24-16,0-1-5 0,0 1-1 15,3 0 0-15,0-1 10 0,3-2 1 0,0 0 1 16,-3-3 0-16,-1 1 18 0,1-4 3 0,-3 1 1 0,0-3 0 15,0-3 8-15,-3 1 0 0,3-6 0 0,-6 2 0 16,3-4 0-16,0-1 12 0,-3 1-2 0,0-1-1 16,0 0 44-16,0 1 9 0,-1-1 2 0,-2 1 0 15,0-1-52-15,0 3-12 0,0-5 0 0,0 2 0 16,-3-2 54-16,0 0 8 0,0-3 2 0,3 0 0 0,-3-5-52 0,0 0-12 16,0 0 0-16,0-3 0 0,-3 3 0 0,3-3 0 15,0 3 0-15,3 2 0 0,-3 1 0 0,0 4 0 16,3 1 0-16,-3 3 0 0,3-1 0 0,0 3 0 15,0 0 0-15,3 3 0 16,-3 2-151-16,3 1-33 0,0 2-6 0</inkml:trace>
  <inkml:trace contextRef="#ctx0" brushRef="#br1" timeOffset="70014.066">18059 13391 1838 0,'-6'6'38'0,"0"-1"10"0,3-2-39 16,-3-1-9-16,3 4 0 0,0-4 0 0,-3 4 86 15,3-4 15-15,0 3 3 0,-3-2 1 0,3 2-17 16,0 1-4-16,0-1-1 0,0 0 0 15,0 3-67-15,3-3-16 0,0 3 0 0,0 3 0 0,0 0 0 0,0-3 0 16,3 5 0-16,0-3 0 0,0 1 0 0,3 0 0 0,0-1 0 0,0 1 0 16,3-1 0-16,0-2 0 0,3-3 0 0,-4 3 0 15,4-2 0-15,3-4 0 0,-3-2 0 0,3 0 0 16,-3 0 0-16,0-2 0 0,-3-4 0 0,3 4 0 16,-3-6 0-16,0 3 0 0,-1-3 0 0,1 0 0 15,0-3 0-15,0 3 0 0,0-2 0 0,-3 2 0 16,0-3 55-16,0 3 7 0,0-2 2 0,-3 2 0 15,0 0-52-15,-3-3-12 0,0 3 0 0,0 0 0 16,0-2 54-16,-3 2 8 0,0-3 2 0,0 3 0 16,-3 0-52-16,0 0-12 0,0 0 0 0,-3 3 0 15,3-3 0-15,0 3 0 0,0 0 0 0,-3 2 0 16,1 0 16-16,-1-2 0 0,0 5 0 0,-6-3 0 16,3 6-41-16,-3-3-8 0,0 5-2 15</inkml:trace>
  <inkml:trace contextRef="#ctx0" brushRef="#br1" timeOffset="72928.45">15121 14415 1592 0,'-6'0'67'0,"0"3"-54"16,-3-3 90-16,3 3 17 0,0-3 4 0,-3 5 1 15,3-2-49-15,0 2-9 0,-3-2-3 0,3 2 0 16,0 3 0-16,-3-3 0 0,3 3 0 0,0 0 0 16,0 0 0-16,0 0 0 0,0 2 0 0,4 1 0 15,-4-3-64-15,3 3 0 0,-3-1-13 0,3 1 1 16,3-1 12-16,-3 1 0 0,3-1 10 0,-3 1-10 15,3 2 0-15,0-2 0 0,0 2 0 0,0-2 0 16,3 2 0-16,0-3 0 0,0 1 0 0,0 0 0 16,0-1 0-16,3 1-8 0,-1-3 8 0,1 2 0 15,0-2 0-15,3-2 12 0,0-1 0 0,3 0 0 16,-3-2-12-16,3-1 0 0,3-2 0 0,-3 0 0 16,3-2-16-16,0-1-7 0,-1-2-1 0,-2 2 0 15,3-5 24-15,0 3-9 0,0 0 9 0,0-3 0 16,-3 0 0-16,0 0 0 0,0 0 10 0,-3 0-2 15,-1-3 12-15,1 3 4 0,0 1 0 0,-3-1 0 16,-3-3 4-16,3 3 0 0,-3 0 1 0,-3-2 0 0,0 2 1 16,0-3 0-16,-3 3 0 0,-3 0 0 15,0-2-6-15,0 2-2 0,-3-3 0 0,0 0 0 0,1 1-10 0,-4 2-1 16,0-3-1-16,-3 1 0 0,3 2-10 16,-3 0 8-16,0-3-8 0,0 3 8 15,-3 0-34-15,7 3-7 0,-4-3-2 0,3 3 0 0,0 2 35 0,-3 1 0 16,6-1 0-16,-3 0 0 15,3 3-58-15,0 3-5 0,0-3-1 0</inkml:trace>
  <inkml:trace contextRef="#ctx0" brushRef="#br1" timeOffset="80485.828">13439 8674 850 0,'0'0'17'0,"0"0"6"0,0 0-23 0,0 0 0 0,0 0 0 0,0 0 0 16,0 0 107 0,0 8 17-16,0-3 3 0,0 0 1 15,0-5-103-15,0 5-25 0,-3 3 0 0,3-2 0 0,0-1 56 0,0-5 7 0,-3 5 1 0,3 1 0 16,0 1-52-16,0-1-12 0,0-6 0 0,0 5 0 16,0-5 54-16,3 5 8 0,-3-5 2 0,0 6 0 15,0-6-52-15,0 0-12 0,0 5 0 0,0-5 0 16,0 0 0-16,3 5 0 0,-3-5 0 0,0 0 0 15,3 5 42-15,-3-5 6 0,0 0 0 0,0 0 1 16,3 3-27-16,-3-3-6 0,0 0 0 0,6-3-1 16,-6 3 39-16,3-2 8 0,3-1 2 0,-3 1 0 15,0-1 0-15,-3-2 0 0,3 2 0 0,-3-2 0 16,3-1 0-16,-3 1 0 0,0 0 0 0,3 0 0 16,-3-1-52-16,0 1-12 0,3 0 0 0,-3-3 0 15,2 2 0-15,-2-2 0 0,0 3 0 0,3-3 0 16,-3 0 30-16,0 0 3 0,3 0 1 0,-3 0 0 15,0 1-14-15,0-1-2 0,0 0-1 0,0 0 0 16,0 0-6-16,3 2-2 0,-3-1 0 0,0-1 0 16,0 0 3-16,3 2 0 0,-3-2 0 0,0 1 0 15,0 1 0-15,3-2 1 0,-3 0 0 0,0 0 0 16,0 0 4-16,0 1 1 0,3-4 0 0,-3 3 0 16,0 0-2-16,-3 0-1 0,3 0 0 0,0 0 0 0,-3 0 5 0,3 0 0 0,0 0 1 15,-3-2 0-15,3 2-9 0,-3 0-3 0,3-3 0 0,-3 1 0 16,3-1-23-16,0 1-5 0,0-1-1 0,-3-2 0 15,3 2 20-15,-2-2 0 0,2 0 0 0,0 0 0 16,0 2 48-16,0-2 12 0,0 0 4 16,0 2 0-16,0-2-103 15,0 2-20-15,0 1-4 0,0-1-1 0,0-2 103 0,0 2 20 0,0 1 4 0,0-1 1 16,0 0-64-16,-3 1 0 0,3-3-16 0,0-1 3 16,-3 4 13-16,3-3 10 0,0-1-2 0,-3 4 0 15,3-6-8-15,0 3 0 0,0-3 0 0,0-3 8 16,0 1-8-16,-3-1 0 0,3 1 0 0,0-4 0 15,0 1 0-15,-3 0 0 0,3 3 8 0,0-1-8 16,0-2 0-16,-3 5 0 0,3 0 0 0,0-2 0 16,0 2 0-16,-3 0 0 0,3 0 0 15,-3 0 0-15,3 0 0 0,0 3 0 0,-3-3 8 0,3 0-8 16,-3 0 0-16,3-2 0 0,-3 2 0 0,3-5 0 16,-3 2 0-16,3-2 0 0,0 0 0 0,-3 0 0 15,3 2 0-15,0-2 0 0,0 3 0 0,0-4 0 16,0 7 0-16,-3-1 0 0,3-3 0 0,0 3 0 15,0 3 0-15,-3-3 0 0,3 0 0 0,0 0 0 16,0 3 0-16,-3-3 0 0,0 0 0 0,3 1 0 16,-3-1 0-16,3 0 0 0,-3 0 0 0,3-3 0 15,-3 4 0-15,3-4 0 0,0 1 0 0,-3-1 0 16,3 0 0-16,0 1 0 0,0-1 0 0,0 4 0 0,3-1 0 16,-3 0 0-16,0 3 0 0,0-3 0 15,3 2 0-15,-3-1 0 0,0 1 0 0,0 1 0 0,3 0 0 16,-3 0 0-16,0-1 8 0,0 1-8 0,3-3 0 0,-3 3 0 15,0 0 0-15,0 0 0 16,3-3 0-16,-3 0 0 0,0 0 0 0,3 0 0 0,-3 0 0 0,0 0 0 16,3-2 0-16,0-1 0 0,-3 3 0 0,3 1 0 0,0-1 0 0,-3 2 8 15,3-1-8-15,0 1 0 0,-3 1 9 0,3 0-9 16,0 0 8-16,0 2-8 0,0-2 8 0,0 2-8 16,-3-2 0-16,3 2 0 0,0 1 0 0,-3-1 8 15,3 1-8-15,0-1 0 0,-3-2 0 0,2 2 8 16,1 1-8-16,-3-3 8 0,3-1-8 0,0 1 8 15,0 0-8-15,0 0 0 0,3-1 8 0,-3-2-8 16,0 3 0-16,0 0 0 0,0 0 0 0,3 0 0 16,-3-1 0-16,0 4 0 15,3-3 0-15,-3 2 0 0,0 0 0 0,0 3 0 0,0 0 0 0,0 1 0 16,0-1 0-16,0 2 0 0,0 1 0 0,-3 0 0 16,3 2 0-16,-3-2 0 0,0 5 0 0,0-3 0 15,0 3 0-15,3-5 0 0,-3 5 0 0,0 0 0 16,0 0 0-16,0-3 0 0,0 3 0 0,0 0 0 15,0 0 0-15,0 0 0 0,0 0 0 0,0 0 0 16,0 0 0-16,-3-2 0 0,3 2 0 0,0 0 0 16,-6-3-29-16,6 3-1 0,0 0 0 0,0 0 0 15,0 0-113-15,0 0-22 0,0 0-5 0</inkml:trace>
  <inkml:trace contextRef="#ctx0" brushRef="#br1" timeOffset="82490.396">13567 6049 957 0,'0'0'40'16,"0"0"-32"-1,0 0 78-15,0 0 15 0,0 0 3 0,0 0 1 16,0 0-36-16,0 0-7 0,0 0-2 0,0 0 0 15,0 0-14-15,0 0-3 0,6 5-1 0,-3-2 0 16,3-1 6-16,0 1 2 0,0-3 0 0,0 3 0 16,2-3-7-16,-2 2-2 0,3-2 0 0,0 3 0 15,0 0-7-15,0-3-2 0,3 0 0 0,-3 2 0 16,3-2-8-16,0 0-3 0,0-2 0 0,0 2 0 0,0 0-1 0,-1-3-1 16,1 3 0-16,3 0 0 0,-3-3-5 0,3 3-1 15,0 0 0-15,3 0 0 0,0-2-1 0,2-1 0 0,-2 3 0 16,3-3 0-16,0 1-1 15,0 2-1-15,0-3 0 0,-1 3 0 0,-2-3-1 16,6 3 0-16,-6-2 0 0,3-1 0 0,-3 0-1 0,0 3-8 16,-1 0 12-16,1-2-4 15,-3 2-8-15,3-3 10 0,-3 3-10 0,3 0 10 0,-3-2-10 0,0 2 0 0,2-3 9 0,-2 3-9 16,0-3 9-16,0 3-9 0,0 0 12 16,0 0-12-16,3 0 13 0,-6 0-4 0,2 0-1 0,1-2 0 15,-3 2 0-15,3-3 0 0,0 3 0 16,-3-3 0-16,3 3-8 0,-3 0 8 0,0 0-8 15,0 0 8-15,-1-2-8 0,1 2 10 0,0-3-10 0,-3 3 10 16,3 0-10-16,-3 0 8 0,3 0-8 0,-3 0 8 16,3 0-8-16,-3 0 10 0,3 0-10 0,0 3 10 15,-4-3-10-15,4 0 8 0,0 0-8 0,0 2 8 16,-3-2-8-16,3 0 0 0,0 0 0 0,0 3 8 16,0-3-8-16,0 0 0 0,0 0 0 0,-1 0 0 15,1 0 0-15,0 0 0 0,0 0 0 0,0 3 0 16,0-6 8-16,0 3-8 0,0 0 0 0,3 0 8 15,-3 0-8-15,-1 0 0 0,1 0 0 0,0 0 0 16,-3 0 0-16,3 0 10 0,0-3-10 0,-3 3 10 16,3 0-10-16,0 0 0 0,0 0 0 0,-3 0 0 15,3-2 9-15,-1 2-9 0,4-3 10 0,-3 3-10 16,0-3 9-16,3 3-9 0,-3 0 8 0,3-2-8 16,-3 2 10-16,3 0-10 0,-4 0 12 0,4 0-12 15,-3-3 9-15,0 3-9 0,3 0 0 0,-3-3 9 0,3 3-9 0,-3 0 0 0,0-2 9 0,3 2-9 16,-4-3 0-16,1 3 0 0,3 0 0 15,-3-3 8-15,0 3-8 0,0-2 0 0,0 2 0 0,0 0 0 16,-3 0 0-16,3 0 0 0,0 0 0 16,-1-3 0-16,4 3 0 0,-3 0 0 15,0-2 0-15,3 2 0 0,-3-3 0 0,3 3 8 0,-3 0-8 0,3-3 0 16,-1 3 0-16,1 0 0 16,-3-2 0-16,3 2 0 0,-3-3 0 0,3 3 0 0,0-3 0 0,0 3 8 15,-3-2-8-15,2 2 0 16,1-3 0-16,0 3 0 0,-3 0 0 0,0-3 0 0,0 3 0 0,3 0 8 15,-3-2-8-15,0 2 0 0,0 0 0 0,2 0 0 16,-2 0 0-16,0 0 0 0,3 0 0 0,0 0 0 16,0 0 0-16,0 0 0 0,0 0 0 0,0 0 0 15,2-3 0-15,-2 3 0 0,3 0 0 0,-3 0 0 16,0 0 0-16,0 0 0 0,0 0 0 0,3 0 0 16,-4-3 0-16,1 3 0 0,0 0 0 0,0-2 8 15,0 2-8-15,0 0 0 0,0 0 8 0,-3-3-8 16,6 3 8-16,-7 0-8 0,4-3 8 0,0 3-8 15,0 0 0-15,0 0 9 0,3 0-9 0,0 0 0 16,-3 0 12-16,2 0-12 0,1 0 12 0,0 0-12 16,0 0 8-16,0-2-8 0,0 2 0 0,0 0 0 15,-1 0 8-15,1 0-8 0,-3-3 0 0,3 3 0 16,-3 0 11-16,0 0-11 0,0 0 10 0,0 0-10 16,-1 0 9-16,1 0-9 0,0 0 8 0,-3 0-8 0,3 0 8 15,0 0-8-15,0 0 0 0,0 0 8 16,0 0-8-16,2 0 8 0,-2 0-8 0,0 0 8 15,0 0-8-15,3 0 8 0,-3-2-8 0,0 2 8 0,3-3-8 16,-4 3 8-16,1 0-8 0,0-3 8 16,0 3-8-16,0 0 10 0,0-2-10 0,0-1 10 15,-3 3-10-15,0 0 10 0,-1-3-10 0,1 3 10 0,0 0-10 0,-3 0 8 0,3 0-8 16,0 0 8-16,0 0-8 0,-3 0 0 0,3 0 9 0,-3 0-9 16,3 0 0-16,-4 0 0 0,4 0 0 0,0 0 8 15,-3 0-8-15,3 0 0 0,0 0 0 0,0 0 0 16,-3 0 0-16,3 0 0 0,0 0 0 0,-3 0 8 15,3 0-8-15,-4 0 0 0,4 0 8 0,0 0-8 16,0 0 8-16,-3-2-8 0,3 2 10 0,-3 0-10 16,3-3 10-16,-3 3-10 0,0 0 10 0,3 0-10 15,-3 0 9-15,-3 0-9 0,2 0 8 0,1 0-8 16,-3 0 0-16,3-3 8 0,-3 3-8 0,0 0 0 16,0 0 0-16,0 0 0 0,0 0 8 0,0 0-8 15,0 0 0-15,0 0 0 0,0 0 9 0,0 0-9 16,0-2 0-16,0 2 9 0,0 0-9 0,3 0 0 15,-3-3 9-15,2 3-9 0,-2-3 0 0,0 3 9 16,3 0-9-16,-3 0 0 0,0-2 9 0,3 2-9 16,-3 0 8-16,3 0-8 0,-3-3 8 0,3 3-8 15,0 0 0-15,-3 0 8 0,3 0-8 0,-3 0 0 16,0 0 0-16,0 0 9 0,0 0-9 0,-1 0 0 16,1 3 9-16,0-3-9 0,-3 0 0 0,-3 0 9 15,6 0-9-15,0 0 0 0,0 2 0 0,-6-2 0 16,3 0 0-16,3 3 0 0,-6-3 8 0,3 3-8 0,3-3 0 15,-6 0 0-15,3 2 0 0,3 1 0 0,-6-3 0 0,3 3 0 16,-3-3 0-16,0 0 0 0,3 2 0 16,-3-2 0-16,0 0 0 0,0 0 0 15,0 0-16-15,0 0-6 0,0 0-1 0,0 0 0 16,0 0-155-16,0 0-31 0</inkml:trace>
  <inkml:trace contextRef="#ctx0" brushRef="#br1" timeOffset="92271.104">13326 11121 1337 0,'0'0'28'0,"0"0"6"15,0 0-34-15,0 0 0 0,0 0 0 0,0 0 0 16,0 0 58-16,0 0 5 0,0 0 1 0,0 0 0 16,0 0 0-16,0 0 0 0,0 0 0 0,0 0 0 15,0 0 0-15,0 0 0 0,0 0 0 0,0 0 0 16,0 0-4-16,0 0-1 0,0 0 0 0,0 0 0 15,0 0-43-15,0 0-16 0,0 0 11 0,0 0-11 16,6 0 57-16,0-3 6 0,-3 3 1 0,3-2 0 16,0 2-52-16,-1-3-12 0,4 1 0 0,-3 2 0 15,3-3 8-15,0 0-8 0,0 3 11 0,0-2-11 16,0-1 16-16,3 0-3 0,0 3-1 0,0-2 0 0,0-1-4 16,2 0-8-16,-2 3 11 0,3-2-11 0,0-1 10 15,0 0-10-15,-3 3 8 0,3-2-8 0,-3 2 8 16,3 0-8-16,0-3 0 0,-1 3 8 0,1 0-8 0,0 0 0 15,3-2 0-15,-3 2 0 0,0-3 8 16,0 3-8-16,0-3 0 0,-4 3 8 0,4 0-8 0,0-2 0 0,-3 2 0 16,3-6 0-16,0 6 0 0,3 0 0 15,-3-2 0-15,3 2 8 0,-1-3-8 0,1 3 0 0,0-3 0 0,3 3 0 16,-3 0 0-16,3 0 8 0,-4 0-8 16,1 3 0-16,3-3 0 0,-3 3 0 15,3-3 0-15,-3 0 0 0,-3 2 0 0,2-2 0 0,-2 0 0 0,3 0 0 16,-3 0 0-16,3 3 0 0,0-3 8 0,0 0-8 15,0 3 0-15,-1-3 0 0,4 0 0 0,-3 0 8 16,3 0-8-16,0 2 0 0,0-2 0 0,2 0 0 16,-2 3 0-16,0-3 8 0,0 3-8 15,3-3 0-15,-3 0 12 0,-4 0-2 0,4 0-1 0,0 0 0 16,0-3 1-16,-3 3 0 0,3-3 0 0,2 3 0 16,-2 0-1-16,3-2 0 0,0 2 0 0,0 0 0 15,0 0-9-15,-1 0 12 0,-2 0-12 0,3 0 12 16,0 0-12-16,0 0 8 0,-1 0-8 0,-2 0 8 15,3 0-8-15,-3-3 8 0,0 0-8 0,0 3 8 16,2-2-8-16,-2 2 10 0,3 0-10 0,0-3 10 16,0 3-10-16,-1 0 8 0,1 0-8 0,3 0 8 15,-3 0-8-15,0 0 0 0,3 0 9 0,-4 0-9 16,1 0 8-16,-3-3-8 0,0 3 8 0,0 0-8 16,-1-2 0-16,4 2 0 0,-3-3 0 0,3 0 8 15,0 3-8-15,0 0 8 0,-1-2-8 0,1 2 8 16,0 0-8-16,0 0 0 0,3 0 8 0,-4 0-8 0,-2 0 0 0,0 0 9 0,0 0-9 15,3-3 0-15,-6 3 9 0,2-3-9 0,-2 3 0 16,0 0 9-16,3-2-9 16,-3 2 0-16,3-3 0 0,0 3 8 15,-4 0-8-15,4 0 0 0,0 0 9 0,0 0-9 0,-3 0 0 0,0 0 0 16,2 0 0-16,-2 0 8 0,0 0-8 0,0 0 0 0,0 0 0 16,0 0 8-16,0 0-8 0,-1 0 0 0,-2 0 0 15,0 0 0-15,0-2 8 0,0 2-8 0,3 0 8 16,-3 0-8-16,3-3 0 0,-4 3 9 0,4 0-9 15,-3 0 0-15,3 0 12 16,0 0-12-16,0 0 12 0,-3 0-12 0,3 0 11 0,-4 0-11 0,1 0 10 0,0 0-10 16,0 0 8-16,0 0-8 0,0 0 0 0,0 0 9 15,0-3-9-15,-3 3 0 0,-1 0 9 0,1-2-9 16,0 2 0-16,0 0 0 0,0-3 0 0,0 3 8 16,0-3-8-16,0 3 0 0,0-2 0 0,0 2 0 15,2-3 0-15,-2 3 0 0,0-3 0 0,3 3 0 16,-3 0 0-16,0-2 0 0,3 2 0 0,0 0 0 15,-3 0 0-15,3 0 0 0,-4 0 0 0,1 0 8 16,0 0-8-16,0 0 0 0,0 0 0 0,0 0 8 16,0 0-8-16,3 0 0 0,-3 0 0 0,0 0 0 15,-1 0 0-15,1 0 0 0,-3 0 0 0,3 0 0 16,-3 0 0-16,0 0 0 0,0 0 0 0,0 0 8 16,3-3-8-16,-3 3 8 0,0 0-8 0,0 0 8 0,0-3-8 0,-1 3 0 15,1 0 0-15,0 0 8 0,0 0-8 16,0 0 8-16,0 0-8 0,0 0 8 0,0 0-8 15,3 0 9-15,-3 0-9 0,0 0 10 0,3 0-10 0,0 0 10 16,-3 0-10-16,2 0 10 0,1 0-10 16,0 3 8-16,0-3-8 0,-3 0 8 0,3 0-8 15,0 0 0-15,-3 0 0 0,3 3 8 0,0-3-8 0,-3 2 0 0,2-2 0 0,-2 0 8 16,3 3-8-16,-3-3 10 0,0 3-10 0,0-3 10 16,0 0-2-16,-3 0-8 0,3 0 12 0,-3 0-4 15,0 0 0-15,3 0-8 0,-3 0 12 0,0 0-4 16,3 0 0-16,-3 0-8 0,-1 0 12 0,1 0-4 15,0 0-8-15,0 2 10 0,0-2-10 0,0 0 10 16,0 0-10-16,0 3 8 0,0-3-8 0,0 0 8 16,0 3-8-16,0-3 0 0,0 0 9 0,-6 0-9 15,6 0 0-15,-6 0 0 0,6 0 0 0,-6 0 0 16,3 0 0-16,-3 0 0 0,6 0 0 0,-6 0 0 16,0 0-73-16,0 0-10 15,0 0-1-15</inkml:trace>
  <inkml:trace contextRef="#ctx0" brushRef="#br1" timeOffset="100330.537">16508 14450 1284 0,'-3'5'27'0,"0"0"5"0,0 1-32 0,3-6 0 0,-3 5 0 0,0 0 0 15,3-5 78-15,-3 6 9 0,0-1 1 0,0 0 1 16,0 0 10-16,3-5 1 0,-3 6 1 0,-3-1 0 16,3 0-11-16,-3-2-2 0,0 2-1 0,0 1 0 15,3-1-19-15,-3 0-3 0,0-2-1 0,0 2 0 16,-3 0-12-16,3 1-4 0,0-1 0 0,-2 3 0 15,-1-3-18-15,3 3-4 0,-3-3-1 0,0 3 0 16,0 0-25-16,3 0-20 0,-3 0 3 0,3 3 1 16,0-3 16-16,0 2 0 0,3-2 0 0,-3 3 0 15,3-1 0-15,3 1 0 0,0 0 0 0,0-1 0 16,0 1 0-16,3-3 0 0,3 2 0 0,-3-2 0 16,3 3 0-16,3-3 0 0,0-3 0 0,3 0 0 0,0 1 9 0,0-1 6 0,3-5 1 15,-1 0 0-15,1-3-16 0,3-2 0 0,0 0-12 16,0-1 12-16,-3-2-9 0,3 0 9 0,-3-2 0 0,-1-1-9 15,1-2 9-15,-3 2-13 0,0-2 5 0,0 3 8 16,0-4 0-16,-3 4 0 0,0-1 0 0,-3-2 0 16,0 5 22-16,-3-3 12 0,0 4 2 0,0-4 1 15,-6 0-3-15,0 1-1 0,0-1 0 0,-3 1 0 16,0-1-5-16,-3 0 0 0,0 1-1 0,0-1 0 16,0 1 3-16,-3-1 1 0,0 3 0 0,0 0 0 15,-3 3-31-15,1 0-20 0,-1-1 4 0,-3 4 0 16,0-1 16-16,0 3 0 0,3 0 0 0,-3 3 0 15,3-1-17-15,1 1-3 0,2 2-1 0,-3 1 0 32,6-1-57-32,-3 3-11 0,6 0-3 0</inkml:trace>
  <inkml:trace contextRef="#ctx0" brushRef="#br1" timeOffset="101344.671">17722 14437 1892 0,'0'0'53'0,"0"0"13"0,0 0-53 0,-3-3-13 0,3 3 0 0,-6-3 0 16,6 3 85-16,-3-2 15 0,-3-1 2 0,6 3 1 15,-6 0-27-15,0 3-6 0,0-1-1 0,0 1 0 16,4 0-19-16,-4-1-4 0,0 4-1 0,0-1 0 15,0 3-15-15,3 0-3 0,-3 0-1 0,0 2 0 16,0 1-11-16,3-1-3 0,0 1 0 0,-3 5 0 16,3-3-12-16,0 0 0 0,3 1 0 0,0 1 0 15,0 1 0-15,0 0 0 0,3 0 0 0,-3 3 0 16,6-4-20-16,0 1 2 0,-3 0 1 0,6-3 0 16,-3 1-10-16,3-1-1 0,0-3-1 15,0-2 0-15,2 0 5 0,1-2 0 0,0-1 1 0,0-2 0 16,3-3 12-16,-3 0 3 0,0-3 0 0,0-2 0 15,0-1 8-15,0-2 0 0,-1 0 0 0,1 1 0 16,0-4-12-16,3 0 2 0,-3 1 1 0,-3-1 0 16,3 1 58-16,-3-1 12 0,-3 0 3 0,3-2 0 0,-3 3-52 15,-3-1-12-15,3 0 0 0,-3 3 0 0,-3-2 54 16,0-1 8-16,0 1 2 0,0-1 0 0,-3 3-52 0,-3-5-12 16,3 2 0-16,-3 3 0 0,-3-5 0 15,3 5 0-15,-3-5 0 0,0 5 0 0,0-2 32 0,0 2 3 16,0 0 1-16,0 0 0 15,0 2-58-15,-3 1-11 0,4 3-3 0,-1-1 0 0,0 0 23 16,0 3 4-16,0-2 1 0,-3 4 0 16,3-2-129-16,-3 3-26 0,0 2-5 0</inkml:trace>
  <inkml:trace contextRef="#ctx0" brushRef="#br1" timeOffset="102402.455">15165 15371 1824 0,'-9'2'38'0,"0"6"8"0,0-3-37 0,1 1-9 0,-1-4 0 0,0 6 0 15,0-2 87-15,0 2 15 0,3-3 3 0,-3 5 1 16,3-2-67-16,0 6-14 0,-3-4-2 0,3 3-1 16,0 1 11-16,0 2 3 0,0-1 0 0,0 4 0 15,3-1-20-15,0 4-4 0,0-4-1 0,0 3 0 16,3 0-11-16,0-2 0 0,0 2 0 0,3-5 0 15,0 0 16-15,0 0 0 0,0-3 1 0,3 0 0 16,0-5-33-16,0 3-8 0,0-3 0 16,3 0-1-16,-3-3-11 15,3-2-3-15,0-1 0 0,3 1 0 0,-3-3 39 0,3-3 0 0,-3 1 0 16,2-4 0-16,1 1 0 0,0-3 15 0,0-2-1 0,0-1 0 16,0 0-2-16,0-5 0 0,-3 1 0 0,0-1 0 15,0-3 10-15,0 1 2 0,0-4 0 0,-3 4 0 16,-1-3 8-16,1 2 3 0,-3 1 0 0,0-3 0 15,0 5 2-15,-3-3 1 0,0 1 0 0,-3 2 0 16,0 0-6-16,0 3 0 0,-3-1-1 0,1 1 0 16,-1 0-13-16,0 2-2 0,-3 1-1 0,0-1 0 15,0 3-7-15,-3 0-8 0,3 3 11 0,-3 0-11 16,0-1 8-16,0 1-8 0,0 3 0 0,-3 2 0 16,4 0-35-16,-1 0-10 0,3 2-3 0,-3 1 0 15,3-1-64-15,0 6-12 0,0-2-4 0</inkml:trace>
  <inkml:trace contextRef="#ctx0" brushRef="#br1" timeOffset="103111.931">16445 15426 1530 0,'-15'11'72'0,"15"-11"-64"15,-6 5-8-15,0-2 0 0,0 2 0 0,1-2 84 0,2 2 16 0,-3-2 4 0,0 2 0 32,3 0-40-32,-3 0-7 0,0 1-1 0,3 2-1 0,0 0-13 0,0 0-2 0,0-1-1 0,0 4 0 15,0 0-15-15,3-1-2 0,0 1-1 0,0 2 0 16,0 0-13-16,0 3-8 0,3 0 10 0,0 0-10 16,0 0 0-16,3 0 0 0,0 0 0 0,3-3 0 15,-3 0-14-15,3 0-2 0,2-2-1 0,-2-1 0 16,3-2-3-16,0-2-1 0,3-1 0 0,-3 0 0 15,0-5 10-15,3 3 3 0,-3-3 0 0,0-3 0 16,-1 3 8-16,1-5-8 16,0 2 8-16,0-2-8 0,0-3 8 0,-3 3 14 0,3-3-3 0,-3-3-1 15,0 3 10-15,0-5 3 0,0 2 0 0,-3-2 0 16,0 0 33-16,0 0 6 0,-4-3 2 0,1 3 0 16,-3-1 0-16,0-1 0 0,0 1 0 0,-3 1 0 15,1 0-52-15,-4-3-12 0,0 3 0 0,0 0 0 16,-3-1 0-16,3 1 0 0,-3 0 0 0,-3 0 0 15,3 2 0-15,-3 0 0 0,3 1 0 0,-6-1 0 16,3 3 14-16,-3 0 0 0,1 0 0 0,-1 3 0 16,0 0-31-16,0 2-7 0,0-2 0 0,0 2-1 15,3 1-100-15,3 2-20 0,0 0-4 0</inkml:trace>
  <inkml:trace contextRef="#ctx0" brushRef="#br1" timeOffset="103605.594">17680 15373 1371 0,'0'0'58'16,"0"0"-46"-1,0 0 85-15,0 0 18 0,3-2 3 0,-3 2 1 16,6-3-8-16,-6 3-2 0,3-3 0 0,3 3 0 15,-3 3-24-15,0 0-5 0,3-3 0 0,-3 2-1 16,0 4-21-16,0-1-4 0,0 0-1 0,0 0 0 16,0 3-14-16,0 3-3 0,0 0-1 0,-3-1 0 15,3 3-9-15,-3 1-2 0,0-1 0 0,3 0 0 16,-3 3-4-16,0 0 0 0,0 0-1 0,0 0 0 16,0 2-10-16,0-2-1 0,0 0-8 0,0 0 12 15,0 0-12-15,0-3 0 0,0 3 8 0,3-3-8 0,-3-3 0 16,0 1-10-16,3-3 2 0,-3 0 0 15,0 0 8-15,3-3 0 0,-3 3 0 0,3-3 0 16,-3-5-23-16,0 3-2 0,0-3-1 0,0 0 0 16,0 0-44-16,0 0-9 0,0 0-1 0,0 0-1 15,0 0-157-15,0 0-31 0</inkml:trace>
  <inkml:trace contextRef="#ctx0" brushRef="#br1" timeOffset="104956.948">15249 16310 1644 0,'0'0'34'0,"-6"0"9"16,0 3-35-16,0-3-8 0,6 0 0 0,-6 2 0 16,0-2 90-16,0 0 16 0,0 3 3 0,0 0 1 15,0-1-25-15,-3 1-5 0,3-1 0 0,0 1-1 16,-3 2-23-16,0 1-4 0,3-1 0 0,-3 3-1 0,3 0 9 15,-2 2 3-15,2 1 0 0,3 0 0 0,-3-1-51 16,3 3-12-16,3 3 0 0,-3-2 0 16,3 1 0-16,0 1 0 0,3 3 0 0,0-3 0 0,0 0 0 15,0-1 0-15,3 1 0 0,0 0 0 16,-1-3-24-16,4 1-7 0,0-4-1 0,0 1-1 16,3-1 1-16,0-2 1 0,0-2 0 0,3 2 0 0,0-6 31 0,-3 1 0 0,3-1 0 15,-1-2 0-15,1 0 0 0,0-2 0 16,0-1 0-16,-3 1 0 0,3-6-57 15,-3 2-6-15,0-2-1 0,0 0 0 0,0 1 83 0,-4-4 16 16,4 0 3-16,-3 1 1 0,0-3-12 0,-3-1-3 16,3-2 0-16,-6 3 0 0,3-3-24 0,-6-2 0 0,0 2 8 15,0-3-8-15,-3 1 46 0,0-1 7 0,0 1 2 0,-3 2 0 16,-3-3-37-16,3 4-7 0,-3 1-2 0,-3-2 0 16,1 3-9-16,-1 0 0 0,3 0 0 0,-6 2 0 15,3 1 33-15,-3 2 5 0,0-3 1 0,0 6 0 16,0-1-39-16,0 4 0 0,1-1 0 0,-1-2 0 15,0 2-28-15,3 3-8 0,0-2 0 0,-3 2-1 16,6 2-46-16,3-2-9 0,0 3-1 16</inkml:trace>
  <inkml:trace contextRef="#ctx0" brushRef="#br1" timeOffset="105450.258">16529 16373 1569 0,'0'0'66'0,"0"0"-53"16,0 0 95-16,0 0 18 0,0 0 4 0,0 0 1 15,0 0-23-15,0 0-4 0,0 0 0 0,0 0-1 16,0 0-23-16,0 0-4 0,0 0 0 0,0 0-1 15,0 0-27-15,0 6-6 0,0 2-1 0,0 2 0 16,0 1-9-16,3 2-3 0,-3 0 0 0,2 3 0 16,-2 0-10-16,3 0-3 0,-3 2 0 0,3-2 0 15,0 3-8-15,-3-3-8 0,3 2 9 0,0 1-9 16,-3-3 8-16,3 0-8 0,0-1 0 0,0 1 9 16,0 0-9-16,0-3 0 0,0 3 0 0,0-3 0 15,0 1 0-15,-3-1 0 0,3-2 0 0,0-1 0 16,0 1-11-16,-3-3-1 0,3 0 0 0,0 0 0 15,-3-3-44-15,3 0-8 0,-3-5-3 0,3 3 0 16,-3-3 2-16,0 0 0 0,0 0 0 0</inkml:trace>
  <inkml:trace contextRef="#ctx0" brushRef="#br1" timeOffset="106258.572">17600 16328 1158 0,'0'0'24'0,"0"0"6"0,0 0-30 15,0 0 0-15,3 6 0 0,-3-6 0 0,3 2 110 0,0 4 16 0,-3-6 3 0,3 5 1 16,-3-5-3-16,3 5-1 0,-3-2 0 0,3 2 0 15,-3 3-26-15,0-3-4 0,0 1-2 0,3-1 0 16,-6 3-19-16,3 0-4 0,-3 0-1 0,3 0 0 16,-3 2-21-16,0-2-4 0,0 6-1 0,0-4 0 15,0 3-15-15,0 1-3 0,0-1-1 0,-3 0 0 16,3 0-15-16,3 0-10 0,-3 3 12 0,0-2-12 16,3-1 0-16,0-3 0 0,0 4 0 0,3-1 0 15,0-3 0-15,0 4 0 0,0-1 0 0,0-3 0 16,3 1 0-16,0 0-19 0,0-1 4 0,3-2 1 31,0 0-10-31,0 0-1 0,0-3-1 0,0 1 0 0,0-4 6 0,3 1 0 0,-1-3 1 0,-2 0 0 16,3 0 6-16,0-3 1 0,0-2 0 0,-3 0 0 15,3-1 2-15,-3-2 1 0,3-2 0 0,-3 2 0 16,0-3 21-16,-3 1 4 0,2 2 0 0,-2-3 1 16,3 1-17-16,-3-4 0 0,0 7 0 0,0-7 0 15,-3 1 0-15,3 0 0 0,-3-3 0 0,-3 0 0 16,0 0 0-16,0-2 0 0,0-1 0 0,-3 1 0 15,0-4 41-15,0 4 5 0,-3-1 1 0,0 1 0 16,0-1-28-16,-3 1-6 0,3 2-1 0,-2 0 0 16,2 0-12-16,-3 3 9 0,0 0-9 0,-3 0 8 0,0-1-8 15,0 4 8-15,-6 2-8 0,3 0 8 0,-3 0-8 0,-2 3-12 16,2 2 2-16,-3 0 1 16,0 1-41-16,0 2-8 0,0 2-2 0</inkml:trace>
  <inkml:trace contextRef="#ctx0" brushRef="#br1" timeOffset="107007.989">15258 17352 2131 0,'-9'14'60'0,"3"-1"14"0,-3 0-59 0,3-2-15 0,0-1 0 0,-3 1 0 16,3 2 40-16,0-2 6 0,0 2 1 0,0-2 0 16,0 2-17-16,3 0-3 0,0 0-1 0,0 3 0 15,6 0-14-15,-3 0-2 0,0 0-1 0,3 2 0 16,0-2-9-16,0 5 0 0,3-2 0 0,3-1 0 15,-3-2-8-15,3 0-4 0,0-3-1 0,0 1 0 16,3-4-15-16,0 1-4 16,-1-3 0-16,1-6 0 0,3 4 7 0,-3-6 1 0,3 2 0 0,-3-4 0 15,0-4-13-15,0 4-3 0,0-6 0 16,0-3 0-16,-4 1 40 0,4-4 0 0,0-2 0 0,0-2 0 16,-3-1 40-16,0 1 15 0,0-1 3 0,0-2 1 15,-3 3-43-15,-3-1-16 0,0-2 11 0,0 5-11 16,-6-2 57-16,0 2 6 0,0 0 1 0,-6 0 0 15,3 0 0-15,-6 0 0 0,3 0 0 0,-6 0 0 16,3 1-29-16,-3-4-6 0,4 3-1 0,-4 0 0 16,0 0-15-16,-3 1-3 0,0 1-1 0,0 1 0 15,0 2-9-15,3 1 8 0,-2 2-8 0,-1 0 8 0,3 3 12 16,0-1 3-16,0 4 0 0,3-1 0 16,3 1-121-16,0 2-24 0,0 2-5 0</inkml:trace>
  <inkml:trace contextRef="#ctx0" brushRef="#br1" timeOffset="107507.584">16579 17487 1854 0,'0'0'39'0,"0"0"8"16,0 0-38-16,0 0-9 0,0 0 0 0,0 0 0 16,0 0 83-16,0 0 14 0,0 0 3 0,0 0 1 15,0 0-4-15,0 0-1 0,0 0 0 0,0 8 0 16,-3 0-25-16,3 0-6 0,0 0-1 0,-3 3 0 16,3-1-19-16,0 1-4 0,-3 2-1 0,3 0 0 0,0 3-11 0,0 0-2 0,0 0-1 0,0 5 0 15,0-2-14-15,0 2-2 0,0-3-1 0,3 4 0 16,-3-4-9-16,0 1 0 0,3-1 0 15,0-2 8 1,-3 0-27-16,3-3-5 0,0 0-2 0,0 1 0 16,0-1 40-16,0-3 8 0,0-2 2 0,0 3 0 0,3-3-39 0,-3 0-7 0,0 0-2 15,0-3 0-15,3 0-32 16,-3 1-6-16,-3-6-2 0,0 0 0 16,0 0-204-16,0 0-42 0</inkml:trace>
  <inkml:trace contextRef="#ctx0" brushRef="#br1" timeOffset="108033.339">17713 17400 1724 0,'0'0'38'0,"0"0"8"0,0 0 2 0,0 0 0 0,0 0-39 0,0 0-9 0,0 0 0 0,0 0 0 16,0 0 93-1,0 0 17-15,0 0 3 0,3 5 1 0,0 1-25 0,0-4-5 0,0 4 0 0,-3-1-1 16,3 3-19-16,0 0-3 0,0 2-1 0,-3 1 0 16,3 0-18-16,0 2-4 0,-3 0-1 0,3 3 0 15,-3 0-13-15,3 2-2 0,-3 1-1 0,3 2 0 16,-3-3-9-16,3 6-3 0,-3-3 0 0,3 1 0 15,-3-1-9-15,3 0 0 0,-3-3 9 0,3 1-9 16,-3 0 0-16,0-4 0 16,3-1 0-16,-3-1 8 0,0 0-8 0,0-2 0 0,0-1 0 0,3 1 0 15,-3-3 0-15,0 0 0 0,0-3 0 0,0 0 0 16,0-2 0-16,0 0-13 0,0 2 5 0,0-5 8 16,0 0-58-16,0 0-4 0,0 0-1 0,0 0 0 15,-3-11-78-15,3 1-16 0,-3-1-3 0</inkml:trace>
  <inkml:trace contextRef="#ctx0" brushRef="#br1" timeOffset="109447.44">14591 14521 2090 0,'0'0'44'0,"0"0"8"0,0 0-41 0,-6-2-11 0,3-1 0 0,-3 0 0 16,6 3 52-16,-6-2 9 0,6 2 2 0,-6-3 0 15,0 3-3-15,0 3-1 0,-3-3 0 0,3 2 0 16,-3 4-23-16,0-1-4 0,0 0 0 0,-3 6-1 16,1-1-15-16,-1 1-2 0,-3 5-1 0,0 2 0 15,-3 1-13-15,3 2 8 0,-3 3-8 0,0 5 0 16,1 3 20-16,-4 5-3 0,3 2 0 0,0 4 0 0,3-6-17 15,0 2 0-15,3-1 0 0,0 4 0 0,4 0 0 16,-1-2 0-16,6 5 0 0,0 0 0 0,3-5 0 0,3-1 0 0,3-2 0 16,3 0 0-16,-1 0 0 0,4-5 0 0,3 3 0 0,0-4 0 31,0 1-18-31,3 0-7 0,3 2-2 0,-3-2 0 0,2 0 27 0,-2-3 0 16,3 0 0-16,-3 0 0 0,0-3 16 15,0 1 9-15,-3-1 2 0,-1 3 0 0,-2-2-27 16,0 2 0-16,-3 0 0 0,-3 6 0 0,0-4 0 0,-3 1 0 0,0 2 0 15,-3 4 0-15,-3-7 0 0,0 1 0 0,-3-3 0 16,-3 3 0-16,-3 0-20 16,-3-3-10-16,1 5-2 0,-4-2 0 0,-3-3 17 0,-3 0 3 0,3 3 1 0,-3-3 0 15,1-3-8-15,-4-2-1 0,3-3-1 0,0 1 0 16,3-4 21-16,0-5 0 0,1-2 0 0,2-1 0 16,0-2 0-16,3 0 0 0,3-2 0 0,0-4 0 15,3 1 0-15,0 0 0 0,3-3 0 0,6 0 0 16,0 0 14-16,0 0 7 0,0 0 2 0,0 0 0 15,0 0-23-15,0 0 0 0,0 0 0 0,6 0 0 16,0 0 37-16,3 0 3 16,0 2 1-16,0 1 0 0,3 2-33 0,0 0-8 0,0 1 0 0,3 2 0 15,0 2 0-15,-1 1 0 0,1 2 0 0,3 3 0 16,0 2 0-16,-3 1-17 0,3 5 4 0,3 0 1 16,-6 5 12-16,2 2 8 0,-2 4 0 0,0-1-8 15,0 1 14-15,-3-1-4 0,3 3-1 0,-3 5 0 16,0-2 0-16,-3 5 0 0,-1 3 0 0,1-1 0 0,-3 1-1 15,3-3-8-15,-3 0 12 0,0 3-4 16,-3-1 2-16,3 1 0 0,-3 2 0 0,3 0 0 0,-3-5-2 0,3-2 0 16,0-1 0-16,-3 0 0 0,3-2-8 15,-3-3 10-15,3 3-10 0,-3-3 10 0,3 0-10 0,-3 0 8 16,3-3-8-16,-3 3 8 0,3-5-8 0,0-5 0 0,2-1 0 16,-2-2 0-16,3-3 16 0,3-2 0 0,0-1 1 0,-3-2 0 15,3-3-17-15,0 0 0 0,0-2 0 0,0-3 0 16,0-3-48-1,0 1-12-15,2-4-4 0,1-2 0 0,-3 0-32 0,3-5-6 16,-3-3-2-16</inkml:trace>
  <inkml:trace contextRef="#ctx0" brushRef="#br1" timeOffset="115202.762">19386 12817 2066 0,'0'0'43'0,"0"0"10"0,0 0-42 0,0 0-11 16,0 0 0-16,-6 3 0 0,0 0 72 0,6-3 13 0,-3 5 3 0,0 0 0 15,0 3-37-15,0 0-7 0,3 0-2 0,0 0 0 16,-3 2-42-16,3 1 0 0,0 0 0 0,0 2 0 16,0 3 53-16,0 0 9 0,3-1 2 0,-3 4 0 31,3 2-73-31,-3 0-15 0,0 0-2 0,3 6-1 0,-3-1 27 0,0 4 0 0,3-1 9 0,-3 5-9 15,0-2 9-15,3 2-9 16,-3-2 0-16,0 5 9 0,0 0 7 0,0 3 2 0,0-1 0 0,0 6 0 16,-3 0-18-16,3 0 0 0,0 6 0 0,0-1 0 15,-3-2 33-15,0 2 3 0,0 3 1 0,3 2 0 16,-3-4-11-16,0 1-2 0,0 4-1 0,0 2 0 16,0 0-7-16,0 1-2 0,0-1 0 0,-3 5 0 15,4-4 4-15,-1-4 1 0,-3 3 0 0,3 3 0 16,-3-3-3-16,3 3-1 0,0 5 0 0,-3 1 0 15,3-9-3-15,-3 0-1 0,3 0 0 0,-3 3 0 16,3-3-2-16,0 3 0 0,-3 0 0 0,3 3 0 16,-3-4-1-16,3-1-8 0,-3 1 12 0,3 4-4 15,-3-6-8-15,3-2 12 0,-3-1-12 0,3 6 12 16,-3-3-1-16,3 3 0 0,3 0 0 0,-3 3 0 16,3-9-3-16,0-2 0 0,0-3 0 0,3 3 0 15,0 0-8-15,0 3 10 0,0-1-10 0,3 4 10 0,0-7-10 0,-3-4 12 16,3-3-12-16,0 3 12 0,0-1-12 15,0 1 8-15,0 2-8 0,0 3 8 0,0-11-8 16,0-2 0-16,0-3 0 0,-3 3 8 16,3-6-8-16,-3 3 0 0,0 0 0 0,0 3 8 15,-3-3-8-15,3-2 0 0,-3 2 0 0,3-3 8 0,-3-2-8 16,3-6 0-16,-3 1 0 0,3-4 0 0,-3-1 0 0,0-1 0 0,2 0 0 16,-2-3 0-16,3-2 11 0,-3 0 0 0,0 0 0 0,0 0 0 15,0-5-27-15,3 2-6 0,-3-3-1 0,0-2 0 31,3-2-21-31,-3-4-5 0,0-2-1 0,0 0 0 16,3-5-106-16,0-6-22 0,3-2-4 0</inkml:trace>
  <inkml:trace contextRef="#ctx0" brushRef="#br1" timeOffset="116167.037">20345 12907 2314 0,'0'-13'65'0,"0"2"15"15,0 1-64-15,0-1-16 0,0-2 0 0,-3 2 0 16,3 3 84-16,0 1 14 0,-3 1 2 0,3-2 1 16,-3 6-30-16,3 2-7 0,-6 0 0 0,6 0-1 0,-6 2-22 0,0 4-4 15,0 2-1-15,0 2 0 16,0 3-44-16,0 3-10 0,0 0-2 0,0 3 0 15,0 2 20-15,3-3 0 0,-3 3 0 0,0 1 0 16,3-1 0-16,3 3 0 0,-3-3 0 0,6 0 0 16,-3 3 0-16,6-3 0 0,-3 0 0 0,6-2 0 15,-3-4-55-15,3-1-7 0,0-1-2 0,0-5 0 0,3-3 52 0,-3-2 12 0,3-3 0 16,2-3 0-16,-2-2 0 0,3-6 0 0,0 1-9 16,0-6 9-16,0 3 0 0,-3-3 0 0,3 0 12 0,0 0-4 15,-4 0 9-15,1 3 3 0,0-3 0 0,0 0 0 16,-3 3 6-16,0 0 2 0,-3-1 0 0,0 1 0 15,-3 3 0 1,0 2 0-16,-3 0 0 0,3 2 0 0,-3 6-12 0,0 0-1 0,0 0-1 0,0 0 0 16,0 0-6-16,0 0-8 0,0 0 11 0,0 8-11 15,0 0 0-15,0 3 0 0,0-1 0 0,3 1-12 16,0 2-7-16,0-2-1 0,0 2 0 0,3-2 0 16,-3 2 1-16,3-2 0 0,3-4 0 0,-3 4 0 15,0-3 19-15,-1-3 0 0,4 1-8 0,-3-4 8 16,0-2 0-16,3 0 0 0,-3 0 0 0,0-2 0 15,0-1 8-15,0-2 4 0,0-1 2 0,0 1 0 16,-3-3 10-16,3 0 3 0,-3 0 0 0,3-2 0 16,-3 2-9-16,0-3-2 0,0 1 0 0,0-1 0 15,0 0-16-15,0 1 10 0,0-3-10 0,0 2 8 16,-3-2-8-16,3 0 0 0,0-3 0 0,0 0 0 16,0 3 0-16,0-3 0 0,2 2-14 0,-2 1 5 15,3 3-49-15,-3 2-10 0,3 0-1 0,0 5-1 16,0 3-186-16,0 3-36 0</inkml:trace>
  <inkml:trace contextRef="#ctx0" brushRef="#br1" timeOffset="116495.182">20815 13079 2310 0,'0'0'48'0,"0"0"11"0,6 0-47 0,0 3-12 0,3-3 0 0,-3 0 0 15,3 0 104-15,0-3 20 0,-1 1 3 0,4-1 1 16,-3 3-52-16,0-3-11 0,3 3-1 0,-3-2-1 15,0 2-30-15,0 0-5 0,0-3-2 0,-3 3 0 16,0 0-14-16,0 3-4 0,0-3 0 0,-3 5 0 16,3-2-8-16,-6 2 0 0,3 0 9 0,-6 3-9 15,3 0-24-15,-3 3-10 0,-3 2-2 0,0 0 0 16,0 3 22-16,0 2 4 0,-3 1 1 0,-3-1 0 16,3 1-28-16,0-3-6 0,-3 2-1 0,3 1 0 15,0-1 8-15,0-4 0 0,3-1 1 0,0 0 0 16,4-2 22-16,2-1 4 0,-3-2 1 0,6 0 0 15,-1-3 8-15,1 1 8 0,3-4-8 0,0 1 11 16,3-3 8-16,3 0 1 0,0 0 1 0,0-3 0 16,0 1-5-16,0-1 0 0,0 0-1 0,3-2 0 15,-3 0-15-15,2-3-13 0,1 3 2 0,0-1 1 16,3-2-43-16,0 0-9 0,0-2-2 16</inkml:trace>
  <inkml:trace contextRef="#ctx0" brushRef="#br1" timeOffset="117245.973">21601 12854 2795 0,'-24'11'58'0,"15"-6"14"15,3-5-57-15,0 3-15 0,6-3 0 0,0 0 0 16,-6 0 54-16,6 0 8 0,0 0 2 0,-3 2 0 16,-3 4-52-16,3-4-12 0,-3 1 0 0,3 2 0 15,0 1 54-15,0-1 8 0,0 0 2 0,0 6 0 16,3-3-52-16,-3 2-12 0,0 1 0 0,3-1 0 16,0 1 0-16,0 0 0 0,0 2 0 0,0-3 0 15,0 4-49-15,3-1-13 0,3-3-2 0,-3 1-1 16,6 0-8-16,-3-3-2 0,6 0 0 0,-3-1 0 15,0-1 5-15,3-4 1 0,0 1 0 0,0-3 0 16,3-3 39-16,-1 1 8 0,1-6 2 0,0 0 0 16,0 0 20-16,0-3 0 0,0 1 0 0,0-3 0 15,0 2 18-15,-6-2 11 0,2-1 3 0,-2 1 0 0,-3 0 16 16,0 0 3-16,0 2 1 0,0 1 0 0,-3 2 1 16,-3-3 1-16,3 1 0 0,-3 2 0 15,-3 0-8-15,3 0-2 0,0 2 0 0,-3 1 0 16,3 5-17-16,0 0-4 0,0 0-1 0,0 0 0 0,-6 3-13 0,0 2-9 0,0 0 12 15,3 6-12-15,-3 0 0 0,3-1 0 0,0 1 0 0,3 2 0 16,0 3-12-16,0-3-7 0,3 3-1 16,3 0 0-1,-3-3-10-15,3 0-2 0,3 0-1 0,-3-2 0 0,3 0 2 16,0-3 1-16,3 0 0 0,-3-1 0 0,3-4 5 0,0 0 1 0,3-3 0 0,-4-3 0 16,1 0 24-16,3 1 0 0,-3-6 0 0,0 3 0 15,0-3 36-15,0 0 13 0,-3 0 3 0,3 0 0 16,-3 0-12-16,0-3-1 0,0 1-1 0,-4-1 0 15,1 1-5-15,0-1-1 0,-3 0 0 16,0 1 0-16,0-3-16 0,0-1-3 0,0 4-1 0,-3-3 0 16,0-3-12-16,0 0 11 0,0 0-11 0,0-3 10 15,0 4-10-15,0-1-16 0,0 0 4 0,0 0 1 16,3 3-94-16,-3 2-19 0,0 0-4 0</inkml:trace>
  <inkml:trace contextRef="#ctx0" brushRef="#br1" timeOffset="117495.109">22264 12854 2553 0,'0'8'53'0,"0"-3"12"0,0-5-52 16,0 3-13-16,0-3 0 0,0 8 0 0,0-3 105 0,3 1 19 0,-3-1 3 0,3 0 1 16,-3 1-52-16,0 1-9 0,3 1-3 0,-3 0 0 15,3 0-51-15,-3 0-13 0,0 3 0 0,-3-3 0 16,3 2 0-16,0 4 0 0,-3-1 0 0,3 0 0 15,-3 3 0-15,3-3 0 0,-3 0 0 16,0 3 0 0,1 3 54-16,-1-3 8 0,0 5 2 0,0-3 0 15,3 1-103-15,-3-3-20 0,0 2-4 0,0 1-1 16,3-3-51-16,-3 0-10 0,3-3-3 0</inkml:trace>
  <inkml:trace contextRef="#ctx0" brushRef="#br1" timeOffset="118229.105">22976 12658 1579 0,'0'0'32'0,"0"0"10"0,0 0-34 16,0 0-8-16,0 0 0 0,0 0 0 0,0 0 156 0,0 0 28 0,0 0 7 15,0 0 1-15,0 0-52 0,0 0-9 0,0 0-3 0,0 0 0 31,0 0-51-31,0 0-10 0,0 0-3 0,-6 3 0 16,3 5-51-16,-3-3-13 0,0 6 0 0,0 0 0 0,0 4 54 0,0 1 8 0,-3 3 2 0,3 2 0 16,-3 0-52-16,0 3-12 0,1-3 0 0,-1 3 0 15,3-3-48 1,0 0-13-16,3-2-3 0,0-3 0 0,0 0 52 0,3-1 12 0,3 1 0 0,0-3 0 16,3 1-105-1,0-4-19-15,3-2-3 0,-1 0-1 0,4-3 52 0,0 1 9 16,3-6 3-16,-3 0 0 0,0 0 51 0,0-6 13 0,0 4 0 0,0-6 0 15,0 0 0-15,-3-3 0 0,2 3 0 0,1-2 0 16,-3-1 48-16,0 1 13 0,-3 2 3 16,0 0 0-16,0-3 0 0,0 3 0 0,-3-2 0 0,0 2 0 15,0 0 0-15,0-3 0 0,-3 3 0 0,0 0 0 16,0 0 0-16,0 3 0 0,0-3 0 0,0 8 0 16,0 0-52-16,0 0-12 0,0 0 0 0,0 0 0 15,0 0 0-15,-3 5 0 0,-3 3 0 0,6 0 0 16,-3 0 0-16,3 0 0 0,0 3 0 0,0-1 0 15,3 4-48-15,-3-4-13 0,3 1-3 0,0-1 0 16,3 1 52-16,0 0 12 0,0-4 0 0,3 1 0 16,0-2-54-16,0-1-8 0,0-2-2 0,2-1 0 0,-2 1 52 15,3-3 12-15,0-3 0 0,-3 1 0 0,3-1 0 0,0-2 0 16,0-1 0-16,0-2 10 0,-3 1 18 16,0-1 3-16,2-3 1 0,-2 0 0 15,-3-2 4-15,3 3 2 0,0-4 0 0,-3-1 0 0,0-1-10 16,0 0-3-16,0-3 0 0,3-2 0 0,-3 3-7 0,0-4-2 0,0-1 0 0,0 1 0 15,0 1-16 1,0 0 10-16,0 0-10 0,0 2 8 0,0 1-8 0,0-1 0 0,-1 1 0 16,1 2 0-1,0 0-100-15,0 3-13 0,0 2-3 0</inkml:trace>
  <inkml:trace contextRef="#ctx0" brushRef="#br1" timeOffset="118718.224">23464 12939 2191 0,'0'0'62'0,"0"0"14"0,-3 5-61 15,0 1-15-15,0-1 0 0,0 3 0 0,0 0 44 0,0 2 7 0,0 1 1 16,0-1 0-16,0 4-32 0,0-1-5 0,0 0-2 0,0 0 0 31,0 3-13-31,0-3 0 0,3 6 0 0,0-3 0 16,-3 0-32-16,3-3-10 0,0 3-2 0,3-3 0 15,0-2 36-15,-3 2 8 0,3-5 0 0,3 0 0 16,-3 0 0-16,3-3 0 0,3-2-9 0,0-1 9 0,0-2 0 0,0-2 0 16,0-1 0-16,3-2 0 0,0-3 53 0,0 0 6 0,-1-3 1 0,4 1 0 15,-3-1 4-15,3-2 0 0,-3 0 1 16,0 2 0-16,0-2-17 0,-3 2-3 0,0-2-1 0,0 2 0 16,-3 1-7-16,0-3-1 0,0 5-1 0,-4-3 0 15,1 0 13-15,-3 4 4 0,0-4 0 0,0 3 0 16,-3 0-42-16,-2 0-10 0,-1 0 0 0,0 0 0 15,-3 3 0-15,-3 0 0 0,0-1 0 0,0 4 0 16,-3-4-49-16,-3 4-12 0,0 2-3 16,-5-3 0-16,2 3-139 0,-3 3-28 15</inkml:trace>
  <inkml:trace contextRef="#ctx0" brushRef="#br1" timeOffset="119351.914">20624 13783 1824 0,'0'0'76'15,"0"0"-60"1,0 0 137-16,-3 8 28 0,3-3 6 0,-3 1 1 15,3 1-80-15,-3 1-16 0,0 0-4 0,0 0 0 16,0 3-30-16,1 2-6 0,-1 0-2 0,0 6 0 16,0-1-18-16,0 4-4 0,0 1-1 0,0 4 0 15,0-3-11-15,0 2-3 0,0 1 0 0,3 2 0 16,-3-6-5-16,0 1-8 0,3 0 11 0,-3 0-11 0,3 0 10 16,-3-3-10-16,3 0 8 0,0 0-8 0,0 0 0 0,0-2 0 0,0-1 8 15,0 1-8-15,0-3 0 0,0 0 0 16,0-3 0-16,3 0 0 0,-3-2 0 0,0-3-12 15,3 2 2-15,0-4 1 16,0-4-27-16,0 1-4 0,0 0-2 0,0-1 0 16,3-4-38-16,0-1-8 0,0-2-2 0,-1-3 0 15,1-3-168-15,0-2-34 0</inkml:trace>
  <inkml:trace contextRef="#ctx0" brushRef="#br1" timeOffset="119906.185">21869 13886 2396 0,'0'0'68'0,"-6"0"15"0,-3 0-67 15,3 0-16-15,6 0 0 0,-6 0 0 0,-3 3 75 0,3 2 11 0,-3-2 2 0,3 2 1 16,-3 3-33-16,0 0-6 0,3 3-2 0,-3 2 0 16,0 0-25-16,0 0-6 0,0 3-1 0,1 3 0 31,2-1-16-31,-3 3 0 0,3 0 0 0,-3 1 0 15,6-4 0-15,-3 3 0 0,6-5-13 0,-3 3 5 0,6-1-12 0,0-2-1 16,3-3-1-16,0 3 0 16,3-5-12-16,3-1-2 0,-1 1-1 0,1-3 0 15,0-3-16-15,3-2-3 0,0-3-1 0,0-3 0 0,3 1 45 0,0-6 12 0,3 2 0 0,-1-2 0 16,1-2 0-16,3-3 0 0,0-1 0 0,-3 1 0 16,2-3 29-16,-2 0 8 0,-3 1 2 0,0-1 0 15,0-3-11-15,-6 1-3 0,0-1 0 0,-3 1 0 16,-3-1 31-16,0-2 7 0,-3 2 1 0,-1-2 0 15,-2 3-52-15,-2-1-12 0,-1 3 0 0,-3-2 0 16,-3 2 54-16,0 3 8 0,0-1 2 16,-3 4 0-16,-3-1-52 0,-3 1-12 0,3-1 0 0,-6 3 0 15,4 3-9-15,-4 2-5 0,0-2-1 0,0 5 0 16,0-3 24-16,3 3 5 0,-2 3 1 0,2 0 0 16,3-1-63-16,0 3-13 0,3 1-3 0,0 2 0 15,3 0-102-15,3 0-21 0,3 0-4 16</inkml:trace>
  <inkml:trace contextRef="#ctx0" brushRef="#br1" timeOffset="120478.652">23160 13870 1579 0,'0'0'32'0,"-6"0"10"0,6 0-34 0,0 0-8 0,-2 0 0 0,2 0 0 15,-6 0 122-15,3 0 22 0,3 0 5 0,-6 3 1 16,0 2-54-16,0-2-12 0,0 2-1 0,0 3-1 16,-3 0 5-16,3 0 1 0,0 3 0 0,-3 2 0 15,0 0-71-15,3 3-17 0,0 0 0 0,-3 0 0 16,3 2 0-16,0-2 0 0,0 3 0 0,0-4 0 16,3 4 12-16,1-3 0 0,-1 0-1 0,3 0 0 15,0 0-11-15,0-1 0 0,0-1 0 0,3-1 0 16,2-3-9-16,-2 4-1 0,3-6 0 0,3 0 0 15,0-1 10-15,3-1 0 0,0-4 0 0,3-2 0 16,0 0-28-16,3 0-3 16,0-5-1-16,2 2 0 0,1-4 23 0,0-1 9 0,0 0-8 0,0-3 8 15,0 0 0-15,-4 1 0 0,1-3 0 0,0-1 0 16,-6 1 0-16,3 0 14 0,-6 0-2 0,3-3 0 16,-6 0 10-16,0 0 2 0,-3-2 0 0,0-1 0 0,-3 3 25 15,0-2 6-15,0-1 1 0,-3 3 0 16,-3-2-23-16,0 2-4 0,0 0-1 0,-3 0 0 15,-3 3-14-15,0-3-3 0,0 3-1 0,-3 2 0 16,-3-2-10-16,1 5 10 0,-1-3-10 0,-6 4 10 0,3-1-10 0,0 0-14 16,0 2 3-16,1 1 1 15,-1 0-84-15,0 2-17 0,0 0-3 0</inkml:trace>
  <inkml:trace contextRef="#ctx0" brushRef="#br1" timeOffset="123830.846">9135 8115 1371 0,'3'-8'58'0,"0"6"-46"16,0-4 113-16,-3 4 23 0,0 2 5 0,0 0 1 15,0 0-37-15,0 0-7 0,0 0-2 0,0 0 0 16,0 0-30-16,0 0-6 0,0 0-2 0,0 0 0 16,6 2-22-16,-3 4-4 0,-3 2 0 0,2 0-1 15,-2 0 17-15,0 2 3 0,0 1 1 0,0 2 0 16,0 3-52-16,-2 0-12 0,2 2 0 0,0 1 0 16,0 2 0-16,0 0 0 0,0 0 0 0,0 0 0 15,0-2-14-15,0 2-6 0,0-2 0 0,0-4-1 16,2 1 33-16,-2-2 8 0,0-1 0 0,0-3 1 15,0 1-35-15,0 0-7 0,0-4-2 0,3 1 0 16,-3 0-18-16,3-2-4 0,0-1-1 0</inkml:trace>
  <inkml:trace contextRef="#ctx0" brushRef="#br1" timeOffset="124785.468">13594 10380 1355 0,'0'0'28'0,"0"0"8"16,0 0-36-16,0 0 0 0,0 0 0 0,0 0 0 0,0 0 96 0,0 0 13 0,0 0 3 0,0 0 0 15,0 0-16-15,0 0-2 0,0 0-1 0,0 0 0 32,0 0-10-32,6 3-3 0,-6-3 0 0,3 5 0 15,0 0-16-15,-1 3-4 0,1 0-1 0,-3 0 0 16,3 3-22-16,-3-1-4 0,0 4-1 0,0-1 0 0,0 3-8 0,0-3-1 15,0 3-1-15,0 2 0 16,0-2-6-16,0 0-2 0,-3 0 0 0,3 3 0 0,0-4-6 0,-3 4 0 0,3-1-8 16,0 4 12-16,0-1-12 0,0-3 0 0,0 4 0 15,3-4 0-15,-3 1 0 0,0-1 0 0,3-2 0 16,0 2 0-16,-3-4 0 0,3-1 0 0,0 0 0 0,0-2-10 16,0-1-42-16,3-2-8 15,0 0-1-15,0 0-1 0,3 0-114 0,0 0-24 0,0 0-4 16</inkml:trace>
  <inkml:trace contextRef="#ctx0" brushRef="#br1" timeOffset="126135.146">13049 8076 1568 0,'0'0'73'15,"0"0"-65"-15,0 0-8 0,0 0 0 0,0 0 0 0,0 0 56 0,0 0 8 0,0 0 3 0,0 0 0 16,0 0-3-16,0 0 0 0,0 0 0 0,0 0 0 16,0 0-2-16,0 0-1 0,0 0 0 0,0 0 0 15,0 0-17-15,0 0-4 0,-6 2-1 0,3 4 0 16,-3-1-9-16,3 3-2 0,0 0 0 0,-3 0 0 16,3 0-28-16,0 0 0 0,0-1 0 0,0 4 0 15,0 0 0-15,3-1 0 0,0 1 0 0,0 2 0 16,0-2 0-16,0 2 0 0,3 0 0 0,0-2 0 15,0 2 0-15,3 0 0 16,-3-2 0-16,3-1 0 0,0 1 0 0,3-3 0 0,-3-3 0 0,3 3 0 16,0-5 12-16,0-1-4 0,3 1-8 0,-4-3 12 15,4 0-12-15,-3-3 0 0,3 1 0 0,0-4 0 16,0-2 9-16,0 0 3 0,3-2 0 0,-6 2 0 16,3-3 15-16,-3 1 3 0,0-3 1 0,-1 2 0 15,1 3 5-15,-3-3 2 0,3 1 0 0,-6 2 0 16,3-3-1-16,-6 3 0 0,3-2 0 0,-3 2 0 15,-3 0-10-15,0 0-3 0,0-3 0 0,-3 4 0 16,0-1-10-16,0 0-2 0,-3 0-1 0,1 2 0 16,-1-2-11-16,0 6 10 0,0-3-10 0,-3-1 10 15,3 4-10-15,-3-4 0 0,3 4 0 0,-3 2 0 16,3-3-36-16,-3 3-7 0,3 0-1 0,-3 0 0 16,4 3-148-16,-4-1-31 0</inkml:trace>
  <inkml:trace contextRef="#ctx0" brushRef="#br1" timeOffset="132083.938">20696 15040 2553 0,'0'0'53'0,"0"0"12"0,-6 0-52 0,0 0-13 0,6 0 0 0,-9 0 0 15,9 0 84-15,-6 0 13 0,6 0 3 16,-6 3 1-16,0-1-59 0,0 3-12 16,0 1-2-16,3-1-1 0,-3 6 7 0,3-1 2 0,0 1 0 0,-3 2 0 15,3 6-7-15,3 4-1 0,-3 1 0 0,0 3 0 16,3-1-28-16,0 3 0 0,0 0 0 0,0 0 0 16,0 0 0-16,0-5 0 0,3 3 0 0,0-1 0 15,0 1 0-15,0-3-20 0,0 2 4 0,0 0 0 16,3-2 1-16,0 0 1 0,0-3 0 15,0-2 0-15,3-1-23 0,0-5-5 16,-3-2-1-16,3 0 0 0,3-9-116 16,-3 1-23-16,0-6-5 0</inkml:trace>
  <inkml:trace contextRef="#ctx0" brushRef="#br1" timeOffset="132587.348">21797 15037 2310 0,'-9'8'48'0,"3"0"11"0,-3 0-47 0,3-3-12 0,0 3 0 0,-3-2 0 0,1 1 53 0,2 4 9 0,0-3 2 16,-3 5 0-16,3 0-12 0,0 3-3 0,0 0 0 0,0 3 0 16,3-1-34-16,0 1-7 0,0 2-8 0,0-3 11 15,3 1-11-15,0 0 0 0,3-4 0 0,0 1 0 16,0-3-17-16,3 1 1 0,0-4 0 0,3-2 0 31,0 0-22-31,3-3-4 0,0 1-1 0,2-1 0 0,1-2 18 16,-3-3 3-16,0 0 1 0,3 0 0 15,0-6-13-15,0 1-2 0,3 0-1 0,-4-6 0 0,4 1 37 0,0-4 0 0,0-1 0 0,0-7 0 16,0 4 20-16,-3-3 11 0,3 0 2 16,-4-3 1-16,-2 3 0 0,-3 2 0 0,0-2 0 0,-3 2 0 15,0 1 11-15,-6 2 3 0,0 0 0 0,-3 3 0 16,-3 0 0-16,-3-1 0 0,0 4 0 0,0-1 0 16,-6 1-16-16,4-1-4 0,-4 3 0 0,-3 0 0 15,3 0-28-15,-3 0 0 0,3 0 0 0,0 3 0 16,0 0 11-16,1-1-11 0,-1 1 12 0,0 3-12 15,3-1-49-15,3 3-17 0,0 0-3 0,0 0-1 16,0 0-114-16,3 3-24 0</inkml:trace>
  <inkml:trace contextRef="#ctx0" brushRef="#br1" timeOffset="132943.544">23297 14915 2143 0,'-9'0'90'0,"3"0"-72"15,1 0 89-15,2 3 17 0,-3 0 4 0,3 2 1 16,-3 0-47-16,3 3-10 0,-3 0-1 0,3 3-1 16,-3-1-26-16,3 4-6 0,0-1-1 0,-3 3 0 15,6 5-13-15,-3 0-4 0,3 3 0 0,0 5 0 16,0 3-9-16,3 2-3 0,0 6 0 0,0-3 0 16,0-3-8-16,0-2 0 0,3-3 0 0,-3 0 0 15,3-2 0-15,-3-1 0 0,3 1 8 0,-3-1-8 16,3 1 0-16,-3 2-12 0,-1-3 2 0,1 1 1 15,0-4-34-15,-3-1-6 0,0-4-2 16</inkml:trace>
  <inkml:trace contextRef="#ctx0" brushRef="#br1" timeOffset="133484.75">20764 16167 2261 0,'-6'8'95'16,"3"-3"-76"0,-3 3 46-16,3 0 10 0,-3-3 1 0,3 3 1 15,0 0-10-15,1 0-3 0,-1 3 0 0,0 2 0 16,0 0 0-16,0 3 0 0,0 3 0 0,3 2 0 16,-3 5-51-16,3 1-13 0,0 5 0 0,0-1 0 15,0-2 0-15,0 3 0 0,0-3 0 0,3 0 0 16,-3-2 0-16,3-3 0 0,-3-1 0 0,3 1 0 15,-3 0 0-15,3 0 0 0,-3-3 0 0,3 3 0 16,0-3-48-16,-3 0-13 0,2-2-3 0,4 2 0 0,-3-5 52 16,0-3 12-16,0-2 0 0,0-3 0 15,0-3-208-15,3-3-38 0</inkml:trace>
  <inkml:trace contextRef="#ctx0" brushRef="#br1" timeOffset="133964.907">21967 16090 2214 0,'-12'16'46'0,"6"-11"11"16,3 3-45-16,-3 0-12 0,0-2 0 0,3 2 0 0,-3 2 73 16,3-2 13-16,0 3 2 0,-3-1 1 0,3 1-20 0,0 2-4 0,-3-2-1 0,3 2 0 15,0 3-20-15,0 5-4 0,3 0 0 0,-3 3-1 16,3 2-31-16,-3 1-8 0,3 5 0 0,0 2 0 16,0-5 0-16,3 0 11 15,-3 0-11-15,3-2 12 0,-3-3-12 0,3-3 0 16,0-3-12-16,3 1 12 15,-3-3-39-15,0 0 0 0,3-1 0 0,0-1 0 0,0-4 39 0,0 1 0 16,0-3 0-16,0-3 0 16,3-2-264-16,3-3-44 0</inkml:trace>
  <inkml:trace contextRef="#ctx0" brushRef="#br1" timeOffset="134469.913">23163 16262 2066 0,'-11'8'43'0,"11"-8"10"16,-6 3-42-16,6-3-11 0,-6 3 0 0,0-1 0 15,6-2 104-15,-6 5 20 0,0-2 3 0,3 2 1 16,-3 3-52-16,3-2-9 0,0-1-3 0,0 6 0 16,-3-1-51-16,3 1-13 0,0 2 0 0,0 3 0 15,0 2 0-15,0 3 0 0,3 1 0 0,-3 1 0 16,3 1 0-16,3-3 0 0,-3 1 0 0,3-1 0 16,0-3 0-16,0-2 0 0,3 0 0 0,0-3 0 15,0 1-100-15,3-4-22 0,3 1-5 0,0-3-1 16,2 0 52-16,1-3 9 0,3-3 3 0,0 1 0 15,3-6 38-15,0 3 8 0,-3-5 2 0,2 0 0 0,1-3 6 16,0 0 2-16,0 0 0 0,-3-2 0 0,0-1 8 0,-3 0 11 0,-1 1-3 16,1-3 0-16,0-1 48 0,-3 4 8 0,0-6 3 15,-3 0 0-15,0 0 8 0,0 0 1 0,-3-2 1 16,0 2 0-16,-3 0-10 0,-3-3-3 0,0 4 0 0,0-1 0 16,-3 0 0-16,0 0 0 0,-3 3 0 0,0-1 0 15,0 4-51-15,-3-1-13 0,0 1 0 0,0-1 0 16,0 3 21-16,0 0 2 0,-3 0 0 0,3 3 0 15,-6-3-15 1,4 5-8-16,-4-2 10 0,-3 2-10 0,-3 1-12 0,0 2-8 0,-3 0-1 16,-5 0-1-16,2 0-126 0,0 0-24 0,-3 2-6 0</inkml:trace>
  <inkml:trace contextRef="#ctx0" brushRef="#br1" timeOffset="134955.167">21005 17297 2553 0,'-3'13'53'0,"-3"0"12"0,3-2-52 0,0 0-13 0,1-1 0 0,-1 1 0 16,0-1 54-16,0 1 8 0,3-1 2 0,-3 1 0 16,0 0-14-16,3-1-2 0,-3 1-1 0,3-1 0 15,-3 4-24-15,3-1-5 0,-3 3-1 0,3 2 0 16,0 1-17-16,0 2 0 0,0 0 0 0,0 3 0 16,3 0 0-16,0 2 0 0,-3-2 0 0,3 2 0 15,0-2 0-15,3-3-11 0,-3 1 2 0,2-1 0 16,-2-3-37-16,3-2-7 0,-3-3-2 0,3 1 0 15,-3-1-58-15,3-5-12 16,-3 0-3-16</inkml:trace>
  <inkml:trace contextRef="#ctx0" brushRef="#br1" timeOffset="135297.12">21901 17392 2066 0,'0'0'43'0,"0"0"10"0,0 0-42 0,0 0-11 0,0 0 0 0,-3 5 0 15,3-5 63-15,0 6 10 0,-3 2 3 0,3-3 0 16,0 0-20-16,-3 3-3 0,3-3-1 0,0 3 0 15,0 0 10-15,-3-2 2 0,0 4 0 0,3-2 0 16,-3 3-14-16,0 2-2 0,3 0-1 0,-2 0 0 16,-1 6-24-16,3-3-5 0,0 5-1 0,0 0 0 15,0 3-17-15,0 2 0 0,0 4 0 0,3-4 0 16,-1 0 0-16,1-4 0 0,3 1 0 0,0-1 0 16,0-4 0-16,0-2 0 0,0-3 0 0,3 0 0 15,0 1 0-15,0-6 0 0,0 2 0 0,0-2 0 16,3-3-150-16,0 1-34 0,0-1-6 0</inkml:trace>
  <inkml:trace contextRef="#ctx0" brushRef="#br1" timeOffset="135653.554">23607 17368 2067 0,'0'0'87'0,"0"6"-70"15,-3-1 89-15,3-5 18 0,0 8 3 0,0-3 1 16,-3 0-52-16,3 3-9 0,0-2-3 0,0 2 0 15,-3 2-51-15,3-2-13 0,0 0 0 0,-3 3 0 16,3 2 54-16,0 0 8 0,-3 0 2 0,3 3 0 16,0 3-52-16,-3 5-12 0,0 2 0 0,3 0 0 15,-3 6 0-15,0 0 0 0,3 2 0 0,-3-2 0 16,0-3 0-16,0-5 0 0,3-3 0 0,-3 0 0 16,0-2 0-16,0-3 0 0,0 0 0 0,0-6 0 15,0 1-100-15,3-3-22 0,0-3-5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45:35.364"/>
    </inkml:context>
    <inkml:brush xml:id="br0">
      <inkml:brushProperty name="width" value="0.05292" units="cm"/>
      <inkml:brushProperty name="height" value="0.05292" units="cm"/>
      <inkml:brushProperty name="color" value="#00B0F0"/>
    </inkml:brush>
  </inkml:definitions>
  <inkml:trace contextRef="#ctx0" brushRef="#br0">6706 6586 1601 0,'24'10'45'0,"-1"-4"11"0,4-1-45 0,3 0-11 0,3-2 0 0,2-3 0 16,4 0 0-16,3 0 0 0,-1-3 0 0,7-2 8 15,0 0-18-15,-1-3-4 0,1 0-1 0,6 0 0 16,-1-3 23-16,-2 1 4 0,5-1 0 0,1 1 1 16,-4-1 11-16,-2-2 1 0,6 2 1 0,-1-2 0 15,-2 0 30-15,2 2 7 0,-2 1 1 0,5-1 0 16,-5 0-32-16,-1 6-5 0,-2-3-2 0,9 3 0 15,-7 0-8-15,1-1-1 0,2 1-1 0,1 0 0 16,-4 2-7-16,-2 0 0 0,-3 1-8 0,5 2 12 16,-5 0-12-16,5 0 0 0,-2 0 0 0,6 0 0 15,-10 2 0-15,4-2 0 0,-4 3 0 0,4-3 0 16,0 0-15-16,2 0-5 0,4 0-2 0,-1 0 0 16,-2 0 22-16,0 0 0 0,-1 0 0 0,4 0 0 15,-4-3 13-15,4 3 7 0,-1-2 2 0,4-1 0 16,-7 3-35-16,1 3-7 0,0-3-2 0,2 5 0 0,-2-2 35 15,-4-1 7-15,1 1 2 0,3 0 0 0,-4 2-35 0,1 0-7 0,-4 1-2 16,7 1 0-16,-6 1 38 0,2-2 8 0,-2 2 2 16,5 0 0-1,-5-3-42-15,0 0-8 0,2 0-1 0,1 1-1 0,-4-1 42 0,1 0 8 0,-3 1 1 0,5-4 1 16,-5 1-42-16,-3 2-8 16,-1-5-1-16,4 3-1 0,-3 0 54 0,-1-1 12 0,1 1 1 0,-3 2 1 15,-1-2-16-15,-2 2-3 16,-3-2-1-16,0-1 0 0,-1 1-22 0,-5 2 0 0,3-2 0 0,-6 0 0 15,0 2 0-15,-1 0 0 16,-2-2 0-16,-3 5 0 0,0 0 0 0,0 0 0 0,-3 0 0 0,0-1 0 16,-4 4 42-16,4-3 4 0,0 3 1 0,-3-1 0 15,3 3-30-15,-3-2-5 0,0 0-2 0,3-1 0 16,-3 3-1-16,0-2 0 0,-1 2 0 0,1 0 0 16,0-2-9-16,0 2 0 0,0 0 0 0,0 1 0 15,0-1 0-15,0 0 0 0,3 0 0 0,0 3 0 16,-1 0 47-16,-2-3 13 0,3 3 4 0,0 3 0 15,-3-3-64-15,3 2-24 0,0 1 0 0,0 4 1 16,-3 1 23-16,2 3 10 0,-2-1-1 0,0 3 0 16,0-2-1-16,0 2 0 0,0 0 0 0,0 0 0 15,0 0-8-15,0 0 8 0,-3 3-8 0,3 0 8 0,-4 2-8 16,1 1 0-16,0-1 9 0,-3 6-9 16,0-3 8-16,3 0-8 0,-3 2 10 0,-3 4-10 0,0-3 12 15,0-1-3-15,-3 4-1 0,0 2 0 0,0-3-8 16,0 5 10-16,0 1-10 0,-3 2 10 0,0 1-10 15,-3-1 8-15,3 0-8 0,-6 6 8 0,3-3-8 0,0 0 0 16,0 2 0-16,0 3 0 0,0-5 0 0,-2 3 0 0,2-1 0 16,0 6 0-16,0-5 0 0,0-1 8 15,3 4-8-15,-3-1 0 0,6 0 0 0,-3-2 0 16,3 2 0-16,-3 0 0 0,3-2 0 0,3-1 0 16,-3-2 8-16,3 3-8 0,0-3 0 0,0 2 0 0,0 1 0 15,3 5 0-15,-3-8 0 0,3 2 0 0,0-2 0 0,-3 5 0 16,2-5 0-1,1 3 0-15,0-1 0 0,0 3 0 0,-3-2 0 0,3-3 0 0,0 0 0 0,0 5 0 16,0-2 0-16,-3-3 8 0,3 2-8 0,-3 3 8 16,0-5-31-16,3 3-6 0,-3-3-2 15,0 5 0-15,0-2 49 0,0-1 10 0,3-2 1 0,-3 5 1 16,-3-2-48-16,3-1-10 0,-3 1-1 0,0 2-1 16,0-2 30-16,0-1 0 0,0 1 0 0,0 2 0 15,-3-2 45-15,0-1 15 0,0 3 4 0,0 3 0 16,0-8-74-16,-3 3-14 0,3-1-4 15,-3 4 0-15,0-4 28 0,3 1 0 0,-3-1 0 0,0 6 0 16,0-8 0-16,3 0 0 0,0 2 0 0,-3-2 0 16,3 0 0-16,3-2 0 0,-3 2 8 0,3-1-8 15,0-1 8-15,-3-1-8 0,3-2 8 0,0 5-8 16,0-6 9-16,3 3-9 0,-3-2 12 0,3 2-12 0,0-2 11 16,-3-3-11-16,3-3 10 0,0 6-10 15,-3-6 11-15,3 1-11 0,0 2 12 0,3 0-12 16,-3-6 10-16,0 1-10 0,0-3 8 0,0 0-8 0,0-3 0 0,0 1 8 15,0-1-8-15,0 1 0 0,0-4 0 16,0-2 8-16,0 3-8 0,0 0 0 0,0-3 0 0,3-2 0 0,-3-1 8 16,0 0-8-16,0-2 0 0,3-3 0 0,-3 1 9 0,0-1-9 15,0-3 0-15,0 1 0 0,-3-3 0 0,3 2 0 16,-3-2 0-16,0-3 8 0,3 3-8 0,-3 0 0 16,0-3 0-16,-3 3 9 0,3 0-9 0,0-3 0 15,-3 1 10-15,3-1-10 16,-3-3 8-16,0 4-8 0,0-4 11 0,0 1-3 15,-3-1-8-15,3-2 12 0,-3 0 2 0,0 0 0 16,0-3 0-16,-3 3 0 0,0 0 1 0,0-2 0 0,0 2 0 0,-3-3 0 16,-3 3-5-16,1 0-1 0,-4 0 0 0,0-3 0 15,-3 0-9-15,0 3 12 0,-3-3-12 0,0 1 12 16,1 2-12-16,-4-3 8 0,0 0-8 0,-3 1 8 16,4 1-8-16,-4-1 0 0,0-1 0 0,0 0 8 15,-5 3-8-15,2-2 0 0,-3-1 0 0,-3 0 0 16,1 0 0-16,2 3-16 0,-6-2 3 0,4-1 0 15,-1 0 21-15,-3 1 5 0,4-1 1 0,-7-2 0 16,3 2-22-16,-2-3-5 0,-1 1-1 0,-6 2 0 16,7-2 14-16,-4 2 16 0,0 1-3 0,-2-1-1 15,-1 0-12-15,-2 0-16 0,-4-2 3 0,1 2 1 16,-1 1 12-16,3-1 10 0,-2 0-2 0,-7 1 0 16,7-1-8-16,-4 3 0 0,1-3 0 0,-7 3 0 15,4-3 0-15,-4 3 0 0,-2 0 0 0,-4 0 0 16,4 0-9-16,2 3 9 0,-2-3 0 0,-7 2 0 15,10-2 0-15,-6 3 0 0,2-1 0 0,-5 1 0 16,2-3 0-16,-2 5 0 0,2-2 0 0,-8-1 0 0,9 3 0 0,-1-2 0 16,4 0 0-16,-10 2 0 0,7-3 0 15,2 4 0-15,1-1 0 0,-6 0 0 0,5 0 0 16,1 1 0-16,-1-4 0 0,-2 3 0 0,2-2 0 0,4 0 0 0,-1-1 0 0,-2 3 0 16,8-2 0-1,1 0 0-15,2-1 0 0,-2 1 0 0,5-1 0 0,-2-2 0 16,2 3 0-16,0-3 0 0,4 0 0 15,2-3 0-15,3 0 8 0,-2 3-8 0,5-2 0 0,1-1 0 0,-1-3 0 0,0 4 0 16,3-4 0-16,1 1-10 0,-1-3 2 0,3 3 0 16,4-3 8-16,2 0 8 0,0 0-8 0,0 0 11 15,4 0-11-15,-1 0 0 0,0-3 0 0,0 3 0 16,0-3 0-16,4 1 0 0,-4-1 0 0,6 0 0 16,0 1-10-16,0-3 10 0,3-1 0 0,-2 1-9 15,2 0 9-15,3-1 0 0,0-2 0 0,3 0 0 16,0 1 0-16,3-1 0 0,0 0 0 0,0 0 0 15,0-3 0-15,3 1-8 0,0-1 8 0,1-2 0 16,-1 0 0-16,3-1-10 0,0-2 10 0,0 1 0 16,0-4-10-16,0 0 10 0,0 1-8 0,0-3 8 15,0-3 0-15,3 0-10 0,-3 0 10 0,3-5 0 16,0 0-8-16,0 0 8 0,0-5 0 0,0-1 0 16,-3 1-9-16,3-1 9 0,0 1 0 0,-3-3-9 15,0 0 21-15,3-3 5 0,-3 1 1 0,0-4 0 16,3 1-30-16,-3 0-5 0,0-3-2 0,3 0 0 15,-3 0 19-15,0 0 0 0,3 0 0 0,-3-3 0 0,0 0 0 0,3 1 0 16,0-6 0-16,-3 0 0 0,3 3 0 0,0-3 0 0,-3 0 0 16,0-3 0-16,3 1 0 0,0-1 0 15,3 1 0-15,-3-6 0 0,0 2 0 0,0 1 0 0,0 0 0 0,0-3 0 16,0 3 12-16,-3 2 5 0,3 1 2 0,0-6 0 16,0 5-31-16,-3-4-5 0,3 1-2 0,0-4 0 15,0 2 19-15,-3 3 0 16,0 0 0-16,3-6 0 0,-3 3 0 0,3 0 0 0,0-2 0 0,-3-3 0 15,3 5 0-15,0-3 0 0,-3 1 0 16,3-3 0-16,0 7 0 0,-3-1 0 0,3-1 0 16,0-3 0-16,-3 3 0 0,3-2 8 0,0-1-8 0,0-4 0 15,0 4 0-15,0 1 0 0,0-1 0 0,0-2 0 16,0 2 0-16,0 4 0 0,0-1 0 0,0-5 0 16,0 2 0-16,0 1 0 0,0 2 0 0,0-5 0 15,0 5 0-15,-3 0 0 0,3 3 0 0,-3-6 0 16,3 3 17-16,-3 0-2 0,0 1-1 0,3-7 0 15,-3 7-14-15,0 1-18 0,0-2 4 0,0 1 1 16,1 4 13-16,-1 0 0 0,0 1 0 0,0-6 0 16,0 3 0-16,0 0 0 0,3-1 0 0,-3-1 0 15,0 4 0-15,0 3 0 0,3 0 0 0,-3-2 0 16,0 2 0-16,3 0 0 0,0-5 0 0,0-1 0 16,0 6 0-16,0 3 0 0,0 3 0 0,0-6 0 15,0 2 0-15,0 1 0 0,0-3 0 0,3 0 0 16,-3 3 0-16,0 5 0 0,3 0 0 0,-3-3 0 0,3 3 0 15,0-2 0-15,-3-1 0 0,3-2 0 0,0 5 8 0,-3 0-8 0,3 3 0 16,0-3 0-16,-3 2 0 0,3 4 0 0,0-4 0 0,-1 1 0 16,-2 2 0-16,3-2 0 0,0 2 0 0,-3-2 0 15,3 5 0-15,0 0 0 16,0 0 0-16,0 0 0 0,0 2 0 0,0-2 0 16,0 3 0-16,0-3 0 0,3 2 8 15,-3 4-8-15,0-4 0 0,3 3 0 0,0 1 0 0,-3 4 8 16,3-2-8-16,0 3 0 0,0-1 0 0,-3 3 0 0,3 1 0 0,-3-1 0 15,3-3 0-15,-3 6 0 0,3-3 0 0,0 0 0 16,0 3 0-16,-3 3 0 0,3-1 0 0,-1 1 0 16,1-1 0-16,0 6 0 0,3-3 0 0,-3 3 0 15,3 2 8-15,-3-2-8 0,3 5 0 0,-3-2 0 16,3-1 0-16,3 3 0 0,-3 0 0 0,3 0 0 16,0 3 0-16,3-3 8 0,-1 3-8 0,1 2 0 15,3-2 0-15,0 2 0 0,0-2 0 0,6 2 0 16,-3 0-8-16,2 1 8 0,1-1 0 0,3 3-9 15,-3-2 9-15,0 2 0 0,-1 0 0 0,7-3 0 16,0 3-24-16,6-3 1 0,2 1 0 0,4-1 0 16,3-5-161-16,5 0-33 0,1-2-7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46:40.828"/>
    </inkml:context>
    <inkml:brush xml:id="br0">
      <inkml:brushProperty name="width" value="0.05292" units="cm"/>
      <inkml:brushProperty name="height" value="0.05292" units="cm"/>
      <inkml:brushProperty name="color" value="#00B0F0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23405 2119 1601 0,'0'0'45'0,"0"0"11"0,0 0-45 0,0 0-11 0,0 0 0 0,0 0 0 15,0 0 57-15,0 0 10 0,0 0 1 0,0 0 1 16,0 0-39-16,-3 8-8 0,3-8-2 0,-3 8 0 15,3 0-11-15,-3-2-9 0,3 1 12 0,0 4-12 16,3-3 8-16,-3 0-8 0,3 3 0 0,2-4 0 16,-2 1 0-16,3 0 0 0,0-2 0 0,0 2 0 15,0-8 0-15,3 2 0 0,3 4 0 0,0-6 0 16,0-6 0-16,0 6 0 0,0-2 10 0,3-4-10 16,0-2 23-16,-1 0-1 0,1 0 0 0,0-5 0 15,-3 0 19-15,0 2 4 0,0-4 1 0,-3 1 0 16,0 6 12-16,0-5 2 0,-3 0 1 0,0 2 0 15,0-2-9-15,-4 5-1 0,1-5-1 0,0 5 0 16,-3 0-14-16,0 0-2 0,0 3-1 0,0 2 0 16,0 3-16-16,-3-8-3 0,3 8-1 0,0 0 0 15,0 0-13-15,0 0 8 0,0 0-8 0,0 0 0 16,0 0 0-16,0 0 0 0,0 0 0 0,0 0 0 16,0 8 0-16,0 3 0 0,0 2 0 0,0 3 0 0,3 2 0 15,0 1 0-15,-3 2 0 0,3 3 0 16,0 2 0-16,-3-2 0 0,3 5 0 0,-3 0 0 0,0-7 0 0,0 7 0 0,-3-11 0 15,0 9 0-15,0-11 0 0,-3 5 0 0,1 0 0 16,-4-5 0-16,0 0 0 0,-3 5 0 0,-3-5 0 0,0 5 0 16,0-5 0-16,0 0 0 0,-3 2 0 0,1 1 0 15,-1-1-20-15,0-7 4 0,3 7 0 0,-3-7 0 16,3 2 16 0,-3-5 0-16,6 0 0 0,0 0 0 0,1-3 12 0,-1-2 5 0,3-1 2 0,0 1 0 15,0-3-31-15,9 0-5 0,0 0-2 0,0 0 0 16,0-8-138-1,3 0-28-15,3 0-6 0</inkml:trace>
  <inkml:trace contextRef="#ctx0" brushRef="#br0" timeOffset="338.005">23848 2445 1554 0,'21'-8'32'0,"-15"3"8"0,0 2-32 0,0 0-8 0,-3 1 0 0,-3 2 0 15,0 0 127-15,0 0 24 0,0 0 5 0,0 0 0 16,0 0-60-16,0 0-12 0,0 5-2 0,-3 3-1 15,0 0-31-15,0 2-6 0,0-2-2 0,-3 6 0 16,3-1-22-16,0-5-5 0,0 5-1 0,0-2 0 16,0 2-14-16,3 3 8 0,0-3-8 0,0 0 0 15,3 3 0-15,0-5 0 0,0-1 0 0,3 1 0 16,0 2 0-16,0-10 0 0,3 7 0 0,3-7 0 16,-1 2 9-16,1-5 3 0,3 0 0 0,-3-5 0 15,3 2 13-15,3-2 3 0,-3 0 1 0,0-3 0 16,0-3-1-16,-4 3 0 0,1-5 0 0,-3 0 0 15,0 2-1-15,0-2-1 0,0-3 0 0,-3 0 0 16,-3 6-6-16,-3-1-2 0,0-2 0 0,-3-3 0 0,0 8-7 0,0-5-2 0,-3 5 0 0,-3 0 0 16,0 0-9-16,0-3 10 15,-3 9-10-15,-2-4 10 0,-1 4-25 16,-3 2-5-16,-3 0 0 0,0 0-1 16,0 2-133-16,0 6-26 0,1-2-6 0</inkml:trace>
  <inkml:trace contextRef="#ctx0" brushRef="#br0" timeOffset="1118.196">23607 3001 1789 0,'-3'-16'37'0,"3"16"9"0,-3-6-37 0,3 6-9 0,0 0 0 0,0 0 0 15,0 0 82-15,0 0 14 0,-3-2 4 0,3 2 0 16,0 0-53-16,-6 8-11 0,0-6-1 0,3 9-1 16,-3 0-34-16,3 2 0 0,0 0 0 0,0 3 0 15,3-3 0-15,0 3 0 0,0-3 0 0,0 3 0 32,3 0-14-32,0-5-10 0,3 2-1 0,0 0-1 0,3-8-58 0,3 3-12 0,0 0-3 0,0 0 0 15,0-8 79-15,3 3 20 0,-1-1 0 0,1-2 0 16,0 0 0-16,-1447-2 0 0,2894-1 0 0,-1450 3 0 15,-3-8 45-15,3 3 13 0,-3-6 2 0,0 6 1 16,-4-3 3-16,1 0 0 0,0-5 0 0,-3 5 0 16,0-5-5-16,0-1-1 0,0 4 0 0,-3-3 0 15,0-1-12-15,3 4-2 0,-3-6-1 0,0 3 0 16,0 0-18-16,0 2-3 0,3 0-1 0,-3 3 0 16,0 6-11-16,0-6-2 0,0 8-8 0,0 0 12 15,0 0-12-15,0 0 0 0,0 0 0 0,0 0 0 16,0 0 0-16,0 8 0 0,0 2 0 0,0 9 0 15,0-9 0-15,0 9 0 0,0-1 0 0,-3 4 0 16,3-4 0-16,-3 6 0 0,3-5 0 0,-3 2 0 0,0-3 0 0,0 1 0 0,-3-1 0 16,0 1 0-16,1-1 0 0,-4-2 0 15,0 5 0-15,-6-5 0 0,3 0-12 16,-3 0 12-16,0 2-12 0,-3-2 12 0,0 0 0 16,-2 0 11-16,2-3 0 0,0 3 0 0,0-3-11 0,0-5 0 0,3 6 0 0,0-6 0 31,0-3-49-31,7 0-12 0,-1 0-3 0,0 1 0 0,3-6-154 15,3 2-31-15</inkml:trace>
  <inkml:trace contextRef="#ctx0" brushRef="#br0" timeOffset="1352.288">23961 3223 2142 0,'3'-3'44'0,"0"-2"12"0,0 2-45 0,-3 3-11 0,0 0 0 0,0 0 0 16,0 0 119-16,0 0 21 0,0 0 5 0,0 0 1 15,0 0-71-15,0 0-15 0,3 8-2 0,-3-5-1 16,0 5-17-16,-3 0-3 0,3 2-1 0,-3 6 0 16,-3-5-36-16,3 7 0 0,-3 3 0 0,0 3 0 15,-3 0 49-15,3 5 12 0,-3 0 3 0,3 0 0 16,-2-2-52-16,2-1-12 0,-3 1 0 0,0-6 0 16,3 3 0-16,0-3 0 0,0-3 0 0,3 9 0 15,0-9-100-15,0 9-22 0,3-6-5 0</inkml:trace>
  <inkml:trace contextRef="#ctx0" brushRef="#br0" timeOffset="2639.802">23324 15151 1599 0,'0'0'68'0,"0"0"-55"31,0 0 89-31,0 0 18 0,3 5 3 0,0 3 1 0,-3-2-48 0,3-1-8 0,0 0-3 0,-3 3 0 16,3 3-24-16,0-1-5 0,0 1 0 0,-3-1-1 15,3 4-20-15,0 1-4 0,0 1-1 0,0 0 0 16,0 0-10-16,0 0 10 0,3-3-10 0,-3 3 10 16,0-3-10-16,3 1-17 0,-3-4 4 0,3 3 1 15,0-5-40-15,-3 3-7 0,3-6-1 0,-1 3-1 32,-2-3 1-32,3 1 1 0,0-6 0 0,3 2 0 0,-3-2 9 0,3-2 2 0,-3-1 0 15,3 0 0-15,0-2 61 16,0 0 13-16,0 0 2 0,0-3 1 0,-3 2 11 0,3 1 3 0,0 0 0 0,-3-3 0 15,-1 2 17-15,-2 1 4 0,3 0 1 0,-3 0 0 16,0-3 6-16,0 2 1 0,-3-2 0 0,0 3 0 16,0 5-16-16,0-5-2 0,0 5-1 0,0 0 0 15,0 0-12-15,0 0-2 0,0 0-1 0,0 0 0 16,0 0-14-16,-6 5-4 0,3 0 0 0,0 3 0 16,0 0-10-16,0 0-2 0,1 3-8 0,-1-1 12 15,0 4-12-15,0-4 8 0,0 3-8 0,-3 1 0 16,0 2 0-16,3-3 0 0,-3 3 0 0,0 2 0 0,0 3 0 15,0 1-18-15,0 1 2 0,-3 1 1 16,3 0 1-16,-3-3 0 0,0 3 0 0,-3-3 0 0,3-2 6 16,0-1 8-16,1-2-13 0,-4 0 5 0,0-3 8 0,0-2 0 15,0-1 0-15,-3-2-8 0,0 0 8 0,3 0 0 0,-3-3 0 16,3-2 0 0,-2 0 0-16,2-1 0 0,3 1-9 0,-3-3 9 0,3-3 0 0,0 3-11 15,3-5 11-15,0 2-8 0,3-2-2 0,0-3 0 16,0 0 0-16,3 0 0 15,3-2-38-15,0-1-7 0,3-5-1 0,3 3-1 16,0-3-143-16,6-2-28 0,-3 2-5 0</inkml:trace>
  <inkml:trace contextRef="#ctx0" brushRef="#br0" timeOffset="2944.195">23660 15593 2067 0,'0'0'87'15,"0"0"-70"1,0 0 89-16,0 0 18 0,0 0 3 0,0 0 1 16,0 0-52-16,0 0-9 0,0 0-3 0,-2 5 0 15,-1 0-51-15,3 3-13 0,0 3 0 0,0 2 0 16,0 0 34-16,0 1 4 0,3 2 1 0,-3 2 0 15,2-2-25-15,-2 0-5 0,3 2-1 0,-3 1 0 16,3-1-8-16,-3-2 0 0,0 0 0 0,-3 3 0 16,3-1 0-16,0 3-11 0,-3-2 3 0,1 5 0 15,-1-3-26-15,3 5-5 0,-3 1-1 0,0-3 0 16,0-1-25-16,0-1-6 0,3-4-1 0</inkml:trace>
  <inkml:trace contextRef="#ctx0" brushRef="#br0" timeOffset="3326.284">23931 15752 2070 0,'0'0'43'0,"0"0"10"0,-6 0-42 0,0 0-11 0,1 0 0 0,-1 2 0 16,0-2 104-16,0 3 20 0,0-3 3 0,0 5 1 15,0-2-52-15,-3 2-11 0,3-2-1 0,0 2-1 16,0 0-51-16,0 1-12 0,0-1 0 0,3 3 0 15,-3 0 0-15,3-3 0 0,-3 3 0 0,6 0 0 16,-3 0 0-16,0 3 0 0,3-4 0 0,0 4 0 16,0 0 0-16,0-3 0 0,0 2 0 0,3 1 0 15,0-1 0-15,0-2 0 0,3 0 0 0,0 3 0 16,3-3 0-16,-3 0 0 0,3 0 0 0,3 0 0 16,-3-1 0-16,0 1 8 0,0-2-8 0,0 2 0 15,-1 0-8-15,1-3-8 0,0 3-2 0,-3 0 0 16,3 0-2-16,-3 0 0 0,0 0 0 0,-3 0 0 15,0-1-8-15,0 4-3 0,-3-3 0 0,0 3 0 16,-3-4-15-16,0 1-3 0,-3 0-1 0,0 0 0 16,-3-2-14-16,3 2-2 0,-3-1-1 0,0 1 0 15,-2-2-10-15,2 2-3 0,0-3 0 0,-3 0 0 16,0 1-32-16,3-4-8 0,0 3 0 0</inkml:trace>
  <inkml:trace contextRef="#ctx0" brushRef="#br0" timeOffset="3576.79">23949 15725 2038 0,'0'0'58'0,"0"0"12"0,0 0-56 0,0 0-14 0,0 0 0 0,0 0 0 15,0 0 105-15,0 0 19 0,0 0 3 0,0 0 1 16,0 0-53-16,0 0-11 0,0 0-1 0,6 3-1 15,0-3-26-15,3 0-4 0,0 2-2 0,0-2 0 16,3 0-9-16,0 0-1 0,0 0-1 0,0-2 0 16,-1 2-11-16,4-3-8 0,-3 1 9 0,3-1-9 15,-6 0 0-15,3-2 0 0,0 2 0 0,-3-2 0 16,3-3-117-16,-3 0-23 0,0 0-5 0</inkml:trace>
  <inkml:trace contextRef="#ctx0" brushRef="#br0" timeOffset="8144.915">11084 2151 1516 0,'-29'0'32'0,"20"0"6"0,0 0-30 0,0 0-8 0,3 0 0 0,0 0 0 16,0 0 66-16,6 0 12 0,0 0 2 0,0 0 1 15,0 0-13-15,0 0-4 0,0 0 0 0,0 0 0 16,0 0-16-16,0 0-4 0,0 0-1 0,0 0 0 16,6 0-18-16,0-2-3 0,3 2-1 0,0 0 0 15,0 0-1-15,3 0-1 0,-1 0 0 0,4 2 0 16,0-2-6-16,0 0-1 0,3 5 0 0,0-5 0 16,3 0-12-16,-4 0 8 0,4 0-8 0,3 3 0 15,0-3 15-15,0 0-3 0,0 0-1 0,2-3 0 16,1 3 6-16,6 0 2 0,0 0 0 0,2 0 0 15,1 0-19-15,0 0 0 0,2 0 0 0,1 0 0 16,-3 0 0-16,3 0 0 0,-1-5 0 0,4 5 0 16,0 0 0-16,-1 0 0 0,4 5 0 0,3-5 0 15,-7 0 11-15,4 0-11 0,-3 0 10 0,2 0-10 16,4 0 0-16,-3 0 0 0,5 3-8 0,1 2 8 16,-7-5 0-16,1 0 16 0,0 0-2 0,2 3 0 15,1 2-4-15,0-5-1 0,2 0 0 0,1 3 0 0,-4 2 4 16,-2-5 1-16,0 3 0 0,2 0 0 0,-2-1 1 15,0 4 0-15,2-6 0 0,1 0 0 0,-4 2-3 0,1-2 0 0,0 5 0 16,-1-5 0-16,-2 0-12 0,0 3 0 0,-4-3 0 16,7 0 0-16,-6 5 0 0,2-5 0 0,1 0 0 15,3 0 0-15,-6 0 0 0,-1 0 0 0,4 0 0 0,0 0 0 16,-4 0 0-16,4 0 0 16,3 0 0-16,-4 0 0 0,1 0 0 0,-3 0 0 0,-1 0 0 15,4 0 0-15,-6-5 54 0,-1 5 8 0,4-3 2 16,0 3 0-16,0 0-64 0,-1 0 0 0,-2-5-14 0,6 5 2 15,-10-2 12-15,4 2 16 16,-3 0-4-16,3-6-1 0,-1 4-11 0,1-1 0 0,0 0 0 0,2 3 0 16,-2-5 0-16,0 5 0 0,3 0 0 0,-4-3 0 15,1 3 0-15,0 0 0 0,-1-5 0 0,1 2 0 16,-3 3 0-16,6-5 0 0,-4 2 0 0,4 3 0 16,-3-5 22-16,-1 5 2 0,1 0 1 0,0 0 0 15,-3-2-15-15,-4-1-10 0,4 0 12 0,0 3-12 16,0-5 12-16,2 5-4 0,1-3 0 0,0-2-8 15,-1 5 8-15,-2-3-8 0,3 3 0 0,0 0 0 16,-7-5 9-16,4 2-9 0,0 3 0 0,0-5 9 16,-4 5-9-16,7-5 0 0,0 2 0 0,-3-2 8 15,-1 5-8-15,1-3 0 0,0 3 0 0,0 0 0 16,-4 0 0-16,1 0 8 0,-3 0-8 0,0 0 0 16,2-5 0-16,-2 2 0 0,3 3 8 0,0-5-8 15,0 5 0-15,-4 0 0 0,4 0 0 0,0 0 0 0,-3 0 0 16,-1 0 0-16,-2 5 0 0,3-5 0 0,-3 0 0 0,0 0 0 15,-1 0 8-15,1 0-8 16,0-5 0-16,0 5 0 0,3-3 0 0,-4 3 0 0,4 0 0 16,0 0 0-16,0 0 0 0,-3 0 0 0,-1 0 0 0,1 0 8 0,0 0-8 0,0 0 0 15,-3 0 0 1,0 0 8-16,-1 0-8 0,4 0 0 0,-3 0 8 0,3 0-8 16,-3-5 8-16,3 5-8 0,-4 0 0 0,4 0 0 0,3-5 8 0,-3 5-8 15,0 0 0-15,-1 5 0 0,1-5 0 0,0 0 0 16,0 0 0-16,-3 0 0 0,3 0 8 0,-1 0-8 15,-2 0 0-15,0 0 10 0,0 0-10 0,0 0 10 16,2 0-2-16,1-5-8 0,-3 5 12 0,3 0-4 16,0 0-8-16,-3 0 8 0,2 0-8 0,-2 0 8 15,-3 0-8-15,3 0 0 0,0 5 9 0,-3-5-9 16,-1 0 0-16,-2 0 0 0,3 5 0 0,0-5 8 16,0 0-8-16,-3 0 0 0,0 0 0 0,3 0 0 15,-4 0 0-15,4 0 0 0,0 0 0 0,0 0 8 16,-3 0-8-16,3 0 0 0,-3 3 0 0,3-3 0 15,-4 0 0-15,4 5 0 0,-3-5 0 0,0 0 0 16,0 3 0-16,0 2 0 0,0-5 0 0,-3 3 0 16,2 2 0-16,-2-2 0 0,0-3 0 0,0 5 0 15,0-5 0-15,0 5 0 0,-3-5 0 0,3 3 0 16,-3-3 0-16,0 5 0 0,0-5 0 0,0 3 0 16,-1-3 0-16,1 5 0 0,0-5 0 0,0 3 0 15,0 2 0-15,0-5 0 0,0 0 0 0,0 3 8 16,0 2-8-16,0-5 0 0,3 5 0 0,-3-5 0 0,3 3 0 15,-3 2 0-15,-1-2 0 0,1 2 8 0,0-2-8 16,0 2 0-16,0-2 0 0,0 2 8 0,0 1-8 0,0-4 0 16,0 3 0-16,0-2 0 0,-3 2 0 0,3 3 0 0,0-2 0 0,-3-4 0 15,0 4 0-15,2 2 0 0,-2-8 0 16,0 7 0-16,3-4 0 0,0 2 0 16,-3 1 0-16,0-4 8 0,0 4-8 0,0-4 0 15,0 4 0-15,0-4 8 0,0 3-8 0,0-2 0 0,0 0 0 0,-3 5 0 16,3-6 0-16,0 4 0 0,-3-4 0 0,0 6 8 15,3-2-8-15,-3-4 0 0,0 3 0 0,3 1 0 16,-4-4 0-16,1 4 0 0,0 2 0 0,0-6 0 16,0 4 0-16,0-1 0 0,0-2 0 0,0 2 0 15,3 3 0-15,-3-6 0 0,0 4 0 0,3-4 0 16,-3 4 0-16,0-1 0 16,3-2 0-16,-3 2 0 0,0-5 0 0,0 8 0 0,-3-8 0 0,6 2 8 15,-3 4-8-15,0-6 0 0,-3 0 0 0,6 5 0 16,-6-5 0-16,0 0 0 0,3 3 0 0,-3-3 0 15,0 5-26-15,0-5-6 0,3 8-2 0,-3-8 0 16,0 0-150-16,0 3-29 0,0-3-7 0</inkml:trace>
  <inkml:trace contextRef="#ctx0" brushRef="#br0" timeOffset="9309.308">9709 1760 2381 0,'0'-16'49'0,"0"2"13"0,0-1-50 0,3 1-12 0,-3 1 0 0,0 3 0 15,0 2 90-15,0 0 15 0,0-3 3 0,0 8 1 16,0 3-36-16,0 0-7 0,0 0-2 0,0 0 0 15,0 0-51-15,0 0-13 0,0 0 0 0,-3 8 0 16,0 0 0-16,0 8 0 0,0 3 0 0,-3-1 0 16,3 9 0-16,0-6 0 0,0 5 0 0,3 3 0 15,0-2 0-15,0-3 0 0,0 0 0 0,3 2 0 16,3-5 0-16,-3-2 0 0,3-1 0 0,0-2 0 16,0-8-48-16,3 5-13 0,0-5-3 0,3 0 0 15,-3-5 52-15,3 2 12 0,0-5 0 0,-3 0 0 16,2 0 0-16,1-5 0 0,0 5 0 0,-3-3 0 15,3-5 0-15,-3 3 0 0,0 2 0 0,0-7 0 16,-3 2 0-16,0 0 0 0,0-3 0 0,-3-2 0 0,0 5 39 16,-3-5 10-16,3 0 3 0,-3 2 0 0,3-2-32 0,-3 5-7 15,0-8-1-15,-3 8 0 0,3-5 22 16,0 5 4-16,-3 0 1 0,3 0 0 0,0 3-39 0,0 5 0 16,0 0 0-16,0 0 0 15,0 0-26-15,0 0-10 0,0 5-1 0,3 3-1 0,0 0 38 0,0 0 0 16,0 5 0-16,3-2 0 0,-1 2 0 15,1 0 0-15,3-5 0 0,-3 8 0 0,3-8 16 0,3 5 10 0,-3-5 2 16,3 0 1-16,0 0-29 0,3-3 0 0,-3 3 0 0,0-5 0 16,-3 2 0-16,2-5 0 0,-2 0 0 0,0 0 0 15,0-5 10-15,-3 2-10 0,0 3 10 0,0-8-10 16,0 0 24-16,0 3 0 0,0-3-1 0,-3-5 0 16,0 5 5-16,0-5 2 0,0 2 0 0,0-2 0 15,0 0-10-15,-3-3-1 0,3 0-1 0,0-5 0 16,-3-1-18-16,3 4 10 0,0-3-10 0,-3 0 8 15,3-1-8-15,0 1 0 0,0 5 0 0,0 1 0 16,0 1-21-16,0 4-10 0,0-4-1 0,0 7-1 16,0 1-107-16,2 4-22 0,1-6-4 0,0 8-1 15,0 0-72-15,0 0-14 0</inkml:trace>
  <inkml:trace contextRef="#ctx0" brushRef="#br0" timeOffset="9646.15">10260 1953 2066 0,'-6'8'43'0,"6"-8"10"0,0 0-42 0,-3 5-11 0,3-5 0 0,-3 8 0 31,3-3 104-31,0-5 20 0,0 8 3 0,0-5 1 0,0 2-52 0,0 3-9 0,3-5-3 0,-3 2 0 16,3 0 0-16,0 3 0 0,0-5 0 0,0 5 0 15,0-3-64-15,0-2-19 0,0 2-1 0,3 3 0 16,0-3 20-16,0-2 0 0,0 2 8 0,-1-2-8 15,1 2 18-15,3-5-2 0,-3 5-1 0,3-5 0 16,-3 0-15-16,0 0 0 0,3 0 0 0,-3-5 0 16,0 5 51-16,3-8 7 0,-3 8 2 0,0-8 0 15,0 3-45-15,0 2-15 0,-3-5 9 0,3 3-9 16,-3-3 36 0,3 0 1-16,-3 0 1 0,-3 0 0 0,3 3-17 0,-3-8-3 0,3 2-1 0,-3 1 0 15,0-1-6-15,-3-2-2 0,0 0 0 0,0 2 0 16,-3 3-9-16,0-5 0 0,0 5 0 0,0 0 0 15,-3 0-15-15,0 3-1 0,0-1-1 0,-3 4 0 16,0 2-75-16,0 2-14 16,-3 4-3-16</inkml:trace>
  <inkml:trace contextRef="#ctx0" brushRef="#br0" timeOffset="11448.934">10980 2794 1151 0,'0'0'48'0,"0"0"-38"16,0 0 82-16,0 0 17 0,0 0 3 0,0 0 1 15,0 0-39-15,0 0-8 0,6 0-2 0,-3-2 0 16,3 2 0-16,0 0-1 0,-3-6 0 0,3 6 0 15,3 0-22-15,0-2-4 0,0 2-1 0,0 0 0 16,6 0-6-16,2 0-2 0,1-3 0 0,0 3 0 16,3 0-28-16,0 0 8 0,0 0-8 0,2 0 0 15,1 3 54-15,-3-3 8 0,3 0 2 0,0 0 0 16,2 0-52-16,-2 0-12 0,3 0 0 0,3 2 0 16,0-2 11-16,2 0-1 0,1 6 0 0,0-6 0 15,0 0 5-15,2 0 1 0,-2 0 0 0,0 2 0 16,3-2 17-16,-1 0 4 0,1 0 1 0,6 0 0 15,-4 0-38-15,1 5 0 0,6-5-12 0,-4 0 4 16,4 0 18-16,-6 0 4 0,2 0 1 0,7 3 0 16,-3-3-3-16,2 0 0 0,1 0 0 0,5 0 0 0,-5 0-4 15,-3 0 0-15,2 0-8 0,4 0 12 16,-3 0-12-16,2 5 11 0,1-5-11 0,2 0 10 0,-5 0 0 16,0 0 0-16,-4 0 0 0,7 0 0 0,-4 3 10 0,1-3 3 0,3 0 0 15,2 0 0-15,-5 0-23 0,0 0 0 0,-4 0 0 0,7 0 0 16,-4 3 0-1,4-3 0-15,0 0 0 0,-1 2 0 0,-2-2 0 16,-1 0 0-16,1 0 0 0,3 0 0 0,-4 3 0 0,1-3 0 0,3 0 0 0,-1 3 0 16,1-3 0-16,-7 2 0 0,4-2 0 0,3 0 0 15,-4 0 0-15,1 0 0 0,3 0 0 0,2 0 0 16,-5 0 10-16,-1 6-2 0,-2-6-8 0,6 2 12 16,-7-2-3-16,7 0-1 0,-1 6 0 0,1-6 0 15,-3 0 0-15,-1 0 0 0,-2 0 0 0,3 2 0 16,-4-2 0-16,1 0-8 0,2 0 12 0,1 0-4 15,0 5-8-15,-7-5 12 0,4 3-12 0,3 0 12 16,-7-3-12-16,1 0 10 0,0 0-10 0,2 0 10 16,-2 0-1-16,0 2 0 0,-1 4 0 0,1-6 0 15,0 0-1-15,-4 0 0 0,1 0 0 0,3 0 0 16,-4 0-8-16,1 0 10 0,3-6-10 0,0 6 10 16,-1 0-10-16,-2 0 0 0,0 0 0 0,-1 0 8 15,1 0-8-15,-3 0 0 0,2-2 9 0,1-1-9 16,0 3 8-16,-1 0-8 0,4 0 8 0,0 3-8 15,-6-3 8-15,-1 0-8 0,4 2 8 0,-3-2-8 16,-4 0 0-16,4 0 0 0,0 0 0 0,0-2 8 16,-1 2-8-16,-2 2 0 0,0-2 0 0,0 6 0 15,-1-6 0-15,-2 0 0 0,0 0 0 0,3 2 0 16,-7-2 0-16,4 0 0 0,0-2 0 0,0 2 8 16,-1 0-8-16,1 0 0 0,0 2 0 0,0-2 0 0,-4 6 0 0,1-6 0 15,0 2 0-15,-3 4 0 0,-3-6 0 0,3 0 8 0,-4 2-8 16,1-2 0-16,0 0 0 0,0 5 0 0,-3-5 0 15,6 0 0-15,-4 0 0 0,1 3 0 0,0-3 0 0,3 3 0 16,-3-3 0-16,0 8 0 0,-1-8 0 0,4 2 0 16,-6 4 0-16,3-6 0 0,-3 2 0 0,0 4 0 15,-1-6 0-15,-2 2 0 0,3 4 0 0,0-6 8 16,-3 0-8-16,0 0 0 16,0 0 0-16,0 2 0 0,2-2 0 0,-2 0 0 0,3 0 0 0,3 3 0 15,-6-3 0-15,3 0 0 0,0 2 0 0,0 4 0 16,-1-6 0-16,1 0 0 0,0 0 0 0,-3 2 0 15,3-2 0-15,-3 6 0 0,0-6 0 0,-1 2 0 16,-2-2 0-16,0 6 0 0,0-6 0 0,0 0 0 16,0 0 0-16,0 0 0 0,-3 2 0 0,3-2 8 15,0 0-8-15,-3 0 0 0,0-2 0 0,2 2 0 16,-2 0 0-16,0 0 0 0,3 0 0 0,-3 2 0 16,3-2 0-16,0 0 0 0,0 3 0 0,-3-3 0 15,3 0 0-15,0 3 0 0,-3-3 0 0,2 2 0 16,1-2 0-16,0 0 0 0,-3 3 0 0,3-3 0 15,0 3 0-15,-3-3 0 0,3 0 0 0,-3 5 0 16,3-5 0-16,-3 0 0 0,0 0 0 0,-4 0 0 16,4 0 0-16,0 0 0 0,0 2 0 0,-3-2 0 15,3 6 0-15,0-6 0 0,-3 0 0 0,3 0 0 0,0 2 0 0,-3-2 0 16,3 0 0-16,0 6 0 16,-3-6 0-16,3 0 0 0,-1 0 0 0,-2 2 0 15,3-2 0-15,-3 3 0 0,0-3 0 0,3 0 0 16,-3 0 0-16,0 0 0 0,0 0 0 0,0 0 0 15,0 0 0-15,0 0 0 0,0 0 0 0,0 0 0 0,0 0 0 0,-3 3 0 16,3-3 0-16,0 0 0 0,0 2 0 0,-6-2 0 0,6 0 0 0,-3 0-8 31,-3 0-16-31,6 3-2 0,-6-3-1 0,5 3 0 16,-5-3-35-16,0 0-7 0,3 0-2 0,-3 0 0 0,0 0-168 16,0 0-33-16</inkml:trace>
  <inkml:trace contextRef="#ctx0" brushRef="#br0" timeOffset="12636.682">9909 2622 2283 0,'-6'-8'48'0,"0"3"10"0,0 0-46 0,3 2-12 0,0-5 0 0,3 8 0 31,-6 0 96-31,6 0 18 0,0 0 3 0,-6 0 1 0,3 3-30 0,-3 2-5 0,0-2-2 0,3 7 0 16,-3 1-65-16,3 2-16 0,-3 3 0 0,3 0 0 15,3 2-10-15,-3-2-6 0,3 0 0 0,0 0-1 16,0 2 27-16,3-2 6 0,0-2 0 0,0 1 1 15,3-1-17-15,0 2 0 0,3-6 0 0,-3 3 0 16,6 1-48 0,0-6-12-16,0-1-4 0,2-1 0 0,-2 2 0 0,0-8 0 15,3 2 0-15,-3-2 0 0,3 0 44 0,-3-2 8 0,0-4 1 0,0 1 1 16,-3 2 10-16,0-4 8 0,-1-1-8 0,1 0 11 16,-3 0 24-16,-3 2 5 0,3-7 0 0,-3 5 1 15,0-2 12-15,0-1 3 0,-3 1 0 0,0-4 0 16,0 6-8-16,0-5 0 0,0 3-1 0,0-1 0 15,-3 3-11-15,3 0-1 0,0 5-1 0,-3-4 0 16,3 7-15-16,0 0-3 0,0 0-1 0,0 0 0 16,0 0-15-16,0 0 0 0,0 0 0 0,0 10 0 15,0-2 0-15,3 5 0 0,-3 0 0 0,6-2-10 16,-3 2 10-16,3 3 0 0,3-3 0 0,0-2-8 16,3 2 8-16,-3-5-8 0,3 3 8 0,0-3-8 15,3 0-2-15,-4 0 0 0,4-6 0 0,0 3 0 0,0-5 10 16,0 0 0-16,-3 0 0 0,3 0 0 0,-3-5 0 15,0 3 0-15,-1-4 0 0,1-2 11 0,-3 6 14 16,0-9 3-16,0 3 1 0,-3 0 0 0,3-2 11 0,-3-4 3 0,-3 1 0 0,3 0 0 16,-3 2-11-16,3-5-1 15,-3-2-1-15,-3 2 0 0,3 0-12 0,-3-8-2 0,3 3-1 16,-3-5 0-16,0 2-15 0,0 0 9 16,-3 3-9-16,3 0 8 0,0 5-8 0,-3-5 0 15,0 5 0-15,3 3 0 0,-3 2-12 0,3 0-4 0,0 4 0 0,-3 4-1 31,3 3-70-31,0 0-13 0,0 0-4 0,0 0 0 16,6 0-63-16,3 8-13 0,-3-6-2 0</inkml:trace>
  <inkml:trace contextRef="#ctx0" brushRef="#br0" timeOffset="12906.513">10486 2762 2694 0,'0'0'56'0,"0"0"12"15,0 0-54-15,0 0-14 0,0 0 0 0,0 0 0 16,0 0 89-16,0 0 15 0,0 0 4 0,0 0 0 16,0 0-35-16,0 0-6 0,0 0-2 0,0 0 0 15,0 0-25-15,3 3-4 0,0 2-2 0,-3 3 0 16,3 0-11-16,-3 0-3 0,3 0 0 0,-3 3 0 16,0 5 0-16,3-6-1 0,-3 1 0 0,0 7 0 15,0-2-4-15,0 3-1 0,0 2 0 0,0 3 0 16,0-1-6-16,0-1-8 0,0 1 11 0,-3 4-11 15,3-9 8-15,0 4-8 0,0-1 0 0,0 0 0 0,0-5 0 0,0 0 0 16,0 2 0-16,0-7 0 16,0 2-56-16,3 0-19 0,0-2-3 0</inkml:trace>
  <inkml:trace contextRef="#ctx0" brushRef="#br0" timeOffset="16168.19">9819 6260 1181 0,'0'0'50'15,"0"0"-40"1,0 0 127-16,-6 0 26 0,6 0 5 0,-6 3 0 16,6-3-52-16,-6 3-10 0,6-3-2 0,0 0-1 15,-3 2-63-15,3-2-12 0,0 0-2 0,-6 6-1 16,6-6 31-16,-2 5 7 0,2-5 1 0,-3 3 0 0,3-3 0 16,0 5 0-16,0 0 0 0,0 0 0 0,3 1-52 0,-1-4-12 15,1 4 0-15,3-1 0 0,0-2 0 0,0-1 0 0,3 1 0 0,0 2 0 16,3-2 0-16,3 0 0 0,0-1 0 0,0 1 0 15,3-1 19-15,-1 1 1 0,1-3 0 0,3 3 0 16,-3-3-12-16,0 0-8 0,0 0 12 0,0 0-12 16,-4 0 11-16,1 0-11 0,0 0 10 0,0 0-10 15,0 0 11-15,3 0-11 0,0 0 12 0,-3 0-12 16,2 0 12-16,1 0-4 16,0 0 0-16,0 0-8 0,3 0 23 0,-3 0-3 15,3 0 0-15,-1 2 0 0,1-2-32 0,-3 3-6 0,0-3-2 0,0 3 0 16,0-3 20-16,0 2 0 0,-1-2 0 0,-2 3 9 15,0-3-9-15,0 3 10 0,0-3-10 0,3 0 10 16,-3 0-10-16,3 0 0 0,-1 0 0 0,1 0 8 16,0 0 1-16,0 0 0 0,0 0 0 0,3 0 0 15,-6 0-9-15,2 0 0 0,1 0 0 0,-3 0 0 16,0 0 0-16,0 2 0 0,0-2 0 0,-3 3 0 16,3-3 0-16,-3 0 0 0,-1 0 0 0,1 0 0 15,-3 3 0-15,3-3 0 0,0 0 0 0,-3 2 0 16,0-2 0-16,3 3 0 0,-3-3 0 0,0 0 0 15,3 0 0-15,-3 0 0 0,2 0 0 0,-2 0 0 16,3 0 8-16,0 0-8 0,3 0 12 0,-3 0-4 16,0 0-8-16,3 0-9 0,-3 0 9 0,3 0-13 0,2 0 13 15,-2-3 0-15,0 3 0 0,0 0 0 0,-3-2 0 0,3 2 0 16,0 0 0-16,-3 0 0 0,3 0 0 0,-4 0 0 16,1 0 0-16,0 0 0 15,-3 0 0-15,0 0 0 0,0 0 0 0,0 0 0 0,0 0 0 0,0 2 0 0,0-2 0 16,-3 0 0-16,3 3 0 0,-3-3 0 0,0 3 0 15,2-1 0-15,-2 1 0 16,3-3 0-16,-3 2 0 0,3 1 0 0,0-3 0 0,-3 3 0 16,3-1 0-16,0 1 0 0,0-3 0 0,-3 0 0 0,3 3 0 0,0-3 0 15,-3 0 0-15,3 2 0 0,0-2 0 0,2 0 0 16,-2 0 0-16,0 0 13 0,3 0-2 0,-3 0-1 16,3 0-10-16,-3 0 0 0,0 0 0 0,0 0 0 15,0 0 0-15,-3 0 8 0,3 0-8 0,-3 0 0 16,3 0 0-16,-4-2 8 0,1 2-8 0,0 0 0 15,-3-3 8-15,3 3-8 0,-6 0 8 0,6 0-8 16,0-3-10-16,-3 1-7 0,0-1-2 0,0 0 0 16,0 1-148-16,-3 2-29 0,3-5-7 0</inkml:trace>
  <inkml:trace contextRef="#ctx0" brushRef="#br0" timeOffset="17139.75">8617 6057 1824 0,'-3'-11'76'15,"0"1"-60"1,3-1 140-16,-3 0 29 0,3 3 6 0,-3 0 1 0,3 1-103 0,-3-1-20 16,3 2-4-16,0 6-1 0,0 0 0 0,0 0 0 15,0 0 0-15,0 0 0 16,0 0-51-16,0 0-13 0,0 0 0 0,0 0 0 0,-3 8 0 15,0 3 0-15,0-1 0 0,0 1 0 0,3 2 0 0,0 0 0 0,3-2 0 16,-3 2 0-16,3 1 0 16,0-1 0-16,0 3 0 0,3-3 0 0,0 0 0 0,3 0 0 15,0 3 0-15,0-3 0 16,2-2-31-16,-2 0-9 0,3-3-1 0,0-3-1 16,0 0 16-16,-3-2 3 0,0-3 1 0,0 0 0 0,0-6 22 0,0 4-9 15,0-6 9-15,0 3 0 0,-3-3 0 0,0 0 0 0,-1-3 10 0,-2 3-2 16,3-2 17-16,-3 2 4 0,0-3 1 0,0 0 0 15,-3 4 6-15,0-4 2 0,0 0 0 0,0 3 0 16,-3-2-10-16,3 2-3 0,0 0 0 0,0 0 0 16,-3 3-10-16,3-1-3 0,0 1 0 0,0 5 0 15,0 0-12-15,0 0 8 0,0 0-8 0,0 0 0 16,0 0 0-16,0 0 0 0,3 5 0 0,0 1 0 16,3 2 0-16,0 0 0 0,3 0 0 0,-3 2 0 15,3-2-9-15,0 0 9 0,0 0 0 0,0 0-9 16,-3-3 9-16,3 0 0 0,0-2 0 0,0 2 0 15,-1-5 0-15,4 0 0 0,-3 0 0 0,0-2 0 16,0-1 0-16,0-2 0 0,0 0 0 0,0-1 0 16,-3 4 0-16,3-6 16 0,-3 2-4 0,-3 1-1 15,3-3 24-15,-3 0 5 0,0 0 0 0,0 0 1 16,0 0-8-16,-3 0-1 0,0 1-1 0,3-4 0 16,-3 0-18-16,0-2-3 0,0 0-1 0,0 0 0 15,-3-1-9-15,3-4 0 0,0 2 0 0,0 0 0 0,3 0 0 16,-3 3 0-16,3 0-10 0,0 5 10 15,0 0-64-15,0 5-6 0,2 1-2 0,1 4 0 16,3 1-104-16,-3 5-22 0,3 0-4 0</inkml:trace>
  <inkml:trace contextRef="#ctx0" brushRef="#br0" timeOffset="17502.413">9099 6104 2067 0,'0'0'87'0,"0"0"-70"16,0 0 131-16,0 0 25 0,6-2 6 0,-3-1 1 15,3 0-84-15,3-2-16 0,-3 2-3 0,3-2-1 16,0 3-9-16,-1-1-3 0,1-2 0 0,0 2 0 16,0 0-51-16,0 1-13 0,-3-1 0 0,3 3 0 15,-3 0 54-15,3-3 8 0,-3 3 2 0,0 0 0 16,0 3-52-16,-3 0-12 0,0 2 0 0,0 0 0 16,0 1 0-16,-3-1 0 0,0 0 0 0,0 3 0 15,-3 3-48-15,0-1-13 0,-3 3-3 0,-3 3 0 16,3 0 52-16,-6 3 12 0,3-1 0 0,-3 3 0 15,0 1 0-15,0-1 0 0,0-3 0 0,1 3 0 16,-1-2 0-16,6-3 0 0,-3-3 0 0,3 3 0 16,3-5 0-16,0-4 0 0,3 1 0 0,0 0 0 15,3-2 0-15,3-4 0 0,0 1 0 0,0 0 0 16,3-3 48-16,0 2 13 0,0-2 3 0,2-2 0 0,1 2-52 16,0 0-12-16,3-3 0 0,-3 0 0 0,0 1-16 15,0-1-5-15,0 0-2 0,3 1 0 16,0-1-14-16,-4-2-3 0,4 2-1 0,3 0 0 15,0-2-70-15,6 3-13 0,0-4-4 0</inkml:trace>
  <inkml:trace contextRef="#ctx0" brushRef="#br0" timeOffset="18516.687">9795 6977 1337 0,'-11'0'28'0,"2"0"6"0,0 3-34 0,0-3 0 0,0 3 0 16,0-3 0-16,3 0 109 0,-3 2 15 0,3-2 4 0,0 3 0 15,6-3-52-15,-9 0-9 0,9 0-3 0,-6 0 0 16,6 0 0-16,-6 3 0 0,6-3 0 0,0 0 0 16,0 0 2-16,0 0 0 0,0 0 0 0,0 0 0 15,0 0-26-15,0 0-6 0,0 0-1 0,0 0 0 16,0 0-8-16,0 0-1 0,0 0-1 0,3 2 0 16,3 1-14-16,0-3-9 0,0 3 12 0,3-3-12 15,3 0 0-15,0 2 0 0,3-2 0 0,3 0 0 16,-1 0 0-16,4 3 0 0,3-3 0 0,3 0 0 15,-3 0 30-15,2 3-1 0,1-3 0 0,-3 2 0 16,0 1-46-16,0-3-10 0,0 0-1 0,-4 0-1 16,1 0 53-16,0 0 12 0,0 0 1 0,0-3 1 15,0 3-10-15,2-2-1 0,-2 2-1 0,6 0 0 16,-6 0-36-16,3 0-7 0,2 2-2 0,-2 1 0 16,0-3 19-16,-3 3 0 0,0-1 11 0,3-2-11 0,-4 3 10 15,-2-3-10-15,3 2 8 0,0-2-8 16,3 3 10-16,0-3-10 0,2 0 12 0,1 0-12 15,0 0 9-15,6 3-9 0,-4-3 0 0,1 2 9 16,0 1-9-16,0 0 0 0,-3-3-10 0,-1 2 10 0,1-2 0 16,-3 0 0-16,-3-2 0 0,3 2 0 0,-1-3 0 0,4 3 0 15,-3-3 0-15,3 1 0 0,-3-1 0 0,-1 0 0 16,4 1 8-16,-3 2-8 16,0 0 0-16,0-3 0 0,-4 3 0 0,-2 0 0 0,0-2 0 0,0 2 0 0,0-3 0 0,-3 3 0 15,0-3 0-15,0 1 10 0,-4-1-10 0,4-2 8 16,0 2-8-16,0 0 0 0,3 1 0 0,-3 2 8 15,0-3-8-15,0 0 0 0,2 1-12 0,-2 2 12 16,0-3 0-16,0 3 0 0,0 0 0 0,0 0 0 16,-3 0 0-16,0 0 0 0,3 3 0 0,-4-3 0 15,-2 0 0-15,3 2 0 0,-3-2 0 0,3 3 0 16,-3-3 0-16,0 0 0 0,0 3 0 16,0-3 0-16,0 0 0 0,0 0 0 0,-3 0 0 0,3 0 0 15,0 0 0-15,-4 0 0 0,4 0 0 0,-3 0 0 16,0 0 0-16,0 0 0 0,-3 0 0 0,3 0 0 15,0-3 0-15,-3 3 0 0,3 0 0 0,-3-3 0 16,-3 3-105-16,6 0-20 0,-3-2-4 0</inkml:trace>
  <inkml:trace contextRef="#ctx0" brushRef="#br0" timeOffset="19439.17">8786 6856 2508 0,'-6'-6'71'0,"0"4"16"0,4 2-70 16,-4-3-17-16,0 1 0 0,0 2 0 15,3-3 55-15,-3 3 7 0,0 0 2 0,-3 3 0 16,3-1 0-16,0 3 0 0,0 1 0 0,0-1 0 0,0 0-52 0,-3 3-12 16,3 3 0-16,0-3 0 0,3 2 0 15,-3 4 0-15,3-1 0 0,-3 0 0 16,6 3 0-16,0 0 0 0,0 0 0 0,3 2 0 0,0 1 0 16,0-3 0-16,3 2 0 0,3-2 0 15,-3 0-48-15,3-5-13 0,0-1-3 0,0-2 0 0,0 0 52 0,3-5 12 0,-3-1 0 16,0-2 0-16,3 0 0 0,-4-2 0 0,1-4 0 0,0 1 0 15,0-3 0-15,0 0 0 0,-3-2 0 0,3-1 0 16,-3-2 0-16,0 2 0 0,0-2 0 0,-3 2 0 16,0-2 48-16,0 3 13 0,0-4 3 0,-3 4 0 15,3-4-52-15,-3 7-12 0,0-4 0 0,0 3 0 16,0 0 54-16,0 3 8 0,-3 0 2 16,3 5 0-16,0 0-52 0,0 0-12 0,0 0 0 0,0 0 0 15,0 0 0-15,0 0 0 0,0 0 0 0,0 5 0 16,0 3 0-16,3 2 0 0,0 1 0 0,0-1 0 15,0 4 0-15,3-1 0 0,3 0 0 0,-3 3 0 16,2-5-48-16,4 2-13 0,0 0-3 0,0-2 0 16,3-1 52-16,0-2 12 0,-3-5 0 0,3 2 0 15,0-2 0-15,0-3 0 0,-1-3 0 0,1-2 0 16,0 0 0-16,-3-3 0 0,3-3 0 0,-3 0 0 16,-3 1 48-16,3-3 13 0,-3-1 3 0,-3 1 0 15,3 0 0-15,-6 0 0 0,2-1 0 0,1 4 0 16,-3-1-52-16,-3 1-12 0,3-3 0 0,-3 2 0 0,3 0 0 15,-3 1 0-15,0-3 0 0,3 2 0 0,-3-2 0 16,3-1 0-16,-3 1 0 0,0 3 0 0,3-4 0 0,-3 1 0 0,3 3 0 16,-3-1 0-1,3 0-48-15,0 4-13 0,0 1-3 0,0 1 0 16,3 2-102-16,0 1-21 0,0 4-4 0</inkml:trace>
  <inkml:trace contextRef="#ctx0" brushRef="#br0" timeOffset="19939.575">9269 7030 2310 0,'0'0'48'0,"0"0"11"0,0 0-47 16,0 0-12-16,-3-5 0 0,0 0 0 0,3 0 104 0,3-1 20 0,0 1 3 0,0-3 1 16,0 0 0-16,0 3 0 0,2-3 0 0,-2 0 0 15,3 0-103-15,0 0-25 0,3 3 0 0,-3-3 0 16,0 3 56-16,3 2 7 0,-3 0 1 0,3 1 0 15,-3-1-52-15,0 3-12 0,3 0 0 0,-3 0 0 16,-6 0 0-16,9 3 0 0,-3 2 0 0,-3 0 0 16,0 0 0-16,0 3 0 0,-3 0 0 0,0 3 0 15,0-1 0-15,-3 1 0 0,0 0 0 0,0 5 0 16,-3-3-48-16,3 0-13 16,-6 3-3-16,3 0 0 0,0-3 52 0,-3 0 12 0,6 0 0 15,-3 1 0-15,0-4 0 0,0-2 0 0,3-3 0 0,-3 3 0 16,3-2 0-16,3-6 0 0,0 0 0 0,0 0 0 15,0 0 0-15,0 0 0 0,0 0 0 0,3 2 0 16,0 1 0-16,3-3 0 0,0 3 0 0,0-6 0 16,3 3 0-16,0 0 0 0,0-3 0 0,0 3 0 0,3 0 0 15,-3 0 0-15,0 0 0 0,2 0 0 16,-2 3 48-16,-3 0 13 0,3-1 3 0,-3 1 0 16,0 2-52-16,0 1-12 0,-3-1 0 0,0 0 0 0,0 3 0 0,-3-3 0 15,-3 3 0-15,0 0 0 0,-3 0 0 0,0 0 0 0,-3 0 0 0,-3 3 0 16,0-3 0-16,1 2 0 0,-4-2 0 0,-3 3 0 15,3-1 0-15,0 1 0 0,0 2 0 0,0 0 0 16,0 1 21-16,1-1 2 0,2 3 0 0,-6-3 0 16,3 0-23-16,0 0 0 0,0 1 0 0,-3-4-12 15,3 3-67-15,-3-2-13 0,4 0-4 0</inkml:trace>
  <inkml:trace contextRef="#ctx0" brushRef="#br0" timeOffset="25127.738">18020 2167 1170 0,'0'0'24'0,"3"-3"6"16,0-2-30-16,3 2 0 0,-3-2 0 0,0 0 0 0,0 2 111 0,0-5 16 0,0 3 3 0,0 2 1 16,0-5-12-16,0 3-3 0,-3 0 0 0,3 2 0 15,-3-2-12-15,0 5-4 0,0-3 0 0,0 3 0 16,0 0-17-16,0 0-4 0,0 0-1 0,0 0 0 15,0 0-26-15,0 0-4 0,0 0-2 0,0 0 0 16,-6 0-23-16,0-5-5 0,6 5-1 0,-9 5 0 16,3-2-17-16,0 2 10 0,0 3-10 0,0-3 8 15,0 3-8-15,0 0 0 0,0 0 0 0,3 0 8 16,0 0-8-16,0 5 0 0,0-5 0 0,3 0 0 16,0-2 0-16,3 1 0 0,0 1 0 0,0-8 0 15,3 3 0-15,-3 2 0 0,6-5 0 0,-3 0 0 16,3 0 0-16,0-5 0 0,0 2 0 0,0-2 0 15,-1 2 0-15,1-4 0 0,3-4 0 0,-3 3 0 16,-3 0 0-16,3 0 16 0,-3 0-2 0,-3 0-1 16,3 0 8-16,-3 0 2 0,0 0 0 0,-3 3 0 15,0 0 3-15,0-3 1 0,-3 5 0 0,0-5 0 16,0 3-11-16,0 2-1 0,-3-2-1 0,3-3 0 16,-3 8-6-16,0-8-8 0,0 8 11 0,0-5-11 15,0 2 0-15,-3 3 0 0,3 0 0 0,1 0 0 16,-4 3 0-16,3 2 0 0,0-5 0 0,-3 8 0 15,3-5-11-15,3 7-5 0,-3-7-2 0,3 10 0 0,0-5 18 0,0 0 0 16,0 5 0-16,3-5 0 0,3 3 0 0,-3-1 14 0,3 1-2 16,3 2-1-16,0-7-11 15,0 2-16-15,0-1 4 0,3 1 1 16,0 0 11-16,0-2 0 0,-4-6-9 0,4 0 9 0,0 0 0 0,0 0 0 0,0 0 0 16,0 0 0-1,-3-6 0-15,0 1 0 0,0 2 0 0,0-2 0 0,-3 2 0 0,0-2 0 0,0-3 0 0,0 3 0 16,-3 2 0-16,0-5 0 0,0 0 0 0,0 0 0 15,0 3 43-15,-3-3 3 0,0 0 1 0,0 3 0 16,0 2-29-16,0-5-6 0,-3 3 0 0,3-3-1 16,-3 3 1-16,0 2 1 0,0-2 0 0,0 5 0 15,6 0-13-15,-6 0 0 0,0 0 0 0,0 5 0 16,0-5 0-16,0 8-12 0,1-5 3 0,2 2 0 16,-3 3 9-16,3 0 0 0,0 0 0 0,0 3 0 15,3-4 0-15,3 4 0 0,-3 2 0 0,3-5 0 16,3 0 0-16,-3 0-10 0,2 0 1 0,1-3 0 15,3 1 9-15,-3 2 12 0,3-6-2 0,0 4-1 16,-3-6-17-16,0 0-4 0,3 0-1 0,-3 0 0 16,0 0 13-16,-3-6 0 0,0 4 0 0,0 2 10 15,0-8-10-15,0 2 0 0,0 1 0 0,0 2 0 16,-3-5 12-16,3 1-2 0,-3-4-1 0,0 3 0 16,-3 0-9-16,3 0 8 0,-3 0-8 0,3 3 8 15,-3-3-8-15,0 0 0 0,3 5 0 0,-3-5 0 16,0 3-15-16,0 0-5 0,0 2 0 0,3 3-1 15,0 0-123-15,-6 0-25 0,6 0-5 0</inkml:trace>
  <inkml:trace contextRef="#ctx0" brushRef="#br0" timeOffset="27330.117">18133 2146 1698 0,'0'0'48'0,"0"0"11"16,0 0-47-16,0 0-12 0,0 0 0 0,0 0 0 16,0 0 124-16,0 0 24 0,0 0 4 0,0 0 0 0,0 0-78 0,0 0-16 0,0 0-3 0,0 0-1 15,0 0-10-15,0 0-1 16,-3 5-1-16,0 0 0 0,0 3-8 0,3 0-2 0,-3 0 0 0,3 6 0 15,-3-7-14-15,3 4-3 0,0 0-1 0,-3 5 0 16,3-9-5-16,-3 7-1 0,3 2 0 0,-3-6 0 16,3 3-24-16,0 1-4 0,0 1-2 0,-3-1 0 15,3 2 22-15,0-3 0 0,0 3 0 16,0-3 0-16,0 3 13 0,0-3 7 0,0 3 2 0,0 0 0 16,0 0-22-16,0 5 0 0,0 0 0 0,0 0 0 15,0-2 0-15,0 2 0 0,0 3 0 0,0 2 0 16,0-5 0-16,3 0 0 0,-3 3 0 0,0-3 8 15,3-2-8-15,0 2 0 0,-3 0 8 0,3 0-8 16,0-2 10-16,-3 2-2 0,3 0-8 0,-3 3 12 16,3-3-3-16,-3 6-1 0,3-1 0 0,-3 1 0 15,3-3 0-15,0 2 0 0,0-2 0 0,-3 0 0 16,3 2 2-16,0-5 0 0,0 3 0 0,-3-3 0 16,3 0-1-16,-3 3 0 0,3-3 0 0,-3 6 0 15,3-1 2-15,-3-5 0 0,3 6 0 0,-3-1 0 16,3-2-11-16,-3 0 12 0,3 2-12 0,-3 4 12 15,3-9-12-15,-3 0 10 0,0 3-10 0,3-3 10 16,-3 3-10-16,0-8 0 0,3 2 9 0,-3 6-9 16,0-6 0-16,0 4 8 0,0 4-8 0,0-5 0 0,0 3 8 15,0 0-8-15,0 2 8 0,0 1-8 0,0-1 8 16,0-5-8-16,0 3 8 0,0 0-8 16,0-3 0-16,0 3 8 0,0-3-8 0,0 0 0 0,0 1 8 0,0-1-8 15,0-3 8-15,0 9-8 0,0-9 0 0,0 6 9 0,0 0-9 0,0 0 0 16,0-1 8-16,0 4-8 0,0-6 0 0,0 3 0 15,0-3 0-15,0 0 0 0,0 3 0 16,-3-8 0-16,3 5 0 0,0-5 0 0,-3 2 0 16,3-2 0-16,0 3 0 0,-3-1 0 0,3-2 0 15,0 3 0-15,-3-1 8 0,3 1-8 0,0-1 0 0,-3 4 0 16,3-4 0-16,-3 3 0 16,3-2 0-16,0-1 0 0,0 1 0 0,0-3 0 0,0 0 0 0,0-1 0 15,0 1 8-15,0-2-8 0,0-1 0 0,0 0 0 16,0 3 9-16,0-6-9 0,0 4 0 0,0-1 9 15,0 0-9-15,0-2 0 0,0 2 9 0,0-2-9 16,0 2 0-16,0 0 0 0,0-2 0 0,0-1 8 16,0 3-8-16,0 1 0 0,0-1 0 0,0 0 8 15,0 0-8-15,0 3 0 0,0-3 0 0,0 1 8 16,0-1-8-16,0 0 0 0,0 0 8 0,0 1-8 16,0-4 0-16,0 3 8 0,0-2-8 0,0 2 0 15,0 0 0-15,0-5 0 0,0 3 0 0,0-3 8 16,0 2-8-16,0 1 0 0,0 0 0 0,0-1 0 15,0-2 0-15,0 0 8 0,0 3-8 0,0-3 0 16,0 2 0-16,0-2 0 0,0 0 0 0,0 3 8 0,0-3-8 16,0 0 0-16,0-1 0 0,0 4 0 0,0 0 0 15,0-1 0-15,0 1 0 0,0-1 8 16,0 1-8-16,0 0 0 0,0-1 0 0,0 3 0 16,0-2 0-16,0 2 0 0,0 0 0 0,0-2 0 0,0 2 0 0,0-2 0 0,0 2 0 15,0-2 0-15,0-1 0 0,0 1 0 0,0-1 0 16,0 1 8-16,0 0-8 0,0-1 0 0,0-5 0 15,0 3 0-15,0 3 0 0,0-3 8 0,3 2-8 0,-3-2 0 16,0 0 0-16,0 3 0 0,0-3 0 0,0 0 0 16,0-3 0-16,0 3 0 0,0 0 0 0,0 0 8 15,0-3-8-15,0 3 0 0,3-3 0 0,-3 6 0 16,0-6 0-16,0 3 8 0,0-2-8 0,0 1 0 16,0 4 0-16,0-3 8 0,0 0-8 0,0 0 0 15,0 0 0-15,0 0 0 0,0 0 0 0,0 0 8 16,0 0-8-16,0-1 0 0,0 1 8 0,0 0-8 15,0 0 0-15,0 0 0 0,0 0 0 0,0 0 8 16,0 0-8-16,0 0 0 0,0 0 0 0,0-3 0 16,0 3 0-16,0 0 0 0,0-3 0 0,0 3 0 15,0-2 0-15,0-1 8 0,0 3-8 0,0-3 0 16,0 0 0-16,0 3 0 0,0-5 0 0,0 5 0 16,0-8 0-16,0 5 0 0,0 1 0 0,0 1 0 15,0-1 0-15,0-1 0 0,0 0 0 0,0 1 0 16,0-1 0-16,0 0 0 0,0 3 0 0,0-3 0 15,0 1 0-15,0-1 0 0,0 0 0 0,0 1 0 16,0-6 0-16,0 5 0 0,0 0 0 0,3 3 8 16,-3-8-8-16,0 5 0 0,0 1 0 0,0-6 0 0,3 5 0 15,-3-5 0-15,0 5 0 0,0 3 0 16,0-8 0-16,0 6 0 0,0-6 0 0,3 5 0 0,-3-5 0 0,0 5 0 16,0-5 0-16,3 5 0 0,-3-5 0 0,3 6 0 0,-3-6 0 15,0 0 0-15,3 2 0 0,-3-2 0 0,3 6 0 0,-3-6 0 16,0 0 0-16,3 2 0 0,-3-2 0 0,0 0 8 15,2 3-8-15,-2-3 0 0,6 3 0 0,-6-3 0 16,3 2 0-16,-3-2 0 0,6 3 0 0,-6-3 0 16,6 3 0-16,-3-3 0 0,-3 0 0 0,6 2 0 15,0-2 0-15,0 3 0 16,0-3 0-16,0 2 0 0,0-2 0 0,0 0 0 0,0-2 0 16,0 2 8-16,0 0-8 0,3 0 0 0,-3 0 0 0,3 0 8 15,0 0-8-15,0 0 0 0,-1 0 0 0,4 0 0 16,-3 0 0-16,3 0 0 0,0 0 0 0,0 0 0 15,0 0 0-15,0 0 0 0,0 0 0 0,0 0 0 16,0 0 0-16,-1 0 0 0,1 0 0 0,0-3 0 16,-3 3 0-16,0 0 0 0,0-2 0 0,0-1 0 15,0 0 0-15,0 3 0 0,-3-2 0 0,0-1 8 16,3 0-8-16,-3 3 0 0,0-2 0 0,0 2 0 16,-4-3 0-16,4 3 0 0,0-3 0 0,0 3 8 15,0-2-8-15,-3-1 0 0,3 0 0 0,0 3 0 16,-3-2 0-16,-3 2 0 0,6-3 0 0,0 3 0 15,0 0 0-15,-3-3 0 0,3 3 0 0,-6 0 0 16,6-2 0-16,-3 2 0 0,3-3 0 0,-6 3 0 16,0 0 0-16,3-2 0 0,-3 2 0 0,6 0 8 0,-6 0-8 15,0 0 0-15,6-3 0 0,-6 3 0 16,0 0 0-16,3 0 0 0,-3 0 0 0,0 0 0 16,0 0 0-16,6-3 0 0,-6 3 0 0,0 0 0 15,0 0 0-15,0 0 0 0,0 0 0 0,0 0 8 0,0 0-8 16,0 0 0-16,0 0 0 0,0 0 8 0,0 0-8 0,0 0 0 0,0 0 0 0,0 0 0 15,-3-2 0-15,0-4 0 0,0 4 0 0,0-1 8 16,-3 0-8-16,3 1 0 0,-3-1 0 0,0 3 0 16,0-3 0-16,0 3 0 0,0 0 0 0,-3-2 0 15,3 2 0-15,0-3 0 0,0 3 0 0,-3 0 0 16,3 0 0-16,6 0 0 0,-6 0 0 0,-3 0 0 16,9 0 0-16,0 0 0 0,-5 0 0 0,5 0 0 15,-6 3 0-15,6-3 0 0,0 0 0 0,-6 2 0 16,6-2 0-16,0 0 0 0,0 0 0 0,-6 6-8 15,6-6 8-15,0 0 0 0,0 0 0 0,0 0 0 16,0 0 0-16,0 0 0 0,-3 5 0 0,3-5-8 16,0 0-1-16,0 0 0 0,0 0 0 0,0 0 0 15,0 0-19-15,3 3-4 16,-3-3-1-16,6 2 0 0,-3-2-108 0,3 0-22 16,-3 0-4-16</inkml:trace>
  <inkml:trace contextRef="#ctx0" brushRef="#br0" timeOffset="31912.143">18127 9655 1531 0,'0'0'64'16,"0"0"-51"-1,0 0 103-15,0 0 20 0,0 0 4 0,0 0 0 16,-3 8-9-16,3-3-3 0,0-2 0 0,-3 5 0 15,3-3-70-15,0 1-14 0,-3-1-4 0,3 3 0 16,0 0 6-16,0 0 1 0,0 0 0 0,-3 0 0 16,3 2-13-16,0 1-2 0,-3-1-1 0,3 4 0 15,-3 1-14-15,0 1-2 0,3 0-1 0,-3 5 0 16,3 1-2-16,-3-1 0 0,3 3 0 0,0-1 0 16,-3-1-3-16,3-1-1 0,0 0 0 0,-3 0 0 15,3-2-8-15,-3-1 8 0,3-2-8 0,-3 2 8 16,0-2-8-16,3 0 0 0,-3-3 9 0,-3 6-9 15,3-3 0-15,0 2 9 0,0 1-9 0,0-1 0 16,3 6 10-16,-3-3-10 0,1 6 8 0,-1-3-8 16,3-1 8-16,-3 1-8 0,0 0 0 0,3-3 8 0,-3-2-8 0,3-1 10 0,0-2-10 15,0 3 10 1,-3-3-10-16,3-1 12 0,0-1-12 0,0 2 12 0,-3-1-3 0,3 4 0 0,0-3 0 16,0 2 0-16,0 1-1 0,0 2 0 0,0 3 0 0,0-3 0 15,0 3 0-15,0-3-8 0,0 3 12 16,0-3-4-16,0-2 0 0,0-1-8 0,0-2 12 0,3 0-4 15,-3 0-8-15,0-3 12 0,3 0-12 0,-3 0 12 16,0-2-12-16,3 2 10 0,-3 0-10 0,3 1 10 16,-3-1-10-16,0 0 0 0,0 0 9 0,0 3-9 15,0 3 8-15,0-3-8 0,3 5 8 0,-3-3-8 16,0 3 8-16,3-2-8 0,-3 2 8 16,0-2-8-16,2-1 0 0,-2-2 8 0,0 3-8 0,3-6 0 15,-3 3 0-15,3-3 8 0,-3-2-8 0,3 2 0 16,0-3 0-16,-3 4 0 0,3-4 0 0,0 3 8 15,-3-2-8-15,3 0 0 0,0-1 0 0,-3 3 0 16,3-2 0-16,-3 2 0 0,0 0 0 0,3 3 8 16,-3-2-8-16,0 1 0 0,3 4 0 0,-3-1 0 15,0-2 0-15,3 3 8 0,-3-1-8 0,0 1 0 16,0-3 0-16,3 2 0 0,-3-2 0 0,0 0 0 16,0-3 0-16,3 0 0 0,-3 3 0 0,0-2 8 15,0-4-8-15,0 3 0 0,0 1 0 0,0-1 0 16,0-3 0-16,0 6 0 0,0-2 0 0,0 1 0 15,0 1 0-15,-3 3 0 0,3-1 0 0,0 4 0 0,0-1 0 16,0 0 0-16,0 3 0 0,0-1 0 0,0-1 0 16,3-1 0-16,-3 0 0 0,0 0 0 0,3 0 0 0,-3-5 8 15,0 0-8-15,3 0 0 0,-3 2 0 0,3-2 8 16,-3 0-8-16,3 3 0 0,-3-1 10 16,0 1-2-16,3-1-8 0,-3 3 12 0,0 1-12 0,3 1 0 0,-3-1 0 15,0 1 0-15,3-1 0 0,-3-1 0 16,0-3 0-16,3 3 0 0,-3-2 0 15,0-3 0-15,3 0 8 0,-3-3-8 0,0 0 0 0,0 0 0 0,0 1 8 16,0-4-8-16,0 3 0 0,0-2 0 0,0 2 8 0,0-2-8 16,0 2 0-16,0 0 0 0,0-2 0 0,0 2 0 15,0 0 8-15,-3 1-8 0,3-1 0 0,-3 3 0 16,3-3 0-16,0 3 0 0,-3-3 0 0,3 0 0 16,-3 1 0-16,3-1 8 0,-3 0-8 0,3 0 0 15,-3 0 0-15,3-2 0 0,0 0 0 0,-3-1 0 16,3 1 0-16,0-1 0 0,-3-2 0 0,3 3 0 15,-3-3 0-15,3 0 0 0,0 0 0 0,-3-3 0 16,3 3 0-16,0-3 0 0,0 3 0 0,0-3 0 16,0 3 0-16,-3-2 0 0,3 2 0 0,0 0 0 15,-3-3 0-15,3 0 0 0,0 0 0 0,-3 3 0 16,3-2 0-16,-3-1 0 0,3 3 0 0,0-3 0 16,0-5 0-16,-3 5 0 0,3 3 0 0,-3-2 0 15,3-1 0-15,0-5 0 0,0 8 0 0,-3 0 0 16,3-3 0-16,0 0 0 0,0 1 0 0,0 2 0 15,0-8 0-15,-3 5 0 0,3 3 0 0,0-3 0 16,0 1 0-16,0 1 0 0,0-1 0 0,0-1 0 16,0 0 0-16,3 1 0 0,-3 2 0 0,0-3 0 0,0 0 0 15,0 0 0-15,0-5 0 0,3 6 0 16,-3-1 0-16,0 3 0 0,3-3 0 0,-3 1 0 0,0-1 0 0,0 0 0 0,0-5 0 16,3 5 0-16,-3 1 0 0,0-1 0 0,3 3 0 0,-3-3 0 15,3-2 0-15,-3 2 0 0,3 0 0 0,-3-2 0 16,0-3 0-16,3 5 0 0,0 1 0 0,-3-6 0 15,0 2 0-15,0-2 0 0,3 6 0 0,-3-6 0 16,3 2 0-16,-3-2 0 0,3 6 0 0,3-4 0 16,-6-2 0-16,3 3 0 0,-3-3 0 0,3 5 0 15,-3-5 0-15,6 0 0 0,-3 3 0 16,-3-3 0-16,6 2 0 0,-3 1 0 0,-3-3 0 0,6 3 0 16,-3-1 0-16,-3-2 0 0,6 0 0 0,-6 0 0 15,6 3 0-15,-3 0 0 0,-3-3 0 0,6 2 0 16,0-2 0-16,-6 0 0 0,6 0 0 0,-1 0 9 15,1 0-9-15,0 0 0 0,0 0 0 0,-6 0-11 16,6 0 11-16,0 3 0 0,3-3 0 0,-3 0 0 16,0-3 0-16,3 3 0 0,-3 0 0 0,0-2 0 15,3 2 0-15,-3-3 0 0,3 3 0 0,-3 0 0 16,3 0 0-16,0-3 0 0,-1 3 0 0,1 0 0 16,0-2 0-16,0-1 0 0,3 3 0 0,-3-3 0 15,0 1 0-15,3-1 0 0,-3 0 0 0,0 1 0 16,0-1 0-16,3 1 0 0,-3-1 0 0,0 0 0 15,-1 1 0-15,1-1 0 0,0 0 0 0,0 3 0 16,0-2 0-16,-3-1 0 0,3 3 0 0,-3-3 0 0,0 3 0 0,0 0 0 16,0 0 0-16,0 0 0 0,0 3 0 0,-3-3 0 15,3 0 0-15,-3 3 0 16,0-3 0-16,3 0 0 0,0 2 0 0,-6-2 0 0,3 0-11 16,2 0 11-16,-5 0-13 0,6 3 5 0,0-3 8 0,0 0 9 15,0 0-1-15,-3 0-8 0,3 0 0 0,0 0 0 0,0 0-10 0,0 0 10 16,-6 0 0-1,6 0 0-15,0-3 9 0,0 3-1 0,-6 0-8 0,6 0 0 0,0 0 0 0,3 0 0 16,-3 0 0-16,-6 0 0 0,6 0 0 16,3-2 0-16,-3 2 0 0,0 0 0 0,-1-3 0 0,1 3 0 15,0 0 0-15,0 0 0 0,0 0 0 0,-6 0 0 16,6 0 0-16,0 0 0 0,0 0 0 0,0 0 0 16,-6 0 0-16,3 0 0 0,-3 0 0 0,6 0 0 15,-6 0 0-15,6 0 0 0,-6 0 0 0,0 0 0 16,0 0 0-16,0 0 0 0,0 0 0 0,0 0 0 15,0 0 0-15,0 0 0 0,0 0 0 0,3-3 0 16,-3-2-58-16,3 0-10 0,-3-3-1 0,3 0-1 16,0-5-98-16,3-1-19 0</inkml:trace>
  <inkml:trace contextRef="#ctx0" brushRef="#br0" timeOffset="34122.27">18249 6123 2086 0,'-6'-5'59'0,"0"-1"13"0,0 4-57 0,3-4-15 0,-3 4 0 0,3-4 0 16,-3 4 73-16,0-1 12 0,0 0 3 0,3-2 0 15,-3 5-32-15,1-2-5 0,2-1-2 0,-3 3 0 16,6 0-17-16,-6 0-3 0,6 0-1 0,-6 0 0 16,0 3-12-16,-3-1-4 0,3 1 0 0,0 2 0 15,0 0-12-15,0 1 0 0,0 2 0 0,0 0 0 16,0 2 0-16,0-2 0 0,3 3 0 0,0-1 0 16,0 1 0-16,3-1 0 0,0 1 0 0,3 0 0 15,0-1 0-15,0 1 0 0,0-3 0 0,3 0 0 16,0 0-8-16,0-3 8 0,3 3 0 0,-3-3 0 15,0-2 0-15,3-1 0 0,0-2 0 0,-3 0 0 16,3 0 0-16,-3-2 0 0,2-4 0 0,1 4 0 16,-3-4 0-16,0-1 12 0,0 1 0 0,0-2 0 15,0 0 24-15,0 0 4 0,-3 1 0 0,3-1 1 16,-3-3 0-16,-3 3 0 0,0 0 0 0,0 0 0 0,0 0-7 16,-3 0-2-16,0 0 0 0,0 0 0 15,0 0-11-15,0 3-2 0,-3 0-1 0,3 0 0 0,-3-1-9 0,0 1-1 0,0 2-8 0,0-2 12 16,0 5-12-16,0-3 8 15,1 3-8-15,5 0 0 0,-6 0 0 0,0 0 0 16,-3 3 0-16,3 0 0 0,-3-1 0 0,0 1 0 0,0 2 0 0,0 1 0 16,3 2 0-16,0-3 0 0,-3 3 0 0,3 0 0 15,3 2 0-15,-3 1-8 0,6-1 8 0,-3 1-10 16,3 0 1-16,3-3 0 0,0 2 0 0,0-2 0 16,3 0 9-16,0-3-13 0,3 1 5 0,-3-1 8 15,0-2-11-15,3-1 11 0,0 1-8 0,-3-3 8 16,3-3 0-16,0 1 0 0,0-4 0 0,0-2 0 15,-1 3 0-15,1-3 0 0,0 0 0 0,0-2 0 16,0 2 0-16,-3-3 9 0,3 0-9 0,-3 1 10 16,-3-1 6-16,3 3 2 0,-6-2 0 0,3 2 0 15,0 0 2-15,-3 0 1 0,-3 0 0 0,0 0 0 16,0 0-5-16,0 0-2 0,-3 0 0 0,0 3 0 16,0-3-4-16,-3 3-1 0,3-1 0 0,-3 1 0 15,3 3-9-15,0-1 0 0,-3 0 0 0,4 3 8 16,-4 0-8-16,3 3 0 0,-3 0 0 0,0-1 0 15,3 3 0-15,-3 1 0 0,3-1 0 0,-3 3 0 16,3-3 0-16,0 3 0 0,0 0 0 0,0 0 0 16,3 3-12-16,0-1 12 0,3 1-10 0,0-1 10 15,3 4-12-15,0-4 3 0,0 1 1 0,3-1 0 16,0-2 8-16,0 0-13 0,0 0 5 0,0 0 8 16,0-3-10-16,3 1 10 0,-3-4 0 0,3-2-9 0,0 0 9 0,-3 0 0 15,3-2 0-15,-1-4 0 0,1 1 0 16,0 0 0-16,0 0 0 0,0-6 0 0,-3 3 0 15,3 0 9-15,-3-2-9 0,0 2 10 0,0 0 1 0,-3 0 0 0,0-3 0 0,0 3 0 16,-3 3 2-16,0-3 1 0,-3 3 0 0,0-1 0 16,-3 1-3-16,3 0-1 0,-6 0 0 15,3-1 0-15,0 4-10 16,-3-1 8-16,3 0-8 0,-3 1 8 0,0 2-8 0,3-3 0 0,-2 3 0 0,-1 0 0 16,3 3 0-16,0-1 0 0,0 1 0 0,-3 0 0 31,3 2-33-31,0 0 1 0,0 0 0 0,0 1 0 15,-3 2-124-15,3 2-24 0,0-2-4 0</inkml:trace>
  <inkml:trace contextRef="#ctx0" brushRef="#br0" timeOffset="37532.919">18207 9576 2066 0,'0'-8'43'0,"-3"0"10"0,3 3-42 0,-3-3-11 0,3 2 0 0,-3 1 0 16,3 3 104-16,0 2 20 0,-3-6 3 0,3 6 1 15,-6 0-52-15,6 0-9 0,-5 0-3 16,-1 0 0 0,0 3-51-16,-3 2-13 0,3 0 0 0,-3 3 0 0,3 0 54 0,0 0 8 15,0 3 2-15,0-1 0 16,0 1-74-16,0 2-14 0,3-2-4 0,-3-1 0 0,3 1 28 0,3-3-8 0,0 0 8 0,3 2 0 15,0-2 0-15,0 0-10 0,3 0 10 0,0-2 0 16,0-1 0-16,0 0-8 0,0 0 8 0,3-2 0 16,-3-3 0-16,3 3-8 0,-3-3 8 0,0-3 0 15,3 0 23-15,-4 3 11 0,1-2 2 0,0-3 1 16,-3 2-29-16,3-2-8 0,-3-1 0 16,0 1 0-16,0-3 52 0,-3 3 10 0,3-1 2 0,-3 1 0 15,-3-3-52-15,3 3-12 0,-3 0 0 0,0-1 0 16,0 1 54-16,-3 0 8 0,3-1 2 0,-3 1 0 15,0 0-52-15,1 2-12 0,-1 3 0 0,-3-2 0 16,3 2 0-16,-3 2 0 0,0-2 0 0,0 3 0 16,0 2 0-16,0 0 0 0,-3 1-12 0,3 2 12 15,0-3 0-15,0 3-8 0,3 0 8 0,-3 0 0 16,4-3 0-16,-1 3 0 0,0 0-8 16,3 0 8-16,0-3-10 0,3 3 2 0,0 0 0 0,0-3 0 15,3 3 8-15,0-2-13 0,3-1 5 0,0 0 8 16,-1-2-8-16,1 0 8 0,0-1 0 0,3-2 0 15,0 3-10-15,-3-3 10 0,3 0-13 0,0-3 5 16,0 3 8-16,-3-2 0 0,0-4 0 0,0 4 0 16,0-4 0-16,0 1 0 0,-3 0 10 0,0-1-10 0,0-2 28 15,0 3-1-15,-3 0 0 0,3-3 0 0,-3 3-27 16,0-1 0-16,0 1 0 0,0-3 0 0,-3 3 56 16,3-3 7-16,-3 3 1 0,0-1 0 0,0-2-64 0,0 3-26 0,0 2 2 15,3 3 0-15,-6-5 24 0,0 2 0 0,6 3 0 0,-9 0 0 16,3 0 0-16,-3 0 0 0,3 3 0 15,-3 0 0 1,3 2-29-16,-3 0-4 0,3 1-1 0,0-1 0 0,-3 3-114 16,3-3-24-16,1 3-4 0</inkml:trace>
  <inkml:trace contextRef="#ctx0" brushRef="#br0" timeOffset="39078.315">18216 13193 1420 0,'0'0'29'0,"-6"-3"8"0,0 3-29 0,0-2-8 0,3 2 0 0,3 0 0 15,-6 0 86-15,1 0 16 0,5 0 3 0,-9 2 1 16,9-2-34-16,-6 3-6 0,0-3-2 0,0 5 0 15,6-5-4-15,-9 3 0 0,3 2-1 0,0-2 0 16,3 2-24-16,-3 0-5 0,3 1-1 0,-3 2 0 16,3-3 9-16,0 3 2 0,0 0 0 0,0 0 0 15,0 0-50-15,3 0-10 0,-3 0-1 0,3-1-1 16,3 1 22-16,0 0 0 0,0-2-9 0,0-1 9 16,3 0 0-16,0 1-8 0,0-1 8 0,0-3 0 15,3 1 0-15,-3-3-8 0,3 3 8 0,-3-3 0 16,0-3 0-16,3 3 0 0,-3-3 0 0,2 1 0 15,-2-3 8-15,0 2 1 0,3-2 1 0,-3-1 0 16,-3 1 6-16,3 2 0 0,-3-5 1 0,0 3 0 16,0 0 38-16,-3-3 7 0,0 3 2 0,-3-3 0 15,3 2-12-15,-6-2-3 0,3 1 0 0,-3 1 0 16,0 1-9-16,0-3-1 0,-3 3-1 0,0-1 0 0,4 4-16 16,-4-1-3-16,0-2-1 0,0 2 0 15,0 3-6-15,0 3-2 0,-3-3 0 0,0 5 0 0,0-2-10 0,-3-1 0 0,0 4 9 16,0 2-9-16,1-3 0 15,-1 6 8-15,0-4-8 0,3 4 0 0,3 0 0 0,0-1 0 16,0-2 0-16,3 3 0 0,3-1 0 0,0-2 0 16,0 0-12-16,3 0 4 0,0 0-3 0,3-3 0 0,0 3 0 0,3-2 0 15,0-1-1-15,3 0 0 0,0-2 0 0,3-1 0 16,-3 1 12-16,3-3-10 0,3 0 10 0,-3 0-10 16,2-3 10-16,-2 1-10 0,3-3 10 0,-3-1-10 15,-3 1 10-15,3 0 0 0,-3-1 0 0,-3 1 0 16,3-3 9-16,-3 3 4 0,0 0 1 0,-3-1 0 15,0-2 10-15,0 3 1 0,0 0 1 0,-3-3 0 16,0 0 7-16,0 3 2 0,-3-3 0 0,0 2 0 16,0 1-9-16,0-3-2 0,-3 3 0 0,3 0 0 15,-6 2-11-15,3 0-2 0,0 1-1 0,-3-1 0 16,3 6-10-16,-3-1 8 0,0 1-8 0,0 0 8 16,0 2-8-16,0 0 0 0,3 3 0 0,-3 0 0 15,4 0 0-15,-1 2 0 0,-3-2 0 0,6 3 0 16,0-3 0-16,3 0 0 0,0-3 0 0,3 3 0 15,3 0-12-15,0-3 3 0,0 1 0 0,2-1 0 16,1 0 0-16,0 1 0 0,3-4 0 0,0-2 0 16,-3 3 9-16,3-3-12 0,0 0 12 0,-3 0-12 15,3-3 12-15,-3 3 0 0,-3-2 0 0,3-1-8 16,-4 0 28-16,1 1 5 0,0-1 2 0,-3 0 0 16,-3 3-39-16,3-2-7 0,-3 2-1 0,3-6-1 0,-3 1 31 15,0 0 6-15,-3-1 2 0,0 4 0 0,0-3 1 0,0-1 0 0,-3 1 0 16,0 2 0-16,1-2-7 0,-1 0-2 0,0-1 0 0,0 1 0 15,0 2-10-15,0 1 0 0,0-1 9 0,-3 3-9 16,3-2 0-16,-3 2 0 0,3-3 0 0,-3 3 8 16,3 0-8-16,0 0-13 0,-3-3 3 0,3 3 1 31,0-2-64-31,0-1-13 0,3 0-2 0,-3-2-1 0,6-6-113 16,0-2-22-16</inkml:trace>
  <inkml:trace contextRef="#ctx0" brushRef="#br0" timeOffset="43687.078">17439 2866 1789 0,'0'0'37'0,"0"0"9"0,-3 0-37 0,-3 0-9 0,1-6 0 0,5 6 0 16,-6 0 112-16,6 0 20 0,-6 0 4 0,6 0 0 16,-6 6-57-16,0-6-12 0,6 0-3 0,-6 8 0 15,3-6-51-15,0 3-13 0,0 1 0 0,0 2 0 16,0 0 0-16,0 0 0 0,3 0 0 0,-3-3 0 15,3 3 0-15,0 0 0 0,3 0 0 0,-3 0 0 16,3 0 0-16,0-3 0 0,0 3 0 0,0 0 0 16,0-8 0-16,3 5 0 0,-3-2 0 0,3-1 0 15,0-2 54-15,0 0 8 0,-3 0 2 0,2 0 0 16,1-2-52-16,-3-1-12 0,0-2 0 0,0 5 0 16,0-8 54-16,0 8 8 0,0-8 2 0,-3 3 0 15,0-1-52-15,-3 1-12 0,0 0 0 0,-3 5 0 16,3-8 54-16,0 8 8 0,-3-8 2 0,4 8 0 15,-4-8-52-15,0 5-12 0,0 1 0 0,0 2 0 16,0 0 0-16,0 0 0 0,6 0 0 0,-6 0 0 16,0 0 0-16,0 0 0 0,6 0 0 0,-6 0 0 15,0 2 0-15,6-2 0 0,-6 5 0 0,3 1-10 16,0 2 10-16,3-8 0 0,-3 8 0 0,6-6-8 16,-3 6 8-16,3-2-12 0,0-1 12 0,0-3-12 15,0 4 12-15,0-4-8 0,0 4 8 0,-3-6-8 16,6 0 8-16,0 0 0 0,0 0-9 0,0 0 9 15,0-6 11-15,0 4 6 0,0-4 2 0,3 4 0 0,-3-3-19 16,-1-3 0-16,1 2 0 0,-3-2 0 16,3 6 0-16,-3-6 0 0,0 0 0 0,0 3 0 0,-3-1 0 0,0 4 0 15,0-6 0-15,0 2 0 0,-3 4 0 16,0-4 0-16,0 1 0 0,0 2 0 0,-3 3 0 0,0 0 0 16,1-5 0-16,-1 5 0 0,0 0 0 0,0 0 0 0,0 5 0 0,0-5 0 15,0 3 0-15,3 0 0 0,-3-1 0 0,0 4 0 16,3 2 0-16,0-6 0 0,0 6 0 0,0-2 0 15,3-1 0-15,0 3 0 0,0 0 0 0,3 0 0 16,0 0 0-16,0 0 0 0,0-3 0 0,0 3 0 16,3-8 0-16,0 8 0 0,0-8 0 0,0 2 0 15,3-2 0-15,0 0 0 0,-3 0 0 0,2-2 0 16,1-4 0-16,-3 4 0 0,3-6 0 0,-3 3 0 16,0-3 0-16,3 0 0 0,-3 0 0 0,0 0 0 15,0 0 0-15,-3 3 0 0,0-3 0 0,0 0 0 16,-3 0 0-16,0-3 0 0,0 3 0 0,-3 6 0 15,0-6 0-15,0 0 0 0,0 0 0 0,-3 2 0 16,3 1 32-16,-3 3 2 0,3-4 1 0,-3 4 0 16,0-4-5-16,3 6-1 0,0-2 0 0,3 2 0 15,-6 0-74-15,0 0-15 0,6 0-4 0,-6 2 0 16,3 4 52-16,-3 2 12 0,4-6 0 0,-1 3 0 16,0 3 0-16,0 0 0 0,-3 0 0 0,3 5 0 15,0 1 0-15,0-4 0 0,0 4 0 0,0-1 0 16,0 3 0-16,0 0 0 0,3-1 0 0,-3 1 0 15,0 3 0-15,3-3 0 0,-3 0 0 0,3 2 0 0,0-2 0 0,0-3 0 16,0 3 0-16,0 0 0 0,0-3 0 0,0 3 0 16,0-5 0-16,0 7 0 0,0-7 0 0,3-1 0 15,-3 6 0-15,0-5 0 16,3 2 0-16,-3 0 0 0,3 0 0 0,-3 3 0 0,0-5 0 0,3-1 0 0,-3 6 0 16,0-2 0-16,3 1 0 0,-3 1 0 0,0-5 0 0,0 7 0 15,0-4 0-15,0 2 0 16,3-1 0-16,-3-4 0 0,0 8 0 0,3-9 0 0,-3 3 0 15,3 1 0-15,0-4 0 0,-3 3 0 0,3 1 0 0,0-4 0 16,0 3 0-16,-3 1 0 0,3-4 0 0,-3 3 0 16,3-2 0-16,-3 0 0 0,3 2 0 0,-3-3 0 15,2 1 0-15,-2 5 0 0,3-8 0 0,-3 5 0 16,3 3 0-16,-3-3 0 16,3 6 0-16,-3-3 0 0,3 2 0 0,-3 1 0 0,3-1 0 0,-3 3 0 15,3-2 0-15,0-1 0 0,-3 1 0 0,3-3 0 16,0 2 0-16,-3-2 0 0,3 0 0 0,0 0 0 15,0-3 0-15,0 3 0 0,-3-3 0 0,3 3 0 16,0 0 10-16,-3 3 5 0,0-6 1 0,3 5 0 16,-3 3-26-16,0 3-5 0,0 3-1 0,3-3 0 15,-3 2 16-15,0 0 0 0,3 1 0 0,-3 2 0 16,3-8 48-16,-3 3 13 0,3-3 3 0,-3 0 0 16,3 3-52-16,-3-5-12 0,0-1 0 0,0 3 0 15,3 3 0-15,-3 5 0 0,0 0 0 0,0-2 0 16,0 2 0-16,0 0 0 0,0 0 0 0,0 0 0 15,0-2-14-15,0-3-6 0,3-1 0 0,-3-4-1 16,0 2 21-16,0-2 0 0,0-1 0 0,-3 6 0 16,3-8 0-16,0 8 0 0,-3-3 0 0,3 5 0 15,-3-2 0-15,3 5 0 0,0-5 0 0,0 2 0 0,0-2 0 0,0-3 0 16,0 1 0-16,0 1 0 0,0-7 0 0,0 0 0 0,0 0 0 16,3 3 0-16,-3-6 0 0,0 0 0 0,0 0 8 0,0 0-8 15,0-2 0-15,0 2 0 0,0 1 0 0,0 1 0 16,0-1 0-16,0-1 0 0,0 3 0 0,0 0 0 15,3-1 8-15,-3 1 0 0,0 3 0 0,0-6 0 16,3 3-8-16,-3-3 0 0,0 3 0 0,0 0 0 16,3-3 0-16,-3 0 0 0,0-2-12 0,0 2 12 15,3-5 0-15,-3 3 0 0,0-1 0 0,0-2 0 16,3 3 0-16,-3-1 0 16,0-2 0-16,0 3 0 0,0-3 9 0,0 0 3 0,0 0 1 0,0 2 0 15,0-2-21-15,0 0-5 0,0 0-1 0,0 3 0 16,0-1 14-16,0-2 0 0,0 3 0 0,0-1 0 15,0 4 0-15,0-1 0 0,0-2 0 0,0 4 0 16,0-1 0-16,0 4 0 0,0-2 0 0,0 0 10 16,3 2-10-16,-3-2 0 0,0 0 0 0,0 0 0 15,3 0 0-15,-3-3 0 0,0 0 0 0,3-2 0 16,-3 2 0-16,0-2 0 0,3-1 0 0,-3 1 0 16,0 0 0-16,3-1 0 0,-3-2 0 0,3 0 0 15,-3 3 0-15,0-3 0 0,3-1 0 0,-3 1 8 16,0 3-8-16,0-3 0 0,3 2 0 0,-3-2 0 15,0 6 0-15,3-4 8 0,-3 1-8 0,0 2 0 16,3 0 8-16,-3 1-8 0,0-1 0 0,3-3 8 0,-3 4-8 0,0 1 0 16,0-1 9-16,0-1-9 0,0 3 0 15,0-6 0-15,3 4 0 0,-3-4 8 0,0 1-8 16,0-1 0-16,3-2 0 0,-3 3 8 0,0-3-8 16,0 0 0-16,3 0 0 0,-3 0 0 0,0 0 0 15,0-1 0-15,3-1 0 0,-3 2 8 0,0 0-8 0,0-3 0 0,2 0 0 16,-2 1 0-16,0-6 0 0,0 7 0 15,0-1 0-15,3-1 8 0,-3-5-8 0,0 8 0 16,3 0 0-16,-3 0 0 0,0-3 0 0,3 0 0 0,-3 1 0 0,0 2 8 16,0-3-8-16,0 3 0 0,3-3 0 0,-3 3 0 15,0 0 0-15,3-3 0 0,-3 3 0 0,0 0 0 16,3-2 0-16,0-1 0 0,-3 0 0 16,3 0 0-16,-3-5 0 0,3 8 0 0,0-2 0 0,-3-1 8 15,0-5-8-15,3 5 0 0,0 1 0 0,-3-6 0 16,3 2 0-16,-3-2 0 0,3 5 0 0,0-2 0 15,-3-3 0-15,3 5 0 0,-3-5 0 0,6 3 0 16,-3 0 0-16,0-1 0 0,3-2 0 0,-3 3 0 16,-3-3 0-16,6 3 0 0,-3-1 0 0,3-2 0 15,-3 0 0-15,3 3 0 0,-3-3 0 0,0 3 0 16,3-3 0-16,-3 0 0 0,0 2 0 0,3-2 0 16,-3 0 0-16,3 3 0 0,-4-3 0 0,4 2 0 15,0-2 0-15,0 0 0 0,0 0 0 0,0 3 0 16,0-3 0-16,0 0 0 0,3 0 0 0,-3 3 0 15,0-3 0-15,0 0 0 0,3 0 0 0,-3 2 0 16,3-2 0-16,-3 0 0 0,3 0 0 0,0 0 0 16,0 0-8-16,-1 0-4 0,4 0 0 0,0 0 0 15,0 0 12-15,0 0 0 0,3 0 0 0,-3 0 0 16,3 0 8-16,-3-2 3 0,3 2 1 0,-1-3 0 0,1 3-12 16,-3 0 0-16,3-3 0 0,0 3 0 0,0 0 0 0,-3 0 0 0,0 0 0 15,3 0 0-15,-4 0 0 0,1 0 0 0,-3 0 0 0,3 0 0 16,-3 0 0-16,3 3 0 0,-3-3 0 15,0 0 0-15,0 3 0 0,0-3 0 0,-3 2 0 0,0-2 0 16,3 3 0-16,-3-3 0 0,2 3 0 0,-2-1 0 16,3 1 0-16,-3-3 0 0,3 3 0 0,-3-1 0 15,3 1 0-15,0 0-16 0,-3-3 3 16,3 2 0-16,0 1 13 0,-3 0 0 0,3-3 0 16,0 2 0-16,0 1 0 0,0-1 0 0,-1-2 0 0,1 3 0 15,-3 0 8-15,3-1 4 0,0-2 0 0,-3 3 1 16,6-3-13-16,-3 3 0 0,0-3 0 0,0 2 0 15,-3-2 0-15,3 3 0 0,0-3 0 0,0 3 0 16,-3-3 0-16,2 0 0 0,1 2 0 0,-3-2 0 16,0 0 0-16,3 3 8 0,-3-3-8 0,3 3 0 15,-3-3 0-15,0 0 0 0,0 2 0 0,0-2 0 16,0 3 0-16,0-3 0 0,0 3 0 0,0-3 0 16,0 0 0-16,0 2 0 0,-3-2 0 0,3 3 0 15,-3-3 0-15,3 2 0 0,-4-2 0 0,4 0 0 16,0 3 0-16,-3-3 0 0,3 3 0 0,-3-3 0 15,3 0 0-15,-3 2 0 0,3-2 0 0,0 0 0 16,-3 0 0-16,3 0 0 0,0 0 0 0,-3 0 0 16,3 0 0-16,0 0 0 0,0 0 0 0,-3 0 0 0,3 0 0 15,-6 0 0-15,6-2 0 0,0 2 0 16,-3 0 0-16,-3 0 0 0,6 0 0 0,0 0 0 16,-6 0 0-16,6 0 0 0,-1 0 0 0,-5 0 0 15,6 0 0-15,-3 2 8 0,-3-2-8 0,6 0 0 0,-6 0 0 16,6 0 0-16,-3 3 0 0,-3-3 0 0,6 0 0 0,-6 0 0 0,6 3 0 0,-6-3 0 15,3 0 0-15,-3 0 0 16,6 0 0-16,-6 0 0 0,6 0 0 0,-6 0 0 0,3 0 0 0,-3 0 0 16,6 0-9-16,-6 0-5 0,3-6-1 0,3 4 0 31,-3-4-116-31,3 1-23 0,0-3-5 0</inkml:trace>
  <inkml:trace contextRef="#ctx0" brushRef="#br0" timeOffset="46129.523">17526 6530 2064 0,'0'0'59'0,"0"0"12"0,0 0-57 0,0 0-14 0,0 0 0 0,0 0 0 16,0 0 98-16,0 0 17 0,0 0 3 0,0 0 1 15,0 0-44-15,0 0-9 0,0 0-2 0,0 0 0 16,0 0-51-16,3 8-13 0,-3-2 0 15,0-1 0-15,3 3 0 0,-3 2 0 0,0-2 0 16,3 3 0 0,-3 2 35-16,3 0 4 0,-3 3 1 0,3 0 0 0,-3 0-32 0,3 2-8 0,-3-2 0 0,3 3 0 15,0-1 0-15,-3-2 9 0,2 0-9 0,1 3 0 16,-3-6 0-16,3 3 0 0,-3-3 0 0,0 0 0 16,3 0 8-16,-3 1-8 0,0-1 0 0,0 3 0 15,0-6 0-15,0 4 0 0,0-1 8 0,0 3-8 16,-3-3 0-16,3 3 0 0,0 0 0 0,0 2 0 15,0 1 0-15,0-3 0 0,0 2 0 0,0 3 0 16,0-2 0-16,0-3 0 0,3 2 0 0,-3-2 0 16,0 0 17-16,3 0 0 0,-3 0 0 0,3-3 0 15,-3 0-17-15,3 0 0 0,0-2 0 0,-3 2 0 16,3-2 0-16,0-1 0 0,0 1 0 0,0 2 0 16,-3-2 19-16,3-1 0 0,0 1 0 0,0 0 0 15,-3 2-6-15,3 0-1 0,0 0 0 0,0 1 0 16,-3 1 3-16,3 1 0 0,0 0 0 0,-3 0 0 15,0 0-3-15,3 2-1 0,0-2 0 0,-3 3 0 16,3-6-1-16,-3 3 0 0,3 0 0 0,-3-3 0 16,3 0-10-16,0-2 0 0,-3 2 0 0,3-2 0 15,-3-1 0-15,0 1 0 0,3-1 0 0,-3 1 0 16,0 2 44-16,0-5 16 0,3 3 3 0,-3-1 1 16,0 1-64-16,0 2-21 0,0-2 0 0,0-1 0 0,0 4 21 15,0 1 0-15,3-1 12 0,-3 2-4 0,0-1-8 0,0 1 10 0,3 3-10 16,-3-3 10-16,0 2-10 0,0-2 8 0,3 0-8 15,-3 0 8-15,0 0-8 0,3-3 0 0,-3 3 9 16,0-3-9-16,0 0 0 0,0 0 8 0,0 1-8 0,0-4 0 16,-3 4 0-16,3-4 0 0,0 3 0 0,0 1 8 15,-3-1-8-15,3 0 0 0,0 3 0 16,-3 0 0-16,0 5 0 16,3 0 0-16,-3 0 0 0,0 3 8 0,3 3-8 0,-3-4 9 0,3 4-9 15,-3-1 10-15,3-2-2 0,-3-3-8 0,3 3 12 0,-3-3-4 16,0-2-18-16,3 2-4 0,-3-3-1 0,3 6 0 15,-3 0 15-15,0 5 0 0,0 3 0 0,0 2 0 16,0-2 16-16,0 3 5 0,0-4 2 0,0 1 0 16,0-3-23-16,0-2 8 0,0-4-8 0,0 1 0 15,0 3 0-15,0-4 9 0,0 4-9 0,0 2 0 16,0 3 8-16,0 0-8 0,0 2 0 0,0 0 0 16,1-2 0-16,-1-3 0 0,3-2 0 0,-3-4 0 15,0-1 0-15,0-4 0 0,3 1 0 0,-3-1 0 16,0-5 8-16,0 6-8 0,3-3 0 0,-3 0 0 15,0 0 0-15,3 2 0 0,-3 1 0 0,0-1 0 16,0 1 0-16,3-1 0 0,-3 1 0 0,3-1 0 16,-3-2 0-16,0 0 0 0,3 0 0 0,-3-3 0 15,3 0 8-15,-3-2-8 0,3-1 0 0,-3 1 0 16,3-3 28-16,-3 0 3 0,3 0 0 0,0 2 0 0,-3-4-31 16,3 2 0-16,0-3 0 0,-3 3 0 0,3-3 0 0,0 1 0 15,0-1 0-15,0 0 0 16,0-5-19-16,0 8-9 0,0-8-3 0,-3 5 0 0,3-5 31 0,0 8 0 15,0-8 0-15,0 8 0 0,0 0 0 0,0-8 0 16,0 5 0-16,0 3 0 0,0-2 0 0,0-6 0 16,0 8 0-16,0-3 0 0,0 3 0 15,0-3 0-15,0 3 0 0,0-3 0 0,0 3 0 0,0-2 0 0,0-1 0 16,0 3 0-16,0 0 0 16,0-3 0-16,0 0 0 0,0 3 0 0,0 0 0 0,0-2 0 0,0 1 0 0,0-1 0 15,0 2 0-15,0 0 0 0,0-3 0 0,0 3 0 16,0 0 0-16,0 0 0 0,0-3 0 0,0 3 0 15,0 0 0-15,0-3 0 0,0 3 0 0,0 0 0 16,0 0 0-16,0-3 0 0,0 3 0 0,0-2 0 16,0 1 0-16,0-1 0 0,0 2 0 0,0-3 0 15,0 0 19-15,0 1 9 0,0-1 3 0,0 0 0 16,0 0-31-16,0-5 0 0,0 6 0 0,0-1 0 16,0-5 0-16,0 5 0 0,0 1 0 0,0-6 0 15,0 5 0-15,0-5 0 0,0 5 0 0,0-5 0 16,0 8 0-16,0-8 0 0,3 5 0 0,-3 1 0 15,0-6 0-15,0 5 0 0,0 3 0 0,0-8 0 16,0 5 0-16,0-5 0 0,0 6 0 0,0-6 0 16,0 5 0-16,0-5 0 0,0 8 0 0,0-3 0 15,0-5-17-15,0 5-10 0,0-5-1 0,0 8-1 16,0-8 46-16,0 8 10 0,0-8 1 0,0 6 1 16,0-1-46-16,0-5-10 0,0 8-1 0,0-8-1 0,3 8 29 15,-3-8 0-15,0 5 0 0,0-5 0 0,3 8 0 0,0-3-9 16,-3-5 9-16,6 5 0 0,-3 1 0 0,3-4 0 15,-3 1 0-15,3 2 0 0,0-5 0 0,0 3 0 0,3-3 0 16,-3 3-8-16,2-3 8 0,1 2 0 0,0-2 0 0,3 0 0 16,-3 0 0-16,3-2 0 0,0 2 0 0,0-3 0 15,-3 3 0 1,3-3 0-16,0 3 0 0,0 0 0 0,-4-2 0 0,4 2 0 0,0-3 0 0,-3 3 0 16,3-3 0-16,-3 1 0 15,0-1 0-15,3 3 0 0,-3-5 21 0,0 2 10 0,3 1 1 0,-3-1 1 16,2 0-33-16,1 1 0 0,3-1 0 0,0 0 0 15,-3 1 0-15,3-1 0 0,3 0 0 0,-3 3 0 16,0-2-19-16,-1 2-10 16,4 0-3-16,-3-3 0 0,0 3 32 0,0 0 0 0,0 0 0 0,0 0 0 15,-3 0 0-15,3 0 0 0,-4 3 0 0,1-3 0 16,0 0 0-16,-3 0 0 0,0 2 0 0,0-2 0 16,0 3 0-16,0-3 0 0,-3 0 0 0,3 3 0 15,-3-3 22-15,0 2 7 0,0-2 2 0,0 0 0 16,0 0-31-16,-1 0 0 0,4 0 0 0,-3 0 0 15,0 0 0-15,3 0 0 0,-3 0 0 0,0 0 0 16,3 0 0-16,0-2 0 0,-3 2 0 0,6-3 0 16,-3 3 0-16,0 0 0 0,0 0 0 0,3 0 0 15,-3-3-19-15,2 3-9 0,-2-2-3 16,3 2 0-16,-3 0 31 0,3 0 0 0,0 0 0 0,-3 0 0 16,3 0 0-16,-3 0 0 0,0 0 0 0,0 2 0 15,0-2 0-15,-1 3 0 0,1-3 0 0,0 0 0 16,0 3 19-16,-3-1 9 0,3-2 3 0,-3 3 0 0,0 0-31 15,0-1 0-15,0-2 0 0,0 3 0 0,0 0 0 16,0-1 0-16,0-2 0 0,-3 3 0 0,0-1 0 0,3 1 0 0,0-3 0 0,-3 3 0 16,0-3 0-1,3 2 0-15,-3-2 0 0,2 3 0 0,-2-3 0 0,3 3 0 16,-3-1 0-16,3-2 0 0,-3 0 0 0,-3 0 0 16,6 3 0-16,0-3 0 0,0 0 0 0,-3 0 0 0,3 0 0 0,0 0 0 15,0 0 0-15,-3 0 0 0,3 0 0 0,0 3 0 16,-3-3 0-16,3 2 0 0,0-2 0 0,-3 0 0 15,3 0 0-15,0 0 0 0,0 0 0 0,0 0 0 16,0 0 0-16,-4 0 0 0,4 0 0 0,0 3 0 16,0-3-17-16,0 0-10 0,3 0-1 0,-3 3-1 15,0-3 29-15,0 2 0 0,-3-2 0 16,3 0 0-16,0 0 0 0,0 0 0 0,0 0 0 16,0 0 0-16,3 0 0 0,-3 0 0 0,0 0 0 0,-6 0 0 15,3 0 22-15,-3 0 4 0,6 0 1 0,0 0 0 16,-3 0-73-1,2 0-14-15,1 0-4 0,-3-2 0 0,3-1-51 0,0 0-10 0,0-2-3 0</inkml:trace>
  <inkml:trace contextRef="#ctx0" brushRef="#br0" timeOffset="51686.984">17445 10129 1990 0,'0'0'41'0,"0"0"11"0,0 0-42 0,0 0-10 0,0 0 0 0,0 0 0 16,0 0 69-16,0 0 12 0,0 0 3 0,0 0 0 15,0 5-16-15,-3 0-4 0,0 1 0 0,3-1 0 16,-3 3 0-16,3-3 0 0,0 1 0 0,0 2 0 15,0-1 0-15,0 1 0 0,0 3 0 0,0 2 0 16,0 0-51-16,0 3-13 0,0 3 0 0,0-1 0 16,0 4 0-16,0 1 0 0,0 1 0 0,0 3 0 15,0-4 0-15,0 1 0 0,0 0 0 0,0 0 0 16,-3 0 0-16,3-3 0 0,-3 0 0 0,3 5 0 16,-3 1 0-16,1 2 0 0,2 3 0 0,-3 2 0 15,3 1 54-15,-3-1 8 0,3 3 2 0,0 0 0 0,-3-5-52 16,3-3-12-16,0 0 0 0,0 0 0 0,0 3 0 15,0 0 0-15,0 5 0 0,0 0 0 0,0-3 0 16,0 3 0-16,0 3 0 0,3-3 0 0,-3-3 0 16,0-2 0-16,0-5 0 0,3 4 0 0,-3 1 0 0,0 0 0 0,0 5 0 15,0 0 0-15,0 0 0 0,3 0 0 0,-3 0 0 16,0-3 0-16,2 1 16 0,-2-9 0 0,0 1 0 0,0 2 0 16,0 0-16-16,0-3 9 0,0 6-9 0,0 3 8 15,0-4-8-15,-2 4 0 0,2 2 0 0,-3 0 0 16,3-5 0-16,0-3 8 0,-3-3-8 0,3-2 0 15,-3 2 9-15,3-2-9 0,-3 3 10 0,0-4-10 16,3 7 12-16,-3 1-4 0,3 1-8 0,0 2 12 16,-3-4-4-16,3-1-8 0,-3 0 11 0,3 0-11 15,-3-5 9-15,3-3-9 0,-3 0 0 0,3 0 9 16,-3 0-9-16,3 1 0 0,-3 1 0 0,3-1 8 16,-3 1-8-16,3 4 0 0,0 2 0 0,-3-3 0 15,3 3 12-15,0-5-4 0,0 3 0 0,0-1 0 16,0-5-8-16,0 1 0 0,0-4 0 0,0 1-11 15,0-4 11-15,0-1 0 0,0 2 0 0,0-1 0 16,0-1 0-16,0 2 8 0,0-1-8 0,0 1 0 16,0 3 0-16,0-1 0 0,0 1 0 0,0 2 8 15,0 0-8-15,0-2 0 0,0 2 0 0,0 0 8 16,0-2-8-16,0-1 0 0,0 1 8 0,0-4-8 16,0 1 0-16,0-2 9 0,0-4-9 0,0 3 0 0,0-2 8 15,0 0-8-15,0-1 0 0,0 1 0 16,0-1 0-16,-3-2 0 0,3 0 0 0,0 3 0 15,0-3 0-15,0 2 0 0,0-2 8 0,3 0-8 16,-3 0 0-16,0 0 0 0,0 0 0 0,0 3 0 0,0-3 0 0,0-1 0 0,0 1 0 0,3 3 0 16,-3-3 0-16,0 0 0 0,3 0 0 0,-3 0 0 15,0 0 0 1,3 0 0-16,-3 0 0 0,3-1 0 0,-3-1 0 16,3 2 0-16,-3 0 0 0,3-3 0 0,0 3 0 15,-3-3 0-15,3 0 0 0,0 1 0 0,0-1 0 0,0 0 0 0,0 1 0 0,0-4 0 16,-3-2 0-16,5 6 0 0,-2-1 0 0,3-2 0 15,-3-1 0-15,-3-2 0 0,9 3 0 0,-6-1 0 16,6 1 0-16,-3 0 0 0,0-1 0 0,3 1 0 16,-3-3 0-16,3 0 0 0,-3 3 0 0,3-3 0 15,0 0 0-15,0 2 0 0,0 1 0 0,0-3 0 16,-1 3 0-16,4-3 0 0,-3 2 0 16,0 1 0-16,0-3 0 0,0 3 0 0,3-3 0 0,-3 2 0 15,0 1 0-15,0-3 0 0,0 3 0 0,0-1 0 16,0 1 0-16,0-3 0 0,-1 0 0 0,1 2 0 15,-3 1-9-15,3 0 9 0,0-3-8 0,0 5 8 16,-3-2 0-16,3-3 0 0,-3 2 0 0,3 1-8 16,-3 0 8-16,3-1 0 0,-3 1 0 0,3-3 0 15,0 3 0-15,0-1-8 0,-1 1 8 0,-2-3 0 16,3 2 0-16,3 1 0 0,-3 0 0 0,0-3-8 16,0 2 8-16,0 1 0 0,0 0 0 0,-3-1 0 15,3 1 0-15,3-3 11 0,-3 3-1 0,0-3 0 16,2 2-10-16,-2 1-14 0,3-3 3 0,-3 3 1 15,-3-1 10-15,3-2 0 0,3 3 0 0,-3-3 0 0,0 3 0 16,0-3 0-16,0 2 0 0,0-2 0 0,0 3 0 16,-1-3 0-16,1 0 0 0,0 2 0 0,0 1 0 0,0-3 0 0,-3 3 0 15,0-3 0-15,3 2 0 0,-3-2 0 0,0 3 0 16,0-3 0-16,0 3 0 0,0-3 0 0,3 0 0 0,-3 2 0 16,0-2 0-16,0 0 0 0,0 0 0 0,0 3 0 15,-1-3 0-15,1 0 0 0,0 0 0 0,0 0 0 16,0 0 0-16,3 0 0 0,0 0 0 0,-3 0 0 15,3 0 0-15,0 0 0 0,3 0 0 0,-3 0 0 16,0 0 0-16,3 0 0 0,-3 0 0 0,2 0 0 16,-2 0 0-16,3 0 0 0,0 0 0 0,-3 0 0 15,3 3 0-15,0-3 0 0,-3 0 0 0,3 2-8 16,-3-2 8-16,0 0 0 0,0 0 0 0,0 0 0 16,-4 0 0-16,4 0 0 0,0 0 0 0,0 0 0 15,-3 0 0-15,3 0 0 0,-3 0 0 0,0 0 0 16,3 0 0-16,-3 0 0 0,0 0 0 0,0 0 0 15,0-2 0-15,0 2 0 0,3-3 0 0,-3 3 0 16,0 0 0-16,0-3 0 0,-1 3 0 0,1 0 0 16,0 0 0-16,0 0 0 0,0 0 0 0,0 0 0 15,0-2 0-15,0 2 0 0,0 0 0 0,0 0 0 16,0 0 0-16,0 0 0 0,0 0 0 0,0 0 0 16,-6 0 0-16,6 0 0 0,0 0 0 0,0 0 0 15,-6 0 0-15,6 0 0 0,0 0 0 0,-6 0 0 0,9 0 0 16,-9 0 0-16,6 0 0 0,-6 0 0 0,5 0 0 0,-5 0 0 15,0 0 0-15,6 0 0 0,-6 0 0 0,0 0-15 0,6 0 4 16,-6 0 1 0,0 0-24-16,0 0-5 0,0 0-1 0,0 0 0 15,3-6-76-15,3 1-16 0,-6-3-4 0</inkml:trace>
  <inkml:trace contextRef="#ctx0" brushRef="#br0" timeOffset="52979.73">17526 10158 1579 0,'0'-13'32'0,"0"13"10"0,0-6-34 0,0 1-8 0,-3 0 0 0,3 0 0 15,0 5 139-15,-3-6 25 0,3 6 6 0,-6-5 1 16,0 2-69-16,3 1-14 0,-3-1-2 0,-3 0-1 15,3 1-17-15,0 2-3 0,-3 0-1 0,0 2 0 16,0 1-51-16,0 0-13 0,0 2 0 0,-2 0 0 16,2 1 20-16,0 2 2 0,0-3 0 0,0 3 0 15,3 2-35-15,0-2-7 0,-3 3-2 0,3-3 0 16,0 2 22-16,0 1 0 0,3 0 0 0,0-1 0 16,3 1 0-16,-3-1 0 0,3 1 0 0,3-1 0 15,0-2 0-15,0 0 0 0,0 0 0 0,3 0 0 16,-3-5 0-16,3 0 0 0,3-1 0 0,-3 1 0 15,6-6 0-15,-3 1 0 0,6-1 0 0,-4-2 0 0,1-3 0 16,3 0 0-16,-3 0 0 0,3-3 0 0,0 1 0 0,-3-1 0 16,3 3 0-16,-3-3 0 0,0 4 47 0,-4-1 13 15,1 0 4-15,-3 0 0 0,-3 2-20 0,0-1-4 16,0 1-1-16,0 1 0 0,-6-3-11 0,3 3-3 0,-6-3 0 16,3 5 0-16,-3-2-25 0,0 0 0 15,0-1 0-15,-2 1 0 0,-1 0 40 0,3 2 2 0,-6 0 1 0,3 1 0 16,0 2-31-16,0-3-12 0,0 3 8 0,-3 0-8 15,3 3 12-15,0-1-4 0,-3 1 0 0,3 0 0 16,1 2 1-16,-1 3 0 0,3-3 0 0,0 3 0 16,0 0-9-16,0 0 0 15,3 0 0-15,-3 0 0 0,6 2-22 0,-3 1-6 0,3 0-2 16,0-1 0-16,3-2-3 0,0 3-1 16,0-3 0-16,3 0 0 0,0 0 34 0,0-3 0 0,3 0 0 0,0 0 0 15,-1-2 0-15,1-3 0 0,3 0 0 0,0 0 0 16,0-3 0-16,0-2 0 0,3 0 0 0,-3-3 0 15,3 3 0-15,-3-3 0 0,-1 2 0 0,1-2 0 16,-3 0 0-16,0 3 0 0,0-3 0 0,-3 0 0 16,-3 0 44-16,3 3 16 0,-3-3 4 0,-3 0 0 15,0 3-52-15,0-3-12 0,-3 0 0 0,-3 3 0 16,3-3 0-16,-3 0 0 0,-3 3 0 0,3-3 0 16,-3 2 0-16,-3 1 0 0,4 0 0 0,-4-1 0 15,3 1 0-15,-3 3 0 0,0-1 0 0,0 3 0 16,0 0 54-16,3 0 8 0,-3 3 2 0,0 2 0 15,3-3-78-15,-2 4-15 0,2-1-3 0,0 3-1 0,3 0 25 0,0 0 8 16,3 0 0-16,-3 2 0 0,6-2-12 16,-3 3 12-16,3-3-12 0,0 0 12 0,3 2-25 15,0-2 1-15,3 0 1 0,0-2 0 16,0-1 23-16,6 3 0 0,-4-3 8 0,4-2-8 16,3-1 0-16,-3 1 0 0,6-3 8 0,-3 3-8 0,0-6 0 0,3 3 0 0,-3-3 0 15,2 1 0-15,-5-1 0 0,3-2 0 0,-3 2-12 0,-3-2 12 16,0 2 0-16,0-2 0 0,-6 0 0 0,0-1 0 15,0 1 0-15,-3 0 13 0,-3 2 0 0,-3-2 0 16,-3 0-5-16,0-1 0 0,-3 1-8 0,0 0 12 16,-3-1-12-16,-3 4 8 0,1-1-8 0,-1-2 0 15,0 5 0-15,0-3 0 0,0 3 0 0,3 0 0 16,0 0 0-16,1 3 0 0,-1-3-13 16,3 5 4-16,0-2-23 15,0-1-5-15,0 4-1 0,0-1 0 0,0 3-107 0,0 0-22 0,3 2-4 0</inkml:trace>
  <inkml:trace contextRef="#ctx0" brushRef="#br0" timeOffset="54314.118">17368 13574 2100 0,'-6'8'44'0,"3"0"10"15,-3 2-43-15,3-2-11 0,0 3 0 0,-3-3 0 16,3 2 46-16,0-2 7 0,3 3 2 0,-3-3 0 0,3 0-33 0,0 2-6 0,0-2-2 0,3 0 0 16,0-2-14-16,0 2 0 0,3-3 0 0,-3 0 0 15,3 0 0-15,0-2 0 0,3 0 0 16,-3-3 0-16,3 0-8 0,-3 0-5 0,3 0-1 0,3 0 0 16,-3-3 14-16,2-2 0 0,-2 0 0 0,3 2 0 15,-3-5 19-15,3 3 6 0,-3-3 2 0,3 0 0 16,-3 0 13-1,-3 0 4-15,3 0 0 0,-3-3 0 0,-3 1 12 0,0-1 4 0,0 1 0 16,-3 2 0-16,0-3-4 0,0 0-1 0,-3 1 0 0,0 2 0 16,0-3-11-16,-3 3-3 0,0 1 0 15,-3-1 0-15,3 0-9 0,0 2-3 0,-3 1 0 0,3 0 0 16,-3 5-29-16,0-3 0 16,0 0 0-16,0 6 0 0,0 0 0 0,1-1 0 0,-1 1 0 0,-3 2 0 15,3 1 24-15,3 2-2 0,-3 0 0 0,3 2 0 16,-3 1-22-16,3 2 0 0,0-3 0 0,3 6 0 15,0-2 0-15,0-1-12 0,0 3 4 0,3-3 0 16,0 0-4-16,3 0-1 0,0-2 0 0,0 0 0 16,0 2-13-16,3-5-2 0,0 0-1 0,0 0 0 15,0 0-5-15,3-3-1 0,0-3 0 0,0 4 0 16,3-4 35-16,-1-2 0 0,1 0 0 0,3 0 0 16,-3-2-15-16,3-1 4 0,-3-2 1 0,0 2 0 15,3-2 10-15,-3-3 0 0,0 0 0 0,-1 0 0 16,-2-2 14-16,0 2 2 0,-3 0 0 0,0-3 0 15,-3 0 12-15,-3 4 4 0,0-4 0 0,0 0 0 16,-3 3 3-16,-3-2 1 0,0 2 0 0,-3 0 0 0,0-3-10 16,1 3-2-16,-4 3 0 0,0 0 0 0,-3-3 4 15,3 3 1-15,0 2 0 0,-3 0 0 16,3 1-29-16,-3-1 0 0,3 3 0 0,1 3 0 0,-1-1 0 16,3 4 0-16,-3-1 0 0,3 0 0 0,0 3 0 15,3 0 8-15,-3 3-8 0,3-1 0 0,0 1 0 0,0-1 0 0,0 4 0 0,3 2 0 16,0-3 0-16,0 0 0 0,3-2-12 15,0 2 12-15,3-3-18 0,-3 1 3 0,3 0 1 0,3-4 0 16,0 1-2-16,0 0-1 0,0 0 0 0,3-2 0 31,0-1-9-31,0-2-2 0,0-1 0 0,0-2 0 0,3 0 28 0,0 0 0 0,-1-2 0 0,-2-1 0 16,3-2 0-16,-3 2 0 0,3-2 0 16,-3-1 0-16,0 1 0 0,0 0 11 0,0-3-1 0,-3 0 0 15,0 3 8-15,-3-3 2 0,0 0 0 0,-3 2 0 16,0-1 4-16,-3-1 2 0,0-3 0 0,-3 3 0 15,3 0-5-15,-6 0-1 0,3 0 0 0,-3 3 0 16,0 0-7-16,0-1-1 0,0 4-1 0,0-1 0 16,0 3-3-16,-3 0-8 0,4 0 12 0,-1 3-4 15,0 2-8-15,3-2 0 0,-3 2 0 0,3 3 8 16,0-3-8-16,3 0 0 0,-3 3 0 0,6 0 0 16,-3 0 0-16,3-2 0 0,0 2 0 0,0-1 0 15,3-1 0-15,0-1-11 0,0 0 11 0,3 1-12 16,0-1 12-16,3-2-8 0,-3-1 8 0,3-2-8 15,0 3-11-15,-1-3-1 0,1 0-1 0,0 0 0 16,0-3 32-16,-3 3 6 0,0-5 2 0,0 2 0 0,0-2-19 16,0 0 0-16,0-1-8 0,0-2 8 15,-3-2-33-15,0-1-1 0,0-2 0 0,-3-3 0 16,3-2-129-16,-3-4-25 0,0-1-6 0</inkml:trace>
  <inkml:trace contextRef="#ctx0" brushRef="#br0" timeOffset="55646.842">17666 6599 2221 0,'-3'-10'63'0,"0"2"13"0,0-3-60 0,0 3-16 0,0 0 0 0,-3 3 0 15,0-3 80-15,3 3 14 0,-3-1 2 0,0 4 1 16,-3-4-29-16,3 4-7 0,0-1-1 0,-3 0 0 16,3 1-22-16,-3 2-5 0,0 0-1 0,-3 2 0 15,1 1-12-15,-1 0-4 0,0 2 0 0,0 3 0 16,-3 0-16-16,3 0 0 0,0 2 0 0,0 4 0 15,0 2 8-15,0-1-8 0,3 4 12 0,-2-1-12 16,2 1 0-16,3-1 0 0,3 1 0 0,-3-3-12 16,6 0 12-16,0 0 0 0,0-6 0 0,3 3 0 15,0-2 0-15,3 0 0 0,0-6 0 0,3 3 0 16,-3-5 0-16,2-1 0 0,4 1 0 0,-3-3 0 0,3-3 0 16,3 1 0-16,-3-1 0 0,3 0 0 0,0-5 0 0,0 3-9 0,-1-6 9 15,-2 3-8-15,3-2 8 0,-6-3 14 16,3 2-3-16,-3-2-1 0,0 0 7 0,-3-1 2 15,0 1 0-15,0 0 0 0,-3 0 5 0,-3-1 0 16,3 1 1-16,-6 0 0 0,0 2 1 0,0-2 0 16,-3 5 0-16,0-2 0 0,-3 2-6 0,0 0-2 0,0 2 0 0,-3 1 0 15,0 3-9-15,-3-1-1 0,4 0-8 0,-4 3 12 16,0 0-12-16,3 3 9 16,-3 0-9-16,3 2 8 0,0 0-8 0,3 0 0 0,-3 1 0 0,6 2 0 15,0 2 0-15,1-2 0 0,2 3 0 0,0-1 0 16,3 1-10-16,3 0 10 0,-3-4-13 0,5 4 5 15,1-3-2-15,0 0 0 0,3 0 0 0,0-3 0 16,3 0-10-16,0-2-1 0,3-3-1 0,0 0 0 16,0 0 22-16,0-3 15 0,-1 1-3 0,1-4 0 15,0 1-12-15,-3 0 0 0,3 0 0 0,-6-1 0 16,3-2 0-16,-3 3 0 0,-3-3 0 0,0 3 0 16,0-3 9-16,-3 3-1 0,0-3 0 0,-3 2 0 15,0-2 8-15,0 3 0 0,-3-3 1 0,0 3 0 16,-3-3 0-16,0 5 0 0,0-2 0 0,-3 0 0 15,0 2-5-15,0-2-2 0,-3 2 0 0,0 1 0 16,0 2-10-16,-3 0 8 0,3 0-8 0,-2 2 8 16,2 1-8-16,-3 2 0 0,3-2 0 0,0 5 0 15,0 0 0-15,3 2 0 0,0-2 0 0,0 5 0 16,3-2 0-16,0 2 0 0,3 0 0 0,3 3 0 16,-3-2-9-16,6-4 9 0,-3 3-12 0,6 1 12 15,-3-4-15-15,3 1 4 0,3-1 1 0,0-2 0 0,0-2 2 0,3-1 0 16,0 0 0-16,0-2 0 0,0-1 8 0,0-2 0 15,3-2-9-15,-4-1 9 0,1 3 0 0,0-5 0 0,0 2 0 0,-3-2 0 16,0 0 0-16,0-3 0 0,0 2 0 0,-3-2 0 16,-3 3 0-16,3-3 0 0,-3 0 10 0,-3 0-10 15,3 0 16-15,-3 0-3 0,-3 1-1 0,3-1 0 16,-3 0 0-16,0 0 0 0,0 0 0 0,-3 0 0 16,3 0-12-16,-3 3 11 0,-3-1-11 0,0 1 10 15,3 0-10-15,-3 2 0 0,0 0 0 0,3 3 8 16,-3-2-8-16,3 2-12 0,-3 0 2 15,4 0 1 1,-1 2-98-16,3-2-19 0,3 0-4 0,0 0-1 0,0 0-100 0,0 0-20 0</inkml:trace>
  <inkml:trace contextRef="#ctx0" brushRef="#br0" timeOffset="56731.604">17469 2792 1892 0,'-3'-6'80'16,"0"1"-64"0,3-3 126-16,-3 5 26 0,0-2 4 0,0 2 2 0,0-5-88 0,0 1-18 15,0 4-3-15,0 0-1 16,-3-2-3-16,0 2-1 0,1-2 0 0,-1 2 0 0,-3 3-44 0,3 0-16 0,0 0 9 0,-3 0-9 15,0 0 32-15,3 3 2 0,0 2 0 0,-3-2 0 16,3 2-26-16,-3 1-8 16,3 1 0-16,0 4 0 0,0-3 0 0,0 3 0 0,0-1 0 0,3 3 0 15,0-5 0-15,0 6 0 0,3-6 0 0,0-1-9 16,0 1-1 0,3 6 0-16,0-6 0 0,3-1 0 0,-3-1-5 0,3 4-1 15,0-2 0-15,0-2 0 0,3 2 4 0,-3-6 0 16,3 3 0-16,-3 1 0 0,3-6 12 0,0 2 0 0,-3-2 0 15,3-2-9-15,0 2 9 0,0-6 12 0,2 4-2 0,-2-1-1 16,0 1-9-16,0-6 0 0,0 2 0 0,-3 4 0 16,3-4 0-16,-3 4 0 0,-3-9 0 0,3 8 0 15,-3-2 0-15,-3 3 0 0,0-6 0 0,0 2 0 16,0 4 53-16,-3-6 9 0,0 5 2 0,-3 0 0 16,0-2-52-16,0 3-12 0,0-4 0 0,-3 4 0 15,0-4 38-15,3 1 5 0,-3 2 1 0,0 1 0 16,4-1-31-16,-4 3-5 0,0 0-8 0,0 0 11 15,0 0-11-15,3 3 0 0,-3-1 0 0,3 1 0 16,0 2 0-16,0 1 0 0,0 2 0 0,0-6 0 16,0 6 0-16,3 3 0 0,0-3 0 0,0 0 0 15,3-1-14-15,0-1 5 0,0 4 1 0,0-2 0 16,3 6-5-16,0-9-1 0,0 3 0 0,3 0 0 16,0 0 2-16,0-6 1 0,0 4 0 0,3-4 0 0,-3-2-2 0,3 0-1 15,3-2 0-15,-3-1 0 0,3 0 14 0,-3 1 0 16,2-6 0-16,1 0 0 15,-3 0 0-15,3 3 0 0,0-3 0 0,0 0 0 0,-3 0 0 0,0-3 0 16,0 3 0-16,0 0 0 0,-3 6 0 0,0-6 0 16,-3 0 0-16,0 2 0 15,-3-1 48-15,0 1 13 0,-3 4 3 0,0-4 0 0,-3 1-64 0,0 0 0 0,0-1-9 0,-6 1 0 16,3 2 9-16,0-2 0 0,0 5 0 0,-3-2 0 16,0 2-16-16,0 0-2 0,3 0 0 0,-3 2 0 31,4 3-82-31,-4-5-17 0,0 3-3 0</inkml:trace>
  <inkml:trace contextRef="#ctx0" brushRef="#br1" timeOffset="77956.429">16055 6380 1275 0,'0'0'26'0,"0"0"8"0,0 0-34 0,0 0 0 16,0 0 0-16,0 0 0 16,0 0 86-16,0 0 10 0,0 0 3 0,0 0 0 15,3-3-17-15,0-2-3 0,0 2-1 0,-3 3 0 16,3-5-11-16,0-1-3 0,0 1 0 0,0 0 0 0,-3-1-11 0,3 1-2 0,0 0-1 16,0 0 0-16,-3 2-9 0,3-5-1 0,0 3-1 0,0-1 0 15,-3 1-8-15,3 0-2 0,0 0 0 0,-3-3 0 31,0 2-1-31,3-2-1 0,-3 0 0 0,0 0 0 0,3 1-3 0,-3-1 0 0,0 0 0 0,3-3 0 16,-3 1-2-16,3-1-1 0,-3 0 0 16,0 1 0-16,0-1-3 0,0 3-1 0,0-2 0 15,0-1 0-15,-3 0-2 0,3 4-1 16,0-7 0-16,0 6 0 0,0-2-1 0,0-1 0 0,0 1 0 16,0-1 0-16,-3 0-2 0,3-2-1 0,0 3 0 0,-3-1 0 15,3-2 0-15,0 2 0 0,0-2 0 0,0 0 0 16,0 0 2-16,-3-1 0 0,3-2 0 0,0 1 0 15,0-1-3-15,0 0 0 0,0 0 0 0,0 0 0 16,0 0 0-16,0-2 0 0,0 2 0 0,0 3 0 16,0-3-9-16,-3 0 8 0,3 3-8 0,0-1 8 15,0-2-8-15,-3 3 12 0,3 0-12 0,0 0 12 16,0 0-12-16,-3-1 12 0,3 1-12 0,0 3 12 16,-3-4-12-16,3 1 12 0,0 0-12 0,0 0 12 15,-3-3-4-15,3 2 0 0,0-4 0 0,-3 2 0 16,3 0 0-16,0-2 0 0,-3-1 0 0,3 1 0 15,0-1 0-15,0 3 0 0,0-2 0 0,0 2 0 16,-3-3-8-16,3 6 8 0,0-3-8 0,0 6 8 0,0-6-8 16,0 0 0-16,0 0 9 0,0 3-9 15,-3-3 0-15,3 0 9 0,0 0-9 0,0-2 0 0,-3 4 8 16,3-9-8-16,0 1 0 0,0 1 0 0,0-3 8 16,0 3-8-16,0-3 0 0,0 3 0 0,3 0 0 0,-3 3 0 15,0-1 0-15,3 3 0 0,-3 3 8 16,3-3-8-16,0 0 0 0,-3 3 0 0,3 2 0 15,-3-2 0-15,3 0 0 0,-3 2 0 0,3 1 8 0,-3-3-8 0,0 2 0 0,3 3 0 16,-3-3 0-16,0 1 0 0,3-1 8 16,-3 3-8-16,0-2 0 0,3 2 0 0,-3-3 0 0,3 1 0 15,-3 2 8-15,0-3-8 0,0 3 0 0,0 0 0 16,3 6 0-16,-3-9 0 0,0 6 0 0,3-3 0 16,-3 5 0-16,0 0 0 0,3-4 0 0,0 1 0 15,-3 4 0-15,0 2 0 0,3-6 0 0,0 4 0 16,-3-1 0-16,0 3 0 0,3-5 0 0,0 2 0 15,0 3 0-15,0-3 0 0,3 3 0 0,-6 0 0 16,6 0 0-16,0 0 0 0,-4 0 0 0,4-5 0 16,0 10 0-16,0-5 0 0,0 0-8 0,3 0 8 15,0 3 0-15,0 0 0 0,3-1 0 16,0 1 0-16,0 0 0 0,6 2 0 0,-3-2-8 0,-1 5 8 16,7-6 0-16,-3 3 0 0,6-2 0 0,-3 0 0 15,3-1 0-15,-4 1 0 0,1 0 0 0,0 2 0 16,0-2 0-16,0-1 0 0,-3 4 0 0,-1-6 0 15,4 2 0-15,0 1 0 0,0 0-8 0,3-1 8 16,-3-2 0-16,5 0 0 0,1 0 0 0,0 0 0 16,0 0 0-16,0 0 0 0,-1 0 0 0,1 3 0 15,-3-3 0-15,-3 0 0 0,3 0 0 0,-4 0 0 16,1 2 0-16,-3-2 0 0,3 3 0 0,3-3 0 0,-3 0 0 0,2 0 0 16,4 0 0-16,0 0 0 0,-3-3 0 15,3 3 8-15,-1-2 0 0,1 2-8 0,-3-3 0 0,-3 3 0 0,3-2-10 16,-3 2 10-16,-1-3 0 0,-2 3 0 0,0 0 0 0,0 0 0 15,0 0 0-15,3 0 0 0,-3 0 0 0,2 0 0 16,1-3 0-16,0 3 0 0,3 0 0 0,0-2 0 16,-4 2 0-16,1 0 0 15,0 0 0-15,3 0 0 0,-3 0 0 16,-3-6 0-16,0 6 0 0,-1-2 0 0,-2 2 0 0,0 0 0 0,3-3 0 16,-3 3 0-16,0-3 0 0,0 1 0 0,0-1 0 0,-1 0 0 15,4 1 0-15,0-1 0 0,0 0 0 0,0-2 0 16,3 3 0-16,-3 2 0 0,2-6 0 0,1 4 0 15,-3-1 0-15,0-2 0 0,0 2 0 0,0 0 0 16,0 1 0-16,-4-1 0 0,-2 3 0 0,3 0 0 16,-3-3 0-16,0 3 0 0,0 0 12 0,-3 0-4 15,3 0-8-15,-3-5 0 0,0 5 0 0,0-2 0 16,-1-1 0-16,1 0 0 0,3 1 0 0,-3 2 0 16,0-3 0-16,3 3 0 0,-3-3 0 0,3 3 0 15,-3-2 0-15,3 2 0 0,0-3 0 0,-3 3 0 16,2 0 0-16,1-3-9 0,-3 1 9 0,3 2-13 15,0 0 13-15,0-3 0 0,-3 3 0 0,3 0 0 16,0-3 0-16,-3 3 0 0,3 0 0 0,-3 0 0 16,2 0 0-16,-2-5 0 0,0 5 0 0,3 0 0 15,-6-3 0-15,3 3 0 0,0-2 0 0,-3 2 0 16,0 0 0-16,0-3 0 0,0 1 0 0,0-1 0 16,0 3 0-16,0-3 0 0,-3 1 0 0,3-1 0 0,-3 3 0 0,3-3 10 0,-3 3-10 15,2-5 12-15,-2 5-12 16,3-3 0-16,0 3 0 0,-3-5 0 0,3 2 0 15,0 1 0-15,-3 2 0 0,3-3 0 0,0 0 0 0,-3 1 0 0,3-1 0 16,0 1 0-16,-3 2 0 0,3-3 0 0,-3 0 0 0,-3 3 0 16,6 0 0-16,-3 0 0 0,3 0 0 0,-6 0 0 15,3 0 0 1,-3 0 0-16,6-5 0 0,-6 5 0 0,6 0 0 0,-3 0 0 0,3 0-11 0,-6 0 11 16,6 0 0-16,-6 0 0 0,6 0 0 0,-6 0 0 15,3 0 0-15,-3 0 0 0,5 0 0 0,-5 0 0 16,6 0 0-16,-6 0 0 0,3 0 0 0,-3 0 0 15,0 0 0-15,6 0 0 0,-6 0 0 0,0 0 0 16,3 0 0-16,-3 0 0 0,6 0 0 0,-6 0 0 16,6 0 0-16,-6 0 0 0,3 0 0 0,-3 0 0 15,0 0 0-15,0 0 0 0,6 0 0 0,-6 0 0 16,6 0-23-16,-6 0 1 0,0 0 0 0,6 0 0 16,0 0-109-16,0-3-21 15,0 3-5-15</inkml:trace>
  <inkml:trace contextRef="#ctx0" brushRef="#br1" timeOffset="80935.887">16011 7030 1292 0,'0'0'27'0,"0"0"5"0,0 0-32 0,0 0 0 0,3-2 0 0,0 2 0 16,-3 0 88-16,6-3 10 0,-4 0 2 0,1 3 1 16,3-2-21-16,-3 2-5 0,3 0-1 0,-3 0 0 15,0 0-24-15,3 0-5 0,0 0-1 0,0 2 0 16,-3-2-15-16,3 3-3 0,0-3-1 0,3 0 0 16,-3 0-13-16,0 3-2 0,3-1-1 0,0 1 0 15,-3 0-9-15,3-3 0 0,0 2 9 0,2 1-9 16,-2-3 14-16,3 3-2 0,3-3 0 0,0 0 0 15,0 0-12-15,0 0 0 0,3 0 0 0,0 0 0 16,2 0 0-16,1-3 0 0,0 3 0 0,3-3 0 16,-3 3 0-16,3-2 0 0,-4 2 0 15,4 0 0-15,-3-3 0 0,-3 3 0 0,0 0 0 0,0 0 0 16,-4-3 20-16,1 3 0 0,0-2 1 0,0-1 0 16,0 3-1-16,0-3-1 0,0 1 0 0,3 2 0 15,-3-3 1-15,2 3 0 0,1-2 0 0,-3 2 0 16,3-3 3-16,0 3 1 0,0 0 0 0,0 0 0 15,-1 0-5-15,-2 0-1 0,-3 0 0 0,3 0 0 16,-3 0 4-16,0 0 1 0,0 0 0 0,-3 3 0 16,0-3-3-16,0 0 0 0,0 2 0 0,-4-2 0 15,1 0-4-15,0 0-2 0,0 0 0 0,0 3 0 16,-3-3-3-16,-3 0-1 0,6 0 0 0,-3 2 0 0,-3-2-10 16,6 3 12-16,-3-3-12 0,-3 0 12 15,6 3-12-15,-6-3 10 0,3 2-10 0,-3-2 10 0,3 3-10 0,-3-3 0 0,6 5 9 16,-3-2-9-16,-3-3 0 0,3 5 9 0,-3-5-9 0,6 6 0 15,-6-6 8-15,3 5-8 0,-3-5 0 16,3 5 0-16,0-2 0 0,-3-3 0 0,3 5 0 16,0 0 0-1,-3-5 8-15,3 6-8 0,0-1 0 0,-3-5 0 0,3 5 0 16,-3-5 0-16,3 6 0 0,-3-6 0 0,3 5 10 0,-3-5-10 16,3 5 8-16,0-2-8 0,-3-3 0 0,0 5 8 0,0-5-8 15,3 8 0-15,-3-8 8 0,3 5-8 0,-3-5 8 0,0 8-8 16,3-2 9-16,-3-1-9 0,0-5 10 0,3 8-10 15,-3-3 8-15,0 0-8 0,2 3 0 0,-4-2 9 16,2-1-9-16,0 0 0 0,0 0 0 0,0 1 0 16,0-6 0-16,0 8 8 0,0-3-8 0,0 0 0 15,0 3 0-15,0-2 0 0,0-1 8 0,0 0-8 16,0 3 0-16,0-3 0 0,0-5 0 0,0 8 0 16,0-2 0-16,0 1 0 0,0-1 0 0,0-1 0 15,0 3 0-15,0-3 0 0,0 1 0 0,0 2 0 16,-3-1 0-16,3-1 0 0,0 2 0 0,0 0 0 15,0-3 0-15,0 0 0 0,0 3 0 0,0 0 0 16,-3 3 0-16,3-3 0 0,0 0 0 0,0 2 0 16,-3-2 0-16,3 3 0 0,0-3 0 0,0 0 0 15,-3 2 0-15,3 1 0 0,0-1 0 0,0 1 0 16,0-3 0-16,0 0 0 0,0 2 0 0,0-2 0 16,-3 0 0-16,3 0 0 0,0 0 0 0,0 0 0 15,0 0 0-15,0 0 0 0,0-3 0 0,0 0 0 0,0 3 0 16,0-2 0-16,0-1 0 0,0 0 0 0,-3 1 0 15,3-1 0-15,0 0 0 0,0 0 0 0,0 1 0 0,0-1 0 16,0-5 0-16,0 5 0 0,0 1 0 0,0-1 0 0,0 0 0 16,0 1 0-16,0-1 0 0,0 0 8 0,0-5-8 15,0 5 0-15,0 1 0 0,0-1 0 16,0-5 0-16,0 8 0 0,0-8 0 0,0 5 0 16,0-5 0-16,0 6 0 0,0-6 0 0,0 5 0 0,0 3 0 0,0-8 0 15,0 5 0-15,0 0 0 0,0-5 0 0,0 8 0 16,0-8 0-16,3 6 0 0,-3-6 0 0,0 7 0 15,0-1 0-15,0-6 0 0,3 5 0 0,0 3 0 16,-3-3 0-16,0-5 0 0,3 6 0 0,0-1 0 16,-3 0 0-16,3 0 0 0,-3-5 0 0,2 6 0 15,1-1 0-15,0 0 0 0,0 1 0 16,0-1 0-16,0 0 0 0,0-2 0 0,3 2 0 0,-3 0 0 16,3 1 0-16,-3-4 0 0,3 4 0 0,0-4 0 15,-3 4 0-15,6-4 0 0,-3 4 0 0,0-4 0 16,0 3 0-16,3-2 0 0,-3 2 0 0,3-2 0 15,0 2 0-15,0-2 0 0,2 0 0 0,-2-1 0 16,3 4 0-16,-3-4 0 0,3 4 0 0,-3-4 0 16,0 3 0-16,0-2 0 0,0 2 0 0,0-2 0 15,0 2 0-15,3-2 0 0,-3 0 0 0,-1 2 0 16,4-2 0-16,-3 2 0 0,0-2 0 0,0 2 0 16,0 0 0-16,0-2 0 0,0 2 0 0,0-2 0 15,0 2 0-15,3-2 0 0,0 2 0 0,3-2 0 16,-4 2 0-16,4-3 0 0,0 1 0 0,0 2 0 0,0-2 0 15,3 0 0-15,0-1 0 0,0 1 0 0,-1 0 0 0,4-3 0 16,-3 2 0-16,0 1 0 0,3 0 0 16,-3-3 0-16,0 2 0 0,-4 1 0 0,1 0 0 15,0-3 0-15,0 2 0 0,-3 1 0 16,0-3 0-16,0 2 0 0,0-2 0 0,0 3 0 0,-1 0 0 0,1-3 0 0,0 2 0 16,0 1 0-16,0-3 0 0,0 3 0 0,0-3 0 0,0 2 0 15,0-2 0-15,3 0 0 0,-3 3 0 16,-1 0 0-16,1-3 0 0,0 2 0 0,0-2 0 0,0 3 0 15,0 0 0-15,0-3 0 0,0 0 0 0,0 2 0 16,-3-2 0-16,3 3 0 0,-1-3 0 0,1 3 0 16,0-3 0-16,-3 0 0 0,0 2 0 0,3-2 0 15,-3 3 0-15,0-3 0 0,0 0 0 0,0 2 0 16,0-2 0-16,-3 0 0 0,3 3 0 0,-1-3 0 16,1 3 0-16,-3-3 0 0,3 0 0 0,0 0 0 15,-3 0 0-15,3 0 0 0,0 0 8 0,0 0-8 16,3 0 0-16,-3 0 0 0,0 0 0 0,0 0 0 15,0 0 0-15,0 2 0 0,-1-4 0 0,1 2 0 16,0 0 0-16,0 0 0 0,0 0 0 0,3 2 0 16,-3-2 0-16,3 0 0 0,-3 0 0 0,0 3 0 15,3-3 0-15,-3 0 0 0,0 0 0 0,-1 0 0 16,1 0 0-16,0 0 0 0,0 0 0 0,0 0 0 16,0 0 0-16,-3 0 0 0,3 0 0 0,-3 0 0 15,0 0 0-15,3 0 0 0,-3 0 0 0,0 0 0 16,0 0 0-16,0-3 0 0,0 3 0 0,0 0 0 0,-3 0 0 15,2-2 0-15,1 2 8 0,0 0-8 0,-3-3 0 0,3 3 0 16,-3-3 0-16,-3 3 0 0,6 0 0 0,0 0 0 0,-3-2 0 16,-3 2 8-16,6 0-8 0,0 0 0 15,-3 0 0-15,3 0 0 0,0 0 0 0,-3 0 0 16,3-3 0-16,-6 3 0 0,6 0 0 0,-6 0 0 16,6 0 0-16,-6 0 0 0,6 0 0 0,-6 0 0 0,3 0 0 0,-3 0 0 15,6 3 0-15,-6-3 0 0,6 0 8 0,-6 0-8 16,0 0 0-16,9 0 0 0,-9 0 0 0,0 0 0 15,6 0 0-15,-6 0 0 0,0 0 0 0,0 0 0 16,5 0 0-16,-5 0 8 0,0 0-8 0,6 2 0 16,-6-2 0-16,0 0 0 0,3 0 8 0,-3 0-8 31,6 0-19-31,0-2-5 0,0 2-2 0</inkml:trace>
  <inkml:trace contextRef="#ctx0" brushRef="#br1" timeOffset="84429.977">16091 7681 1205 0,'0'0'34'0,"0"0"8"0,0 0-34 16,0 0-8-16,0 0 0 0,0 0 0 0,0 0 61 0,0 0 11 0,0 0 1 0,0 0 1 16,0 0-6-1,0 0-2-15,0 0 0 0,0 0 0 16,0 0-6-16,-3 6 0 0,3-6-1 0,-3 8 0 16,3-3-25-16,0 0-5 0,0 3-1 0,3-3 0 0,0 1-16 0,0-1-4 0,0 0-8 0,3 1 12 15,0-1-4-15,0 0 0 0,3-2-8 0,-3 2 12 16,3 0 0-16,3-2-1 0,-4 0 0 0,4-1 0 15,3 1-2-15,0-3 0 0,0 0 0 0,3 0 0 16,3 0 1-16,0 0 0 0,2 0 0 0,1 0 0 16,3 0 1-16,0 0 0 0,0 3 0 15,-4-3 0-15,-2 0-3 0,3 0-8 0,-3-3 12 0,-3 3-4 16,0 0 8-16,-4 0 0 0,1 0 1 0,-3 3 0 16,0-3 1-16,0 2 0 0,0-2 0 0,-3 0 0 15,0 0-2-15,0 3 0 0,0-3 0 0,0 0 0 16,0 3-4-16,-4-1-2 0,4-2 0 0,-3 3 0 15,3 2-1-15,-3-2 0 0,0-1 0 0,3 1 0 16,-3 2-9-16,0-2 10 0,0 2-10 0,0-2 10 16,0 2-10-16,0 1 0 0,0-1 0 0,-3 0 8 15,3 3-8-15,-3-3 0 0,0 1 9 0,0 2-9 16,0-1 9-16,0-1-9 0,0 2 12 0,0-3-12 16,0 3 12-16,0 0-12 0,-1 0 12 0,1 0-12 15,0 0 12-15,-3 0-12 0,3 0 12 0,0 0-12 16,-3-1 12-16,3 1-12 0,0-2 12 0,-3 2-12 15,3 0 9-15,-3-1-9 0,3 1 0 0,-3 3 9 16,0-6-9-16,3 3 12 0,-3 0-12 0,0 0 12 16,3 0-12-16,-3 0 10 0,0 0-10 0,3 0 10 0,-3 0-10 15,0 0 0-15,3 0 9 0,-3 0-9 16,0 2 9-16,3-2-9 0,-3 3 12 0,3-1-12 0,-3 1 12 0,3 2-4 16,-3 0 0-16,3 1-8 0,0 1 15 0,0 4-4 15,-3-3-1-15,3 2 0 0,0 1 1 0,-3 2 0 0,3 0 0 16,0-2 0-16,-3-1-1 0,3 1 0 15,3 2 0-15,-3-2 0 0,0-1-2 0,0-2 0 0,0 2 0 16,0 4 0-16,0-4 5 0,0 1 1 16,0 2 0-16,0 0 0 0,0 3-1 0,0 2 0 0,-3 1 0 0,3-1 0 15,0 1-1 1,-3-1 0-16,3 1 0 0,0-1 0 0,0-2-1 0,-3-3-1 0,3 0 0 0,-1 0 0 16,-2 0-10-16,0-2 10 0,3 2-10 0,-3-2 10 15,0 2-10-15,0 3 10 0,3-3-10 0,-3 5 10 16,0-2-10-16,0 0 0 0,3 2 0 0,-3-2 8 15,0 0-8-15,0-3 8 0,3 0-8 0,-3 1 8 16,0-4-8-16,0 1 0 0,0-4 0 0,-3 4 8 16,3-3-8-16,0 0 0 0,0 0 9 0,-3-1-9 15,3 1 0-15,0 0 8 0,-3 3-8 0,3-1 0 16,-3 1 0-16,3 2 0 0,0-3 0 0,-2 1 8 16,2 0-8-16,0-1 8 0,-3-2-8 0,3 2 8 15,0-2-8-15,-3 0 0 0,3-3 8 0,0-2-8 16,-3 2 0-16,3 0 9 0,0-2-9 0,0 2 0 15,-3-2 8-15,3-1-8 0,0 1 0 0,0-3 0 16,-3 3 8-16,3-1-8 0,0-2 0 0,0 3 0 16,-3-1 0-16,3 1 0 0,0-1 0 0,-3 1 0 15,3 0 9-15,0 2-9 0,0-3 0 0,0 4 9 16,0-1-9-16,0 0 0 0,0 0 0 0,0 1 0 0,0 1 0 16,0-1 0-16,0-1 8 0,-3-3-8 0,3 4 0 0,0-1 0 15,0-2 0-15,0 2 0 0,0-3 0 0,0 1 0 0,0-3 8 16,0 2-8-16,0 1 0 0,0-3 0 0,0 0 0 0,0 2 0 15,0 1 0-15,0-3 0 16,0 0 0-16,-3 3 0 0,3-1 0 0,0-2 0 0,0 0 0 0,-3 5 0 16,3-2 0-16,0-1 0 0,-3 4 0 0,3-1 0 15,-3 0 0 1,3 3 8-16,0-3-8 0,-3 3 0 0,3 0 0 0,0 2 0 0,-3-2 0 0,3 0 0 16,0 0 0-16,0 3 0 0,0-4 0 0,0-1 0 15,0 2 0-15,-3-6 0 0,3 3 0 16,0 1 0-16,0-4 0 0,0 1 0 0,0-1 0 0,0-2 0 15,0 0 0-15,-3 3 0 0,3-3 8 0,0 0-8 16,0 0 0-16,0-3 0 0,0 3 0 0,0 0 0 16,0-3 0-16,-3 0 0 0,3 1 0 0,0 2 0 15,0 0 0-15,-3-3 8 0,3 3-8 0,0 0 0 16,0-3 9-16,0 3-9 0,0 0 10 0,0-3-10 16,0 3 8-16,-3 0-8 0,3 0 0 0,0 0 9 15,0 0-9-15,-3 0 0 0,3 0 0 0,0 0 8 16,0 2-8-16,0-2 0 0,0 3 0 0,-3-3 0 15,3 0 0-15,0 2 0 0,0-2 0 0,-3 0 0 16,3 3 0-16,-3-3 0 0,3 0 0 0,0 0 0 16,0-1-21-16,-3 1-10 0,3 0-1 0,0 0-1 15,0 0 57-15,0-2 12 0,0-1 3 0,0 0 0 16,0 0-63-16,0 1-12 0,0-1-2 0,0 0-1 0,0 1 39 0,0-6 0 16,0 5 0-16,0 0 0 0,0-5 24 0,0 5 12 0,0 1 2 0,0-6 1 31,0 5-63-31,0-5-12 0,0 8-2 0,0-8-1 0,0 5 59 0,0-5 12 0,0 6 3 15,0-6 0-15,0 7-27 0,0-7-8 0,0 6 0 0,0-6 0 16,3 5 0-16,-3-5 0 0,0 5 0 0,0-5 0 16,0 8 0-16,0-8 0 0,0 6 0 0,0-6 0 15,0 0 0-15,0 5 0 16,0-5 0-16,0 5 0 0,0-5 0 0,0 0 0 0,0 8 0 0,0-8 0 16,0 0 0-16,-3 5 0 0,3-5 0 0,0 0 0 15,0 8 0-15,0-8 0 0,-3 6 0 0,3-6 0 16,-3 5 8-16,3-5-8 0,-3 5 0 0,0 3 0 15,3-8 0-15,0 5 0 0,0-5 0 0,-3 6 0 16,3-6 0-16,-3 8 0 0,3-3 0 0,0-5 0 16,-3 8 0-16,0-3 0 0,3-5 0 0,0 8 0 15,-3-3 0-15,0 3 0 0,3-2 0 16,-3-1 0-16,3 0 0 0,0 3 0 0,-3-3 0 0,3 1 0 16,0 2 0-16,-3 0 0 0,3 0 0 0,0-3 0 15,-3 3 0-15,3-3 0 0,0 0 0 0,0 3 0 16,0-2 0-16,0-1 0 0,0 3 0 0,-3-3 0 15,3 3 0-15,0-3 0 0,0 1 0 0,-3 2 0 16,3-3 0-16,0-2 0 0,-3 4 0 0,3-1 0 16,0-1 0-16,0 0 0 0,0 1 0 0,0-1 0 15,0-5 0-15,0 3 0 0,-3 2 0 0,3 0 0 16,0-5 0-16,-2 5 0 0,2 1 0 0,0-6 0 16,-3 5 0-16,3 0 0 0,0-5 0 0,-3 6 0 15,0 2 0-15,0-3 0 0,0 0 0 0,0-2 0 0,3-3 0 0,-3 8 0 0,3-3 0 16,-3 0 0-16,3-5 0 0,-3 8 0 0,0-2 0 15,0-1 0-15,3-5 0 0,-3 8 0 0,3-3 0 0,-3 0 0 16,3-5 0-16,-3 8 0 0,0-2 0 0,3-1 0 16,0-5 0-16,-3 8 0 0,3 0 0 0,0-3 0 15,-3 3 0-15,3 0 0 0,0-3 0 16,0 3 0-16,0 0 0 0,0 0 0 0,0 0 0 0,0 0 0 16,0 0 0-16,0 2 0 0,0-2 0 0,0 0 0 15,0 0 0-15,0 0 0 0,3 0 0 0,-3 3 0 16,0-3 0-16,3 0 0 0,-3 0 0 0,0-1 0 15,0 1 0-15,3 0 0 0,-3 0 0 0,3-2 0 16,0 2 0-16,0-3 0 0,0 0 0 0,3 0 0 16,-3 3 0-16,3-2 0 0,0-4 0 0,0 4 0 15,-1-4 20-15,4 3 6 0,-3-2 2 0,3 2 0 16,0-2-74-16,0 0-14 0,3-1-4 0,-3 1 0 16,3 0 103-16,-3-1 20 0,3-2 4 0,0 6 1 15,0-4-103-15,-4 1-20 0,4 0-4 0,0 2-1 16,3-3 52-16,0 4 12 0,0-4 0 0,6 4 0 15,0-4 48-15,2 1 13 0,1 0 3 0,6 2 0 16,0-2-77-16,0-1-15 0,2 1-4 0,1 0 0 16,-6 2 32-16,0-3 0 0,-1-2 0 0,-2 6 0 15,3-4 0-15,0-2 0 0,3 3 0 0,-1 0 0 16,1-1 0-16,0-2 0 0,6 0 0 0,-4 3 0 0,-2-3 0 0,0 3 0 16,-3-3 0-16,-1 0 0 0,-5 0 0 0,3 0 0 15,-6-3 0-15,3 3 0 0,0-3 0 0,-1 3 0 16,4-2 0-16,-3-1 0 0,3 0 0 0,0 1 0 15,0-4 0-15,-1 4 0 0,-2-1 0 0,0 1 0 0,-3-1 0 16,3-2 0-16,-3 2 0 0,-4-2-9 16,4 2 9-16,-3-2 0 0,-3 2-9 15,0-2 9-15,0 2-10 0,-3-2 10 0,0 2-10 16,0-2 10-16,-3 0-10 0,0-1 10 0,0 4-12 0,0-4 12 0,-1 4-13 0,1-4 5 16,0 4 8-16,0-4-10 0,3 4 10 0,-3-3-10 15,0 2 10-15,-3-2-8 0,3 2 8 0,0-2-8 16,0 2 8-16,-6 3-12 0,3-5 12 0,3 2-12 15,0 0 12-15,-3 1 0 0,3-1 0 0,-6 3-8 16,6 0 8-16,0-2 0 0,-3-1 0 0,3 0 0 16,-3 3 0-16,-3 0 0 0,6-2 0 0,0 2-8 15,-1 0 8-15,1 0 0 0,0 0 0 0,-6 0 0 16,6 0 0-16,-6 0 0 0,3 0 0 0,-3 0-8 16,6 2 8-16,0-2 0 0,0 0 0 0,0 3 0 15,0 0 0-15,-6-3 0 0,6 0 0 0,0 2 0 16,0-2 0-16,0 3 0 0,0-3 0 0,-3 2-8 15,3 1 8-15,0-3 0 0,0 3 0 0,-3-1 0 16,3-2 0-16,0 3 0 0,-3-3 0 0,3 3 0 16,-1-3 0-16,-2 0 0 0,3 2 0 0,0-2 0 15,-3 3 0-15,3 0 0 0,0-3 0 0,0 2 0 16,-3-2 0-16,3 3 0 0,0-3 0 0,0 3 0 16,0-1 0-16,-3-2 0 0,3 3 0 0,0-1-8 15,0-2 8-15,-3 0 0 0,3 0 0 0,-3 3 0 0,0-3 0 16,3 3 0-16,-6-3 0 0,3 0 0 0,3 0 0 0,-6 0 0 0,3 0 0 15,0 2 0-15,-3-2 0 0,5 0 0 0,-5 0 0 0,6 0 0 16,-6 0 0-16,6 3 0 0,0-3 0 0,-6 0 0 16,6 3 0-16,0-3 0 0,0 0 0 0,0 2 0 15,-3-2 0-15,3 0 0 0,0 0 0 16,-6 0 0-16,6 3 0 0,-6-3 0 0,6 0 0 0,0 0 0 16,-6 0 0-16,6 0 0 0,0 0 0 0,-6 0 0 15,6 0 0-15,-6 0 0 0,9 3 0 0,-9-3 0 16,6 0 0-16,-6 0 0 0,6 2 0 0,0-2 0 15,-6 0 0-15,0 0 0 0,5 0 0 0,-5 0 0 16,6 3 0-16,-6-3 0 0,6 0 0 0,-6 0 0 16,6-3-14-16,0 3-7 0,0-2-2 0,-3 2 0 31,3-6-112-31,-3 4-22 0,3-1-5 0</inkml:trace>
  <inkml:trace contextRef="#ctx0" brushRef="#br1" timeOffset="85994.757">16025 8422 1407 0,'0'0'40'0,"0"0"8"0,-2 6-38 0,2-6-10 0,-3 5 0 0,3-5 0 15,-3 5 91-15,3 3 16 0,0-8 3 0,0 5 1 16,0 3-11-16,0-8-1 0,3 6-1 0,-3 1 0 16,3-1-25-16,-3-1-5 0,2 3 0 0,-2-3-1 31,0 3-19-31,3 0-4 0,-3-3-1 0,0 3 0 0,0 0-17 0,0 0-3 0,0 3-1 0,0-1 0 16,-3 4-10-16,3-1-3 0,-2 0 0 0,-1 6 0 15,0-3-9-15,0 5 0 0,0 0 9 0,0 0-9 16,0 0 0-16,0 0 0 0,0 1 0 0,3-1 8 15,-3 0-8-15,0-3 0 0,3 1 0 0,-3-3 0 16,3 2 0-16,-3 1 0 0,3 2 0 0,0 0 0 16,0 3 0-16,0 2 0 0,3 4 0 0,-3 1 0 15,3 1 0-15,3 2 0 0,-3 1 0 0,0-1 0 16,3-2 0-16,0-3 11 0,0 0-11 0,-4 3 12 16,4 0-3-16,0 2 0 0,0 1 0 0,0 4 0 15,-3-2 8-15,3 3 2 0,0-3 0 0,0 5 0 16,-3-5 13-16,3-2 2 0,-3 2 1 0,3 3 0 15,-3-3-35-15,0 5 0 0,0 3 0 0,0 0 0 16,0-3 16-16,0-2 0 0,0-3 0 0,0 3 0 16,0-1 0-16,-3 1 0 0,3 2 0 0,-3 1 0 15,0-1 6-15,3 0 1 0,-3 1 0 0,3 2 0 16,-3-6-7-16,0-2-2 0,0-2 0 0,0 4 0 16,0 1-6-16,0 5-8 0,0 3 11 0,0-1-11 15,0-4 14-15,0-1-4 0,0 0-1 0,0 1 0 16,0-1 29-16,0 3 6 0,0 3 0 0,0-1 1 15,0-2-55-15,0 0-11 0,0-2-3 0,0 2 0 16,0-3 24-16,0 3 0 0,0 0 0 0,0 3 0 16,0-3 0-16,-3 2 8 0,3-2-8 0,0 5 0 0,0-5 0 0,-3 0 8 15,0-2-8-15,3 4 0 0,-3 1 0 16,3 0 8-16,-3 2-8 0,3 0 0 0,-3-5 0 0,3-3 0 0,0-2 8 16,-3 2-8-16,3 1 0 0,0 4 0 0,0 1 0 0,0 0 8 15,0-6-8-15,3-2 0 0,-3-6 0 0,0 3 0 16,3 0 0-16,-3-2 0 0,0 2 0 0,3 0 0 15,-3 0 0-15,0 2 0 0,3-2 0 0,0 1 0 16,-3-7 0-16,3-2 0 0,0 0 8 0,-3-2-8 16,3-3 0-16,-3-3 0 0,3 3 0 0,-3-3 0 15,0 3 0-15,0 0 0 16,0 2 0-16,0-2 0 0,0 0 0 0,0 2 0 0,0-5 8 0,0 3-8 16,0-3 0-16,0-2 0 0,0-3 0 0,0-1 0 15,-3 1 0-15,3-5 0 0,0 2 0 0,0 0 0 16,-3-5 0-16,3 3 8 0,0-3-8 0,0 2 0 15,0-2 0-15,0 0 8 0,0 0-8 0,0-2 0 16,0 2 8-16,0-3-8 0,0 0 0 0,-3 3 8 16,3-8-8-16,0 5 0 0,0 3 0 0,-3-2 8 15,3-1-8-15,0-5 0 0,0 5 0 0,-3 3 8 16,3-3-8-16,0 3 0 0,0-2 0 0,-3-1 8 16,3 0-8-16,0 3 0 0,0-3 0 0,-3 3 8 15,3-2-8-15,0 2 0 0,0 0 0 0,0-1 0 16,-3 1 0-16,3 0 0 0,0 0 8 0,0 0-8 15,0 3 0-15,0-3 0 0,0 0 0 0,0 2 0 0,0-2 0 16,0 3 0-16,0-3 0 0,0 2 0 0,3-2 0 0,-3 3 0 0,0-3 0 16,3 0 0-1,-3 0 0-15,0 2 0 0,3-2 0 0,-3 0 0 0,3 0 0 16,-3-3 0-16,3 1 0 0,-3 2 0 16,3-3 0-16,-3 0 0 0,3 0 0 0,-3 1 0 0,3 2 0 0,0-3 0 0,-3 0 0 15,3 3 0-15,0-5 0 0,-3 2 0 16,3 0 0-16,-3 1 0 0,3-1 0 0,-3 0 0 0,3 1 0 0,-3-1 0 15,0-5-8-15,3 8-1 0,-3-3 0 0,2 3 0 16,-2-3 9-16,0 3 16 0,3-2-4 0,-3-1-1 16,0 0-11-16,3 3 0 0,-3-3 0 0,0 1 0 15,0-6 0-15,3 8 0 0,-3-3 0 0,0-5 0 16,0 8 0-16,3-3 8 0,-3-5-8 0,0 5 8 16,0-5-8-16,0 0 0 0,0 8-10 0,0-8 10 15,0 0 0-15,0 0 0 0,0 0 0 0,0 0 0 16,0 0-24-16,0-5 0 0,3-3 1 0</inkml:trace>
  <inkml:trace contextRef="#ctx0" brushRef="#br1" timeOffset="87199.669">16255 13786 1580 0,'-6'5'67'0,"0"0"-54"15,3-2 26-15,0 2 5 0,0 0 0 0,0 1 1 16,0-1-33-16,0 0-12 0,0 1 9 0,0-1-9 15,0 0 0-15,3 1 0 0,-3-1 0 0,3-5 0 16,0 5-44-16,0-5 0 0,-3 5-1 0,3-5 0 16,0 0 36-16,0 0 9 0,0 0 0 0,0 0 0 15,0 0-86-15,0 0-15 0,0 0-3 0,0 0-1 16,0 0 14-16,0 0 3 0,0 0 1 0</inkml:trace>
  <inkml:trace contextRef="#ctx0" brushRef="#br1" timeOffset="87266.54">16198 13847 716 0,'0'0'20'0</inkml:trace>
  <inkml:trace contextRef="#ctx0" brushRef="#br1" timeOffset="88669.104">16216 13868 1507 0,'0'0'31'0,"0"0"9"16,0 0-32-16,0 0-8 0,0 0 0 0,0 0 0 16,0 0 48-16,0 0 8 0,0 0 1 0,0 0 1 15,0 0-18-15,0 0-4 0,0 0-1 0,0 0 0 16,0 0 11-16,0 0 2 0,3 5 1 0,-3-5 0 15,0 5-1-15,0-5 0 0,3 3 0 0,0 2 0 16,0 0 4-16,-3 1 1 0,3-1 0 0,-3 3 0 16,3-3-17-16,-3 3-4 0,0-2-1 0,0 1 0 0,0 4-31 15,0-3 8-15,0 3-8 0,-3-1 0 16,3 1 54-16,-3-1 8 0,3 4 2 0,0-4 0 16,-3 3-52-16,3 1-12 0,0-1 0 0,0 3 0 0,0-3 0 0,0 0 0 15,0 0 0-15,0 1 0 0,0-1 0 0,-3 3 0 16,3-3 0-16,0 3 0 0,0-3 0 0,-3 3 0 15,3-3 0-15,-3 3 0 16,3 0 0-16,-3 2 0 0,0 1 0 0,3-1 0 0,-3 1 0 0,0 2 0 0,3 3 0 0,-3-3 0 16,0 3 0-16,3-3 0 15,-3 0 0-15,0-2 0 0,3 2 0 0,-3-2 0 0,3-1 0 0,-3 1 0 16,3-1 54-16,0-2 8 16,0 2 2-16,-3 1 0 0,3 0-52 0,-3-4-12 0,3 1 0 15,0 3 0-15,0-1 0 0,0 1 0 0,0-1 0 0,0 1 0 16,0-1 0-16,0-2 0 0,0 3 0 0,3-3 0 15,-3 0-16-15,3-1-5 0,0-1-2 0,0 2 0 16,0-3 37-16,0-3 7 0,0 1 2 0,3 0 0 16,-3-1-23-16,3 1 0 0,0-1 0 0,-3 1 0 15,3-3 0-15,0 0 0 0,0 2 0 0,3-2 0 16,-3 3 0-16,0-3 0 0,3-3 0 0,-3 3 0 16,2 0 0-16,1 0 0 0,0-3 0 0,0 3 0 15,3 0-9-15,-3 0-7 0,3 0 0 0,0 0-1 16,-3 0 17-16,3 0 0 0,0 0 0 0,0 0 0 15,2 0 0-15,-2 0 0 0,0-3 0 0,3 3 0 16,-3-3 0-16,3 3 0 0,-3-3 0 0,0 1 0 16,0-1 0-16,0 0 0 0,-1 0 0 0,1-2 0 15,3 2 15-15,-3-2 0 0,3 0 0 0,0-1 0 16,0 4-15-16,3-4 0 0,-1-2 0 0,1 3 0 16,3 0 0-16,0-3 0 0,3 0 0 0,-3 2 0 15,2-2 0-15,-2 0-13 0,3 0 2 0,-3 0 1 0,0 3 10 0,-3-3 0 16,0 0 0-16,2 2 0 0,-5-2 0 0,3 0 0 0,0 3 0 15,0-3 0-15,0 0 8 0,0 3 1 0,-1-1 0 0,4 1 0 16,0-3-9-16,3 0-12 0,-3 3 2 0,3-3 1 16,-1 0 9-16,1 0 0 0,-3 0 0 0,3 2 0 15,-3-2 0-15,-3 0 0 0,2 0 0 16,-2 0 0-16,0-2 0 0,0 2 0 0,0-3 0 16,0 3 8-16,2 0-8 0,-2-3 9 15,3 3-9-15,-3-2 10 0,3 2-10 0,3-3 0 0,-3 3 0 0,-1-3 0 16,1 3 0-16,0 0 0 0,0-2 0 15,-3-1 0-15,0 3 0 0,-1 0 0 0,-2 0 0 0,0 0 0 16,0 0 0-16,0 0 0 0,-3 0 0 0,0 0 0 16,0 0 0-16,0 0 0 0,2 0 0 0,-2 0 0 15,3 0 0-15,0 0 0 0,0 0 0 0,0 0 0 16,3 0 0-16,0-2 0 0,0 2 0 0,2-3 0 16,-2 3 11-16,0-3-3 0,-3 1-8 0,3 2 12 15,0 0-12-15,-3-3 0 0,-1 3 0 0,1-3 0 16,-3 3 0-16,0 0 0 0,0 0 0 0,0 3 0 15,-3-3 8-15,0 3-8 0,3-3 0 0,-3 0 0 16,-3 2 0-16,3-2 8 0,-1 3-8 0,1 0 0 16,0-3 0-16,0 0-15 0,0 2 3 0,0-2 1 15,0 0 11-15,0 3 0 0,0-3 0 0,0 2 0 16,0-2 0-16,0 0 0 0,0 3 0 0,0-3 0 0,-1 0 0 16,1 3 0-16,3-3 0 0,-6 2 0 0,3-2 0 0,3 0 0 15,-3 0 0-15,0 0 0 0,0 3 11 0,0-3 4 16,0 0 1-16,0 0 0 0,0 3-16 0,0-1 9 15,-4-2-9-15,4 0 8 0,0 3-8 0,-3-3 8 0,3 3-8 0,0-3 8 16,0 0-8-16,0 2 10 0,-3-2-10 16,3 3 10-16,-3 0-10 0,3-1 12 15,-3-2-12-15,0 6 12 0,0-6-12 16,0 2 12-16,0 1-12 0,2-1 12 0,-2 1 8 0,0 0 3 0,0-1 0 0,0 1 0 16,-3 0-23-16,3-1-20 0,0 1 4 0,0 0 1 15,-3-3 15-15,3 2 0 0,0 1 0 0,0 0 0 16,-3-3 0-16,3 0 0 0,0 2 0 0,-6-2 0 15,3 0 9-15,-3 0-9 0,6 0 0 0,-6 0 9 16,6-2-9-16,-3-4 0 0,3-2-12 0,-3 0 12 16,3-5-98-16,-3-3-12 0,0-2-2 0</inkml:trace>
  <inkml:trace contextRef="#ctx0" brushRef="#br1" timeOffset="92520.157">10647 11563 2245 0,'0'0'47'0,"0"0"10"0,0-5-45 0,0-1-12 0,0 1 0 0,0 5 0 16,-3-5 118-16,3 5 22 0,-3-3 4 0,3 3 0 15,-6-2-64-15,3 2-12 0,-3 0-4 0,-3 2 0 16,3 6-51-16,0 0-13 0,-3 0 0 0,0 5 0 15,3 0 54-15,-3 6 8 0,0 0 2 0,3 2 0 16,-2 2-64-16,2-1-26 0,0 1 2 0,0 4 0 16,3-1 24-16,0 1-8 0,0-3 8 0,3 5 0 15,0-5-21-15,0 2 1 0,3 1 0 0,3-1 0 16,0-5-14-16,0-2-2 0,3-1-1 16,-4-2 0-16,4-5 4 0,3-1 1 0,-3-4 0 0,3-1 0 15,0-5 15-15,0 0 3 0,0-3 1 0,3-5 0 16,-3 0 13-16,3-5 0 0,-1 0 0 0,1-3 0 15,-3 0 0-15,3 0 0 0,0-2 0 0,-3 2 0 16,-3 0 0-16,0 3 10 0,-3-1-10 0,0 4 12 0,-3-3 8 16,0 2 3-16,0 0 0 0,-3 4 0 0,0-1 1 15,0 2 0-15,0 1 0 0,0 5 0 16,0 0-12-16,0 0-3 0,0 0 0 0,0 0 0 0,-6 3-9 0,3 2 0 16,0 0 0-16,0 3 0 0,3 0 0 0,0 3 0 0,3-1 0 0,0 4-11 15,3-1-6-15,0 0-2 0,2-2 0 0,-2 2 0 16,3 0 7-16,3-2 0 0,-3-3 1 0,3-1 0 31,0-1-14-31,-3-1-3 0,0-2-1 0,0-1 0 0,0-4 29 0,0-1 0 0,0-2 0 0,0-1 0 16,-1-4 38-16,1-1 14 0,3-2 2 0,-6 0 1 15,3 0-37-15,0-3-7 0,0 0-2 16,0 3 0-16,-3-3 44 0,3 0 9 0,-3 3 2 0,3-3 0 16,-3 0-52-16,0 0-12 0,-3 0 0 0,3-2 0 15,-3 2 0-15,0-5 0 0,-1-1 0 0,1 4 0 16,0-3 0-16,-3 2 0 0,3 1 0 0,-3-1 0 15,3 6 0-15,-3 2 0 0,3 1 0 0,0 2 0 16,-3 3-136-16,0 5-31 0,0 0-5 0</inkml:trace>
  <inkml:trace contextRef="#ctx0" brushRef="#br1" timeOffset="93000.158">11153 11891 2810 0,'0'0'80'0,"0"0"17"0,0 0-77 15,6 0-20-15,0-5 0 0,0 2 0 0,0 1 78 0,0-1 12 0,2 0 2 0,-2 1 1 16,3-1-48-16,0 0-9 0,0 1-3 0,0 2 0 16,-3-3-14-16,3 3-3 0,-3 0-1 0,3 0 0 15,-3 3-7-15,0-3 0 0,0 0-8 0,0 2 12 16,-3 1-12-16,3 0 9 0,-3-1-9 0,0 4 8 15,-3-6 12-15,0 5 3 0,3 0 0 16,-3 3 0 0,-3-3-62-16,3 3-12 0,-3-2-2 0,0 2-1 15,0-1-16-15,0 1-3 0,-3 0-1 0,3 0 0 0,0 0 46 0,-3-3 8 0,3 1 3 0,0-1 0 16,3-5 5-16,-3 5 2 0,3-5 0 0,0 8 0 16,0-8 10-16,3 3-12 0,3 0 12 0,0-1-12 15,0-2 12-15,0 0 0 0,3 0 0 0,0-2 8 16,-3-1 10-16,2 0 2 0,1 3 1 0,0-2 0 15,0-1-1-15,-3 3-1 0,3 0 0 0,-3 3 0 16,0-1 4-16,3 1 1 0,-6 2 0 0,3-2 0 16,-6 5 0-16,3 0 0 0,-3 2 0 0,-3-2 0 15,3 3-11-15,-6-1-1 0,3 1-1 0,-6 2 0 16,3 1-11-16,-3-1 0 0,0 0-10 0,0 3 10 16,-3 0 0-16,0 0 0 0,1-1 11 0,-4 1-3 15,0 0-29-15,0-3-6 0,0 3-1 16,-3 0 0-16,3-3-30 0,0 3-6 0,1-2-2 0,-1-1 0 15,3-3-157-15,0-2-31 0</inkml:trace>
  <inkml:trace contextRef="#ctx0" brushRef="#br1" timeOffset="93791.133">11778 11603 2154 0,'0'-14'91'16,"0"4"-73"0,3 2 121-16,-3 0 24 0,0 0 5 0,0 3 0 15,0 5-96-15,0 0-20 0,0 0-4 0,0 0-1 16,-3 5-24-16,-3 3-5 0,0 0-1 0,3 5 0 15,-3 0 7-15,3 6 0 0,0-1 1 0,-3 4 0 16,3-1-25-16,0 0 0 0,0 3 0 0,0 0 0 16,3-3-35-16,-3 0 1 0,3 0 0 0,3 0 0 15,-3-2-38-15,3 2-7 0,3-3-1 0,-3 1-1 16,6-3-27-16,-3-3-6 0,3-2-1 0,3-1 0 16,-3-2 46-16,3-5 9 0,0-1 1 0,0-2 1 0,-1-2 45 15,1-1 13-15,0-5 0 0,0 0 0 0,0 0 28 16,0-2 12-16,0-3 4 0,0 2 0 0,0-2 30 15,-3 0 6-15,2 2 2 0,-5-2 0 0,3 2-6 0,-3 1-2 16,0-1 0-16,-3 0 0 0,0 1-14 0,0 2-4 0,-3-3 0 16,0 3 0-16,0 3-17 0,-3 0-4 0,3 5-1 0,0 0 0 15,0 0-17-15,0 0-3 16,0 0-1-16,-3 2 0 0,-3 4-13 0,3 2 0 0,3 0 0 0,-3 2 0 16,3 1-14-16,3 2-6 0,0 0 0 0,3 0-1 15,0 1-19-15,0-1-3 0,6 0-1 0,-3-2 0 16,3-1 12-16,0-2 1 0,3 0 1 15,-3-3 0-15,0-2 19 0,-1 0 11 0,-2-6-12 0,3 0 12 16,0-2 0-16,-3 0 8 0,0-3 0 0,0 0 1 16,-3-5 39-16,3 2 8 0,-3-2 2 0,0 0 0 15,0-1-46-15,0 4-12 0,0-3 0 0,0-3 0 16,0 3 54-16,-4-1 9 0,1-2 1 0,0 1 1 16,-3-1-37-16,3-3-7 0,0 1-1 0,-3-4-1 15,0-1-10-15,3 2-1 0,-3-6-8 0,0 3 12 16,0 3-12-16,3 3 0 0,-3-4 0 0,0 7 0 15,3 1-16-15,0 6-10 0,0-2-2 0,0 4 0 16,0 4-48-16,-3 2-11 0,0 0-1 0,6 2-1 16,0 6-147-16,0 3-30 0</inkml:trace>
  <inkml:trace contextRef="#ctx0" brushRef="#br1" timeOffset="94151.62">12329 11809 2526 0,'6'-3'52'0,"-1"1"13"0,1-3-52 0,0-1-13 0,3 1 0 0,0 0 0 16,0-1 100-16,0 4 18 0,0-4 3 0,0 4 1 15,0-1-52-15,0 0-10 0,0 3-3 0,0 0 0 16,0 0-29-16,0 0-7 0,-4 3-1 0,1 0 0 16,0 2-11-16,-3-2-9 0,0 2 12 0,0 3-12 15,-3-3 8-15,0 6-8 0,0-3 0 0,-3 2 0 16,0 4-16-16,-3-1-8 0,0 3 0 0,-2 0-1 15,-4 2-15-15,0 1-2 16,0 2-1-16,0 3 0 0,0-3 11 0,0 0 1 16,-3 0 1-16,3 0 0 0,0-2-6 15,3-3 0-15,1 0-1 0,2-3 0 0,0 0 58 0,3-2 12 0,3-1 3 0,0-2 0 16,3-3-15-16,0 1-2 0,3-4-1 0,2 4 0 16,1-6 3-16,0 0 1 0,3 0 0 0,0-3 0 15,0 0 0-15,3-2 0 0,0 2 0 0,0-2 0 16,0 2 6-16,-1-2 2 0,-2 0 0 0,3-3 0 15,-3 3-43-15,0-1-9 0,3 1-2 0,-3-3 0 16,6 0-75-16,0 0-15 0,-1-5-3 0</inkml:trace>
  <inkml:trace contextRef="#ctx0" brushRef="#br1" timeOffset="94938.171">12876 11513 2442 0,'-6'-3'51'0,"6"3"12"15,-3 0-51-15,3 0-12 0,0 0 0 0,-9 0 0 16,3 3 83-16,0 2 13 0,4 0 4 0,-7 3 0 15,3 5-48-15,0 1-10 0,0 2-2 0,0 2 0 16,0 1-21-16,0-1-5 0,0 3-1 0,3 0 0 16,-3 1-13-16,3-4 0 0,0 1 0 0,3-1 0 15,3 1-26-15,-3-3-5 0,6 0-1 0,-3-1 0 16,6-1-47-16,-3-4-9 0,6 1-3 0,-3-1 0 16,3-2 45-16,-1-2 9 0,4-1 1 0,-3-2 1 15,0-3 5-15,0-3 1 0,0-2 0 0,0 2 0 0,-3-5 29 0,3 0 8 16,0 0 1-16,-3-2 0 0,2 2 37 0,-2-6 7 0,0 4 2 15,0-1 0-15,0 1 7 0,-3 2 2 0,0-3 0 16,0 1 0-16,-3 2 0 0,0 0 0 0,0-3 0 0,-3 3 0 16,3 0-52-16,-3 0-12 0,-3 3 0 15,3 0 0-15,0 5 49 0,-3-6 7 16,3 6 2-16,0 0 0 0,-6 3-38 0,0 0-8 16,3 2-2-16,0 3 0 0,0 0-10 0,0 2 0 0,0 1 0 0,3 2 0 15,0 0-22-15,3 1-3 16,0-1-1-16,0-2 0 15,3 2-13-15,3 0-2 0,0-2-1 0,0-1 0 0,0 1-6 16,6-3 0-16,0 0-1 0,-4 0 0 0,4-3 28 0,0 0 5 0,0-2 2 0,0-3 0 16,0 0 14-16,-3-3 0 0,3 0 0 0,-3 1 0 15,-3-3 34-15,2-3 0 0,-2 2 0 0,0-2 0 16,0-2 18-16,-3 2 3 0,0-3 1 0,0 1 0 16,0-4-13-16,-3 1-3 0,0-3 0 0,0 3 0 15,0-3-19-15,0-2-4 0,0 2-1 0,-3-3 0 16,3-2-7-16,-3 0-1 0,0-3-8 0,3 0 12 15,-3 3-12-15,3-3 0 0,-3 3 0 0,3 0 0 16,0 5 0-16,0 0 0 0,-3 3 0 0,3 2 0 16,0 4-64-16,0 1-16 0,3 1-4 0,-3 2 0 15,3 3-92-15,0 0-20 0,2 3-3 0</inkml:trace>
  <inkml:trace contextRef="#ctx0" brushRef="#br1" timeOffset="95193.636">13454 11769 2245 0,'0'0'95'0,"0"6"-76"15,0-1 101-15,0 0 20 0,0-5 4 0,0 8 0 16,0-2-12-16,0 1-4 0,0-1 0 0,0 4 0 16,-3-2-102-16,3 3-26 0,-3-1 0 0,0 4 0 15,0-1 40-15,0 3 2 0,0 2 1 0,0 1 0 16,0-1-31-16,0 1-12 0,0 2 8 0,0 0-8 15,3-5 0-15,-3 3 0 0,0-4 0 0,3 1 0 16,-3-2 0-16,3-1-14 0,0 0 2 0,-3 0 0 16,3-2-19-16,0-1-3 15,0-2-1-15,3 3 0 16,-3-3-177-16,3-3-35 0,0 0-7 0</inkml:trace>
  <inkml:trace contextRef="#ctx0" brushRef="#br1" timeOffset="96083.093">13838 11563 2306 0,'3'-11'97'0,"0"3"-77"16,0-2 87-16,0-1 17 0,0 1 4 0,-3 2 1 15,3 0-52-15,-3 0-10 0,0 3-3 0,0-1 0 16,0 6 0-16,0 0 0 0,0 0 0 0,0 0 0 15,-6 0 0-15,-3 3 0 0,3 2 0 0,-3 6 0 16,3 2-51-16,-3 3-13 0,0 2 0 0,0 1 0 16,3 2-16-16,-3 3-5 0,3-3-2 0,0 0 0 15,3 0-14-15,0 1-3 0,3-4-1 0,0 1 0 16,0-3-19-16,3-1-3 0,0-1-1 0,3-1 0 16,0-2 0-16,3-1 0 0,0-2 0 0,0-3 0 15,0-2 52-15,3 0 12 0,0-3 0 0,0-3 0 0,2 0 0 16,1-2 0-16,0 0 0 0,3-3 0 0,-3 0 0 15,3-3 0-15,-3 1 0 0,3 2 0 0,-7-5 36 0,4 2 11 16,-3 0 1-16,0-2 1 0,0 0-4 0,-3 0-1 16,0-1 0-16,-3 1 0 0,0-3-7 0,0 3-1 15,-3 0-1-15,0 2 0 0,0-2-35 0,-3 5 0 0,0-2 0 0,0 2 0 16,0 2 36-16,0 6 1 0,0 0 0 0,0 0 0 16,-6 6-8-16,0 2-1 0,0-1-1 0,0 4 0 15,0 2-27-15,0 3 0 0,3 0 0 0,-3 3 0 16,6-4-46-16,0-1-14 15,0 2-4-15,3-1 0 0,3-1 32 0,0 2 5 0,0-3 2 0,3-3 0 16,3 1-11-16,-3-3-3 16,3 0 0-16,0 0 0 0,-1-3 27 0,4-2 12 0,-3-3-10 0,0 0 10 15,0 0 0-15,0-3 0 0,0 0 0 0,0 1 0 16,0-6 0-16,0 3 0 0,-1-3 0 0,1 0 10 16,0-3 43-16,-3 0 9 0,0 4 2 0,0-7 0 15,0 4-52-15,0-4-12 0,-3-1 0 0,3-1 0 16,0-3 54-16,0-2 8 0,-3-3 2 0,3 0 0 15,-3 1-52-15,-1-1-12 0,1-3 0 0,-3 6 0 16,3 0 0-16,-3 0 0 0,3 5 0 0,-3-3 0 16,-3 6 0-16,3-3 0 0,-3 3 0 0,0 0 0 15,0 5 0-15,0-3 0 0,-3 3 0 0,0 0 0 16,3 3-100-16,-3 3-22 0,3 2-5 0,0 0-1 16,0 0-102-16,0 0-21 0</inkml:trace>
  <inkml:trace contextRef="#ctx0" brushRef="#br1" timeOffset="96670.317">14603 11788 2135 0,'0'0'44'0,"0"0"11"0,0 0-44 0,0 0-11 0,0 0 0 0,0 0 0 16,0 0 90-16,-3 5 16 0,-3 1 3 0,0-1 1 16,0 3-38-16,0 0-7 0,0 0-1 0,0 0-1 15,0 5-50-15,0-3-13 0,0 4 0 0,3-1 0 16,-3 3 0-16,3-3 0 0,-3 3 0 0,3-3 0 16,3 3 0-16,-3-3 0 0,6-2 0 0,-3 2 0 15,3-5 24-15,0 2-1 0,3-2 0 0,-3 0 0 16,6-2-37-16,-3-4-7 0,3 1-2 0,0 0 0 15,3-1 23-15,0-4 0 0,3 2 0 0,-3-3 0 16,2-2 0-16,1-1 0 0,3-2 0 0,-3 3 0 16,0-3 40-16,-3-2 12 0,3 2 2 0,-3-3 1 0,0 3-19 0,-4-2-3 0,4-1-1 15,-6 0 0 1,0 1 8-16,0-1 0 0,0-2 1 0,-3 2 0 0,0 1-33 0,-3-3-8 16,0 2 0-16,-3 0 0 0,0 1 53 0,0-1 9 0,-3 1 2 0,0 2 0 15,-3 0-52-15,0 0-12 0,-2 3 0 0,-1-3 0 16,-3 2 0-16,0 4 0 0,0-4 0 0,-3 4 0 15,0 2 0-15,3-3 0 0,-3 0 0 0,1 3 0 16,-1 0 0-16,0 0 0 0,0 3 0 0,-3 0 0 16,3-1-151-16,-2 4-33 0,-4-4-6 15</inkml:trace>
  <inkml:trace contextRef="#ctx0" brushRef="#br1" timeOffset="98544.278">10983 12957 2301 0,'-3'-5'48'0,"0"0"12"0,0 0-48 0,3-3-12 0,-3 0 0 0,0 2 0 16,3 1 106-16,-3-3 19 0,0 6 4 0,-3-4 1 15,3 4-53-15,-3-4-10 0,0 6-3 0,3-2 0 16,-2 2-34-16,-1 0-7 0,0 0-2 0,0 2 0 16,-3 1-1-16,0 2 0 0,0 3 0 0,0 3 0 15,-3-3-12-15,0 5-8 0,0 0 8 16,0 3-8-16,3 0 0 0,0 2 0 0,4 4 0 0,-1-1 0 16,0 3-10-16,6-1-3 0,0 1-1 0,0 3 0 15,6-6-14-15,0 0-4 0,2 0 0 0,4-2 0 16,0-6-5-16,3 0-2 0,0 0 0 15,3-5 0-15,0 0 13 0,0-2 2 0,2-4 1 0,1-2 0 16,3-2 23-16,-3-4 0 0,3-2 0 0,3-5 0 16,-4 0-8-16,1-3 8 0,0-5 0 0,0 2 0 0,-3-2 0 15,-4 0 0-15,4 0 0 0,-6 0 0 16,0-1 0-16,-3 4 0 0,-3-1 0 0,-3 1 0 0,0-1 58 0,-3 3 10 16,0 1 1-16,-6-1 1 0,0 0-26 0,-6-3-4 0,3 3-2 15,-6 1 0-15,0-1-19 0,-3 0-4 0,-3 0-1 16,1 0 0-16,-7 6-14 0,3-1 9 0,-3 0-9 15,0 3 8-15,0 6-8 0,1-1 0 0,-1 3 0 0,3 3 8 16,0-1-59-16,0 6-12 16,3-2-2-16,1 4-1 0,2-2-150 15,3 3-31-15,0-1-5 0</inkml:trace>
  <inkml:trace contextRef="#ctx0" brushRef="#br1" timeOffset="99332.04">12019 12788 1774 0,'0'0'75'0,"0"0"-60"16,0 0 89-16,-3 3 19 0,-3 2 3 0,3 0 1 16,0 1-43-16,0 2-8 0,3-3-1 0,-3 5-1 15,0-2-29-15,0 3-5 0,3 0-2 0,-3 4 0 16,0-1-22-16,0-1-5 0,0 3-1 0,3 0 0 16,0 0-10-16,0-1 0 0,0 1 0 0,0 3 8 15,3-3-8-15,0 0 0 0,0-1 0 0,3 1 0 16,-3-2 0-16,6 1 0 0,-3-1-10 0,3-4 10 15,0 1-16-15,3-1 2 0,-3 1 1 0,3-6 0 16,0 1 5-16,-1-4 8 0,4 1-13 0,-3-3 5 16,0-3 8-16,0-2 0 0,0 0 0 0,0-3 0 15,3-3 30-15,-3 1 11 0,3-1 3 0,-1-2 0 16,1-1-44-16,-3-1 0 0,3 1 0 0,-3 1 0 16,0 0 32-16,0-3 7 0,0 0 1 0,-3 3 1 0,-3-6-12 0,3 4-2 15,-4-1-1-15,1-3 0 0,-3 1 37 0,-3 2 7 0,3-5 2 16,-3 2 0-16,-3 1-38 0,0-4-7 0,-3 1-2 15,-2 3 0-15,2 2-9 0,-6 3-1 0,0-1-1 0,0 4 0 16,-3 2-14-16,0 3 11 0,-3 2-11 16,0 3 10-16,-2 3-10 0,2 2-9 0,-3 3 9 0,0 2-13 31,0 4-77-31,0 1-15 0,-2 1-3 0,2 3-1 16,0-1-122-16,3 1-24 0</inkml:trace>
  <inkml:trace contextRef="#ctx0" brushRef="#br1" timeOffset="102957.528">15183 5864 2048 0,'0'0'43'0,"-3"-6"9"0,0 1-42 0,3 0-10 0,-3 2 0 0,0-2 0 16,3-1 108-16,0 6 20 0,0-5 4 0,-3 0 1 15,3 5-55-15,0-5-11 0,0-1-3 0,0 6 0 16,-3-5 16-16,3 5 4 0,0 0 0 0,0 0 0 15,0 0-33-15,0 0-7 0,0 0 0 0,0 0-1 16,0 0-15-16,0 0-4 0,0 0 0 0,0 0 0 16,0 0-8-16,0 0-3 0,3 8 0 0,-3 0 0 15,3 0 12-15,-3 2 3 0,0 4 0 0,0-1 0 16,0 3-28-16,0 0-14 0,0 2 2 0,0-2 0 16,0 2 12-16,0-2 0 0,-3 0 0 0,3 0 0 15,0-3 0-15,0 3 0 0,0-3 0 0,0-2 0 16,0 0 0-16,0-1 0 0,0 1 0 0,0-1 0 15,0-2 8-15,0 3-8 0,0-3 0 0,0 2 0 16,0-2 0-16,0 3 0 0,0-3 0 0,0 2 0 16,0-2 10-16,0 0-2 0,3-2 0 0,-3 2 0 15,3-3-57-15,-3 0-12 0,3 0-3 0,-3-5 0 16,3 3 38-16,3 0 7 0,-3-1 2 0,6-2 0 16,-3 3-229-16,0-6-46 0</inkml:trace>
  <inkml:trace contextRef="#ctx0" brushRef="#br1" timeOffset="105027.758">19047 4064 1792 0,'0'0'51'0,"0"0"10"0,0 0-49 0,-3-2-12 0,3 2 0 0,-3-6 0 16,3 6 54-16,0 0 8 0,0 0 2 0,0 0 0 16,0 0 51-16,0 0 10 0,0 0 3 0,0 0 0 15,0 0-52-15,0 0-9 0,0 0-3 0,0 0 0 16,0 0-51-16,0 0-13 0,-3 6 0 0,0 2 0 15,3-3 0-15,-3 3 0 0,0 2 0 0,3 4 0 16,-3-6-12-16,3 5-4 0,0-3-2 0,-3 6 0 16,3-3 29-16,0 1 5 0,0-1 2 0,3 3 0 15,-3-3-18-15,0 3 0 0,0-8 0 0,3 2 0 16,-3 1-15-16,0 0-6 0,3-3-2 0,-3-1 0 16,0-1 37-16,0-6 7 0,0 0 2 0,0 0 0 15,0 0-37-15,0 0-7 0,0 0-2 0,0 0 0 16,0 0 23-16,0 0 0 0,0 0 0 0,3-6 0 15,0-1 10-15,-3-1-10 0,3 0 12 0,0-3-12 16,-3 0 14-16,3 1-4 0,0-6-1 0,-3 3 0 16,3 5 5-16,-3-8 1 0,3 5 0 0,-3 1 0 15,3-3-15-15,-3 2-13 0,0 0 2 0,3 1 1 16,-6 2 59-16,3 3 12 0,0-3 3 0,0-3 0 0,0 6-55 16,0 2-9-16,0 3 0 0,0 0 0 0,0 0 0 0,0 0 0 15,0 0 9-15,0 0-1 0,0 0-8 0,0 0 0 16,-3 5 0-16,0 3 0 0,0 6 0 0,0-6 0 0,3 5 0 15,-3-3-8-15,0 4-9 0,0 1-2 0,3-1 0 0,-3 2 0 32,3-1-108-32,0-1-21 0,0 2-5 0</inkml:trace>
  <inkml:trace contextRef="#ctx0" brushRef="#br1" timeOffset="105897.231">15201 6634 1580 0,'0'0'67'0,"-6"2"-54"31,6-2 92-31,-6 5 19 0,0 3 3 0,3-2 1 0,0 2-44 0,0 2-8 16,0-2-1-16,0 3-1 0,3-1-74 0,0 4 0 0,0-1-9 0,0 0-1 16,0 0 27-16,3-2 6 0,0-1 1 0,0-2 0 15,3 3-24-15,0-3 0 0,0 0 0 0,3-3 0 16,0 0 0-16,3 1 0 0,0-1 0 0,0-2 0 15,2-3 0-15,-2 0 0 0,3 0 0 0,0-3 0 16,-3-2 8-16,0-1 6 16,0 1 2-16,0 0 0 0,0-3 27 0,-3-3 5 15,0 3 2-15,-1-2 0 0,1-3 6 0,-3 2 0 16,0-2 1-16,-3-1 0 0,0 1-5 0,-3 0-2 0,-3-3 0 16,0 6 0-16,0-4-24 0,-3 1-5 0,0 3-1 15,-2-4 0-15,-1 6-11 0,0 0-9 0,3 0 12 0,-6 3-12 16,3 0 0-16,-3 2 0 0,0 3 0 0,0 0-9 15,-3 0-31-15,3 3-5 0,-3 2-2 16,1 3 0-16,2 3-121 0,0-1-25 0,-3 4-5 16</inkml:trace>
  <inkml:trace contextRef="#ctx0" brushRef="#br1" timeOffset="106513.232">15153 7306 1824 0,'-12'-6'38'0,"12"6"8"0,-6 0-37 0,6 0-9 0,-5 0 0 0,-4 3 0 16,3 0 104-16,0-1 20 0,-3-2 3 0,3 6 1 16,0-4-60-16,-3 3-11 0,3 3-2 0,0-2-1 15,-3 2-35-15,3 2-7 0,0-2-2 0,3 5 0 16,0 1-10-16,0-1 0 0,3 3 0 0,0 0 0 16,0-3-10-16,3 3 10 0,0-3-13 0,3 3 5 15,0-6 8-15,3 4 12 0,0-6-2 0,0 0-1 16,3-1-9-16,3-1-14 0,-3-4 3 0,2 1 1 15,1-3 10-15,0 0 16 0,0-5-4 0,3-1-1 16,-3-1 27-16,-3-1 6 0,3-3 0 0,-3 3 1 16,-1-3 5-16,1 1 1 0,0-3 0 0,0-1 0 15,-6 4-16-15,0-3-3 0,0-1-1 0,0 4 0 16,-3-3 2-16,-3-1 1 0,0 4 0 0,0-1 0 0,-3 1-15 0,0-1-3 16,-3 0-1-16,0 1 0 0,-3-1-15 0,-3 3 11 15,3 0-11-15,-3 0 10 0,1 3-10 0,-1 2-11 0,-3-2 3 0,0 5 0 31,0 0-43-31,0 3-8 0,-3-1-1 0,3 4-1 16,0 2-144-16,1 0-29 0,-4 0-6 0</inkml:trace>
  <inkml:trace contextRef="#ctx0" brushRef="#br1" timeOffset="107117.354">15258 7851 2066 0,'-6'-3'43'0,"0"3"10"16,-3 0-42-16,0 0-11 0,0 3 0 0,0-1 0 15,0 1 104-15,-3 2 20 0,0 1 3 0,0-1 1 0,0 3-72 16,0 2-15-16,4-2-2 0,-4 6-1 0,3-4-23 15,0 3-5-15,3 3-1 0,0-3 0 16,0 3-9-16,0-2 0 0,3 1 0 0,0 1 0 0,0 0 0 0,3-3 0 0,3 3 0 0,-3 0 0 16,3-3 0-16,3 1 0 0,0-1 0 0,3-3 0 31,-3 4-43-31,3-4-1 0,0 1 0 0,3-3 0 0,-1 2 36 0,1-4 8 0,0 2 0 0,3-3 0 16,0 0 10-16,-3-2 4 0,3-1 1 0,0-2 0 15,0 0-6-15,-4-2-1 0,1-3 0 0,0 2 0 16,0-5 27-16,0 3 5 0,0-3 0 0,-3-3 1 15,-3 3 19-15,3-2 3 0,-3 2 1 0,0-3 0 16,-3 1-8-16,0 2-2 0,0-3 0 0,-3 0 0 16,0 1-14-16,0 2-2 0,-3-5-1 0,0 2 0 15,0 0-17-15,-3-2-4 0,3 3-1 0,-3-1 0 16,-3-2-15-16,3 0 8 0,-3-1-8 0,-3 1 0 16,0 0 0-16,0 0 0 0,0 2-13 0,-2 1 4 15,-1-1-35-15,3 0-6 16,-3 3-2-16,0 0 0 0,0 3-113 0,0 3-23 0,3-1-5 0</inkml:trace>
  <inkml:trace contextRef="#ctx0" brushRef="#br1" timeOffset="107939.57">19091 7705 1883 0,'-12'-5'39'0,"12"5"10"0,-5-3-39 0,-1 1-10 0,6 2 0 0,-6 0 0 16,0 0 101-16,0 0 19 0,3 0 3 0,-3 2 1 16,0 4-58-16,0-1-11 0,0 0-3 0,0 0 0 15,0 3 10-15,0 0 2 0,0 0 0 0,3 3 0 16,-3-1-47-16,3 4-9 0,0-4-8 0,0 3 12 15,0 1-12-15,0-1 0 0,3 0 9 0,-3 0-9 16,3-2 0-16,3-1 0 0,-3 4 0 0,3-4 0 16,3-2 0-16,-3 0-13 0,3-3 5 0,3 1 8 15,0-4 0-15,0-2 0 0,0 0 0 0,3-2 0 16,0-4 44-16,0-1 16 0,2-1 3 0,-2-3 1 16,0 0-52-16,3 1-12 0,-3-3 0 0,0-1 0 15,0 4 54-15,0-3 8 0,-3-1 2 0,-3 4 0 16,0-1-52-16,-3-2-12 0,0 5 0 0,0-3 0 15,-6 1 0-15,0-1 0 0,0 3 0 0,-3-2 0 16,-3-1 0-16,0 3 0 0,-3 0 0 0,0 3 0 16,0 0 0-16,0-1 0 0,-3 4 0 0,0-1 0 15,4 6-100-15,-4-3-22 0,0 5-5 0,0 0-1 16,-3 3-102-16,0 0-21 0</inkml:trace>
  <inkml:trace contextRef="#ctx0" brushRef="#br1" timeOffset="109462.096">19109 11235 1580 0,'0'0'67'0,"0"0"-54"16,-6-3 92-16,0 3 19 0,6 0 3 0,-6 0 1 31,0-2-52-31,6 2-9 0,-6 0-3 0,6 0 0 0,-5 2 0 0,5-2 0 0,-6 3 0 0,6-3 0 16,-6 3 0-16,0 2 0 0,3 0 0 0,-3 0 0 15,3 3-51-15,0-2-13 0,0 2 0 0,0 2 0 16,0 1 0-16,0-3 0 0,3 5 0 0,-3-2 0 15,3-1 0-15,-3 3 0 0,3-2 0 0,0 2 0 16,0-2 0-16,0-1 0 0,3-2 0 0,0 3 0 16,0-3 0-16,0 0 0 0,0-3 0 0,3 3 0 15,0-3 8-15,-3 1 0 0,3-1-8 0,3-3 12 16,-3 1-12-16,2-3-8 0,-2 0 8 0,3-3-13 16,0 1 57-16,0-3 12 0,3-1 3 0,-3-2 0 15,0 3-21-15,0-3-4 0,0 0-1 0,-3 0 0 16,3 0-7-16,-3 0-2 0,0 0 0 0,-3 0 0 15,0-2-8-15,-3 2-3 0,0 0 0 0,0-3 0 16,-3 3-5-16,-3 1 0 0,3-1-8 0,-3 0 12 16,0 0-12-16,0 0 9 0,0 0-9 0,0 0 8 15,0 0-8-15,-3 3-17 0,3-3 4 0,0 5 1 16,-3-2-9-16,3-1-2 0,-3 1 0 0,3 3 0 16,0-1-117-16,3 0-23 0,-3 1-5 0</inkml:trace>
  <inkml:trace contextRef="#ctx0" brushRef="#br1" timeOffset="112538.35">19008 14841 1577 0,'0'0'66'0,"0"0"-53"31,0 0 93-31,0 0 18 0,0 0 4 0,0 0 1 0,-9 0-2 0,9 0-1 16,-6 0 0-16,6 0 0 15,-6 3-50-15,3 0-9 0,-3-1-3 0,0 4 0 0,3-1-20 0,0 0-5 0,-3 1-1 0,3 1 0 16,0 1-16-16,-2 3-3 0,2-3-1 0,0 2 0 16,-3 4-18-16,3-4 0 0,0 4 8 0,-3-1-8 15,3 0 0-15,3 3 0 0,0 0 0 0,0 0 0 16,0 0 0-16,0-1 0 0,3 1-9 0,0 0 9 16,0-3-13-16,0 1 2 0,3-4 1 0,0 3 0 15,0-5-4-15,-1 3-1 0,1-6 0 0,3 1 0 16,-3-4-9-16,3 1-1 15,0-3-1-15,0-3 0 0,0 1 26 0,3-6 12 0,-3 0 0 0,3 0-1 16,0-3-11-16,0-2-16 0,2 0 4 0,-2-1 1 16,3 1 22-16,-3 0 4 0,-3-3 1 0,3 0 0 15,-3 3 0-15,0-3 1 0,0 3 0 0,-3-3 0 16,0 3 8-16,-3-3 2 0,0 0 0 0,-3-3 0 16,-3 4 9-16,0-1 1 0,0 0 1 0,-3-3 0 15,-3 3-12-15,0 1-2 0,-3 1-1 0,3-2 0 16,-3 6-13-16,0-1-2 0,-3 3-8 0,3 0 12 15,-2 3-12-15,2 0 8 0,0 0-8 0,-3 2 0 16,3 3-8-16,0 0-8 0,0 0-2 0,0 0 0 16,-3 3-102-16,0-3-21 0,-2 0-4 0</inkml:trace>
  <inkml:trace contextRef="#ctx0" brushRef="#br1" timeOffset="120044.753">24286 2164 1690 0,'-3'-8'48'0,"0"3"11"16,0-3-47-16,3 3-12 0,-3 2 0 0,3 3 0 15,0 0 61-15,0 0 11 0,0 0 1 0,0 0 1 16,0 0-21-16,-6 8-4 0,3 0-1 0,0 5 0 15,0-2-28-15,3 2-7 0,0 3-1 0,-3 3 0 16,6-3-12-16,-3-1 0 0,3 1 0 0,0 0 0 16,0-3 0-16,3 1 0 0,3-6 0 0,-3 5 0 15,5-11 0-15,-2 6 0 0,3-2 0 0,0-6 0 16,0 0 12-16,6-6 10 0,-3 4 2 0,6-6 0 0,0-5 22 16,2-1 5-16,1-4 1 0,0-1 0 0,3 3-20 0,0-7-4 0,-1-4-1 15,4 3 0-15,0 0-27 0,0 3-19 0,-1-5 3 16,4-1 1-16,0 6 15 0,0 0 0 0,-1 0 0 0,1 0 0 15,-6 2 13-15,0 6 6 0,-3-3 1 16,-4 3 0-16,-2 0-40 0,-6 5-7 16,3 5-1-16,-6-5-1 0,-3 8-42 0,-3 0-8 15,-3 0-1-15</inkml:trace>
  <inkml:trace contextRef="#ctx0" brushRef="#br1" timeOffset="120585.615">24220 3278 1782 0,'-12'0'37'0,"12"0"8"0,0 0-36 0,0 0-9 0,0 0 0 16,0 0 0-16,0 0 24 0,-3 8 2 0,0-5 1 16,3 5 0-16,-3 0 2 0,3 0 1 0,0 2 0 0,0 1 0 15,0 0-15-15,0-1-3 0,3 3-1 0,-3-2 0 16,3 0-11-16,0-4 12 0,3 1-12 0,-3 0 12 16,0-2-1-16,6 2 0 0,-3-8 0 0,3 0 0 15,0 0 24-15,3-8 5 0,0 2 0 0,3-2 1 16,-1 0-22-16,4-7-5 0,3 4-1 0,0-5 0 15,3 3 25-15,3 2 5 0,-1-5 1 0,4 3 0 16,0 0-33-16,0-3-11 0,-4 3 0 0,4 2 9 16,-3-7 7-16,0 7 0 0,0-5 1 0,-4 3 0 15,4-3-33-15,-3 3-8 0,3 0 0 0,-6 0-1 16,-4 2-29-16,1-2-6 0,-3 2 0 0,-3 1-1 16,-3 7-95-16,-6-5-18 0,-3 8-4 0</inkml:trace>
  <inkml:trace contextRef="#ctx0" brushRef="#br1" timeOffset="121205.203">23595 3988 1364 0,'0'0'28'0,"0"0"7"15,6 7-35-15,-3-4 0 0,3 5 0 0,-3-3 0 0,0 3 40 16,0 0 2-16,0 3 0 0,0-3 0 0,0 2-10 0,0 4-1 0,0-4-1 0,0 1 0 31,3-1-11-31,-3-2-3 0,3 3 0 0,2-1 0 16,1-4 12-16,0-1 1 0,0 0 1 0,3 1 0 16,0-4 38-16,0-2 8 0,3-2 2 0,0-1 0 15,0-2-6-15,0-1-2 0,-1-2 0 0,1-2 0 16,3-1-18-16,0 1-4 0,3-4-1 0,3 1 0 0,-3-3-38 15,5 0-9-15,-2 1 0 0,6-4 0 0,-3 1 0 16,-1-4 0-16,4 4 0 0,-3-1 0 16,0-5 0-16,-3 3 0 0,2 0-14 0,-2 0 5 15,-3 5-39-15,0-5-7 0,-3 5-1 0,3 3-1 0,-7 2 32 0,1 3 6 0,0 3 2 16,-6 0 0-16,0 2-178 0,-3 3-35 16</inkml:trace>
  <inkml:trace contextRef="#ctx0" brushRef="#br1" timeOffset="121691.784">23905 4496 1151 0,'-6'7'48'0,"0"4"-38"16,0 2 54-16,0-2 12 0,0 2 1 0,3 0 1 16,0 1-34-16,0 1-8 0,0 1 0 0,0 0-1 31,3 0 23-31,0-3 5 0,3 1 1 0,0-1 0 0,0-3 0 16,3-2 0-16,-3 3 0 0,3-6 0 0,3 0 0 0,0 1 0 0,0-4 0 0,2-2 0 15,4 0 0 1,0-5 0-16,3 0 0 0,3-3 0 0,3-3 0 0,-3-2 0 0,5-3 0 0,1 0 0 15,0 0-52-15,0 1-12 0,0-4 0 0,5 3 0 16,1-2 0-16,6 4 0 0,-1-7 0 0,7 5 0 16,0 0 0-16,2 3 0 0,1-8 0 0,3 5 0 15,-4-2-151-15,1-1-33 0,-4 1-6 16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51:19.44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20121 8996 1267 0,'0'0'28'0,"0"0"5"0,0 0 38 0,0 0-71 0,-3 6 0 16,3-6 0-16,0 5 0 0,-3 3 109 0,3-3 15 0,0 1 4 0,-3 1 0 15,3 1-40-15,0-2-7 0,0 2-1 0,3 2-1 16,-3-2-20-16,0 0-4 0,0 3-1 0,3-1 0 16,-3 1-12-16,3-1-2 15,-3 1-1-15,0 2 0 0,0-2-11 0,3-1-1 0,-3 1-1 0,0 0 0 16,3-1-26-16,-3 3 0 0,0-5-9 0,3 6 9 15,-3-7 44-15,0 4 16 0,0 0 4 0,3-1 0 16,-3 3-52-16,0-2-12 0,0 0 0 0,3 2 0 16,-3-3 0-16,3 1 0 0,0 2 0 0,-3 0 0 15,3-2 0-15,0 2 0 0,-3 1 0 0,3 1 0 16,0 1 0-16,-3 0 0 0,3 0 0 0,0 3 0 16,-3-1 0-16,3 1 0 0,-3-1 0 0,0-2 0 15,0 3 54-15,3-4 8 0,-3 4 2 0,3-3 0 16,-3 0-52-16,0 0-12 0,0-1 0 0,0 4 0 15,0-3 0-15,0 2 0 0,0-2 0 0,0 3 0 16,0-1 0-16,0 3 0 0,0 3 0 0,0 0 0 16,3 0 0-16,-3 0 0 0,3 2 0 0,-3 1 0 15,0-4 27-15,3-1 2 0,-3-1 1 0,0 0 0 16,3 0-19-16,-3-2-11 0,0 2 12 0,3 0-12 0,-3-3 10 16,0 4-10-16,0-1 8 0,0 0-8 15,3 3 8-15,-3 2-8 0,0-2 8 0,0 3-8 0,0-1 0 0,0-2 0 16,0 0 8-16,0-1-8 0,0 1 17 0,3-5 2 15,-3-1 0-15,0 3 0 0,0-2-28 0,0-1-6 16,0 1-1-16,0 0 0 0,0-1 16 0,3 1 0 16,-3-1 0-16,0 3 0 0,0 3 0 0,0-3 0 0,0 3 0 0,0 0 0 15,0-3 0-15,0 0 0 0,0 3 0 0,3-3 0 16,-3 0 12-16,0-2 3 0,3-1 0 0,-3-2 0 16,0 3-15-16,3-1 0 0,-3-2 0 0,0 5 0 15,3-5 0-15,-3 5 0 0,0-2 0 16,3 2 0-16,-3 0 0 0,0 0 0 15,3 1 0-15,-3 1 0 0,0-1 0 0,0 1-18 0,0-1 4 0,0-1 1 16,0 0 13-16,0-3 0 0,0 1 0 0,3-3 0 16,-3 2 10-16,0 1 2 0,0-3 0 15,0 2 0-15,0 1-12 0,0-1 0 0,0 1 0 0,0 2 0 16,0 3 0-16,0-3 0 0,0 3 0 0,0 0 0 16,0-1 0-16,0-1 0 0,0 1 0 0,3-1 0 15,-3-4 0-15,0 1 0 0,3-4 0 0,-3 1 0 16,0 0 0-16,3 3 0 0,-3-3 0 0,0 0 0 15,2-1 0-15,-2 4-9 0,0-3 9 0,3 2-13 16,-3 1 13-16,0 2 0 0,3-2 0 0,-3 2 10 0,0 0-10 16,3 0 0-16,-3 0 0 0,0 0 0 0,3-2 0 0,-3 2 0 15,0-5 9-15,3 2-9 0,-3-2 0 0,3 0 0 16,-3-3 0-16,0 3 0 0,0-2 0 0,0 1 0 16,0-1 0-16,0 2 0 15,0-3 0-15,0 3 0 0,0 0 0 0,0-1 0 0,0 1 0 0,-3 3 0 16,3-1 0-16,-3 1 0 0,3-1 0 15,0 1 0-15,-3-1 0 0,3 1 0 0,0-1 0 0,0-2 0 16,-3 0 0-16,3 0 0 0,0-3 0 0,-3 1 0 16,3-4 0-16,0 3 0 0,-3-2 8 0,3 2-8 15,0-2 10-15,-2-1-10 0,2 1 0 0,0 2 0 16,-3-2 0-16,3 2-10 0,0-2 10 0,0-1 11 16,0 1-3-16,0 2 0 0,0 0-8 0,0 0 8 0,0 3-8 15,0 0 8-15,0 0-8 0,0 0-17 0,0 0 4 16,-3 2 1-1,3-2 12-15,3 0 0 0,-3-3 0 0,0 3 0 0,3-3 14 0,-3 1 6 0,0-4 0 0,0 3 1 16,2 1-21-16,-2-4 0 0,0-2 0 0,0 3 0 16,0-1 0-16,0-2 0 0,0 3 0 0,0-1 8 15,0-2-8-15,0 3 0 0,0 0 0 0,0-1 0 16,0-2 0-16,0 3 0 0,0-1 0 0,0 3 8 16,0-2-8-16,0 0 0 0,-2 2 0 0,2-3 0 15,0 4 0-15,0-1 8 0,0 0-8 0,0 0 0 16,-3 1 0-16,3-1 0 0,0 0 0 0,0-2 8 15,0 2-8-15,0-3 0 0,0 1 0 0,0 2 0 16,0-5 0-16,0 3 0 0,0-3 0 0,0 2 0 16,3-2 0-16,-3-2 0 0,0-1 0 0,0 3 0 15,0-3-19-15,0 0-8 16,0 1-1-16,0-1-1 0,2 0 29 0,-2-2 0 0,0 2 0 0,0 0 0 16,0-2 0-16,0 0 0 0,0-1 0 0,0 1 0 15,0 0-11-15,0-1 11 0,0-2-12 0,0 0 12 16,0 0-104-16,0 0-15 0,0 0-2 0,0-8-721 15,3 3-144-15</inkml:trace>
  <inkml:trace contextRef="#ctx0" brushRef="#br0" timeOffset="2144.209">20181 9015 874 0,'0'0'19'0,"0"0"4"0,0 0 1 0,0 0 1 0,0 0-25 0,0 0 0 0,0 0 0 0,0 0 0 0,0 0 50 0,0 0 5 15,0 0 1-15,0 0 0 0,0 0 0 16,0 0 0-16,0 0 0 0,0 0 0 0,0 0-12 15,0 0-1-15,0 0-1 0,0 0 0 0,0 0 10 0,0 0 1 16,0 0 1-16,0 0 0 16,0 0-20-16,0 0-4 0,0 0-1 0,0 0 0 0,0 0 26 0,0 0 5 15,0 0 0-15,0 0 1 0,0 0-25 0,0 0-6 16,0 0-1-16,0 0 0 0,0 0 1 0,0 0 0 16,0 0 0-16,0 0 0 0,0 0-18 0,0 0-3 15,0 0-1-15,0 0 0 0,0 0 45 0,0 0 9 16,0 0 2-16,0 5 0 0,0-5-53 0,3 6-11 0,-3-6 0 0,6 5 0 15,-6-5 0-15,3 5 0 0,0 0 0 0,0 3 0 16,0-5 55-16,0 5 7 0,0-3 2 0,0 0 0 16,0 1-52-16,-3-1-12 0,3 0 0 0,0 1 0 15,0-1 0-15,-1 0 0 0,1 3 0 0,0-3 0 16,3 1 0-16,-3-1 0 0,3 3 0 0,-3-3 0 16,3 3 0-16,0-2 0 0,-3 1 0 0,3-1 0 15,3 2 0-15,-3-3 0 0,0 0 0 0,0 3 0 16,0 0 0-16,0-3 0 0,0 3 0 0,3 0 0 15,-3-2 0-15,0-1 0 0,0 0 0 0,3 3 0 16,-1-3 0-16,-2 3 0 0,3-2 0 0,0-1 0 16,0 0 0-16,0 1 0 0,0-1 0 0,3 0 0 15,-3 0 0-15,0 3 0 0,0-2 0 0,0 2 0 16,0-3 0-16,0 3 0 0,-1-6 0 0,1 6 0 16,0-2 0-16,-3 2 0 0,3-3 0 0,0-2 0 15,0 4 0-15,-3-1 0 0,3-1 0 0,-3 0 0 0,-6-5 0 16,6 8 0-16,3-2 0 0,-3 2 0 0,0-3 0 0,-6-5 0 15,6 8 0-15,0-3 0 0,0 3 0 0,-1-3 0 16,1 1 0-16,0 2 0 0,-3-3 0 0,3 0 0 16,-3 3 0-16,0-3 0 15,3 1 0-15,-3-1 0 0,3 3 0 0,-3-3 0 0,3 0 0 0,0 1 0 16,-3 2 0-16,3-3 0 0,0 0 0 0,0 3 0 16,0-3 0-16,3 1 0 0,-3 2 0 0,0-3 0 15,0 0 0-15,0 3 0 0,0-2 0 16,-1-1 0-16,1 0 0 0,0 0 0 0,0 1 0 0,0-1 0 15,0 0 0-15,0 3 0 0,0-5 0 0,0 2 0 0,0 0 0 16,3 3 0-16,-3-5 0 0,3 2 0 16,-3 1 0-16,0-1 0 0,3 0 0 0,-3 0 0 0,0-2 0 15,3 2 0-15,-3 1 0 0,-1-1 0 0,4 0 0 0,-3 1 0 16,0-1 0-16,0 0 0 0,0 3 0 0,0-3 0 16,3 1 0-16,-3-1 0 0,0 0 0 0,0 3 0 15,0-2 0-15,0-4 0 0,0 3 0 0,0 3 0 16,0-2 0-16,0-4 0 0,0 4 0 0,-3 2 0 15,3-6 0-15,-3 6 0 0,2-3 0 0,-2 1 0 16,3-1 0-16,-3 0 9 0,3 1-9 0,-3 2 8 16,3-3-8-16,-3 0 0 0,3 0 9 0,-3 3-9 0,0-2 8 15,3-1-8-15,-3 0 8 0,3 3-8 0,0-3 0 16,-3 1-13-16,3 2 1 0,0-3 1 0,-3 0 11 0,3 1 0 16,0-1 0-16,-3 0 0 15,3 0 0-15,0 1 0 0,0 2 0 0,0-3 0 0,0 0 49 16,-1 1 12-16,1-1 3 0,0 0 0 15,-3 0-52-15,3 1-12 0,0-1 0 0,0 0 0 0,-3 1-14 16,3-1-6-16,0 0 0 0,-3 0-1 0,3 1 33 16,-3-1 8-16,-3-5 0 0,6 3 1 0,0 2-21 0,0 0-10 15,-3 1 1-15,0-1 0 0,3 0 9 16,-6-5 12-16,6 5-2 0,-6-5-1 0,3 6-9 0,3-1 0 16,0-2 0-16,-6-3 0 0,6 5 0 0,-3 0 0 15,2 1 0-15,1-1 0 0,-6-5 0 0,3 2 0 0,-3-2 0 16,6 6 0-16,0-1 0 0,0-2 0 0,-6-3 0 0,3 5 0 15,-3-5 0-15,6 5 0 0,0 1 0 0,-6-6 0 16,3 5 0-16,3 0 0 0,0-2 0 0,-6-3 0 16,3 5 20-16,-3-5 3 0,0 0 0 0,6 5 0 15,-6-5-23-15,3 6 8 0,-3-6-8 0,6 5 0 16,-6-5 0-16,3 5 0 0,-3-5 0 0,0 0 0 16,0 0 0-16,0 0 0 0,0 0 0 15,0 0 8-15,0 0-8 0,0 0 0 0,0 0 0 0,0 0 0 31,0 0-23-31,0 0-5 0,9-5-2 0,-6 0 0 16,3-3-183-16,-3 0-37 0</inkml:trace>
  <inkml:trace contextRef="#ctx0" brushRef="#br0" timeOffset="4389.647">21407 10187 1074 0,'0'0'30'0,"0"0"8"0,0 0-30 0,0 0-8 0,0 0 0 0,0 0 0 0,0 0 104 0,0 0 19 15,0 0 4-15,0 0 1 0,0 0-52 0,0 0-9 16,0 0-3-16,0 0 0 0,0 5 0 0,0-5 0 16,0 6 0-16,0-6 0 0,0 5 0 0,0 3 0 15,0-3 0-15,0 0 0 0,0 1-51 0,0 2-13 16,0 0 0-16,0 2 0 0,0-2 54 0,0 3 8 16,0-1 2-16,0 1 0 0,0 2-52 0,0-2-12 15,0 2 0-15,0 0 0 0,0 0 0 0,0-2 0 16,0 2 0-16,0 0 0 0,0 1 0 0,0-4 0 15,0 4 0-15,3-4 0 0,-3 1 0 0,0-1 0 0,0-2 0 0,3 3 0 16,-3-1 0-16,0 1 0 0,0 0 0 0,3-1 0 16,-3 1 0-16,0-3 0 0,0 2 0 15,0 1 0-15,0-1 0 0,0 1 0 0,0 0 0 0,0 2 0 16,0-3 0-16,0 4 0 0,0-1 0 0,0 0 0 16,0 0 0-16,0 3 0 0,0 0 0 0,0 0 0 15,0 0 47-15,0 0 6 0,0 0 2 0,0-1 0 16,0 1-37-16,0 0-7 15,0-3-2-15,0 3 0 0,0 0-9 0,0 0 0 0,0-3 0 0,0 3 0 16,0 0 46-16,0 3 7 0,0-4 2 0,0 1 0 16,0 0-38-16,0 0-7 0,0 3-2 0,0-1 0 15,0 1-8-15,0 2 0 0,0-3 0 0,0 3 0 16,0 1 0-16,0-4 0 0,0 1 0 0,0 2 0 16,0-5 0-16,0 2 0 0,0-2 0 0,0 0 0 15,0-3 0-15,0 3 0 0,0-3 0 0,0 1 0 16,0-1 0-16,0 0 0 0,0 3 0 0,0-3 0 0,0 0 0 15,0 3 0-15,0-3 0 0,0 3 0 0,0-2 0 16,0 1 0-16,0 4 0 0,0-3 0 0,0 2 0 0,3-2 0 16,-3 3 0-16,0-3 0 0,0 0 0 0,3-1 0 15,-3 1 0-15,0 0 0 0,3 0 0 0,-3-3 0 16,0 0 0-16,3 1 0 0,-3-1 0 0,0-2 0 16,0 2 0-16,0 0 0 0,0 0 0 0,3 0 0 15,-3 1 0-15,0-1 0 16,0-2 56-16,0 2 7 0,0 3 1 0,0-3 0 15,0 3-52-15,0-3-12 0,0 3 0 0,0 2 0 0,0-2 0 0,0 0 0 16,0-3 0-16,0 3 0 0,0 0 0 0,0-3 0 16,0 3 0-16,0-3 0 0,0-2 0 0,3 2 0 15,-3-2 0-15,3 2 0 0,-3-5 0 0,0 3 0 0,0-3 0 16,0 2 0-16,0-2 0 0,0 0 0 0,0 3 0 0,0-4 0 16,0 4 0-16,0-3 0 0,0 3 0 0,0-3 0 15,0-1 0-15,0 4 0 0,0-3 0 0,0 3 0 16,0-3 0-16,0-1 0 0,0 4 0 0,0 0 0 15,0-1 0-15,0 1 0 0,0-1 0 0,0 4 0 16,0-4 0-16,0 1 0 0,0 2 0 0,0 0 0 16,0-2 0-16,3 2 0 0,-3-2 0 0,0 2 0 15,0-3 0-15,3 1 0 0,-3 0 0 0,0-1 0 16,0 1 0-16,3-1 0 0,-3-2 0 0,0 0 0 16,3 0 0-16,-3 0 0 0,0 0 0 0,0-3 0 15,0 3 0-15,3-2 0 0,-3 2 0 0,0-3 0 16,0 3 0-16,3-3 0 0,-3 0 0 0,0 3 0 15,0-2 0-15,0 1 0 0,0-1 0 0,3 2 0 16,-3 0 0-16,0-3 0 0,0 3 0 0,0 0 0 0,0-3 0 16,0 3 0-16,0 0 0 0,0 0 0 15,0 0 0-15,0 0 0 0,0 2 0 0,0-2 0 0,0 0 0 0,0 3 0 16,0-1 0-16,0-2 0 0,0 3 0 0,3-3 0 16,-3 2 0-16,0 1 0 0,0-3 0 0,0 0 0 15,0 3 0-15,3-1 0 0,-3-2 0 0,0 3 0 16,0-3 0-16,3 0 0 0,-3-1 0 0,0 1 0 15,0-2 0-15,3 2 0 0,-3-3 0 0,0 0 0 0,0 3 0 16,3-3 0-16,-3 1 0 0,0 2 0 0,0-8 0 16,3 5 0-16,-3 0 0 0,0-5 0 0,3 6 0 0,-3-6 0 15,0 5 0-15,0-5 0 0,3 5 0 0,-3-5 0 16,0 5 0-16,0-5 0 0,0 6 0 0,0-6 0 16,3 2 0-16,-3-2 0 15,0 8 0-15,0-8 0 0,0 0 0 0,0 6 0 0,0-6 0 16,0 5 0-16,0-5 0 0,0 5 0 0,0-5 0 15,-3 5 0-15,3-5 0 0,0 0 0 0,0 0 0 0,0 6 0 16,0 2 0-16,0-8 0 0,0 0 0 0,-3 5 0 16,3-5 0-16,0 5 0 0,0-5 0 0,0 0 0 15,0 6 0-15,0-6 0 0,0 0 0 0,-3 5 0 16,3-5 0-16,0 0 0 0,0 0 0 0,0 0 0 16,-3 5 0-16,3-5 0 0,0 0 0 0,0 0 0 15,-3 5 0-15,3-5 0 0,-3 6 0 0,3-6 0 16,-3 2 0-16,3-2 0 0,-3 6 0 0,3-6 0 15,0 0 0-15,-6 5 0 0,3 0 0 0,-3 1 0 16,6-6 54-16,-6 5 8 0,3-3 2 0,-3 4 0 0,0-4-52 16,3 4-12-16,-3-1 0 0,0-2 0 0,0 2 0 15,0 3 0-15,-3-3 0 0,3 0 0 0,-3 1 0 0,4 2 0 16,-1-3 0-16,-3 3 0 0,0-3 0 0,3 3 0 16,-3-3 0-16,0 3 0 0,0 0 0 0,3 0 0 15,-3 0 0-15,0 0 0 0,0 0 0 16,0-3 0-16,0 3 0 0,0 0 0 0,0 0 0 0,1-3 0 15,-1 3 0-15,0-2 0 0,0 2 0 0,0 0 0 16,3-3 0-16,-3 3 0 0,0 0 0 0,3-3 0 16,-3 3 0-16,3 0 0 0,-3-3-16 0,3 0-7 0,0 3-1 15,-3-2 0-15,1-1 24 0,2 0 0 0,0 1 0 16,-3-1 0-16,3 0 0 0,0 0 0 16,-3 1 0-16,3-1 0 0,-3 0 0 0,3 1 0 0,0-1 0 0,0 0 0 15,0 1 0-15,-3 1 0 0,3-1 0 0,-3-1 0 16,0 0 0-16,3 3 0 0,-2-2 0 0,-1-1 0 15,0 0 0-15,0 3 0 0,0-3 0 0,0 3 0 16,-3-2 0-16,3 2 0 0,0-3 0 0,-3 3 0 16,3 0 0-16,0 0 0 0,-3 0 0 0,3 0 0 15,1 2 0-15,-4-2 0 0,3 3 0 0,0-3 0 16,-3 2 22-16,3-2-1 0,-3 3 0 0,3-1 0 16,0-2-33-16,0 0-6 0,0 0-2 0,0 3 0 15,0-3 32-15,1 0 7 0,2-1 1 0,-3 1 0 16,0-2-20-16,0 2-19 0,0 0 4 0,3-3 1 15,0 0 14-15,0 0 0 0,-3 1 0 0,3-1 0 16,0-2 0-16,0 2 0 0,0 0 0 0,0 1 0 16,0-1 0-16,-3 0 0 0,3 0 0 0,1 1 0 15,-4-1 8-15,0 0-8 0,3 1 0 0,-6-1 0 16,3 0 9-16,0 0-9 0,0 1 0 0,0-1 9 0,0 0-9 0,0 1 0 16,-3-1 9-16,3 0-9 0,0 1 0 0,1-1 8 15,-1 0-8-15,0 0 0 0,0-2 0 16,0 2 0-16,-3 1 0 0,3-1 8 0,3-2-8 0,-3 2 0 15,3 0 0-15,-3 0 0 0,3 1 0 0,-3-1 0 0,3 0 0 16,0 1 0-16,0-1 0 0,1 3 0 16,-1-3 0-16,0 3 0 0,0-3 0 0,0 1 0 0,3-1 0 0,-3 3 0 15,3-3 0-15,0-2 0 0,0 2 0 16,0-2 0-16,0 2 0 0,3-2 0 0,-3-1 0 16,0 1 0-16,3 0 0 0,-3-1 0 15,3-2 0-15,-3 0 0 0,3 0 0 0,0 0 0 16,-3-2 0-16,0-1 0 15,3-2-50-15,-3-1-11 0,0-2-3 0,3-2 0 16,0-1-51-16,0-2-10 0,0 0-3 0,0-3-1126 0</inkml:trace>
  <inkml:trace contextRef="#ctx0" brushRef="#br0" timeOffset="5135.515">20237 13196 1552 0,'0'0'44'0,"0"0"10"0,0 0-43 0,0 0-11 0,0 0 0 0,0 0 0 16,0 0 94-16,0 0 17 16,0 0 3-16,0 0 1 0,0 5-27 0,0 0-6 15,0 3-1-15,0-3 0 0,0 3-9 0,0 0-1 0,0 0-1 0,0 0 0 16,3 0-13-16,-3 0-2 0,3 3-1 0,-3-3 0 15,0 2-43-15,3-2-11 0,-3 0 0 0,0 0 0 16,0 0 0-16,0 0 0 0,0 0 0 0,3 2 0 16,-3-2 0-16,0 3 0 0,0-1 0 0,0-2 0 15,0 3 0-15,0 0 0 0,0-1 0 0,0 1 0 16,0-1 0-16,0 1 0 0,0-1 0 0,0 4 0 16,0 2 0-16,0-6 0 0,0 3 0 15,0 3 0-15,0-2 0 0,0-1 0 0,0 3 0 0,0-3 0 16,0 0 53-16,0 0 9 0,0 1 2 0,-3-4 0 15,3 1-52-15,0 2-12 0,0-2 0 0,0-4 0 16,0 4 0-16,-3 0 0 0,3-3 0 0,0 0 0 16,0-3 0-16,3 3 0 0,-6 0 0 0,3 0 0 15,0-3 0-15,0 3 0 0,0 0 0 0,-3-3 0 16,3 3 0-16,0 0 0 0,0 0 0 0,0 0 0 0,-3 0 0 16,3 0 0-16,0 0 0 0,-3 0 0 0,3 0 0 0,-3 2 0 15,3-2 0-15,0 0 0 0,-3 0 21 0,3 0 2 16,0 0 0-16,0 0 0 0,0 2-37 0,-3-2-7 15,1-2-2-15,2 1 0 0,0 1 70 0,-3-2 13 16,3-1 4-16,0 3 0 16,0-3-52-16,0-2-12 0,0-3 0 0,0 0 0 0,0 5-12 0,0-5-6 0,-3 5-1 15,3-5 0-15,0 0 19 0,0 0 0 0,0 0 0 0,0 0 0 16,0 0 16-16,0 0 1 0,0 0 0 0,0 0 0 16,0 0-17-16,0 0 0 15,0 0 0-15,0 0 0 16,3-7-48-16,0-1-12 0,-1-3-4 0,1 3 0 15,0-3-186-15,0-2-38 0,0-21-7 0,0 10-1 0</inkml:trace>
  <inkml:trace contextRef="#ctx0" brushRef="#br0" timeOffset="18069.632">20642 8263 1250 0,'0'0'52'16,"0"0"-41"-1,0 0 82-15,0-5 17 0,0 5 3 0,3-5 1 16,-3 5-16-16,0 0-3 0,0 0-1 0,0 0 0 15,0 0-17-15,0 0-3 0,0 0-1 0,0 0 0 16,0 0-9-16,0 0-3 0,0 0 0 0,0 0 0 16,0 0-13-16,0 0-2 0,0 5-1 0,0 3 0 15,0-3-9-15,0 3-3 0,0 3 0 0,0-1 0 16,0 1-13-16,0-3-2 0,0 5-1 0,0-2 0 16,0-1-5-16,0 4-2 0,0-4 0 0,0 3 0 15,0-2-10-15,0 2 8 0,0-2-8 0,3 2 8 16,-3 0-8-16,0-2 10 0,3 2-10 0,-3 0 10 0,0 1-10 15,3-4 12-15,-3 3-12 0,0-2 12 0,0 2-12 16,3 0 8-16,-3 1-8 0,0-4 8 0,0 6-8 0,3-3 0 16,-3 3 9-16,0 0-9 0,0 0 0 0,3 0 8 15,-3 2-8-15,0-2 0 0,3 3 0 0,-3-3 0 0,0 0 0 0,3 2 0 16,-3-2 0-16,3-3 0 0,0 3 0 16,-3 0 0-16,3-3 0 0,0 3 0 15,-3-5 0-15,3 4 0 0,0-1 0 0,-3-1 0 16,0 0 0-16,3 0 0 15,-3 1 0-15,0-1 0 0,3 3 0 0,-3 0 0 0,3 0 0 0,-3-1 0 0,0 4 0 0,0-1 0 16,0-2 56-16,0 5 6 0,0-5 2 0,0 3 0 16,0-1-52-16,0-2-12 0,0 0 0 0,0 3 0 15,0-6 0-15,0 0 0 0,0 0 0 0,-3 1 0 16,3-1 0-16,0-3 0 0,0 1 0 0,0 2 0 16,-3-2 0-16,3-1 0 0,0-2 9 0,0 3-9 15,0-3 0-15,0 0 8 0,0 0-8 0,0 0 0 16,0 0 0-16,0 0 0 0,0-1 0 0,0 1 0 15,3 0 0-15,-3 0 0 0,3-2 8 0,-3 4-8 16,0-5 0-16,3 3 0 0,-3-2 0 0,0 2 0 16,3-3 0-16,-3 0 0 0,0-5 0 0,3 8 0 15,-3-8-28-15,3 3-5 0,-3-3-1 0,3 2 0 16,-3-2-154-16,6 0-32 0,-3 0-5 0</inkml:trace>
  <inkml:trace contextRef="#ctx0" brushRef="#br0" timeOffset="19270.617">21211 8428 1052 0,'0'0'44'0,"-3"-6"-35"16,3 6 100-16,0-5 20 0,0 0 4 0,0 5 1 16,-3-6-18-16,3 6-3 0,0 0-1 0,0 0 0 15,0 0-25-15,0-2-6 0,0 2-1 0,0 0 0 16,0 0-13-16,0 0-3 0,0 0-1 0,0 0 0 16,0 0-20-16,0 0-4 0,0 0-1 0,0 0 0 15,0 0-6-15,0 0 0 0,0 0-1 0,-6 2 0 16,6-2-11-16,-6 6-3 0,3-1 0 0,-3 3 0 15,3 0-1-15,0-3-1 0,3 3 0 0,-3 0 0 16,3 0-4-16,-3 2-1 0,3-2 0 0,0 0 0 16,0 0-2-16,0 3 0 0,0-3 0 0,0 2 0 15,0-2 1-15,0 0 0 0,0 3 0 0,0-3 0 16,0 2-9-16,0 1 12 0,0 0-12 0,0-1 12 16,0 1-4-16,0 2-8 0,0 0 12 0,0 6-4 15,0-3-8-15,0-1 12 0,0 1-12 0,0 3 12 16,0-1-4-16,0 1-8 0,0-3 12 0,0 0-4 15,0 0-8-15,3-1 8 0,-3-1-8 0,0-1 8 16,3 3-8-16,-3-3 0 0,0 3 0 0,3-3 8 0,-3 0-8 16,3 1 0-16,-3-4 9 0,3 3-9 15,-3 1 8-15,3-1-8 0,-3 3 8 0,0-3-8 16,3 5-22-16,-3-2-9 0,0 0-1 0,0 0-1 0,0 3 61 0,0-4 12 0,0 4 2 16,0 0 1-16,0-4-33 0,0 1-10 0,0 3 0 15,0-3 0-15,0 0 10 0,0-3-10 16,3 0 8-16,-3 0-8 0,0-2 0 0,0 2 0 0,0 0 0 0,-3-2 0 15,3 2 0-15,0-2 0 0,0-1 0 0,-3 1 0 16,3-1 0-16,0 4 0 0,0-4 8 0,0 1-8 16,0 2 0-16,0 0 0 0,0 3 0 0,0-3 8 15,0 3-8-15,0 0 0 0,0 0 9 0,0 0-9 16,0-3 0-16,0 3 9 0,0-3-9 0,0 0 0 16,0 1 9-16,0-4-9 0,0 3 0 0,0-2 9 15,0 2-9-15,0-5 0 0,0 3 0 16,0-3 8-16,0 2-8 0,0-2 8 0,0 3-8 0,0-3 8 15,-3 0-8-15,3 0 0 0,0 0 0 0,-3 0 0 16,3 0 0-16,-3-1 8 0,3 1-8 0,-3 0 0 16,3 0 0-16,-3 0 0 0,3-3 8 0,0 3-8 15,-3 0 0-15,3 0 0 0,-3 0 0 0,3 0 0 16,0 0 0-16,-3 0 0 0,3-3-14 0,0 3 5 16,0 0 9-16,0-2 0 0,0-1 0 0,0 0 0 15,0-5 0-15,0 5 0 0,0-5 0 0,0 0 0 16,0 0 8-16,0 0 4 0,0 0 1 0,0 0 0 15,0 0-41-15,0 0-9 0,0 0-2 0,0 0 0 16,6-2-109-16,0-4-23 0,-3 1-4 0</inkml:trace>
  <inkml:trace contextRef="#ctx0" brushRef="#br0" timeOffset="20324.209">20669 7779 1121 0,'0'0'47'16,"0"0"-38"-1,0 0 89-15,0 0 18 0,0 0 3 0,0 0 1 16,0 0 7-16,0 0 1 0,0 0 1 0,0 0 0 16,0 0-52-16,0 0-10 0,0 0-3 0,0 0 0 15,0 0 52-15,-3-5 9 0,0 2 3 0,0-2 0 16,-3 2-103-16,3-2-25 0,0 0 0 0,-3 2 0 16,0-2 56-16,3 2 7 0,-3-2 1 0,-3 2 0 15,3 1-52-15,-2-1-12 0,2 0 0 0,-6 3 0 16,3-2 0-16,-3 2 0 0,0 0 0 0,-3 2 0 15,3-2 0-15,-3 3 0 0,3 2 0 0,-3-2 0 0,4 2 0 16,-4 3 0-16,3-3 0 0,0 3 0 0,0 0 0 16,3 3 0-16,0-1 0 0,0 4 0 0,3-4 0 0,3 4-13 15,0-1 2-15,0 0 1 16,6 0-35-16,0-2-7 0,0-1-2 0,3-2 0 16,3 0 10-16,0-2 3 0,0-4 0 0,3-2 0 15,0 0 14-15,0 0 3 0,0-5 1 0,2 0 0 0,-2-1 23 16,0 1 0-16,3-3 0 0,-3 0 0 15,-3 0 47-15,0 0 13 0,0-2 4 0,-3 2 0 0,0-3 0 0,0 3 0 0,-3 0 0 0,0 0 0 16,3 0-52-16,-6 0-12 0,0 1 0 0,3-1 0 16,-3 2 54-16,0-2 8 0,0 3 2 0,0 0 0 15,0-1-52-15,0 6-12 0,0-5 0 0,0 5 0 16,0 0 0-16,0 0 0 0,0 0 0 0,0 0 0 16,0 0 0-16,0 0 0 0,0 0 0 0,0 0 0 15,3 8 0-15,0-3 0 0,0 6 0 0,-1-3 0 16,1 5 32-16,0 0 3 0,0 1 1 0,0 2 0 15,0-1-58-15,0 1-11 0,0 0-3 0,-3 3 0 16,3-3 36-16,3-1 0 0,-3 1 0 0,0 0 0 16,3-3 16-16,-3 1 9 0,0-4 3 0,3 1 0 15,-3-3-45-15,3 0-9 0,0-3-2 0,0 0 0 16,-3 1-199-16,3-4-40 0</inkml:trace>
  <inkml:trace contextRef="#ctx0" brushRef="#br0" timeOffset="21301.128">21208 7538 1683 0,'0'0'71'0,"0"0"-57"16,0 0 98-16,-3-5 20 16,3 5 4-16,0 0 1 0,0 0-41 0,0 0-9 0,0 0-2 0,0 0 0 15,0 0-29-15,0 0-7 0,0 0-1 0,-3 8 0 31,3 3-20-31,0-1-4 0,0 3 0 0,0 1-1 0,0 2-8 0,0-1-2 0,3 4 0 0,-3-3 0 16,0 2-13-16,0 1 9 0,0-1-9 0,0 1 8 16,0 2-8-16,3 0 0 0,-3-2 0 0,0 5 0 15,3-3-12-15,-3 0-4 0,0 0 0 0,3 0-1 16,-3-2 17-16,3-1 0 0,-3-4 0 0,3 1 0 16,0-4 0-16,-3 0 0 0,3-3 0 0,-3-1 0 15,3-1 0-15,-3-6 0 0,0 0 0 0,0 0 0 16,0 0 0-16,0 0 0 0,6 0 0 0,-3 0 0 15,2-3 0-15,1-2 0 0,0 0 0 0,-3-3 0 16,3 0 0-16,0-3 0 0,0 1 0 0,-3-1 0 16,3 0 0-16,0-2 0 0,0 3 0 0,0-4 0 15,3 1 48-15,-3 2 12 0,3-2 4 0,0 3 0 16,0-1-52-16,0 3-12 0,0 0 0 0,-1 0 0 16,1 3 0-16,0 0 0 0,0 2 0 0,-3 0 0 15,3 1 0-15,0-1 0 0,0 3 0 0,0 3 0 16,0-1 0-16,0 4 0 0,-3-1 0 0,3 0 0 15,-3 3 0-15,0 3 0 0,0-1 0 0,0 1 0 16,-4 2 0-16,4 0 0 0,-3 1 0 0,-3 2 0 16,3-3 0-16,-3 3 0 0,0-3 0 0,-3 0 0 15,0 0 54-15,0 1 8 0,-2-4 2 0,-1 1 0 0,0-3-52 16,-3 2-12-16,3-2 0 0,-6 0 0 16,3-3 0-16,0 1 0 0,-3-1 0 0,0 0 0 15,-3 1 0-15,3-4 0 0,-3 1 0 0,1-3 0 0,-1 0 0 0,0 0 0 16,0 0 0-16,0 0 0 0,3-3 54 0,-3 1 8 0,3-4 2 0,-3 4 0 15,4-4-64-15,-1 4-26 0,0-4 2 0,3-2 0 16,0 3 6-16,3-3 2 0,0 3 0 0,3-6 0 31,0 3-92-31,3-5-17 0,3 3-4 0</inkml:trace>
  <inkml:trace contextRef="#ctx0" brushRef="#br0" timeOffset="25991.696">20172 10028 880 0,'0'0'24'0,"0"0"8"0,0 0-32 0,0 0 0 0,0 0 0 0,0 0 0 15,-6 0 64-15,6 0 6 0,0 0 2 0,-6 3 0 16,6-3-20-16,0 0-4 0,0 0-1 0,-6 3 0 15,6-3-6-15,-6 2-1 0,6-2 0 0,0 0 0 16,-3 3 2-16,3-3 0 0,0 0 0 0,-6 3 0 16,6-3 2-16,0 0 1 0,-6 2 0 0,6-2 0 15,-6 3 1-15,6-3 0 0,-3 3 0 0,3-3 0 16,-6 2 1-16,6-2 0 0,-6 3 0 0,6-3 0 16,-3 2 0-16,-3-2 0 0,0 3 0 0,1 0 0 15,2-3-3-15,-3 0 0 0,0 2 0 0,0 1 0 16,3-3-14-16,-3 0-3 0,0 3-1 0,0-3 0 15,0 0-12-15,0 2-2 0,0-2-1 0,0 3 0 0,0-3-11 16,-3 0 8-16,3 3-8 0,-3-3 8 0,0 2-8 16,3-2 10-16,-3 3-10 0,1-3 10 0,-4 0-10 0,3 0 8 15,-3 0-8-15,0 0 8 0,0 0 3 0,0 0 0 0,-3 0 0 16,3 0 0-16,-3 0 5 0,4 0 2 16,-1 0 0-16,-3 0 0 0,3 0-10 15,0 0-8-15,0 0 9 0,0 0-9 0,-3 0 10 0,0 0-10 16,-3 0 10-16,4-3-10 0,-1 3 12 0,0 0-4 0,0 0-8 15,0 3 12-15,0-3-12 0,0 0 8 0,0 0-8 0,1 0 0 16,2 0 0-16,0 0 8 0,0 0-8 0,-3 0 0 16,3 0 0-16,0 0 0 0,0 0 0 0,-3 0 0 15,3 0 0-15,3 0 0 0,-2 0 0 0,-1 0 0 16,3 0 8-16,-3 0-8 0,6 0 0 0,-6 3 0 16,3-3 0-16,0 2 8 0,0-2-8 0,0 0 0 15,-3 0 0-15,3 3 0 0,-2-3 8 0,-1 0-8 16,0 0 0-16,3 0 0 0,-3 0 8 0,0 0-8 15,0 2 0-15,0-2 8 0,0 0-8 0,0 0 0 16,0 0 8-16,1 3-8 0,-1-3 0 0,-3 0 9 16,3 0-9-16,3 0 0 0,-3-3 0 0,0 3 0 15,3 0 20-15,-3 0 0 0,0 0-1 0,0 0 0 16,3 0-19-16,1 3 0 0,-1-3 0 0,-3 0 0 16,3 0 0-16,0 0 0 0,0-3 0 0,0 3 0 15,0 0 0-15,0 0 0 0,3 0 0 0,-3 0 0 16,3 0 0-16,-3 0 0 0,0 0 0 0,1 3 0 15,-4-3 0-15,3 0 0 0,-3 0 0 0,3 0 0 16,-3 0 0-16,0 0 0 0,0 0 0 0,0 3 0 16,0-3 0-16,0 0 0 0,3 0 0 0,-2 0 0 15,-1 2 0-15,0-2 0 0,-3 3 0 0,3-3 0 0,0 3 0 0,0-3 0 0,3 0 0 16,-3 2 0-16,0-2 0 0,3 3 0 0,1-3 0 16,-4 0 0-16,3 3 0 0,0-3 0 0,0 0 0 15,0 2 0-15,0 1 0 0,0-3 0 0,3 3 0 16,0-1 0-16,-3-2 0 0,3 3 0 0,0-3 0 0,0 3 0 15,-3-1 0-15,3-2 0 0,-2 3 0 0,2-1 0 16,-3-2 0-16,0 3 0 0,0-3 0 16,0 3 0-16,3-3 0 0,-3 0 0 0,0 2 0 0,0-2 0 15,3 3 0-15,-3-3 0 0,3 0 0 0,-3 3 0 16,3-3 0-16,0 0 0 0,4 0 0 0,-4 0 0 16,6 0 0-16,-6 2 0 0,6-2 0 15,-6 0 0 1,6 0-20-16,0 0-5 0,0 0-1 0,0 0 0 0,0 0-92 15,0 0-18-15,0 0-4 0</inkml:trace>
  <inkml:trace contextRef="#ctx0" brushRef="#br0" timeOffset="27526.592">20163 10912 1448 0,'0'0'41'0,"0"0"9"16,0 0-40-16,0 0-10 0,0 0 0 0,0 0 0 15,0 0 97-15,0 0 18 0,0 0 3 0,0 0 1 16,0 0-27-16,0 0-4 0,0 0-2 0,-3 5 0 16,3-5-17-16,0 0-3 0,0 0-1 0,-3 8 0 15,3-8-15-15,-3 3-3 0,3-3-1 0,-3 5 0 16,-3 1-16-16,0-4-3 0,3 1-1 0,-3-1 0 16,0 1-5-16,0 0-1 0,0-1 0 0,-3-2 0 15,1 3-2-15,2-3-1 0,-3 3 0 0,0-1 0 0,0-2-3 0,0 3-1 16,-3-3 0-16,3 3 0 0,0-1-5 0,-3-2 0 15,0 3-8-15,0 0 12 0,3-1-4 0,-2-2 0 16,-1 3-8-16,0 0 12 0,0-1-4 0,0-2-8 0,0 3 11 0,0-1-11 16,0 1 0-16,3 0 0 0,-3-1 0 0,0 1 0 15,1 0 0-15,-1-1 0 0,0 1 0 0,0 0 0 16,-3-1 0-16,3-2 0 0,0 3 0 0,-3 0 0 16,-3-1 0-16,3-2 0 0,-2 3 0 15,-1 0 0-15,0-1 0 0,0-2 0 0,-3 3 0 16,3-1 0-16,0 4 15 0,1-4-4 0,-4 1-1 0,3 0 0 15,3-1-10-15,-3 4 0 0,3-4 0 0,0 4 0 16,1-4 0-16,2 4 0 0,-3-4 0 0,3 3 0 16,-3-2 0-16,3 0 0 0,0-1 0 0,0 4 0 15,-3-4 0-15,3 4 0 0,-2-4 8 0,-4 1-8 16,3 0 0-16,0 2 0 0,0-3 0 0,0 1 0 16,0 0 0-16,0 2 0 0,-2 0 0 0,2-2 0 15,3 2 0-15,-3-2-17 0,3 2 4 0,0 1 1 16,-3-4 12-16,3 3 0 0,0-2 0 0,0 0 0 15,4 2 0-15,-4-2 0 0,3-1 0 0,0 4 0 16,-3-4 0-16,3 1 0 0,0 0 0 0,0-1 0 16,0 1 9-16,3 0 5 0,0-1 1 0,-3 1 0 0,0-1-15 15,0-2 0-15,1 6 0 0,-4-4 0 0,0 1 0 16,0 0 0-16,0-1 0 0,0 1 0 0,-3 0 0 0,3-1 0 16,0 1 0-16,-3 0 0 0,1-1 0 0,2 1 0 0,-3-1 0 15,-3-2 0-15,3 3 0 0,3 0-20 16,-3-3 4-16,0 2 0 0,3-2 16 0,1 3 0 15,-4-3 0-15,3 0 0 0,0 3 12 0,0-3 5 16,3 0 2-16,0 0 0 0,0 2-19 0,0-2 0 16,0 0 0-16,0 3 0 0,0-3 0 0,0 0 0 0,4 3 0 15,-4-3 0-15,0 2 0 0,3 1 0 0,-3 0 0 0,3-3 0 16,-3 2 0-16,0 1 0 0,3-3 0 0,-3 3 0 16,3-3 0-1,-3 2 0-15,3-2-8 0,0 3 8 0,0-1-8 0,0 1 8 0,0 0-13 0,3-3 5 16,-2 2-17-16,-1-2-3 15,6 0-1-15,-6 3 0 0,6-3-23 16,0 0-4-16,0 0 0 0,0 0-1 0,0 0-113 0,0 0-22 0,0 0-5 0</inkml:trace>
  <inkml:trace contextRef="#ctx0" brushRef="#br0" timeOffset="28743.19">20205 12158 1326 0,'0'0'28'0,"0"0"5"0,0 0-33 0,0 0 0 0,-6 3 0 0,6-3 0 15,-9 0 88-15,9 0 12 0,-6 3 1 0,0-1 1 16,0 1-22-16,0 0-4 0,0-3 0 0,0 2-1 16,0 1-11-16,0 0-3 0,0-3 0 0,0 2 0 15,0-2-6-15,-3 5-2 0,3-2 0 0,-3 0 0 16,4-1-9-16,-4-2-1 0,0 3-1 0,0 0 0 16,0-1 10-16,0 4 1 0,-3-4 1 0,3 1 0 15,-3 0-54-15,0-1 0 0,0 1-11 0,0 0 2 16,1-1 9-16,-4 3 12 0,3-2-2 0,-3 2-1 15,3 1-9-15,0-4 0 0,0 4 0 0,0-1 0 16,3 0 0-16,-3 0 0 0,0 1 0 0,1-1 0 16,2 0 0-16,0 1 0 0,0 2 0 0,-3-3 0 15,3 0 0-15,0 0 0 0,0 3 0 0,-3-2 0 16,0-1 0-16,-3 0 0 0,0 1 0 0,-2-1 0 16,-1 3 31-16,0-3 4 0,0 3 1 0,0-3 0 15,0 3-7-15,0 0-1 0,1-2 0 0,2 1 0 0,-3-1-28 16,3-1 0-16,0 3 0 0,0-3 0 0,0 1 0 0,3 1 0 15,-2-1 0-15,2-1 0 0,0 3 0 0,0-3 0 0,3 1 0 16,-3-1 0-16,0 3 0 0,0-3-15 0,3-2 2 16,-3 5 0-16,0-3 13 0,1 0 0 0,-4 1 0 0,3-1 0 15,0 0 8-15,-3-2-8 0,0 2 0 0,0-2 0 16,3 2 0-16,-3-2 8 0,1 2-8 0,-1-2 0 16,0 2 12-16,0 0-12 0,3-2 12 15,-3-1-12-15,3 1 0 0,-3 0 0 16,0 2 0-16,3-2 0 0,1-1 16 0,-1 4-4 0,0-4-1 0,0 1 0 15,3 2-11-15,0-2-16 0,-3 0 4 16,3-1 1-16,0 1 11 0,0-1 0 0,0 1 0 0,-3 0 0 16,4-1 15-16,-4 1 5 0,0 0 0 0,3-1 1 15,-3 1-21-15,3 0 0 0,0-1 0 0,0 1 0 16,0 0 0-16,3-1 0 0,-3-2 0 0,3 3 0 16,0-3 0-16,3 3 0 0,-3-3-11 0,1 2 11 15,5-2-40-15,0 0-1 0,0 0-1 16,0 0 0-16,0 0-104 0,0 0-21 0,0 0-4 0</inkml:trace>
  <inkml:trace contextRef="#ctx0" brushRef="#br0" timeOffset="29793.189">20220 13222 1580 0,'0'0'67'0,"0"0"-54"16,-6 3 76 0,6-3 15-16,-6 2 4 0,3 4 0 0,-3-4-35 0,0 1-6 0,3 0-2 0,-3 2 0 15,3-2-21-15,-3 2-5 0,0-3-1 0,-3 4 0 16,0-4-10-16,3 4-3 0,-3-1 0 0,-3 0 0 15,3 1-3-15,0-1-1 0,-2 3 0 0,-1-3 0 16,0 3-4-16,0-3-1 0,0 1 0 0,-3-1 0 16,3 3 0-16,0-3-1 0,-3 0 0 0,0 1 0 15,4-1-5-15,-4 0-1 0,3-2 0 0,0 5 0 16,0-3 11-16,0 0 3 0,0 3 0 0,0-2 0 16,0-1-23-1,0 0 0-15,0 3 0 0,4-2 0 0,-4-1 0 0,3 0 0 0,-3 0 0 0,-3 1 0 16,3-1 8-16,-3 0-8 0,0-2 8 0,0 2-8 15,0 0 0-15,-2-2 0 0,-1 2 0 0,0 1-8 16,0-4 19-16,0 4 4 0,0-1 1 0,0 0 0 16,1 3-4-16,-1-3-1 0,3 1 0 0,-3 2 0 15,0-3 1-15,3 0 0 0,0 3 0 0,3-2 0 16,-2 1 10-16,2 1 2 0,3-2 1 0,-3 2 0 16,0 0-25-16,3-3-11 0,-3 0 1 0,0 3 0 15,0-3 10-15,0 1 0 0,0 2 8 0,-2-3-8 16,-1 3 0-16,0 0 8 0,0-3-8 0,-3 3 0 0,3-3 0 15,-3 1 8-15,0-1-8 0,1 3 0 0,-1-3 0 0,0 0 8 16,3 1-8-16,-3-1 0 0,0-2 0 0,0-1 0 0,1 4 0 16,2-4 0-16,0 1 0 0,0 0 0 0,0 2 0 0,0 0 0 15,0-2 12-15,0 2-1 0,1-2-1 0,-1 2 0 16,-3-2-10-16,0 2 0 0,0 0 0 0,-3-2 0 16,3 2 0-16,1-2 0 15,-1-1 8-15,0 4-8 0,3-4 0 16,0 1-17-16,0 0 4 0,0 2 1 15,3-2 12-15,3-1 0 0,-2-2 0 0,2 3 0 0,0 0 0 0,3-3 0 0,3 2 0 0,3-2 0 32,0 0-54-32,0 0-8 0,0 0-2 0,0 0 0 0,0 0-102 15,0-8-21-15,0 3-4 0</inkml:trace>
  <inkml:trace contextRef="#ctx0" brushRef="#br0" timeOffset="30725.145">21491 11648 1203 0,'0'0'24'0,"0"0"8"0,-6 0-32 0,6 0 0 0,0 0 0 0,-6 0 0 15,6 0 79-15,0 0 9 0,-6 0 1 0,6 0 1 16,0 0-14-16,0 0-2 0,0 0-1 0,0 0 0 16,0 0-7-16,0 0-2 0,0 0 0 0,0 0 0 15,0 0 0-15,0 0 0 0,0 0 0 0,0 0 0 16,0 0-24-16,0 0-4 0,0 0-2 0,0 0 0 15,0 0-3-15,3 5-1 0,0-2 0 0,3-1 0 16,0 4-30-16,0-6 0 0,2 2 0 0,4-2 0 16,6 3 22-16,0-3-2 0,6 0 0 0,0 0 0 15,5 0-7-15,1 0-1 0,3 0-1 0,3 0 0 16,2 0 17-16,1 0 4 0,0 0 1 0,8 0 0 16,-2 0-43-16,9 0-9 0,-4-3-1 0,10 3-1 15,-7 3 21-15,-2-3 0 0,3 2 0 0,-1 1 0 16,-5-3 8-16,2 3-8 0,-2-6 0 0,0 3 8 15,-10 3-8-15,-2-3 8 0,0 0-8 0,-7 2 8 16,1-2 3-16,-3 0 0 0,0 0 0 0,-6 0 0 16,-1 0-11-16,-2 0 0 0,0 0 0 0,-3-2 0 15,-6 2 0-15,0 0 8 0,-3 0-8 0,0 0 8 16,-6 0-8-16,0 0-17 0,0 0 4 0,0 0 1 16,0 0-24-16,0 0-5 15,0 0-1-15,0 0 0 0,0 0-102 0,0 0-20 0,3-3-4 0</inkml:trace>
  <inkml:trace contextRef="#ctx0" brushRef="#br0" timeOffset="31344.141">23911 11346 1580 0,'0'-8'67'16,"0"3"-54"-1,0-3 92-15,0 3 19 0,0-1 3 0,0 1 1 16,-3 0 0-16,0-1 0 0,0 1 0 0,0 0 0 16,0 0-52-16,-3 2-9 0,0-2-3 0,0 2 0 15,0 0-51-15,0 1-13 0,0 2 0 0,-3 0 0 16,3 0 0-16,-3 2 0 0,3 1 0 0,-3 0 0 15,0 2 54-15,-3 0 8 0,3 3 2 0,-2 0 0 16,-1 0-52-16,0 3-12 0,-3 2 0 0,0 0 0 16,0 3 0-16,0 0 0 0,0 0 0 0,0 5 0 15,1 5 0-15,-1 3 0 0,0 6 0 0,0-1 0 16,0 1 0-16,3-1 0 0,0-2 0 0,3 5 0 0,-3-5 0 0,3-1 0 16,4 4 0-16,-4-1 0 15,3 0 0-15,0 6 0 0,0 0 0 0,0 0 0 0,0-6 0 0,0-2 0 0,3-3 0 0,-3 3 0 16,0-6-17-16,3 0-7 0,-3-2 0 0,3 0-1 15,-3-3-11 1,0 3-3-16,0-3 0 0,0-2 0 0,0-1 17 0,0 1 3 0,0-3 1 16,-3 0 0-16,1-3-14 0,2-3-4 15,-3 4 0-15,0-6 0 0,-3 2 4 0,3-2 0 0,0-3 0 16,-3 1 0-16,0-1-20 16,3-2-3-16,0-1-1 0,0-2 0 15,3 0-134-15,0-2-27 0</inkml:trace>
  <inkml:trace contextRef="#ctx0" brushRef="#br0" timeOffset="31590.53">23381 11907 1941 0,'-6'-16'40'0,"0"3"10"16,0 2-40-16,0 1-10 0,3-4 0 0,0 7 0 15,0-4 84-15,0 3 14 0,3 3 3 0,0-3 1 16,0 3-39-16,3 2-8 0,3-2-2 0,-3 2 0 15,3 3-9-15,0-3-3 0,3 3 0 0,-3 0 0 16,3 3-4-16,0-3-1 0,-1 0 0 0,4 3 0 16,-3-3-36-16,3 2 0 0,3-2-9 0,-3 0 9 0,3 0 0 0,3 0 0 0,0 0 0 15,-1 0 0 1,7 3 0-16,-3-3 0 0,0 3 0 0,6-1 0 16,-3 1-161-16,2-1-25 0,1 1-5 0</inkml:trace>
  <inkml:trace contextRef="#ctx0" brushRef="#br0" timeOffset="34313.994">17737 10065 2030 0,'0'0'57'0,"0"0"14"0,0 0-57 0,0 0-14 0,-9 0 0 0,9 0 0 16,-6 3 54-16,3 0 8 0,-3 2 2 0,0-2 0 16,3 5-52-16,-3-3-12 0,0 3 0 0,3 0 0 15,-3 2 0-15,3 1 0 0,1 2 0 0,-1-2 0 16,3 2 0-16,0 0 0 0,0 0 0 0,0 1 0 16,0-1 20-16,3 3 0 0,-1-3 1 0,1 0 0 15,3 0-36-15,-3-2-7 0,3 0-2 0,0-1 0 16,0-2 11-16,3-3 1 0,-3 1 1 0,3-4 0 15,-3 1 11-15,0-3 0 0,0-3-9 0,0-2 9 16,0 2 0-16,0-5 0 0,0 1 0 0,0-1 0 16,-3-3 13-16,3 0 7 0,0 1 2 0,-3-1 0 15,3 1 18-15,-4-1 4 0,1-2 1 0,-3 5 0 16,3-3 27-16,-3 3 4 0,0 0 2 0,-3 1 0 16,3-1-62-16,-3 2-16 0,1 1 0 0,-1 0 0 15,0 2 24-15,3 3 3 0,-3-3 0 0,3 3 0 16,0 0-43-16,-6 3-9 0,3 0-2 0,-3 2 0 15,3 3 46-15,3 0 9 0,-3 0 1 0,3 0 1 16,0 2-30-16,0 1-10 0,3-3 0 0,0 5 0 16,0-5-6-16,3 3 0 0,0-1-1 0,0-2 0 15,-1 0 17-15,4 0-8 0,-3-3 8 0,3-2 0 16,3 2 0-16,0-5 0 0,0 0 0 0,0 0 0 16,-3-2-13-16,3-4 4 0,0 1 1 0,0 0 0 15,-1-3 20-15,1 0 4 0,-3 0 0 0,0 0 1 0,-3 0 3 16,3 0 0-16,-3 0 0 0,-3 0 0 0,0 0-9 0,0 0-2 15,0-2 0-15,-3 2 0 0,0 0-9 0,0 0 12 16,0 0-12-16,-3 0 12 0,0 0-12 0,3 0 0 16,-3 0 0-16,0-2 0 15,3 4-42-15,-3 1-10 0,3-3-3 0,0 5 0 16,0 3-127-16,0 0-26 0,0 0-4 0</inkml:trace>
  <inkml:trace contextRef="#ctx0" brushRef="#br0" timeOffset="34655.854">18154 10235 1983 0,'-3'8'41'0,"0"0"10"0,0-3-41 0,0 5-10 0,3-2 0 0,-3 0 0 16,3 0 71-16,-3 3 12 0,3-1 2 0,-3 1 1 16,3 2-40-16,-3 0-8 0,3-2-2 0,0 2 0 15,0 1-24-15,0-4-4 0,3 3-8 0,-3 1 11 16,3-4 9-16,0 1 1 0,0-1 1 0,0 1 0 15,0-3-35-15,0 0-7 0,3 0-2 0,-3-3 0 16,0 0 35-16,3-2 7 0,-3 2 2 0,-3-5 0 16,6 0 2-16,-3 0 0 0,3 0 0 0,-6 0 0 15,2-2 11-15,4-1 2 0,0-2 1 0,-3 2 0 16,3-2-29-16,-3-1-9 0,0 1 0 0,3-3 0 16,-3 0 51-16,0 0 3 0,0-2 1 0,-3-1 0 15,3 1-37-15,0-4-7 0,-3-2-2 0,0 3 0 16,0-3-9-16,0 0 0 0,0 1 0 0,-3 1 0 0,3 1 0 15,-3 0 0-15,0 2 0 0,0 3 0 0,0-2 0 0,0 2-12 16,-3 3 2-16,0-1 1 16,-3 1-191-16,0 2-37 0</inkml:trace>
  <inkml:trace contextRef="#ctx0" brushRef="#br0" timeOffset="35709.004">17811 11134 2229 0,'-3'-5'46'0,"1"0"12"0,2-1-46 0,-3 4-12 0,0-3 0 0,3 5 0 16,0-6 70-16,0 6 12 0,-3-5 2 0,3 5 1 15,0 0-21-15,0 0-4 0,-6-3 0 0,6 3-1 16,0 0-43-16,-3 3-16 0,3-3 11 0,-6 8-11 16,3 0 0-16,0 0 0 0,0 2 0 0,0 4 0 15,3-1 0-15,0 3 0 0,0 0 0 0,0-1 0 16,0 1-15-16,3 0-9 0,0 0-1 0,0-3-1 16,0 1-10-16,0-1-1 0,0-3-1 0,3 1 0 15,0-3-21-15,0-3-4 0,-1 0-1 0,1 1 0 16,0-4 52-16,0 1 12 0,3 0 0 0,-3-3 0 15,3-3 0-15,-3 3 0 0,0-5 0 0,0 2 0 16,0-2 26-16,0 0 8 0,0-3 2 0,0 2 0 0,0 1-7 16,0-3-1-16,-3 3 0 0,3-3 0 0,-6 0 5 0,3 0 1 15,0 0 0-15,-3-3 0 0,0 3 2 0,0-2 0 0,0 2 0 16,0 0 0-16,-3 0-12 0,0 0-3 16,3 3 0-16,-3-3 0 15,0 5 13-15,3 3 2 0,0 0 1 0,0 0 0 0,-6 3-29 0,3 0-8 0,-3 2 0 0,3 3 0 16,3 2 0-16,-3 1 0 0,0 0 0 0,3 2 0 31,3-3-50-31,-3 4-11 0,3-4-3 0,3 1 0 0,0-1 47 0,0 1 9 0,3-3 8 0,-3 0-12 16,5 0-4-16,1-3-2 0,3 0 0 0,0 1 0 15,0-4 10-15,0-2 8 0,0-2-12 0,0-1 12 16,3 0 0-16,-4-2 0 0,1 0 0 0,-3-3 0 16,0 0 0-16,0 0 14 0,-3-3-1 0,0 1 0 15,-3-3 9-15,0-1 2 0,0 1 0 0,0-3 0 16,-3 0 5-16,-3 0 2 0,3-2 0 0,0-1 0 15,-3 1-7-15,0-1 0 0,0 3-1 0,0-2 0 16,0 2-9-16,0 3-2 0,-3-3 0 0,3 5 0 16,-3-2-12-16,0 5-12 0,0-2 3 0,0 2 0 15,3 2-3-15,-3-2-1 0,0 3 0 0,0 0 0 16,3 5-129-16,0 0-26 0,0 0-4 0,0 0-2 16,0 0-128-16</inkml:trace>
  <inkml:trace contextRef="#ctx0" brushRef="#br0" timeOffset="35933.617">18231 11190 2048 0,'0'5'86'0,"0"1"-69"32,0 1 93-32,0 1 18 0,0 0 4 0,-3 0 1 15,3 0-55-15,0 0-11 0,0 3-3 0,-3-3 0 0,3 0 3 0,0 2 0 16,-3 1 0-16,3-3 0 0,-3 2-35 0,0 1-6 0,3 2-2 0,-3-2 0 15,0 2-16-15,3-2-8 0,-3 2 8 0,0 0-8 16,0 0 8-16,0 0-8 0,0 3 0 0,0 0 8 16,0 0-8-16,3 0 0 0,-2 2-10 0,2-2 10 15,-3 0-51-15,3 0-4 0,0 0-1 16</inkml:trace>
  <inkml:trace contextRef="#ctx0" brushRef="#br0" timeOffset="37421.09">17916 12608 1820 0,'0'0'38'0,"0"0"8"0,0 0-37 15,0 0-9-15,0 0 0 0,0 0 0 0,0 0 97 0,0 0 18 0,0 0 3 0,0 0 1 16,0 0-35-16,0 0-6 0,0 0-2 0,-6 3 0 15,3 2-30-15,-3-2-6 0,3 5-2 16,-3 0 0-16,3 2-21 0,-3 3-4 0,3 3-1 0,0 0 0 16,-3 5 0-16,3 1 0 0,0 1 0 0,0 1 0 15,0 0-12-15,3 0 0 0,0-3 0 0,0 0 0 16,0-2-50 0,3-3-13-16,0-3-2 0,0 0-1 15,0-2 7-15,3-3 2 0,0 2 0 0,0-5 0 0,0 1 15 0,3-6 3 16,-3 2 1-16,3-2 0 0,3-2 18 0,-4-4 3 0,7 4 1 0,-3-6 0 15,0 0 16-15,0 0 0 0,0-3 0 0,0 3 0 16,0-5 20-16,-3 3 0 0,3-4 1 0,-3 4 0 16,-1-3 25-16,-5 2 5 0,3-2 1 0,-3 2 0 15,-3 1 8-15,0-1 1 0,0 0 1 0,-3 3 0 16,3 3-18-16,-3 0-3 0,3 5-1 0,0 0 0 16,-6 0-20-16,1 0-5 0,-1 3-1 0,0 4 0 15,0-1-14-15,3 4 8 0,0 1-8 0,0 0 0 16,3 2 0-16,0 0 0 0,3 0 0 0,0 0 0 15,3-2 0-15,0 0-18 0,3-1 4 0,-1 1 1 16,1-6 1-16,0 0 1 0,3 1 0 0,-3-1 0 16,3-2 11-16,-3-1-8 0,0-2 8 0,0-2-8 0,0 2 8 15,0-6 0-15,-3 4 0 0,0-6 0 16,0 2 8-16,0-2 3 0,-4-2 1 0,4-1 0 0,-3-2-12 0,0 0 0 16,3-3 0-16,-3 0 0 15,0-2 32-15,0-4 5 0,0 1 1 0,0 0 0 0,3 0-25 0,-3 2-5 0,0-2 0 16,0 3-8-16,0 2 0 0,3 0 0 0,-3 0 0 0,0 0 0 15,3 6 22-15,-3-1-2 0,3 0-1 0,-3 3 0 16,3 1-67 0,0 1-12-16,0 4-4 0,-3-1 0 0,3 3-159 0,3 0-32 15</inkml:trace>
  <inkml:trace contextRef="#ctx0" brushRef="#br0" timeOffset="37764.175">18356 12825 2263 0,'-3'8'47'0,"3"-3"12"0,0 1-47 0,0-6-12 0,3 5 0 0,-3-5 0 15,6 3 84-15,0-3 14 0,0 0 3 0,0 0 1 16,3 0-42-16,-3 0-9 0,0 0-2 0,3 0 0 16,-3 2-26-16,0 1-6 0,0 0-1 0,-3-1 0 15,0 3-7-15,0 1-1 0,0 2-8 0,-3 0 12 16,0 0-4-16,-3 2 0 0,-3 1-8 0,0 2 12 15,0-2-21-15,-3 2-5 0,-3 0-1 0,3 3 0 16,-3-3-20-16,-3 0-4 0,3 3-1 0,3 3 0 16,-3-3-2-16,3 2-1 0,1 1 0 0,2-3 0 15,0 2 14-15,0-5 2 0,3 3 1 0,3-5 0 0,0-1 26 16,0-2-10-16,3-2 10 0,3-1 0 0,0-5 0 16,3 0 19-16,2-3-3 0,1-2 0 0,0 0 0 15,3-1-1-15,3-4 0 0,-3 2 0 16,3-3-15-16,0 1 0 0,-1 2 0 0,-2-3 0 15,3 1-16-15,-3 2-8 0,0 0-3 0</inkml:trace>
  <inkml:trace contextRef="#ctx0" brushRef="#br0" timeOffset="38521.382">17847 13651 2310 0,'-9'-14'48'0,"6"9"11"0,0 0-47 15,3 0-12-15,-3-1 0 0,0-2 0 0,3 6 97 0,0 2 18 0,-3-6 3 0,3 6 1 16,0 0-88-16,0 0-18 0,0 0-3 0,-3 6-1 15,0 2 44-15,0 0 9 0,3 2 2 0,-3 3 0 16,0 1-52-16,3 2-12 0,0 2 0 0,-2 1 0 16,2-4 0-16,0 4 0 0,2-3 0 0,-2 2 0 31,3-2-48-31,0 0-13 0,0 0-3 0,0-3 0 16,3 0-51-16,0-2-10 0,3 0-3 0,-3-3 0 15,3-3 0-15,3 0 0 0,-3-2 0 0,3-3 0 0,0-3 103 0,0-2 25 16,3 2 0-16,-4-5 0 0,4 0 0 0,-3 0 0 0,3 0 0 0,-3-2 0 15,0 2 97-15,-3-5 25 0,0 2 5 0,0 1 1 16,-3-1-52-16,0 3-9 0,0-3-3 0,-3 3 0 16,0 1 0-16,-3-1 0 0,-3 0 0 0,3 2 0 15,0 6 0-15,-6-5 0 0,6 5 0 0,-6 0 0 16,0 0-51-16,0 0-13 0,-3 5 0 0,3 1 0 16,0 2 0-16,0 0 0 0,0 2 0 0,3-2 0 15,0 3 0-15,0 2 0 0,3-3 0 0,3 1 0 16,0 2 0-16,3-2 0 0,3-1 0 0,0 1 0 15,0 0-48-15,3-3-13 0,3-3-3 0,-4 3 0 16,1-6 52-16,3 1 12 0,-3-3 0 0,0 0 0 16,0-3 0-16,-3-2 0 0,3-3 0 0,-3 0 0 0,0 0 0 15,0-2 0-15,0-1 0 0,-4 1 0 0,1-4 0 0,0 1 0 16,0 0 0-16,-3 0 0 0,3-3 48 16,-3 0 13-16,0 0 3 0,0-5 0 0,3 0-52 15,-3 0-12-15,0-6 0 0,3 3 0 16,-3 0 0-16,0 1 0 0,0-1 0 0,3 0 0 0,-3 5 0 15,3 4 0-15,-3-1 0 0,0 2 0 16,0 1-48-16,3 3-13 0,-3-1-3 0</inkml:trace>
  <inkml:trace contextRef="#ctx0" brushRef="#br0" timeOffset="39196.566">18440 13786 2269 0,'0'0'64'0,"0"0"15"0,3 0-63 16,2 2-16-16,-2-2 0 0,3 0 0 0,-3 0 83 0,3 0 13 0,0 0 4 0,0 3 0 15,0-3-58-15,-3 0-11 0,3 3-3 0,-3-1 0 16,3-2-28-16,-3 3 0 0,-3-3 0 0,3 5 0 16,-3 3 0-16,0-3 0 0,0 3 0 0,0 3 0 15,-3-3 0-15,-3 0 0 0,0 2 0 0,0 1 0 16,-3 2-45-16,0-2-15 16,0 2-4-16,0-2 0 15,1 2 0-15,-1-3 0 0,0 1 0 0,0 0 0 16,3-1 0-16,-3-2 0 0,3 0 0 0,3 0 0 0,0-3 52 0,3-5 12 15,0 0 0-15,0 0 0 0,0 0 0 0,0 0 0 0,6 0 0 0,3 0 0 16,0-2 48-16,0-1 13 0,3-2 3 0,-1-1 0 16,-2 1-8-16,3 2-2 0,3-2 0 0,-6 0 0 15,3 2-35-15,-3 1-7 0,0-1-2 0,0 0 0 16,-3 3 20-16,0 3 4 0,0-3 1 0,-3 5 0 16,0 1-5-16,-3 1-1 0,3 1 0 0,-3 0 0 15,-3 6-29-15,3-4 0 0,-3 3 0 0,-3 1 0 16,0-1 37-16,-3 3 2 0,0-3 0 0,0 3 0 15,-3 0-11-15,-3 0-3 0,0-3 0 0,-3 3 0 16,1-3-25-16,-1 0 0 0,0 0 0 0,0 1 0 16,0-1 0-16,3-3 0 0,0 1 0 0,0 0 0 15,4-1-46-15,-1 1-14 0,3-3-4 0,0 0 0 16,0 0-51-16,3-3-10 0,0 0-3 0</inkml:trace>
  <inkml:trace contextRef="#ctx0" brushRef="#br0" timeOffset="41866.782">20407 9930 1792 0,'0'0'51'0,"0"0"10"0,0 0-49 0,0 0-12 0,-3-2 0 0,0-4 0 31,3 6 105-31,0 0 19 0,-6-2 3 0,6 2 1 0,-3-3-52 0,3 3-9 0,-6-2-3 0,0 2 0 16,0 0-51-16,0 2-13 0,0 1 0 0,0-1 0 16,1 4 40-16,-1-1 6 0,0 0 1 0,-3 3 0 15,3 0-24-15,0 3-5 0,0-3-1 0,0 5 0 16,0-2-17-16,0 2 0 0,3-3 0 0,0 4 0 15,0-4-10-15,0 1-6 0,3-1 0 0,0 1-1 16,0-3 17-16,0 2-8 0,0-2 8 0,3 0 0 16,0 0 0-16,0-2-8 0,3-1 8 0,0 0 0 15,0 0 13-15,0-2 7 0,0 0 0 0,3-1 1 16,0 1-21-16,-3-3 0 0,2-3 0 0,1 3 0 16,0-2 0-16,3-1 0 15,-3 0 0-15,3-2 0 0,-3 3 0 0,0-4 0 0,0 1 0 16,-3 0 0-16,3-1 0 0,-3 1 0 0,0 0 0 0,0-1 0 15,-3-1 56-15,0-1 6 0,0 0 2 0,-3 0 0 16,0 0-52-16,0 0-12 0,-3-3 0 0,0 1 0 16,0-1 0-16,0 1 0 0,-3-1 0 0,0 0 0 15,0 1 0-15,0 2 0 0,0-3 0 0,0 3 0 16,0 0 0-16,0 0 0 0,0 3 0 0,0 0 0 16,0 0 0-16,0-1 0 0,3 4 0 0,0-4 0 15,3 6-48-15,-6-2-13 0,6 2-3 0,0 0 0 16,0 0-153-16,0 0-31 0,0 0-7 0</inkml:trace>
  <inkml:trace contextRef="#ctx0" brushRef="#br0" timeOffset="42376.975">20618 9999 1337 0,'0'0'56'16,"-3"6"-44"0,3-6 92-16,-3 5 20 0,3-5 3 0,-3 5 1 15,0 0 0-15,3 1 0 0,-2-1 0 0,-1 0 0 16,3 1-103-16,-3-1-25 0,3 0 0 0,0 0 0 15,-3 1 0-15,3 2 0 0,0-3 0 0,0 3 0 16,0-3 0-16,3 3 0 0,-3-3 0 0,0 3 0 16,3-2 0-16,-3-1 0 0,3 3 0 0,-1-3 0 15,-2 0 0-15,3 1 0 0,0-4 0 0,3 4 0 16,-6-6 0-16,3 0 0 0,3 2 0 0,0 1 0 16,-3-3 0-16,3 0 0 0,0 0 0 0,0 0 0 15,3-3 56-15,-3 3 7 0,0-2 1 0,3-1 0 16,-3 3 0-16,3-5 0 0,-3 2 0 0,3 0 0 0,-3-2-52 15,0 3-12-15,-3-4 0 0,2 4 0 16,-2-4 54-16,3 4 8 0,-3-4 2 0,0 4 0 16,-3 2-52-16,0-6-12 0,3 1 0 0,-3 0 0 0,-3 0 0 15,3-1 0-15,-3 1 0 0,0-3 0 0,0 0 0 16,-3 3 0-16,4-3 0 0,-4 0 0 16,3 0 0-16,-3 3 0 0,0-3 0 0,0 0 0 0,0 0 0 15,0 3 0-15,0-3 0 0,-3 2 0 0,3 1 0 0,0 0 0 16,0-1 0-16,-3 4 0 15,3 2-48-15,0-3-13 0,0 3-3 0</inkml:trace>
  <inkml:trace contextRef="#ctx0" brushRef="#br0" timeOffset="43126.222">20410 10767 1337 0,'0'0'28'0,"0"0"6"0,0 0-34 0,-6 2 0 0,0-2 0 0,0 3 0 16,0 2 105-16,3-2 15 0,-3-1 2 0,0 4 1 16,3-1-43-16,-3 0-9 0,3 1-2 0,-3-1 0 15,4 0-4-15,-4 3-1 0,3-3 0 0,0 3 0 16,0 0-51-16,3 0-13 0,-3 0 0 0,3 0 0 15,-3 0 0-15,3 0 0 0,0 0 0 0,0 3 0 16,0-4 0-16,0 1 0 0,3 0 0 0,-3 0 0 16,3 0 0-16,0-3 0 0,3 3 0 0,-3 0 0 15,2-5 0-15,1 2 0 0,0 1 0 0,0-4 0 16,3 1 0-16,0 0 0 0,0-3 0 0,0 0 0 16,0 0 0-16,0 0 0 0,0 0 0 0,3 0 0 15,-3-3 39-15,0 0 5 0,0 1 0 0,-1-1 1 16,1-2-1-16,0 2-1 0,0-2 0 0,-3-1 0 15,0 1-7-15,0 0 0 0,-3 0-1 0,0-1 0 16,0 1-24-16,-3 0-11 0,0-3 10 0,0 2-10 16,-3-1 44-16,0-1 2 0,0 0 1 0,-3 2 0 0,0-2-32 15,0 0-7-15,0 3 0 0,-3-3-8 16,3 3 15-16,-5-3-4 0,2 3-1 0,0-1 0 16,0 4-10-16,-3-4 0 0,3 4 0 0,0-1 0 0,0 3 0 15,0-2 0-15,0 2 0 0,3-3 0 16,-3 3-49-16,3 0-12 0,-3 0-3 0,9 0 0 15,0 0-173-15,0 0-35 0</inkml:trace>
  <inkml:trace contextRef="#ctx0" brushRef="#br0" timeOffset="43456.527">20791 10685 2066 0,'0'0'43'0,"0"0"10"0,0 0-42 0,0 0-11 0,0 0 0 0,0 0 0 16,0 0 104-16,0 0 20 0,0 0 3 0,0 0 1 16,0 0-52-16,0 0-9 0,0 0-3 0,0 0 0 15,0 0 0-15,0 0 0 0,0 7 0 0,0 4 0 16,0-3-51-16,0 3-13 0,0-1 0 0,0 6 0 16,0-3 34-16,0 3 4 0,0 0 1 0,0 0 0 15,0 0-11-15,0 2-3 0,0-2 0 0,0 0 0 16,-3 0-25-16,3 0 0 0,0 0-12 0,-3 0 12 15,3-3 0-15,-3 0 0 0,0 0 0 0,3 0 12 16,-3-2-12-16,3 2 0 0,-3-2 0 0,3 2 0 16,-3 0 0-16,3 1 0 0,-3-1 0 0,3 0 0 0,-3-2 0 15,3-1 0-15,0 1 0 0,-3-1 0 16,3-2-97-16,0 0-25 0,3-2-5 0,-3 1-1 16,3-1-102-16,3-1-21 0</inkml:trace>
  <inkml:trace contextRef="#ctx0" brushRef="#br0" timeOffset="44135.557">20401 11907 2038 0,'0'0'58'0,"0"0"12"0,0 0-56 0,0 0-14 0,0 0 0 0,0 0 0 15,0 5 104-15,3 1 17 0,-3 2 4 0,0-1 1 16,3 1-71-16,0 0-15 0,0 3-2 0,0-1-1 15,0 1-8-15,0 2-1 0,0-2-1 0,0 2 0 16,-3 0-5-16,3 1-1 0,0-1 0 0,0 0 0 16,0 0-33-16,-3 1-8 0,0-1 0 0,3 0-1 15,-3 0 21-15,0 0 0 0,3 1 0 0,-3 2 0 16,0-3 0-16,0-3 0 0,0 4 0 0,0-4 0 16,0 3 0-16,0 1 0 0,0-4 0 0,0 3 0 15,0-2 0-15,0 0 0 0,0-1 0 0,0 1 0 16,0-3-56-16,0 0-6 0,0 0-2 15,0-3 0-15,0-5-204 0,0 0-42 0</inkml:trace>
  <inkml:trace contextRef="#ctx0" brushRef="#br0" timeOffset="44543.094">20743 12084 2269 0,'-3'-2'64'0,"3"2"15"0,-3-6-63 0,0 4-16 0,3 2 0 0,-5-3 0 15,5 3 54-15,-6-3 8 0,6 3 2 0,-6 0 0 16,6 0 0-16,-9 6 0 0,3-1 0 0,3 0 0 16,-3 3 0-16,3 0 0 0,0 0 0 0,0 0 0 15,0 0-64-15,0 0-21 0,3 2 0 0,0 1 0 16,0 0 33-16,-3-1 8 0,3-2 0 0,0 3 1 16,3-1-30-16,-3-2-7 0,3 0 0 0,0 0-1 15,0 0 27-15,0-3 6 0,3 3 0 0,-3-2 1 16,3-4-65-16,3 1-12 0,-3 0-4 0,3-3 0 15,-4 0 52-15,4 0 12 0,3-3 0 0,-3 0 0 16,3 1 13-16,-3-4 6 0,3 4 1 0,0-6 0 16,0 2-20-16,-3-1 10 0,3 1-10 0,-3-2 8 15,-3 0 5-15,2-2 1 0,-2 2 0 0,0-3 0 16,0 1 5-16,-3-1 1 0,0 0 0 0,0 1 0 16,0-3 0-16,-3 2 1 0,0-2 0 0,-3 2 0 15,0-2-9-15,0 2-1 0,0-2-1 0,0 3 0 16,-3-1-10-16,0 3 8 0,0-2-8 0,-2 2 8 15,-4 2-8-15,3 1 0 0,-3 0 0 0,0 2 0 16,0 3-19-16,0 0-9 0,-3-3-1 0,3 6-1 16,0 0-78-16,0 2-16 0,1 0-4 0</inkml:trace>
  <inkml:trace contextRef="#ctx0" brushRef="#br0" timeOffset="45194.325">20517 13034 2032 0,'0'0'42'0,"0"0"10"0,0 0-41 15,0 0-11-15,0 0 0 0,0 0 0 0,0 0 86 16,0 0 15-16,0 0 3 0,0 0 1 0,0 0-33 0,0 0-6 0,0 0-2 0,3 5 0 16,-3-5-23-16,0 6-5 0,0-6 0 0,0 8-1 15,0 0-15-15,0 0-2 0,-3 2-1 0,3 1 0 16,-3-1-17-16,3 4 10 0,-3-4-10 0,0 6 8 16,3-3-8-16,-3 0 0 0,0 3 0 0,0 0 8 15,0-3-8-15,3 3 0 0,-3 0 0 0,0-3 0 16,3 1 0-16,0-1 0 0,-3 0 0 0,3-2 0 15,0-1-19-15,0-2-5 16,0 0-2-16,3 0 0 0,-3-3 17 0,0 1 9 0,3-1-10 0,-3-5 10 16,0 0-55-16,0 0-5 0,3 3 0 15,-3-3-1-15,0 0-159 0,6 0-31 0</inkml:trace>
  <inkml:trace contextRef="#ctx0" brushRef="#br0" timeOffset="45494.19">20737 13016 2012 0,'0'0'57'0,"0"0"12"15,-3-6-55-15,3 4-14 0,-2-4 0 0,2 6 0 16,0 0 58-16,-3-2 9 0,3 2 1 0,0 0 1 16,0 0 47-16,0 0 10 0,0 0 2 0,0 0 0 15,0 0-103-15,0 0-25 0,-3 5 0 0,3-5 0 16,-3 5 0-16,0 3 0 0,3-2 0 0,0 2 0 15,0-1 56-15,0 1 7 0,0 3 1 0,0-3 0 0,3 3-52 0,-3 2-12 0,0 0 0 0,0 0 0 16,0 3 0-16,0 0-15 0,0 0 3 16,0 0 1-16,-3 0 11 0,3-1 0 0,0 1 0 0,0 0 0 15,-3-5 0-15,3 2 0 0,0 0 0 0,-3-2 0 16,3-3 0-16,0 0-12 16,0 0 2-16,0-3 0 15,0 0-35-15,0-5-7 0,0 0-2 0,0 0 0 16,0 0-126-16,0 0-26 0,0 0-5 0</inkml:trace>
  <inkml:trace contextRef="#ctx0" brushRef="#br0" timeOffset="73717.408">20871 1810 1348 0,'0'0'28'0,"0"0"7"16,0-5-35-16,0 5 0 0,0-3 0 0,0 3 0 16,0-5 110-16,0-3 15 0,0 8 3 0,-3-6 1 15,3 6-19-15,0-2-4 0,0 2-1 0,0-6 0 16,0 6-31-16,0 0-6 0,-3-2-2 0,3 2 0 16,0 0-18-16,0 0-4 0,0-8-1 0,0 8 0 15,0 0-8-15,0 0-2 0,0 0 0 0,0 0 0 0,0 0-6 0,0 0-2 0,0 0 0 16,0 0 0-16,0 0-7 0,0 0-2 0,0 0 0 0,0 0 0 15,0 0-3-15,0 0-1 0,0 0 0 0,0 0 0 16,3 3 3-16,0 2 0 0,-3 3 0 0,3 0 0 16,0 0-3-16,-3-3-1 0,3 3 0 0,-3 0 0 15,0 0-3-15,3 5-8 0,-3-5 12 0,0 2-4 16,3-2-8-16,-3 3 8 0,3-3-8 0,-3 3 8 16,3-1-8-16,-3 1 0 0,3 2 9 15,-3-5-9-15,3 5 0 0,0-5 0 0,-3 3 0 0,3 2 8 16,0 0-8-16,0-5 0 0,0 5 0 15,0-5 0-15,-3 3 0 0,3-1 0 0,0 1 0 0,0 2 0 16,-3 0 0-16,3 3 0 0,0-5 0 0,-3 2 0 16,3 3 0-16,-3-3 0 0,3 0 0 0,-3 3 0 15,3 0 0-15,-3-3 0 0,0 3 0 0,0 0 0 16,3-3 0-16,-3 1 8 0,0 1-8 0,3-1 0 16,-3-4 0-16,0 4 0 0,0-1 0 0,0 3 0 15,3-6 0-15,-3 1 0 0,0 5 0 0,3-8 0 16,-3 5 0-16,0-5 0 0,3 2 0 0,-3 1 0 15,0 0 0-15,3-4 0 0,-3 4 0 0,0 0 0 16,3 2 0-16,-3-3 0 0,0 4 0 0,3-1 0 16,-3 0 0-16,0-2 0 0,3 2 0 0,-3 0 0 0,0-2 0 15,3 2 0-15,0 3 0 0,-3-3 0 0,3-2 0 16,-3 2 0-16,3 0 0 0,-3 0 0 0,3 3 0 16,-3-8 0-16,3 5 0 0,-3 3 0 0,3-8 0 0,-3 5 0 15,2-5 0-15,-2 3 0 0,0 2 0 0,3 0 0 0,-3-5 0 0,0 3 8 31,0 0-8-31,0-1 0 0,3-2 0 0,-3 3 0 0,0-1 0 0,0-2 0 16,3 0 0-16,-3 3 0 0,0-1 0 0,0 4 9 0,3-7-9 16,-3 7 0-16,0-4 9 15,0 1-9-15,0-1 0 0,0 4 9 0,0-1-9 0,0-2 0 0,3 2 0 0,-3 0 8 16,0-2-8-16,0 2 0 0,0-5 0 16,0 5 0-16,0-2 0 0,0-1 0 0,0 1 8 0,0 2-8 15,0-8 0-15,0 6 0 0,0 2 9 0,0-5-9 16,0 5 0-16,0-2 8 0,0-1-8 0,0 6 0 15,0-8 0-15,0 3 9 0,0-3-9 0,0 2 0 16,0 1 8-16,0-3-8 0,0 2 0 0,0 1 0 16,0 2 0-16,0-2 0 0,0-1 0 0,0 1 0 15,0 2 8-15,0 0-8 0,0-2 0 0,0 2 0 16,0 0 8-16,0 1-8 0,0 2 0 0,0-6 0 16,0 3 8-16,0 1-8 0,0-4 0 0,0 3 0 15,0 1 10-15,0-4-10 0,3 3 8 0,-3 1-8 16,0-4 0-16,0 1 8 0,0 5-8 0,0-6 0 15,0 1 8-15,0-1-8 0,3 1 0 0,-3 2 8 16,0-2-8-16,0-1 0 0,0 1 0 0,0 5 8 16,0-5-8-16,0-1 0 0,-3 6 9 0,3-8-9 15,0 5 9-15,0 3-9 0,0-5 12 0,0 7-12 16,3-7 12-16,-3 7-12 0,3-2 12 0,-3-5-12 16,0 7 10-16,3-7-10 0,-3 2 8 0,0 3-8 0,3-6 8 15,-3 6-8-15,0-5 0 0,3 2 8 16,-3 0-8-16,0 1 8 0,3-4-8 0,-3 3 8 0,0-2-8 0,3 0 0 15,-3-1 9-15,0 1-9 0,3-1 0 0,-3 4 8 0,0-6-8 0,3 2 0 16,-3 1 0-16,0-1 9 0,3 1-9 0,-3 5 0 16,0-8 9-16,0 5-9 0,0-2 0 0,0 2 9 15,0 0-9-15,0 3 0 0,3-6 0 0,-3 4 8 16,0-1-8-16,0 0 0 16,3 0 0-16,-3 1 8 0,0-4-8 0,0 6 0 15,3-8 9-15,-3 3-9 0,0-1 0 0,0 1 9 0,3-1-9 0,-3 1 0 16,0 2 8-16,0-5-8 15,3 3 0-15,-3-3 0 0,0 2 0 0,0 1 0 0,0-3 8 0,0 2-8 16,0-2 0-16,0 0 0 0,0 0 0 0,0 0 0 16,0 0 8-16,0 0-8 0,-3 0 0 0,3 0 0 15,0 2 8-15,0-2-8 0,0-2 0 0,0 2 0 16,0 2 9-16,0-2-9 0,0 3 0 0,0-3 9 16,0 2-9-16,0 1 0 0,0-1 0 0,0 4 8 15,3-7-8-15,-3 4 0 0,0 0 0 0,0-1 0 16,0 1 0-16,0-1 0 0,0-2 8 0,0 3-8 15,3-3 0-15,-3 2 0 0,0-2 0 0,0 0 0 16,0 0 0-16,0 0 0 0,0 3 8 0,0-3-8 16,0-3 0-16,0 3 0 0,0-3 0 0,0 6 0 15,3-6 0-15,-3 3 0 0,0-3 0 0,0 3 0 16,0 3 0-16,0-8 0 0,0 2 8 0,0 3-8 16,0-3 0-16,0 0 0 0,0 1 0 0,0 2 0 0,0-3 0 15,0 0 0-15,0 0 8 0,0 3-8 0,0-2 0 0,0-1 0 16,0 0 0-16,0 3 0 0,0-3 0 0,0 6 0 15,0-8 0-15,0 5 0 0,3-3 0 16,-3 3 0-16,0-3 0 0,0 6 0 0,0-6 0 0,0 3 0 16,0 0 8-16,0 0-8 0,0 0 0 15,0 0 0-15,0 0 0 0,0 0 0 16,0-3 0-16,0 3 0 0,0 0 0 0,0 0 0 0,3-3 0 0,-3 3 0 16,0 0 0-16,0 0 0 0,0 0 0 0,0-3 0 0,0 3 8 0,0-3-8 15,0 1 0-15,0-1 0 0,0 3 0 0,0-3 0 16,0 3 0-16,0-5 0 0,0 2 0 0,0 0 0 15,0 1 0-15,0-1 0 0,0-5 0 0,0 5 0 16,0 3 0-16,0-5 0 0,0 2 0 0,0 0 0 16,0 1 0-16,-3-1 0 0,3-5 8 0,0 8-8 15,0-3 0-15,0 3 0 0,0-5 0 0,0 5 0 16,0-8 0-16,0 8 0 0,-3-6 0 0,3 6 0 16,0-8 0-16,0 5 0 0,-3 1 0 0,3 2 0 15,0-8 0-15,0 8 0 0,0-8 0 0,0 5 0 16,0 0 0-16,-3 1 0 0,3-6 0 0,0 7 0 15,0-1 0-15,-3-1 0 0,3-5 0 0,0 8 0 16,0-8 0-16,0 5 0 0,0-5 8 0,-3 6-8 16,3-6 0-16,0 5 0 0,0-5 0 0,0 0 0 15,0 0-16-15,0 0-1 0,0 0-1 0,0 0 0 16,0 0-93-16,0 0-18 0,0 0-4 0,3-3-1 16,0-5-123-16,-3-5-25 0</inkml:trace>
  <inkml:trace contextRef="#ctx0" brushRef="#br0" timeOffset="77157.616">20865 1730 1234 0,'0'0'25'0,"0"0"7"0,0 0-32 0,0 0 0 0,0 0 0 0,0 0 0 15,0 0 98-15,0 0 13 0,0 0 2 16,0 0 1-16,0 0-34 0,-3 0-6 0,3 0-2 15,0 0 0-15,0 0-16 0,-5 6-4 0,5-6-1 0,-6 0 0 16,6 0-2-16,-3 2 0 0,3-2 0 0,-3 6 0 16,0 2-8-16,0-6-1 0,3-2-1 0,-3 6 0 15,0 2-7-15,-3-3 0 0,3 3-1 0,0 0 0 16,-3-6-5-16,3 9-1 0,0-8 0 0,-3 5 0 16,0-3-5-16,3 3-2 0,-3 0 0 0,3-3 0 15,-3 3-2-15,3-5 0 0,0 4 0 0,-3-1 0 16,3-1-2-16,-3 3-1 0,3 0 0 0,0-5 0 15,-3 2-3-15,3 3-1 0,0-3 0 0,-3 3 0 16,4-5 2-16,-1 5 0 0,0-3 0 0,-3 3 0 16,3-3-1-16,0 3 0 0,0-5 0 0,-3 2 0 15,3 3 2-15,0-5 0 0,-3 2 0 0,3 0 0 16,-3 3-3-16,3-5 0 0,0 5 0 0,-3-3 0 16,3 0-9-16,-3 3 12 0,3 0-12 0,0-5 12 15,-3 5-12-15,3-3 0 0,0 3 0 0,-3-3 8 16,3 3-8-16,0 0 0 0,-3 0 9 0,3-3-9 15,0 3 0-15,-3 0 0 0,3 0 0 0,0 5 8 16,-2-5-8-16,2 0 0 0,0 0 0 0,0-2 0 16,0 1 0-16,-3 1 9 0,3 0-9 0,0 3 0 0,0 0 0 15,0-4 0-15,0 1 0 0,0 0 0 0,-3-2 8 0,3 2-8 16,0 0 0-16,0-1 0 16,-3 1 8-16,3-2-8 0,-3 2 9 0,0 0-9 0,3-1 9 0,-3-1-9 15,0 2 8-15,3 0-8 0,-3 0 8 0,0-6-8 0,3 4 8 0,-3-1-8 16,0 3 0-16,3-6 0 0,-2 4 8 0,-1 2-8 15,3-6 0-15,-3 4 0 0,3-4 0 16,-3 4 0-16,0-1 0 0,3 3 8 0,-3-6-8 0,0 4 0 16,3 2 0-16,-3-8 0 0,0 5 0 0,0-2 0 15,0 2 0-15,0-2 0 16,0 2 8-16,0 3-8 0,0-8 0 0,-3 5 8 0,3-2-8 16,0 2 8-16,0-2-8 0,3 2 0 0,-2-2 0 0,-1 2 8 15,0 3-8-15,3-8 10 0,-3 5-10 0,3-2 10 16,-3 2-10-16,3 3 10 0,-3-8-10 0,3 8 10 15,-3-5-10-15,3 2 0 0,0-3 0 0,0 4 0 16,0-1 0-16,-3 3 15 0,3-8-4 0,0 8-1 16,0-5-10-16,-3-1 0 0,6-2 0 0,-3 8 0 15,0-5 0-15,0 2 0 0,0-2 0 0,-3 2 0 16,6-5 0-16,-3 8 0 0,3-8 0 0,-3 3 0 16,0 2 0-16,3-5 0 0,-3 5 0 0,-3 3 0 15,6-8 0-15,-3 3 0 0,3-3 0 0,-3 5 0 16,-2-2 0-16,5-3 0 0,-3 5 0 0,3-5 0 15,-6 5-49-15,6-5-12 0,0 0-3 0,-3 3 0 16,3-3 52-16,0 0 12 0,0 0 0 0,0 0 0 16,0 0-105-16,0 0-19 0,0 0-3 0</inkml:trace>
  <inkml:trace contextRef="#ctx0" brushRef="#br0" timeOffset="78996.546">20225 2641 1465 0,'0'0'30'0,"0"0"9"0,0 0-31 0,0 0-8 0,0 0 0 0,0 0 0 16,0 0 104-16,0 0 20 0,0 0 4 0,0 0 1 16,0 0-44-16,0 0-9 0,0 5-1 0,0 3-1 15,0-3-15-15,0-2-3 0,0 2-1 0,0 0 0 16,0 3-11-16,0 0-1 0,0 0-1 0,0 0 0 15,0-5-12-15,0 7-2 0,0-2-1 0,3-5 0 16,-3 5-8-16,0 0-2 0,3 2 0 0,-3-2 0 16,0 0-4-16,3 0-1 0,-3-2 0 0,0 4 0 15,3-2-4-15,-3 0 0 0,0 3-8 0,0-1 12 0,0-2-12 16,3 3 8-16,-3-1-8 0,0 4 0 16,0-7 0-16,3 7 8 0,-3 2-8 0,0-6 0 0,0 9 0 0,3-6 8 15,-3 3-8-15,0 2 0 0,0 1 8 16,0-3-8-16,0-3 0 0,0 3 0 0,3 0 0 15,-3-3 0-15,0 0 0 0,0 3 0 0,3-5 0 0,-3 2 8 16,0 0-8-16,0-2 0 0,0-1 0 0,0 1 0 16,3 2 0-16,-3-5 0 0,0 5 0 15,0-5 0-15,0 0 0 0,0 0 0 0,0 5 0 0,0-5 0 0,0 0 0 16,0-3 0-16,0 6 0 0,0-3 0 16,0 5 0-16,0-8 0 0,0 6 8 0,0 2-8 0,0-7 0 0,0 9 0 15,0-7 0-15,0 3 8 0,0-3-8 0,0 5 0 16,0 0 0-16,0-5 0 0,0 6 8 0,0-4-8 15,0 1 0-15,0-1 9 0,0 4-9 0,0-7 8 16,0 7-8-16,0-6 10 0,0 2-10 0,-3-2 10 16,3 3-10-16,0-3 12 0,0 0-12 0,0 2 12 15,0 1-12-15,0-3 10 0,0 0-10 0,-3-3 10 16,3 3-2-16,0 0-8 0,0 0 12 16,-3 0-4-16,3 0-8 0,0 0 12 0,0 0-12 0,0 2 12 15,0-2-12-15,0 0 0 0,0 0 0 0,0 0 0 16,0 0 0-16,0 5 0 0,0-5 8 0,0 0-8 15,0 3 0-15,0 2 12 0,0-3-12 0,0 4 12 16,0-1-3-16,0-3 0 0,3 6 0 0,-3-5 0 16,0 5-9-16,0-3 12 0,3 0-12 0,-3 0 12 15,0 3-4-15,3-5 0 0,-3 2 0 0,0 0 0 16,3 1 0-16,-3-4-8 0,0 3 12 0,3-2-4 16,-3 2 1-16,0-2 0 0,0 2 0 0,0 0 0 0,0-2 0 15,-3 2 0-15,3 0 0 0,0 0 0 16,-3 1 0-16,3 2 0 0,0-3 0 0,-3 5 0 0,3-2-1 0,0 3-8 15,-3-3 12-15,3 5-4 0,0-5-8 0,0 5 8 0,0-5-8 16,-3 2 8-16,3-2-8 0,0 3 0 0,0-6 9 0,0 3-9 16,0-3 0-16,0 0 8 0,0 3-8 0,-3-5 0 15,3 2 0-15,0-3 9 0,0 4-9 0,-3-4 0 16,3 4 9-16,0-4-9 0,0 3 0 16,-3 1 9-16,3-1-9 0,0 0 0 0,-3 0 9 15,3 3-9-15,0-3 0 0,0 3 0 0,0 0 0 0,0 3 8 16,0-4-8-16,0 1 0 0,0 0 0 0,0 0 8 15,0-3-8-15,0 3 0 0,0-5 0 0,-3 5 0 16,3-6 0-16,0 1 0 0,0-1 0 0,0 1 0 16,0 0 0-16,0 2 0 0,0-8 0 0,-3 6 0 15,3-1 0-15,0 1 0 0,0-6 0 0,0 3 8 16,0 0-8-16,0 0 0 0,0 0 0 0,-3 0 8 16,3 0-8-16,0 0 0 0,0 0 0 0,-2 2 8 15,2-2-8-15,0 0 0 0,0 3 8 0,-3-3-8 16,3 2 0-16,0-2 9 0,0 3-9 0,0-1 0 15,0-2 8-15,0 3-8 0,0-3 0 0,0 2 0 16,0-2 0-16,0 3 0 0,0-3 0 0,-3 0 0 16,3 0 8-16,0 2-8 0,0-4 0 0,0 2 0 15,0-1 0-15,0 1 0 0,0 0 8 0,0-2-8 16,0 2 0-16,0-3 0 0,0 0 8 0,0 0-8 16,0 3 0-16,0-8 0 0,0 3 0 0,0 2 0 0,0-5 8 15,0 6-8-15,0-6 0 0,0 5 0 0,0-5 8 0,0 5-8 16,0-5 0-16,0 8 0 0,0-8 0 0,0 0 0 15,0 5 0-15,0-5 0 0,0 0 0 0,0 3 0 0,0-3 8 16,0 0-8-16,0 0 0 0,0 8 0 0,0-8 0 0,0 0 0 16,0 0 8-16,0 0-8 0,0 5 0 0,0-5 0 15,0 0 0-15,0 0 0 0,0 0 0 0,0 0 0 16,0 0 8-16,3 6-8 16,-3-6 0-16,0 0 0 0,0 0 9 0,0 0-9 0,3 2 0 0,-3-2 9 15,0 0-9-15,0 0 0 0,5 3 9 0,-5-3-9 16,6 0 0-16,-6 0 0 0,3 0 0 0,-3 0 8 15,6 0-8-15,-6 0 0 0,6 0 0 0,-3 0 0 16,-3 0 0-16,6 0 0 0,0 0 0 0,-6 0 0 16,0 0 0-16,3-3 0 0,3 3 0 0,-6 0 0 15,3-2 0-15,-3 2 0 0,6 0 0 0,-6 0 0 16,0 0 0-16,0 0 0 0,0 0 0 0,0 0 8 16,0 0-8-16,6-3 0 0,-6 3-8 0,0 0 8 15,0 0-29-15,3 0-1 0,-3 0 0 0,6-5 0 16,-6 5-86-16,6 0-18 0,0-3-3 0</inkml:trace>
  <inkml:trace contextRef="#ctx0" brushRef="#br0" timeOffset="79578.663">20240 5176 1094 0,'0'0'46'15,"0"0"-37"1,0 0 95-16,0 0 20 0,0 0 3 0,0 0 1 16,-6 0-14-16,6 0-2 0,0 0-1 0,0 0 0 0,0 0-75 0,0 0-16 0,0 0-2 0,0 0-1 15,0 0 38-15,0 0 7 16,0 0 2-16,0 0 0 0,0 0-52 0,-3 8-12 0,3-8 0 15,0 0 0-15,0 0 0 0,3 7 0 16,-3-7 0-16,0 0 0 0,0 3 0 0,0-3 0 16,0 0 0-16,3 3 0 0,-3-3 0 0,0 0 0 0,6 5 0 15,-6-5 0 1,0 0-139-16,0 0-30 0</inkml:trace>
  <inkml:trace contextRef="#ctx0" brushRef="#br0" timeOffset="80999.981">20231 5191 1337 0,'0'0'28'0,"0"0"6"0,0 0-34 0,0 0 0 0,0 0 0 0,0 0 0 15,0 0 109-15,3 0 15 0,-3 0 4 0,6 3 0 16,-6-3-52-16,0 0-9 0,3 5-3 0,3-2 0 16,-6-3 0-16,3 5 0 0,-3-5 0 0,3 6 0 15,3-4 0-15,-6-2 0 0,3 6 0 0,0-1 0 16,0 0 0-16,0 0 0 0,3 1 0 0,-3-1 0 15,0-2-51-15,3 5-13 0,-3-6 0 0,3 4 0 16,0-1 0-16,0 0 0 0,3 3 0 0,-3-3 0 16,3 3 24-16,-3-2 3 0,3 2 0 0,-1-1 0 15,1 1-16-15,3 0-3 0,-3 3-8 0,3-3 12 16,-3 5-4-16,0-2 0 0,3-1-8 0,-3 3 12 16,3-2 9-16,-3 2 2 0,0-2 0 0,2 2 0 15,-2-2-23-15,3-1 0 0,-3 1 0 0,0-1 0 16,0 4 0-16,0-6 0 0,-3 0 0 0,3 2 0 15,-3-2 0-15,3 0 0 0,-3 0 0 0,0-3 0 16,0 3 0-16,3 0 0 0,-3-3 0 0,-1 3 0 16,1 0 0-16,0-2 0 0,3 2 0 0,-3-3 0 0,0 3 0 0,3-3 0 0,-3 0 0 15,0 3 0-15,3-2 0 0,-3-1 0 16,0 0 0-16,3 0 0 16,-3 1 56-16,3-1 6 0,-3 0 2 0,0 1 0 0,3-4-52 15,-3 4-12-15,-1-1 0 0,4-3 0 0,-3 4 0 0,0-1-13 0,3 0 2 16,-3 1 1-16,0-1 10 0,0 3 8 0,0-5-8 0,0 4 11 15,0 1-11-15,0 0 8 0,0 0-8 0,0 0 8 16,-3 0-8-16,0 0 0 0,3 3 0 0,-3-3 0 16,3 2 0-16,-3-2 0 0,3 0 0 0,0 3 0 15,-1-1 0-15,-2-2 0 0,3 0 0 0,0 3 0 16,0-3 0-16,0 0 0 0,0 2 0 16,-3-2 0-16,3-3 0 0,0 3 0 0,0 0 0 15,-3-2 0-15,3-1 0 0,0 0 0 0,0 0 0 16,-3 1 0-16,3-4 0 0,0 4 0 0,-3-4 0 0,3 4 0 15,-3-4 53-15,0 1 9 0,0 0 2 0,0-1 0 16,0-2-52-16,0 3-12 0,3-1 0 0,-6-2 0 16,3 3 0-16,-3-3 0 0,2 0 0 0,-2 0 0 15,0 0 0-15,0 0 0 0,0 0 0 0,0 0 0 16,0 0 0-16,0 0 0 0,0 0 0 0,0 0 0 16,6 0 0-16,-3-3 0 0,0-2 0 0,0 0 0 15,-3 0-100-15,3-1-22 0,0-2-5 0,-3 0-1 16,-3-2-153-16,3-1-31 0</inkml:trace>
  <inkml:trace contextRef="#ctx0" brushRef="#br0" timeOffset="81679.135">21029 5329 1094 0,'0'0'46'16,"0"0"-37"0,0 0 119-16,0 0 23 0,0 0 5 0,0 0 0 15,0 0-42-15,0 0-9 0,0 0-1 0,0 0-1 16,0 0-11-16,0 0-3 0,0 0 0 0,0 0 0 15,0 0-24-15,0 0-5 0,0 0 0 0,0 0-1 16,0 0-22-16,0 0-4 0,0 0-1 0,0 5 0 0,3 1-8 0,-3-1-3 0,3 3 0 16,-3-3 0-16,0 3-8 0,3 0-1 15,-3 0-1-15,0 0 0 16,0 2-2-16,0 1 0 0,0 2 0 0,0-2 0 16,0 2 1-16,0-2 0 0,0 2 0 0,0 0 0 0,0 0-2 0,0 1 0 15,0-1 0-15,0 0 0 0,0-2-8 0,0 2 10 16,0 0-10-16,0-2 10 0,0-1-10 0,0 4 12 0,0-1-12 15,0-3 12-15,0 4-12 0,0-4 12 0,0 1-12 16,0 2 12-16,0-2-4 0,0 2-8 0,3 0 12 0,-3-2-4 16,0 2-8-16,0 0-16 0,0 3 4 0,-3-3 1 15,3 3 11-15,0 0 0 0,0-3 0 0,-3 3 0 16,3 0 49-16,0-3 12 0,0 0 3 0,-3 1 0 16,3-4-52-16,0 3-12 0,0-2 0 15,-3-3 0-15,3 0 0 0,0 0 0 0,0 0 0 0,0 0 0 16,0-3 0-16,0 0 0 0,0 1 0 0,0-4 0 15,0-2 0-15,0 5 0 0,0-5 0 0,0 0 0 16,0 0 0-16,0 6 0 0,0-6 0 0,0 0 0 16,0 0 0-16,0 0 0 0,0 0-12 0,0 0 12 15,0 0-99-15,0 0-13 0,0-6-2 16</inkml:trace>
  <inkml:trace contextRef="#ctx0" brushRef="#br0" timeOffset="83103.468">20279 3784 2004 0,'0'0'56'0,"0"0"14"0,0 0-56 0,0 0-14 0,0 0 0 0,-6 0 0 16,6 0 80-16,-9 5 14 15,9-5 2-15,-6 0 1 0,6 0-28 0,-6 0-5 0,0 0-2 0,-3 0 0 16,3 0-10-16,0 3-1 0,1-3-1 0,-1 0 0 16,0 0-10-16,-3 2-3 0,3-2 0 0,-3 0 0 15,0 0-13-15,-3 0-2 0,0 0-1 0,0 0 0 16,-3-2-5-16,0 2 0 0,3 0-1 0,-5 0 0 16,2-3-4-16,-3 3-1 0,0 0 0 0,0-5 0 15,0 5-2-15,0-3-8 0,1 3 12 16,-4 0-4-16,3-5-8 0,0 5 10 0,0 0-10 0,-3-3 10 15,3 3 10-15,1-2 3 0,2 2 0 0,-6-3 0 16,3 0-23-16,-3 3 0 0,0-2 0 0,-2-1 0 16,-1 3-11-16,0-3-6 0,0 3-2 0,-3 0 0 15,1 3 31-15,-4 0 5 0,0-3 2 0,0 2 0 16,3 1-27-16,1 0-6 0,-1-3-1 0,-3 5 0 16,3 0 15-16,-2-5 0 0,-1 3 0 0,-3 2 0 15,3 0 16-15,-2 1-3 0,-1-4-1 0,0 6 0 16,3 0-12-16,1-5-12 0,2 2 3 0,0 0 0 15,-3 1 9-15,3-4 0 0,-2 6 0 0,-4 0 0 16,3-5 0-16,-3 2 12 0,1 0-2 0,-1 1-1 16,3-1-9-16,3 0 0 0,1 3 0 0,-4-8-11 15,6 6 11-15,0-4 0 0,0 1 0 0,-2 2 0 16,2-2 0-16,0 2 0 0,0 0 0 0,-3-5 0 16,4 3 0-16,-1 2 0 0,0-5 0 0,3 3 0 0,-3-3 0 0,6 0 0 15,-2 3 0-15,2-3 0 0,3 0 0 0,0 2 0 16,0-2 0-16,3 0 0 0,0 3 0 0,0-3 0 0,0 0 0 15,0 0 0-15,4 3 0 0,-1-3 0 0,-3 0 0 0,3 2 0 16,-3-2 0-16,3 3 0 0,0-1 0 0,0 1 0 16,0-3 0-16,0 5 0 0,3-5 0 0,-3 3 0 15,3-3 0-15,0 5 0 0,0-5-9 0,4 3 9 16,2-3-12-16,-6 0 3 0,0 3 0 0,6-3 0 16,0 0-21-16,0 0-4 15,0 0-1-15,0 0 0 0,0 0-85 0,0 0-16 0,0 0-4 16</inkml:trace>
  <inkml:trace contextRef="#ctx0" brushRef="#br0" timeOffset="84172.636">21014 2321 1060 0,'-18'0'22'0,"12"0"5"0,-2 0-27 0,2 0 0 0,0 0 0 0,-3 0 0 15,3 0 80-15,0 0 10 0,3 0 2 0,3 0 1 16,0 0-13-16,0 0-2 0,0 0-1 0,0 0 0 16,0 0-22-16,0 0-5 0,0 0-1 0,0 0 0 15,3 0-3-15,3 0-1 0,3 0 0 0,-3 2 0 16,3 1-6-16,-3-3-2 0,2 2 0 0,4 4 0 15,0-6-3-15,0 2-1 0,3 4 0 0,0-6 0 16,3 0-1-16,3 2-1 0,-1-2 0 0,4 0 0 16,0 0-2-16,3 0 0 0,3 0 0 0,-1 0 0 15,1 0-5-15,0 0-2 0,0 0 0 0,-1 0 0 16,1-2-4-16,0 2-1 0,3 0 0 0,2 0 0 16,1-6-3-16,3 6-1 0,0-2 0 0,2 2 0 15,-2-6 2-15,-3 6 0 0,-1-2 0 0,7-1 0 16,-3 3-15-16,5 0 0 0,1-2 0 0,3 2-10 15,-7 0 37-15,4-6 7 0,-3 6 2 0,2-2 0 16,-2 2-19-16,-3 0-3 0,2 2-1 0,1-2 0 16,0 0-3-16,-4 0-1 0,4 0 0 0,-6 0 0 15,0 0-9-15,-7 0 8 0,-2 0-8 0,0 0 8 0,0 6-8 16,-4-6 8-16,1 0-8 0,0 0 8 16,-3 0-8-16,0 0 0 0,0 0 0 0,-4 0 0 0,-2 0 8 15,3 0-8-15,-3 0 8 0,-3 2-8 0,0-2 0 16,0 0 0-16,-3 0 8 0,0 0-8 0,-3 3 0 0,0-3 8 15,0 0-8-15,-6 0 8 16,0 0-8-16,3 0 0 0,-3 0 0 0,0 0 0 16,5 2-33-16,-5-2-3 0,0 0 0 0,0 0 0 15,3 0-112-15,-3 0-22 0,0 0-5 0</inkml:trace>
  <inkml:trace contextRef="#ctx0" brushRef="#br0" timeOffset="85487.96">21056 3265 1094 0,'0'0'23'0,"0"0"5"0,0 0-28 0,-6 3 0 0,6-3 0 0,-6 2 0 15,6-2 56-15,-3 6 7 0,3-6 1 0,-6 2 0 16,6-2 0-16,-6 3 0 0,6-3 0 0,0 0 0 16,0 0 0-16,-3 5 0 0,3-5 0 0,0 0 0 15,0 0 0-15,0 0 0 0,0 0 0 0,0 0 0 16,-3 8-25-16,3-8-5 0,3 3-1 0,-3-3 0 15,3 5-1-15,0-2-1 0,3-1 0 0,0 4 0 16,0-6-31-16,3 2 0 0,0 1 0 0,3-3 0 16,0 0 57-16,3 0 6 0,2 0 1 0,1 0 0 15,3 0-51-15,0 0-13 0,3 5 0 0,3-5 0 16,-4 0 16-16,4 0-3 0,0 3 0 0,0-3 0 16,-3 0-21-16,-1 0-5 0,1 0-1 0,0 0 0 15,3-3 14-15,0 3 0 0,-1 0 0 0,4 0 0 0,-3-5 48 16,3 5 13-16,-1 5 3 0,4-5 0 0,-6 0-52 15,0 0-12-15,0 0 0 0,-1 3 0 0,1-3 0 16,0-3 0-16,-3 3 0 0,6 0 0 0,2 0 20 16,1 0 2-16,3 0 0 0,-1 0 0 0,-2 0-35 0,3 0-7 0,-3 0-2 15,-1 3 0-15,1-3 69 0,-3 0 13 0,3-3 4 0,-1 3 0 16,1 0-64-16,0 0-18 16,3 0-1-16,2 0 0 0,-8 0 19 15,3 3 0-15,-3-3 0 0,-4 5 9 0,1-5-9 0,-6 0 10 16,0 0-10-16,0 0 10 0,-4-5-10 0,4 2 0 0,-3 3 0 0,0 0 8 15,0-5-8-15,-3 5 0 0,0 0 0 0,0 0 8 16,-1 0-8-16,-2 0 0 0,0 0 0 0,0 0 8 16,0 0-8-16,-3 0 0 0,0 0 0 0,-3 0 8 15,3 5-8-15,-3-5 0 0,0 0 0 0,-3 0 0 16,-3 0 0-16,6 0 0 0,-6 0 0 0,6 3 0 16,-6-3-32-16,3 0 2 0,3 5 0 15,-6-5 0-15,5 0-94 0,-5 0-18 0,3 6-4 0</inkml:trace>
  <inkml:trace contextRef="#ctx0" brushRef="#br0" timeOffset="86468.325">21053 4149 1082 0,'-3'5'22'0,"-3"1"6"0,3-1-28 16,3-5 0-16,-3 8 0 0,0-6 0 0,3-2 60 0,-3 6 5 0,0-1 2 0,3-5 0 15,0 5-3-15,0-5 0 0,0 0 0 16,-3 6 0-16,3-6 0 0,0 0 0 0,0 5 0 0,0-5 0 16,0 8-10-16,0-8-2 0,0 0-1 0,3 2 0 15,-3-2-31-15,0 0-5 0,3 3-2 0,3 2 0 16,-3-2 37-16,3 0 7 0,-3-1 2 15,3-2 0-15,0 3-43 0,0-3-16 0,3 3 11 0,0-3-11 16,3 0 57-16,0 0 6 0,2 0 1 0,1 0 0 16,3 0-52-16,0 0-12 0,0 0 0 0,3 0 0 15,0 0 0-15,-1 0 0 0,1 0 0 0,0 0 0 16,0 0 54-16,0 0 8 0,0-3 2 0,-1 3 0 16,1-3-64-16,0 3 0 0,0-2-9 0,3-1 0 15,0 3 9-15,-1-3 12 0,7 1-2 0,0-1-1 16,0 3-9-16,-1-3 0 0,4 1 0 0,0 2 0 15,-3 0 36-15,-1-6 6 0,-2 6 1 0,6-2 0 16,3 2-19-16,2 0-3 0,4-5-1 0,3 2 0 16,-4 3-20-16,1 0 0 0,3 0 0 0,-1 0 8 15,1 0-8-15,3 0 0 0,-1 0 0 0,1 0 0 16,0 0 16-16,-4 0 3 0,1 3 0 0,-1-3 0 16,-5 0-19-16,-3 0 0 0,0-3 0 0,-1 3 0 15,-2 0 8-15,0-3-8 0,0 3 0 0,-1 0 0 16,-2 0 0-16,-3 0 8 0,-3 0-8 0,-4-2 0 15,1 2 8-15,-6 0-8 0,3 0 0 0,-6 0 0 16,0 0 10-16,-3 0-10 0,0 0 8 0,-3 2-8 16,0-2 0-16,0 0 0 0,0 0 8 0,-6 0-8 15,3 0-23-15,-3 0-6 0,5 3-2 0,-5-3 0 0,0 0 31 0,3 3 0 0,-3-3 0 16,0 0 0 0,3 5-57-16,-3-5-6 0,0 0-1 0,0 0 0 15,0 8-204-15,-6-6-42 0</inkml:trace>
  <inkml:trace contextRef="#ctx0" brushRef="#br0" timeOffset="87279.092">21148 5377 1337 0,'0'0'56'0,"0"0"-44"16,-6 2 41-16,6-2 9 0,-6 3 2 0,6-3 0 15,0 0 40-15,0 0 9 0,0 0 2 0,0 0 0 16,0 0-39-16,0 0-8 0,0 0-2 0,0 8 0 16,0-8 7-16,3 8 2 0,0-8 0 0,0 5 0 15,3-2-60-15,-3-1-15 0,3-2 0 0,3 3 0 16,0 0 0-16,0-1 0 0,3 1 0 0,0 0 0 15,3-1 54-15,0 1 8 0,2 0 2 0,1 2 0 16,0-5-53-16,3 3-11 0,3-1 0 0,-3 1 0 16,2-1 0-16,1-2 0 0,0 3 0 0,3-3 0 15,3 0 0-15,2 0 0 0,4-3 0 0,0 3 0 16,-4 0 0-16,4-2 0 0,0 2 0 0,0-3 0 16,-1 3 43-16,1 0 5 0,0-2 0 0,3 2 1 15,-1 0-27-15,7 0-6 0,2 0 0 0,1 2-1 16,-6-2-15-16,-1 3 0 0,1-1 0 0,3 1 0 15,-4-3 0-15,4 3 0 0,0-1 0 0,-1 1 0 16,-2-3 32-16,-6 3 3 0,2-1 1 0,-5 1 0 16,0 0-25-16,-3-1-11 0,-3-2 10 0,-1 3-10 15,1 0 24-15,-3-3 0 0,0 2-1 0,0-2 0 0,-4 0-23 0,-2 3-18 16,3-3 3-16,-6 3 1 16,0-3 14-16,0 0 0 0,-6 0 0 0,3 2 0 0,-6-2 0 0,2 0 10 0,-2 3-10 15,-3-3 8-15,-3 0-8 0,0 0 0 0,0 0 0 0,0 0 8 16,0 0-8-16,0 0 0 0,0 0 0 0,0 0 0 31,0 0-38-31,0 0 0 0,0 0 0 0,0 0 0 0,0 0-86 16,0 0-16-16,0 0-4 0</inkml:trace>
  <inkml:trace contextRef="#ctx0" brushRef="#br0" timeOffset="90767.878">18157 4805 1706 0,'-3'-16'36'0,"3"11"7"0,-3 0-35 0,3-3-8 15,0 0 0-15,-3 3 0 16,3-3 120-16,0 2 23 0,-3-2 4 0,3 6 1 15,0-9-59-15,0 6-11 0,0 5-2 0,0 0-1 0,0 0-11 0,0 0-3 16,0 0 0-16,0 0 0 16,0 0-25-16,0 0-6 0,0 0-1 0,0 5 0 0,3 6-9 0,0-3-1 15,0 2-1-15,0 9 0 0,-3-9-8 0,3 11-2 0,0-2 0 0,-3 5 0 16,0 5-8-16,3-5 8 16,-3 2-8-16,0 6 8 0,0 0-8 0,3-1 0 15,-3 4 0-15,0-1 8 0,0-2-8 0,0-3 0 0,0-2 0 0,0 2 0 16,0-6 0-16,0-1-20 0,-3-1 3 0,3-3 1 15,-3 1-92 1,3-3-19-16,-3-3-3 0</inkml:trace>
  <inkml:trace contextRef="#ctx0" brushRef="#br0" timeOffset="91204.463">18166 4763 2066 0,'-9'-13'43'0,"0"5"10"16,3 2-42-16,0-2-11 0,3 3 0 0,-3 0 0 15,6 5 105-15,0 0 19 0,0 0 4 0,0 0 1 16,0 0-53-16,0 0-10 0,6-3-2 0,0 3-1 16,0 3-19-16,0-3-3 0,0 5-1 0,0 0 0 15,3 1-11-15,0-1-2 0,-1 3-1 0,1 0 0 0,3 2-7 0,3-2-2 0,0 3 0 16,0 0 0-16,3-1-29 0,3 3-5 15,-3-2-2-15,2 5 0 0,-2-3 19 0,3 3 0 16,0-3 0-16,-3 6 0 0,0-3 0 0,-1 2 0 0,-2 3 0 16,0 0 0-16,-3 1 20 0,0-1 7 0,-6 5 1 0,0-7 1 15,0 2-20 1,-3-3-9-16,-3 1 8 0,-3-1-8 16,-3-2 10-16,0 0-10 0,-3 0 12 0,-3 0-12 0,-3-3 12 0,0 0-12 0,-2-2 12 15,-4 2-12-15,0-2 22 0,0-1-2 0,-3 4-1 16,0-6 0-16,4 2-19 0,2-2 0 0,-3 3 0 0,3-3 0 15,3 0 10-15,0 0-2 0,3-3 0 0,0 0 0 16,1 0-8-16,2-5 0 0,3 3 9 0,-3-3-9 16,0 0 0-16,3-3 0 0,0 3 0 0,0-2 0 15,6 2-15-15,-6-6-4 0,3 4-1 0,3 2 0 16,-3-5-104-16,3 5-20 0,-3-6-5 0</inkml:trace>
  <inkml:trace contextRef="#ctx0" brushRef="#br0" timeOffset="92157.951">20163 1434 1337 0,'0'0'56'0,"0"-5"-44"31,0 5 144-31,0-3 28 0,0 3 7 0,0-8 1 16,0 8-103-16,0 0-20 0,3 0-4 0,-3 0-1 0,0 0 0 0,0 0 0 0,0 0 0 0,0 0 0 15,0 0 0-15,0 0 0 0,6 0 0 0,-3 3 0 16,0 2-51-16,0 3-13 0,0 0 0 0,0 0 0 15,0-3 0-15,0 6 0 0,0-3 0 0,0 5 0 16,0 0 0-16,0-5 0 0,0 5 0 0,0 3 0 16,0-5 0-16,0 7 0 0,3-7 0 0,-4 2 0 15,1 3 0-15,0 3 0 0,3-3 0 0,-3-1 0 16,0 1 0-16,0 5 0 0,0 1 0 16,0 1 0-16,0-1 0 0,0 1 0 0,3 4 0 15,-3-3 0-15,0-3 14 0,0 0 0 0,0 3 0 0,0-8 0 16,-3 5-14-16,0-8 0 0,0 3 0 0,0 0 0 15,0 0 0-15,0-3 0 0,0 3 0 0,0-3 0 16,0 0-8-16,0 3-5 0,0 0-1 0,0-3 0 16,0 3 30-16,0 0 5 0,0-3 2 0,0 3 0 15,3-3-37-15,-3 3-7 0,0-3-2 0,3-2 0 16,-3 2 23-16,3 1 0 0,0-7 0 0,-3 1 0 16,3 0 14-16,-3 0 7 0,3-2 2 0,-3 1 0 15,3-4-23-15,-3 2 0 0,0-5 0 0,3 6 0 16,-3-6-16-16,3 2-5 0,-3-2-1 0,0 0 0 15,0 0 22-15,0 0 0 0,0 0 0 0,0 0 0 16,0 0-56-16,0 0-6 0,0 0-2 0,0 0 0 16,0 0-160-16,0 0-33 0</inkml:trace>
  <inkml:trace contextRef="#ctx0" brushRef="#br0" timeOffset="92760.818">20490 1363 1792 0,'0'0'51'0,"0"0"10"0,0 0-49 0,0 0-12 16,0 0 0-16,0 0 0 0,0 0 76 0,6 0 12 15,-6 0 2-15,0 0 1 0,3 5-10 0,0-2-1 0,0 2-1 0,0 0 0 16,0 3-23-16,-3 0-4 0,3 3 0 16,-3-1-1-16,3 1-23 15,0 2-4-15,-3 0 0 0,3 3-1 16,0-3-3-16,-3 3-1 0,3 0 0 0,0-3 0 0,0 3-19 0,0 0 0 16,0 0 8-16,0 3-8 0,0-4 10 15,0 7-2-15,0-4 0 0,0 3 0 0,0 6-20 0,0-3-4 0,3-1 0 0,-6 6-1 16,3-2 17-16,0-3 0 0,0 0 0 0,0 2 0 15,0-2 0-15,-3-3 0 0,3 3 0 0,0-3 0 16,0 0 0-16,-3-2 0 0,0 2 0 0,0-3 0 16,3 1 0-16,-3 2 0 0,0 0 0 0,0-5 0 15,3 5 28-15,-3-5 8 0,0 5 3 0,0-7 0 16,3 1-39-16,-3-1 0 16,3 2 0-16,-3-6 0 0,0 1 0 0,0-1 0 0,2 3 0 15,-2-7 8-15,0 2-8 0,0 0 11 0,0 0-11 0,-2-6 12 16,2-2-47-16,0 6-9 0,0-6-1 0,0 0-1 15,-3 2-168-15,0 3-34 0</inkml:trace>
  <inkml:trace contextRef="#ctx0" brushRef="#br0" timeOffset="93212.843">20261 2149 1824 0,'0'0'38'0,"0"0"8"0,0 0-37 0,0 0-9 0,0 0 0 0,-3 7 0 16,3 1 104-16,-3-5 20 0,3 5 3 0,0 0 1 15,0 3-103-15,0-4-25 0,3 1 0 0,-3 0 0 16,0 6 56-16,0-6 7 0,3 2 1 0,-3 3 0 16,0 1-52-16,3-7-12 0,-3 7 0 0,0-6 0 15,3 0 0-15,0 2 0 0,0 1 0 0,0-3 0 16,0 0 0-16,0-6 0 0,0 6 0 0,0-2 0 16,-3-1-100-16,3 3-22 0,-3-8-5 0</inkml:trace>
  <inkml:trace contextRef="#ctx0" brushRef="#br0" timeOffset="94190.155">19803 1286 1728 0,'0'0'49'0,"3"-8"11"0,0 3-48 0,0 2-12 0,0-2 0 0,0-3 0 15,-3 3 67-15,3 2 11 0,-3-2 2 16,3 2 1-16,-3-2-13 0,0-3-4 0,-3 2 0 0,3 4 0 16,-3-6 0-16,0 3 0 0,0 2 0 0,0-2 0 15,0-3 0-15,-3 2 0 0,3 4 0 0,-3 2 0 16,-3-6-51-16,3 4-13 0,-3 2 0 0,-3 0 0 16,3 0 0-16,-3 0 0 0,0 0 0 0,-2 2 0 15,2 4 0-15,0-4 0 0,0 4 0 0,0 2 0 16,0-3 26-16,-3 6 2 0,6-4 1 0,-3 7 0 15,3-1-29-15,0 3-8 0,3-3-1 0,1 3 0 16,-1 0-21-16,3 0-4 16,3 2-1-16,-3-2 0 0,6-5-25 0,0 2-4 0,0 0-2 0,3-2 0 15,-1-1-3-15,1-2-1 0,3 0 0 0,0-5 0 16,0 2 26-16,0-5 6 0,3 0 1 16,0-5 0-16,-3 2 25 0,3-2 12 0,0-3-10 0,0 0 10 15,0 0 0-15,-1 0 0 0,-2-5 0 0,0 5 0 16,0-8 36-16,-3 8 4 0,3-5 1 0,-6 0 0 15,3 2 35-15,-3-2 8 0,0 5 0 0,0-5 1 16,-3 5-68-16,3-6-17 0,-3 4 0 0,0 2 0 16,0 3 55-16,0-3 7 0,0 0 2 0,0 0 0 0,0 3-52 15,0 5-12-15,0 0 0 0,0 0 0 16,0 0 54-16,0 0 8 0,0 0 2 0,0 0 0 16,0 0-52-16,3 8-12 0,0-1 0 0,-3 7 0 0,0-1 0 0,3-3 0 0,0 4 0 15,-3 2 0-15,3 2 0 0,-3-2 0 0,3 0 0 0,0 0 0 16,0 0 0-16,0 2 0 0,0-2 0 0,3-3 0 15,-3 3 0-15,0-3 0 0,3-5 0 0,-3 3 0 32,2-3-48-32,1 2-13 0,0-7-3 0,0 2 0 0,0-2-97 15,0 2-20-15,0-5-4 0</inkml:trace>
  <inkml:trace contextRef="#ctx0" brushRef="#br0" timeOffset="94846.192">20389 865 2269 0,'-3'-8'64'0,"-3"3"15"16,3 5-63-16,0-8-16 0,0 8 0 0,0-8 0 0,3 8 62 0,0 0 10 0,0 0 1 0,0 0 1 16,0 0-20-16,0 0-4 0,0 0-1 0,0 0 0 15,0 0-24-15,0 0-5 16,0 0 0-16,-3 8-1 0,3 5-19 0,-3-2 8 15,3 7-8-15,0-2 0 0,0 8 8 0,0-3-8 0,0 3 0 0,0 3 0 16,0-4 8-16,0 1-8 16,0-3 0-16,0 3 0 0,0-5 0 0,3 2 0 0,0-5 8 0,-3 0-8 15,3-3-14-15,0 3-6 0,-3-8-2 0,3 5 0 16,0-5 22-16,-3 2 0 16,3 1 0-16,0-8 0 0,-3 2 0 0,3 3 0 15,-3-8 0-15,0 0 0 0,0 0 0 0,6 0 0 0,0 0 0 0,0 0 0 16,0-5 0-16,3 2 0 0,-3-2 0 0,3 2 0 15,0-8 0-15,0 9 0 0,0-6 0 0,0 0 0 16,-1 0 0-16,4-3 0 0,-3 3 0 0,3 0 0 16,0 1 0-16,-3-7 0 0,3 4 0 0,-3 2 0 15,0 0 0-15,3-5 0 0,-3 5 0 0,0 0 0 16,0 2 47-16,-1-1 13 0,1 1 4 0,-3 4 0 16,0 2-52-16,3 0-12 0,-3 2 0 0,0 4 0 15,0-6 0-15,-3 7 0 0,3-1 0 0,-3 2 0 16,0 0 0-16,0 0 0 0,-3-1 0 0,0 1 0 15,0 0 0-15,-3 0 0 0,3 3 0 0,-6-3 0 16,3 0 54-16,-3 0 8 0,-3-6 2 0,0 9 0 16,0-8-52-16,0 5-12 0,3-3 0 0,-6 3 0 15,1-6 0-15,-1 4 0 0,-3-6 0 0,3 5 0 16,-3-5 0-16,0 3 0 0,3-3 0 0,-3 5 0 0,3-5 0 16,1 0 0-16,-1 0 0 0,0 0 0 15,3-5-48-15,0 5-13 0,0-3-3 0</inkml:trace>
  <inkml:trace contextRef="#ctx0" brushRef="#br0" timeOffset="98601.932">23196 2069 1824 0,'0'0'38'0,"0"0"8"15,0 0-37-15,-6 0-9 0,6 0 0 0,0 0 0 16,0 0 99-16,0 0 17 0,0 0 4 0,0 0 1 16,0 0-40-16,0 0-8 0,0 0-1 0,0 0-1 15,0 0-57-15,0 0-14 0,-3 3 0 0,3-3 0 16,0 5 0-16,0 3 0 0,3-3 0 0,3 3 0 15,0-5 0-15,3 2 0 0,0-2 0 0,3 2 0 16,0-5-21-16,3 5-7 0,0-5-2 0,2 0 0 16,-2 0-2-16,3-5 0 0,0 5 0 0,0-5 0 0,-3-3 19 15,0 5 3-15,0-5 1 0,-4 0 0 0,1-2 9 0,0 2 0 16,-3 0 0-16,0 0 0 16,-3 0 38-16,0 0 3 0,-3 0 1 0,0 0 0 15,-3 0 14-15,0 3 2 0,0-3 1 0,0 3 0 16,-3 2-22-16,0-5-4 0,0 3-1 0,0 0 0 0,0 2 13 0,3 3 3 15,-6-5 0-15,3 2 0 0,3 3-26 0,0 0-5 0,0 0-1 0,0 0 0 16,-6 3-16-16,6-3 10 0,-3 8-10 0,0 2 8 16,0-2-8-16,0 0 0 0,3 3 0 0,0 2 0 15,0 0 0-15,0 3 0 0,0 0 0 0,3 5 0 16,-3 0 0-16,0 3 0 16,0 2-9-16,0 1 9 0,0-1 0 0,0 4 0 0,-3-7 0 0,3 4 0 15,-3-1 0-15,-3 1-12 0,3-9 12 0,-3 3-10 16,-3 1-10-16,1-1-1 0,-1-8-1 0,-3 5 0 15,0 1-12-15,-3-3-2 0,0-6-1 16,-3 4 0-16,0-1 37 0,3 0 0 0,-2 3 0 0,-4-8 0 16,3 5 0-16,3-5 0 0,-3 0 0 0,3 0 0 15,0-5 0-15,3-1 0 0,1 1 0 0,-1-3 0 16,3-3 0-16,0 1 0 0,3-1 0 0,0-5 0 16,3 0-14-16,3-5 5 0,3 0 1 0,3-3 0 15,0 0-145-15,6 0-29 0,6-2-6 0</inkml:trace>
  <inkml:trace contextRef="#ctx0" brushRef="#br0" timeOffset="98925.328">23538 2276 1824 0,'0'0'38'0,"0"0"8"0,-3 7-37 16,1-4-9-16,-1 8 0 0,-3-3 0 0,3 0 100 0,0 0 19 0,0 5 3 0,0-3 1 16,0 4-43-16,0-6-9 0,0 5-2 0,0 3 0 15,3-8-4-15,0 5-1 0,0-5 0 0,0 5 0 16,0-5-51-16,3 2-13 0,0-2 0 0,0 3 0 15,3-3 0-15,3 0 0 0,-3 0 0 0,2-3 0 16,4 3 0-16,0-5 0 0,3 2 0 0,0 3 0 16,0-8 0-16,0 3 0 0,3-3 0 0,-3 0 0 15,-1-3 0-15,1 3 0 16,0 0 0-16,-3-5 0 0,0 2 54 0,0-2 8 0,-3 2 2 16,0-2 0-16,-3-3-52 0,0 3-12 0,-3 2 0 0,0-5 0 15,-3 0 40-15,0 0 6 0,-3 3 1 0,0-3 0 16,-3 0-24-16,0 0-5 0,-3 0-1 0,0 3 0 15,0-3-17-15,0 0-11 0,-3 3 2 0,0 2 0 16,-3-2-37-16,0-3-7 16,-2 8-2-16,2-6 0 0,-3 6-111 0,0 0-22 0,0 0-5 0</inkml:trace>
  <inkml:trace contextRef="#ctx0" brushRef="#br0" timeOffset="99622.733">23303 2987 1824 0,'0'0'76'0,"0"0"-60"16,0 0 72-16,0 0 14 0,0 0 3 0,0 0 1 15,0 0-23-15,0 0-5 0,0 0-1 0,0 0 0 16,0 8-54-16,3 3-11 0,-3 5-3 0,0-3 0 16,3-2-9-16,-3 4 0 0,3 4 0 0,-3-8 0 15,3 7 0-15,0-7 0 0,0 2 0 0,0 0 0 16,0 3 0-16,3-3 0 0,0-5 0 0,0 3 0 16,3-1 20-16,0-2 3 0,3 0 0 0,-3-5 0 15,0 2-23-15,0-5 0 0,-1 0 0 0,1 0 0 16,0 0 0-16,0-5 0 0,0 2 0 0,0-2 0 15,-3-3-21-15,3 3 1 0,-3-3 0 0,0 0 0 16,0 0 67-16,0-3 13 0,0 6 4 0,-3-8 0 16,3 2-52-16,-3 1-12 0,0-1 0 0,0-2 0 15,-3 2 54-15,3-2 8 0,-3 0 2 0,0 5 0 0,0-8-52 16,-3 8-12-16,3-5 0 0,0 5 0 16,0 0 0-16,0-3 0 0,0 6 0 0,0 5 0 0,0 0 0 0,0 0 0 15,0 0 0-15,0 0 0 0,0 0 0 0,-3 11 0 0,3-3 0 16,0 5 0-16,-3 3 0 0,3-1 0 15,0 4 0-15,-3 0 0 0,0 2 24 0,3-3 1 0,-3 1 1 16,-3-1 0-16,3 1-42 16,-3-3-8-16,0 2-1 0,-3 1-1 0,3-1 45 0,-3-2 9 0,0 5 1 0,-3-5 1 31,0 5-48-31,-3-7-10 0,4 4-1 0,-7-2-1 0,3 2 30 0,-3-4 0 16,0 2 0-16,0-1 0 0,3-7 0 0,0 6 0 0,1-6 0 0,-1-1 0 15,3 1-57 1,0-2-6-16,6-4-1 0,0 4 0 15,6-6-102-15,0 0-21 0,0-8-4 0</inkml:trace>
  <inkml:trace contextRef="#ctx0" brushRef="#br0" timeOffset="99882.559">23741 3212 2314 0,'0'0'65'0,"0"0"15"16,0 0-64-16,-6 0-16 0,3 3 0 0,3-3 0 15,-3 5 96-15,-3 3 16 0,3-5 4 0,0 2 0 16,3 0-42-16,-3 3-8 0,3 0-2 0,-3 0 0 16,3 3-51-16,-3-1-13 0,0 6 0 0,0-5 0 0,3 7 0 15,-3-4 0-15,0 4 0 0,0 1 0 16,-3-1 0-16,3 1 0 0,0 4 0 0,-3-1 0 16,3-7 0-16,-3 7 0 0,3-6 0 0,-2 5 0 15,-1-8 0-15,3 3 0 0,-3 0 0 0,3 0 0 16,0-3-48-16,-3 0-13 0,3 3-3 0,0-3 0 15,0-2-153-15,3 2-31 0</inkml:trace>
  <inkml:trace contextRef="#ctx0" brushRef="#br0" timeOffset="100586.2">23360 4051 1592 0,'0'-5'67'16,"0"5"-54"-16,0-6 104 0,0 6 21 15,0 0 4-15,0 0 1 0,0 0-38 0,0 0-7 0,0 0-2 0,0 0 0 16,0 0-44-16,0 0-10 0,0 0-2 0,6 6 0 15,-3-1-16-15,0 6-3 0,0-9-1 0,0 9 0 16,0-3-11-16,0 2-9 0,0 4 12 0,3-4-12 16,-3 1 0-16,0 2 0 0,3 0 0 0,-4 0 0 15,4-2 0-15,0-3 0 16,0 3 0-16,0-4 0 0,3-1 9 0,0-1 5 0,0-2 1 0,0-1 0 16,0-4-15-16,0-1 0 0,3 0 0 0,-3 1 0 15,3-6 0-15,0-3 0 0,-4 3 0 0,4 0 0 16,-3-2 0-16,0-1 0 0,0 3 0 0,0-2 0 15,-3 2 0-15,0-5 0 0,0 5 0 0,-3 0 0 16,3-3 0-16,-3 3 0 0,-3 0 0 0,3 0 0 16,-3 0 54-16,0-2 8 0,0 2 2 0,0 3 0 15,0-1-52-15,0-2-12 0,0 3 0 0,0 5 0 16,0 0 0-16,0 0 0 0,0 0 0 0,0 0 0 16,0 0 0-16,0 0 0 0,0 0 0 0,0 0 0 15,0 11 28-15,0-3 2 0,0-3 1 0,-3 8 0 16,-3 0-23-16,3 0-8 0,-3 3 0 0,0 3 9 15,-3 5 17-15,0-3 3 0,-3 5 1 0,0 1 0 16,0 2-30-16,1-8 0 0,2 6 0 0,-3-1 0 16,0-2-13-16,0-3-9 0,3 0-2 0,0-2 0 0,-3-1 6 15,3-5 1-15,0 3 0 0,3-5 0 16,-3-1-38-16,3 1-7 0,3 2-2 16,-3-10 0-16,4 2-184 0,2-5-36 0</inkml:trace>
  <inkml:trace contextRef="#ctx0" brushRef="#br0" timeOffset="100912.575">23678 4318 2030 0,'3'-5'57'0,"-3"0"14"0,3 2-57 0,0-5-14 0,0 5 0 0,0 1 0 16,3-1 105-16,0 1 19 0,0 2 3 0,3 0 1 16,-3 0-52-16,3 2-9 0,0 3-3 0,-3 1 0 15,0-1-51-15,3 3-13 0,-3 0 0 0,-3 0 0 16,0 5 54-16,0-5 8 0,-3 3 2 0,0 2 0 15,0 0-52-15,-3-2-12 0,-3 2 0 0,3 0 0 16,-6-2 0-16,3 2 0 0,-3-2 0 0,0 2 0 16,-3 0 0-16,3-2 0 0,0 2 0 0,-3 0 0 15,3 0 0-15,3 0 0 0,0 1 0 0,0-1 0 16,0-2-48 0,6-1-13-16,-2 1-3 0,4-1 0 0,1-2 52 0,0 0 12 0,3-3 0 0,3 1 0 15,0-1 0-15,3-2 0 0,0-3 0 0,0 2 0 16,3-2 0-16,-3 0 0 0,6 0 0 0,-3-2 0 15,-4-1 0-15,4 3 0 0,-3-3 0 0,0 1 0 16,3 2 0-16,0 0 0 0,3 0 0 0,0 0 0 16,2 2-54-16,1 1-8 0,0-3-2 0</inkml:trace>
  <inkml:trace contextRef="#ctx0" brushRef="#br0" timeOffset="101653.122">23333 5223 2135 0,'0'0'44'0,"0"0"11"15,0 0-44-15,3 0-11 0,-3 0 0 0,6 0 0 16,-6 0 82-16,6 3 14 0,-3-1 4 0,0 1 0 16,0 2-53-16,0-2-11 0,3 2-1 0,-3 1-1 15,0 2-18-15,0-6-4 0,3 6-1 0,-3 0 0 16,0 0-11-16,3 3 0 0,-3-6 0 0,3 6 8 15,-3-1-8-15,2-2 0 0,1 3 0 0,0-1 0 16,0 1-25-16,3-3-1 0,0 0 0 0,0 0 0 16,3-3-6-16,-3 3-2 0,3-8 0 0,0 2 0 0,0-2 23 0,0-2 11 0,2 2-10 15,-2-8 10 1,0 3-33-16,0-1-1 0,0 1 0 0,0-3 0 0,-3 0 78 16,0 0 16-16,0 0 4 0,0 0 0 0,-3 3 0 0,-3-3 0 0,3 0 0 0,-3 3 0 15,0-3-52-15,0 3-12 0,-3-1 0 0,0 1 0 16,0 0 54-16,0-3 8 0,0 3 2 0,-3-1 0 15,3 4-52-15,0-6-12 0,0 8 0 16,0 0 0-16,0 0 0 0,0 0 0 0,0 0 0 0,0 0 0 16,0 0 54-16,0 0 8 0,0 0 2 0,-6 8 0 15,0-3-52-15,3 3-12 0,-3 5 0 0,-3 0 0 16,3 3 0-16,-3 5 0 0,-3 1 0 0,0 4 0 16,3 0 0-16,-3 4 0 0,0-1 0 0,-3 2 0 15,4-4 0-15,-1-1 0 0,0 1 0 0,0-3 0 16,3-1-32-16,-3-1-8 15,3-1-3-15,-3-3 0 0,3 1-10 0,0-3-3 0,0 2 0 16,0-2 0-16,1-3-160 0,-1 1-32 0</inkml:trace>
  <inkml:trace contextRef="#ctx0" brushRef="#br0" timeOffset="102122.853">23720 5596 1824 0,'6'-8'76'0,"3"0"-60"16,-3 3 140-16,3-3 28 0,0 0 5 0,0 0 2 16,0 3-101-16,0-3-20 0,2 3-4 0,-2-1-1 15,0 1-1-15,0 0 0 0,0 2 0 0,0 1 0 32,0-1 0-32,0 3 0 0,0 0 0 0,0 3 0 0,-3-1-51 0,3 4-13 0,-3-4 0 0,0 6 0 15,0-3 0-15,-3 3 0 0,-1-2 0 0,1 2 0 16,0 0 0-16,-3 2 0 0,0-5 0 0,0 3 0 15,0 0-17-15,0 3 0 0,-3-3 0 0,0 2 0 16,-2-2-23 0,2 3-4-16,0-3 0 0,-3 0-1 0,3 0 21 0,-3 0 4 0,3 0 0 0,0 0 1 15,3-8-21-15,-3 5-4 0,3-5 0 0,0 0-1 16,0 0 36-16,0 0 9 0,3 5 0 0,0-2 0 16,3-1 0-16,0-2 0 0,3 0 0 0,-1-2 0 15,1 2 0-15,0-3 0 0,3 0 0 0,0 3 0 16,-3-2 49-16,3 2 12 0,-3 0 3 0,3 0 0 15,-3 0-52-15,0 0-12 0,0 0 0 0,-3 2 0 16,0 1 0-16,-1 2 0 0,-2 3 0 0,0-5 0 16,0 5 54-16,-3 0 8 0,-3 0 2 0,0 2 0 15,-2 4-64-15,-4-1 0 0,0 0-9 0,0 3 0 16,-6 0 9-16,3 0 12 0,-6 5-2 0,3-5-1 16,0 2-9-16,0-2 0 0,-2 0 0 0,2 0 0 15,0 0-49-15,-3-3-12 0,3 0-3 0,-3 0 0 16,0-2-102-16,0-3-21 0,-2 0-4 0</inkml:trace>
  <inkml:trace contextRef="#ctx0" brushRef="#br0" timeOffset="103028.125">20761 2500 1501 0,'0'0'63'16,"0"0"-51"-1,0 0 104-15,0-2 21 0,0 2 4 0,-3-8 1 16,3 8-57-16,-3-5-11 0,0 2-2 0,-3 3-1 15,6 0-6-15,-6 0-1 0,0-5 0 0,1 5 0 16,-4 0-51-16,3 5-13 0,0-5 0 0,-3 3 0 16,0 2 54-16,3-5 8 0,0 3 2 0,-3 2 0 15,3 0-52-15,0 3-12 0,0 0 0 0,0-5 0 16,0 5-20-16,0 2-8 0,0-2 0 0,0 0-1 16,3 0 29-16,-3 0 0 0,3 5-8 0,0-5 8 15,1 0 0-15,2-3 0 0,0 3-10 0,0 0 10 16,0 0-16-16,0 0 2 0,2-3 0 0,-2 3 0 15,0-8 1-15,6 0 0 0,-3 3 0 0,0 2 0 16,3-5 13-16,0 0-12 0,0 0 12 0,0 0-12 0,0-5 12 0,3 2 0 16,0-5 0-16,0 3 0 0,0-3 0 0,0 0 0 15,0 0 0-15,0-2 0 0,-3 2 0 0,0-3 0 16,0 3 0-16,-1-2 0 0,-2 2 0 0,0 0 0 16,-3-3 0-16,0 3 0 0,-3-2 55 0,0 2 7 0,1 0 2 15,-4 0 0-15,3 3-52 0,-3-3-12 0,-3 5 0 0,3-5 0 16,0 3 0-16,-3-1 0 0,3 4 0 15,0-4 0-15,3 4-48 16,-3-3-13-16,6 5-3 0,-6-3 0 0,0 3-153 0,0-5-31 16</inkml:trace>
  <inkml:trace contextRef="#ctx0" brushRef="#br0" timeOffset="103360.078">20773 2500 1538 0,'0'0'32'0,"0"0"8"16,0 0-32-16,0 0-8 0,0 6 0 0,0-6 0 16,-3 8 84-16,3-3 16 0,0-5 4 0,3 8 0 15,0-3-52-15,-3 3-11 0,3 0-1 0,0-5-1 16,3 2-19-16,-3 3-3 0,3-5-1 0,0-1 0 16,0 6-5-16,0-5-2 0,0 2 0 0,3-5 0 15,0 0 1-15,0 3 0 0,0-3 0 0,-1 0 0 16,1 0 13-16,0-3 2 0,0 3 1 0,0-5 0 0,3 5 16 0,-3-3 3 0,0-2 1 0,-3 0 0 15,3 2-2-15,-3-2-1 0,3 2 0 0,-3-2 0 16,-3 2-6-16,3-5-1 0,-3 3 0 0,0 0 0 16,-3 5-11-16,0-3-2 0,0-5-1 0,0 3 0 15,-3 2-34 1,0-5-6-16,0 5-2 0,-3 1 0 0,0-3 20 16,0 2 0-16,-3-2 0 0,0 2 0 0,-3 3-8 15,3-5 8-15,-3 5-12 0,0 0 12 16,0 0-170-16,-3 5-27 0,4-2-6 0</inkml:trace>
  <inkml:trace contextRef="#ctx0" brushRef="#br0" timeOffset="104140.425">20687 3204 1824 0,'0'0'38'0,"0"0"8"0,0 0-37 0,0 0-9 0,0 0 0 0,-6-2 0 16,6 2 104-16,-6 0 20 0,6 0 3 0,-6 2 1 15,0 1-52-15,0 2-9 0,0 3-3 0,0-5 0 16,0 2-51-16,3 3-13 0,-3-3 0 0,3 6 0 16,-3-3 0-16,3 0 0 0,0 2 0 0,3 1 0 15,-3 2 0-15,3-5 0 0,0 5 0 0,0-2 0 16,3-3 0-16,0 2 0 0,0 1 0 0,3-3 0 16,0-3 0-16,0 3 0 0,0-2 0 0,3-4 0 15,0 3 0-15,0-5 0 0,0 0 0 0,0 0 0 16,0 0 0-16,0-5 0 0,0 3 0 0,-3-6 0 15,3 5 0-15,-4-5 0 0,-2 5 0 0,3-5 0 16,-3 0 0-16,-3 1 0 0,0-4 0 0,0 3 0 16,0 0 0-16,0 0 0 0,-3 0 0 0,0 0 0 15,0 0 0-15,0 0 0 0,0 0 0 0,1 3 0 16,2-3 54-16,-3 0 8 0,0-2 2 16,3 2 0-16,0 0-52 0,0 0-12 0,3 0 0 0,0 3 0 15,-1-3 0-15,1 0 0 0,3 5 0 0,0-2 0 16,0 2-13-16,3-2-6 0,0 2-1 0,3 3 0 15,-3 0 20-15,3-2 0 0,-3 2 0 0,3 2 0 0,-3 1 8 16,0 2-8-16,0 3 0 0,-1-5 0 0,-2 5 11 0,0 0-11 0,0 2 12 16,-3-2-12-1,0 3 17-15,0-1-3 0,0 1-1 0,-3 2 0 16,0-2-13-16,0 2 8 0,-3 3-8 0,0-3 0 16,0 3 0-16,0 2 0 0,-3-2-11 0,3 0 11 15,0 5 0-15,-3-7 0 0,4 4 0 0,-1-2 0 0,-3 3 0 0,3-6 0 16,0 3 0-16,0-6 0 15,3 3-59-15,-3 1-4 0,0-6-1 0,3 2 0 16,0 1-102-16,0-3-21 0</inkml:trace>
  <inkml:trace contextRef="#ctx0" brushRef="#br0" timeOffset="104523.262">20696 3797 1580 0,'0'0'67'15,"0"0"-54"1,0 0 92-16,0 0 19 0,0 0 3 0,3 5 1 15,-3 3-52-15,0 0-9 0,3 0-3 0,0 3 0 16,-3-1 0-16,3 1 0 0,0-1 0 0,0 6 0 0,0-8-51 16,-3 5-13-16,3 3 0 0,0-5 0 0,0 2 0 15,-3 0 0-15,0 1 0 0,3 2 0 16,-3-6 0-16,0 1 0 0,0 5 0 0,0-6 0 0,0 3 0 16,0 1 0-16,0-1 0 0,-3 0 0 0,3 0 0 0,0 1 0 0,-3 1 0 15,3-1 0-15,0-1 0 0,-3 3 0 0,6 0 0 0,-6-3 0 31,3 0-62-31,0 0-15 0,0 1-3 0,-3-4-1 16,3 1-127-16,-3 2-24 0</inkml:trace>
  <inkml:trace contextRef="#ctx0" brushRef="#br0" timeOffset="104891.629">20880 4017 1824 0,'-9'-6'38'0,"9"6"8"16,0 0-37-16,0 0-9 0,-6-2 0 0,6 2 0 16,0 0 97-16,0 0 18 0,0 0 3 0,-3 5 1 15,3-5-37-15,-5 5-7 0,5-5-2 0,-3 6 0 16,3 2-58-16,0-3-15 0,0 0 0 0,3 3 0 16,-3-3 0-16,3 3 0 0,-3 0 0 0,2-3 0 15,1 3 0-15,3 0 0 0,-3 0 0 0,0 0 0 16,3 0 0-16,0 3 0 0,-3-9 0 0,3 6 0 15,0 0 0-15,3-2 0 0,-3-1 0 0,0 3 0 16,0-8 0-16,3 2 0 0,-3-2 0 0,3 0 0 0,-3 0 0 16,0-2 0-16,0 2 0 0,0-5 0 15,-3-1 0-15,3 4 0 0,-1-1 0 0,-2-2 0 16,0-1 40-16,0 4 6 0,0-6 1 0,0 0 0 16,-3 3-24-16,3-1-5 0,-3-2-1 0,0 0 0 0,0 3-17 0,0-3 0 15,-3 0 0-15,3 0 0 0,-3 0 0 0,3 0 0 0,-3-2 0 16,0 5 0-16,0-3 0 0,0 0 0 0,0 0-8 15,1 5 8-15,-1-2-153 16,-3 2-25-16,0 0-5 0</inkml:trace>
  <inkml:trace contextRef="#ctx0" brushRef="#br0" timeOffset="105429.069">20711 5086 1751 0,'0'0'74'0,"-6"5"-59"16,3-2 101-16,-3-1 21 0,0 3 4 0,3 1 1 16,0-4-59-16,0 6-12 0,0-2-3 0,0-1 0 31,3 3-2-31,0 2-1 0,0-2 0 0,0 3 0 0,0 0-52 0,0-1-13 0,0 3 0 0,3-2 0 16,-3 2 0-16,0-2 0 0,3 2 0 0,-3 0 0 15,3-2 0-15,-3 2 0 0,0 0 0 0,3-2 0 16,-3 2 0-16,0 0 0 0,3 1 0 0,-3 1 0 15,0-4 0-15,3 5 0 0,-3-3 0 0,3 0 0 16,-3 1-48-16,0-4-13 0,3 3-3 0,-3-2 0 16,3 0-102-16,-3-3-21 0,3-1-4 0</inkml:trace>
  <inkml:trace contextRef="#ctx0" brushRef="#br0" timeOffset="105692.684">20886 5154 2055 0,'0'0'43'0,"0"0"9"0,-3-8-41 0,3 8-11 0,0 0 0 0,0 0 0 16,0 0 97 0,0 0 18-16,0 0 3 0,0 0 1 15,0 0-54-15,0 0-10 0,6 8-3 0,-3-2 0 0,0-1-22 16,0 3-5-16,0 0-1 0,0 2 0 0,-3 1 32 0,0 0 7 0,0 2 1 0,0-3 0 15,-3 4-52-15,0-1-12 0,0-3 0 0,0 4 0 16,0-1 0-16,0 0 0 0,0 3 0 0,-3-3 0 31,0 3-48-31,3 0-13 0,-3 3-3 0,1-1 0 16,2-2-153-16,0 5-31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54:29.13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6616 5101 1406 0,'15'-34'29'0,"-9"24"7"0,3-6-36 0,0 2 0 0,0 1 0 0,3-5 0 15,-3 2 78-15,0 0 9 0,0 0 1 0,-3 0 1 16,0 6-7-16,3-1-2 0,-3-5 0 0,-3 8 0 16,0-2-11-16,-1 2-2 0,-2 2-1 0,3-2 0 15,-3 3-7-15,-3 2-2 0,3 1 0 0,0 2 0 16,0 0-12-16,0 0-2 0,-5 0-1 0,-4 5 0 16,0 0-18-16,-3 6-3 0,0 0-1 0,-3 7 0 0,0 3-11 0,-3 8-9 15,-3 6 12-15,1 2-12 0,-1 3 8 0,0-1-8 0,0 4 0 16,-3 2 0-16,3-3 0 0,1 3 0 15,-1-3 0-15,-3 6 0 0,3-3 0 0,-3-3 0 0,3 3 0 16,-2-3 0-16,5 1-16 16,-3-6-3-16,3 0-1 0,-3 0 0 15,6 0-14-15,-3-3-3 0,4 3-1 0,-4 0 0 16,0-5-182-16,3 0-36 0</inkml:trace>
  <inkml:trace contextRef="#ctx0" brushRef="#br0" timeOffset="554.802">6753 6768 1580 0,'-9'6'67'0,"1"-4"-54"15,-4 4 49-15,0-1 10 0,0 3 1 0,-6 0 1 16,0 2-16-16,0 4-3 0,-3 2-1 0,-2 2 0 15,-1 3 8-15,0 3 2 0,-3 3 0 0,0 2 0 16,1 2-48-16,-1 4-16 0,0-1 9 0,-3 6-9 16,0-6 10-16,4 3-10 0,-1-5 12 0,-3 5-12 15,6-3 8-15,0 1-8 0,1-1 0 0,-1 1 0 16,6-4 0-16,3 4-12 0,0-3 0 0,0-1 0 16,3-2 12-16,1 1 0 0,2-7 0 0,0 1 0 15,0 0 0-15,3-5 0 0,3-1 0 0,0 1 0 16,-3-6-170-16,3-3-31 0</inkml:trace>
  <inkml:trace contextRef="#ctx0" brushRef="#br0" timeOffset="1284.935">7230 4027 1426 0,'0'0'40'0,"0"0"9"0,0 0-39 0,-6 6-10 0,-3-6 0 0,0 2 0 15,-3 1 33-15,0-1 5 0,0 1 1 0,-3 2 0 16,-3-2-27-16,-2 2-4 0,-1 1-8 0,0 2 11 31,-3-3-11-31,3 3-16 0,-3 0 4 0,4 0 1 16,-1 0 11-16,3 2 0 0,0 1 0 0,3-1 0 0,0-2 49 15,3 3 12-15,3-1 3 0,0 1 0 0,3-3-64 0,4 3-24 0,-1-4 0 0,3 4 1 16,-1447-3 23-16,2897 3-11 0,-1445-3 11 0,4 2-8 16,0-2 8-16,3 0 0 0,0 0 0 0,0 0-8 15,6 0 29-15,-3 0 7 0,3 0 0 0,0 0 1 16,-1 0-29-16,-2-1-21 0,3-1 3 0,0 2 1 15,-3 0 17-15,-3 0 0 0,0 0 11 0,-3 2-11 16,-3-2 10-16,0 3-10 0,-4-3 8 0,-2 5-8 16,-2-5 11-16,-1 2-3 0,-3 1-8 0,-3 0 12 15,-3-1-12-15,0 3 0 0,-3-5 0 16,0 3 0-16,0-1 0 0,0 1 0 0,-3 0 0 0,4-1 0 16,-1 3 0-16,0-7 0 0,0 4 0 0,0-2 0 15,3 0 0-15,3 0 0 0,-3-5 0 0</inkml:trace>
  <inkml:trace contextRef="#ctx0" brushRef="#br0" timeOffset="1673.12">7343 4297 1314 0,'-6'11'37'0,"0"-1"8"16,0 1-36-16,0 2-9 0,3-2 0 0,-3 2 0 0,3 0 53 0,0 0 9 0,0-2 2 0,3 2 0 16,-3 0-6-16,3-2-1 0,0 2 0 0,3-5 0 15,-3 0-40-15,3 0-8 0,3 0-1 0,-3 0-8 16,3-5 0-16,0 2 0 0,0-3 0 0,0 1 0 16,3 0 54-16,3-3 4 0,0-3 1 0,-1 0 0 15,-2 1-17-15,6-1-3 0,-3-2-1 0,3 2 0 16,0-5-2-16,-3 0-1 0,3 3 0 0,-3 0 0 15,-3-3 1-15,2 5 0 0,-2-5 0 16,0-2 0-16,-3 2 4 0,0 0 2 16,-3 0 0-16,0-3 0 0,-3 3-6 0,0 3 0 0,-3-3-1 0,-3-2 0 15,0 2-15-15,0 0-2 0,-3 0-1 0,0-3 0 16,-2 3-17-16,-1-2 10 0,-3-1-10 0,0 0 8 16,-3 6-8-16,3-3-14 0,0 3 3 0,0 0 1 15,0 2-58-15,-2 0-12 16,2 3-3-16</inkml:trace>
  <inkml:trace contextRef="#ctx0" brushRef="#br0" timeOffset="2461.339">7301 6245 1792 0,'-3'-3'51'0,"-3"-2"10"0,0 2-49 0,0-2-12 0,0 2 0 0,-6-2 0 16,0 2 54-16,-2 0 8 0,-1 3 2 0,0-2 0 31,-3 2 0-31,-3 2 0 0,0-2 0 0,-3 6 0 16,1-1-52-16,-1 0-12 0,0 3 0 0,-3 0 0 0,3 3 0 0,4-1 0 15,2 1 0-15,0 2 0 0,0-2 0 0,6 2 0 0,3-2 0 0,0-1 0 16,3 1 0-16,3-1 0 0,3 4 0 0,0-4 0 16,3 1 0-1,0-3 0-15,3 2 0 0,3 1 0 0,0-3 0 0,3 2 0 0,3 1 0 0,0-3 0 16,3 0-12-16,2 0-6 0,1 0-1 0,0 2 0 15,0-2 19-15,-3 0 0 0,3 0 0 0,-3 0 0 16,-1 3 12-16,-2-3 5 0,0-1 2 16,-3 1 0-16,0 3-19 0,-3-3 0 0,-3 0 0 0,0 2 0 15,-6-2 0-15,0 3 0 0,-3-3 0 0,0 5 0 16,-6-2 0-16,0-1 0 0,0 1 0 0,-3 2 0 16,0-2 0-16,-3-1 0 0,-3 4 0 0,4-7 0 15,-4 4 0-15,3 0 0 0,0-3 0 0,-3 0 0 16,3-1 0-16,3-1 0 0,-3-1 0 0,4 0 0 15,-1-5-48-15,3 3-12 0,0 0-4 16,0-3 0-16,3 0-124 0,-3 0-24 16</inkml:trace>
  <inkml:trace contextRef="#ctx0" brushRef="#br0" timeOffset="2721.292">7346 6538 1579 0,'0'0'32'0,"0"0"10"15,0 0-34-15,0 0-8 0,0 0 0 0,0 0 0 0,0 0 129 0,0 0 24 0,0 0 5 0,0 0 1 16,0 0-63-16,0 0-13 0,0 0-3 0,0 0 0 16,-3 8 1-16,0-3 0 0,3 1 0 0,-3 2 0 15,3 0-65-15,0 0-16 0,0 2 0 0,0 3 0 16,0-2 0-16,0 5 0 0,0 0 0 0,0 0 0 16,0 2 55-16,0 1 7 0,3 2 2 0,-3 0 0 15,0 0-52-15,0-2-12 0,0 2 0 16,0 0 0-16,-3-2 0 0,3-1 0 0,-3 1 0 15,0-1 0-15,3-2 0 0,-3 3 0 0,3-4 0 16,0-1 0 0,-3 1 0-16,3-1 0 0,0-4 0 0</inkml:trace>
  <inkml:trace contextRef="#ctx0" brushRef="#br0" timeOffset="4535.773">6610 16114 2310 0,'-38'37'48'0,"26"-24"11"16,0 1-47-16,0-1-12 0,0 0 0 0,3 0 0 16,-3 3 11-16,3-3 0 0,3 3 0 0,-2 3 0 15,-4-3-1-15,0 2 0 0,0 1 0 0,-3-1 0 16,0 3-25-16,-3 3-5 0,3 0 0 0,-6 5-1 15,1-2 40-15,-4-1 8 0,0 3 1 0,-3 3 1 16,0 2-46-16,-2 1-10 0,-1 2-1 0,0 2-1 16,-3 1 29-16,1 0 0 0,2 2 0 0,-6 1 0 15,6-9 11-15,1 3 8 0,-1-5 1 0,0-1 1 16,6-4-21-16,3-1 0 0,4-4-12 0,-1-4 4 16,6-2-33-16,3-3-7 0,0-5 0 0,3-5-1 15,0-3-167-15,3-6-32 0</inkml:trace>
  <inkml:trace contextRef="#ctx0" brushRef="#br0" timeOffset="4849.421">5899 16069 2108 0,'-24'35'44'0,"15"-25"10"31,3 1-43-31,3 2-11 0,0-5 0 0,0 5 0 0,3-2 27 0,3 2 3 0,3 0 1 0,0 6 0 16,3-1-6-16,0 1-1 0,3 2 0 0,0 3 0 15,0 2-24-15,3 1 0 0,0 4 0 0,0 1 0 16,2-3 38-16,1 3 9 0,0 2 1 0,0-2 1 16,0 3-27-16,0-1-6 0,0 0 0 0,2 6-1 15,4 0-15-15,0 2 0 0,0 0 0 0,6 3 0 16,-1-5 11-16,1-3-1 0,3-5 0 0,0 5 0 15,-1-5-10-15,-2-1 0 0,3 1 0 0,3-3 0 16,-4-2-16-16,7-6-1 0,-3-3-1 0,5-4 0 16,-2-6-162-16,3-8-32 0</inkml:trace>
  <inkml:trace contextRef="#ctx0" brushRef="#br0" timeOffset="6427.367">7227 17056 2066 0,'-3'5'96'0,"3"-5"-85"0,-3 3-11 0,3-3 0 0,-6 5 0 16,3 1 53-16,0-1 9 0,0 0 2 0,0 1 0 15,0 1 16-15,0 1 4 0,3 0 1 0,-3 6 0 16,0-4-33-16,3 3-8 0,-3 3 0 0,0 3-1 16,3-1-21-16,0 6-4 0,-3 3-1 0,3-1 0 15,0 0-9-15,3 1-8 0,-3-1 12 0,3 4-12 16,0-4-12-16,3 0-8 0,-3 1-3 0,3 5 0 16,0-3 23-16,-3 2 0 0,3 1 10 0,3 0-10 15,-6-3-49-15,3 0-17 0,0-2-3 0,-1-1-1 16,1-5-46-16,-3 0-10 0,3-5-2 0</inkml:trace>
  <inkml:trace contextRef="#ctx0" brushRef="#br0" timeOffset="6837.763">7200 17157 1968 0,'-24'-14'91'0,"12"6"-81"16,3 3-10-16,-3 3 0 0,3-4 0 0,3 4 66 0,0-1 11 0,1 0 3 0,5 3 0 16,0 0-31-16,0 0-5 0,0 0-2 0,0 0 0 15,0 0-14-15,0 0-2 0,0 0-1 0,5 3 0 16,4 0-9-16,0-1-1 0,0 1-1 0,0 2 0 16,3 0-3-16,0 1-1 0,0-1 0 0,3 3 0 15,-3 3-22-15,0-3-4 0,0 2 0 0,-1 3-1 16,1 1 17-16,0 1 0 0,0 1 0 0,3 0 0 15,-3 3 48-15,3-3 12 0,-3 5 4 0,3-5 0 16,-4 2-103-16,1-2-20 16,0 0-4-16,-3 0-1 0,-3 0 47 0,0-3 9 0,0 0 8 0,-3 3-12 15,0-3 4-15,-3 3 0 0,-3-3 0 0,0 6 0 16,-3-3 8-16,0 2-10 0,-3 1 10 0,0 2-10 16,0-3 23-16,0 4 5 0,1-1 1 0,-4 0 0 15,3-3-19-15,-3 1 0 0,3-3 0 0,0-3 0 16,0-2-20-16,0-3-8 0,0 0-2 0,0-6 0 15,3-2 2-15,-3 0 1 0,3-2 0 0,0-4 0 16,-2 1-45-16,2-6-10 0,0 3-2 0</inkml:trace>
  <inkml:trace contextRef="#ctx0" brushRef="#br0" timeOffset="7451.616">7822 17376 1580 0,'-9'0'67'15,"3"0"-54"1,-3 3 92-16,3-3 19 0,-3 3 3 0,0-3 1 16,3 5 0-16,-3-2 0 0,4-1 0 0,-4 1 0 0,3 2-103 0,0 0-25 0,-3 1 0 15,3 2 0 1,-3 0 40-16,3 2 4 0,0-2 0 0,0 3 0 0,0 2-28 0,0 0-6 0,3 0-1 15,-3 6 0 1,0-3 2-16,3 2 0 0,-3 3 0 0,3-2 0 16,3 2-11-16,-3 0 0 0,6 0 0 0,-3 1 0 15,3-4-49-15,-3 1-12 0,3-6-3 0,3 0 0 16,-3-2-7-16,3-1-1 0,0-4-1 0,0-1 0 16,0-2-43-16,0-3-8 0,0-3-1 0,3-2-1 15,0-1 53-15,-3-2 10 0,3-5 3 0,0 3 0 0,-3-6 49 0,2 0 11 0,1 0 0 0,-3-3 0 16,0 4 41-16,3-1 6 0,-3 0 1 0,0 0 0 15,-3 3 26-15,3-1 6 0,-3 4 0 0,-3 2 1 16,3 0 16-16,-3 3 3 0,0-3 1 0,0 5 0 16,-3-2-8-16,3 5-1 0,0 0-1 0,0 0 0 15,0 0-22-15,0 0-4 0,0 0-1 0,0 0 0 16,0 0-52-16,-3 5-12 0,3-5 0 0,-3 8 0 16,0 0 0-16,3 0 0 0,3 2 0 0,0 4 0 15,0 2 0-15,3-1 0 0,0 4 0 0,0 0 0 16,0-1-15-16,3 3-6 0,0-2-2 0,0-1 0 15,3-2-99-15,-4-3-20 0,4 1-4 16</inkml:trace>
  <inkml:trace contextRef="#ctx0" brushRef="#br0" timeOffset="7747.404">8090 17022 2661 0,'-6'-3'76'0,"0"3"16"0,0-3-74 16,0 3-18-16,0-2 0 0,0 2 0 0,0 0 58 0,0 2 8 0,0-2 2 0,6 0 0 15,-6 3-34-15,0 0-6 0,0-1-2 0,0 4 0 16,3-1-11-16,-2 0-3 0,2 1 0 0,3 1 0 16,0 1-12-16,0 6 0 0,0-4 8 0,3 6-8 15,2 3 0-15,1 4 0 0,0 7 8 0,0-1-8 16,3 2 0-16,-3 4 0 0,3-1 0 0,0 1-10 15,3-1-8-15,-3-2-2 16,0 2 0-16,3-2 0 16,0 0-34-16,0 2-7 0,2 0-2 0,-2 3 0 0,3 1 51 0,0-4 12 15,0 0 0-15,0 1 0 0,0-6-164 16,-3-3-29-16,0-5-7 0</inkml:trace>
  <inkml:trace contextRef="#ctx0" brushRef="#br0" timeOffset="8045.148">8009 17501 1337 0,'-2'8'56'16,"-1"-3"-44"-16,3 3 68 0,0-8 13 0,0 5 3 0,3 0 1 15,-1-2-53-15,1 2-10 0,3-2-2 16,-3 0-1-16,3-1 28 0,-3 1 5 0,3 0 2 0,0-1 0 16,0-2-13-16,3 0-2 15,-3 0-1-15,0 0 0 0,3 0-30 0,0-2-7 0,0-1-1 0,3 3 0 16,0-3-12-16,3 1 0 0,-1-1 0 0,4-2 0 16,0-1 0-16,3 1 0 0,0-3 0 0,0 3 0 15,2-3-16-15,-2-3-7 0,0 1-1 0</inkml:trace>
  <inkml:trace contextRef="#ctx0" brushRef="#br0" timeOffset="8797.567">8730 17352 1691 0,'-9'3'71'16,"3"0"-57"-16,0-3 98 0,-3 2 20 0,3 1 4 0,-3 0 1 15,3-1-43-15,-3 1-9 0,0 2-1 0,-3 1-1 16,4-1-10-16,-4 0-1 0,3 0-1 0,-3 3 0 15,3-2-57-15,0 2-14 16,0 0 0-16,-3-1 0 0,3-1 0 0,3 2 0 0,-3 0 0 0,3 2 0 16,-3-2 0-16,3 3 0 0,0-1 0 0,1 1 0 15,2 2 0-15,0-2 0 0,0 2 0 0,0 0 0 16,3-2-11-16,0 2-5 0,0-2 0 0,0-1-1 31,3-2-46-31,0 0-9 0,0 0-1 0,0-3-1 0,0 1-22 0,2-4-4 16,1-2 0-16,0-2-1 0,0-4 29 0,0 1 7 0,0-3 1 15,0 0 0-15,3-2 0 0,0-1 0 16,-3-2 0-16,3-1 0 0,0 1 102 0,-3 0 21 0,3 0 4 0,0 2 1 16,0-2-52-16,-3 2-12 0,2 1 0 0,-2 2 0 15,0-3 54-15,0 6 8 0,-3-3 2 0,0 3 0 16,0-1 31-16,-3 6 6 0,3-5 2 0,-3 5 0 16,0 0-11-16,0 0-3 0,0 0 0 0,0 0 0 15,0 0-71-15,0 0-18 0,0 0 0 0,0 0 0 16,0 0 40-16,0 0 4 0,6 3 0 0,0 2 1 0,0 0-28 15,0 1-5-15,3 2-2 0,-3-3 0 16,3 3-10-16,0 0 0 0,3 0 0 0,0 2 8 16,-3-2-8-16,2 3 12 0,-2 2-12 0,3-2 12 15,-3-1-12-15,0 1 0 0,0-1 0 0,3 1 0 0,-3-3 0 16,-3 3 0-16,0-4 0 0,3 4 0 16,-3-6 0-16,0 3 0 0,0-2 0 0,0-1 0 0,0-2-17 0,-4-1-6 15,4-2-1-15,0-2 0 16,0-1-114-16,-3-2-23 0,3-1-5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2:56:17.24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10165 6252 1337 0,'-6'-2'28'0,"-3"-3"6"0,0-1-34 15,3 1 0-15,-3 0 0 0,0 2 0 0,0 0 58 0,0 1 5 0,-3-4 1 16,3 6 0 0,-3-2 0-16,0 2 0 0,1 0 0 0,-1 0 0 0,-3 0 0 0,0 0 0 0,3 2 0 0,-3 1 0 15,3 0-52-15,-3 2-12 0,3-2 0 0,0 2 0 16,1 0 0-16,-4 1 0 0,3 1 0 0,0-1 0 15,0 2 0-15,0 0 0 0,3 0 0 0,-3 0 0 16,0 2 0-16,0 1 0 0,0-3 0 0,4 2 0 16,-1 1 0-16,0-1 0 0,0 1 0 0,0-3 0 15,3 3 19-15,0-4 1 0,0 4 0 0,0-3 0 16,0 3-20-16,3-1 0 0,-3 1 8 0,0-1-8 16,3 1 0-16,-3 2 0 0,3-2 0 0,-3 2-9 15,0 0 9-15,3-2 0 16,0 2 0-16,0 0 0 0,0-2 0 0,0 2 0 15,1 3 0-15,-1-3 0 0,0 3-19 0,0 0 2 0,3 0 0 0,-3 2 0 16,0-2 17-16,3 0 0 0,-3 3 0 0,3-4 0 16,-3 4 0-16,3-3 0 0,-3 2 0 0,3 1 0 15,0-1 0-15,-3-2 17 0,3 3-3 0,0-1-1 16,0 1-13-16,0-3 0 0,0 0-9 0,3-1 9 16,-3 4 0-16,0-3-9 0,3 2 9 0,0-2 0 15,-3 0-10-15,3 0 10 0,0 0-12 0,3-3 12 16,-3 3 0-16,2-3 0 0,-2 0 0 0,0 1 0 0,3-1-9 0,0-3 9 15,0 1 0-15,0-3-9 0,0 3 9 0,0-3 0 16,3-1 0-16,0 1-8 0,0-2 8 0,0-1 0 16,3 0 0-16,0-2-8 0,0 0 8 15,2-1-8-15,1 1 8 0,0-3-8 0,0 0 8 0,3 0 0 0,-3 0 0 0,3-3 0 16,3 1 0-16,-4-1 0 0,4 0 0 0,0-2 0 16,-3 2 0-16,3-5 0 0,-3 3 0 15,-3 0 0-15,2-3 0 0,-2 0 0 16,0 0 0-16,0 0 0 0,0 0 8 0,-3 0-8 0,3-2 8 0,-3-1-8 15,3-2 10-15,-4 2-2 0,4-2-8 0,-3 0 12 16,3-3 1-16,0 3 0 0,0-3 0 0,-3 3 0 16,3-3 4-16,-3 2 1 0,-1 1 0 0,1 0 0 15,3 0 2-15,-3-3 1 0,-3 3 0 0,3-1 0 16,-3-1 1-16,3-1 0 0,-3 2 0 0,-3-4 0 16,3 2 5-16,-3 0 1 0,3 0 0 0,-4 0 0 15,1-2-4-15,-3-1 0 0,0 3 0 0,0-2 0 16,0-1 7-16,0-2 1 0,0 0 0 0,0 3 0 15,-3-4-5-15,3 4-1 0,-3-1 0 0,0 1 0 16,0 2-2-16,-3 0-1 0,0-2 0 0,0 2 0 16,0 0-3-16,-3 0-1 0,0 0 0 0,-3 3 0 15,1-3-6-15,-1 3-1 0,0-3 0 0,-3 3 0 16,3 2-3-16,-3-2-1 0,0 0 0 0,-3-1 0 16,0 4-8-16,0-3 8 0,1 5-8 0,-4-3 8 0,0 3-8 15,3 0 0-15,-3 3 0 0,0 0 0 16,0 2 0-16,3 0 0 0,1 1 0 0,-1 2 0 0,0 0-12 15,3 2-2-15,-3-2 0 0,3 6 0 16,-3-1-34-16,0 0-6 0,3 0-2 0,-2 6 0 16,-1 0-100-16,0-1-20 0,0 3-4 0</inkml:trace>
  <inkml:trace contextRef="#ctx0" brushRef="#br0" timeOffset="1090.615">10084 7888 931 0,'-9'-3'39'16,"0"3"-31"0,0-3 69-16,-3 1 15 0,1-1 2 0,-1 3 1 15,0 0-34-15,-3 0-6 0,3 0-2 0,-3 0 0 16,3 0 9-16,-3 3 2 0,0-1 0 0,1 1 0 15,-1 2-17-15,0 1-3 0,0-1-1 0,0 0 0 16,0 3-11-16,3-3-1 0,-3 3-1 0,0 3 0 16,1-3-14-16,2 3-2 0,0-4-1 0,0 7 0 15,0-4-13-15,3 1 0 0,0-1 0 0,-3 4 0 16,3 2 0-16,0-1 0 0,3 1 0 0,0 3 0 16,-3-3 8-16,4 2-8 0,-1 1 0 0,0 2 0 15,3 0 0-15,-3 3 0 0,3-3 0 0,0 3 0 16,0 0 0-16,3-3 0 0,0 0 0 0,0 3 0 15,3-3 0-15,0 0 0 0,0-2-8 0,0 2 8 16,0-3 0-16,3-2 0 0,0 3 0 0,-3-1 0 16,2 1 0-16,1-3-15 0,0 0 2 0,3 2 0 15,0-5 13-15,-3 3-11 0,3 0 11 0,3-3-10 0,-3 1-1 16,3-1 0-16,3 0 0 0,-3-2 0 0,6-1-1 0,-1-2 0 0,-2 0 0 16,6-3 0-16,-3 1 12 0,3-4-13 0,0 1 5 0,-1-6 8 15,4 3-9-15,-3-5 9 0,3 0 0 16,0-1 0-16,0-2-18 0,-4 1 3 0,-2-4 1 0,3 0 0 15,0 1 14-15,-3-3 0 0,3-1 0 0,-4 1 0 16,1-3 17-16,3 3 7 0,-3-3 0 0,0 0 1 16,0 0 3-16,0 0 0 0,-3 1 0 0,-1-7 0 15,1 4-14-15,-3-1-2 0,0-2-1 0,0-3 0 16,-3 3 40-16,0-5 8 0,0 2 1 0,-3 0 1 16,0 3-15-16,0-3-3 0,-3 0-1 0,0 3 0 15,0 0-4-15,-3 2-1 0,-3 1 0 0,0-3 0 16,0 5-6-16,0-3-2 15,-3 1 0-15,0 2 0 0,-3 0-11 0,0 0-2 0,0 0-1 0,0 0 0 16,-3 3-3-16,-3-3-1 0,0 3 0 0,0-3 0 16,1 3-3-16,-1 2-8 0,-3-4 12 0,0 4-4 15,0 0-8-15,0 3-14 0,3 1 3 0,-2 1 1 16,2 1 10-16,0 2 0 0,0-2 0 0,0 5 0 16,3 0 0-16,-3 0 16 0,3 3-4 0,-3-1-1 15,4 1-39-15,-4 2-7 0,0 3-1 0,0 0-1 16,3 3-99-16,-3 2-19 15,3 0-4-15</inkml:trace>
  <inkml:trace contextRef="#ctx0" brushRef="#br0" timeOffset="1936.512">10135 8761 1181 0,'-6'-5'24'0,"-3"2"7"15,3 3-31-15,-3-3 0 0,0 1 0 0,0-1 0 16,0 3 39-16,0-3 1 0,-3 3 1 0,0 0 0 15,1 0 50-15,-1 0 9 0,-3 3 3 0,3 0 0 16,0-3-63-16,0 2-12 0,0 1-2 0,-3 0-1 16,3-1 31-16,0 1 7 0,1 0 1 0,-1 2 0 0,0-3-52 0,0 4-12 15,0 2 0-15,0-3 0 0,0 3 0 0,0 0 0 0,3 0 0 16,-3 2 0-16,3 1 0 0,-2 0 0 0,2-1 0 0,0 3 0 16,0 1 0-16,3 1 0 0,0-1 0 15,-3 4 0-15,3-2 0 16,0 0 0-16,0 0 0 0,3 2 0 0,-3 1 0 0,3 2 0 15,-3-2 0-15,3 2 0 0,3 0 0 0,-3 0 0 0,3 0 0 0,0 0 0 16,0 1 0-16,0-4 0 0,0 1 0 0,3-1 0 16,0 3 0-16,0-2 0 0,0-1 0 0,0 1 0 15,3-3 0-15,-3-3 0 0,3 0 0 16,3 0 0-16,-3-2 0 0,3 0 0 0,3-3 0 0,-3 0 0 16,3-1 0-16,2-1 0 0,-2-1 0 0,3-2 0 15,3-1 0-15,-3-2 0 0,3 0 0 0,3-2 0 16,0-1 0-16,-4 0 0 0,4-2 0 0,0 0 0 15,0-3 0-15,0 0 0 0,0 0 0 0,-4-3 0 16,1 1 0-16,0-3 0 0,0-3 0 0,0 2 0 16,-3 1 0-16,3-3 0 0,-4 3 0 0,1-3 0 15,0 3 8-15,-3-3 0 0,3 0-8 0,-3 0 12 16,-3-2-12-16,3-1-8 0,-3 1 8 0,0-1-13 16,-3-2 38-16,0 3 8 0,-3-1 2 0,0 1 0 15,-1-1-5-15,-2 3-1 0,0 0 0 0,-2 0 0 16,-1 3 6-16,0-3 1 0,0 3 0 0,-3-3 0 15,0 3-12-15,-3 0-1 0,3 2-1 0,-3-2 0 0,-3 2-5 16,3 1-1-16,-3-1 0 0,0 1 0 0,0-1-16 16,0 3-12-16,0-2 1 0,-2 2 1 0,2 0 22 15,0 0 5-15,-3 2 1 0,0 1 0 0,3 2-18 0,-3 1 0 0,0 2 0 16,0 0 0 0,1 0-23-16,-4 2-5 0,3 4 0 0,-3-1-1 15,3 3-39-15,0 0-8 0,0 0-2 0</inkml:trace>
  <inkml:trace contextRef="#ctx0" brushRef="#br0" timeOffset="2837.699">10132 9552 1120 0,'-12'-5'23'0,"12"5"6"0,-6-3-29 16,0 3 0-16,0-5 0 0,0 5 0 0,0-3 60 0,3-2 7 0,-3 2 1 0,0 3 0 15,0-2-15-15,0-1-2 0,0 0-1 0,-3 3 0 16,1-2 3-16,-1 2 1 0,0 0 0 0,0-3 0 16,0 3-5-16,0 0-1 0,0 3 0 0,-3-3 0 15,0 2-15-15,-3 1-3 0,0 2-1 0,0-2 0 16,-2 2-9-16,2 3-1 0,-3-3-1 0,0 6 0 16,3-3-10-16,-3 3-8 0,0-1 12 15,1 3-12-15,2 1-12 0,0 1-10 0,3-1-2 0,-3 2 0 16,6-1 40-16,-3 4 8 0,3-3 2 15,0 2 0-15,3 1-26 0,-3-1 0 0,3 1-9 0,4-1 9 16,-1 4 0-16,3-4-8 0,-3 3 8 0,3-2 0 16,0-1 0-16,3 3-10 0,0-2 10 15,-1 0-8-15,1-4 8 0,3 4 0 0,0-3 0 0,0 0-8 16,3 0 8-16,-3-1-13 0,3-1 5 0,0-1 8 16,0 3-24-16,0-3 4 0,3 0 0 0,-3 3 0 15,3-5-4-15,0 2-1 0,2-2 0 0,-2-1 0 16,3 1-6-16,0-1-1 15,0-2 0-15,3 0 0 0,-3 0 5 0,3 0 1 0,-1 0 0 0,1-3 0 16,0-2 2-16,0 0 0 0,0-1 0 0,0-2 0 16,0 0 1-16,-3-2 1 0,-1-1 0 0,1 0 0 15,-3-5 11-15,0 3 3 0,3-3 0 0,-3-3 0 0,3 1 24 0,-3-1 6 16,0 1 1-16,-1-3 0 0,1-1-23 0,0 1 0 0,0 0 0 16,-3-3 0-16,3 0 52 0,-3 3 5 15,-3-3 2-15,3-3 0 16,-3 1 14-16,3-3 3 0,-3 0 1 0,-3-3 0 15,3 0-5-15,-3-3-2 0,0 1 0 0,0 0 0 0,-3 2-11 0,3 0-3 0,-3 0 0 16,-3 3 0-16,3 0-10 0,-3 2-2 0,0-2-1 0,0 3 0 16,-3-1-14-16,3 3-2 0,-3-2-1 0,0-1 0 15,-3 3-8-15,3-2-2 0,-3 2 0 0,0-3 0 16,0 3-8-16,0 3-8 16,-3-3 12-16,0 3-12 0,3 0 32 0,-2 2-1 0,-1 1 0 0,0 2 0 15,0 0-51 1,0 0-11-16,-3 3-1 0,3-1-1 0,-6 1-8 0,0 0-2 15,1 2 0-15</inkml:trace>
  <inkml:trace contextRef="#ctx0" brushRef="#br0" timeOffset="8653.972">10626 4136 1337 0,'0'0'28'0,"0"0"6"0,-3-6-34 0,3 6 0 0,-3-2 0 16,0-6 0-16,3 8 58 0,-3-5 5 0,0-1 1 0,3 6 0 15,0-2 0-15,0 2 0 0,-3-8 0 0,3 8 0 16,0 0-16-16,-3-6-2 0,3 6-1 0,0 0 0 16,0 0-21-16,0 0-4 0,0 0 0 0,0 0-1 15,0 0 11-15,0 0 2 0,0 0 1 0,0 0 0 16,0 0-25-16,0 0-8 0,0 0 0 0,0 8 0 16,0-2 8-16,3 4-8 0,-3 1 0 0,0-3 0 15,3 2 0-15,0 1 0 0,0 5 0 0,0-8 0 16,0 2-25-16,3 1-9 0,0-1-2 0,0-2 0 15,0 0 48-15,3-2 10 0,0-1 2 0,0-2 0 16,-1-3-39-16,1 0-7 0,0 0-2 0,0-3 0 16,0 3 39-16,0-8 7 0,0 0 2 0,0 3 0 0,0-1-8 15,-3-2-2-15,0-2 0 0,0 2 0 16,0 0 27-16,-3 3 6 0,0-8 1 0,0 5 0 0,0 0-5 16,-3 0-1-16,3 0 0 0,-3 0 0 0,0 0 4 0,0 3 1 0,-3-3 0 15,3 2 0 1,0 1-22-16,0 0-4 0,-3-1-1 0,3 6 0 15,0 0-11-15,0 0-9 0,0-5 12 0,0 5-12 0,0 0 0 0,0 0 0 16,0 0 0-16,0 0 0 0,0 0 0 0,0 0 0 0,0 0 0 0,0 0 0 16,0 0 0-16,0 8-11 0,0 0 11 0,-3 5-13 15,3 1 13-15,-3 1 0 0,0 4 0 0,0-1 0 16,0 4 0-16,-3 1 0 0,0 4 0 0,0-6 0 16,0 0 0-16,0 3 0 0,-3-5 0 0,3-1-9 15,-3 1-3-15,0-6 0 0,0 3 0 0,-3-3 0 16,4 0 3-16,-1-2 0 15,-3-1 0-15,3 1 0 0,-3-3 25 0,3 0 6 0,-3 0 1 16,3 2 0-16,3-7-23 0,-3 2 0 0,3-2 0 16,0 2 0-16,6-5-47 0,0 0-13 0,0 0-4 0,0 0 0 15,0 0-116-15,0-5-23 0,0 2-5 0,6-5 0 16,0-2-3-16,3 2 0 0,0-3 0 0</inkml:trace>
  <inkml:trace contextRef="#ctx0" brushRef="#br0" timeOffset="8955.166">10858 4297 957 0,'0'0'40'15,"0"0"-32"1,0 0 84-16,0 0 17 0,0 0 3 0,3 3 1 16,0 2-21-16,0 3-5 0,0-5-1 0,-3 2 0 15,0 0-46-15,0 3-8 0,0 0-3 0,0 0 0 16,0 0 12-16,0 3 3 0,3-1 0 0,-3-2 0 0,0 0-20 0,3 0-4 0,0 0-1 16,-3 0 0-16,3 0-19 0,0-3 0 0,0 0 0 0,0 3 0 15,3-8 0-15,-3 8 0 0,0-8 0 16,3 3 0-16,-3-3 58 15,3 0 5-15,0 0 1 0,0 0 0 0,-1 0 0 0,1-3 0 0,0 3 0 0,-3-5 0 16,6 2-52-16,-3 3-12 0,0-8 0 16,-3 6 0-16,3-4 34 0,-3 1 4 0,0 0 1 15,-3-3 0-15,3 3-11 0,-3-1-3 0,0-2 0 0,0 3 0 16,0 0-25-16,-3 2 0 0,0-7 0 0,0 2-11 16,-3 2 11-1,3 1 0-15,-3 0 10 0,3 2-10 16,-6-5-45-16,3 5-15 0,0-2-4 0</inkml:trace>
  <inkml:trace contextRef="#ctx0" brushRef="#br0" timeOffset="9703.901">10638 4906 1371 0,'0'0'28'0,"0"0"8"0,0 0-36 0,0 0 0 0,0 0 0 0,0 0 0 15,0 0 92-15,0 0 11 0,0 0 2 0,0 0 1 16,0 0-39-16,0 0-8 0,0 0-2 0,-3 8 0 16,3 0-29-16,-3-1-7 0,3 4-1 0,0 0 0 15,0-3-20-15,0 2 0 0,3 3 0 0,0-2 0 16,0 0 0-16,3 2 0 0,0-3 0 0,0 1 0 16,0-3-14-16,3 0 2 0,-1 0 1 0,1 0 0 15,0-6-1-15,3 6-1 0,-3-8 0 0,3 3 0 16,0-3 13-16,-3 0 0 0,3 0 0 0,-3-3-9 15,0 3 9-15,0-8 0 0,-3 6 0 0,3-4 0 16,-4 4 0-16,1-3 16 0,0-1-4 0,0 1-1 16,-3 0 5-16,0-1 2 0,3 1 0 0,-6 0 0 15,3-1 54-15,-3 1 10 0,0 0 2 0,0 0 1 0,0-1-32 16,0 1-6-16,-3 0-2 0,3 5 0 0,0 0-14 16,0 0-3-16,0 0-1 0,0 0 0 0,0 0-13 15,0 0-2-15,0 0-1 0,0 0 0 16,0 0-11-16,0 0 0 0,-3 8 0 0,-3 0 0 15,3 2 0-15,0 1 0 0,0-1 0 0,0 6 0 0,0-5 0 0,0 7 0 16,3-7 0-16,-3 5 0 0,-2-3 0 0,2-2 0 0,0 2 0 16,-3 0 0-16,0-2 0 0,0-3 0 0,0 2-9 15,-3-2 9 1,0 0-35-16,0 0 0 0,0 0 0 0,-3 0 0 0,0 0 35 0,0-3 12 0,0 0 0 0,0 1 0 16,1 2-22-16,2-8-5 0,-3 5-1 15,3-2 0 1,0-3-21-16,3 2-5 0,0-2-1 0,6 0 0 15,-3-2-135-15,3 2-27 0,-3-6-6 0</inkml:trace>
  <inkml:trace contextRef="#ctx0" brushRef="#br0" timeOffset="9964.89">10983 5088 1792 0,'0'6'51'0,"0"-1"10"15,0 0-49-15,0 0-12 0,0 3 0 0,0-5 0 16,0 5 105-16,0-3 19 0,0 1 3 0,0 1 1 16,-3 1-52-16,3-2-9 0,0 2-3 0,-3 2 0 15,3-2-23-15,-3 3-5 0,3-1 0 0,-3 1-1 16,3-1-23-16,-3 1-12 0,0 0 12 0,0 2-12 16,0-3 9-16,0 1-9 0,0 2 0 0,0-2 9 15,3 2-9-15,-3 0 0 0,0 3 0 0,0-3 8 16,3 3-43-16,-3 3-9 0,0-6-1 0,1 6-1 15,-1-4-168-15,0 1-34 0</inkml:trace>
  <inkml:trace contextRef="#ctx0" brushRef="#br0" timeOffset="10710.747">10828 5819 1638 0,'0'0'46'0,"0"0"11"0,0 0-45 0,0 0-12 0,0 0 0 0,0 0 0 16,0 0 35-16,0 0 5 0,0 0 0 0,0 5 1 15,0 3 19-15,0 0 3 0,0 0 1 16,3 2 0-16,0-2-52 0,0 3-12 0,0-1 0 0,3 1 0 15,-3 0 0-15,3-1 0 0,0-2 0 0,0 3 0 16,3-6-48 0,-3 3-13-16,3-3-3 0,-3-2 0 0,3-1 52 0,-3 1 12 0,3-3 0 0,0 0 0 15,-1-3 0-15,1 3 0 0,-3-5 0 0,3 2 0 16,-3-2 0-16,3 0 0 0,-3 0 0 0,0-3 0 16,-3 0 30-16,3 2 9 0,-3-1 1 0,0 1 1 15,-3-2 37-15,3 0 7 0,-3 0 2 0,0 0 0 16,0 3-39-16,-3-3-7 0,3 3-1 0,-3 0-1 15,0-1-11-15,0 1-3 0,0 0 0 0,0-1 0 16,3 6 31-16,0 0 7 0,0 0 1 0,0 0 0 16,0 0-52-16,0 0-12 0,-6 3 0 0,3 0 0 15,-3 2 0-15,3 3 0 0,0 3 0 0,0-1 0 16,0 3 0-16,0 3 0 0,0 0 0 0,0 3 0 16,0-1 0-16,0-2 0 0,0 0 0 0,0 2 0 0,0 1 0 15,0-6 0-15,1 3 0 0,-1-3 0 16,0 1-72-16,3-1-18 0,-3-3-3 0,3 1-1 15,0-3-106-15,0 0-20 0,0-3-5 0</inkml:trace>
  <inkml:trace contextRef="#ctx0" brushRef="#br0" timeOffset="11028.768">11025 6099 1292 0,'18'-13'27'0,"-9"8"5"0,-3-1-32 16,2 1 0-16,1 0 0 0,-3-1 0 0,3-2 127 0,0 0 18 0,0 1 4 0,0 1 1 15,0-2-35-15,0 3-7 0,0-3-2 0,0 5 0 16,-3-2-39-16,3 0-8 0,0 2-2 0,-3-2 0 15,0 5-17-15,-1-3-3 0,-2 3-1 0,3 3 0 16,-3 0-16-16,0 2-4 0,0 0-1 0,-3 0 0 16,3 3-5-16,-3 0-1 0,0 0 0 0,-3 0 0 15,0 0-9-15,0 3 0 0,0-3 9 0,0 2-9 16,0 1 20-16,-3-1 0 0,1-2 0 0,-1 3 0 16,3-1-68-16,-3 1-13 15,0 0-3-15,0 2-1 0,3-3 33 0,0 4 8 0,0-4 0 0,0 4 1 16,3-1 10-16,0-3 1 0,0-2 1 0,6 3 0 15,-3-3 11-15,3 0-13 0,0-3 5 0,0 0 8 16,3-2-25-16,-1 0 2 0,1-3 1 0,3 2 0 16,-3-4 30-16,3 2 5 0,0-3 2 0,0 0 0 15,-3 1-15-15,3-4 0 0,-3 1-12 0,3 0 12 16,-3-1-127-16,2 4-18 0,-2-3-4 0</inkml:trace>
  <inkml:trace contextRef="#ctx0" brushRef="#br0" timeOffset="11792.661">10787 6591 1579 0,'0'0'32'0,"0"0"10"0,0-5-34 0,0 5-8 15,3-5 0-15,-3 5 0 16,0 0 104-16,0 0 20 0,0 0 3 0,0 0 1 0,0 0-103 16,0 0-25-16,0 0 0 0,0 0 0 15,0 5 0-15,3 3 0 0,-3 0 0 0,3 2 0 0,-3 4 0 0,3-1 0 0,0 0 0 0,3 3 0 16,-4-3 0-16,4 0 0 0,0 1 0 0,0-1 0 31,3-3-46-31,0-2-14 0,0 0-4 0,0-2 0 16,0-1 0-16,3-2 0 0,-3-1 0 0,0 1 0 0,0-3 52 0,0 0 12 15,0 0 0-15,-1-3 0 0,-2 3 35 0,0-2 9 0,3-4 3 16,-3 4 0-16,-3-4 10 0,3 1 3 0,0 0 0 0,-3-1 0 16,0-2 8-16,0 3 1 0,-3 0 1 0,0 0 0 15,3-1-1-15,-3-2 0 0,0 3 0 16,-3 0 0-16,3-3 4 0,0 3 1 0,0-3 0 0,-3 2 0 16,3 1-59-16,0 0-15 0,0 5 0 0,0 0 0 15,0 0 0-15,0 0 0 0,0 0 0 16,0 0 0-16,0 0 0 0,-6 5 0 0,3 0 0 0,-3 3 0 15,3 3 0-15,-3 2 0 0,0 6 0 0,0-4 0 16,0 4 0-16,0 0 0 0,1-4 0 0,-1 7 0 16,0-7 0-16,0 4 0 0,0-1 0 0,-3 1 0 15,3-3 0-15,0 0 0 0,-3 0 0 0,0 0 0 16,3-3-48-16,-3 3-13 0,0-3-3 0,3 0 0 16,0-2-102-16,0 2-21 0,0-3-4 0</inkml:trace>
  <inkml:trace contextRef="#ctx0" brushRef="#br0" timeOffset="12288.631">11046 6901 1792 0,'0'0'51'0,"0"0"10"0,3-6-49 0,0 1-12 0,0 0 0 16,0 0 0-16,2-1 105 0,1 1 19 0,3 2 3 0,-3-2 1 15,3 2-72-15,0-2-13 0,0 2-3 0,0 1-1 16,0-3-1-16,0 5 0 0,0-3 0 0,0 3 0 16,0 0-16-16,0 0-3 0,-3 3-1 0,0-3 0 15,-1 5 12-15,1-3 2 0,0 1 1 0,0 2 0 16,-3 1-41-16,-3-1-9 0,3 0-2 0,-3 1 0 16,0-1 31-16,0 0 5 0,0 0 2 0,-3 3 0 15,0-2-89-15,0-1-18 0,0 3-3 0,-3-3-1 16,3 1 25-16,-2-1 5 0,2-3 1 0,-3 6 0 31,0-2 17-31,3-1 4 0,3-5 1 0,-6 3 0 0,6-3 39 0,0 0 0 0,0 0 0 0,0 0 0 16,0 0 0-16,0 0 0 0,0 0 0 0,0 0 0 15,6 5 0-15,0-5 0 0,0 3 0 0,0-3 0 16,2 0 0-16,1-3 0 0,0 3 0 0,-3 0 0 16,3-3 44-16,0 3 16 0,-3-2 3 0,0 2 1 15,3 0-52-15,-3 2-12 0,-3-2 0 0,3 3 0 16,-6-3 54-16,3 3 8 0,0 2 2 0,0 0 0 15,-3 3-64-15,3-3 0 0,-3 3-12 0,0 3 2 16,-3-1 10-16,0 1 14 0,0 0-3 0,-3-1-1 0,0 3-10 0,0 1 0 16,-3-1 0-16,3 0 0 0,-6 3 0 15,3-3 0-15,0 0 0 0,-3 3 0 16,0-5-49-16,4 2-12 0,-4 0-3 0,-3 1 0 16,3-4-51-16,0 3-10 0,0-2-3 0</inkml:trace>
  <inkml:trace contextRef="#ctx0" brushRef="#br0" timeOffset="13129.841">10742 8017 1458 0,'-12'-2'30'0,"12"2"8"0,0 0-30 0,-3-3-8 0,-3 0 0 0,6 3 0 16,-3 0 129-16,3 0 25 0,-6-2 5 0,6 2 1 15,0 0-77-15,0 0-15 0,0 0-4 0,0 0 0 16,0 0-13-16,0 0-3 0,0 0-1 0,0 0 0 15,0 0-24-15,0 0-5 0,0 0-1 0,0 0 0 16,0 5-17-16,0 0 0 0,0 3 0 0,3-2 0 16,0 2 0-16,0-1 0 0,3 1 0 0,-3 0 0 15,3 3 0-15,0-3 0 0,0 2 0 0,0-2 0 16,3 0 0-16,0 0 0 0,0 0 0 0,3-2 0 16,-3 1-48-1,2-1-12-15,1-4-4 0,-3 1 0 0,3 0 52 0,-3-1 12 0,0-2 0 0,0 0 0 16,0 0 0-16,0-2 0 0,-3-1 0 0,3 0 0 15,-3 1-9-15,0-1 9 0,0 0-8 0,0-2 8 16,-3 3 0-16,-1-4 0 0,1 4 0 0,0-4 11 16,0 1 21-16,0 2 4 0,-3-2 0 0,0 5 1 15,0-5-9-15,0 5-1 0,0-6-1 0,0 4 0 0,0 2-26 0,-3-5 0 16,3 5 8-16,0-3-8 0,0 3 0 0,0 0 0 0,0 0 0 0,-3-5 0 16,3 5 53-16,0 0 9 0,0 0 2 15,0 0 0-15,0 0-52 0,0 0-12 16,0 0 0-16,0 0 0 15,0 0-48-15,0 0-13 0,0 0-3 0,0 0 0 0,0 0 52 0,-3 5 12 0,0 0 0 16,1 0 0-16,2-5-54 16,0 8-8-16,-3-2-2 0,0 2 0 0,3-8-135 15,-6 5-27-15</inkml:trace>
  <inkml:trace contextRef="#ctx0" brushRef="#br0" timeOffset="14151.644">10840 7314 1268 0,'0'0'26'0,"0"0"7"0,-3-6-33 0,3 6 0 0,-3-5 0 15,3 5 0-15,-3-3 115 0,3 3 16 0,0 0 3 0,0 0 1 16,-6-5-29-16,6 5-6 0,0 0 0 0,0 0-1 16,0 0-34-16,0 0-6 0,0 0-2 0,0 0 0 15,0 0-27-15,0 0-6 0,0 0 0 16,-3 5-1-1,0 1-13-15,0-1-2 0,3 3-8 0,-3 0 12 16,3 0-12-16,3 2 0 0,-3 1 0 0,3-1 0 0,0 4 0 0,0-4-8 0,0 1 8 0,3 2-13 31,0-2-14-31,0-3-2 0,0 2-1 0,3-2 0 16,-3-3 2-16,0 1 1 0,3-1 0 0,-3-2 0 0,0-3 19 0,0 0 8 0,0-3-8 0,0 0 8 16,0 1 0-16,0-4 0 0,0-2 0 0,-1 3 0 15,-2-3 0-15,3 3 0 0,-3-3 0 0,0 0 8 16,0 3 7-16,0-3 1 0,0 3 1 0,0-3 0 15,-3 2 38-15,0 1 7 0,0-3 2 0,0 3 0 16,0 0 0-16,0-1 0 0,0 4 0 0,-3-4 0 16,3 1-56-16,0 5-8 0,0-3-8 0,0 3 8 15,0-5 0-15,0 5 0 0,0 0 8 0,0 0-8 16,0 0 0-16,0 0 0 0,0 0 0 0,0 0 0 16,0 0 0-16,0 0 0 0,0 0 0 0,-6 5 0 15,3 1 0-15,-3 2 0 0,3 0 0 0,0 2 0 16,-2 1 0-16,-1 5 0 0,3-3 0 0,-3 5 0 15,0 1 0-15,0-3 0 0,-3 2 0 0,3 1 0 16,-3-1 0-16,0 1 0 0,0-3 0 0,0 0 0 16,-3-3-28-16,3 0-12 0,-3 0-3 0,3-2 0 15,1-1-32-15,-1-2-6 0,3 0-2 0,0 0 0 16,3-2-129-16,3-6-27 0</inkml:trace>
  <inkml:trace contextRef="#ctx0" brushRef="#br0" timeOffset="14741.025">11114 7515 1606 0,'0'0'33'0,"0"0"9"0,0 0-34 0,0 0-8 0,0 0 0 0,0 0 0 15,0 0 83-15,0 0 14 0,0 0 3 0,0 0 1 16,0 0-33-16,0 0-6 0,0 0-2 0,0 0 0 15,0 0-30-15,0 0-6 0,-6 0-2 0,0 5 0 16,0-2-12-16,-3-1-2 0,3 4-8 0,-3-1 12 16,3 0-12-16,-5 0 0 0,2 1 8 0,0 2-8 15,0-3 0-15,0 0-8 0,3 0 8 0,-3 3-13 16,3-2 13-16,-3 2 0 0,3-3 0 0,0 0 0 16,3 1 0-16,-3-1 0 0,6-5 0 0,-3 5 0 15,3-5 0-15,0 0 0 0,0 0 0 0,0 0 0 16,3 3 0-16,-3-3 0 0,3 5 0 0,0-2 0 15,3-1 0-15,0 1 0 0,-3-3 0 0,6 3 10 16,-3-3-10-16,3-3 0 0,3 3 0 0,-3-3-11 16,3 1 11-16,0-4 8 0,-1 4-8 0,1-4 11 15,0 1-29-15,0 0-6 0,0 0 0 0,0-3-1 16,0 0-27-16,-3 2-4 0,0-2-2 0,3 1 0 16,-6 1 0-16,0 1 0 0,0 0 0 0,-4-3 0 0,1 2 32 15,0 4 6-15,0-3 2 0,-3 5 0 16,0-6 18-16,0 6 0 0,-3-5 0 0,3 2 0 15,0 3 31-15,-3-5 9 0,0 0 3 0,3 5 0 0,-2-3 7 0,2 3 2 16,0 0 0-16,0 0 0 0,0 0-4 0,0 0 0 0,0 0 0 16,0 0 0-16,0 0-13 0,0 0-3 0,0 0-1 15,0 0 0-15,0 0 0 0,0 0 0 0,0 5 0 0,-3 6 0 16,3-3-1-16,-3 2 0 0,3 1 0 0,0 0 0 16,0-1-9-16,0 1-1 0,0-1-1 0,-3 4 0 15,3-4-10-15,0 1-1 0,0-3-8 16,0 2 12-16,0 1-12 0,0-3 0 0,0 0 8 0,0 2-8 15,0-2 0-15,0 0 0 0,0 0 0 16,0-3 0-16,0 1-92 0,0 2-14 0,0-3-3 0</inkml:trace>
  <inkml:trace contextRef="#ctx0" brushRef="#br0" timeOffset="15837.704">10718 7949 1199 0,'0'0'24'0,"0"0"8"0,0 0-32 16,0 0 0-16,0 0 0 0,0 0 0 0,-6 2 96 0,6-2 12 0,0 0 2 0,-3 6 1 15,0-1-19-15,3-5-3 0,-3 5-1 0,3 3 0 16,0-3-29-16,0 3-7 0,0 0 0 0,0-3-1 16,0 3-24-16,0 0-5 0,3 0-1 0,-3 0 0 15,0 0-11-15,3 0-2 0,-3-3-8 0,3 3 12 16,0 0-12-16,0-2 0 0,3 2 8 0,-3-3-8 16,3 3 0-16,3-3 0 0,0 0 8 0,-3 1-8 15,6-1 0-15,-3-2 0 0,3-1-9 0,-3 1 9 16,2 0-22-16,1-3 2 0,0 0 0 0,3 0 0 15,-3-3-8-15,-3 0 0 0,3 1-1 0,-3-1 0 16,3-2 29-16,-3-3 0 0,0 2 0 0,0 1 0 16,-1 0 0-16,1-3 0 0,0 3 0 0,-3-1 0 15,0-2 22-15,0 3 10 0,-3 0 3 0,0-1 0 16,0 1 6-16,0 0 2 0,-3 0 0 0,0 5 0 16,0 0 5-16,0 0 0 0,0 0 1 0,0 0 0 15,0 0 13-15,0 0 2 0,0 0 1 0,0 0 0 16,0 0-52-16,0 0-13 0,0 0 0 0,0 0 0 0,-3 2 0 0,-3 1 0 15,3 2 0-15,0 0 0 0,0 3 0 16,-3 0 0-16,3 0 0 0,-3 3 0 0,3-1 0 0,0 1 0 0,0 0 0 16,-3 2 0-16,3-3 0 0,-2 4 0 15,-1-1 0-15,0 0 0 0,0 0-8 0,-3 3 8 0,3 0 0 0,-3 0 0 16,3 0-15-16,-3-3 4 16,3 0 1-16,-3 3 0 0,0-5-8 0,0 2-2 0,0 0 0 0,3-2 0 31,-3-3-20-31,3 0-5 0,1-3-1 0,2 3 0 15,3-8-122-15,0 0-24 0,0 0-4 0</inkml:trace>
  <inkml:trace contextRef="#ctx0" brushRef="#br0" timeOffset="16212.026">11126 8197 1721 0,'0'0'72'16,"0"0"-57"0,-6 3 71-16,0-3 14 0,0 3 4 0,0-1 0 15,0 1-43-15,3 0-8 0,-3 2-1 0,0 0-1 16,3-2-26-16,-3 2-5 0,3 0 0 0,0 1-1 16,0-1-19-16,3 0 8 0,-2 1-8 0,2 1 0 15,2-1 0-15,-2 2 0 0,3 0 0 0,0 2 0 16,0-2-11-16,3 0-9 0,0 3-1 0,0-1-1 15,-3 1 35-15,3-1 7 0,3 1 2 0,-6 0 0 16,3-1-22-16,-3 1 8 0,3-1-8 0,-3-2 0 0,0 3 0 0,-3-1 0 16,0-2 0-16,0 3 0 0,-3-3 0 0,0 2-20 0,0-2 4 15,0 0 1 1,-3 0-16-16,-3 0-3 0,3 0-1 0,-3 0 0 16,0 0 5-16,0-3 1 0,-2 1 0 0,2 2 0 0,-3-6 15 0,3 4 3 0,-3-4 1 0,3 3 0 15,0-2-2-15,0 0-1 0,0-1 0 0,0-2 0 16,3 0-81-1,0 0-16-15,0-2-3 0</inkml:trace>
  <inkml:trace contextRef="#ctx0" brushRef="#br0" timeOffset="16440.8">11108 8208 1406 0,'0'0'59'16,"0"0"-47"-1,0 0 106-15,0 0 22 0,0 0 4 0,3 5 0 16,0 0-46-16,0-2-10 0,0 0-1 0,3 2-1 16,0-2-34-16,0-1-6 0,3 1-2 0,0 0 0 15,0-3-15-15,0 0-3 0,0 2-1 0,2-2 0 16,-2 0-13-16,3-2-2 0,-3 2-1 0,3-3 0 16,0 0-18-16,0 1-4 0,-3-1-1 0,3-2 0 15,-3 2-202-15,-3-5-40 0</inkml:trace>
  <inkml:trace contextRef="#ctx0" brushRef="#br0" timeOffset="17194.985">10688 8822 1501 0,'0'0'63'15,"0"0"-51"1,0 0 97-16,0 0 19 0,0 0 4 0,0 0 1 0,0 0-34 0,0 0-7 0,0 0-2 0,0 0 0 31,0 0-34-31,0 0-8 0,0 0 0 0,0 0-1 16,-3 5-20-16,0 3-4 0,3-3-1 0,0 1 0 0,3 2-13 0,-3-1-9 0,3 1 12 0,0 0-12 15,3 0 8-15,-3 0-8 0,3 0 0 0,3 0 0 16,-3 0 0-16,3-3 0 0,0 1 0 0,3-1 0 31,0 0-24-31,0 0-1 0,0-2-1 0,0 0 0 16,-1-3 6-16,1 0 0 0,3 0 1 0,-6 0 0 0,3 0 19 15,-3-3-12-15,0-2 12 0,0 2-10 16,-3 1-19-16,-3-4-4 0,3 4-1 0,-3-4 0 0,0 4 58 0,0-4 12 0,0 4 3 16,-3 2 0-16,0-6-11 0,-3 1-3 0,3 2 0 15,0 3 0-15,-3-5 12 0,0 0 3 0,3 5 0 16,-3-3 0-16,3 3-8 0,-6-5 0 0,6 5-1 0,0 0 0 16,0 0-31-16,0 0 0 0,0 0-11 0,0 0 11 15,0 0 23-15,0 0 12 0,0 0 2 0,-3 5 1 16,0 3-38-16,0-3 0 15,3 3 0-15,-3 3 0 0,0 0 10 0,3-1-2 0,-3 1-8 0,0 2 12 16,0 0-12-16,0 0 0 0,0 3 0 16,0 0 0-16,0 3 0 0,-3-1 0 0,0 1 0 0,0-1 0 15,-3 3 0-15,0-2-8 0,0 0 8 0,1-1 0 16,-4 1-17-16,3-6 0 0,-3 3 0 0,0-6 0 16,3 3-19-16,-3-5-4 0,3 0-1 0,0 0 0 15,3 0-55-15,-3-5-12 0,3 0-1 16</inkml:trace>
  <inkml:trace contextRef="#ctx0" brushRef="#br0" timeOffset="17661.671">11004 9065 1804 0,'0'-8'37'0,"0"8"10"0,0-5-38 15,3 0-9-15,-3-1 0 0,0 1 0 0,0 2 107 0,0-2 19 0,0 3 4 0,0-4 1 16,0 6-52-16,0-2-11 0,0 2-1 0,0 0-1 16,0 0-2-16,-3-3 0 0,3 3 0 0,0 0 0 15,0 0-51-15,-6 0-13 0,0 3 0 0,-3 2 0 16,3 0 0-16,0 3 0 0,0 3 0 0,0-1 0 16,0 6 0-16,0 0 0 0,0 3 0 0,3-4 0 15,-2 4 0-15,2-1 0 0,-3 4 0 0,6-4 0 16,-3 1 0-16,3-3 0 0,0-1 0 0,0 1 0 15,0-2 0-15,3-1 0 0,0 0 0 0,0-2 0 16,2-1 0-16,1-2-8 0,0-3 8 0,3 3-13 16,0-2-35-16,0-4-8 0,0 1 0 0,0 0-1 15,3-3 45-15,-3 0 12 0,0 0 0 0,0 0 0 16,3-3 0-16,-3 0 0 0,0 1 0 0,-1 2 0 16,-2-3 0-16,0-2 0 0,0 2 0 0,-3 0 0 15,-3 3 28-15,3-2 8 0,0-4 2 0,-3 6 0 16,0-5-10-16,0 0-1 0,-3 0-1 0,0-1 0 15,0 1-26-15,-3 0 0 0,0-3 0 0,0 5 0 0,0-2 43 16,1 0 3-16,-4-1 1 0,0 4 0 0,0-1-38 16,0 0-9-16,0 1 0 0,0 2 0 0,-3 0 0 15,3 2 8-15,-3-2-8 0,3 6 8 16,-3-4-47-16,3 4-9 0,1-1-3 0,-4 3 0 16,3-3-113-16,0 3-22 0,0 0-5 0</inkml:trace>
  <inkml:trace contextRef="#ctx0" brushRef="#br0" timeOffset="20499.505">10659 9753 1976 0,'-12'-2'41'0,"12"2"9"0,-3 0-40 0,3 0-10 0,-6 0 0 0,6 0 0 16,-6 0 101-16,3 0 19 0,3 0 3 0,-6 2 1 15,6-2-77-15,-3 0-15 0,-3 5-4 0,3-2 0 16,3-3 29-16,-3 5 6 0,0 3 1 0,3-2 0 16,0 2-52-16,0-1-12 0,0 1 0 0,3 0 0 15,0 3-18-15,0 0-6 0,3-1-2 0,0 1 0 16,3-1-10-16,0-2-1 0,0 0-1 0,3 0 0 15,0-3-21-15,-1 1-4 0,1-4-1 0,3 1 0 16,-3-6 38-16,3 1 7 0,0-1 2 0,-3-2 0 16,3-1 17-16,-3-1 0 0,0 1-8 0,-4-2 8 15,4 0 0-15,-3 0 0 0,-3 0-8 0,0 1 8 0,0-1 13 16,0 0 7-16,-3 0 0 0,-3 2 1 0,3-2 35 16,-3 3 6-16,0 0 2 0,0 0 0 0,-3-1-10 0,3 6-2 15,-3-2 0-15,0-4 0 16,3 6-9-16,-3-5-3 0,3 5 0 0,0 0 0 15,0 0-12-15,0 0-2 0,0 0-1 0,0 0 0 0,0 0-10 16,0 0-3-16,0 0 0 0,0 0 0 0,-6 8-12 0,6 0 0 0,-3 3 8 0,0-1-8 16,3 1 0-1,-3 2 0-15,0 0 0 0,3 6 0 0,-3-3 0 0,0-1 0 16,-3 4 0-16,3 2 0 0,-3-2-11 0,0-1 11 0,1 1-10 0,-4 2 10 16,0-5-17-16,0 0 2 0,0 0 1 0,-3-3 0 15,0 0-25 1,0 0-5-16,0-2 0 0,0 2-1 0,0-2 45 0,0-3 23 0,4-1-3 15,-4 1 0-15,6-2-32 0,-3-1-6 0,3-2-2 0,-3-1 0 16,6-2-35-16,3 0-7 0,0 0-2 0,0 0 0 16,-3-5-153-16,3 0-31 0</inkml:trace>
  <inkml:trace contextRef="#ctx0" brushRef="#br0" timeOffset="20872.2">10950 10052 2066 0,'0'0'43'0,"0"-5"10"16,3-3-42-16,0 3-11 0,0-1 0 0,3 1 0 0,-3 0 104 0,3-1 20 0,0 1 3 0,0 0 1 15,0 0-52-15,0 2-9 0,3 0-3 0,-3 1 0 16,0 2-36-16,0-3-7 0,0 3-1 0,0 0-1 16,0 3-3-16,0-1-1 0,0 1 0 0,0 5 0 15,-4-3-7-15,4 3 0 0,-3 0-8 0,0 3 12 16,-3-1-12-16,3 3 9 0,-3 1-9 0,0-1 8 16,-3 3-8-16,3 0 0 0,-3 0 0 0,-3 2 8 15,3 3-23-15,-2-2-5 16,-1 5 0-16,0-1-1 15,0 4-30-15,0 2-5 0,-3 0-2 0,3 0 0 16,-3-2-30-16,3-4-7 0,0 1-1 0,-3 0 0 16,3-3-84-16,3-2-16 0,-3-1-4 0</inkml:trace>
  <inkml:trace contextRef="#ctx0" brushRef="#br0" timeOffset="21084.134">10933 10293 2457 0,'-3'-5'51'0,"0"2"13"0,3 3-52 0,-3-5-12 0,3 5 0 15,-3-6 0-15,3 6 66 0,3-5 10 0,-3 2 3 16,3-2 0-16,3 3-55 0,-1-1-12 0,1 0-1 16,3 3-1-16,0-2 23 0,3-1 5 0,-3 0 1 0,0 1 0 15,6-1-11-15,-3-2-3 0,3 2 0 0,3-2 0 31,-4-3-133-31,4 3-28 0,-3-1-4 0</inkml:trace>
  <inkml:trace contextRef="#ctx0" brushRef="#br0" timeOffset="21866.705">11433 6848 2066 0,'-3'-5'43'0,"-3"-3"10"0,3 2-42 0,0 1-11 0,0 0 0 0,0-1 0 16,3 1 104-16,0 0 20 0,-3 0 3 0,3 5 1 15,0-8-52-15,0 8-9 0,3-6-3 0,-3 6 0 16,0 0-51-16,0 0-13 0,3-2 0 0,-3 2 0 16,6 2 54-16,0 1 8 0,0 5 2 0,3 0 0 15,-4 2-52-15,4 1-12 0,0 0 0 0,0 2 0 16,0 0 0-16,3-2 0 0,0 2 0 0,-3-3 0 15,3 4-48-15,0-6-13 16,-3 0-3-16,3 0 0 0,-1-1 55 0,1-1 9 0,3-1 0 0,-3-2 8 16,0-1-8-16,0-2 0 0,0 0 0 0,0-2 0 15,0-1 0-15,0-2 0 0,0-3-9 0,-1 0 9 16,4 0 0-16,0-3 0 0,0 1 0 0,0-3 0 0,3-3 0 16,-3 2 0-16,3-1 0 0,2-7 0 15,-2 4 0-15,0-3 0 0,0-6 0 0,3 3 8 16,-3 1-8-16,0-4 0 0,-1 1 0 0,-2 2 0 15,3 3 0-15,-6 2 0 0,3 3-12 0,-3 0 12 16,-3 3-45-16,-3 3-2 0,3-1 0 0,-6 0 0 16,0 4-172-16,0 1-34 0</inkml:trace>
  <inkml:trace contextRef="#ctx0" brushRef="#br0" timeOffset="22273.901">11754 6763 2066 0,'0'0'43'0,"0"0"10"16,-6-2-42-16,6 2-11 0,0 0 0 0,-3-6 0 16,3 6 104-16,0 0 20 0,0 0 3 0,0 0 1 15,0 0-52-15,0 0-9 0,0 0-3 0,0 0 0 16,-3 8-40-16,3 0-8 0,3 0-1 0,-3 3-1 15,3 2-22-15,0-3-5 0,0 4-1 0,0 2 0 16,0-3 22-16,3-3 5 0,-3 4 1 0,0-1 0 16,3-3-24-16,0-2-5 0,-3 0-1 0,3 0 0 15,0-2 16-15,3-1 0 0,-3 0 0 0,3-2 0 16,-4 2 0-16,4-5-12 0,0 3 12 0,3-3-12 16,0 0 12-16,0-3 12 0,3 0-3 0,0-2 0 15,0 0 6-15,3-3 1 0,-4 3 0 0,4-6 0 16,0 0-8-16,0-2-8 0,0-3 11 0,0 0-11 0,0 1 9 15,-4-4-9-15,4 1 0 0,-3-4 9 16,3 1-28-16,-3 0-5 0,3-3-2 0,-3 3 0 16,3 2 26-16,-1-2 0 0,1 5 0 0,0 1 0 15,0 1-41-15,-3 9-3 0,3 0-1 0,0 2 0 16,-1 6-161-16,1-1-32 0</inkml:trace>
  <inkml:trace contextRef="#ctx0" brushRef="#br0" timeOffset="22960.654">11349 8306 1994 0,'0'0'41'0,"0"0"11"0,0 0-42 0,-6 0-10 0,6 0 0 0,0 0 0 16,0 0 68-16,0 0 12 0,0 0 3 0,0 0 0 16,0 0-15-16,0 0-4 0,0 0 0 0,0 0 0 15,0 0-20-15,0 0-5 0,0 0-1 0,0 0 0 16,0 5-26-16,0 0-4 0,0 3-8 0,3-2 11 16,3 2-11-16,0-3 0 0,0 3 0 0,3 2 8 15,0-4-8-15,0 2 0 0,3 0 0 0,0-3 0 16,0 0 19-16,0 0-2 0,2-2 0 0,-2 0 0 15,3-1-17-15,3-4 0 0,-3-1 0 0,0 0 0 16,3-2 0-16,-3 0 0 0,-1-6 0 0,4 1 0 16,0-4 0-16,0 1 0 0,0-3 0 0,0-2 0 15,0-1-48-15,-1 1-12 0,1-1-4 0,0 1 0 16,-3-1 52-16,3 1 12 0,0 2 0 0,0 0 0 16,-3 0-54-16,-1 0-8 0,1 0-2 0,-3 0 0 15,0 1 0-15,0 1 0 16,-3-2 0-16,-3 3 0 0,3 3 0 0,-3-1 0 0,0 3 0 0</inkml:trace>
  <inkml:trace contextRef="#ctx0" brushRef="#br0" timeOffset="23341.243">11703 8173 1948 0,'0'0'40'0,"0"0"11"0,0 0-41 16,0 0-10-16,0 0 0 0,0 0 0 0,0 0 78 0,0 0 14 0,0 0 2 0,0 0 1 16,0 0-26-16,0 0-5 0,0 0 0 0,0 0-1 15,-3 6-39-15,3 2-7 0,0 0-1 0,0 0-1 16,0 2-15-16,3 1 8 0,0 2-8 0,0 0 0 15,0-2 0-15,0 2-21 0,3 0 3 0,-3 0 1 16,3-2 17-16,0 0 0 0,3-1 0 0,-3-2 0 16,3-3 0-16,0 1 0 0,0-1 0 0,3-2 0 15,-3-1 0-15,3-4 0 0,-3 2 0 0,2-3 0 16,4-2 22-16,-3-1 8 0,3 1 2 0,0 0 0 16,0-3-24-16,0 0-8 0,0 0 0 0,0 0 9 15,-4 0-9-15,4 0 0 0,-3 0 0 0,0 0 8 16,0 0-31-16,0 1-6 0,0-1-2 0,0 0 0 15,-3 0-141-15,0 2-28 0,3-2-5 0</inkml:trace>
  <inkml:trace contextRef="#ctx0" brushRef="#br0" timeOffset="24179.139">11299 9232 1824 0,'0'0'38'0,"0"0"8"0,0 0-37 0,0 0-9 0,0 0 0 0,0 0 0 16,0 0 60-16,0 0 11 0,0 0 1 0,0 0 1 16,0 8-26-16,0-3-6 0,3 0-1 0,-3 3 0 15,3 0-20-15,0 0-4 0,0 3 0 0,3-1-1 16,-4 4-15-16,4-6 0 0,0 2 0 0,0 1 0 16,0-3 0-16,0 0 0 0,3 0 0 0,0-3 0 15,0 0 0-15,0 0 11 0,0-2-11 0,3 0 10 16,-3-3 14-16,3 0 2 0,0 0 1 0,2-3 0 15,-2 0 5-15,3-2 0 0,3 0 1 0,-3 0 0 16,3-3-15-16,0-3-3 0,-3 0-1 0,2 1 0 16,4-3-14-16,-3-3 11 0,3 3-11 0,-3-3 10 15,-3-3-10-15,3 1 0 0,-4-1 0 0,1 1 8 0,0-4-24 16,-3 1-4-16,3 3-2 0,-3-1 0 16,0 1-34-16,-3 2-6 0,0 0-2 0,-3 3 0 15,0 2-102-15,-3 1-21 0,0 4-4 0</inkml:trace>
  <inkml:trace contextRef="#ctx0" brushRef="#br0" timeOffset="24522.306">11656 9110 1918 0,'-18'5'40'0,"12"-5"9"0,6 0-39 0,0 0-10 0,0 0 0 0,-6 6 0 16,6-6 71-16,-3 2 12 0,3-2 2 0,-3 8 1 15,3 0-26-15,-3-2-6 0,3 2-1 0,0 2 0 16,3-2-29-16,-3 3-7 0,3-1-1 0,0 3 0 16,0 1-16-16,0-4 0 0,0 3 0 0,3 1 0 15,0-4 0-15,-3-2 0 0,3 3 8 0,0-1-8 16,-3-2 0-16,3 3 0 0,0-6 0 0,0 3 0 16,3-3 0-16,-3 1 0 0,2-1 0 0,-2 0 0 15,3-2 0-15,-3-3 16 0,3 0-3 0,3 0-1 16,0 0-12-16,0-3 0 0,3 1 0 0,-3-4 0 15,6 1 0-15,-4 0 0 0,4-3 0 0,-3 3 0 16,3-3 25-16,-3 0 3 0,3-3 0 0,0 3 0 0,0-2-20 16,-4-1-8-16,4 0 0 0,-3 1 8 15,0-3-31-15,0 2-6 0,-3-2-2 0,0 2 0 16,0 1-90-16,-3 2-19 0,-1 0-3 0</inkml:trace>
  <inkml:trace contextRef="#ctx0" brushRef="#br0" timeOffset="25095.78">11427 10102 1941 0,'-6'-2'40'0,"3"2"10"0,3 0-40 16,0 0-10-16,0 0 0 0,0 0 0 0,0 0 44 16,0 0 6-16,0 0 2 0,0 0 0 0,0 0-24 0,0 0-4 0,3 5 0 0,0 3-1 31,0-3-12-31,3 3-3 0,0 3 0 0,-1-3 0 0,1 0-8 0,0 2 0 0,3 1 0 0,0-1 0 15,0 1 0-15,0-3 0 0,3 3 0 0,-3-4 0 16,3 1 0-16,-3 0-12 0,3-2 4 0,0-1 8 16,0 0-11-16,-1-2 11 0,1 0-8 0,3-3 8 15,-3-3 13-15,0 3 8 0,3-3 2 0,0-2 0 16,-3 0-23-16,3-3 9 0,-4 0-9 0,4-3 0 16,-3 3 0-16,0-5 0 0,3 2 0 0,-3-2 0 15,0 3 0-15,0-4 0 0,3 4 0 16,-3-3 0-16,-1 2 0 0,-2 0 0 0,0 1 0 0,-3 2 0 31,0 0-90-31,0 0-25 0,-3 0-5 0</inkml:trace>
  <inkml:trace contextRef="#ctx0" brushRef="#br0" timeOffset="25471.798">11721 10132 2213 0,'0'0'63'0,"0"0"13"0,0 0-60 0,0 0-16 0,0 0 0 0,0 0 0 15,0 0 58-15,0 0 9 0,0 0 1 0,-6 2 1 16,3 1-47-16,0 5-10 0,0-3-1 0,3 3-1 16,-3 3-10-16,3-1 0 0,0 1 0 0,0 2 0 15,3 3 0 1,-3 0 0-16,0 0 0 0,3 2 0 15,-3 1 12-15,3-3 1 0,0 2 0 0,0-2 0 16,0 0-13-16,0 0-18 0,0-3 4 0,3 0 1 0,-3 0 13 0,3-5 0 0,-3 0 0 0,3 0 0 16,0-3-11-16,0 1 1 0,0-4 0 0,3-2 0 15,0 0 10-15,3-2 14 0,-3-1-3 0,3-5-1 16,2 0 7-16,-2 0 2 0,3-2 0 0,0-4 0 16,3 1 21-16,0-3 4 0,-3 0 0 0,3 1 1 31,-1-1-60-31,-2 0-12 0,3 0-2 0,-3 0-1 0,0 0 5 0,0 3 1 15,0 0 0-15,0 0 0 0,-6-1-185 0,-1 4-37 0</inkml:trace>
  <inkml:trace contextRef="#ctx0" brushRef="#br0" timeOffset="37027.31">22607 6057 1052 0,'0'0'44'16,"0"0"-35"-1,0 0 71-15,0 0 13 0,0 0 3 0,0 0 1 16,0 0-9-16,0 0-3 0,3 5 0 0,3 0 0 15,-3-2-19-15,0 0-4 0,-3-3-1 0,6 2 0 16,0 4-10-16,-3-4-3 0,2 1 0 0,1-1 0 0,-3 1-8 0,3 0-1 0,0-1-1 0,0 4 0 16,0-4-12-16,0 4-2 0,0-4-1 0,0 4 0 15,0-4-7-15,3 3 0 0,-3 1-1 16,0 2 0 0,0-3 2-16,3 0 1 0,-3 3 0 0,0 0 0 15,3 0-5-15,0 0-1 0,-1 3 0 0,1-3 0 16,0 5-1-16,0-3-1 0,3 1 0 0,0 0 0 0,-3 2-1 0,3-3 0 0,-3 4 0 0,3-1 0 15,-3 0-1-15,0-2 0 0,3 2 0 0,-4 0 0 16,4-2-8-16,0 2 0 0,-3-2 9 0,3 2-9 16,-3 0 0-16,0 0 8 0,-3 0-8 0,3 1 0 15,0-1 0-15,-3 0 9 0,3-2-9 0,-3 2 0 16,0 0 9-16,2 0-9 0,-2 1 0 0,0-1 9 16,0 3-9-16,0 0 0 0,3 2 9 0,-3 1-9 15,0-1 8-15,3 3-8 0,-3 0 8 16,0 1-8-16,0-1 12 0,3-3-3 0,0 4 0 0,0-1 0 15,0-3-1-15,0 1 0 0,0-3 0 0,-1 2 0 16,4 1 0-16,-3-3-8 0,0-1 12 0,0 7-4 16,3-4 2-16,-3 3 0 0,0 3 0 0,3 0 0 15,-3 0 1-15,3 2 0 0,-3 3 0 0,-1-5 0 16,1 0-11-16,-3 0 0 0,3-3 0 0,0 3 8 16,-3-3-8-16,0 0 0 0,0 0 9 0,0 0-9 15,0 1 8-15,0 1-8 0,-3-1 8 0,0 4-8 16,0-2 0-16,0 2 9 0,0 1-9 0,0 2 0 15,-3-3 8-15,0 1-8 0,3-3 0 0,-3 2 0 16,-3-2 0-16,3 0 0 0,-3-1 8 0,0 1-8 16,0 0 0-16,0 0 0 0,-3 0 8 0,3 2-8 15,-3 1 0-15,0 2 0 0,0 2 8 0,0 1-8 0,3-3 0 0,-3-2 0 0,0-1 0 0,-3 3 0 16,3-5 0-16,0 3 0 0,0-4 0 0,-2 1 0 31,2 3 0-31,-3-1 0 0,0 1 0 0,0 2 0 0,0 0 0 0,3 3 0 0,-3-3 0 16,0 2 0-16,0-4 8 0,0-1-8 15,3-2 0-15,-3 0 0 0,0-3 0 0,0 0 0 16,4 1 0-16,-4-1 0 0,0 0 0 0,0 0 0 16,0 0 8-16,0 3-8 0,0-3 0 0,3 3 0 15,-3 0 0-15,3-3 0 0,0 3 9 0,0-6-9 0,0 1 0 0,0 2 9 16,0-5-9-16,0 0 8 16,0 0-8-16,0 2 8 0,-2-5-8 0,2 1 0 0,-3-1 9 0,3 3-9 15,-3-3 0-15,0-2 0 0,0 2 0 16,0-3 0-16,-3 4 0 0,3-1 0 0,-3 0 0 0,0 0 8 15,0 1-8-15,-2 1 0 0,2 1 0 0,-3 0 0 16,0 3 0-16,0-1 8 0,0-2-8 0,0 3 0 16,0-1 0-16,0 1 0 0,1-4 0 0,-1 1 0 15,3 0 0-15,0-3 0 0,-3 3 0 0,0-2 8 16,3 1-8-16,0-1 0 0,0-1 0 0,0-3 0 16,1 4 0-16,-4-1 0 0,3-2 0 0,0 2 0 15,-3 0 0-15,0-2 0 0,0-1 0 0,0 3 0 16,0 1 0-16,1-1 0 0,-4 0 0 0,0 3 0 15,3-3 0-15,-3 3 0 0,3 0 0 0,0-3 0 16,0 3 0-16,-2-3 0 0,2 1 0 0,0-1 0 16,3 0 0-16,0-2 0 0,-3-1 0 0,3 1-8 15,0-1 8-15,0-2 8 0,4 0-8 0,-4 3 11 16,3-3-11-16,0 0 0 0,0 0 0 0,-3 0 0 0,3-1 0 0,0 1 0 0,-3 0 0 16,0-2 0-1,3 2 0-15,-3 0 0 0,1-3 0 0,-1 0 0 0,0 0 0 0,0 3 0 16,-3-2 0-16,0-1 0 0,3 0 0 0,-3 3 0 0,3-3 0 0,-3 3 0 15,1 0 0-15,2 0 0 0,0 0 0 0,-3 0 0 16,3 3 0-16,0-3 0 0,3 2-12 16,0 1 12-16,-3-3 0 0,3 2 0 15,0-2 0-15,0 3 0 0,4-1 0 0,-4-2 0 0,0 3 0 0,3-3 0 16,0 0 0-16,0 0 0 0,0 0 0 0,3 0 0 16,-3 0 0-16,3 0 0 0,0-3 0 0,-3 3 0 15,3-3 0-15,0 0 0 0,0 1 0 16,-3-1 0-16,3 0 0 0,0 1 0 0,-3-1 0 0,3 0 0 15,3-5 0-15,-3 3 0 0,3-3 0 0,-6 5 0 16,6-5 0-16,0 0 0 0,-3 3 0 16,3-3 0-16,0 0 0 0,0 0 0 0,0 0 0 0,0 0 0 15,0 0-59 1,0 0-4-16,0 0-1 0,0 0 0 0,0 0-102 0,3-6-21 0,0 1-4 16</inkml:trace>
  <inkml:trace contextRef="#ctx0" brushRef="#br0" timeOffset="38348.198">21815 10068 1337 0,'0'0'56'15,"6"0"-44"1,-3-3 41-16,0 3 9 0,3-2 2 0,0 2 0 16,-3-3-9-16,3 3-2 0,0 0 0 0,3 0 0 0,-3 0-33 0,3-3-8 15,-1 3 0-15,1-2-1 16,0 2 42-16,3 0 9 0,0-3 2 0,-3 3 0 16,6-2-52-16,0-1-12 0,0 3 0 0,-3-3 0 15,2 1 0-15,4-1 0 0,-3 0 0 0,3 1 0 0,0-4 0 0,0 4 0 0,-3-4 8 16,3 4-8-16,-4-4 0 0,1 1 0 0,0 0 0 15,0 0 0-15,-3-1 0 0,0 1 0 0,3 0 0 16,-3-3 0-16,0 0 0 0,2 3 0 0,1-3 0 0,0 0 0 16,0 0 0-16,0 0 0 0,3 0 0 0,0-3 0 15,0 3 24-15,-1 0 9 0,1 0 2 0,0 1 0 16,0-1-24-16,0 0-11 0,0 0 10 0,0 0-10 16,-1 2 10-1,-2-1-10-15,0-1 10 0,0 2-10 0,-3-2 19 0,0 0-3 0,3 0 0 16,-3-2 0-16,0 2-6 15,0 0-2-15,-1 0 0 0,1 0 0 0,0 0 2 0,3-2 0 0,-3-1 0 0,3 3 0 16,0 0-20-16,0-2-4 0,3 2-1 0,-4-3 0 16,4 3 29-16,0-2 6 0,3-1 0 0,-3 0 1 15,0-2-21-15,3 3 0 0,-4-4 0 0,4-2 8 16,-3 3-8-16,-3 0 0 0,0 0 0 0,0-3 0 16,0 0 0-16,0 3 0 0,-4-3 0 0,4 0 8 15,-3 3-26-15,3 0-5 0,0-3-1 0,0 2 0 16,0 4 47-16,0-3 9 0,0 2 1 0,2 0 1 15,1 1-19-15,-3-3-4 0,3 2-1 0,3 0 0 16,-3 1-10-16,0-1 10 0,-1 1-10 0,1-3 10 16,0-1 4-16,0 4 1 0,0-1 0 0,-3 1 0 15,-3-4-15-15,2 4 0 0,-2-4-12 0,0 1 12 16,0 0 0-16,3 0 0 0,-3-3 8 0,3 0-8 16,-3 3 0-16,0-3 0 0,3 0 0 0,-4 3 0 15,4-3 27-15,0 3-1 0,3 2 0 0,-3-2 0 16,0 2-14-16,0 1-4 0,0-1 0 0,2 1 0 15,-5 2 2-15,3-3 0 0,-3 3 0 0,3 0 0 0,-3-5 2 0,0 5 0 0,0-3 0 16,0 1 0-16,-3-3 0 16,0 2 0-16,2 0 0 0,-5 1 0 0,3-3-3 15,-3 2 0-15,0-2 0 0,3 2 0 0,-3-2 1 0,0 0 0 0,3 0 0 0,0-1 0 16,-3 1 0-16,6-3 0 0,-3 0 0 0,0 0 0 16,0 1-2-16,0 1-8 15,2-2 12-15,1 1-4 0,0 1-8 0,0 4 8 0,0-3-8 0,3 2 8 16,-3 0-8-16,3 1 10 0,-3 2-10 0,0-3 10 15,-1 3 0-15,1-2 0 0,0 2 0 0,0-3 0 16,0 3-1-16,0 0 0 0,-3-2 0 0,0 2 0 16,3-3-1-16,-3 1 0 0,0-1 0 0,-3 1 0 15,3-1 1-15,-4 0 0 0,4-2 0 0,-3 3 0 16,0-4 1-16,0 1 0 0,0 0 0 0,0-3 0 16,0 3 2-16,0-3 0 0,0 3 0 0,0-3 0 15,3 0 0-15,-3 0 0 0,0 0 0 0,3 3 0 16,-3-3-4-16,0 3-8 0,3 2 12 0,-1-2-4 15,1 2 0-15,-3 1-8 0,3-1 12 0,-3 1-4 16,3-1-8 0,-3 0 10-16,0 1-10 0,3-1 10 0,-3 1-10 0,3-1 8 0,0 1-8 0,-3-4 8 15,3 4-8-15,0-1 10 0,-3-2-10 0,3 0 10 16,-4-1-10-16,1 1 0 0,3 3 0 0,-3-4 0 16,0 1 0-16,0 3 0 0,0-1 8 0,-3 0-8 15,3 3 0-15,-3 1 0 0,0-4 0 0,0 3 0 16,0 3 0-16,0-1 0 0,-3 1 0 0,3 3 0 0,-3-1 0 15,0 3-19-15,0-3 3 0,0 3 1 16,0 0-88-16,0 0-17 0,0 0-4 0</inkml:trace>
  <inkml:trace contextRef="#ctx0" brushRef="#br0" timeOffset="39555.352">24485 7893 895 0,'0'0'18'0,"0"0"6"0,0 0-24 0,0 0 0 0,0 0 0 0,0 0 0 16,0 0 66-16,0 0 8 0,0 0 2 0,0 0 0 15,0 0-12-15,0 0-1 0,0 0-1 0,0 0 0 16,0 0-14-16,0 0-2 0,0 0-1 0,0 0 0 16,0 0-1-16,0 0 0 0,0-3 0 0,0 3 0 15,3-5-4-15,-3 5 0 0,3-3-1 0,0-2 0 16,0 2-8-16,3 1-2 0,-3-1 0 0,3 1 0 15,-3-4-4-15,3 4-1 0,0-4 0 0,0 4 0 16,0-4-1-16,0 4-1 0,2-4 0 0,-2 1 0 16,0 0-1-16,3 0 0 0,-3-1 0 0,0 1 0 15,0 0 3-15,0-1 0 0,0-2 0 0,0 3 0 16,0-3 1-16,0 0 1 0,0 0 0 0,-3 0 0 16,3 0-1-16,0 1 0 0,-3-1 0 0,3 0 0 15,0 0-5-15,-3 0 0 0,3 0-1 0,-3 0 0 16,0 0-6-16,2 3-1 0,-2-3 0 0,0 0 0 15,0 3-2-15,0-3-1 0,0 2 0 0,0 1 0 16,-3-3-9-16,3 3 10 0,-3 2-10 0,3-2 10 0,-3 0-10 0,0 2 8 16,0-2-8-16,0 5 8 15,0-3-8-15,0 3 0 0,0-5 0 0,0 5 8 0,0 0-8 16,0 0 0-16,0 0 0 0,0 0 0 16,0 0-36-16,0 0 1 0,0 0 0 0,0 0 0 15,0 0-105-15,0 0-20 0,0 0-5 0</inkml:trace>
  <inkml:trace contextRef="#ctx0" brushRef="#br0" timeOffset="41433.883">24705 7655 694 0,'0'0'14'0,"0"0"5"0,0 0-19 0,0 0 0 0,0 0 0 0,0 0 0 16,0 0 52-16,0 0 6 0,0 0 2 0,0 0 0 15,0 0 14-15,0 0 3 0,0 0 1 0,0 0 0 16,3-5-5-16,-3 5-1 0,3-3 0 0,-3 3 0 16,0 0-11-16,3-5-2 0,-3 5-1 0,0 0 0 15,3-3-6-15,-3 3 0 0,3-3-1 0,-3 3 0 16,6-2-10-16,0-1-1 0,-3 3-1 0,-3 0 0 16,6-3 11-16,0 3 2 0,0-2 1 0,-3 2 0 15,3 0 3-15,0 0 0 0,0 0 0 0,-3 0 0 16,3 0-8-16,0-3-2 0,0 3 0 0,-3 0 0 15,3-3-21-15,-1 3-4 0,1-2-1 0,0 2 0 16,0 0-4-16,3-3-2 0,-3 3 0 0,0-2 0 16,3 2-4-16,-3 0-1 0,0-3 0 0,3 3 0 0,-3 0-9 15,0-3 8-15,3 1-8 0,-3 2 8 0,0-3-8 0,0 0 0 0,0 1 0 16,-3 2 0-16,3-3 0 0,-4 0 0 0,1 1 0 16,-3 2-11-1,3-3-40-15,0 0-8 0,0 1-1 0</inkml:trace>
  <inkml:trace contextRef="#ctx0" brushRef="#br0" timeOffset="44818.917">22622 6083 1060 0,'0'0'22'0,"0"0"5"16,0 0-27-16,0 0 0 0,0 0 0 0,0 0 0 16,0 0 86-16,0 0 12 0,0 0 2 0,0 0 1 15,0 0-25-15,0 0-6 0,0 0-1 0,0 0 0 16,-6 0-13-16,6 0-2 0,-3-2-1 0,3 2 0 15,-6-3-14-15,6 3-3 0,-3-3-1 0,3 3 0 16,-6-2-3-16,0 2-1 0,3-3 0 0,-3 0 0 16,0 1-3-16,3 2 0 0,-3-3 0 0,0 3 0 15,0 0-4-15,0-3-2 0,0 1 0 0,-3 2 0 16,3-3-5-16,0 0-1 0,-2 3 0 0,2-2 0 16,-3-1-1-16,3 0-1 0,-3 3 0 0,0-5 0 0,0 3-3 15,-3-1-1-15,0 0 0 0,0-2 0 0,0 2 4 0,-3 1 1 0,0-1 0 16,1-2 0-16,2 2 1 0,-3-2 1 15,3 2 0-15,0-2 0 0,-3 2-9 16,3-2-8-16,0 0 9 0,-3-1-9 0,4 1 10 0,-4 2-10 16,3-5 10-16,0 3-10 0,0 0 12 0,-3 0-4 0,0-1-8 0,0 1 12 15,3 0-4-15,-3-1-8 0,1 1 11 0,-1 0-11 16,0 2 13-16,0-2-4 0,0 0-1 0,0-1 0 16,0 1-8-16,3 0 8 0,-2-3-8 0,2 5 8 15,0-2-8-15,0 0 0 16,-3-1 0-16,3 1 8 0,0 0-8 0,3 2 0 15,-3-2 9-15,3 2-9 0,-3-2 0 0,3-1 0 0,1 4 0 0,-1-1 8 16,0-2-8-16,3 2 0 0,-3 1 8 0,0-1-8 16,3 0 0-16,-3 1 9 0,0-1-9 0,3 0 0 15,-3 1 8-15,0-1-8 0,-3-2 0 0,3 2 0 16,-2-2 8-16,-1 2-8 0,0-2 0 0,0 2 0 16,0 1 0-16,0-1 0 0,0-2 0 0,0 2 0 15,0 0 0-15,0 1 0 0,3-1 0 0,-2 0 0 16,2 3 0-16,0-2 0 0,0 2 0 0,0 0 0 15,3-3 0-15,0 3 0 0,0-2 0 0,0 2 0 16,3 0 0-16,3 0 0 0,0 0 0 0,-6-3 0 16,6 3 0-16,-3 0 0 0,3 0 0 0,-6 0-9 15,6 0 9-15,0 0 0 0,0 0 0 0,0 0 0 0,-6-3 0 16,6 3 0-16,0 0 0 0,0 0 0 16,0 0 0-16,0 0 0 0,0 0 0 0,0 0 0 0,0 0 0 0,0 0 0 15,-3-2 0-15,3 2 0 0,0 0 0 16,0 0 0-16,0 0 0 0,0 0 0 0,0 0 0 15,0 0 0-15,0-6 0 0,0 6 0 0,3-2 0 16,-3 2 0-16,6-6 0 0,-6 6 0 16,3 0 0-16,3-5 0 0,0 2 0 0,-3 3 0 0,3-2 0 0,0-1 0 0,-3 0 0 0,3 3 0 15,-3-2 0-15,3 2 0 0,0 0 0 0,-3-3 0 16,3 1 0-16,0 2 0 0,3 0 0 0,-4-3-8 16,4 3 8-16,3 0 0 0,-3 0 0 0,3 0 0 15,0 0 0-15,0 0-8 0,3 0 8 0,0 0 0 16,-3 0 0-16,3 0 0 0,-1 3 0 0,1-3 0 15,0 0 0-15,0 0 0 0,0 0 0 0,0 0-8 16,3 0 8-16,0 0 0 0,2 0 0 0,1 0-8 16,3 0 8-16,0 2 0 0,3 1 0 0,-4-1 0 15,4 4 0-15,0-1 0 0,0 0 0 0,-3 1 0 16,-1-1 0-16,-2 0 0 0,0 1 0 0,0-1 0 16,0 0 0-16,0 3 0 0,-1-3 0 0,4 1 0 15,0 2 0-15,0 0 0 0,3-1 0 0,-1447 4 0 16,2893 0 0-16,-1446-1 0 0,-3 1 0 0,3-3 0 15,-4 5 0-15,-2-2 0 0,0-1 0 0,0 1 8 16,0-1-8-16,0 1 0 0,2 2 0 0,-2-2 0 16,3-1 0-16,3-2 9 0,0 0-9 0,-1 0 10 15,-2 0-10-15,3 0 0 0,0 0 9 0,-3 2-9 16,-1-2 8-16,1 0-8 0,-3 0 8 0,0-2-8 16,-3 2 0-16,0-3 0 0,-3 0 0 0,2 0 0 15,1 1 0-15,0-1 0 0,0-2 8 0,0 2-8 0,0-2 0 16,0 2 8-16,-1-2-8 0,4 2 0 0,-3 0 0 0,3 0 9 15,0 1-9-15,-3-1 0 0,3 3 14 0,-4-3-4 0,1 3-1 16,0 3 0-16,-3-3-9 0,3 0 0 0,-3 0 0 16,-3 2 0-16,3-2 0 0,-4 3 0 0,4-3 0 0,-3 2-11 15,3 1 11-15,-3-1 0 0,3 1 0 0,-3 2 0 16,3-2 0-16,0 2 0 0,-1-2 8 0,1 2-8 16,0-3 0-16,0 1 0 0,0 0 0 0,0-1 8 15,0 1-8-15,-3-1 8 16,3-2-8-16,-1 3 8 0,-2-3-8 0,3 2 0 0,-3 1 0 15,0-3 8-15,0 2-8 0,-3-2 0 0,3 3 0 0,0-3 0 16,-3 0 0-16,0 0 0 0,-1 0 0 0,1 0 0 16,-3 0 0-16,3-3 0 0,-3 3 0 0,0 0-12 15,3 0 12-15,0 2 0 0,-3-2 0 0,3 3 0 16,0-3 0-16,0 2 0 0,0-2 0 0,0 5 0 16,0-2 0-16,2 0 0 0,-2 2 0 0,0 0 0 15,3-2 0-15,0 2 0 0,-3 0 0 0,6 0 0 16,-3-2 0-16,0 2 0 0,-3-2 0 0,3-1 0 15,2 1 0-15,-2 0 0 0,0-4 0 0,0 4 0 16,0 0 0-16,-3-3 0 0,3 0 0 0,0 2 8 16,-3 1-8-16,0-3 0 0,3 0 0 0,-3-1 8 15,-3 1 0-15,2 0 0 0,1-2 0 0,0 2 0 16,-3 0-8-16,0-3 0 0,3 3 0 0,-3-3 0 16,0 0 0-16,3 1 0 0,0 2 0 0,-3-3 8 0,3 3-8 15,0-3 0-15,0 3 0 0,0-3 8 16,-1 3-8-16,4 0 0 0,0-3 0 0,-3 6 0 15,3-3 0-15,0 3 0 0,0-3 0 0,0 5 0 16,0-3 0-16,0 1 0 0,0 0 0 0,-1 2 8 16,-2-5-8-16,3 5 0 0,0-2 0 0,0-1 0 0,-3 1 0 0,0-1 0 0,0 1 0 15,3-3 8-15,-6 2-8 0,3-2 8 0,0 3-8 0,-3-3 8 16,0 0-8-16,2 0 0 0,-2 0 0 0,0 0 0 16,0 0 0-16,0-1 0 0,0 1 0 0,0-2 0 15,0 2 0-15,-3-3 0 0,3 0 0 0,-3 3 0 16,3-3 0-16,-3 1 0 0,3-1 0 0,-3 0 0 15,0-2 0-15,3 2 0 0,-3-2 0 0,0 2 0 16,3-2 0-16,-3 2 8 0,0-2-8 0,3 2 0 16,-3-2 0-16,0-1 0 0,-3-2 0 0,6 6 0 15,-3-1 0-15,0-2 0 0,2-1 0 0,-2 4 8 16,-3-6-8-16,6 5 0 0,-3 0 0 0,0 0 0 16,3 1 0-16,-3-4 9 0,3 4-9 0,0-4 0 15,0 4 10-15,-3-4-10 0,3 4 8 0,0-4-8 16,-3 3 8-16,3-2-8 0,-3 2 0 0,3-2 8 15,-3 0-8-15,3-1 0 0,-3 4 0 0,-3-6 0 16,6 2 8-16,0 1-8 0,-3 0 0 0,-3-3 8 16,6 5-8-16,-6-5 0 0,3 2 0 0,-3-2 8 15,0 0-8-15,0 0 0 0,6 6 0 0,-6-6 0 16,0 0 0-16,3 5 0 0,-3-5 9 0,0 0-9 16,0 0 0-16,0 0 0 0,0 0 0 0,0 0 0 15,0 0-39-15,0 0-2 0,0 0-1 0,0 0 0 16,0 0-144-16,0 0-29 0,0 0-5 0</inkml:trace>
  <inkml:trace contextRef="#ctx0" brushRef="#br0" timeOffset="45564.2">24827 7520 981 0,'0'0'28'0,"0"0"6"0,0 0-34 0,0 0 0 0,0 0 0 0,-6 3 0 31,6-3 68-31,0 0 8 0,0 0 0 0,0 0 1 16,0 0 2-16,0 0 0 0,0 0 0 0,0 0 0 15,0 0-19-15,0 0-3 0,0 0-1 0,0 0 0 0,0 0-17 0,0 0-4 0,0 0-1 0,0 0 0 16,6 0 1-16,3 2 0 0,-3-2 0 0,3 3 0 16,0-3 1-16,0 0 1 0,3 0 0 0,-3 0 0 15,3 0 2-15,3 0 0 0,-3 0 0 0,2 0 0 16,1 0-3-16,0 0-1 0,0 0 0 0,0 0 0 15,0 3 0-15,0-3 0 16,0 2 0-16,2 1 0 0,1-1-7 0,3-2-2 0,0 3 0 0,3 0 0 16,0-1-7-16,-4 1-2 0,4-3 0 0,0 3 0 15,-3-1-5-15,0-2-2 16,-3 3 0-16,-1-3 0 0,1 3-2 0,-3-3 0 0,0 0 0 0,-3 2 0 16,-3 1 0-16,3-3 0 0,-3 0 0 0,0 3 0 15,0-1-8-15,-3 1 0 0,3-3 0 0,-1 2-11 16,1 1 11-16,0 0 0 0,0-1 0 0,0 1 8 15,0-3-8-15,3 3 0 0,-3-1 0 0,3 1 0 16,0-3 0-16,0 3 0 0,3-3 0 0,-4 2 0 16,1 1 0-16,0-3 0 0,0 0 0 0,-3 0 8 15,3 0-8-15,-3 0 8 0,0 0-8 0,0 0 8 16,0 0-8-16,0 0 0 0,-3-3-11 0,-3 3 11 16,-3 0-44-16,0 0-2 0,0 0-1 0,0 0 0 15,0 0-118-15,0 0-24 0,0-5-5 0</inkml:trace>
  <inkml:trace contextRef="#ctx0" brushRef="#br0" timeOffset="45842.819">24902 7467 456 0</inkml:trace>
  <inkml:trace contextRef="#ctx0" brushRef="#br0" timeOffset="46630.218">25086 8327 1831 0,'0'0'77'0,"-6"-3"-61"16,6 3 72-16,-6 0 16 0,0 0 2 16,0 0 1-16,4 3-39 0,-4-3-7 0,0 3-1 0,0-1-1 15,3 4-23-15,-3-1-5 0,0 0-1 0,0 0 0 16,0 3-14-16,3 0-4 0,-3 0 0 0,0 5 0 16,0-2-3-16,3 2-1 0,-3 1 0 15,0-1 0-15,0 3-8 16,0-1 0-16,0-1 9 0,0 2-9 0,0 2 0 0,0-2 8 0,-3 3-8 0,1-1 0 31,2 3 0-31,-3 3 0 0,3 0 0 0,-3 2 8 0,0 1-8 0,0 2 0 0,0-3 0 16,0 3 0-16,0-2 0 0,0-3 0 0,0 0 0 15,-6-1 8-15,6 1-8 0,-2-3 0 0,2 3 0 0,-3 0 0 16,0 0 0-16,0 2 0 0,0 3 0 0,0 0 0 16,0-5 0-16,0 3 0 0,3-3 0 0,0-1 0 15,0 1-9-15,1-3-3 0,2 0-1 0,-3 1 0 16,3-6-5-16,-3-1-1 0,0 4 0 0,3-6 0 15,-3 0-2-15,0-2-1 0,0 0 0 0,3-1 0 16,-3-2-16-16,3 0-3 0,-3 0-1 0,3 0 0 16,0-5-34-16,1 2-6 0,2 0-2 0</inkml:trace>
  <inkml:trace contextRef="#ctx0" brushRef="#br0" timeOffset="46865.324">24551 8949 1911 0,'2'-6'80'16,"4"1"-64"-16,0 3 64 0,0-4 12 0,3 4 2 0,-3-1 1 16,3-2-11-1,0 2-3-15,3 0 0 0,-3 1 0 0,3 2-21 0,3-3-4 0,-3 3 0 0,5 0-1 16,-2-3-19-16,6 3-3 0,-3-2-1 0,3 2 0 15,3 0-22-15,0 0-10 0,2 2 8 0,-2-2-8 32,3 3-17-32,0-3-9 0,-1 0-2 0</inkml:trace>
  <inkml:trace contextRef="#ctx0" brushRef="#br0" timeOffset="49637.119">18565 6565 870 0,'0'0'36'0,"0"0"-28"16,0 0 40-16,0 0 9 0,0 0 2 0,0 0 0 15,0 0 4-15,0 0 1 0,0 0 0 0,0 0 0 16,0 0 0-16,0 0 0 0,5 2 0 0,-5-2 0 16,6 0-52-16,-6 0-12 0,6 3 0 0,-6-3 0 15,6 0 54-15,0 3 8 0,-3-3 2 0,-3 0 0 16,6-3-52-16,0 3-12 0,0 0 0 0,0-3 0 15,0 3 54-15,0 0 8 0,0-2 2 0,3 2 0 16,-3 0-52-16,3-3-12 0,0 3 0 0,0 0 0 16,3-3 12-16,-1 3-1 0,4-2 0 0,-3 2 0 15,3 0-3-15,-3 0-8 0,3 0 12 0,3 0-4 16,-3 2 4-16,0-2 1 0,-1 0 0 0,1 0 0 16,-3 3 3-16,3-3 0 0,0 0 0 0,0 0 0 0,-3 0 0 15,3 0 1-15,-3 0 0 0,-1 0 0 0,4 0 2 0,-3-3 0 16,3 3 0-16,0-2 0 0,0-1-7 0,3 3-2 15,0-3 0-15,2 1 0 0,1 2 2 0,0 0 1 0,3-3 0 16,0 3 0-16,0 0-1 0,-1 0 0 0,-2 0 0 0,3 0 0 16,-3 0-3-16,0 0-1 0,-3-2 0 15,-1 2 0-15,1-3-8 0,0 3 12 0,-3-3-12 0,3 1 12 16,0-1-12-16,0 0 12 0,-1 1-12 0,1-1 12 16,-3 0-4-16,3 1-8 0,0 2 12 0,0-3-4 15,0 3-8-15,-3 0 12 16,2-3-12-16,-2 3 12 0,3 0-12 0,-3 0 10 0,0 0-10 0,0 0 10 15,0 0-10-15,0 0 8 0,-4 0-8 0,1 0 8 16,0 0-8-16,0 0 0 0,0-2 0 0,-3 2 8 16,3 0-8-16,-3-3 0 0,0 3 0 0,3-2 0 15,-3-1 9-15,3 3-9 0,-1-3 10 0,1 3-10 16,0-2 8-16,0 2-8 0,0-3 0 0,0 3 9 16,3 0-9-16,-3-3 0 0,3 3 0 0,0 0 0 15,-1 0 0-15,1 0 8 0,0 0-8 0,-3 0 0 16,3 0 0-16,0 0 0 0,0 0 8 0,0 0-8 15,-1 0 0-15,-2 0 0 0,3 0 0 0,0 0 8 16,-3 0-8-16,3-2 0 0,-3 2 0 0,0-3 0 16,0 3 8-16,3-3-8 0,-4 1 0 0,4 2 8 15,-3-3-8-15,6 0 0 0,-3 1 9 0,0 2-9 16,3-3 0-16,0 3 9 0,-1-3-9 0,4 3 0 0,-3-2 8 16,3 2-8-16,0 0 0 0,0 0 0 0,-3 0 8 0,2 0-8 15,1 0 0-15,-3 0 0 16,0 0 0-16,0 0 0 0,3 0 8 0,-4-3-8 15,1 3 0-15,3 0 0 0,0-2 0 0,3-1 0 16,0 3 0-16,-1 0 0 0,1-3 0 0,3 3 0 16,0 0 8-16,-3-2-8 0,-1 2 0 0,1-3 0 0,0 3 9 0,-3 0-9 15,0-3 0-15,0 3 9 0,-1-2-9 0,4 2 0 0,-3-3 0 0,6 0 0 16,-3 3 0-16,2-2 8 0,4 2-8 0,-3-3 0 16,0 3 8-16,0-3-8 0,-1 3 8 0,1 0-8 15,-3-2 0-15,0 2 0 0,-3 0 0 0,-1-3 0 16,1 3 0-16,0 0 0 0,3-3 0 0,0 3 0 15,0-2 0-15,-1 2 0 0,1 0 0 0,3-3 0 16,0 3 0-16,-3-2 0 0,2 2 0 0,1 0 0 16,-6-3 0-16,3 3 0 0,-3-3 0 0,-1 3 8 15,1-2-8-15,-3 2 0 0,3 0 0 0,-3-3 8 16,0 3-8-16,6 0 0 0,-1-3 9 0,-2 1-9 16,3 2 0-16,3 0 0 0,-3-3 0 0,-1 3 8 15,-2 0-8-15,3 0 0 0,-3-3 0 0,0 3 8 16,0-2-8-16,-4 2 0 0,1-3 0 0,0 3 0 15,-3 0 0-15,3-3 0 0,-3 3 0 0,0-2 8 16,3 2-8-16,-1 0 0 0,1-3 0 0,0 1 0 16,0 2 0-16,0-3 0 0,3 0 0 0,-3 1 8 15,-1 2-8-15,1-3 8 0,-3 0-8 0,3 1 8 16,-3 2-8-16,0-3 0 0,3 3 0 0,-6-3 0 16,2 3 0-16,-2-2 0 0,0 2 0 0,0-3-8 0,-3 3 8 15,0 0 0-15,0 0 0 0,0 0 0 16,0-3 0-16,0 3 0 0,0-2 0 0,0 2 0 0,-3 0 0 15,2 0 0-15,1 0 0 0,0 0 0 0,0 2 0 16,0-2 0-16,-3 0 0 0,3 0 0 0,3 0 0 0,-3 0 0 0,0 0 0 0,0 0 0 16,0 0 0-16,0 3 0 0,3-3 0 0,-4 0 0 15,1 0 0-15,0 3 0 0,0-3 0 0,0 0 0 16,-3 0 0-16,0 0 0 0,3 0 0 0,-3 0 8 16,-3 0-8-16,3 0 0 0,3 0 0 0,-6 2 0 15,3-2 0-15,0 3 0 16,-3-3 0-16,3 0 0 0,-6 0 0 0,3 3 8 0,3-3-8 15,-6 0 0-15,3 0 8 0,-3 0-8 0,5 0 10 0,-5 0-10 16,3 2 0-16,-3-2 0 0,6 0 0 0,-6 0 0 16,0 0-12-16,0 0-9 0,0 0-2 0,0 0 0 15,0 0-121-15,0 0-24 0,0 0-4 0</inkml:trace>
  <inkml:trace contextRef="#ctx0" brushRef="#br0" timeOffset="52675.276">18588 8136 1337 0,'0'0'28'0,"0"0"6"0,0 0-34 0,0 0 0 0,0 0 0 0,0 0 0 31,0 0 44-31,0 0 3 0,0 0 0 0,0 0 0 0,0 0-24 0,0 0-5 0,0 0-1 0,0 0 0 16,6 0 38-16,0 0 7 0,0 0 2 0,0 0 0 15,0 0-24-15,0 0-4 0,0-2 0 0,0 2-1 16,3 0-9-16,-3-3-2 0,3 3 0 0,-3 0 0 15,3-2-15-15,3 2-9 0,-6 0 10 0,5 0-10 16,-2 0 0-16,3 0 0 0,0 0 0 0,0 0 0 16,3 0 0-16,0 0 0 0,0 0 0 15,3 0 0-15,-4 0 0 0,1 0 0 0,3 0 0 0,-3 2 0 16,0-2 0-16,3 3 0 0,-3-3 0 0,0 0 0 16,0 0 0-16,-4 0 0 0,1 0 0 0,0 0 0 15,0 0 0-15,0 0 0 0,0 0 0 0,3 0 0 16,-3 0 0-16,0 0 0 0,3 0 0 0,-1 0 0 15,1 0 0-15,0 0 0 0,0 0 0 0,3 0 0 16,-3 0 0-16,3 0 0 0,0 0 0 0,-1 0 0 16,1 0 57-16,0 0 6 0,0 0 1 0,0 0 0 15,-3 0-52-15,0 0-12 0,-1 0 0 0,-2 0 0 16,0 0 0-16,0-3 0 0,0 3 0 0,-3-2 0 16,3 2 0-16,0 0 0 0,0-3 0 0,-3 3 0 15,3 0 0-15,-1 0 0 0,4-3 0 0,-3 3 0 16,0 0 16-16,3 0 1 0,-3 0 0 0,0 0 0 15,3 0-17-15,-3 0 10 0,3-2-10 0,-4 2 8 0,4 0-8 16,-3 0 0-16,0 0 9 0,0 0-9 0,0 0 12 16,-3 0-1-16,3 0-1 0,0 0 0 0,-3 0-10 0,3 0 12 15,-4 0-12-15,1 0 12 0,0 0-12 0,0 0 10 0,-3-3-10 0,0 3 10 16,-3 0-10-16,3-3 0 0,0 3 0 0,-3-2 8 16,3 2-8-16,-3 0 0 15,0-3 9-15,0 0-9 0,0 1 10 16,0 2-2-16,0-3-8 0,-3 3 12 0,3-3-2 0,-3 3-1 0,3-2 0 15,-3 2 0-15,3-3 1 0,0-2 0 0,0 2 0 0,-3-2 0 16,3 0 1-16,-3-1 0 0,0 4 0 0,0-4 0 16,0 1 1-16,0 0 0 0,0-3 0 0,-3 3 0 15,3-3-3-15,-3 0 0 0,0-3 0 0,3 0 0 16,-3-2-9-16,3 3 10 0,-3-6-10 0,3 3 10 16,-3-6-10-16,3 3 0 0,-3-2 9 0,3-1-9 15,-3 3 8-15,3-2-8 0,-3-1 8 0,3-2-8 16,-3 3 0-16,3 2 9 0,0-3-9 0,-3 3 0 15,3-2 11-15,0 2-11 0,-3-5 10 0,3 2-10 16,-3 1 12-16,3-1-4 0,-3-2-8 0,3 2 12 16,-3-2-2-16,3 0-1 0,-3 0 0 0,3 0 0 15,-3 2-1-15,3-2-8 0,-3 3 12 0,3-1-4 16,0 3-8-16,-3 0 8 0,3 3-8 0,0 0 8 16,0 0-8-16,-3 2 0 0,3 0 9 0,0 1-9 15,0 2 0-15,0-3 9 0,0 3-9 0,0 0 0 16,0 0 11-16,0 1-11 0,0-1 10 0,0 0-10 15,3 2 8-15,-3-2-8 0,0 3 0 0,3 0 9 16,-3 0-9-16,0-1 0 0,3 4 0 0,-3-1 8 16,3 0-8-16,-3-2 0 0,3 2 0 0,0 1 0 0,-3 2 0 15,3-3 0-15,0-2 0 0,0 2 0 0,-3 3 0 0,3 0 0 0,0-2 0 16,3-1 0-16,-3 3 0 0,3-3 0 0,0 3 0 16,0 0 0-16,0 0 0 0,0 0 0 0,3 0 0 0,-1 0 0 15,1 0 0-15,3 0 0 16,-3 0 0-16,3 0 0 0,0 0 0 0,0 0 0 0,0-2 0 15,3 2 0-15,0-3 0 0,0 3 0 0,-4 0 0 0,4-3 0 16,-3 3 0-16,3 0 0 0,-3-2 0 0,0 2 0 16,3-3 0-16,-3 3 0 0,0-3 0 0,-1 3 0 15,1-2 0-15,0-1 0 0,0 0 0 0,0 1 0 16,-3 2 0-16,0-3 0 0,3 0 0 0,0 1 0 16,0 2 0-16,0-3 0 0,2 1 0 0,4-1 0 15,0 0-9-15,6-2 9 0,0 2 0 0,0-2 0 16,2 0 0-16,4-1-8 0,0 1 8 0,-3 0 0 15,0 0 0-15,-1-1 0 0,-2 1 0 0,0 0 0 16,0 2 0-16,0-5 0 0,2 3 0 0,1 0 0 16,0-1 0-16,3 1 0 0,-1 2 0 0,4 1 0 15,-3-1 0-15,0 0 0 0,-3 1 0 0,2-1 0 16,-2 3 0-16,-3-3 0 0,-3 1 0 0,3-1 0 16,-4-2 0-16,4 2 0 0,0 1 0 0,0-1 0 15,0 3 0-15,2-3 0 0,-2 1 0 0,3 2 0 16,0 0 0-16,-3 0 0 0,2 0 0 0,-2 0 0 15,-3 0 0-15,0 0 0 0,-3 0 0 0,3 0 0 16,-4 0 0-16,1 0 0 0,-3-3 0 0,3 0 0 0,3 1 0 16,0 2 0-16,-3-3 0 0,2 3 0 0,4-3 0 0,0 3 0 15,-3 0 0-15,3 3 0 0,0-3 0 0,-4 0 0 0,1 0 0 0,0 3 0 16,0-3 0-16,-3 0 0 0,0 2 0 16,-1-2 0-16,1 0 0 0,-3 0 0 15,0 0 0-15,0-2 0 0,0 2 0 16,0 0 0-16,0-3 0 0,2 3 0 0,-2 0 0 0,3-3 0 0,0 1 0 15,-3 2 0-15,3 0 0 0,0 0 0 0,-3 0 0 16,2 2 0-16,-2-2 0 0,3 3 0 0,-3-3 0 16,3 0 0-16,-3 3 0 0,0-3 0 0,0 0 0 0,-1 2 0 15,-2-2 0-15,0 0 0 0,3 0 0 0,-3 0 0 16,0 0 0-16,0-2 0 0,3 2 0 0,-3 0 0 16,3 0 0-16,2 0 0 0,-2 0 0 0,3 0 0 15,0 0 0-15,0 0 0 0,0-3 0 0,3 6 0 16,-4-3 0-16,1 0 0 0,0 2 0 0,0 1 0 15,-3 0 0-15,0-3 0 0,3 2 0 0,-3 1 0 16,-4-3 0-16,4 0 0 0,-3 3 0 0,0-3 0 16,-3 0 0-16,3 0 0 0,0 0 0 0,0 0 0 15,-3-3 0-15,3 3 0 0,-1 0 0 0,1-3 0 16,3 3 0-16,-3-2 0 0,0 2 0 0,3 0 0 16,-3-3 0-16,3 3 0 0,-3 0 0 0,3-3 0 15,-1 3 0-15,-2 0 0 0,3 0 0 0,0 0 9 16,-3 0-9-16,3 0 8 0,-3 0-8 0,0 0 8 15,0 0-8-15,0 0 0 0,-1 3 9 0,4-3-9 16,-6 0 10-16,0 3-2 0,0-3-8 0,0 0 12 0,0 0-12 16,-3 0 0-16,3 0 0 0,-3 0 0 15,0 0 9-15,0 0-9 0,0 0 8 0,0 0-8 16,0 0 8-16,0 0-8 0,-1 0 8 0,1 0-8 0,0 0 8 0,0 0-8 0,0-3 8 16,0 3-8-16,0 0 8 0,0 0-8 15,3 0 0-15,-6 0 8 0,6 0-8 0,-3 0 0 0,0 0 9 0,0 0-9 16,3 0 0-16,-3 0 0 0,3 0 0 15,-3 0 8-15,0 0-8 0,0 0 0 0,-1 0 0 0,-2 0 0 16,3 3 0-16,-3-3 0 0,3 0 0 0,0 0 8 16,-3 0-8-16,-3 0 0 0,6 2 0 0,0-2 8 15,-6 0-8-15,6 3-10 0,-6-3 10 0,6 0-13 16,-6 0-30-16,3 0-5 16,-3 0-2-16,6 0 0 15,0 0-131-15,0 0-27 0</inkml:trace>
  <inkml:trace contextRef="#ctx0" brushRef="#br0" timeOffset="54893.142">18422 9023 801 0,'0'0'34'0,"0"0"-34"15,0 0 80-15,0 0 10 0,0 0 2 0,0 0 0 16,0 0-22-16,0 0-4 0,0 0-1 0,0 0 0 15,0 0-13-15,3 5-4 0,3-2 0 0,-3-1 0 16,3 1 13-16,-1-3 3 0,-2 3 0 0,3-1 0 16,0-2 0-16,0 3 0 0,3-3 0 0,-3 3 0 15,3-1-52-15,0-2-12 0,0 3 0 0,3-3 0 16,-3 3 0-16,0-3 0 0,0 2 0 0,0-2 0 16,3 0 0-16,-4 0 0 0,4 0 0 0,-3-2 0 15,3-1 37-15,-3 3 5 0,3-3 1 0,3 1 0 16,-3-1-31-16,3 0-12 0,3 1 8 15,-4-1-8-15,4 3 19 0,3-3-2 0,-3 1 0 0,3 2 0 16,0-3-17-16,-3 3 0 0,2-2 0 0,1 2 0 16,-3-3 0-16,3 3 0 0,-3 0 0 0,-3-3 0 15,3 3 0-15,-4-2 0 0,1-1 0 0,0 0 0 16,3 1 0-16,-3-1 0 0,0 0 0 0,3 3 0 16,-1-2 0-16,1-1 0 0,3 0 0 0,-3 3 0 15,3-2 0-15,0 2 0 0,0-3 0 0,-1 3 0 0,1 0 0 0,0 0 0 16,0 0 0-16,0 0 0 0,-3 0 0 0,-1 0 0 15,1 0 0-15,0 0 0 0,0 0 0 16,0-3 0-16,3 1 0 0,-3 2 0 0,2 0 55 0,1-3 7 0,3 3 2 16,0 0 0-16,0 0-64 0,0 0-10 15,-1 0-3-15,4 0-1 0,-3 0 14 0,-3 0 8 0,0 0 0 16,-1 0-8-16,1 0 9 0,-6 0-9 0,3 0 0 0,-3-2 9 16,3 2-9-16,-3-3 8 15,3 3-8-15,-1-3 8 0,1 3-8 0,0 0 0 0,0-2 0 0,3 2 0 16,-3 0 12-16,2 0 0 0,-2 0 0 0,0 0 0 15,0 0-12-15,0 0 12 0,0 0-12 0,0 0 12 16,-3 0-2-16,-1 0 0 0,1 0 0 0,-3 0 0 16,0 0-10-16,0 0 12 0,0-3-12 0,-3 3 12 15,3-3-12-15,-3 3 0 0,0-2 9 0,3-1-9 16,-4 3 8-16,1-3-8 0,3 1 8 0,-3-1-8 16,3 0 8-16,-3 1-8 0,3-1 10 0,0-2-10 15,-3 2 9-15,3 1-9 0,-3-1 8 0,3 0-8 16,-1-2 10-16,-2 2-10 0,3 1 12 0,-3-4-12 15,0 4 9-15,0-4-9 0,0 1 0 0,0 0 9 16,-3 2-1-16,3-5 0 0,-3 3 0 0,0-3 0 16,0 3 3-16,0-3 0 0,0 0 0 0,0-3 0 15,-3 1 1-15,5-1 1 0,-5 1 0 0,3-6 0 16,-3 2-5-16,0-1-8 0,3-1 11 0,-3-3-11 0,0 1 11 16,0-1-11-16,0 1 10 0,0-4-10 0,-3 4 10 15,3-1-10-15,-3 3 10 0,3-5-10 0,-3 5 8 0,0-5-8 16,0 3 0-16,0-1 0 0,0-2 8 0,0 0-8 15,0 2 0-15,0-4 0 0,0 1 0 0,0-1 0 0,0-1 0 0,0 0 0 16,0 0 0-16,0 3 8 16,0 0-8-16,0 0 0 0,0-1 0 15,0 4 0-15,0 2 0 0,-3 0 0 0,3 0 0 0,0 0 0 0,0 3 0 16,0-3 0-16,-3 3 0 0,3 0 0 0,0-3 0 0,-3 3 0 16,0 0 0-16,3-1 0 0,-3 1 0 0,3 0 0 15,-3 0 8-15,3-1-8 0,0-1 0 16,0 1 0-1,0 1 0-15,0 2 0 0,3-2 0 0,0 3 0 0,-3-1 0 0,3 0 0 0,0 4 0 0,-3-4 0 16,3 3 0-16,0 0 0 16,0 3 0-16,3 0 0 0,-3-1 0 0,0 4 0 0,3-4 0 0,0 1 0 15,-3 2 0-15,3 1 0 0,0-1 0 0,0 0 0 16,0 1 0-16,3-1 0 0,0-2 0 0,-1 2 0 16,1 1 0-16,3-1 0 0,-3 0 0 0,6 3 0 15,-3-2-8-15,3-1 8 0,3 3 0 0,-3 0 0 16,3-3 0-16,2 3 0 0,-2 0 0 0,3 3 0 15,0-3 0-15,0 0 0 0,3 3 0 0,-4-1 0 16,-2 1 0-16,3 0 0 0,-3-1 0 0,0-2 0 16,0 0 0-16,0 3 0 0,-1-3 0 0,1 0 0 0,0 0 0 15,3 0-8-15,0 0 8 0,3 0 0 16,-1 0 0-16,1 2 0 0,3-2 0 0,0 3 0 16,-3-3 0-16,2 3 0 0,-2-1 0 0,0-2 0 15,3 0 0-15,-6 0 0 0,-4 0 0 0,4 0 0 16,3-2 0-16,0-1 0 0,-3 0 0 0,6 1 0 0,-4 2 0 0,1-3 0 15,6 1 0-15,-3 2 0 16,0-3 0-16,-4 3 0 0,4 0 0 0,0 0 0 0,-6 0 0 0,3 0 0 0,-4-3 0 0,1 3 0 16,0-2 0-16,-3-1 0 0,3-2 0 15,3 2 0-15,-1 3 0 16,-2-3 0-16,3 1 0 0,3 2 0 0,-3-3 11 16,-1 3-11-16,4 0 12 0,-3 0-12 0,-3 0 0 0,3 0 0 0,-3 0 0 0,-4 0 0 15,1 0 0-15,0 0 0 16,-3 0 0-16,3-3 0 0,0 1 0 15,-3 2 0-15,2-3 0 0,1 3 0 0,3-3 0 0,-3 1 0 0,3 2 0 0,3 0 0 16,-3 0 0-16,-1 2 0 0,1-2 0 0,0 3 0 16,0-3 0-16,0 0 0 0,0 3 8 0,-4-3-8 15,-2 2 0-15,0-2 0 0,0 0 0 0,0 0 0 16,0 0 0-16,-3 0 0 0,3-2 0 0,-3 2 0 16,2 0 0-16,1 0 0 0,-3-3 0 0,3 3 0 15,0 0 10-15,0 0-10 0,0 0 8 0,0 0-8 16,-1 0 8-16,1 0-8 0,0 0 0 0,0 0 8 15,0 3-8-15,0-3 8 0,-3 0-8 0,3 2 8 16,-3 1-8-16,0-3 8 0,-1 3-8 0,1-1 8 16,-3-2-8-16,3 0 8 0,-3 3-8 0,0-3 8 15,-3 3-8-15,3-3 0 0,-3 2 0 0,0-2 8 16,0 0-8-16,0 3 10 0,0-3-10 0,0 0 10 16,-3 0-10-16,3 0 12 0,0 0-12 0,-1 0 12 15,1-3-12-15,0 3 0 0,0 0 0 0,0 3 8 16,0-3-8-16,0 0 0 0,0 0 0 0,0 0 0 0,0 0 0 15,3 0 0-15,-3 0 0 0,0 3 0 0,0-3 0 0,3 2 0 0,-3-2 0 16,0 0 0-16,0 0 0 0,0 0 0 0,0 0 0 16,-1 0 0-1,1 0-42-15,-6 0-4 0,6 0-1 0,-6 0 0 16,0 0-132-16,0 0-26 0,0 0-6 0</inkml:trace>
  <inkml:trace contextRef="#ctx0" brushRef="#br0" timeOffset="56896.172">18606 9864 896 0,'0'0'38'0,"0"0"-30"15,0 0 57-15,0 0 12 0,0 0 3 0,0 0 0 16,0 0-36-16,0 0-6 0,0 0-2 0,0 0 0 16,0 0 23-16,0 0 4 0,0 0 1 0,0 0 0 31,0 0 0-31,0 0 0 0,0 0 0 0,0 0 0 0,0 0-21 0,0 6-4 0,0-6-1 0,3 5 0 15,0 0-10-15,3 0-1 0,-3-2-1 0,3 0 0 16,0-1-26-16,3 1 0 0,0 0 0 0,0-1 0 16,3-2 30-16,0 3 1 0,2 0 0 0,1-1 0 15,0-2-23-15,3 3-8 0,0 0 0 0,0-1 0 16,6 1 0-16,-4-3 0 0,4 2 0 0,-3 1 0 16,3-3-20-16,-3 3-11 0,0-3-1 0,-1 2-1 15,4-2 33-15,0 0 0 0,3 0 0 0,0 0 0 16,5-2 24-16,1 2 11 15,3 0 2-15,3-3 1 0,-4 3-26 0,-2-3-12 0,0 3 10 0,2-2-10 16,1 2 9-16,-3-5-9 0,6 2 8 0,-4 0-8 16,4 1 19-16,3-4-2 0,-1 4 0 0,1-1 0 15,-6 0-27-15,0 1-6 0,-4-4 0 0,1 4-1 16,0-1 17-16,-1 1 0 0,1-4 0 0,3 4 0 16,-3-1 10-16,2 3 6 0,-2 0 0 0,0-3 1 15,-3 3-17-15,-1 0 0 0,-2 0 0 0,-3 0 0 16,3 0 0-16,-3 0 0 0,2-2 0 0,-2 2 0 15,3 0 0-15,-3-3 0 0,3 3 0 0,-4-3 0 16,4 3 0-16,-3 0 0 0,0-2 0 0,-3 2 0 0,0 0 0 16,-1-3 0-16,1 3 0 0,-3-3 0 15,0 3 0-15,-3-2 0 0,0-1 0 0,0 0 0 0,-4 1 0 16,1-1 10-16,3-2-10 0,-3 2 8 0,0-2-8 0,0 2 0 16,0-2 0-16,0 0 0 0,0-1 0 15,0 1 0-15,-3 0 0 0,-1 0-11 0,1-1 11 16,0 4 0-16,0-6 0 0,0 2 0 0,-3-2 0 0,0 3 0 0,3-3 0 15,-3 0 0-15,3 0 36 0,-3-2 8 0,0-1 3 16,0 3 0-16,0-5-24 0,3 2-5 16,-3-2-1-16,0-3 0 0,2 0-17 0,-2-5 0 15,0 0 0-15,3 0 0 0,-3-3 0 0,3 0 0 0,3 0 0 0,-3 1 0 16,0-1 0-16,0 3 0 0,-3-3 0 16,3 3 0-16,0 0 0 0,-3-1 0 0,0 1 0 15,0-3 0-15,0 3 0 0,-3 0 0 0,2 0 0 0,1 0 0 16,-3-3 0-16,0 3 0 0,3 0 8 0,0-1-8 15,-3 1 9-15,0 3-1 0,3-3-8 0,-3 5 12 16,0 0-4-16,3 0-8 0,-3 3 11 0,3-1-11 16,-3 4 12-16,0-3-12 0,0 2 12 0,0 3-12 15,0 0 11-15,0-2-11 0,0 2 10 0,0 0-10 16,0 0 8-16,0 2-8 0,0 1 0 0,0 0 9 16,0 0-9-16,0-1 0 0,0 1 0 0,0 0 8 15,0 2-8-15,-3 3 0 0,3-3 0 0,3 1 0 16,0 2 0-16,-1-3 0 0,1 1 0 0,0-1 0 15,3 0 0-15,0 1 0 0,0-1 0 0,0 3 0 16,3 0 0-16,0-3 0 0,0 3 0 0,0-2 0 0,3 2 0 0,-4 0 0 0,4-3 0 0,0 3 0 16,0 0 0-16,0-3 0 0,0 1 0 0,3 2 0 15,-3 0 0-15,-3 0 0 0,2 0 0 0,1 0 0 16,-3 2 0-16,3-2 0 16,3 3 0-16,-3-3 0 15,3 0 0-15,3 3 0 0,-4-3 9 0,4 2-9 16,3 1 9-16,0 0-9 0,3-3 12 0,-4 2-12 0,4-2 12 15,-3 3-12-15,0-3 12 0,0 3-12 0,-3-3 9 0,-1 2-9 16,-2-2 0-16,3 0 9 0,-3 3-9 0,0-3 0 0,3 0 0 0,-1 2 0 16,1-2 0-16,3 3 8 0,-3-3-8 0,3 3 0 15,0-3 8-15,-1 0-8 0,1 2 0 0,0 1 8 16,0-3-8-16,-3 3 0 0,2-3 0 0,-2 2 0 16,0 1 8-16,-3-3-8 0,0 0 0 0,3 3 8 15,-3-3-8-15,2 0 10 0,1 0-10 0,0 0 10 16,0 0-10-16,0 0 0 0,-3 0 0 0,2 0 0 15,1 0 12-15,-3 0-4 0,0 0 0 0,0 0 0 16,0 0 2-16,-3 0 0 0,2 0 0 0,-2 0 0 16,-3 0-2-16,0 0 0 0,0 0 0 0,0 0 0 15,-3 0 2-15,3 0 0 0,-3-3 0 0,0 3 0 16,0 0-2-16,0-3-8 0,-1 3 12 0,1 0-4 16,0-2 0-16,0 2 0 0,0 0 0 0,0 0 0 15,0 0 0-15,3-3 0 0,-6 3 0 0,3 0 0 16,-3 0 2-16,3 0 0 0,-3 0 0 0,0 0 0 15,3 0-10-15,-4 0 10 0,1 0-10 0,0 0 10 0,0-3-10 16,0 3 0-16,0-2 0 0,-3 2 8 16,3 0-8-16,0 0 0 0,0 0 9 0,0 0-9 0,0 0 0 0,0 0 0 15,0 0 0-15,0 0 8 0,0 2-8 0,0-2 0 16,0 3 0-16,3-3 0 0,-3 0 0 0,3 3 0 0,-4-3 0 0,4 2 0 16,3-2 0-16,-3 3 0 0,0-3 0 0,0 3 0 15,0-3 0-15,0 2 0 0,-3 1 0 16,3 0 0-16,-3-3 0 0,3 2 0 0,-3-2 0 0,0 0 0 15,-3 0 0-15,3 0 0 0,0 0 0 0,-6 0 0 16,3 0 0-16,-3 0 0 0,5 0-8 0,-5 0 8 31,0 0-40-31,3-2-2 0,0-1-1 0,-3 3 0 0,0-5-167 0,-3-1-34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6-03T16:33:18.23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8105 3686 1337 0,'-3'-5'28'0,"-3"2"6"16,3-5-34-16,-3 3 0 0,3-1 0 0,-3 1 0 15,0 2 107-15,0 1 14 0,0-3 3 0,-3 2 1 16,3-2-52-16,-3 5-10 0,0-3-3 0,0 3 0 15,0 3-26-15,1 2-6 0,-4-5 0 0,3 8-1 0,0-6-38 0,0 9-7 0,0 0-2 0,0 5 0 16,0 5 43-16,-3 3 8 0,3 7 1 0,-3 4 1 31,0-4-25-31,3 6-8 0,1 0 0 0,-1 1 0 0,0-1 8 0,3-3-8 0,0 3 0 0,6 0 0 32,0 5-25-32,3 1-9 0,3 2-2 0,3 0 0 15,3-3 80-15,2-5 16 0,4-8 4 0,0 3 0 0,3-3-48 16,-3-2-8-16,3-1-8 0,3-2 9 0,-4 0-9 0,1-6 0 0,-3 3-10 0,6 0 10 31,-3-7 0-31,3 4 0 0,-1-5 0 0,4 1 0 0,0-4-25 0,3-2 1 0,-1 0 0 0</inkml:trace>
  <inkml:trace contextRef="#ctx0" brushRef="#br0" timeOffset="453.606">9289 3696 1489 0,'-6'-5'42'0,"-2"0"10"0,2 0-42 15,-3 2-10-15,3-5 0 0,-3 3 0 16,3 2 118-16,0 0 22 0,-3 1 4 0,9 2 0 16,0 0-64-16,0 0-12 0,0 0-4 0,0 0 0 0,0 0-51 0,0 0-13 0,0 8 0 0,3 5 0 15,3-2 54-15,0 7 8 0,3 1 2 0,3 2 0 16,0 5-52-16,-3 3-12 0,2 0 0 0,4 6 0 15,-3-3 0-15,3-1 0 16,-3-2 0-16,3 1 0 0,-3-1 40 0,0 0 6 16,-3 2 1-16,0 4 0 0,-4-1-31 0,1 3-7 0,-3 0-1 0,0 3 0 15,-3-3 0-15,-3-5 0 0,0-3 0 0,0 3 0 16,-2-6-8 0,-4 3 0-16,0-8 0 0,-3 6 0 0,0-1-14 0,0 1-5 0,-3-3-1 15,0 5 0-15,0-5-69 16,-3-1-15-16,1 1-2 0</inkml:trace>
  <inkml:trace contextRef="#ctx0" brushRef="#br0" timeOffset="1296.686">13236 3763 1354 0,'-6'-6'38'0,"1"6"10"0,-1-2-39 0,0 2-9 0,0 0 0 0,0 2 0 15,-3-2 85-15,0 6 15 0,0-4 4 0,0 6 0 16,0 0-28-16,-3 5-4 0,3 3-2 0,0 3 0 16,-3 2-30-1,3 3-5-15,1 0-2 0,-1 7 0 0,0-7-13 0,0 3-2 0,0 2-1 0,3 5 0 16,0-2 3-16,0 5 1 0,0 3 0 0,6 2 0 16,0-2-21-16,6-3 0 15,0 5 0-15,3-5 0 0,6 0 26 0,0-5 1 0,2 2 0 0,7-2 0 16,0 2-18-16,0-2-9 0,3 0 10 0,2 0-10 15,-2-3 0-15,3-3 0 0,-3 1 0 0,6-6 0 16,-1-3-20-16,7-2-9 0,0 3-3 0,5-9 0 16,-5 1 12-16,6-1 3 0,-4-4 0 0</inkml:trace>
  <inkml:trace contextRef="#ctx0" brushRef="#br0" timeOffset="1649.546">14537 3696 1900 0,'-6'-2'40'0,"0"-1"8"0,6 3-39 0,0 0-9 0,0 0 0 0,0 0 0 32,0 0 37-32,0 5 6 0,0 6 1 0,3-3 0 0,0 3 16 0,0 7 3 0,3 1 1 0,0 2 0 15,3 5-8-15,0 3-2 0,0 0 0 0,3 6 0 16,0-3-35-16,3-1-7 0,-3 1-2 0,2 3 0 16,-2 2-10-16,-3 0 0 0,3 5 0 0,-3 3 0 15,0-5 53-15,-6 2 9 0,0-5 2 0,0 0 0 16,-6-5-52-1,0 2-12-15,-3-5 0 0,-3 8 0 0,0-5 0 0,-6 5 0 0,3 0 0 0,-5 0 0 16,2 0-48 0,-3-2-13-16,3-4-3 0,-6-1 0 15,-3-1-102-15,0-3-21 0,1 1-4 0</inkml:trace>
  <inkml:trace contextRef="#ctx0" brushRef="#br0" timeOffset="2458.469">18553 3773 1436 0,'-9'-13'60'0,"0"5"-48"16,-3 0-1-1,3-2-1-15,-3 2 0 0,-3 5 0 0,3-5 20 0,-3 8 4 0,0-8 1 0,1 8 0 16,-1 3 9-16,-3 2 1 0,3 3 1 0,0 5 0 16,-3 6 0-16,6 7 0 0,-3 3 0 0,4 3 0 15,2 2-14 1,0 1-2-16,0-1-1 0,3 3 0 0,3 6-29 0,3-4 0 0,0 4 0 0,3 2 0 15,6-3 57-15,3 6 6 0,0-3 1 0,5-1 0 16,1-1-56-16,3-1-8 0,3-5 0 0,0 3-10 16,3-3 10-16,-4 0 0 0,7 0 10 0,0-3-10 15,0-2 0-15,2-5 0 0,1-4 0 0,3 1 0 16,0-5 8-16,2-1-8 0,1-4 0 0,3-1 0 16,-1-5-28-16,-2-3-11 0,3-2-2 0</inkml:trace>
  <inkml:trace contextRef="#ctx0" brushRef="#br0" timeOffset="2769.1">19940 3715 1922 0,'-6'-8'54'0,"0"0"13"0,0 5-54 0,6 3-13 15,0 0 0-15,0 0 0 16,0 0 70-16,0 0 11 0,0 0 3 0,0 0 0 0,0 11-9 0,3-3-2 0,-3 5 0 0,6 6 0 31,-3 2-7-31,6 5-2 0,-3 6 0 0,6 0 0 16,-1-3-51-16,1 0-13 0,0 3 0 0,3 0 0 0,-3-3 0 0,0 2 0 0,0 1 0 16,-3 3 0-16,0-1 0 0,-3 0 0 0,0 6 0 0,-3-3 0 15,0 0 54-15,-6-2 8 16,0-4 2-16,-3 4 0 0,-3-6-52 0,-3 0-12 0,-3-3 0 0,0 6 0 31,-6 0 0-31,0 0 0 0,-5 5 0 0,-1-3 0 0,0 0-43 16,0-4-11-16,-2-1-2 0,-1 0-1 0,-3-5-19 0,-6-3-4 0,1-3-1 0</inkml:trace>
  <inkml:trace contextRef="#ctx0" brushRef="#br0" timeOffset="3442.52">23759 3784 1337 0,'-12'-3'28'15,"3"3"6"-15,-3-5-34 0,-3 5 0 0,3 0 0 0,-6 0 0 16,3 5 58-16,-5-5 5 0,2 8 1 0,0-5 0 0,0 5 0 16,0 2 0-16,0 1 0 0,0 2 0 0,7 3-52 15,-1 2-12-15,0 1 0 0,6 5 0 0,0 0 53 0,0 2 8 0,6 1 2 0,0 4 0 16,0 1-50 0,3 2-13-16,0 3 0 0,3 6 0 15,3-4 40-15,0 4 2 0,3-3 1 0,-1 2 0 16,1-5-19-16,3-3-3 0,-3 1-1 0,6-4 0 0,-3 4-20 15,3-1 9-15,0 1-9 0,-1-1 0 0,1-2 13 0,3-3-4 0,-3 3-1 0,3-11 0 16,-3 3-8-16,0-3 8 0,-4-3-8 16,4 1 8-16,0-6-17 15,3-5-4-15,0 3-1 0,3-6 0 0,-1 0-40 16,7-5-8-16,0 3-2 0,3-6 0 16,2 1-51-16,7-6-10 0,0 0-3 15</inkml:trace>
  <inkml:trace contextRef="#ctx0" brushRef="#br0" timeOffset="3840.514">24994 3678 1799 0,'-12'-8'51'0,"-3"3"11"0,6-1-50 0,-3 1-12 0,3 2 0 0,4 1 0 16,-4 2 70-16,3 0 11 0,0-5 3 0,6 5 0 16,0 0-19-16,-6 5-3 0,6-5-1 0,-6 2 0 15,6 4-21-15,0 7-4 0,0-5 0 0,3 8-1 16,0 5-6-16,3 3-1 0,0 2 0 0,3 9 0 16,2-4-2-16,1 4-1 0,3 2 0 0,0-3 0 15,0 1 1-15,0-4 0 0,3 1 0 0,0 3 0 16,-1 2-9-16,-2-6-1 0,3 9-1 0,-3-3 0 15,0 0-4-15,-3 0-1 0,0-5 0 0,-3 2 0 0,-3-2-10 16,-6-8 12-16,0 2-12 0,-3 3 12 0,-3 1-4 16,-6 1-8-16,0 4 12 0,-6-1-4 15,0 0-8-15,-3-4 0 0,-2-1 0 0,-7 0 8 0,0-3-18 0,-3-5-4 0,-2 1-1 16,-4-1 0-16,0-3-56 16,-2 3-11-16,-1-2-2 0,-3 0-1 0,1-4 33 15,2-1 6-15,-3-1 2 0,-2 3 0 16,2 0-146-16,-3 2-29 0</inkml:trace>
  <inkml:trace contextRef="#ctx0" brushRef="#br0" timeOffset="14797.422">6688 8898 1824 0,'-3'-5'76'0,"0"0"-60"16,0 0 89-16,0-1 19 0,-3 1 3 0,0 0 1 15,-3-1 0 1,0 4 0-16,0-1 0 0,-3 1 0 0,-3-1-98 0,1 3-19 0,-4 0-11 0,0 3 12 16,0-1-12-16,0 3 0 0,0 1-12 0,-3 2 12 15,4-3 12 1,-1 3 9-16,-3 2 3 0,3 1 0 0,0-3-39 0,6 0-7 0,0 0-2 0,0 0 0 15,7 0 24-15,2 0 0 0,3 0 0 0,3 0 0 16,-1 2 0-16,7-2 0 0,3 0 0 0,0 3 0 16,0-3 0-16,3 0 0 0,0-1 0 0,3 1 0 15,-3 0 0-15,0 0 0 0,-1 0 0 0,4 0 0 16,-6 0 0-16,3 0 0 0,-3 0 0 0,-3 0 0 16,0 2 12-16,-3-2 6 0,-3 0 2 0,0 6 0 15,0-6-20-15,-6 2 0 0,3 1 0 0,-6-1 0 16,0-2-12-16,-3 0-7 0,0 3-1 0,-3-1 0 15,-3-2 20 1,0 0 0-16,3 3 0 0,-5-3 0 0,-1 0 0 16,-3 0 0-16,3-3 0 0,-6 3 0 0,6 0 0 0,-3-3 0 0,4 0 0 0,2 1 0 15,0-1-106 1,3-2-18-16,3 2-3 0</inkml:trace>
  <inkml:trace contextRef="#ctx0" brushRef="#br0" timeOffset="15135.621">6795 9123 1824 0,'0'0'38'0,"-6"8"8"0,3-2-37 0,-3 2-9 0,0 0 0 0,0-1 0 15,0 1 102-15,0 3 18 0,0 0 4 0,-3 2 1 16,4-3-78-16,-1 4-16 0,-3-4-3 0,0 3-1 16,3-2-19-1,3 0-8-15,0 2 0 0,0-5 8 0,3 2-8 0,3-2 0 0,0 0 0 0,0 0 8 16,6-3-8-16,-3 1 0 0,6-4 0 0,-4 4 0 15,4-4 0-15,0 1 0 0,3-3 9 0,-3 0-9 16,0 0 30-16,0-3 2 16,0 1 0-16,0-4 0 0,0 1-32 0,-3-3 0 0,-4 0 0 0,4-2 0 15,-3 2 57-15,0 0 6 0,-3 0 1 0,0-3 0 16,-3 3 0-16,0-2 0 0,0 2 0 0,-3-3 0 16,0 1 0-16,0-1 0 0,0 0 0 0,-3-2 0 15,0 5-52-15,-2-2-12 16,2-1 0-16,-6 3 0 15,-3 0-48-15,3 0-13 0,-6 3-3 0,0 0 0 0,-3 2-37 0,0 6-8 0,-2-1-2 16</inkml:trace>
  <inkml:trace contextRef="#ctx0" brushRef="#br0" timeOffset="15806.438">6759 9626 1577 0,'0'0'66'0,"0"0"-53"16,-6 0 42-16,0 3 8 0,-3-1 1 0,-2-2 1 15,-1 3-1-15,0 0 0 0,0-1 0 0,-3 1 0 16,3 0-51-16,-3-1-13 0,0 4 0 0,-3-1 0 15,7 0 54-15,-4 0 8 0,3-2 2 0,-3 5 0 0,6-3-64 0,0 3 0 0,0-2-14 16,3 2 2-16,0-1 12 0,3 1 16 0,0 3-4 16,0-3-1-1,3 3-23-15,0-4-4 0,3 1 0 0,0 3-1 0,3 0 17 16,0-1 0-16,0 1 0 0,3-1 0 0,0 4 10 0,0-1 6 16,3 0 0-16,0 0 1 0,0 3-27 0,-1-3-6 15,4 3 0-15,-6-3-1 0,3 3 27 0,-6-2 6 0,0-1 0 0,0 0 1 16,-3-2-27-16,-3 2-6 0,-3 0 0 0,0-2-1 15,-6-1 17-15,0 1 0 0,0 2 0 16,-6-2 0 0,1-1-41-16,-4 1-5 0,0-1-1 0,0 1 0 15,0 0 63-15,3-4 12 0,-3 1 2 0,0 0 1 0,4 0-31 0,-1-5-16 16,0 2 1-16,3-2 1 0,0 0-99 0,3-6-20 0</inkml:trace>
  <inkml:trace contextRef="#ctx0" brushRef="#br0" timeOffset="16070.891">6944 9838 1911 0,'-3'5'80'0,"-3"0"-64"32,3 1 72-32,-3 2 13 0,0 0 3 0,3 0 1 15,-3 2 19-15,3 1 3 0,-3-1 1 0,3 6 0 16,0-3-103-16,0 3-25 0,0-3 0 0,0 6 0 15,0-3 35-15,0 0 1 0,3 0 1 0,-3 2 0 16,3 1-23-16,-3-1-5 0,3 1-1 0,-3 2 0 16,3-3 9-16,-3 1 2 0,3 2 0 0,0 0 0 0,-3-2-19 15,3 2 0-15,0 0 0 0,0 0 0 0,0 0 0 0,0-2 0 16,0-1 0-16,0-2 0 16,3 0-48-1,-3-3-12-15,3 1-4 0,0-1 0 0,-3-2-102 0,3-4-21 0,0 1-4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1:22:50.50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8105 3686 1337 0,'-3'-5'28'0,"-3"2"6"16,3-5-34-16,-3 3 0 0,3-1 0 0,-3 1 0 15,0 2 107-15,0 1 14 0,0-3 3 0,-3 2 1 16,3-2-52-16,-3 5-10 0,0-3-3 0,0 3 0 15,0 3-26-15,1 2-6 0,-4-5 0 0,3 8-1 0,0-6-38 0,0 9-7 0,0 0-2 0,0 5 0 16,0 5 43-16,-3 3 8 0,3 7 1 0,-3 4 1 31,0-4-25-31,3 6-8 0,1 0 0 0,-1 1 0 0,0-1 8 0,3-3-8 0,0 3 0 0,6 0 0 32,0 5-25-32,3 1-9 0,3 2-2 0,3 0 0 15,3-3 80-15,2-5 16 0,4-8 4 0,0 3 0 0,3-3-48 16,-3-2-8-16,3-1-8 0,3-2 9 0,-4 0-9 0,1-6 0 0,-3 3-10 0,6 0 10 31,-3-7 0-31,3 4 0 0,-1-5 0 0,4 1 0 0,0-4-25 0,3-2 1 0,-1 0 0 0</inkml:trace>
  <inkml:trace contextRef="#ctx0" brushRef="#br0" timeOffset="1">9289 3696 1489 0,'-6'-5'42'0,"-2"0"10"0,2 0-42 15,-3 2-10-15,3-5 0 0,-3 3 0 16,3 2 118-16,0 0 22 0,-3 1 4 0,9 2 0 16,0 0-64-16,0 0-12 0,0 0-4 0,0 0 0 0,0 0-51 0,0 0-13 0,0 8 0 0,3 5 0 15,3-2 54-15,0 7 8 0,3 1 2 0,3 2 0 16,0 5-52-16,-3 3-12 0,2 0 0 0,4 6 0 15,-3-3 0-15,3-1 0 16,-3-2 0-16,3 1 0 0,-3-1 40 0,0 0 6 16,-3 2 1-16,0 4 0 0,-4-1-31 0,1 3-7 0,-3 0-1 0,0 3 0 15,-3-3 0-15,-3-5 0 0,0-3 0 0,0 3 0 16,-2-6-8 0,-4 3 0-16,0-8 0 0,-3 6 0 0,0-1-14 0,0 1-5 0,-3-3-1 15,0 5 0-15,0-5-69 16,-3-1-15-16,1 1-2 0</inkml:trace>
  <inkml:trace contextRef="#ctx0" brushRef="#br0" timeOffset="2">13236 3763 1354 0,'-6'-6'38'0,"1"6"10"0,-1-2-39 0,0 2-9 0,0 0 0 0,0 2 0 15,-3-2 85-15,0 6 15 0,0-4 4 0,0 6 0 16,0 0-28-16,-3 5-4 0,3 3-2 0,0 3 0 16,-3 2-30-1,3 3-5-15,1 0-2 0,-1 7 0 0,0-7-13 0,0 3-2 0,0 2-1 0,3 5 0 16,0-2 3-16,0 5 1 0,0 3 0 0,6 2 0 16,0-2-21-16,6-3 0 15,0 5 0-15,3-5 0 0,6 0 26 0,0-5 1 0,2 2 0 0,7-2 0 16,0 2-18-16,0-2-9 0,3 0 10 0,2 0-10 15,-2-3 0-15,3-3 0 0,-3 1 0 0,6-6 0 16,-1-3-20-16,7-2-9 0,0 3-3 0,5-9 0 16,-5 1 12-16,6-1 3 0,-4-4 0 0</inkml:trace>
  <inkml:trace contextRef="#ctx0" brushRef="#br0" timeOffset="3">14537 3696 1900 0,'-6'-2'40'0,"0"-1"8"0,6 3-39 0,0 0-9 0,0 0 0 0,0 0 0 32,0 0 37-32,0 5 6 0,0 6 1 0,3-3 0 0,0 3 16 0,0 7 3 0,3 1 1 0,0 2 0 15,3 5-8-15,0 3-2 0,0 0 0 0,3 6 0 16,0-3-35-16,3-1-7 0,-3 1-2 0,2 3 0 16,-2 2-10-16,-3 0 0 0,3 5 0 0,-3 3 0 15,0-5 53-15,-6 2 9 0,0-5 2 0,0 0 0 16,-6-5-52-1,0 2-12-15,-3-5 0 0,-3 8 0 0,0-5 0 0,-6 5 0 0,3 0 0 0,-5 0 0 16,2 0-48 0,-3-2-13-16,3-4-3 0,-6-1 0 15,-3-1-102-15,0-3-21 0,1 1-4 0</inkml:trace>
  <inkml:trace contextRef="#ctx0" brushRef="#br0" timeOffset="4">18553 3773 1436 0,'-9'-13'60'0,"0"5"-48"16,-3 0-1-1,3-2-1-15,-3 2 0 0,-3 5 0 0,3-5 20 0,-3 8 4 0,0-8 1 0,1 8 0 16,-1 3 9-16,-3 2 1 0,3 3 1 0,0 5 0 16,-3 6 0-16,6 7 0 0,-3 3 0 0,4 3 0 15,2 2-14 1,0 1-2-16,0-1-1 0,3 3 0 0,3 6-29 0,3-4 0 0,0 4 0 0,3 2 0 15,6-3 57-15,3 6 6 0,0-3 1 0,5-1 0 16,1-1-56-16,3-1-8 0,3-5 0 0,0 3-10 16,3-3 10-16,-4 0 0 0,7 0 10 0,0-3-10 15,0-2 0-15,2-5 0 0,1-4 0 0,3 1 0 16,0-5 8-16,2-1-8 0,1-4 0 0,3-1 0 16,-1-5-28-16,-2-3-11 0,3-2-2 0</inkml:trace>
  <inkml:trace contextRef="#ctx0" brushRef="#br0" timeOffset="5">19940 3715 1922 0,'-6'-8'54'0,"0"0"13"0,0 5-54 0,6 3-13 15,0 0 0-15,0 0 0 16,0 0 70-16,0 0 11 0,0 0 3 0,0 0 0 0,0 11-9 0,3-3-2 0,-3 5 0 0,6 6 0 31,-3 2-7-31,6 5-2 0,-3 6 0 0,6 0 0 16,-1-3-51-16,1 0-13 0,0 3 0 0,3 0 0 0,-3-3 0 0,0 2 0 0,0 1 0 16,-3 3 0-16,0-1 0 0,-3 0 0 0,0 6 0 0,-3-3 0 15,0 0 54-15,-6-2 8 16,0-4 2-16,-3 4 0 0,-3-6-52 0,-3 0-12 0,-3-3 0 0,0 6 0 31,-6 0 0-31,0 0 0 0,-5 5 0 0,-1-3 0 0,0 0-43 16,0-4-11-16,-2-1-2 0,-1 0-1 0,-3-5-19 0,-6-3-4 0,1-3-1 0</inkml:trace>
  <inkml:trace contextRef="#ctx0" brushRef="#br0" timeOffset="6">23759 3784 1337 0,'-12'-3'28'15,"3"3"6"-15,-3-5-34 0,-3 5 0 0,3 0 0 0,-6 0 0 16,3 5 58-16,-5-5 5 0,2 8 1 0,0-5 0 0,0 5 0 16,0 2 0-16,0 1 0 0,0 2 0 0,7 3-52 15,-1 2-12-15,0 1 0 0,6 5 0 0,0 0 53 0,0 2 8 0,6 1 2 0,0 4 0 16,0 1-50 0,3 2-13-16,0 3 0 0,3 6 0 15,3-4 40-15,0 4 2 0,3-3 1 0,-1 2 0 16,1-5-19-16,3-3-3 0,-3 1-1 0,6-4 0 0,-3 4-20 15,3-1 9-15,0 1-9 0,-1-1 0 0,1-2 13 0,3-3-4 0,-3 3-1 0,3-11 0 16,-3 3-8-16,0-3 8 0,-4-3-8 16,4 1 8-16,0-6-17 15,3-5-4-15,0 3-1 0,3-6 0 0,-1 0-40 16,7-5-8-16,0 3-2 0,3-6 0 16,2 1-51-16,7-6-10 0,0 0-3 15</inkml:trace>
  <inkml:trace contextRef="#ctx0" brushRef="#br0" timeOffset="7">24994 3678 1799 0,'-12'-8'51'0,"-3"3"11"0,6-1-50 0,-3 1-12 0,3 2 0 0,4 1 0 16,-4 2 70-16,3 0 11 0,0-5 3 0,6 5 0 16,0 0-19-16,-6 5-3 0,6-5-1 0,-6 2 0 15,6 4-21-15,0 7-4 0,0-5 0 0,3 8-1 16,0 5-6-16,3 3-1 0,0 2 0 0,3 9 0 16,2-4-2-16,1 4-1 0,3 2 0 0,0-3 0 15,0 1 1-15,0-4 0 0,3 1 0 0,0 3 0 16,-1 2-9-16,-2-6-1 0,3 9-1 0,-3-3 0 15,0 0-4-15,-3 0-1 0,0-5 0 0,-3 2 0 0,-3-2-10 16,-6-8 12-16,0 2-12 0,-3 3 12 0,-3 1-4 16,-6 1-8-16,0 4 12 0,-6-1-4 15,0 0-8-15,-3-4 0 0,-2-1 0 0,-7 0 8 0,0-3-18 0,-3-5-4 0,-2 1-1 16,-4-1 0-16,0-3-56 16,-2 3-11-16,-1-2-2 0,-3 0-1 0,1-4 33 15,2-1 6-15,-3-1 2 0,-2 3 0 16,2 0-146-16,-3 2-29 0</inkml:trace>
  <inkml:trace contextRef="#ctx0" brushRef="#br0" timeOffset="8">6688 8898 1824 0,'-3'-5'76'0,"0"0"-60"16,0 0 89-16,0-1 19 0,-3 1 3 0,0 0 1 15,-3-1 0 1,0 4 0-16,0-1 0 0,-3 1 0 0,-3-1-98 0,1 3-19 0,-4 0-11 0,0 3 12 16,0-1-12-16,0 3 0 0,0 1-12 0,-3 2 12 15,4-3 12 1,-1 3 9-16,-3 2 3 0,3 1 0 0,0-3-39 0,6 0-7 0,0 0-2 0,0 0 0 15,7 0 24-15,2 0 0 0,3 0 0 0,3 0 0 16,-1 2 0-16,7-2 0 0,3 0 0 0,0 3 0 16,0-3 0-16,3 0 0 0,0-1 0 0,3 1 0 15,-3 0 0-15,0 0 0 0,-1 0 0 0,4 0 0 16,-6 0 0-16,3 0 0 0,-3 0 0 0,-3 0 0 16,0 2 12-16,-3-2 6 0,-3 0 2 0,0 6 0 15,0-6-20-15,-6 2 0 0,3 1 0 0,-6-1 0 16,0-2-12-16,-3 0-7 0,0 3-1 0,-3-1 0 15,-3-2 20 1,0 0 0-16,3 3 0 0,-5-3 0 0,-1 0 0 16,-3 0 0-16,3-3 0 0,-6 3 0 0,6 0 0 0,-3-3 0 0,4 0 0 0,2 1 0 15,0-1-106 1,3-2-18-16,3 2-3 0</inkml:trace>
  <inkml:trace contextRef="#ctx0" brushRef="#br0" timeOffset="9">6795 9123 1824 0,'0'0'38'0,"-6"8"8"0,3-2-37 0,-3 2-9 0,0 0 0 0,0-1 0 15,0 1 102-15,0 3 18 0,0 0 4 0,-3 2 1 16,4-3-78-16,-1 4-16 0,-3-4-3 0,0 3-1 16,3-2-19-1,3 0-8-15,0 2 0 0,0-5 8 0,3 2-8 0,3-2 0 0,0 0 0 0,0 0 8 16,6-3-8-16,-3 1 0 0,6-4 0 0,-4 4 0 15,4-4 0-15,0 1 0 0,3-3 9 0,-3 0-9 16,0 0 30-16,0-3 2 16,0 1 0-16,0-4 0 0,0 1-32 0,-3-3 0 0,-4 0 0 0,4-2 0 15,-3 2 57-15,0 0 6 0,-3 0 1 0,0-3 0 16,-3 3 0-16,0-2 0 0,0 2 0 0,-3-3 0 16,0 1 0-16,0-1 0 0,0 0 0 0,-3-2 0 15,0 5-52-15,-2-2-12 16,2-1 0-16,-6 3 0 15,-3 0-48-15,3 0-13 0,-6 3-3 0,0 0 0 0,-3 2-37 0,0 6-8 0,-2-1-2 16</inkml:trace>
  <inkml:trace contextRef="#ctx0" brushRef="#br0" timeOffset="10">6759 9626 1577 0,'0'0'66'0,"0"0"-53"16,-6 0 42-16,0 3 8 0,-3-1 1 0,-2-2 1 15,-1 3-1-15,0 0 0 0,0-1 0 0,-3 1 0 16,3 0-51-16,-3-1-13 0,0 4 0 0,-3-1 0 15,7 0 54-15,-4 0 8 0,3-2 2 0,-3 5 0 0,6-3-64 0,0 3 0 0,0-2-14 16,3 2 2-16,0-1 12 0,3 1 16 0,0 3-4 16,0-3-1-1,3 3-23-15,0-4-4 0,3 1 0 0,0 3-1 0,3 0 17 16,0-1 0-16,0 1 0 0,3-1 0 0,0 4 10 0,0-1 6 16,3 0 0-16,0 0 1 0,0 3-27 0,-1-3-6 15,4 3 0-15,-6-3-1 0,3 3 27 0,-6-2 6 0,0-1 0 0,0 0 1 16,-3-2-27-16,-3 2-6 0,-3 0 0 0,0-2-1 15,-6-1 17-15,0 1 0 0,0 2 0 16,-6-2 0 0,1-1-41-16,-4 1-5 0,0-1-1 0,0 1 0 15,0 0 63-15,3-4 12 0,-3 1 2 0,0 0 1 0,4 0-31 0,-1-5-16 16,0 2 1-16,3-2 1 0,0 0-99 0,3-6-20 0</inkml:trace>
  <inkml:trace contextRef="#ctx0" brushRef="#br0" timeOffset="11">6944 9838 1911 0,'-3'5'80'0,"-3"0"-64"32,3 1 72-32,-3 2 13 0,0 0 3 0,3 0 1 15,-3 2 19-15,3 1 3 0,-3-1 1 0,3 6 0 16,0-3-103-16,0 3-25 0,0-3 0 0,0 6 0 15,0-3 35-15,0 0 1 0,3 0 1 0,-3 2 0 16,3 1-23-16,-3-1-5 0,3 1-1 0,-3 2 0 16,3-3 9-16,-3 1 2 0,3 2 0 0,0 0 0 0,-3-2-19 15,3 2 0-15,0 0 0 0,0 0 0 0,0 0 0 0,0-2 0 16,0-1 0-16,0-2 0 16,3 0-48-1,-3-3-12-15,3 1-4 0,0-1 0 0,-3-2-102 0,3-4-21 0,0 1-4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3:00:32.88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11873 8967 401 0,'0'0'8'0,"0"0"4"0,0 0-12 0,0 0 0 0,0 0 0 0,0 0 0 16,0 0 35-16,0 0 5 0,0 0 0 0,0 0 1 15,0 0 13-15,0 0 2 0,0 0 1 0,0 0 0 16,0 0 6-16,0 0 1 0,0 0 0 0,0 0 0 16,0 0-3-16,0 0 0 0,0 0 0 0,0 8 0 15,0-8-13-15,0 0-2 0,0 0-1 0,-3 6 0 16,3-6-13-16,0 0-2 0,0 0-1 0,0 0 0 16,0 0 9-16,0 0 2 0,0 0 0 0,0 0 0 15,3 5 0-15,-3-5 1 0,0 0 0 0,0 0 0 16,0 0 3-16,0 0 0 0,0 0 0 0,0 0 0 15,0 0 0-15,0 0 1 0,0 0 0 0,0 0 0 16,0 0-2-16,0 0-1 0,0 0 0 0,0 0 0 16,3-3-4-16,-3 3-1 0,3 0 0 0,-3 0 0 15,3-5-2-15,0 2-1 0,0-2 0 0,0 2 0 16,0-2-3-16,-3 0-1 0,3-3 0 0,0 2 0 0,-3 1-2 16,3-3-1-16,0-2 0 0,-3 2 0 0,3 0-1 0,0-3 0 0,0 3 0 15,-3-2 0-15,3 2-6 16,0 0 0-16,-3-3-1 0,3 3 0 0,0-2-3 0,-3 2 0 15,3-3 0-15,-3 1 0 0,3-1 1 0,0 0 0 0,0-2 0 16,-3 0 0-16,3 0 1 16,0 0 0-16,-3-3 0 0,3 2 0 0,0-1-5 0,-3 1-1 0,2-2 0 15,-2 3 0-15,3 0 0 0,-3 0 0 0,3-1 0 0,0 4 0 16,-3-1-12-16,3 1 0 0,0-1 8 0,-3 1-8 16,3-4 0-16,0 1 11 0,0 0-11 0,0 0 10 15,0-1-10-15,0 1 12 0,0-3-12 0,0 0 12 16,0 1-12-16,0-1 0 0,0-3 0 0,0-2 0 15,-3 2 0-15,3-4 0 0,-3 1 8 0,3 1-8 16,-3 0 0-16,3 3 0 0,0-4 0 0,0 4 0 16,-3 2 0-16,3-2 0 0,0 2 0 0,-3 0 0 15,3 0 0-15,0 3 0 0,-3-3 0 16,3-3 0-16,-3 6 0 0,3-3 0 0,0 0 8 0,0-2-8 16,-3-1 0-16,3 1 0 0,0-3 0 0,-3-1 8 15,3 1-8-15,0 0 0 0,0 3 0 0,-3-4 0 16,3 1 0-16,0 0 0 0,-3 0 0 0,3 2 0 15,0-2 0-15,-3 0 0 0,3 3 0 0,-3-1 0 16,0-2 0-16,3 2 0 0,-3 1 0 0,0-1 0 16,0 1 0-16,0-3 0 0,3 2 8 0,-3-2-8 15,0 2 0-15,2 1 0 0,-2-1 0 0,0 3 0 16,0 1 0-16,3-1 0 0,-3 0 0 0,0 3 0 16,0-1 0-16,3 4 0 0,-3-1 0 0,0 1 0 15,0-1 0-15,3 3 0 0,-3-3 0 0,0 4 0 0,0-1 0 0,3 0 0 16,-3 0 0-16,0 0 0 0,0 2 0 0,0 1 0 0,0 0 0 0,0 0 0 15,3-1 0-15,-3 4 0 0,0-4 8 16,0 6-8-16,3-2 0 0,-3 2 0 0,0-6 0 0,3 4 0 31,-3-1 0-31,0 3 0 0,3-2 0 0,-3 2 0 0,0 0 0 0,3-6 0 0,0 4 0 0,-3 2 0 16,3-3-8-16,0 3 8 0,3-3 0 0,-6 3 0 16,6 0 0-16,-3-2-9 0,3 2 9 0,-6 0 0 15,6 0 0-15,0 0 0 0,0 0 0 0,0 0 0 16,0 0 0-16,0 2-8 0,0-2 8 0,0 0 0 15,0 0 0-15,0 0 0 0,3 0 0 0,-1 3 0 16,-2-3 0-16,3 0-8 0,0 3 8 0,0-3 0 16,3 2 0-16,-3-2 0 0,3 0 0 15,-3 0 0-15,3 0 0 0,0 0-8 0,0 0 8 0,2 0 0 16,-2 0 0-16,0 0 0 0,0 0 0 0,3 0 0 16,-3 0 0-16,3 0 0 0,-3 0 0 0,3 0 0 15,0 0 0-15,-4 0 0 0,4-2 0 0,-3 2 0 16,0 0 0-16,0 0 0 0,0 0-8 0,3 0 8 15,-3 0 0-15,3-3 0 0,-1 3 0 0,1 0 0 16,0-3 0-16,3 3 0 0,0 0 0 0,0-2 0 16,0 2 0-16,0-3 0 0,2 3 0 0,-2 0 0 15,3-3 0-15,0 3 0 0,0-2 0 0,-3-1 0 16,-1 0 0-16,4 3 0 0,-3-2 0 0,0 2 0 16,0-3 0-16,0 3 0 0,0-3 0 0,-1 3 0 0,4-2 0 0,0-1 0 0,0 3 0 15,3-2 0-15,0-1 0 0,-1 0 0 0,1 3 0 0,0-2 0 16,-3-1 0-16,3 0 0 0,0 1 0 15,-4-1 0-15,1 0 0 0,-3 1 0 16,3-1 0-16,-3 3 0 0,0-3 0 0,-1 1 0 16,1-1 0-16,0 3 0 0,0-3 0 0,3 1 0 15,0 2 0-15,0-3 0 0,-4 1 0 0,7-1 0 16,-3 3 0-16,0-3 0 0,0 1 0 0,0-1 0 0,-4 3 0 0,4-3 0 16,-3 3 0-16,0-2 0 0,-3-1 0 0,0 3 0 15,3 0 0-15,-6-3 0 0,2 3 0 0,1 0 0 16,-3 0 0-16,3 0 0 0,0 0 0 0,0 0 0 15,0 0 0-15,0 0 0 0,-1 0 0 0,1 0 0 16,0 3 0-16,3-3 0 0,0 0 0 0,0 0 0 16,-3 0 0-16,3 0 0 0,-4 0 0 0,1 0 0 15,3 0 0-15,-3 0 0 0,3 0 0 0,-3 0 0 16,0 3 0-16,0-3 0 0,-4 2 0 0,4-2 0 16,-3 0 0-16,3 3 0 0,-3-3 0 0,3 3 0 15,-3-3 0-15,0 2 0 0,3-2 0 0,0 3 0 16,-1-3 0-16,-2 0 0 0,3 3 0 0,0-1 0 15,0-2 0-15,0 0 0 0,0 3 0 0,0-3 0 16,0 0 0-16,-1 2 0 0,1-2 0 0,0 0 0 16,0 3 0-16,0-3 0 0,0 0 0 0,-3 0 0 15,3 3 0-15,-4-3 0 0,4 0 0 0,-3 0 0 16,3 2 0-16,-3-2 0 0,3 0 0 0,-3 0 0 16,0 3 0-16,3-3 0 0,0 0 0 0,-4 0 0 15,4 0 0-15,0 0 0 0,0 0 0 0,-3 0 0 0,3 0 0 0,0 0 0 16,0 0 0-16,0-3 0 0,-4 3 0 0,4-2 0 0,0 2 0 15,0 0 0-15,0-3 0 0,-3 3 0 16,0-3 0-16,0 3 0 0,3-2 0 0,-4 2 0 0,1 0 0 16,0-3 0-1,-3 3 0-15,3 0 0 0,-3 0 0 0,3 0 0 0,-3 0 0 0,3 0 0 0,0-2 0 0,-3 2 0 16,3 0 0-16,-4-3 0 0,4 3 0 0,0 0 0 16,-3 0 0-16,3-3 0 0,0 3 0 0,-3 0 0 15,3 0 0-15,0 0 0 0,0-2 0 0,-3 2 0 16,3 0 0-16,-1-3 0 0,1 3 0 0,-3 0 0 15,3 0 0-15,-3 0 0 0,3-3 0 0,-3 3 0 16,0 0 0-16,0-2 0 0,0 2 0 0,0-3 0 16,3 3 0-16,-4 0 0 0,1-3 0 15,0 3 0-15,0 0 0 0,0-2 0 0,0 2 0 0,0 0 0 16,-3 0 0-16,3-3 0 0,-3 3 0 0,0 0 0 16,0 0 0-16,0 0 0 0,3-3 0 0,-3 3 0 15,0 0 0-15,0-2 0 0,2 2 0 0,-2 0 0 16,3-3 0-16,-3 3 0 0,0-2 0 0,3 2 0 15,-3-3 0-15,0 3 0 0,3-3 0 0,-3 3 0 16,0 0 0-16,3-2 0 0,-3 2 0 0,0-3 0 16,0 3 0-16,0 0 0 0,0-3 0 0,0 3 0 15,0 0 0-15,2-2 0 0,-2-1 0 0,0 3 0 16,0 0 0-16,0 0 8 0,0 0-8 0,0 0 0 16,0 0 0-16,0 0 0 0,0 0 0 0,0 0 0 0,0 0 0 15,0 0 0-15,0 0 0 0,-3 0 0 0,3 0 0 0,0 0 0 16,0 0 0-16,0 0 0 0,-3 0 0 0,3 0 0 0,0 0 0 0,-1 0 0 15,-2 0 0-15,3 0 0 16,0 0 0-16,-3 0 0 0,0 0 0 16,3 0 0-16,0 0 0 0,-3 0 0 0,3 0 0 15,-3 0 0-15,3 0 0 0,-6 0 0 0,3 0 0 0,-3 0 8 0,6 0-8 0,-6 0 0 16,3-3 0-16,-3 3 0 0,6 0 0 0,-6 0 0 16,3-2 0-16,-3 2 0 0,6 0 0 0,-6 0 0 15,0 0-10-15,3-3-2 0,0-2 0 0,-3 5 0 16,0 0-24-16,3-3-4 0,-3 3-2 15,3-3 0-15,-3 3-25 0,0 0-5 0,0-5 0 16,0 5-1-16,0 0-23 0,3-2-5 0,-3 2-1 16,6-3 0-1,-6 3-14-15,3 0-4 0,-3 0 0 0,0 0 0 0,0 0-68 0,0 0-13 0</inkml:trace>
  <inkml:trace contextRef="#ctx0" brushRef="#br0" timeOffset="8861.461">14314 5922 1824 0,'3'-13'76'0,"3"-1"-60"16,-3 1 96-16,0 0 20 0,0 2 4 0,-3 1 1 16,3 2-41-16,0 0-8 0,-3 2-1 0,0 6-1 15,0 0-38-15,0 0-7 0,0 0-1 0,0 0-1 16,-3 6-39-16,0 2 0 0,3 5 0 0,-3 0-12 15,0 3 12-15,-3 5 0 0,3-2 0 0,0 5 0 16,0-3 0-16,0 0 0 0,0 0 0 0,0 0 0 16,3-5 0-16,-3 3 0 0,3-3 0 0,3-1 0 15,-3-1 0-15,3-4 0 0,0-2 0 0,0 3 0 16,3-3 0-16,0-3 0 0,0 0 0 0,3 1 0 16,0-6-25-16,0 0-3 0,0 0-1 0,-1-6 0 15,4 4 29-15,-3-4 0 0,0 1-8 0,3-3 8 16,-3 0 0-16,0 0 0 0,3 0 0 0,-3-2 0 15,3-1 24-15,-6 1-3 0,3-1 0 0,-3-2 0 16,0-1 9-16,-1 1 2 0,-2 0 0 0,0 2 0 16,0 1-6-16,-3 2-1 0,3 0 0 0,-3 0 0 15,0 8-13-15,0 0-2 0,0 0-1 0,0 0 0 0,0 0-9 16,-3 8 0-16,0-3 0 0,0 6 8 0,0-1-8 0,3 1 0 16,-2 0 0-16,2 2 0 0,2 0 0 0,-2-2 0 0,3-1 0 15,0 3 0-15,0-2 0 0,0 0 0 0,3-3 0 16,0 2 8-16,0-2-18 0,0 0-4 0,3-3-1 0,-3 1 0 15,3-1 15-15,0 0 0 0,0-2 0 0,0-1 0 16,3-2 0-16,-3-2 0 0,3-1 0 0,-1 1 0 16,-2-1 14-16,3-2-1 15,0-1 0-15,0-2 0 0,-3 3-13 0,3-3 0 16,0 0 0-16,-3 0 0 0,0 0 48 0,3-2 6 16,-6-1 2-16,3-2 0 0,-1 0-35 0,1-3-6 0,0-3-2 0,-3 1 0 15,0-1-13-15,0-2 0 0,0-3-9 0,-3 0 9 16,3 3 0-16,-3 0 0 0,0 3 0 0,0-1 0 15,0 3 0-15,0 3 0 0,0 2 0 0,-3 3 0 16,0 1-57-16,0 7-6 0,0 0-1 0,0 0 0 16,0 0-96-16,0 0-20 15,6 7-4-15</inkml:trace>
  <inkml:trace contextRef="#ctx0" brushRef="#br0" timeOffset="9278.718">15005 6112 2066 0,'0'0'43'0,"0"0"10"0,0 0-42 16,0 0-11-16,0 0 0 0,0 0 0 0,0 0 104 0,0 0 20 0,0 0 3 0,0 0 1 16,0 0-52-16,0 0-9 0,0 0-3 0,0 0 0 15,-6 6-51-15,3-1-13 0,-3 0 0 0,0 6 0 16,3-3 0-16,-3 2 0 0,3 1 0 15,-3 2 0-15,3 0 0 16,0 1 0-16,0-1 0 0,3 3 0 0,0-3 0 0,0-3 0 0,0 4 0 0,3-1 0 16,0-3 0-16,0 1 0 15,3-3 0-15,0 3 0 0,0-3 24 0,3-3 3 0,0-3 0 0,-1 1 0 16,4 0-12-16,0-3-3 0,0 0 0 0,3-3 0 16,-3-2 11-16,6 0 1 0,-3-1 1 0,0-2 0 15,2 0-25-15,-2-2 0 0,-3 2 0 0,3 0 0 16,-3-5 56-16,0 2 7 0,-3 0 1 0,0-2 0 15,-3 0-52-15,0 0-12 0,0 0 0 0,-3-1 0 16,0 1 0-16,-3 0 0 0,3 0 0 0,-6 2 0 16,0 0 0-16,0 4 0 15,-3-4 0-15,-3 3 0 0,0 0 25 0,-3 3 3 0,0 0 0 0,-3 2 0 16,0 0-52-16,0 1-9 0,-2 2-3 0,-1 0 0 16,-3 0-118-16,3 2-24 0,-3 1-5 15</inkml:trace>
  <inkml:trace contextRef="#ctx0" brushRef="#br0" timeOffset="14503.526">11971 9965 877 0,'0'0'37'0,"0"0"-29"16,0 0 76-16,0 0 15 0,0 0 3 0,0 0 1 16,0 0-21-16,0 0-4 0,0 0-1 0,-6 2 0 15,6-2-5-15,0 0 0 0,0 0-1 0,0 0 0 16,0 0-18-16,0 0-3 0,0 0-1 0,0 0 0 16,0 0-14-16,0 0-3 0,0 0-1 0,0 0 0 15,0 0-11-15,0 6-3 0,0-6 0 0,0 0 0 16,3 2-9-16,-3 4-8 0,0-6 9 0,6 5-9 15,-3 0 13-15,3-2-3 0,0 0-1 0,0-3 0 16,0 2-1-16,3-2-8 0,0 3 12 0,-3-3-4 16,3 0-8-16,3 0 12 0,-3 0-12 0,3 0 12 15,-3 0-12-15,-1 0 0 0,4 0 0 0,-3 0 8 16,0 0-8-16,3 0 0 0,0 0 0 0,0 0 0 16,3 3 0-16,-3-3 0 0,3 0 0 0,0 0 0 15,-1 0 0-15,4 0 0 0,0 0 0 0,0 0 0 16,3 0 0-16,0 0 0 0,-1-3 0 0,1 3 0 15,3 0 0-15,-3 0 0 0,0-3 0 0,3 3 0 0,-4 0 0 16,1 0 0-16,-3 0 0 0,3 3 8 16,0-3-8-16,0 0 0 0,-1 0 0 0,4 0 0 15,0 0 0-15,6 0 0 0,-3-3 9 0,2 1-9 16,1 2 12-16,3-3-3 0,-3-2 0 0,-1 2 0 0,1 0-1 16,-3 1-8-16,-3-1 12 0,6 0-4 0,-4 1-8 15,4-1 10-15,3 0-10 0,0 1 10 0,-4-1-10 0,4 1 0 16,0-1 9-16,0-2-9 0,-4 2 0 0,-2 0 8 0,-3 1-8 15,3 2 0-15,-3-3 0 0,-1 0 0 0,1 1 0 0,0 2 8 16,3-3-8-16,-3 0 0 0,2 1 0 0,4 2 8 16,-3-3-8-16,0 0 0 0,3 3 8 0,-4 0-8 15,-2-2 0-15,0 2 8 0,-3 0-8 0,0-3 0 16,-1 3 0-16,1-2 0 0,0 2 0 0,0-3 8 16,0 0-8-16,3 1 0 0,-4 2 0 0,4-3 0 15,0 3 0-15,0-3 0 0,0 3 0 0,0 0 8 16,-4-2-8-16,1 2 0 0,0 0 8 0,0 0-8 15,-3 0 0-15,-3 0 8 0,0-3-8 0,-1 3 0 16,4 0 0-16,-3 0 8 0,0 0-8 0,0 0 0 16,0 0 0-16,0-3 0 0,0 3 0 0,2 0 8 15,1 0-8-15,-3 0 8 0,3 0-8 0,-3 0 8 16,3 0-8-16,0 0 0 0,-1 0 0 0,-2 0 0 16,3 0 0-16,-3 0 9 0,0 0-9 0,3 0 0 15,-3 0 8-15,0 0-8 0,-1 0 0 0,-2-2 0 16,0 2 9-16,3 0-9 0,-3-3 0 0,3 0 9 15,-3 1-9-15,0 2 0 0,3-5 9 0,0 2-9 16,-4 0 8-16,4 1-8 0,0-1 10 0,0 0-10 16,0 1 8-16,0-4-8 0,0 4 0 0,3-4 9 15,-3 4-9-15,-4-1 10 0,4-2-10 0,0 2 10 0,-3 1-10 16,3-1 0-16,-3 0 9 0,0 3-9 0,0-2 0 0,0-1 8 0,0 0-8 16,-4 3 0-16,4-2 0 0,-3 2 9 15,0-3-9-15,0 0 0 0,0 3 8 0,-3-2-8 0,3 2 0 0,0-3 0 16,0 0 0-16,0 3 0 0,0-2 8 0,0-1-8 15,0 0 0-15,-1 3 0 0,1 0 8 0,0-2-8 16,0 2 0-16,0-3 0 0,3 3 0 16,-3 0 0-16,3-2 0 15,0 2 0-15,-3 0 0 0,3-3 0 0,0 3 0 16,-1-3 0-16,1 3 0 0,0 0 0 0,0-2 9 0,0 2-9 0,0 0 0 0,0 0 9 16,0 0-9-16,-3 0 10 0,3 0-10 0,-3 0 10 15,2 0-2-15,-2 0-8 0,0 0 12 0,3 0-4 16,-3 0-8-16,0 0 10 0,-3 0-10 0,3 0 10 15,-3 0-10-15,0 0 8 0,0 0-8 0,0 0 8 16,0 0-8-16,0 2 12 0,0-2-12 0,0 0 12 16,0 0-12-16,0 0 0 0,-1 0 9 0,1 0-9 15,0 0 0-15,0 3 8 0,0-3-8 0,0 0 0 16,0 0 0-16,0 0 9 0,0 0-9 0,0 0 0 16,3 3 12-16,-3-3-4 0,3 0 0 0,-3 0-8 15,3 0 14-15,0 0-4 0,-3 0-1 0,3 0 0 16,-1 0-1-16,-2 0-8 0,3-3 12 0,-3 0-4 15,3 3-8-15,0 0 8 0,-3 0-8 0,3 0 8 16,0 0-8-16,-3 0 8 0,0 0-8 0,3 0 8 16,-3 0-8-16,3 0 8 0,0 0-8 0,-3 0 8 0,0 0-8 15,2 0 0-15,-2 0 9 0,0 0-9 16,3 0 0-16,-3 0 8 0,3 0-8 0,-3 0 0 0,0 0 0 16,-3 0 0-16,3 0 0 0,0 0 8 0,-3-2-8 15,3 2 0-15,-3 0 0 0,3 0 0 0,-3 0 0 16,3 0 0-16,-3 0 0 0,3 0 0 0,-3 0 0 15,0 0 0-15,3 0 0 0,-3 0 0 0,3 0 0 0,-3 0 8 0,2 0-8 0,-2 0 0 16,0 0 0-16,-3 0 0 0,6 0 0 0,-3 0 0 16,-3 0-12-16,6 0 0 0,0 0 0 15,-3 0 0 1,-3 0-40-16,6-3-8 0,0 3-1 0</inkml:trace>
  <inkml:trace contextRef="#ctx0" brushRef="#br0" timeOffset="18377.361">14615 8599 2245 0,'0'-10'104'0,"0"5"-92"0,0 2-12 0,0 3 0 0,0-5 0 15,0 5 67-15,0 0 11 0,0 0 2 0,0 0 1 16,0 0-13-16,0 0-4 0,0 0 0 0,0 0 0 15,0 0-51-15,0 0-13 0,-3 8 0 0,0 2 0 16,0 1 8-16,0 5 0 0,0 0-8 0,3-1 12 16,-3 7-12-1,3-1-8-15,0 0 8 0,0 0-13 0,3 0 13 0,0-2 0 0,0 2 0 0,3-5 0 32,-3 0-16-32,3-3-9 0,2 0-3 0,-2-2 0 0,3-3-8 15,0-3-3-15,3 0 0 0,0-2 0 0,-3 0 20 0,3-6 4 0,0 3 1 0,0-5 0 16,0 2 14-16,0-5 0 0,2 0-10 0,-2 0 10 15,0-2 0-15,0-1 0 0,0-2 0 0,-3 2 0 16,0-2 16-16,0 0 0 0,0-1 1 0,-3-1 0 16,0 1 15-16,0 1 2 0,-3 0 1 15,0 2 0-15,-3 1-1 0,0-1 0 0,0 1 0 0,-3 2 0 16,3 2-9-16,-3 1-1 0,0 0-1 0,3 5 0 16,0 0 9-16,0 0 1 0,-6 2 1 0,6-2 0 15,-6 6-43-15,3 2-9 0,0 0-2 0,3 2 0 16,0 1 20-16,3 2-8 0,0-2 8 0,3 2 0 0,0 0-9 15,3-2 9-15,0 2 0 0,-1 0-9 16,1-2 1-16,3-1 0 0,0-2 0 0,-3 0 0 16,3 0-18-16,0-5-3 0,0 2-1 0,3-2 0 15,-3-3 30-15,3 0 0 0,-1-3 0 0,1-2 0 16,0 2 26-16,0-5 11 0,0 0 3 0,3-2 0 0,-6-4-14 0,3 1-2 0,-4-3-1 16,1-2 0-16,-3 2 5 0,0-5 0 15,-3 0 1-15,0-1 0 0,0 4 6 0,-3-1 1 0,0-2 0 16,-3 3 0-16,0-1-36 0,0 1 0 0,0 2-15 0,-3-3 5 15,0 6 10-15,-3-3 0 0,3 5 0 0,-3-2 0 16,-3 3 0-16,3-1 0 0,-3 3 0 0,0 0 0 16,4 3-16-16,-1 2-5 15,0-2-1-15,-3 5 0 16,6 0-106-16,3 0-22 0,-6 5-4 0</inkml:trace>
  <inkml:trace contextRef="#ctx0" brushRef="#br0" timeOffset="18746.958">15412 8814 2276 0,'0'0'48'0,"0"-5"9"0,3-1-45 16,-3 1-12-16,0 0 0 0,0 5 0 15,0-3 112-15,0 3 20 0,0-5 4 0,0 5 0 16,0 0-108-16,0 0-28 0,0 0 0 0,0 0 0 16,0 0 56-16,0 0 7 0,0 0 1 0,0 0 0 0,0 0-28 15,0 5-4-15,0 0-2 0,0 3 0 0,-3 0-14 0,3 3-2 0,0-3-1 16,-3 5 0-16,3-2-13 0,0-1 11 0,-3 3-11 0,3 3 10 16,0-5-10-16,-3 5 0 0,0-3 9 0,0 3-9 15,3 0 0-15,-3 0 9 0,0 2-9 16,3 1 0-16,-2-1 0 0,-1 3 0 0,3-2 0 0,-3 2 0 15,3-3 8-15,-3 1-8 16,3-3 0-16,-3 0 0 16,3 0 0-16,0-6 0 0,0 1 0 0,0-1 0 15,0-4-34-15,0 2-7 0,3-6-2 0,-3-2 0 16,0 0-145-16,3 3-30 0,3-3-6 0</inkml:trace>
  <inkml:trace contextRef="#ctx0" brushRef="#br0" timeOffset="24739.13">11882 10915 539 0,'0'0'11'0,"0"0"3"0,0 0-14 0,0 0 0 0,-3-3 0 0,3 3 0 16,-3-5 11-16,3 5-1 0,-3-3 0 0,3 3 0 16,0 0 42-16,0 0 9 0,-3-5 2 0,3 5 0 15,0 0-19-15,0 0-4 0,0 0-1 0,0 0 0 16,0 0-26-16,0 0-5 0,0 0 0 0,0 0-8 15,0 0 28-15,0 0 0 0,0 0-1 0,0 0 0 16,0 0 29-16,0 0 7 0,0 0 1 0,0 0 0 16,0 0-52-16,0 0-12 0,0 0 0 0,0 0 0 15,0 0 48-15,6 0 8 0,-3 0 0 0,3 0 1 16,0 0-15-16,-3 0-3 0,3-3-1 0,0 3 0 16,3 0-5-16,-3 0-1 0,0-2 0 0,0 2 0 15,0-3-4-15,0 3-2 0,2 0 0 0,1-3 0 16,0 3-1-16,0 0 0 0,0-2 0 0,0 2 0 15,0 0-9-15,3 0-1 0,0-3-1 0,-3 3 0 16,0 0-2-16,3 0-1 0,-3-3 0 0,0 3 0 16,-1 0-11-16,1 0-16 0,0 0 4 0,3 0 1 15,-3 0 11-15,3 0 0 0,0 0 0 0,0 0 0 16,3 0 0-16,0 0 0 0,0 0 0 0,2 0 0 16,1 0 29-16,3 0 8 0,0 0 2 0,0 0 0 15,3 0-63-15,-1 0-12 0,1-2-2 0,3 2-1 0,-3-3 63 16,-3 3 12-16,2 0 2 0,-2 0 1 0,0 0-28 0,3 0-11 15,0 0 8-15,0 0-8 0,2-3 22 0,1 3-1 0,3 0 0 16,3-2 0 0,-4 2-21-16,4-3 0 0,-3 3 0 0,0 0 0 0,-4 0 0 15,1 0 0-15,-3 0 0 0,3 0 0 0,0 0 0 0,-1 0 0 0,4 0 0 0,0 0 0 16,0-3 0-16,5 3 0 0,-2-2 0 0,0 2 0 16,-3 0 0-16,-1-3 0 0,-5 3 0 0,3-2 0 15,0 2 0-15,-3-3 0 0,-1 3 0 0,1 0 0 16,3 0 0-16,-3 0 0 15,3 0 0-15,2-3 0 0,-2 3 0 0,0 0 0 0,0-2 0 0,0-1 0 16,-4 3 56 0,-2-3 6-16,0 3 2 0,-3-2 0 0,0 2-52 15,-3-3-12-15,3 3 0 0,-4 0 0 0,-2 0 0 0,3 0 0 0,0 0 0 0,-3 0 0 16,0 0-11-16,3 3-5 0,-3-3 0 0,0 2-1 16,0 1 17-16,2-3 8 0,-2 3-8 0,0-1 12 15,-3 1-2-15,3 0-1 0,0-1 0 0,-3 1 0 16,0-1-9-16,0 1 0 0,0 0 0 0,0-1 0 15,-3 1 0-15,0 2 0 0,2-2 0 0,-2 2 0 16,0-2 0-16,-3 2 0 0,3-2 0 0,0 2 0 16,0-2 0-16,-3 2 0 0,0-2 0 0,3 2 0 15,-3 0 56-15,3-2 7 0,-3 2 1 0,0 1 0 16,3-1-52-16,-3 0-12 0,3 0 0 0,-3 1 0 16,3-1 0-16,-3 0 0 0,0 3 0 0,0-2 0 15,3-1 0-15,-3 0 0 0,0 3 0 0,0-3 0 16,0 3-16-16,0 0-5 0,0 0-2 0,0 3 0 0,-1-3 23 15,1 2 0-15,3 1 0 0,-3-1 8 16,0 4 2-16,0-4 0 0,0 3 0 0,-3 1 0 16,3 2-1-16,0-3 0 0,0 3 0 0,0 0 0 15,0-3-9-15,-3 3 0 0,3-3 0 0,0 3 0 0,0-3 0 0,-3 0 0 16,3 0 0-16,0 1 0 16,-3-1 0-16,3-2 0 0,0-1 0 0,0 3 0 0,-3-2 0 15,3 0 0-15,0-1 0 0,-3 3 0 0,0-2 0 0,0 2 0 0,3 0 0 0,-3 3 0 16,0-3 0-16,3 3 0 0,-3 0 0 0,3 0 0 15,0 3 0-15,-3-4 0 0,3 4 0 0,0 0 0 16,-3-4 53-16,3 1 9 0,-3 3 2 0,3-3 0 16,0 0-52-16,-3-3-12 0,3 0 0 0,0 0 0 15,-3-2 0-15,3 2 0 16,0-2 0-16,-3 2 0 0,3-3 0 0,0 4 0 0,0-4 0 0,-3 1 0 16,3-1 0-16,0 4 0 0,0-4 0 15,0 3 0-15,-3 1 0 0,2 2 0 0,1-3 0 0,-3 5 0 16,3-2 0-16,0 3 0 0,0-3 0 0,0 5 0 15,0-5 0-15,0 0 0 0,0-1-12 0,0 1 12 16,0-2 0-16,0-1 0 0,0 0 0 0,0 0 0 16,0-2 0-16,0-1 0 0,0 1 9 0,0-3-9 15,0 2 8-15,0-2-8 0,0 0 8 0,0 0-8 16,0 0 0-16,0 0 0 0,0 0 0 0,0-3 0 16,0 3 8-16,0-2-8 0,0-1 0 0,0 0 8 15,0 3-8-15,0-3 8 0,0 1-8 0,0-1 8 16,0 0-8-16,-3 1-16 0,3-1 4 0,0 0 1 15,-3 0 24-15,3 1 5 0,-3-6 1 0,3 5 0 0,0 0-19 16,-3-5 0-16,3 6 8 0,-3-6-8 0,3 2-13 16,-3-2-7-16,3 6 0 0,-3-6-1 0,2 5 37 15,-2-5 8-15,0 5 2 0,0-5 0 0,3 5-26 16,-3-5 8-16,3 3-8 0,-3-3 0 0,0 5 0 0,0-5 0 0,3 3 8 16,-3-3-8-1,3 5 0-15,-3-5 0 0,3 3 0 0,-3-3 0 0,0 5 0 0,0-5 0 0,0 0 0 16,3 6 0-16,-3-6 0 0,3 2 0 15,0 4 0-15,-3-6 0 0,3 2 0 0,-3-2 0 0,3 3 0 0,-3-3 0 16,6 0 0-16,-6 0 0 0,3 2 0 0,3-2 0 16,-6 0 0-16,3 0 0 0,0 0 0 0,3 0 0 15,-3 0 0-15,3 0 0 0,0 0 0 0,0 0 0 16,0-2 0-16,-3 2 0 0,3-3 0 0,0 1 0 16,-3 2 0-16,3-3 0 0,0 0 0 0,0 3 0 15,-3 0 0-15,2-2 0 0,1 2 0 0,0-3 0 16,0 3 0-16,-3-3 0 0,3 3 0 0,0 0 0 15,0-2 0-15,-3 2 0 0,3 0 0 0,0-3 0 16,0 3 0-16,0-3 0 0,-3 3 0 0,3 0 0 16,0-2 0-16,0 2 0 0,0 0 0 0,0-3 8 15,0 3-8-15,3-3 0 0,-3 3 0 0,-1 0 0 16,1-2 0-16,3 2 0 0,-3 0 0 0,0-3 0 16,0 0 0-16,3 3 0 0,0 0 0 0,-3-2 0 15,0 2 0-15,0 0 0 0,0 0 0 0,0 0 0 16,0 0 0-16,0 0 0 0,0 0 0 0,0 0 0 15,0 0-10-15,0 0 10 0,-6 0 0 0,3 0-9 16,3 0-7-16,-6 0 0 0,5 0-1 0,-2 0 0 16,-3 0-20-16,6-3-4 0,-3 1-1 0,3 2 0 15,0-6-154-15,0 1-32 0</inkml:trace>
  <inkml:trace contextRef="#ctx0" brushRef="#br0" timeOffset="27365.506">14638 12333 1314 0,'0'0'37'0,"0"0"8"0,0 0-36 0,0 0-9 0,0 0 0 0,0 0 0 16,0 0 53-16,0 0 9 0,0 0 2 0,0 0 0 16,0 0 8-16,0-5 1 0,0 5 1 0,0 0 0 15,0 0-16-15,0 0-3 0,0 0-1 0,0 0 0 16,0 0-1-16,0 0 0 0,0 0 0 0,0 0 0 15,0 0-33-15,0 0-8 0,0 0 0 0,6 2-1 32,0-2 42-32,-3 3 9 0,3-3 2 0,0 3 0 0,0-3-64 0,0 2 0 0,0-2 0 0,0 0-10 15,3 3 10-15,-3-3 0 0,3 0 0 0,0 3 8 16,-3-3-8-16,3 0 0 0,0 2 0 16,-3 1 8-16,2-3-8 0,4 3 0 0,-3-3 0 0,0 2 0 15,0 1 0-15,3-3 0 0,-3 0 0 0,0 2 0 16,3-2 0-16,-3 3 0 0,3-3 0 0,-3 3 0 15,2-3 0-15,-2 0 0 0,0 0 0 0,0 0 0 16,0 0 0-16,0 0 0 0,0 0 0 0,0-3 0 16,0 3 0-16,0-3 0 0,0 1 0 0,3 2 0 15,-3-3 0-15,0 1 0 0,-1 2 0 0,1-3 0 16,0 3 0-16,0 0 0 0,0-3 0 0,0 3 0 16,0-2 0-16,0 2 0 0,3 0 0 0,-3 0 0 15,0 0 0-15,3 0 0 0,-3 0 0 0,0 0 0 16,-1 0 0-16,4 0 8 0,-3 0-8 0,0 0 0 15,0 0 0-15,0 0 0 0,3 0 0 0,-3 0 0 16,0 0 0-16,3 0 0 0,-3 0 0 0,0 0 0 16,3 0 0-16,-4-3 0 0,1 3 0 0,3-3 0 15,-3 3 0-15,0 0 0 0,0-2 0 0,-3-1 0 16,3 0 27-16,-3 3 4 0,3-2 1 0,-3-1 0 16,3 0-21-16,-3 1-11 0,3 2 12 0,-3-3-12 15,2 0 28-15,-2 3-2 0,3-2 0 0,0 2 0 16,-3 0-26-16,3-3 0 0,-3 3 0 0,3-2 0 0,-3 2 0 15,0 0 0-15,0 0 0 0,0 0 0 0,0 0 0 0,3 0 0 16,-3 0 0-16,0 0 0 0,3 0 0 0,-3 0 0 0,2 0 0 16,-2 0 0-16,0 0 0 0,0 0 0 15,0 0 0-15,0 2 0 0,0-2 0 0,0 0 0 0,0 0 0 0,0 0 0 16,0 0 0-16,0 0 0 0,0 0 0 0,0 0 0 16,0 0 24-16,0 0-1 0,0 0 0 15,0 0 0-15,0 0-37 0,0 0-7 0,0 0-2 0,-1 3 0 16,1-3 23-16,0 0 0 0,0 0 0 0,-3 2 0 15,3-2 47-15,0 0 13 0,0 3 4 0,-3-3 0 16,3 3-64-16,-3-3-18 0,0 0-1 0,3 2 0 16,-3-2 19-16,-3 0 12 15,3 0-1-15,3 3-1 0,-3 0-2 0,-3-3 0 0,6 0 0 0,-3 2 0 16,0-2-8-16,3 3 0 0,-3-3 0 0,-3 0 0 16,6 3 0-16,-3-3 0 0,-3 0 0 0,6 0 0 15,-3 2 0-15,-3-2 0 0,6 0 0 0,-3 0 0 16,-3 0 0-16,5 3 0 0,-5-3 0 0,6 0 0 15,-6 0 0-15,3 3 0 0,-3-3 0 0,0 0 0 16,0 0 0-16,6 0 0 0,-6 0 0 0,0 0 0 16,3 0 0-16,3-3 0 0,-6 3 0 0,6 0 0 15,0-3-46-15,-3 1-14 0,3-1-4 0</inkml:trace>
  <inkml:trace contextRef="#ctx0" brushRef="#br0" timeOffset="29454.392">14939 11333 2120 0,'-6'-11'60'0,"0"1"13"0,3 2-58 0,0 0-15 0,-3 0 0 0,3 0 0 16,0 3 79-1,-3 2 13-15,3-2 2 0,3 5 1 0,0 0-29 16,-6-3-6-16,6 3 0 0,-6 3-1 0,3-1-33 0,-2 1-6 0,-1 2-2 0,0 3 0 16,0 0-18-16,3 3 8 0,-3-1-8 0,3 4 0 15,0-1 0-15,0 3 0 0,0 0 0 0,0-1 0 16,3 1 0-16,3 3 0 0,-3-3-11 0,3 2 11 31,0-2-58-31,3 0-5 0,0 2-1 0,0-4 0 16,0-1 0-16,3-3 0 0,-1 1 0 0,1-3 0 0,0-3 35 0,0 1 6 0,3-4 2 15,-3 1 0-15,0-3 21 0,0 0-11 0,0-3 11 0,-3-2-8 16,3 0 8-16,0-1 0 0,-3-2 0 0,0 0 0 16,2 1 17-16,-2-4 6 0,-3 0 1 0,3-2 0 15,0 3 32-15,0-1 8 0,-3 0 0 0,0 1 1 16,0-1-1-16,0 3 0 0,0-2 0 0,-3-1 0 15,0 3-51-15,0 0-13 0,0 0 0 0,0 3 0 16,0 0 0-16,0 5 0 0,0 0 0 0,0 0 0 16,0 0 0-16,0 0 0 0,0 0 0 0,0 0 0 15,0 0 0-15,0 8 0 0,3 0 0 0,0 2 0 16,3-2 11-16,-3 3-1 0,3-1 0 0,0 1 0 16,6-3-30-16,-3 5-5 0,0-5-2 0,3 3 0 15,0-1 1-15,-1-2 0 0,4-3 0 0,-3 3 0 0,0-5 16 16,3 0 10-16,-3-1-12 0,3-2 12 0,-3-2 0 15,0-1 0-15,0-2 0 0,-1-1 0 0,-2-2 24 0,0 1 4 16,0-1 2-16,-3-3 0 16,3 0 1-16,-3 1 0 0,-3-1 0 0,3 1 0 0,-3-1-7 0,0-2 0 15,-3 2-1-15,3-2 0 0,-3 0-7 0,0-3 0 16,3 3-1-16,-3-3 0 0,-3 0-7 0,3 0 0 0,-3-2-8 16,3 2 12-16,-3 0-12 0,3 0 8 0,0 0-8 15,-3 0 0-15,3 6 8 0,0-1-8 0,0 0 0 16,0 6 0-16,3 0-102 15,-3 5-26-15,0 0-6 0,0 0-1 16,3 0-93-16,3 2-20 0</inkml:trace>
  <inkml:trace contextRef="#ctx0" brushRef="#br0" timeOffset="29917.047">15424 11415 2066 0,'0'0'43'0,"0"0"10"15,0 0-42-15,0 0-11 0,0 0 0 0,0 0 0 16,0 0 75-16,0 0 13 0,3-5 2 0,-3 5 1 16,6-3-22-16,-3 0-4 0,3 3-1 0,0-2 0 15,-3 2-21-15,3 0-5 0,0 0-1 0,-6 0 0 16,6 2-14-16,-6-2-3 0,6 3-1 0,-3 0 0 0,-3-3-10 15,6 2-1-15,-6-2-8 0,3 8 12 16,0-3-12-16,0 3 0 0,0-2 0 0,-3 4 0 16,0-2 0-16,0 0 0 0,-3 3 0 0,0-1-10 15,0 4-7-15,0-4-2 0,0 3 0 0,-3 1 0 0,0-1 19 0,3 0-8 16,-3 0 8-16,0-2 0 0,0 2 0 0,3-2 0 0,-3-1 0 16,3 1 0-16,0-3-20 0,0 0 2 0,0 0 1 0,3-3 0 15,0 0 27-15,0-5 6 0,0 5 0 0,0-5 1 16,3 3-17-16,3 0 0 0,-3-1 0 0,3-2 0 15,0 0 0-15,3 0 0 0,-3 0 0 0,3 0 0 16,0-2 55-16,0 2 7 0,0-3 2 0,3 0 0 16,-4 3-52-16,1-2-12 15,0-1 0-15,0 1 0 0,0 2 0 0,0-6 0 16,0 4 0-16,0-1 0 0,-3 0 0 0,3 3 0 0,-3-2 0 0,3-4 0 16,-3 4-51-1,0-1-9-15,0 0-3 0,0 1 0 0,2-1-121 0,-2 1-25 0,0-1-5 16</inkml:trace>
  <inkml:trace contextRef="#ctx0" brushRef="#br0" timeOffset="36687.76">11897 11507 850 0,'-6'-2'17'0,"0"2"6"16,0-3-23-16,0 3 0 0,0-2 0 0,0 2 0 15,6 0 0-15,-6-3 0 0,0 0 0 0,0 3 0 0,6 0 0 0,-6 0 0 0,6 0 0 0,0 0 0 16,-6-2 61-16,6 2 8 0,0 0 2 16,0 0 0-16,0 0-11 0,0 0-3 0,0 0 0 15,0 0 0-15,0 0-8 0,0 0-1 0,0 0-1 16,0 0 0-16,0 0 7 0,0 0 2 0,0 0 0 0,-5 2 0 15,5-2-25-15,-6 6-5 0,6-6-1 0,-3 5 0 32,3-5 31-32,-3 8 7 0,0-3 1 0,3 3 0 0,-3-3 0 0,3 3 0 0,0 0 0 15,0 0 0-15,0 0-52 0,0 3-12 0,3-3 0 0,-3 2 0 16,3 1 54-16,-3-1 8 0,0 1 2 0,3-1 0 16,0 1-52-16,-3 0-12 0,3-3 0 0,0 5 0 15,-3-3 0-15,2-2 0 0,1 3 0 0,-3-1 0 16,3 4 0-16,-3-4 9 0,3 1-9 0,-3 2 8 15,0 0-8-15,3 1 0 0,-3 1 0 0,3 1 8 16,-3 3-8-16,3-1 12 0,-3 4-12 0,3-1 12 16,-3 5-12-16,3-2 12 0,-3 2-12 0,3 1 12 15,-3-1-24-15,3 1-5 0,-3-1-1 0,0 1 0 16,3-1 66-16,-3-2 12 0,3 2 4 0,-3 1 0 16,3 2-52-16,-3 3-12 0,0 2 0 0,0 1 0 15,0-1 0-15,0 0 0 0,0 1 0 0,0-1 0 16,0-2 0-16,0 0 0 0,0-3 0 0,0 5 0 15,0 3 0-15,0 0 0 0,-3 3 0 0,3 2 0 16,0-2 0-16,-3-3 0 0,3-3 0 0,0 3 0 16,-3-2 0-16,3-3 0 0,-3 2 0 0,0 0 0 15,3 3 54-15,-3 3 8 0,3 0 2 0,-3-3 0 16,3 0-64-16,0-5 0 0,-3-1-14 0,3 1 2 16,0-3 12-16,-3 0 16 0,3-2-4 0,-3 2-1 0,3 0-11 0,-3 0 0 15,3 0 0-15,-3 0 0 0,3 0 0 0,0-2 0 0,-3-1 0 0,3 1 0 16,0-3 0-16,0-6 0 15,0 1 0-15,0 2 0 0,0-5 0 0,0 0 0 0,0 0 0 16,0-1 0-16,0 1 0 16,0-2 0-16,0-1 0 0,0 3 0 15,-2-1 0-15,2 1 0 0,0 0 0 0,0 0 0 0,-3 0 0 0,3 0 0 0,0 2 0 16,0-2 0-16,-3 0 0 0,3 0 0 0,0 3 0 16,-3-4 0-16,3-1 32 0,-3 2 4 0,3-3 0 0,-3-3 1 15,3 4-8-15,0-1-1 16,-3-3-1-16,3 1 0 0,0 2-27 0,-3-2 0 0,3 2 0 0,-3-2 0 15,3 2 0-15,0-3 0 0,0 1 0 0,0 0 0 16,0-3 0-16,0 2 0 0,0 1 0 0,0-1 0 16,0 1 0-16,0 2 0 0,0-2 0 0,0 2 0 15,0-3 0-15,0 1 0 0,3 0 0 0,0 2 0 16,-3-3 0-16,3 1 0 0,0 0 0 0,0-1 0 16,0 1 0-16,3-3 0 0,-4 2 0 0,4-2 0 15,0 0 0-15,3 0 0 0,-3 0 0 0,3-3 0 16,0 3-13-16,0-5-8 0,3 5-2 0,0-3 0 15,0 0 23-15,3-2 0 0,0 2 0 0,-1-2 0 16,4 0-8-16,-3-1 8 0,3 1 0 0,0 0 0 16,0-1 0-16,0 1 0 0,-1 0 0 0,1-1 0 15,3 1 13-15,0 0 11 0,3-3 1 0,0 2 1 16,-1-2-72-16,4 3-14 0,0-3-4 0,3 0 0 0,0 0 76 0,2 0 14 16,-2 0 3-16,3-3 1 0,-3 3-30 0,-4 0 0 15,1 0 0-15,0 0 0 16,3 0-23-16,-1 0-4 0,1 0-1 0,3 3 0 0,-3-3 43 0,2 0 8 0,1-3 1 15,0 3 1-15,-6 0-25 0,3 0 0 16,-4 0 0-16,1 0 0 0,0 0-15 16,0 0-8-16,2 0-1 0,-2 0-1 0,0 0 25 0,3 0 0 15,0 0 0-15,-1-2 0 0,-2 2 15 0,3 0 8 0,0-3 1 0,-4 3 1 16,-2 0-25-16,0 0 0 0,-3 0 0 0,0 0 0 16,0 3-15-16,-1-3-8 0,-2 0-1 0,6 0-1 15,-6 0 25-15,3 0 0 0,-3 0 0 0,2 0 0 16,-2 0 16-16,0 0 8 0,0 0 1 0,0 0 1 15,0 0-26-15,0 0 8 0,-1 0-8 0,-2 0 0 16,0 0 0-16,0 0 0 0,0-3 0 0,-3 6 0 16,0-3 0-16,0 0 0 0,0 0 0 15,-3 2 0-15,2-2 0 0,-2 0 0 0,3 3 0 0,-3-1 0 16,0 1 0-16,3-3 8 0,-3 3-8 0,3-1 0 16,-3-2 0-16,0 3 0 0,3-3 0 0,-3 3 0 15,3-1 0-15,-1 1 0 0,-2-3 0 0,3 3 0 16,0-1 0-16,0 1 0 0,0 0 0 0,0-3 0 15,0 2 0-15,0 1 0 0,0-3 0 0,-3 2 0 16,2-2 0-16,1 3 0 0,0-3 0 0,0 3 0 16,0-1 0-16,-3-2 0 0,3 3 0 0,0 0 0 15,-3-1 0-15,0 1 0 0,0-3 0 0,0 5 0 16,-1-5 0-16,-2 6 0 0,3-6 0 0,-3 2 0 0,0 4 0 0,0-6 0 16,0 2 0-16,-3 1 0 0,3-1 0 0,0 1 0 15,0-3 0-15,0 3 0 0,-3-3-17 0,-3 0 4 0,6 2 1 0,-6-2 0 16,3 0-2-16,-3 0 0 0,6 0 0 15</inkml:trace>
  <inkml:trace contextRef="#ctx0" brushRef="#br0" timeOffset="38860.245">14243 14664 1150 0,'0'0'24'0,"0"0"6"16,0 5-30-16,0-5 0 0,0 6 0 0,0-6 0 15,0 0 22-15,0 5-2 0,0-5 0 0,0 0 0 16,-3 5 8-16,3-5 0 0,0 0 1 0,-3 6 0 16,0-1-29-16,3-5 0 0,-3 5 0 0,0 0 0 15,3-5 37-15,0 6 2 0,0-6 0 0,-3 8 0 16,0-6-11-16,3-2-3 0,0 8 0 0,-3-2 0 16,3-1 31-16,0 0 7 0,0-5 1 0,-3 8 0 0,3-3-6 15,-3 3-1-15,3-2 0 0,-3 2 0 0,3-1-40 0,-3-1-8 0,3 2-1 16,-3 0-8-16,3 0 50 0,0 0 3 15,-3-1 1-15,3 4 0 0,-3-3-35 16,3 0-7-16,0 0-2 0,0 0 0 16,0 0-10-16,0 2 0 0,0-2 0 0,-3 0 0 0,3 0 0 0,0 0 0 15,-3 0 0-15,3 3 0 0,0-3 0 0,-3-1 0 0,3 1 0 16,0 0 0-16,-3 3 0 0,3-3 0 0,0 2 0 0,0-2 0 16,0 3 20-16,0-3 1 0,0 0 1 0,0 0 0 15,0-3-22-15,0 3 0 0,0 0 0 0,0-3 0 16,0-5 0-16,0 6 0 0,0-6 0 0,0 0 0 15,3 5-13-15,-3-5-7 0,3 5-2 0,0 0 0 16,3-2 22-16,-3 0 0 0,3-3 0 0,0 0 0 16,0 0 0-16,3 0 0 0,-3 0 0 0,2 0 0 15,1-3 0-15,0 3 0 0,0 0 0 0,0-3 0 16,0 3 0-16,3-2 0 0,-3 2 0 0,3 0 0 16,0-3 11-16,0 3 6 0,0-3 2 0,0 1 0 15,2-1-19-15,-2 3 0 0,0-2 0 0,3-1 0 16,-3 3 0-16,3-3 0 0,-3 3 0 0,3 0 0 15,0-2 0-15,-4 2 0 0,4 0 0 0,0-3 0 16,0 3 0-16,0 0 0 0,0 0 8 0,0 0-8 16,0 0-13-16,0 0-7 0,-1 0 0 0,1 0-1 15,3 0 21-15,-3 0 0 0,0 0 0 0,0 0 0 16,0 0 13-16,0 0 7 0,2 0 2 0,-2 3 0 16,3-3-22-16,-3 2 8 0,0-2-8 0,3 0 0 15,0 0 8-15,0 0-8 0,-4 0 10 0,4 0-10 16,-3 0-17-16,3 0-10 0,-3 0-1 0,3 0-1 0,-3 0 53 0,2 0 10 0,-2 0 2 15,0 0 1-15,0 0-28 0,0 3-9 16,3-3 0-16,-3 3 0 0,0-3 0 16,0 2 0-16,-1 1 0 0,1-1 0 0,0 1 0 15,-3 0 0-15,3-1 0 0,0 4-9 0,0-4 9 0,-3 1 0 16,3 0 0-16,-1 2 0 0,-2-2 0 0,3 2 0 0,-3-2 0 16,0-1 0-16,0 1 0 0,-3 2 0 0,0-5 0 15,3 3 8-15,-3-1 15 0,3 1 3 0,-4-3 1 16,4 0 0-16,0 3-27 0,-3-3 0 0,0 0 0 0,3 0 0 15,-3 0 0-15,0 0 0 0,0 0 0 0,0 2 0 16,0-2 0-16,0 0 0 0,0 0 0 0,-1 0 0 16,1 0 0-16,0 0-19 15,0 0 3-15,0 0 1 0,-3 0 15 0,3 0 0 0,-3 0 0 0,3 0 0 16,-3 0 0-16,0 0 0 0,3 0 0 0,-3 3 0 16,3-3 0-16,-3 0 0 0,0 0 0 0,0 0 0 15,-1 0 0-15,1 0 0 0,0 0 0 0,3 0 0 16,-3 0 0-16,0 0 8 0,0 0-8 0,0 0 10 15,0 0-1-15,0 0 0 0,0 0 0 0,-3 0 0 16,3 0-22-16,-3-3-5 0,3 3-1 0,-6 0 0 16,3-5-21-16,0 2-4 0,0-2 0 0</inkml:trace>
  <inkml:trace contextRef="#ctx0" brushRef="#br0" timeOffset="40762.488">14677 13984 1653 0,'-3'-10'69'0,"3"2"-55"16,0 0 76-16,-3 0 15 0,3 2 3 0,0-2 1 16,-3 3 0-16,3-3 0 0,-3 3 0 0,3 2 0 15,0 3-49-15,0 0-11 0,0-5-1 0,0 5-1 16,0 0-9-16,0 0-2 0,0 0 0 0,0 0 0 15,0 0-28-15,0 0-8 0,0 0 0 0,0 0 0 16,0 0 0-16,-6 8 0 0,6 0 0 0,-3 5 0 16,0 3 52-16,3 0 10 0,-3 2 2 0,3 4 0 15,-3-1-103-15,3 3-20 0,0-3-4 16,3 0-1-16,-3 0 52 0,3-2 12 0,-3-1 0 0,3 1 0 16,0-1-49-16,3-2-7 0,0 0-2 0,0 0 0 15,0-3-2-15,0-2-1 0,3-1 0 0,-3 1 0 16,3-6 26-16,0 0 6 0,0-2 1 0,0 0 0 15,0-3 16-15,2 0 12 0,-2-3-13 0,0-2 5 0,0-1 8 16,0-2 0-16,0 1 8 0,0-1-8 0,0 0 36 16,-3 0 2-16,0-3 1 0,0 3 0 15,0-2 6-15,0 2 2 0,-3 0 0 0,0-3 0 0,0 3 13 0,-3 0 4 0,0 0 0 16,0 0 0-16,0 3-21 0,0 0-4 0,0 5-1 0,0 0 0 16,0 0-17-16,0 0-3 0,0 0-1 15,-1447 0 0-15,2894 0-8 0,-1447 0-1 0,0 0-8 16,-6 8 12-16,3 0-12 0,3 0 0 0,-3 2 0 0,3 1 0 15,0-1-12-15,3 4-4 0,0-1-2 0,0 0 0 32,0 0-21-32,3 1-4 0,0-4-1 0,0 3 0 0,2-2 5 15,-2-1 1-15,3-2 0 0,0 0 0 0,-3-2 22 0,3-4 4 0,-3 1 0 0,3-3 1 16,-3-3-3-16,3-2-1 0,-3 0 0 0,3-1 0 16,0-2 15-16,-3-2 0 0,3-1 0 0,-3 1 0 15,-1-3 48-15,1 2 12 0,0-2 2 0,0-1 1 16,-3 1-50-16,3 0-13 0,-3 2 0 0,0-2 0 15,-3-3 0-15,3 0 0 0,-3-2 0 0,3-3 0 16,0 0 0-16,-3-1 0 0,3-1 0 0,-3 1 0 16,3-1 0-16,-3 4 0 0,3-2 0 0,0 5 0 15,0 3 0-15,3 2 0 0,-3 1 0 0,0 2 0 16,0 2-131-16,3 4-31 0,-6 2-6 0</inkml:trace>
  <inkml:trace contextRef="#ctx0" brushRef="#br0" timeOffset="41328.321">15141 14209 1970 0,'0'0'56'0,"0"0"12"0,0 0-54 16,0 0-14-16,6-3 0 0,-3 1 0 0,3 2 74 0,3-3 12 0,-3 0 2 0,3 3 1 15,-3-2-33-15,6 2-6 0,-3 0-2 0,0-3 0 16,0 3-18-16,0 0-4 0,0 0-1 0,0 3 0 16,-3-3-34-16,2 2-7 0,1-2-2 0,0 6 0 15,-3-4 39-15,-3 1 8 0,3 2 2 0,-3 1 0 16,0-1-31-16,0 0-16 0,-3 3 1 0,0-3 1 31,0 3-20-31,-3 0-4 0,0 0-1 0,-3 0 0 0,0 0 17 0,0 0 3 0,0 0 1 0,-3 0 0 16,3 0 18-16,1 0 0 0,-4 0-8 0,3 0 8 15,0 0 0-15,0-3 0 0,0 0 0 0,0 0 0 16,3 1 0-16,3-6 12 0,0 0-1 0,0 0-1 16,0 0 4-16,0 0 1 0,0 0 0 0,6 0 0 15,3 0 13-15,-3 0 2 0,3-3 1 0,0 3 0 16,-1-3-8-16,1 1-2 0,3-1 0 0,-3 1 0 15,0 2-1-15,-3 0 0 0,0 0 0 0,0 0 0 16,0 2 0-16,0 1-1 0,0-1 0 0,-3 4 0 16,0-1 0-16,0 3 0 0,0 0 0 0,-3 0 0 15,0 2-8-15,0 1-2 0,0 2 0 0,-3 1 0 0,3-1-1 16,-3 3-8-16,0-3 12 0,-3 0-4 0,0 3-8 0,0-3 8 16,0 0-8-16,-3 1 8 0,0-1-8 0,-3-3 0 15,0 1 9-15,0 2-9 0,1-2 0 0,-4-1 8 0,3 1-8 0,-3 0 0 16,3-3-21-16,-3 2-9 15,3-2-2-15,0-3 0 16,0 1-145-16,3-6-30 0</inkml:trace>
  <inkml:trace contextRef="#ctx0" brushRef="#br0" timeOffset="45176.179">21985 7938 1250 0,'0'0'52'16,"0"0"-41"0,3 5 65-16,3 1 12 0,-3-1 4 0,0 0 0 15,3-2-27-15,-1 2-5 0,1 0 0 0,0 1-1 16,0-4 4-16,0 4 1 0,3 2 0 0,0-3 0 15,-3 0 0-15,3 3 1 0,0-3 0 0,0 3 0 16,3 0-27-16,-3 0-6 0,0 0 0 0,3 3-1 16,-1-3-7-16,1 2-2 0,0 1 0 0,0-3 0 15,0 2-6-15,0-2-2 0,0 0 0 0,0 3 0 16,0-3 0-16,0 2 0 0,2 1 0 0,1-1 0 16,0 1 0-16,0 2 0 0,0 1 0 0,0 4 0 15,0-2-2-15,3 2 0 0,-3 1 0 0,2 2 0 16,-2-2-2-16,3 2-1 0,-3 0 0 0,0 0 0 0,0-2-9 15,0 2 12-15,0-3-12 0,-4 4 12 0,4-4-12 16,-3 3 10-16,0-5-10 0,0 5 10 0,0-2-10 16,-3-1 0-16,3 3 0 0,-3 1 0 15,0-1 10-15,0 3-10 0,0 2 12 0,-1 1-12 0,1-4 14 0,0 1-4 16,3 0-1-16,-3 0 0 0,0 0-1 0,0-3-8 0,3 0 12 16,-3 3-4-16,0-3 0 0,0 0-8 15,3 0 12-15,-3 3-4 0,-1 0-8 0,1 2 0 0,3 3 9 16,-3 1-9-16,0-1 0 0,3-3 9 15,-3 3-9-15,0 0 0 0,0-5 11 0,3 3-11 16,-3-4 10-16,0 4-10 0,3-3 11 0,-4 0-11 0,1-1 12 0,3 4-12 16,-3-1 10-1,0 1-10-15,0 2 8 0,0 0-8 0,-3 0 0 0,3-2 0 0,-3-1 8 0,0 3-8 16,0-5 0-16,0 2 0 0,0-2 9 0,-3 0-9 16,3 0 0-16,-3 0 0 0,0-1 0 0,3 4 8 15,-4-1-8-15,1 3 0 0,0 1 0 0,0-1 0 16,-3-3 0-16,3 1 0 0,0-1 8 0,-3 1-8 15,3-1 0-15,-3-2 9 0,0-3-9 0,0 3 0 16,0 0 8-16,0-1-8 0,0 1 0 0,0 0 0 16,0 5 0-16,-3-2 0 0,3-1 0 0,0 3 0 15,0-2 8-15,0-4-8 0,0 4 0 0,-3-1 0 16,3-2 8-16,-3-3-8 0,0 3 0 0,0 0 0 16,0-3 0-16,1 3 0 0,-1-3 0 0,0 3 0 15,0 0 0-15,0 0 0 0,0 5 0 0,0-3 0 0,0-2 8 16,-3 0-8-16,3 2 0 0,0 1 0 15,0-4 8-15,-3 1-8 0,3 0 0 0,-3 3 0 16,3-6 0-16,-3 3 0 0,0-3 0 0,0 3 0 16,0-1 8-16,-3 1-8 0,3 3 0 0,0-1 0 15,0 1 0-15,-3-1 0 0,0 0 0 0,1 1 0 0,-1-3 8 16,-3 0-8-16,3-1 0 0,-3 1 0 0,0-3 0 0,0 1 0 16,0-1 8-16,-3 2-8 0,3 1 0 0,-3 3 0 0,4-1 0 15,-4 3 0-15,0-2 0 0,0-1 8 0,0 1-8 16,0-1 0-16,0-2 8 0,3 0-8 0,-3-3 0 0,4 3 0 15,-1-3 0-15,-3-3 0 0,3 4 8 0,-3-4-8 16,0 1 0-16,0 2 0 0,0-5 0 0,-3 5 0 16,4 0 0-16,-7-2 0 0,3 2 0 0,0 0 0 15,0 0 8 1,-3-2-8-16,3-1 0 0,-2 3 0 0,2-5-13 0,0 0-7 0,0 0 0 0,0 0-1 16,0-3 21-16,3 3 0 0,1-3 0 0,-1 3 0 15,3-3 15-15,-3-2 7 0,0-1 2 0,0 4 0 16,0-6-24-16,0 2 0 0,1 1 0 0,-1-1 8 15,0-2-8-15,0 3 0 0,0-1 0 0,-3 4 0 16,3-4 0-16,3 1 0 0,-3-1 0 0,1 1 0 16,-1 0 0-16,0-1 9 0,0 1-9 0,3-1 0 15,0 1-16-15,0-3-11 0,-3 2-1 0,3-2-1 16,3 3 29-16,-2-3 0 0,2 0 0 0,-3-3 0 16,3 3 0-16,0 0 0 0,3-3 0 0,-3 3 0 15,0-2 0-15,3 1 0 0,-3-1 0 0,0 2 0 16,3-3 0-16,-3 3 0 0,0-3 0 0,0 1 0 15,1-1 0-15,2 3 0 0,-3-3 0 0,0-2 0 0,3 2 21 16,0 3 11-16,0-3 1 0,0 0 1 16,0 1-34-16,0-1 0 0,3-2 0 0,0 2 0 15,3-5 0-15,-3 5 0 0,0 1 0 0,-3-1 0 16,6-5-23-16,0 5-8 0,0-5-1 0,-3 5-1 0,3-5 33 0,0 6 0 0,0-6 0 0,0 8 0 16,3-3 17-16,-3 0 11 0,3 1 1 0,0-1 1 15,0-2-30-15,0 2 0 16,0-3 0-16,3 4 0 0,-3-4 0 0,3 1 0 0,0 0 0 15,0 2 0-15,3-2 0 0,-3-1 0 0,3 1 0 0,0-3 0 16,0 3 0-16,2-3-8 0,-2 2 8 0,0-2 0 16,0-2 0-16,0 2 0 0,0-3 0 0,0 0 0 15,3 1-26-15,0-1 2 0,0-2 0 0,3 2 0 16,-1-2 24-16,1-1 0 0,3 1 0 0,0 0 0 16,0 0 13-16,3-1 8 0,0 1 2 0,2 0 0 15,-2-1-23-15,0 1 0 0,3 0 0 0,0-3 0 16,-3 3 0-16,-4-3 0 0,4 0 0 0,0 0 0 15,0 0-14-15,0 0-7 0,0-3-2 0,-1 3 0 16,4-2 23-16,-3 2 0 0,3 0 0 0,0-3 0 16,0 1 15-16,2-3 7 0,-2 2 2 0,0-2 0 15,-3-1-24-15,3 1 0 0,-4-3 0 0,4 3 8 16,-3 0-27-16,-3 0-5 0,3-3 0 0,0 0-1 16,-1 3 25-16,4-3 0 0,-3 3 0 0,6-3 0 15,-3 2 0-15,0 4 0 0,-1-3 0 0,4-1 0 16,0 4 17-16,-3-3 9 0,0 2 2 0,2-2 0 15,-5 0-28-15,-3-1 0 0,3 1 8 0,-3 0-8 16,3-3 0-16,-1 0 0 0,1 0 0 0,0 0 0 16,0-2 0-16,3-1 0 0,0 1 0 0,2-1 0 15,-2 1 0-15,0-1 0 0,3 1 8 0,-3-1-8 0,-1 3 0 16,-2 0 0-16,3 1 0 0,-3 1 0 0,-3-2 0 0,3 1 0 16,-1 1 0-16,-2 1 8 0,3 0-8 0,-3-3 0 0,3 3 0 0,0-3 0 15,-4 3 0-15,4-1 8 16,0-1-8-16,0-1 0 0,0-3 8 0,-3 3-8 0,2-5 8 0,-2 3-8 15,0-1 8-15,0 1-8 0,0-4 8 0,0 1-8 16,0 3 8-16,-6-1-8 0,2-2 8 0,-2 5-8 16,3-2 8-16,-3 2-8 0,3-3 0 15,-3 3 8-15,3-2-8 0,-3 2 0 0,0-3 9 0,3 1-9 16,-4-1 0-16,1 1 8 16,0-6-8-16,3 3 0 0,-3-3 9 0,3 0-9 0,-3-2 12 0,0 2-12 15,0 0 8-15,0 3-8 0,-1 0 0 0,1 2 0 16,0-2 0-16,0 5 0 0,0-2 8 0,-3-1-8 15,3-2 0-15,-3 3 0 0,3-1 8 0,0-5-8 16,0 3 0-16,-4 0 0 0,4-3 0 0,0 0 0 16,0 0 0-16,-3 1 0 0,3-4 0 0,0 3 0 15,0 1 0-15,3 1 0 0,-3 1 0 0,3 0 0 16,-4 3 0-16,4-1 0 0,0 0 0 0,0-2 0 16,-3 3 8-16,3-1-8 0,-3 1 0 0,3-3 0 15,0-1 0-15,-4-1 0 0,1-1 0 0,0 0 0 16,0 0 8-16,0 3-8 0,-3-3 0 0,3 3 0 15,-3 2 0-15,0 1 8 0,0-1-8 0,0 4 0 16,0-4 9-16,-3 3-9 0,2 0 0 0,-2-2 9 16,0 2-9-16,0 0 0 0,-3 0 9 0,0 0-9 15,0 3 8-15,0 0-8 0,0 0 8 0,0-1-8 0,-3 1 0 16,3 3 0-16,-3-1 0 0,3 0 8 0,-3 3-8 0,0 0 0 0,0 1 0 16,0-1 0-16,0 0 0 15,0 0-15-15,0 2 3 0,-3 1 0 16,3 0-91-16,-3-3-17 0,3 0-4 0</inkml:trace>
  <inkml:trace contextRef="#ctx0" brushRef="#br0" timeOffset="47149.137">21940 7927 1067 0,'6'-5'45'16,"0"0"-36"0,-3 0 54-16,3-3 10 0,0 2 3 0,-3 1 0 15,3 0-15-15,0-1-2 0,-3 4-1 0,3-4 0 16,3 4-5-16,-3-1-1 0,2 1 0 0,1 2 0 15,0 0-8-15,3 0-1 0,0 0-1 0,3 0 0 0,0 0-6 0,0 2-2 0,0 1 0 16,0-1 0-16,2 1-7 0,-2 2-2 16,3-2 0-16,0 2 0 15,-3-2-5-15,3 2-2 0,0 3 0 0,2-2 0 16,-2 1 1-16,3 1 0 0,0 0 0 0,0 0 0 0,0 3-3 16,-1-1-1-16,1-2 0 0,-3 3 0 0,3 0-5 0,0-1-1 15,-3 1 0-15,3 2 0 0,-4-2 1 0,1 2 0 0,0-3 0 16,0 4 0-16,3-4-10 0,-3 1 10 15,2-1-10-15,1 1 10 0,3 0-10 0,0 2 8 16,0-3-8-16,0 4 8 0,-1-1-8 16,1 3 8-16,3 0-8 0,-3 2 8 15,0 1-8-15,-1-1 0 0,1 1 9 0,-3-1-9 0,0 1 0 0,0-1 9 0,0 1-9 16,-1-1 0-16,1-2 13 0,0 0-4 0,0 0-1 0,3 2 0 16,-3-4 4-16,-1 1 1 0,1-1 0 0,0 2 0 15,0-3-1-15,-3 0-1 0,0 3 0 0,0 0 0 16,-1 0-11-16,1-3 12 0,-3 3-12 0,3 2 12 15,-3-2-4-15,0 0-8 0,-3 3 12 0,3-4-4 16,-4 1-8-16,4 3 8 0,0-3-8 0,0 2 8 16,-3-2 1-16,3 0 0 0,3 0 0 0,-3-3 0 15,0 3 3-15,2-3 0 0,-2 0 0 0,3 1 0 16,-3-1-3-16,0 0 0 0,3-2 0 0,-6 2 0 16,3 0-1-16,-1-2 0 0,1 2 0 0,-3 0 0 15,3-2-8-15,-3 5 10 0,0-3-10 0,3 3 10 16,-3-3-10-16,0 3 12 0,-3-3-12 0,-1 3 12 15,4 0-12-15,-3 0 12 0,0 0-12 0,3 0 12 16,-3-1-12-16,3 1 10 0,-3-3-10 0,3 1 10 16,-3-1-10-16,3 0 12 0,-3 0-12 0,-1 1 12 15,4-4-12-15,-3 1 8 0,0-1-8 0,0-2 8 16,0 3-8-16,0-1 0 0,0-2 0 0,0 0 8 0,0 3-8 16,0-3 8-16,0 0-8 0,0 0 8 0,0 2-8 15,-1 1 0-15,1-3 0 0,0 2 8 0,0 4-8 0,-3-4 10 16,3 1-10-16,0 2 10 0,0-2-10 0,-3 2 0 0,0 0 0 15,3-2 8-15,-3-1-8 0,0 1 12 0,3-1-12 16,-3 1 12-16,0 0-4 0,3-1 0 16,-1-2 0-16,-2 0 0 0,3 3-8 0,-3-3 8 0,0 0-8 0,0-1 8 15,0 1-8-15,0 0 0 0,3-2 0 0,-3 2 8 16,0-3-8-16,0 3 0 0,3-3 9 0,-3 0-9 16,0 3 0-16,0-2 8 0,3-1-8 0,-3 3 0 15,0-3 0-15,2 0 9 0,-2 1-9 0,0-1 0 16,3 0 0-16,-3-2 0 0,0 0 0 0,0 2 0 15,3-2 0-15,0 2 0 0,-3-2 0 0,3 2 0 16,0-3 8-16,-3 4-8 0,6-1 0 0,-6 0 0 16,3 1 0-16,-1-1 0 0,1 0 0 0,-3 0 0 15,0 1 0-15,3-1 0 0,-3 0 0 0,0 3 0 16,0-2 0-16,0 2 0 0,-3-3 8 0,3 3-8 16,-3-3 0-16,3 3 0 0,-3-3 0 0,3 3 0 15,-3 0 8-15,0-3-8 0,0 1 0 0,0 2 0 16,0-6 0-16,0 4 0 0,0-1 0 0,-3 3 0 15,3-6 0-15,-3-2 0 0,3 8 0 0,-3-2 0 0,0-1 8 0,0-5-8 16,3 5 0-16,-3 1 0 16,0-6 0-16,3 5 0 0,-3-5 0 0,0 8 0 15,0-8 0-15,3 5 0 0,-3-5 0 0,0 5 0 0,3 1 0 0,-3-6 0 16,0 5 0-16,0-5 0 0,3 8 0 0,-3-8 0 0,3 3 0 16,-3 2 0-16,0-5 0 0,2 5 0 15,1 0 0-15,-3-5 0 0,3 3 0 0,-3-3 0 0,3 5 0 16,-3-5 0-16,3 3 8 15,-3-3-8-15,3 5 0 0,0-2 0 0,-3-3 0 16,6 3 0-16,-3-1 0 0,0 1 0 0,3-3 0 0,-3 0 0 0,0 3 0 0,-3-3 0 16,6 0 0-1,0 0 0-15,-3 0 0 0,3 0 0 0,-3 0 0 0,3 0 0 0,0 0 0 0,-3 0 0 16,3-3 0-16,0 3 0 0,3 0 0 0,-3-3 0 16,0 3 0-16,3 0 0 0,-4-2 0 0,4 2 0 15,0 0 0-15,0-3 0 0,3 3 0 0,-3-3 0 16,0 1 0-16,3-1 0 0,0 3 0 0,-3-3 0 15,3 1 0-15,0-1 0 0,-3 0 0 0,2 3 0 16,-2-2 0-16,3 2 0 0,-3-3 0 0,0 3 0 16,0-2 0-16,0 2 0 0,0 0 0 15,0-3 0-15,0 3 0 0,0 0 0 0,0-3 0 16,-3 3 0-16,3 0 0 0,-1-2 0 16,1 2 0-16,-3 0 0 0,3 0 0 0,-3 0 0 0,3-3 0 0,-3 3 0 15,0 0 0-15,3 0 0 0,-3-3 0 0,0 3 0 0,0-2 0 16,0 2 0-16,3-3 0 0,-3 3 0 15,0 0 0-15,3-3 0 0,-3 3 0 0,-1-2 0 0,4 2 0 16,-3-3 0-16,3 0 0 0,-3 3 0 16,3-2 0-16,0-1 0 0,0 0 0 0,-3 3 0 15,3-2 8-15,3-1-8 0,-3 1 0 0,0-1 0 16,0 3 0-16,0-3 8 0,-1 1-8 0,1-1 0 16,0 0 10-16,0 1-10 0,0 2 8 0,0-3-8 0,0 0 0 0,0 1 0 15,-3 2 0-15,3-3 0 0,-3 0 0 0,0 1 0 0,0 2 8 16,0-3-8-16,-3 3 0 0,3-3 0 0,-3 1 0 0,-3 2 0 15,0 0 0-15,0 0 0 0,6 0 0 16,-6 0 0-16,0 0 0 0,2-3 0 0,-2 3 8 0,0 0-8 31,3 0 0-31,-3 0-9 0,0 0 9 0,0 0-13 0,6-2-15 0,-6 2-4 16,0 0 0-16,0 0 0 0,3-3-85 0,-3 0-18 0,3 1-3 0</inkml:trace>
  <inkml:trace contextRef="#ctx0" brushRef="#br0" timeOffset="48991.001">20103 6636 895 0,'0'0'18'0,"0"0"6"0,0 0-24 0,0 0 0 0,0 0 0 0,0 0 0 16,0 0 66-16,0 0 8 0,0 0 2 0,0 0 0 15,0 0-4-15,0 0 0 0,0 0 0 0,3 5 0 16,0-2-5-16,0 2-2 0,3-2 0 0,-3 2 0 16,0 1-5-16,3-1-2 0,-3 0 0 0,0 0 0 15,3 1-8-15,-3-1-2 0,3 3 0 0,-3-3 0 16,0 3-13-16,3 0-3 0,0-3-1 0,-3 6 0 15,0-3-10-15,3 0-1 0,-3 3-1 0,0-4 0 16,3 1-3-16,-3 3-1 0,3-3 0 0,-3 3 0 16,3-4 0-16,0 4 0 0,-3-3 0 0,2 3 0 15,-2-4-2-15,3 1 0 0,0 0 0 0,-3 0 0 0,3 3 1 16,0-3 0-16,0 0 0 0,0 0 0 0,3 2-2 16,-6-2-1-16,3 0 0 0,0 3 0 0,-3-1-3 0,3 1 0 15,-3 2 0-15,3 0 0 0,0 1-8 0,-3-1 12 0,3 0-12 16,-3 3 12-16,3 0-12 0,0-3 10 0,-3 3-10 15,3 0 10-15,-1 0-10 0,-2-3 8 0,3 0-8 0,-3 0 8 16,3 1-8-16,-3-1 8 16,3 0-8-16,-3-2 8 0,3 2-8 0,-3-3 0 15,0 1 9-15,0 2-9 0,3-2 0 0,-3-1 0 0,0 1 0 16,0 0 8-16,0-1-8 0,0 3 0 0,3 1 0 0,-3-1 8 16,0 0-8-16,0 3 0 0,3 0 8 0,-3 2-8 15,0 1 9-15,-3-1-9 0,3 4 12 0,0-1-12 16,0 0 9-16,-3-3-9 0,3 4 0 0,-3-1 9 15,3-3-9-15,0 1 0 0,-3-3 0 0,3 2 0 16,0 1 0-16,-3-3 8 0,3-3-8 0,0 3 0 16,0 2 0-16,-3-2 0 0,0 0 8 0,2 5-8 15,-2-2 0-15,3-1 12 0,-3 3-12 0,3 1 12 16,-3-1-12-16,3 0 10 0,-3 0-10 0,3 0 10 16,-3-2-10-16,0-1 12 0,3 1-12 0,-3-1 12 15,0-2-12-15,3 0 12 0,-3 0-12 0,3 0 12 16,0-6-12-16,-3 4 8 0,3-1-8 0,3-3 8 15,-3 4-8-15,0-1 12 0,0-3-12 0,0 1 12 16,0 2-12-16,0-2 10 0,0 2-10 0,0 0 10 16,0 1-10-16,0-4 0 0,0 3 9 0,0-2-9 15,0 2 0-15,0-2 9 0,0-1-9 0,0 1 0 16,0 2 0-16,0-5 0 0,0 3 0 0,0-1 0 0,3-2 8 16,-3 0-8-16,3 0 0 0,0 0 0 0,-3 0 0 15,3-3 8-15,-1 3-8 0,1-2 0 0,0-1 8 16,0 0-8-16,3 0 0 0,0 1 0 0,0-1 8 0,0-2-8 15,0 2 0-15,3-2 0 0,0 2 8 0,0-3-8 0,0 1 0 16,0 0 0-16,2-1 8 0,1 1-8 0,0 2 0 0,0-2 0 16,0 0 0-16,3-1 8 0,-3 4-8 0,0-4 0 15,2-2 8-15,-2 6-8 0,0-4 0 0,3 1 0 16,0-1 0-16,-3 1 0 0,0-3 8 0,0 3-8 16,-1-1 0-16,1-2 0 0,3 0 0 0,0 0 0 15,0 0 0-15,0 3 0 0,3-3 0 0,-1 0 0 16,1 0 0-16,3 3 0 0,-3-1 0 0,3-2 0 15,0 3 0-15,-4 0 0 0,4-3 0 0,-3 2 0 16,0-2 0-16,0 3 0 0,0-3 0 0,-1 3 0 16,1-3 0-16,0 0 0 0,3 0 0 0,0 0 0 15,-1 0 8-15,4 0-8 0,-3 0 0 0,3 0 0 16,-3 0 0-16,-1 2 0 0,1 1 0 0,0 0 0 16,-3-3 0-16,3 2 0 0,-3-2 8 0,-1 0-8 15,1 0 0-15,0 0 0 0,0-2 0 0,0 2 0 16,3 0 8-16,-4-3-8 0,7 3 0 0,-3 0 0 15,0 0 8-15,3 0-8 0,-4 0 0 0,4 3 0 16,-6-3 0-16,3 0 0 0,0 2 0 0,-3 1 0 16,-4-3 9-16,4 0-9 0,-3 0 0 0,3 0 9 15,-3 0-9-15,0 0 8 0,0-3-8 0,2 3 8 0,-2 0-8 16,3 0 8-16,-3 0-8 0,3 0 8 0,-3 3-8 0,-1-3 0 16,1 2 0-16,0-2 0 0,0 3 0 15,-3-3 0-15,-3 3 0 0,3-1 0 0,-3 1 8 0,0 0-8 16,-1-1 0-16,-2-2 8 0,0 3-8 0,0 0 0 0,0-1 0 0,0-2 0 15,-3 3 0-15,-3 0 0 0,3-3-14 16,-3 0 5 0,-3 0-31-16,3 2-5 0,-3-2-2 0,3 3 0 15,-3-3-89-15,0 0-19 0,0 0-3 0</inkml:trace>
  <inkml:trace contextRef="#ctx0" brushRef="#br0" timeOffset="49844.047">20187 9242 1094 0,'0'0'46'15,"0"0"-37"-15,0 0 44 0,-3 8 9 0,3-8 2 0,0 6 0 16,0-6 0-16,3 5 0 0,-3-5 0 0,3 5 0 16,0 1 0-16,0-4 0 0,3-2 0 0,-3 3 0 15,3 0 0-15,0-3 0 0,2 2 0 0,1-2 0 16,0 3-52-16,3-3-12 0,3 0 0 0,-3 0 0 15,6 0 50-15,-3 0 7 0,3 0 2 0,2 0 0 16,-2 0-43-16,6 0-16 0,-3 0 11 0,3 0-11 31,-3 0 0-31,2 0 0 0,1 0 0 0,0 0 0 0,0 0 0 0,0 0 0 0,2 0 0 0,-2 0 0 16,3 0 57-16,3 2 6 0,0-2 1 0,2 0 0 16,1 0-64-16,0 3-23 0,0 0 1 0,2-3 0 15,-2 2 35-15,-3 1 7 0,0 0 2 0,2-3 0 16,1 2-22-16,0-2 0 0,3 0 0 0,2 0 0 15,-2 3-9-15,0-3-7 0,2 3 0 0,-2-3-1 16,-3 0 17-16,0 0 0 0,-1 0 0 0,-2 2 0 16,3-2 15-16,0 0 0 0,2 0 0 0,1 3 0 15,-3-3-15-15,-1 0-13 0,1 3 2 0,0-3 1 16,-3 0 10-16,0 0 0 0,-4 0 0 0,4 0 0 0,-3 0 0 16,3 0 0-16,-1 0 0 0,1 0 8 0,-3 2-8 0,3-2 9 15,-1 0-9-15,-2-2 10 0,0 2-1 0,0 0 0 16,-6 0 0-16,3 0 0 0,-7 0-1 0,4 0 0 0,-3 0 0 0,0 0 0 15,0 0-8-15,0 0 10 0,-1 0-10 0,1-3 10 16,0 3-10-16,0-3 8 0,0 3-8 16,0 0 8-16,0 0-8 15,2 0 10-15,-2 0-10 0,0 3 10 0,0-3-10 0,0 0 0 0,0 3 9 16,0-1-9-16,-3 1 0 0,-1-3 8 0,1 2-8 0,0 1 0 16,0-3 0-16,-3 3 0 15,0-3 0-15,3 0 8 0,-3 2-8 0,3-2 0 0,-4 0 0 0,4 0 8 16,-3 0-18-16,0 3-3 0,0 0-1 0,3-1 0 15,-3 1-30-15,0 0-5 16,0 2-2-16,0-2 0 0,-4 2-36 0,4 0-7 16,-3 0-2-16</inkml:trace>
  <inkml:trace contextRef="#ctx0" brushRef="#br0" timeOffset="51195.55">20187 12095 1310 0,'0'0'27'0,"0"0"7"0,0-5-34 16,0-1 0-16,0 1 0 0,3 0 0 0,-3-1 101 0,0 1 14 0,0 0 2 16,3-3 1-16,-3 3-30 0,0-3-5 0,3 0-2 15,-3-3 0-15,0 3-17 0,3-5-4 0,-3 2-1 0,3-2 0 16,-3 0-43-16,3-3-16 0,0 3 11 0,-3-3-11 15,3 0 57-15,0-2 6 0,0 2 1 0,-3 0 0 16,3-3-52-16,0 1-12 0,2 2 0 0,-2-5 0 16,0 2 54-16,0-2 8 0,3 0 2 0,-3 0 0 15,0-6-52-15,0 1-12 0,3-1 0 0,-3-2 0 16,0 0 0-16,3 0 0 0,0 3 0 0,0-1 0 16,-3 1-11-16,3 2-5 0,0 0 0 0,-3 0-1 15,0 3 17-15,0-3 0 0,0 3 0 0,0-5 0 16,0 2 0-16,0-3 8 0,0-2-8 0,0 3 0 15,0-3 0-15,0 2 0 0,0 3 0 0,0 1 0 16,3-1 16-16,-3 3-4 0,0-1 0 0,2 4 0 16,-2-1-12-16,3 3 0 0,0-2 0 15,0-1 0-15,0 4 0 0,3-4 0 0,-3 0 0 0,3 1 0 16,0 2 0-16,0 0 0 0,0 0 0 0,0 0 0 16,0 3 0-16,3 0 0 0,-3 0 0 0,5 2 0 15,-2 1 0-15,0-1 0 0,0 3 0 0,3 0 0 16,-3-2 0-16,0 4 0 0,3-2 0 0,-3 3 0 15,3-3 0-15,-1 3 0 0,1-1 0 0,0 1 0 16,3 0 0-16,3 0 0 0,0 2 0 0,0-2 0 16,-1 2 0-16,1 0 0 0,3 1 0 0,0-1 0 0,0 3 0 15,-1-3 0-15,1 3 0 0,0-2 0 0,0 2 0 0,0-5 0 16,-3 2 0-16,5 0 0 0,1 1 0 0,0-1 0 0,3-2 0 0,2 5 0 16,-2-3-12-16,3 3-4 0,0 0-2 0,-1-3 0 15,-2 1 29-15,0 2 5 0,3-3 2 16,-4 0 0-16,1 3-18 0,0-2 0 0,3-1 0 0,0 0 0 15,-1 1-11-15,4 2-5 0,0-3-2 0,-1 3 0 16,1-2 29 0,-3 2 5-16,0-3 2 0,-1 0 0 0,1 1-18 0,-3 2 0 15,6-6 0-15,-4 6 0 0,1-2-10 0,3-1-6 0,-3 0 0 0,-1 3-1 16,1-2 17-16,-3 2 0 0,-3 0 0 0,-1-3 0 16,1 3 0-16,-3-3 0 0,0 3 0 0,3 0 0 15,-4-2 17-15,4-1-2 0,-3 0-1 0,0 3 0 16,0 0-14-16,2-2 0 0,-2 2-9 0,-3-3 9 15,3 3 0-15,-3-2 0 0,0 2 0 0,-4-3 10 16,1 0-10-16,-3 3 8 0,0-2-8 0,-3-1 8 16,0 3-8-16,0-3 10 0,3 3-10 0,-6 0 10 15,2-2-10-15,-2 2 8 0,0-3-8 0,0 3 8 16,-3-3-16-16,3 3-4 0,-3 0-1 0,0-2 0 16,0 2 13-16,-6 0 0 0,6 0 0 0,-6 0 0 15,0 0 0-15,0 0 0 0,0 0 0 0,0 0 0 16,0 0-54-16,0 0-8 0,0 0-2 0,0 0 0 15,-3 5-116-15,0 3-23 0,-3 3-5 0</inkml:trace>
  <inkml:trace contextRef="#ctx0" brushRef="#br0" timeOffset="52993.511">20121 14733 1051 0,'0'0'21'0,"3"-3"7"15,3 1-28-15,0-1 0 0,0 0 0 0,0 1 0 16,0-1 58-16,0 0 6 0,0 1 0 0,0-4 1 0,3 4-6 15,-3-1-2-15,3 1 0 0,0-1 0 0,0 0-32 0,0 1-6 0,-1-4-2 16,1 6 0-16,3-2 37 16,0-1 7-16,3 0 2 0,-3 3 0 15,3-2-42-15,0-1-8 0,0 0-1 0,2 3-1 16,1 0-11-16,0-2 12 0,0-1-12 0,-3 3 12 16,3 0-12-16,0-3 0 0,3 3 0 0,-4-2 0 0,1 2 0 0,-3-3 0 15,-3 3 0-15,3 0 8 0,-3-2-20 0,0 2-5 16,0 0-1-16,0-3 0 0,-4 0 18 0,1 1 0 0,0-1 0 0,-3 0 0 15,3 1 0-15,-3-1 0 0,0 0 0 0,-3-2 0 16,3 2 30-16,-3 1 10 0,0-1 1 0,3-2 1 31,-3 2-17-31,0-2-3 0,-3 0-1 0,3-1 0 0,-3 1 5 0,3 0 1 0,-3-3 0 0,0 0 0 16,3 0-5-16,-3-3-1 0,0 1 0 0,0-3 0 16,-3-1-3-16,3-2-1 0,0 1 0 0,0-4 0 15,3 1-17-15,-3-1 0 0,3-2 0 0,-3 2 0 16,3 1 0-16,0-3 0 0,0 2 0 0,-3 1 0 15,3 2 39-15,3-3 4 0,-3 1 1 0,0-1 0 16,3 1-29-16,-3-1-6 0,0 1-1 0,2-4 0 16,-2 1-8-16,3-5 10 15,-3-1-10-15,3-2 10 0,0 0-10 0,-3 0 0 0,3 3 0 0,0-4 0 16,-3 1 0-16,3 0 0 0,0 3 0 0,-3-1 0 16,0 1 8-16,3-1-8 0,-3 1 8 0,3-1-8 15,-3-2 8-15,0-2-8 0,3-1 0 0,-3 0 8 16,3 3-8-16,-3 3 10 0,0-1-10 0,3 1 10 15,-3-1-10-15,0 3 0 0,3-2-12 0,-3 2 12 16,2-2 0-16,-2-1 16 0,3 3 0 0,-3-5-1 16,3 3-15-16,-3-3 0 0,3 0 8 0,-3-1-8 15,3 1 8-15,-3 3-8 0,3-3 11 0,-3 5-11 0,3-3 11 16,-3 4-11-16,3-1 10 0,-3-3-10 0,0 4 0 16,0-1 8-16,0-3-8 0,0 1 0 0,0-1 0 15,0 4 8-15,3-4-8 0,-3 1 0 0,0 2 8 0,0 0-8 16,0 0 0-16,0 3 9 0,0 0-9 0,3 2 0 0,-3-2 0 15,0 0 8-15,0 2-8 0,-1 1 0 0,1-1 9 16,0 1-9-16,3-3 0 16,-3 2 0-16,0 1 0 0,3-3 8 0,0-1 12 0,0 4 2 0,0-3 1 15,0 2 0-15,0 1-37 0,0 2-7 16,3 0-2-16,-3 0 0 0,3 0 37 0,-3 6 7 0,3-4 2 16,0 1 0-16,0 3-35 0,0 2-8 0,2-3 0 0,1 0-1 15,0 1 21-15,0 2 0 0,0-3 0 0,0 3 0 16,3-2 0-16,-3-1 0 0,6 1-9 0,-4-1 9 15,1 0 0-15,0 1 0 0,3 2 0 0,-3-3 0 16,0 1 0-16,0-1 0 0,0 3 0 0,-3-2 0 16,2 2 0-16,1-3 0 0,0 3 0 0,0-2 0 15,0 2 0-15,0-3 0 0,3 3 11 0,0 0-11 16,-1-2 0-16,1 2 0 0,3 0 0 0,0 0-12 16,0 0 12-16,0 3 0 0,-4-1 0 0,4 1 0 15,0 0 0-15,-3-1 0 0,0 4 0 0,3-4 0 16,-6 1 0-16,2 0 8 0,1 0-8 0,-3-1 0 15,0 1 0-15,-3 0 0 0,3-1 0 0,0 1 0 16,0 0 12-16,0 0-4 0,-4 2 0 0,4 0-8 16,0 1 8-16,0-1-8 0,0-2 0 0,3 2 0 15,-3 0 12-15,0 3-4 0,2 0 0 0,-2-2-8 16,0 2 12-16,0-3-12 0,3 3 12 0,-3-3-12 16,0 3 11-16,0 0-11 0,-1-2 10 0,1 2-10 15,-3-3 0-15,0 3-8 0,0-2-1 0,0-1 0 0,-3 3 9 16,3-3 0-16,0 1 0 0,0-1 0 0,0 3 0 0,-1 0 0 15,1-3 0-15,0 1 0 0,0 2 0 0,3 0 0 16,-3-3 0-16,0 3 0 0,0-3 0 0,0 3 0 16,0 0 0-16,-1-2 0 15,-2 2 0-15,3-3 0 0,0 3 0 0,-3-3 0 0,0 3 0 0,3 0 0 0,0 0 0 0,-3 0 0 16,0 0 0-16,3 0 0 0,0 0 0 0,-3 0 0 16,-1 3 0-16,1-3 0 0,0 3 0 0,0-3 0 15,0 0 0-15,-3 0 0 0,3 0 0 0,-3 0 0 16,0 2 0-16,0-2 0 0,3 0 0 0,-3 0 0 15,0 0 0-15,0 0 0 0,0 0 0 0,0 0 0 16,0 0 0-16,-1 0 0 0,1 0 0 0,0-2-8 16,0 2 8-16,0 0 0 0,0-3 0 0,0 0 0 15,0 1-98-15,3-1-24 0,-3-2-5 0</inkml:trace>
  <inkml:trace contextRef="#ctx0" brushRef="#br0" timeOffset="53829.132">22663 10436 851 0,'0'0'36'15,"0"0"-36"1,0 0 109-16,0 0 15 0,6 2 4 0,-3-2 0 15,-3 0-103-15,6 0-25 0,0 0 0 0,0 0 0 0,-3 0 56 0,3 3 7 0,0-3 1 16,0 0 0-16,0 0 0 0,0 0 0 0,0 0 0 16,0 0 0-16,0 0-1 0,3 0 0 0,-3 0 0 0,3 0 0 15,-1-3-32-15,1 3-7 0,0 0 0 0,3 0-1 16,0 0-7-16,-3-2-2 0,3 2 0 0,0-3 0 16,0 3-4-16,0 0-1 0,0-2 0 0,0 2 0 15,-1 0 8-15,4-3 2 0,-3 3 0 16,0-3 0-16,3 3-19 0,-6 0 0 0,3-2 0 0,-3 2 0 15,3 0 0-15,-3 0 0 0,0-3 0 16,-1 3 0-16,1 0 0 0,0 0 0 0,0 0 0 0,0 0 0 16,3 0 0-16,-3 0 0 0,0-3 0 0,0 3 0 15,0 0 0-15,0 0 0 0,0 0 0 0,-3 0 0 16,0 0 15-16,0 0-1 0,-3-2 0 0,-3 2 0 16,5 0-14-16,1 0 0 0,-6 0 0 0,6 0 0 15,-6 0 9-15,3 0-9 0,-3 0 8 0,0 0-8 16,6 0 0-16,-6 0-9 0,6 0 0 0,-6 0 0 15,3-3-109-15,-3 3-22 0,6-3-4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3:05:29.45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19571 3847 1758 0,'0'0'36'0,"0"0"10"0,0-8-37 0,0 8-9 0,-3-5 0 0,3 5 0 16,0 0 108-16,0 0 20 0,0 0 4 0,0 0 1 15,0 0-44-15,0 0-9 0,0 0-1 0,0 0-1 16,0 0-25-16,0 0-5 0,0 0 0 0,0 0-1 15,0 0-18-15,0 0-3 0,0 0-1 0,0 0 0 16,0 0-9-16,3 5-1 0,-3 3-1 0,3 0 0 16,-3 0-6-16,3-3 0 0,0 3-8 0,-3 3 12 15,3-3-12-15,0 0 11 0,-1 0-11 0,1 2 10 16,0-2-10-16,0-2 0 0,0 2 0 0,0-1 0 16,0 1 0-16,0 0 0 0,0 0 0 0,3 0 0 15,-3 5 0-15,0-7 0 0,0 2 0 0,0 2 0 16,0-2 0-16,0 0 0 0,0 0 8 0,0 0-8 15,0 3 0-15,-3-3 0 0,3-3 0 0,-3 3 0 16,0 2 23-16,3-2 2 0,0 0 1 0,-3 3 0 16,3-1-42-16,-3 1-8 0,3 2-1 15,0-2-1-15,-3 2 26 0,3-2 0 0,0 2 0 0,-3 0-8 16,3 3 8-16,0 0 0 0,0-6 0 0,0 9 0 16,-3-6 0-16,3 3 0 0,0-3 0 0,0 3 0 15,0 0 0-15,0-3 0 0,0 6 0 0,0-3 0 16,0 2 0-16,-3-5 0 0,3 6 0 0,0-1 8 0,0 1 12 15,-3-1 4-15,2 6 0 0,1-3 0 0,0 3-10 0,0 0-2 16,0 3 0-16,0-1 0 0,0 0-3 0,0-2-1 0,0 0 0 16,0 0 0-16,0 0 0 15,-3-3 0-15,3 3 0 0,-3 0 0 0,3-1-8 0,-3 1 10 16,0 0-10-16,3 0 10 0,-3 2 17 0,0 1 3 0,3 2 1 0,-3 0 0 16,0-3-46-1,3 1-9-15,-3 2-1 0,3-3-1 0,-3-2 26 0,0 0 0 0,3 0 0 0,-3 0 0 16,0-1 0-16,0 4 0 0,0-3 0 0,0 2 0 15,3 1 18-15,-3 2 6 0,0 0 0 0,0 0 1 16,3-3-40-16,-3 1-8 0,0-1-1 16,3-2-1-16,-3 3 25 0,0-6 0 0,3 3 0 0,-3-1 0 15,0 1 0-15,0-3 0 0,0 3 0 0,0 3 0 16,3-3 0-16,-3 2 0 0,0 0 0 0,0 1 0 16,0-1 0-16,0 1 0 0,0-3 0 0,0-1 0 15,3-1 0-15,-3 1 0 0,0-4 0 0,0 2 0 16,0 0 0-16,0-2 0 0,0-1 0 0,0 3 0 15,0 1 0-15,0-4 0 0,0 3 0 0,0 3 0 16,0-3 0-16,0 0 0 0,0 6 0 0,0-6 0 16,0 0 0-16,0 0 0 0,0-2 0 0,0 0 0 15,0-1 0-15,0 1 0 0,0-1 0 0,0 1 8 16,0-4-8-16,0 4 0 0,0-3 0 0,0 0 0 16,0 2 0-16,0 1 0 0,0-1 0 0,0 3 0 0,0-2 0 15,0 2 8-15,0 0-8 0,0 0 0 0,0 1 8 16,0-4-8-16,0 3 8 0,0-2-8 0,0-3 9 0,0 2-9 15,0-2 12-15,0 0-12 0,3 0 11 0,-3 0-11 0,0 0 10 16,0 0-10-16,0-3 11 0,0 3-11 16,0 0 12-16,0-1-12 0,3 4 0 15,-3-3 0-15,0 5 0 0,0-3 0 16,3 1 0-16,-3 0 0 0,0-1 0 0,3 3 0 0,-3-5 8 0,0 3 5 16,3-1 1-16,-3-2 0 0,0 0-14 0,3 0 9 0,-3 0-9 0,3 0 8 15,-3-3-8-15,0 0 0 0,3 0 9 0,-3 3-9 16,0-3 0-16,3 1 8 0,-3-1-8 0,0 3 0 15,0-3 0-15,0 3 0 0,0 0 0 0,0 2 8 16,0-2-8-16,0 3 0 0,0-1 0 0,0 1 0 16,3-1-16-16,-3 1-7 0,0-3-1 0,3 2-1 15,-3-5 41-15,0 0 9 0,3 1 2 0,-3 2 0 16,0-6-43-16,3 1-9 0,-3-1-2 16,0 1 0-16,0-3 27 0,3 2 0 0,-3-2 0 0,0 0 0 15,0-2 0-15,3 2 0 0,-3-8 0 0,0 0 0 16,0 0-108-16,0 0-16 0,0 0-3 0,0 0-1 15,3-6-71-15,0 1-14 0</inkml:trace>
  <inkml:trace contextRef="#ctx0" brushRef="#br0" timeOffset="2190.827">19529 3855 1165 0,'0'0'24'0,"0"0"7"0,0 0-31 0,0 0 0 0,0 0 0 0,0 0 0 16,0 0 66-16,0 0 7 0,6 3 2 0,-6-3 0 15,3 5-33-15,3-5-6 0,0 0-2 0,0 3 0 16,0-3 17-16,0 0 3 0,0 0 1 0,0 0 0 15,2 0-23-15,-2 0-4 0,3 0 0 0,0 0-1 16,0 0-3-16,0 0 0 0,3 0 0 0,0 0 0 16,0 0-2-16,0 0-1 0,0 0 0 15,0 2 0-15,0-2-4 0,-1 0-1 0,4 0 0 0,-3 0 0 16,-3 0-7-16,3 0-1 0,-3 0-8 0,3 0 12 16,0 0-12-16,0 0 0 0,0 0 8 0,2 0-8 15,1 0 0-15,3 0 8 0,0 0-8 0,0 0 0 16,3 0 8-16,3 0-8 0,-4 0 0 0,4 0 0 15,-3-2 9-15,3 2-9 0,3 0 8 0,-6-3-8 16,2 3 30-16,-5 0 1 0,3 0 0 0,-3 0 0 16,3-5-31-16,0 5-10 0,-1 0 0 0,1-3 0 15,3 3 18-15,-3 0 3 0,6 0 1 0,-4 0 0 16,4 0-4-16,-3 0 0 0,3 0 0 0,-3 0 0 16,0 0 0-16,-1 0-8 0,1 0 12 0,-3 0-4 15,-3 0-8-15,3 0 10 0,-1 0-10 0,1 3 10 16,0-3-10-16,0 0 8 0,6 5-8 0,-3-5 8 0,-1 0-8 15,4 0 0-15,0 0 9 0,0 0-9 0,-3 0 0 0,-1 3 0 0,1-3 0 16,0 0 0-16,-3 2 0 16,-3-2 8-16,3 0-8 0,-4 3 0 0,4 0 0 15,0-3 0-15,0 0 0 0,0 2 8 16,3-2-8-16,-1 3 0 0,4-3 0 0,-3 5 0 16,3-5 0-16,0 0 0 0,-4 0 0 0,4 3 0 15,-6-3 0-15,3 5 0 0,-3-5 0 0,-3 0 8 0,2 0-8 0,1 0 0 0,0 0 0 0,0 0 0 16,0 0 0-16,0 0 0 0,2 0 0 0,-2 0 8 15,3 0-8-15,0 0 0 0,3-5 0 0,-4 5 0 16,1 0 0-16,-3-3 0 0,0 3 0 0,0 0 0 16,-3 0 10-16,-1 0-2 0,-2 0-8 0,0 0 12 15,0 0-12-15,0 0 11 0,-3-5-11 0,3 5 10 16,-3 0-10-16,3-3 10 0,-1 3-10 16,-2 0 10-16,3-2-10 0,0 2 0 0,3 0 9 0,-3-3-9 15,3 3 0-15,0-3 0 0,-4 3 0 0,4 0 8 16,0 0-8-16,-3 0 0 0,3-2 0 0,-3 2 0 15,0 0 0-15,0 0 0 0,-1 0 0 0,1 0 0 16,-3 0 0-16,3-3 0 0,-3 3 0 0,0 0 0 16,-3 0 0-16,3 0 0 0,0 0 0 0,0 0 0 15,0-5 0-15,-1 5 0 0,4 0 0 0,-3 0 8 16,3 0-8-16,-3-3 0 0,3 3 0 0,0 0 0 16,0 0 0-16,0 0 0 0,-1-5 0 0,1 5 0 15,0-3 0-15,0 3 0 0,0 0 0 0,0 0 8 16,0 0-8-16,-3 0 0 0,3 0 8 0,-4 0-8 15,1 0 8-15,0 0-8 0,-3 0 10 0,3 0-10 16,-3 0 12-16,-3 0-3 0,3 0-1 0,-3 0 0 0,0 0 5 16,0 0 1-16,3 0 0 0,-6 0 0 15,3 0-2-15,0 0 0 0,-3 0 0 0,2 0 0 0,1 0 1 0,-3 0 0 16,3 0 0-16,0 0 0 0,-3 0-3 0,3 0-1 16,0 0 0-16,0 0 0 0,-3 0 0 0,3 3 0 0,0-3 0 0,-6 0 0 15,6 5-1-15,-3-5-8 0,3 0 12 0,-3 3-4 16,-3-3-8-16,6 5 10 0,-3 0-10 0,0 1 10 15,0-1-10-15,0 0 10 0,0 3-10 0,0-5 10 16,0 5-10-16,0-3 12 0,0 0-12 16,-3 3 12-16,3 0-12 0,0-5 8 15,-3 5-8-15,3 0 8 0,-3-3-8 0,0 3 0 0,3 0 9 0,-3 0-9 16,0 3 0-16,0-4 9 0,3-1-9 0,-3 2 0 16,0 0 8-16,0 2-8 0,0-2 0 0,0 0 0 15,0 3 0-15,0-1 0 0,0-2 8 0,0 3-8 16,2 5 0-16,-2-6 0 0,0 3 0 0,3 3 0 15,-3 0 0-15,0 3 0 0,3-1 0 0,-3 3 0 16,0 1 0-16,3-4 0 0,0 6 0 0,-3-6 0 16,3 1 0-16,0-1 0 0,3 1 0 0,-3-3 0 15,0 0 9-15,3 2-9 0,-3-2 0 0,3 0 9 16,-3 5-9-16,0-8 0 0,3 6 0 0,-3-1 8 16,0 6-8-16,3-5 10 0,-3 5-10 0,3 2 10 15,-3 1-10-15,3-4 12 0,-3 4-12 0,3-3 12 16,-3-1-4-16,0-1-8 0,3-1 12 0,-3-3-4 15,0 3-8-15,0-5 10 0,0 3-10 0,0-1 10 16,-3 4-10-16,3-4 8 0,-3 3-8 0,2 3 8 0,-2 0 0 16,0 2-8-16,0 1 12 0,0 2-4 0,0-5 0 15,0 2-8-15,0-2 12 0,0 0-4 16,0-3 0-16,0 0-8 0,0 0 12 0,0-2-4 0,0 2-8 16,0-5 12-16,0 2-12 0,0 4 12 15,0-1-12-15,0 0 12 0,0 5-12 0,0 1 12 0,0-3-12 0,0 2 10 0,0 1-10 16,0-1 10-16,0-2-10 0,0 0 10 0,0-6-10 0,-2 6 10 15,2-5-10-15,0 2 12 0,0-5-12 0,-3 2 12 16,3 1-12-16,0-1 0 0,0 1 9 0,0 4-9 16,0-1 8-16,0 4-8 0,0-2 8 0,0 5-8 15,0-5 0-15,0 2 9 0,0-2-9 0,0 0 0 16,0-3 9-16,0-2-9 0,0-1 0 16,0 3 9-16,0-5-9 0,0-3 0 0,0 3 0 0,0-2 8 15,0 1-8-15,0 1 0 0,0 0 0 0,0 3 8 16,0-1-8-16,0 1 8 0,3 2-8 0,-3 0 8 15,0 0-8-15,0 0 0 0,0 1 0 0,0-1 8 16,0-3-8-16,0 1 0 0,0-3 0 0,0 0 8 16,0-1-8-16,0-1 0 0,0 1 9 0,0-1-9 15,0-1 0-15,0-2 9 0,0 2-9 0,0-3 0 16,0 4 8-16,0-1-8 0,2 0 0 0,-2 0 0 16,0 3 8-16,0 0-8 0,0 0 0 0,0 5 0 15,0-2 0-15,0-1 0 0,0 3 0 0,0 0 0 16,0 1 8-16,0-4-8 0,0 1 0 0,0-1 0 15,0 1 8-15,0-6-8 0,0 3 0 0,0-3 0 16,0 0 10-16,0 0-10 0,0 1 8 0,0-1-8 0,0-2 8 16,0 2-8-16,3 0 8 0,-3-2-8 15,0 2 8-15,0 3-8 0,0-3 0 0,0 3 8 16,0 0-8-16,0 0 0 0,0 2 9 0,0-2-9 0,0 0 0 16,0 0 8-16,0 2-8 0,0-2 0 0,0-3 0 0,0 3 0 0,3-5 0 15,-3 2 8-15,0-2-8 0,0-1 0 0,3-2 0 16,-3 3 0-16,0-3 0 0,0 0 0 0,3-3 0 15,-3 0 0-15,0-5 0 0,0 8 0 0,0-8 0 16,0 8 0-16,0-8 0 0,3 5 0 0,-3-5 0 16,0 6 0-16,0-6-18 0,0 0-2 15,0 0 0-15,0 0 0 16,0 0-18-16,0 0-4 0,0 0-1 0,0 0 0 16,0 0-107-16,0 0-22 0,0 0-4 0</inkml:trace>
  <inkml:trace contextRef="#ctx0" brushRef="#br0" timeOffset="3742.539">19862 7761 1538 0,'0'0'32'0,"0"0"8"0,0 0-32 0,0 0-8 0,0 0 0 0,0 0 0 15,0 0 92-15,0 0 16 0,0 0 4 0,0 0 1 16,3-3-41-16,0-2-9 0,0 2-2 0,0 3 0 16,3-3-25-16,0 3-6 0,0-2-1 0,0 2 0 15,3 0 4-15,0 0 1 0,0 0 0 0,3 2 0 16,0-2-10-16,3 3-3 0,-1-3 0 0,1 0 0 15,3 0-1-15,0 3-1 0,0-3 0 0,3 2 0 16,-3-2-5-16,-1 3-1 0,1-3 0 0,0 0 0 16,0 0-1-16,0 0 0 0,0 0 0 0,3 0 0 15,-4 0 14-15,7 0 2 0,0 0 1 0,0 0 0 0,3 0-29 16,2 0 0-16,4 3 0 0,-3-1 0 0,0-2 0 16,-1 3 0-16,1-3 0 0,0 3 0 0,-3-3 0 15,3 0 0-15,-4-3 0 0,4 3 0 0,0 0 0 0,6 0 0 16,-4 0 0-16,4 3 0 0,0-1 57 0,-3-2 6 15,-1 3 1-15,1 0 0 0,-6-3-52 0,3 2-12 16,-7-2 0-16,7 0 0 0,0 0 0 0,0 0 0 16,2 0 0-16,1 0 0 0,-3 3-10 0,0-3-5 15,-1 5-1-15,1-2 0 0,-3-3 16 0,-3 2 0 0,0 1 12 16,-1-3-12-16,-2 3 15 0,0-3-4 0,3-3-1 0,0 3 0 16,-3 0-10-16,2 0 0 0,4 0 0 0,0 0 0 15,-3 3 0-15,3-3 12 0,-1 2-12 0,-2-2 12 16,0 3-12-16,0-3 10 0,-3 3-10 0,-1-1 10 15,1-2-10-15,-3 0 0 0,0 0 0 0,0 0 8 16,0 0-8-16,3 0 0 0,-1 0 0 0,-2 0 8 16,3 0-8-16,0 0 0 0,3 0 0 0,0 0 0 15,-4 0 0-15,1 0 0 0,3 3 8 0,-3-3-8 16,0 3 0-16,-3-1 0 0,2-2 0 0,-2 3 0 16,-3-3 0-16,3 0 0 0,-3 0 0 0,0 0 8 15,0 0-8-15,0-3 0 0,-1 3 0 0,1 0 0 16,3 0 0-16,-3 0 0 0,3 0 0 0,0-2 0 15,-3 2 0-15,3 2 0 0,-1-2 8 0,1 0-8 16,0 3 0-16,-3-3 0 0,3 3 0 0,-3-1 8 16,3-2-8-16,-3 3 0 0,-1 0 0 0,-2-1 0 15,0-2 0-15,0 0 0 0,-3 3 0 0,0-1 0 16,3-2 0-16,-3 0 0 0,0 0 8 0,0 0-8 16,0 0 0-16,0 0 0 0,-1-2 0 0,1 2 0 15,0 0 0-15,0-3 0 0,0 3 0 0,0 0 0 0,0-2 0 0,3 2 8 16,-3-3-8-16,0 3 0 0,0 0 0 0,0-3 0 0,0 3 0 15,0 0 0-15,-1-2 0 0,-2 2 0 0,3-3 0 0,0 3 0 16,0 0 0-16,0-3 0 0,-3 3 8 0,3 0-8 16,-3-2 0-16,0 2 0 0,3-3 0 0,-3 3 0 15,0-3 0-15,0 3 0 0,0 0 0 0,-3-2 0 16,3 2 0-16,-3-3 0 0,3 0 8 16,-4 3-8-16,-2 0 0 0,3-2 0 0,3-1 0 0,-6 3 8 15,3-3-8-15,-3 3 0 0,3-2 0 0,-3 2 0 16,6-3 0-16,-6 3 0 0,0-5 8 0,0 5-8 15,3-3 0-15,-3-2 0 0,0 2 9 0,0 3-9 16,0-5 0-16,0 0 0 0,0-1 0 0,0 1 8 16,0 0-8-16,-3 2 0 0,3-5 0 0,0 3 0 15,0 2 0-15,-3-2 0 0,3-3 0 0,-3 3 8 16,3 0-8-16,0-1 0 0,0 1 0 0,-3-3 8 16,3 3-8-16,0-3 0 0,-3 2 0 0,3-1 0 15,-3-1 0-15,3 2 0 0,0-2 0 0,-3 3 0 16,3-3 9-16,0 0-9 0,0 0 12 0,0 0-12 15,0 0 12-15,0 0-12 0,0 0 12 0,-3 1-12 16,3-1 10-16,0-3-10 0,0 3 8 0,-2-2-8 16,2 2 8-16,0 0-8 0,0-3 0 0,0 0 8 15,0 4-8-15,0-1 0 0,0-3 0 0,0 3 8 0,-3 0-8 16,3 0 0-16,0 0 9 0,-3 0-9 0,3 0 0 0,0-2 8 16,0 2-8-16,-3 0 0 0,3 3 9 0,0-3-9 15,-3 0 12-15,3 2-12 0,-3 1 12 0,3-3-12 16,0 3 12-16,-3 0-12 0,0-1 11 0,3 1-11 0,-3 0 10 0,0-1-10 15,0 1 10-15,0 3-10 0,3-4 10 0,-3 4-10 16,0-4 8-16,3 4-8 0,-3-4 0 16,3 6 9-1,-3-5-9-15,0 2 0 0,3-2 0 0,0 5 0 0,0-3 0 0,-3-2 0 16,3 5 0-16,0-2 0 0,0-4 0 0,0 6 0 0,0-2 0 0,3-4 0 16,-3 4 0-16,3-4 0 0,-3 4 0 0,3-4 0 15,0 1-21-15,3 3-3 0,-3-4-1 0,3 1 0 16,0-3-100-16,3 0-20 15,0-3-4-15</inkml:trace>
  <inkml:trace contextRef="#ctx0" brushRef="#br0" timeOffset="7464.164">19678 4578 1599 0,'0'0'33'0,"0"0"8"0,-6 0-33 0,0 2-8 0,6-2 0 0,-6 3 0 16,0-3 112-16,3 3 21 0,3-3 4 0,-9 2 1 16,3-2-34-16,0 5-6 0,0-5-2 0,0 0 0 15,-3 3-30-15,3-3-6 0,0 3-2 0,-3-1 0 16,1 1-13-16,2-3-2 0,-3 3-1 0,0-1 0 16,0 1-10-16,0 0-1 0,-3-1-1 0,0 4 0 15,3-6-6-15,-3 2 0 0,0 3-1 0,-3-2 0 16,4 0-5-16,-1-1-1 0,-3 4 0 0,0-4 0 15,0 1-3-15,0 0-1 0,0-1 0 0,-6 4 0 16,4-6 3-16,-4 0 0 0,0 0 0 0,-3 2 0 16,0-2-3-16,0 3 0 0,-2-3 0 0,-1 0 0 15,0 3-13-15,0-3 11 0,0 2-11 0,-2 1 10 16,2-3-10-16,0 2 8 0,0 1-8 0,-2-3 8 16,2 3-8-16,-3-1 0 0,0 1 0 0,0 0 8 15,4-1-8-15,-7 4 8 0,3-6-8 0,0 2 8 16,4 1-8-16,-1 0 0 0,3-1 0 0,0 1 0 15,0 0 0-15,-2-1 0 0,2 1 0 0,0 2 0 16,0 0 0-16,0 1 0 0,4-4 0 0,-4 1 0 0,3 2 0 16,0 1 0-16,3-4 0 0,-3 4 0 15,6-1-23-15,-2-3 3 0,2 4 1 0,0-1 0 16,0 0-14-16,3-2-3 0,0 2-1 0,3 1 0 16,0 1-22-16,0-1-4 0,3-1-1 0,0 3 0 15,3-3-123-15,0 1-25 0,3-1-4 0</inkml:trace>
  <inkml:trace contextRef="#ctx0" brushRef="#br0" timeOffset="8483.133">19791 7160 1599 0,'0'0'33'0,"0"0"8"0,0 0-33 16,0 0-8-16,0 0 0 0,0 0 0 16,0 0 102-16,0 0 18 0,-3 5 4 0,3-5 1 15,-6 3-31-15,6-3-6 0,-6 3-2 0,0-1 0 16,3 1-21-16,-3-3-4 0,0 3-1 0,-3-1 0 0,3-2-14 16,-3 0-3-16,3 3-1 0,-3-3 0 15,1 3-13-15,-1-1-2 0,-3-2-1 0,0 3 0 0,0-1-4 0,0-2-1 0,0 3 0 0,-3-3 0 16,0 3-3-16,-3-3-1 0,4 2 0 0,-4-2 0 31,0 3-17-31,-3 0 0 0,3-1 8 0,-3-2-8 0,3 3 0 0,-2-3 0 0,2 0 0 16,-6 3 0-16,3-1 0 0,-3-2 0 15,-2 3 0-15,-1 0 0 0,-3-1 0 0,0 1 0 0,3 0 0 16,-5-1 0-16,2 1 55 0,3-1 7 16,-3 1 2-16,1-3 0 0,2 5-72 15,0-2-15-15,-3 0-2 0,3-1-1 0,-2 1 26 0,-1 2 0 0,-3 1 0 0,3-4 0 16,1 3 8-16,-1-2-8 0,0 2 10 0,3 1-10 15,1-1 8-15,-1 0-8 0,3 1 0 0,0-1 0 16,0 0 0-16,-2-2 0 0,2-1 0 0,0 1 0 16,3 2 0-16,-3-2 0 0,3-3 0 0,1 5 0 15,-1-2 0-15,3 0 0 0,3-1 0 0,-3 1 0 16,3 0 0-16,3-1 0 0,0 1 0 0,1 0 0 16,2-1 12-16,0 1 5 0,3-1 2 0,6-2 0 15,-6 0-55-15,6 0-10 0,0 0-2 0,0 0-1 16,0 0-75-16,0 0-16 0,0 0-2 0</inkml:trace>
  <inkml:trace contextRef="#ctx0" brushRef="#br0" timeOffset="10632.515">18181 5427 999 0,'0'0'42'0,"0"0"-34"16,0 0 59-16,0 0 11 0,0 0 2 0,0 0 1 15,0 0-16-15,3-3-3 0,-3 3-1 0,3-2 0 16,-3 2-4-16,2-3-1 0,4 0 0 0,-3 1 0 16,3-1 0-16,-6 3 0 0,6 0 0 0,0 0 0 15,0 0-23-15,0 0-5 0,0 0 0 0,3 3-1 16,0-1 16-16,3-2 3 0,0 3 1 0,0 0 0 15,3 2-24-15,-1-2-5 0,4 2-1 0,3 0 0 16,-3 0 2-16,3-2 0 0,3 2 0 0,-3-2 0 16,2 2-3-16,1-2-1 0,0 2 0 0,3 1 0 15,-3-4 0-15,2 1 0 0,-2 0 0 0,3-3 0 16,0 2 0-16,0-2 0 0,2 3 0 0,1-3 0 16,0 0-4-16,0 0-1 0,-1 0 0 0,-2-3 0 15,3 3 3-15,-6 0 1 0,3-2 0 0,-4 2 0 16,1 0 2-16,3-3 1 0,0 0 0 0,0 1 0 15,-1-1 5-15,1 0 1 0,0 3 0 0,0-2 0 0,-1-1-23 0,-2 0 0 0,3 3 0 16,-3-2 0-16,-3-1 8 0,0 0-8 0,-1 3 8 16,1-2-8-16,0-1 0 0,-3 0 8 0,3-2-8 15,0 3 0-15,-1-1 0 0,-2 3 0 0,3-5-10 16,0 2 10-16,0 0 0 0,-3 3 0 0,2-2 0 16,-2-1 0-16,0 3 0 0,0 0 0 0,0-3 0 0,-3 3 0 15,0 0 0-15,0-2 0 0,-4 2 0 0,1 0 0 16,0-3-25-16,-3 3 1 0,3 0 1 0,-3-3 0 15,-3 3-92-15,3 0-18 16,-3-2-4-16</inkml:trace>
  <inkml:trace contextRef="#ctx0" brushRef="#br0" timeOffset="11447.574">18312 6536 1094 0,'-9'2'46'0,"3"-2"-37"16,-3 0 67-16,3 3 14 0,0-3 2 0,0 0 1 16,6 0-10-16,0 0-3 0,0 0 0 0,0 0 0 15,-3 3-5-15,3-3-2 0,0 0 0 0,0 0 0 16,0 0-22-16,0 0-5 0,0 0-1 0,0 0 0 15,0 0-5-15,0 0-2 0,0 0 0 0,0 0 0 16,0 0 14-16,3 2 2 0,3 1 1 0,3-1 0 16,-3-2-43-16,0 3-12 0,3-3 0 0,0 0 0 15,-1 3 0-15,4-3 0 0,0 0 0 0,3 0 0 16,0 2 31-16,3-2 5 0,-3 3 0 0,3-3 1 16,-1 0-22-16,4 3-5 0,-3-3-1 0,3 0 0 15,0 0-9-15,-3 0 8 0,3-3-8 0,-1 0 8 16,-2 1 2-16,3 2 0 0,3-3 0 0,-3 0 0 15,3 1-10-15,-1-1 8 0,1 1-8 0,3-1 8 0,0 3 1 0,-3 0 0 16,2-3 0-16,-2 3 0 0,0 0 2 0,0 0 0 16,0-2 0-16,-1 2 0 15,-2-3 5-15,3 3 0 0,0-3 1 0,0 1 0 0,-3-1 8 0,2 3 2 0,4 0 0 16,-3 0 0-16,0 0-27 0,0 0-9 0,2 0 0 16,-2 3 0-16,-3-1 9 0,0-2 12 15,0 0-2-15,0 0-1 0,-1 0-1 0,-2 0-8 16,0 0 12-16,0-2-4 0,3 2-8 0,-3 0-9 0,-1 0 9 0,1 0-13 15,-3 0 21-15,3 0 5 0,0 0 1 0,-3 0 0 16,0 2-14-16,0-2 0 0,-1 0 0 0,1 0 0 16,0 3 0-16,-3-3 0 0,0 0 0 0,0 3 0 15,0-3-19-15,0 0-3 0,-3-3-1 0,3 3 0 32,0 0-127-32,-1 0-26 0,1-3-4 0</inkml:trace>
  <inkml:trace contextRef="#ctx0" brushRef="#br0" timeOffset="12378.529">22803 4935 1241 0,'-6'-6'25'0,"0"1"8"0,3 0-33 0,0 0 0 0,0 2 0 0,3 3 0 16,-3-8 77-16,3 3 9 0,0-1 2 0,0 1 0 15,0 3-19-15,3-4-3 0,0 4-1 0,0-1 0 16,0-2-1-16,3 2 0 0,0 0 0 0,0 1 0 15,3-1 0 1,0 0 0-16,0 1 0 0,3 2 0 16,0-3-24-16,3 3-4 0,0 0-2 0,-1 0 0 0,4 0 2 0,3 0 1 0,-3 0 0 0,6 0 0 15,-3 0-8-15,5 0-1 0,-2 0-1 0,6 3 0 16,0-3 2-16,3 2 1 0,-1-2 0 0,7 3 0 16,-3 0-18-16,-1-1-4 0,1-2-8 0,6 3 12 15,-6 0-12-15,2-3-8 0,4 0 8 0,0 0-13 16,-4 0 61-16,4 5 13 0,0-5 3 0,-1 3 0 15,-5-3-64-15,-3 0-24 0,-1 0 0 0,-2 0 1 16,0 0 23-16,-3 0 0 0,3 0 0 0,-4 2 8 16,-2-2 9-16,0 0 2 0,0 3 0 15,-3 0 0-15,-1-1-19 0,-2-2 0 0,-3 3 0 0,3-1 0 16,-6 1 0-16,3-3 0 0,-3 3 0 0,-3-1 0 16,3 1 0-16,-3 0 0 0,-1-3 0 0,-2 5 0 15,3-5-48-15,-3 3-12 0,0-3-4 0,0 2 0 16,-3 1 12-16,3 0 3 0,-3-1 0 0,0 3 0 15,0 1-127-15,0-1-24 0,-3 0-6 0</inkml:trace>
  <inkml:trace contextRef="#ctx0" brushRef="#br0" timeOffset="13033.465">22812 6977 1337 0,'0'0'56'16,"6"0"-44"-16,0 0 92 0,0 3 20 15,0-3 3-15,0 0 1 0,3 3-52 0,0-3-9 0,0 0-3 0,3 2 0 16,0-2 0-16,2 3 0 0,4 0 0 0,0-3 0 16,0 2-7-16,-3-2-1 0,3 0-1 0,3 0 0 15,2 0-10-15,1 0-1 0,0-2-1 0,6 2 0 16,3 0-11-16,2 0-1 0,1 2-1 0,6 1 0 15,-4-3-2-15,1 3-1 0,3-3 0 0,-1 0 0 16,4 2-7-16,0 1-2 0,-1-3 0 16,4 3 0-1,-6-1 1-15,2 1 0 0,-5 0 0 0,6-1 0 0,-10 1-19 0,4-1 0 0,-3 1-8 16,-1 0 8-16,-2-1 0 0,0 1 0 0,0 0 0 0,-4 2 0 16,-2-2 8-16,-3 2-8 0,-3-2 0 0,-3 2 0 15,0 0 0-15,-6-2 0 0,-1-1 0 0,1 1 0 16,-3 0 0-16,-3-3 0 0,-3 2 0 0,3 1 0 15,-6-3 0-15,0 0 0 0,0 0 0 0,0 0 0 16,0 0-48-16,0 0-12 0,0 0-4 0,0 0 0 16,0 0-204-16,0 0-42 0</inkml:trace>
  <inkml:trace contextRef="#ctx0" brushRef="#br0" timeOffset="17427.011">23533 4051 1579 0,'-9'-18'32'0,"6"12"10"0,3-2-34 0,-3 0-8 0,3 3 0 0,0-3 0 16,0 5 53-16,0 3 9 0,0-7 2 0,0 7 0 15,0 0 0-15,0 0 0 0,0 0 0 0,0 0 0 16,0 0-9 0,0 0-2-16,0 0 0 0,0 7 0 15,3-4-36-15,-3 8-7 0,0-3-2 0,0 8 0 0,3-6-8 0,-3 1 0 16,0 5-12-16,3-6 12 16,0 3-14-16,0 3 5 0,2-3 1 0,1 3 0 15,3-5-32-15,0 5-5 0,0-8-2 0,3 2 0 0,0-2 47 0,0-2 0 0,3-1 0 16,0-3 0-16,0-2 0 0,2 0 0 15,-2-2-10-15,3 2 10 0,-3-8 0 0,0 3 0 0,0-3 0 16,0 0 0-16,0 0 24 0,-6-3 0 0,2 3 0 0,-2-2 0 16,0-4 20-16,-3 4 3 0,0-1 1 0,-3-2 0 15,3 0 6-15,-3 2 2 0,0-2 0 16,-3 0 0-16,0 0 4 0,0-1 2 0,0 1 0 16,0 3 0-16,-3-6-50 0,3 5-12 0,-3-2 0 0,0 2 0 15,0 3 0-15,3 0 0 0,-3-2 0 0,3 4 0 16,-3 1 54-16,3 5 8 0,0 0 2 0,0 0 0 15,0 0-52-15,0 0-12 0,0 0 0 0,0 0 0 16,0 0 0-16,0 5 0 0,0 3 0 0,0 0 0 16,0 3 0-16,0 0 0 0,3 4 0 0,-3-4 0 15,0 2 0-15,0 3 0 0,0-3 0 16,0 3 0-16,0 0 0 0,-3 3 0 0,3-6 0 0,-3 5 0 16,0-2 0-16,0 3 0 0,-3-1 0 0,3 1 0 15,-3-1 0-15,-3 1 0 0,4-1 0 0,-4 1 0 16,0-1 0-16,-3 1 0 0,3-3 0 0,-3 0 0 15,-3-3-16-15,3 0-5 0,-3 3-2 0,0-8 0 16,3 3 23-16,-2-1 0 0,-1-2 0 0,0-3 0 16,3 1-32-16,0-1-9 0,0-2-2 0,0 2 0 15,6-5 35-15,-3 5 8 0,3-5 0 0,6 0 0 16,0 0-156-16,0 0-28 0,0 0-7 0,3-8-1 16,6 0 0-16,0 0 0 0,3 3 0 0,3-3 0 15,0-5 87-15,6 2 17 0,0 6 3 0,2-8 1 0,1 2 12 16,-3 3 2-16,3-2 1 0,0-1 0 0,-4 3 126 0,-2-2 26 0,0 2 5 0,0 0 0 15,-3 2 32-15,0-2 7 0,-3 6 1 16,0-6 0-16,-3 3-11 0,-1-1-1 16,-2 4-1-16,0-1 0 0,0 0-31 0,-6 3-5 0,0 0-2 15,0 0 0-15,0 0-10 0,0 0-3 0,0 0 0 16,0 0 0-16,3 6 0 0,-3 2 0 0,0 0 0 0,0-1 0 16,0 4-51-16,0 0-13 0,-3-1 0 0,3 3 0 15,0-2 0-15,0 0 0 0,0-1 0 0,0 1 0 16,3 2 0-16,0-8 0 0,0 6 0 0,0-3 0 15,3 0 0-15,-3 0 0 0,3-3 0 0,3 0 0 16,0 1 0-16,0-1 0 0,0 0 0 0,0-5 0 16,0 0 0-16,3 0-12 0,0 0 3 0,-4 0 0 15,4-5 21-15,0 0 5 0,3 2 1 0,-6-2 0 16,3-1 3-16,0 1 1 0,-3-3 0 0,3 0 0 16,-6 0 2-16,3 0 0 0,-3-2 0 0,-3 2 0 15,2-3-4-15,-2 3 0 0,0-2 0 0,-3-4 0 16,0 4-8-16,0 2-3 0,-3-5 0 0,0 2 0 15,-2 1-9-15,-1 2 0 0,0 0 0 0,-3 0 0 16,0 2 0-16,0 4-12 0,0-6 0 0,-3 8 1 16,-3 0-50-16,0 0-11 0,0 0-1 0,0 2-1 15,-2 4-108-15,-1-1-22 0,3 3-4 0</inkml:trace>
  <inkml:trace contextRef="#ctx0" brushRef="#br0" timeOffset="18366.523">23806 6208 1637 0,'0'0'34'0,"0"0"8"0,0 0-34 0,0 0-8 0,0 0 0 0,0 0 0 16,0 0 82-16,-3 2 14 0,3-2 4 0,-6 5 0 15,3 1-42-15,0 2-8 0,0 0-2 0,3 0 0 16,-2-1-24-16,-1 1-6 0,3 3-1 0,0 0 0 16,-3-3-17-16,3 2 0 0,0 1 8 0,3-1-8 15,-3 1 0-15,3-1 0 0,-3-2 0 0,2 3 0 16,1-3-10-16,3 0-2 0,-3-3-1 0,3 3 0 15,-3-3-20-15,3 1-4 0,0-4-1 0,0 4 0 16,0-6 18-16,3 2 3 0,-3-2 1 0,0-2 0 16,3 2 16-16,-3-3 0 0,3 0 0 0,-3-2 0 15,3 0 8-15,-3 2 4 0,0-2 2 0,0-3 0 16,-3 3 33-16,2-3 6 0,-2 0 2 0,0 0 0 16,0 0 1-16,-3-3 0 0,0 1 0 0,3-1 0 15,-3 0 20-15,0 1 4 0,0-3 0 0,0 5 1 16,-3-3-65-16,3 1-16 0,-3 2 0 0,3 0 0 15,-3 0 0-15,3 2 0 0,-3 4 0 0,3 2 0 0,0 0 55 16,0 0 7-16,0 0 2 0,0 0 0 16,0 0-52-16,0 0-12 0,0 0 0 0,0 0 0 15,0 0 0-15,0 5 0 0,0 3 0 0,3 3 0 16,-3-1 0-16,0 3 0 0,3 1 0 0,-3-1 0 16,0 0 0-16,3 3 0 0,-3-3 0 0,0 3 0 0,0 0 0 0,0 0 0 15,-3 0 0-15,0-3 0 0,3 3 0 16,-3-3 0-16,0 0 0 0,-2 1 0 0,-1-1-12 0,0-3-6 0,0 4-1 0,0-4 0 15,0 1 19-15,-3-1 0 0,0 1 0 16,0-3 0-16,0 0 0 0,0 2 0 0,0-2 0 0,0 0 0 16,0 0-9-16,-3-3 9 0,3 1-13 15,1-1 5-15,-4 0 8 0,0-2-10 0,3-3 10 16,0 3-10-16,0-1-6 0,-3-2-2 16,6 3 0-16,-3-3 0 0,6 0-26 0,3 0-6 15,0 0-1-15,0 0 0 0,-3-5-88 0,3-1-17 16,3 1-4-16,0 2-1 0,6-2-22 0,0-3-4 0,3 3-1 0</inkml:trace>
  <inkml:trace contextRef="#ctx0" brushRef="#br0" timeOffset="18588.622">24059 6483 1661 0,'9'0'47'0,"-3"-3"10"16,0 3-45-16,0 0-12 0,-6 0 0 0,0 0 0 15,3-3 88-15,-3 3 15 0,0 0 3 0,0 0 1 16,6-2-29-16,-6 2-6 0,0 0 0 0,0 0-1 15,0 0-19-15,3 5-3 0,0-2-1 0,-3-3 0 16,3 5-12-16,0 0-2 0,0 1-1 0,-3-1 0 16,3 3-7-16,-3 0-2 0,0 0 0 0,0 2 0 15,0-2-9-15,0 3-3 0,-3 2 0 0,3 0 0 16,-3 0-12-16,0 1 8 0,0-1-8 0,0 3 0 16,-3-3 0-16,3 3 0 0,0-3 0 0,-3 0 0 15,3-2-104-15,-3 2-16 0,3-2-4 0</inkml:trace>
  <inkml:trace contextRef="#ctx0" brushRef="#br0" timeOffset="25012.847">17049 4564 1552 0,'-3'-5'44'0,"0"2"10"16,3 3-43-16,-2-5-11 0,2 5 0 0,0 0 0 16,-3-5 102-16,3 5 18 0,0 0 4 0,0 0 1 15,0 0-50-15,0 0-11 0,0 0-1 0,0 0-1 16,-6 2-46-16,0 6-8 0,0-5-8 0,0 8 9 15,0 2 21-15,0 0 4 0,0 6 1 0,0-1 0 16,0 1-27-16,3-1-8 0,0 3 0 0,0-2 0 16,0-1 0-16,3-2 0 0,0 3 0 0,0-3 0 0,3-3 0 0,0 0 0 15,3 0-12-15,-3-2 3 16,3-3-16-16,0 0-3 0,0-3-1 0,3-2 0 16,-3-1 29-16,3-2 0 0,0 0 0 0,2 0 0 15,-2-2 0-15,3-1 0 0,-3 0 0 0,3-2 0 0,0 0 0 16,0-3 0-16,0 0 0 0,0 0 0 0,0 0 0 0,-3 3 0 15,0-6 0-15,-1 3 0 0,-2-2 0 16,0 2 8-16,0-3-8 0,-3 3 10 0,0 3 2 0,-3 0 0 16,3-3 0-16,-3 8 0 0,0 0-12 0,0 0 10 15,0 0-10-15,0 0 10 0,0 0-10 0,0 0 0 0,-6 2 9 0,0 4-9 16,6-1 0-16,0 3 0 0,0 0 0 0,3 0 0 16,3 0-24-16,0 0 0 0,0-3 0 0,0 3 0 15,3 0 34-15,3 0 7 0,-3-3 2 0,3 3 0 16,0-3-31-16,0 1-5 0,0-1-2 0,-1 0 0 15,1-2 19-15,0-1 0 0,-3 1 0 0,0-3 0 16,0 0 24-16,0 0 8 0,-3 0 1 0,3-3 1 16,-3 1-3-16,0-1-1 0,0 1 0 0,-3-1 0 15,0-5-30-15,0 3 0 0,-3-1 0 0,3-2 0 16,-3 0 41-16,-3-2 3 0,3-1 0 0,-3 1 0 16,3-6-20-16,-3 3-3 0,0-1-1 0,3-4 0 15,-3 5-20-15,3-6-18 0,0 3 3 0,-3 3 1 16,3-3-29-16,0 6-5 0,0-4-2 0,0 4 0 15,0 4-11-15,3-1-3 0,-3-1 0 0,3 5 0 16,0-2-153-16,0-1-31 0</inkml:trace>
  <inkml:trace contextRef="#ctx0" brushRef="#br0" timeOffset="25344.165">17523 4906 895 0,'-9'18'18'0,"6"-13"6"0,0 6-24 0,3-6 0 0,0 1 0 0,0 2 0 15,0 0 47-15,0-8 4 0,0 2 1 0,3 6 0 16,3-5 16-16,0-3 4 0,3 0 1 0,-3 0 0 16,3-3 17-16,2 3 3 0,-2-8 1 0,3 6 0 15,0-4 2-15,0 1 0 0,3 0 0 0,-3-3 0 16,0 5-16-16,0-8-4 0,0 4 0 0,0 1 0 15,-4 1-21-15,4-3-5 0,-3 0-1 0,-3 3 0 16,0-3-8-16,0 0-1 0,-3 0-1 0,3 0 0 16,-6 0-14-16,3-2-2 0,-3-1-1 0,0 0 0 15,0 3-22-15,-3 0 0 0,3-2 0 0,-6 2 0 16,3 0 19-16,-3 3 2 0,0-1 1 0,-3 4 0 16,3 2-22-16,-3 0 0 0,0 0 0 0,-2 0-12 15,-1 8-40-15,0-6-9 0,0 4-2 0</inkml:trace>
  <inkml:trace contextRef="#ctx0" brushRef="#br0" timeOffset="26502.414">17338 7321 1845 0,'-9'0'38'0,"9"0"10"0,0 0-38 0,0 0-10 0,0 0 0 0,-6 0 0 16,6 0 77-16,-6 0 14 0,6 0 2 0,-6 6 1 15,0-1-53-15,0 3-10 0,4-3-3 0,-4 6 0 16,0-1-12-16,-3 4-4 0,3-4 0 0,0 6 0 15,-3 0-12-15,3 3 0 0,0-4 8 0,3 7-8 16,-3-7 0-16,3 1 0 0,0 3 0 0,3-3 0 16,0 0 0-16,0-3-13 0,3 0 2 0,0-2 1 15,3-3-13-15,0 0-2 0,0-3-1 0,0 0 0 16,3-2 6-16,0-3 2 0,0 0 0 0,0-3 0 16,2 0-5-16,-2-2-1 0,3-3 0 0,-3 0 0 15,0-2 24-15,0 2 0 0,-3-5 0 0,3 2 0 0,-3 0 0 16,0-2 0-16,3 0 0 0,-3 0 0 0,-3-1 41 0,0 1 13 15,3 0 2-15,-3 2 1 0,-3 1-40 0,3 2-8 0,-3 0-1 16,3 3-8-16,-3 5 38 0,0 0 1 0,0 0 0 0,0 0 0 16,0 0-27-16,0 0-12 0,-3 10 10 0,3 1-10 15,-3-1 0-15,3 4 0 0,0 2 0 0,3-3 0 16,0 3 0-16,0-3 0 16,0 0-13-16,0 0 4 0,2 1-22 15,4-4-4-15,-3 1-1 0,3-3 0 0,0 0 36 0,0 0 9 0,0-3 1 0,3 0 0 16,0-5-10-16,0 3 0 0,0-3 0 0,0-3 0 15,-1 0 25-15,1-2 3 0,0 0 1 0,-3-3 0 16,3-3 20-16,-3 1 4 0,0-3 1 0,0 2 0 16,0-5-10-16,-3 3-1 0,3-6-1 0,-3 3 0 15,0 1-22-15,0-4-4 0,-3 1 0 0,3-1-1 16,-3 3-6-16,-1-2-1 0,4 2 0 0,-3-3 0 16,0 3-8-16,0 0 0 0,0-2 0 0,0 2 0 15,0 0 0-15,0 3 0 0,-3 0 0 0,3 2 0 16,0 1-36-16,-3 2 1 0,3 0 0 0,0 2 0 15,0 4-98-15,-3 2-20 0,3-3-4 0</inkml:trace>
  <inkml:trace contextRef="#ctx0" brushRef="#br0" timeOffset="27040.848">17800 7570 2048 0,'0'0'43'0,"0"-5"9"0,3 0-42 0,-3-3-10 0,3 0 0 15,-1 2 0-15,4-1 108 0,0-1 20 0,0 2 4 0,0-2 1 16,3 0-55-16,0 3-11 0,0 0-3 0,0 0 0 16,0 2-64-16,0-2 0 0,0 2 0 0,0 0-12 15,0 3 20-15,-3 0 5 0,3 0 1 0,-1 0 0 16,-2 0-14-16,0 3 9 0,0 0-9 0,0 2 8 15,-6-5-8-15,3 5 0 0,0 0 0 0,0 1 0 16,-3-1-34-16,0 3 1 0,0 0 0 0,-3-3 0 16,3 3-7-16,-3-3-2 0,0 3 0 0,0 0 0 15,0-2 3-15,0 2 1 0,-3-3 0 0,3 0 0 16,0 3 6-16,0-3 2 0,1 1 0 16,-1 2 0-16,3-8 6 0,-3 5 0 0,3-5 1 0,0 5 0 15,3 0 11-15,-3-5 3 0,3 6 0 0,2-1 0 16,1-2 9-16,3 2 9 0,-3-2-1 0,3-1-8 15,0 1 39-15,0-3 1 0,0 3 0 0,-3-3 0 16,3 2 5-16,0 1 2 0,0 0 0 0,0-1 0 16,0 1-4-16,-3 2-1 0,0-2 0 0,-1 2 0 15,-2 0-8-15,0 1-2 0,3-1 0 0,-6 0 0 16,3 3-7-16,-3 0-1 0,-3-3-1 0,0 3 0 16,0 0-4-16,-3 0-1 0,1 0 0 0,-7 3 0 15,3-3-6-15,-3 2-2 0,-3 1 0 0,0 2 0 16,0-2-2-16,-6 2-8 0,3 0 12 0,1 3-4 15,-1-3-8-15,0 0 10 0,0 3-10 0,0-2 10 0,0-4-19 0,3 3-4 0,1-5-1 0,-1 3 0 32,3-3-118-32,0 0-24 0,3-3-5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3:07:17.34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22336 2493 1094 0,'0'0'23'0,"0"0"5"15,0-3-28-15,0 3 0 0,0-8 0 0,0 8 0 0,0-5 107 16,0 2 16-16,0-5 3 0,0 8 1 0,0-5-19 0,0 5-3 0,0-6-1 0,0 4 0 16,0 2-12-16,3-5-2 0,0 2-1 0,0-2 0 15,0 2-71-15,0-2-18 0,0 2 0 0,3 0 0 16,0 1 66-16,3 2 10 15,-3 0 1-15,5-6 1 0,-2 4-39 0,0 2-8 0,3 0-2 0,0-5 0 16,0 5-13 0,0 0-2-16,0-3-1 0,3 3 0 0,0 0-13 0,0 0 8 0,-1 3-8 0,-2-3 0 15,0 0 8-15,0 5-8 0,-3-5 0 0,0 0 9 16,0 2-9-16,-3 4 0 0,0-4 0 0,-3 1 0 16,-3 5 0-16,3-5 0 0,-3 5 9 0,-3-1-9 15,0 1 0-15,-6 6 0 0,3-1-10 0,-3-3 10 16,-3 4-27-16,-3 2 2 0,0-3 0 0,0 8 0 15,-2-5-3-15,-1 0 0 0,0 2 0 0,0-2 0 16,3 5 4-16,-3-5 1 0,3-3 0 0,0 3 0 16,4-2-19-16,2 1-4 15,0-4-1-15,0 0 0 0,6-1 61 0,0 3 12 0,3-5 2 0,3 0 1 16,0-2-29-16,3 1 0 0,3 1 0 0,0-5-10 16,5 2 10-16,-2 1 0 0,6 2 0 0,-3-8 0 15,6 2 0-15,-3 4 11 0,6-4-3 0,-4 3 0 16,-2-5 10-16,3 0 2 0,-3 0 0 0,0 0 0 15,0 0-12-15,-3 0-8 0,2 0 9 0,1-5-9 16,-3 3-10-16,3 2-8 0,0-6-2 0</inkml:trace>
  <inkml:trace contextRef="#ctx0" brushRef="#br0" timeOffset="502.021">23104 2032 1546 0,'0'-8'65'15,"3"3"-52"1,-3 2 97-16,0-7 19 0,3 7 4 0,-3-5 1 16,0 3-38-16,0 5-8 0,3-3-2 0,-3 3 0 15,0-8-38-15,0 8-7 0,0 0-1 0,0 0-1 16,0 0-19-16,0 0-4 0,-3 0-1 0,-3-5 0 16,0 10-15-16,-3-5 0 0,3 3 0 0,-3 2 0 15,0 3 0-15,-3-5 0 0,3 5 0 0,-3 2 0 16,1-2 0-16,-1 0 0 0,0 0 0 0,-3-3 0 15,0 3 0-15,3 0 0 0,0 0-9 0,-3 0 9 16,3 0-12-16,3 0 3 0,0 0 1 0,1 0 0 16,2-3 8-16,0 3-12 0,0 0 12 0,3-3-12 0,0 3 12 15,3-2-13-15,0-6 5 0,0 7 8 0,3 1-12 16,3-5 12-16,-3 2-10 0,3-2 10 0,0 2 0 0,0-5-9 16,2 3 9-16,1-3 0 0,0 3 0 15,3-3 0-15,0 0 0 0,0 0 0 0,0-3 0 0,0 3 0 0,0-3 0 0,0 3 0 16,0-8-18-16,-1 3 2 15,-2 2 0-15,3-5 0 16,-3 3-112-16,3-3-21 0,0 3-5 0</inkml:trace>
  <inkml:trace contextRef="#ctx0" brushRef="#br0" timeOffset="764.892">23166 1982 1616 0,'-6'-8'46'0,"3"3"10"0,0 2-45 0,-2-5-11 0,2 3 0 0,3 5 0 16,-3-3 92-16,3 3 17 0,0 0 3 0,0 0 1 15,0 0-37-15,0 0-7 0,0 0-1 0,0 0-1 16,0 0-18-16,0 0-3 0,0 0-1 0,3 3 0 16,0 5-1-16,-3 0-1 0,3 2 0 0,-1 1 0 15,-2 2-11-15,3 3-1 0,-3-3-1 0,0 8 0 16,0-2-10-16,0 7-1 0,0-2-1 0,-3 5 0 16,3 0-18-16,0 0 10 0,-2 1-10 0,2-1 8 15,-3 0-8-15,3-5 0 0,-3-1 0 0,3 4 8 16,-3-9-21-16,3 9-5 0,-3-6-1 0,3 3 0 15,0-3 19-15,-3 0 0 0,3 3 0 0,0 5 0 16,0-8 0-16,3 3 0 0,-3-3 0 0,3-2 0 16,0 2-208-16,0-3-39 0</inkml:trace>
  <inkml:trace contextRef="#ctx0" brushRef="#br0" timeOffset="4897.592">21389 4813 1637 0,'0'-8'34'0,"0"3"8"0,0-3-34 0,0 0-8 0,0 0 0 0,0 3 0 16,0-1 41-16,0 4 7 0,0 2 0 0,0 0 1 16,0 0 15-16,0 0 4 0,0 0 0 0,0 0 0 15,0 0-46-15,0 0-9 0,0 8-1 0,3-3-1 16,0 8-11-16,-3 0 0 0,3 3 9 0,0 3-9 15,0-3-10-15,0 5-6 0,0-8-2 0,0 6 0 16,0-3 18-16,3 2 0 0,0-5 0 0,3 1 0 16,0-1 0-16,0-5 0 0,0 0 0 0,0-6 0 15,3 1 0-15,2-6 11 0,-2 3-2 0,3-8 0 16,3 0 7-16,3 3 2 0,-3-11 0 0,6 3 0 16,-4 0 8-16,7 0 2 0,-3-3 0 0,0 2 0 15,0-1-18-15,-3-1-10 0,2 2 12 0,-2-1-12 16,-3-1 8-16,3 2-8 0,-3-1 0 0,0 1 0 15,-1 4 0-15,1-9 0 0,-3 9 0 0,0-6 0 16,-3 5-32-16,0 3 0 0,0 0 0 16,-3 0 0-16,-3 3-142 0,0 2-29 0</inkml:trace>
  <inkml:trace contextRef="#ctx0" brushRef="#br0" timeOffset="5326.933">21434 5419 1792 0,'0'0'51'0,"0"0"10"0,0 0-49 0,0 0-12 0,0 0 0 0,-6 5 0 16,3 1 47-16,0-1 6 0,0 3 2 0,3 0 0 15,-3 2-35-15,3 1-8 0,0 2 0 0,0 0-1 16,3 1-11-16,0-4 0 0,0 3 0 0,0-2 0 16,3 0 0-16,0-1 0 0,0 1 0 0,0-3 0 15,0 0 0-15,3 0 0 0,3-3 0 0,0 0 0 16,-1-2 0-16,4-1 10 0,-3-2-1 0,6 0 0 15,3-2 29-15,-3-3 6 0,3-1 0 0,2-2 1 16,4 0-28-16,-3-2-5 0,3-3-2 0,0-1 0 16,-1-2 34-16,1 1 6 0,-3-7 2 0,3 4 0 15,0-3-40-15,2 0-12 0,1-3 0 0,3 0 0 16,-3 5 0-16,2 1 0 0,-2 2 0 0,0 0 0 16,-3 0-32-16,-6 6-1 0,-1-4 0 0,1 4 0 15,-6 5-39-15,0-1-8 0,-3 4-2 0</inkml:trace>
  <inkml:trace contextRef="#ctx0" brushRef="#br0" timeOffset="5888.931">21452 6356 1599 0,'-9'-8'33'0,"9"8"8"0,0 0-33 0,-3-6-8 0,3 6 0 0,0 0 0 15,-3-2 64-15,3 2 10 0,0 0 2 0,0 0 1 16,0 0-36-16,0 0-7 0,0 0-2 0,0 0 0 16,0 0-9-16,0 0-3 0,-6 2 0 0,3 6 0 15,3 0-20-15,0 0 0 0,0 0-10 0,0 3 10 16,3-1 0-16,-3 1 0 0,6 0 0 0,-3-1 0 15,0 1 0-15,3 2 0 0,0-2 0 0,0-1 0 16,3-2 0-16,-3 0 0 0,3-3 0 0,0 1 0 16,2-4 0-16,1 1 14 0,0-3-1 0,3 0 0 15,0 0 0-15,3-3 0 0,-3-2 0 0,3 2 0 16,2-5 18-16,-2 0 3 0,3-2 1 0,0-1 0 16,0 1-16-16,-3-1-3 0,0-2-1 0,2 0 0 0,-2 2-15 0,0-2-16 0,-3 0 3 15,3-3 1-15,-3 2 12 0,3-1 0 16,-1-1 0-16,1 0 0 0,-3 0 9 0,0 0 5 0,0 0 1 0,3 3 0 15,-6 2-28-15,0 3-6 0,-3-2-1 0,-1 5 0 32,1 2-113-32,-6 0-23 0,-3 3-5 0</inkml:trace>
  <inkml:trace contextRef="#ctx0" brushRef="#br0" timeOffset="6393.192">21455 7115 1580 0,'0'0'67'0,"0"0"-54"15,0 0 72-15,0 0 15 0,0 0 2 0,0 0 1 16,0 0-54-16,0 0-10 0,0 0-3 0,0 0 0 16,3 5-20-16,0 1-4 0,0-1 0 0,0 0-1 15,0 3 3-15,0 0 1 0,0 0 0 0,0 0 0 16,0 3-4-16,0-1-1 0,3-2 0 0,-3 5 0 15,0-5-10-15,-1 3 0 0,4-1 0 0,-3 1 0 16,0-3 0-16,3 3 0 0,-3-4 0 16,3 1 0-16,0-2 0 0,0-1 0 0,3-2 0 0,-3-1 0 15,6 1 20-15,-3-3 9 0,3-3 2 0,3 1 0 16,-3-4 9-16,5 1 1 0,-2-3 1 0,6 0 0 16,-3 0-12-16,3 0-2 0,3-2-1 0,-3-1 0 15,2-2-1-15,1 2 0 0,3 1 0 0,-3-6 0 16,6 0-4-16,-4 0-1 0,7-5 0 0,0 0 0 15,0 2-21-15,-1 1-10 0,4-3 1 0,0 2 0 16,-4 1-7-16,-2-1-2 0,0 0 0 0,3 4 0 16,-4-1-169-16,4 0-33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3:08:20.29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15272 12685 1333 0,'0'0'28'0,"0"0"6"0,-3-3-34 0,3 3 0 0,-3-5 0 0,3 5 0 16,-3-3 100-16,3 3 12 0,-2-5 4 0,2 5 0 15,0 0-14-15,-3-3-2 0,3 3-1 0,0 0 0 16,0 0-24-16,0 0-5 0,0 0-1 0,0 0 0 15,0 0-9-15,0 0-3 0,0 0 0 0,0 0 0 16,0 0-13-16,-6 3-2 0,3 2-1 0,0 1 0 16,0 2-12-16,0 2-2 0,3 1-1 0,-3 2 0 15,0 3-10-15,0 0-1 0,3 2-1 0,-3 3 0 16,0-2-3-16,3 2-1 0,-3 0 0 0,0 3 0 16,3 0 2-16,-3 0 0 0,3 0 0 0,0 2 0 15,-3 3 0-15,3 0 1 0,0 3 0 0,-3 5 0 16,0 0 0-16,3 3 0 0,-3 2 0 0,0 3 0 15,3-3 1-15,-3-2 0 0,0-3 0 0,0 8 0 16,0 0 2-16,0 5 0 0,3 1 0 0,-3 4 0 16,0-7-3-16,0-1 0 0,0-2 0 0,-3 6 0 15,3-1-1-15,-3 6 0 0,3 2 0 0,-6 3 0 0,6-6-2 16,-3-2-1-16,1-3 0 0,-4 6 0 0,3-1-1 0,0 1-8 16,0 2 12-16,0 6-4 15,0-3-28-15,-3-1-7 0,3 1-1 0,-3 0 0 0,3-3 52 16,0-2 9-16,0-3 3 0,0 8 0 0,0-6-7 0,0 4-1 15,0 4 0-15,-3 1 0 0,3-12-28 0,0 1 0 0,1-2 0 16,-1 4 0-16,3-2 0 0,-3 5 0 16,3 1 0-16,0 4 0 0,-3-7-9 0,3-3-8 0,0-3-2 15,0 3 0 1,0 0 31-16,0 0 5 0,3 5 2 0,0 3 0 0,-3-8-29 0,3-6-6 0,-3 1 0 0,3 2-1 16,0 0 17-16,-3 1 0 0,3 2 0 0,0 0 0 15,0-9 0-15,0 1 0 0,3-5 0 0,-3 5 0 16,0-3 0-16,0 6 0 0,0 0 0 0,0 2 0 15,0-5 0-15,0-3 0 16,0-2 0-16,0 2 0 0,0-2 0 0,0 5 0 0,0 3 0 0,0-1 0 16,0-2 0-16,0-2 0 0,3-1 0 0,0 0 0 15,-3-2 0-15,0 0 0 0,0-1 8 0,3 4-8 16,-3-1 0-16,0 3 0 0,3 3 0 0,0-1 0 16,0-4 0-16,0-4 0 0,0-2 0 0,0 0 0 15,3 6 0-15,-3-1 0 0,0 6 0 0,3-3 0 16,0-3 0-16,-1-2 0 0,1-1 8 0,0-2-8 15,0-5 0-15,-3 0 0 0,3 0 0 0,0 2 0 16,0 0 0-16,0 4 0 0,0 1 0 0,0 1 0 16,0-6 0-16,0-2 0 0,0-6 0 0,0 1 0 15,0-3 14-15,-3-6-3 0,3-2-1 0,0 0 0 16,0-3-10-16,-3 1 0 0,0-4 0 0,0-2 0 16,-3 0-49-16,3-3-12 0,-3-5-3 0,0 0 0 15,0 0-51-15,-3-8-10 0,3-5-3 0</inkml:trace>
  <inkml:trace contextRef="#ctx0" brushRef="#br0" timeOffset="6691.219">15159 12759 1820 0,'-6'8'38'0,"3"-3"8"0,0 1-37 0,3-1-9 0,0 0 0 0,3 0 0 16,0 1 36-16,3 2 6 0,0-3 1 0,3 0 0 15,0 3-8-15,3-3-2 0,0 1 0 0,3 2 0 16,0-6-19-16,3 4-4 0,-1-1-1 0,-1442 0 0 16,2892-2 2-16,-1443 2 0 0,-3-2 0 0,6 2 0 15,-1-2-3-15,7-1 0 0,0 1 0 0,5 0 0 16,-2-3-8-16,3 0 0 0,3 0 9 15,2 0-9-15,1 0 11 16,-3 2-3-16,2-2 0 0,7 0 0 0,-4 0 11 0,7 0 1 0,0 0 1 0,5-2 0 16,-2 2 4-16,2 0 1 0,4-3 0 0,2 0 0 15,-5 3-10-15,2 0-1 0,1-2-1 0,5 2 0 16,-2-3-3-16,-1 0-1 0,4 3 0 0,5-2 0 16,-5 2-10-16,-1 0 10 0,3 0-10 0,4 0 10 15,-7 2-10-15,1-2 0 0,-1 0 0 0,4 3 8 16,-4 0 0-16,4-3-8 0,-4 0 12 0,12 0-4 15,-8 0-8-15,5 0-9 0,-2 0 9 0,8 0-13 16,-9 0 13-16,-2 0 0 0,2 0 0 0,4 0 0 16,-7 0 18-16,1 0 6 0,-1 0 2 0,6-3 0 15,-5 3-14-15,-1-3-4 0,4 3 0 0,2 0 0 16,-6 0 18-16,1 0 3 0,-1 0 1 0,7 0 0 0,-10 0-41 16,-5 3-8-16,2 0-1 0,4-1-1 0,-7 1 33 0,-2 0 8 15,2-1 0-15,4 4 1 0,-10-4-21 0,1 4 0 0,2-1 0 16,-2 3 0-16,-6-3 0 15,-1 0 0-15,1 1 0 0,2-1 0 0,-5 3 0 0,0-3 0 16,-1 3 0-16,4 0 0 0,-4 0 22 0,-2 0 0 0,3 0 0 16,-4 0 0-16,1 0-35 0,-6-3-7 0,-1 0-2 0,1 3 0 15,0-2 22-15,-4 1 0 16,1 1 0-16,0 3 0 0,-3 0 23 0,-4-1 9 0,-2 1 1 0,3 2 1 16,-9 3-17-16,0-3-3 0,-1 3-1 0,1 0 0 15,-3 2 3-15,0 4 0 0,0-1 0 0,-3 0 0 16,3 0-16-16,-3 0 0 0,2 0 0 0,-2 1 0 15,0 1 0-15,0-1 0 0,0-1 0 0,0 3 0 16,0-1 0-16,0 4 0 0,-1-1 0 0,1 6 0 16,0-3 0-16,0 3 0 0,0 0 0 0,3 2 0 15,-3-2 0-15,-3 2 0 0,3-2 0 0,-1 5 0 16,-2-3 0-16,0 1 0 0,0 4 0 0,0 1 0 16,0 0 0-16,0-1 0 0,0 6 0 0,3 0 0 15,-3-2 0-15,-1 2 0 0,1-3 0 0,0 6 0 16,-3-1 0-16,3 4 0 0,0-1 0 0,0 5 0 15,-3-2 0-15,3-2 0 0,-6 2 0 0,3 2 0 16,-3 1 0-16,0-1 0 0,-1 1 0 0,1 5 0 16,-3-3 19-16,0 0-3 0,0 0 0 0,3 3 0 15,-3-5-25-15,-3-1-6 0,3-2-1 0,0 8 0 16,0-5 16-16,-3 2 0 0,3 3 0 0,0 2 0 0,-3-7 0 0,3-1 0 16,-3-2 0-16,3 3 0 0,-3-3 0 15,3 2 0-15,0 4 0 0,-3-1 0 16,3-5 0-16,0-3 0 0,0-2 0 0,0 5 0 0,0-6 0 15,0 3 0-15,0 3 0 0,0 0 0 16,0-5 16-16,3-3 5 0,-3 0 2 0,3 2 0 0,0-2-23 0,-3 0 0 0,3 0 0 16,0 3 0-16,-3-6 0 0,3 1 0 0,2-4 0 0,-5 1 8 15,3-3-8-15,0 0 0 0,-3-2 0 0,3 4 0 16,0-4 0-16,-3-1 0 0,3 0 0 0,0 4 0 16,-3-7 0-16,3 1 0 0,0-3 0 0,-3 3 0 15,0-6 0-15,3 1 0 0,-3 2 0 0,0-3 0 16,0 3 0-16,0 1 0 0,0-1 8 0,-3 2-8 15,3-4 0-15,0 2 0 0,-3-3 0 0,3 4 0 16,0-7 0-16,-3 4 8 0,6-3-8 0,-3-1 8 16,0 1-8-16,0-3 8 0,0 1-8 0,0 1 8 15,2-1-8-15,-2 1 0 0,0-1 0 0,3 1 0 16,-3-1 0-16,3-4 0 0,0 3 0 0,-3-2 0 16,3-1 0-16,-3 1 0 0,0-6 0 0,3 3 0 15,-3 0 0-15,0-3 0 0,0 0 0 0,-3 1 0 16,3-4-26-16,-3 3-6 0,3 1-2 0,-3-1 0 15,0 0 58-15,-3-2 11 0,3-1 2 0,-3 3 1 16,0-2-30-16,-3 0-8 0,0-1 0 0,0 1 0 16,0 2 0-16,0-2 0 0,0-1 0 0,-3 1 0 15,0-1 0-15,1 1 0 0,-1-3 0 0,0 2 0 16,-3-2 0-16,0 0 0 0,3 3 0 0,-6-3 8 16,3 0-8-16,-3-3 0 0,-3 3 0 0,1 0 0 0,-1 0 0 0,0-3 0 15,-3 3 0-15,-3 0 0 0,3 0 18 0,-2 0 6 16,-1-3 0-16,0 3 1 15,3-3-25-15,-3 1 0 0,0-1 0 0,4 3 0 0,-4-5-15 0,3 2-8 16,-3 0-1-16,0 0-1 0,3 1 40 0,-2-1 8 0,-4 0 1 16,0 1 1-1,3-1-71-15,-3-2-14 0,1-1-4 0,-1 4 0 0,0-4 83 0,3 1 16 0,-2-3 3 0,-1 2 1 16,3 1-31-16,0 0-8 16,-3 2 0-16,1-2 0 0,-1 2 21 0,0 0 3 0,-3-2 1 0,-3 2 0 15,4 1-25-15,-1-1 0 0,-3 0 0 0,3 3 0 16,4-3-13-16,-4 1-8 0,3-1-2 0,-3 3 0 15,3-3 23-15,-2 0 0 0,-1 3 0 0,-3-2 0 16,3-1 0-16,-2 0 0 0,-1 3 0 0,3 0 8 16,-3-3-8-16,7 3 0 0,-4 0 0 0,3 0 0 15,0 0 10-15,1-3-10 0,2 3 12 0,-3-2-12 16,0-1 0-16,0 0 0 0,1 1 0 0,-1-4-12 16,-3 3 12-16,3-2 0 0,0 2 0 0,1-2 0 15,-1 0 0-15,6-1 0 0,-3 1 0 0,0 0 0 16,4-1 12-16,-1 4 4 0,0-4 2 0,-3 4 0 15,0-4-18-15,0 1 0 0,-2-1 0 0,-4 1 0 16,3-3 0-16,0 3 0 0,-2-1 0 0,2 1 0 16,-3 0-8-16,6-3-6 0,-3 2-1 0,4-2 0 15,-1 3 24-15,-3 0 5 0,3-1 1 0,0-2 0 16,-2 3-15-16,-1 0 0 0,0-1 0 0,0-2 0 16,-3 3 0-16,1 0 0 0,-1-3 0 0,0 0 0 0,0 0-8 0,1 0-5 15,2 0-1-15,0 0 0 0,-3 0 22 16,0 0 5-16,-2 2 1 0,-1-2 0 0,0 0-14 0,-2 3 0 15,-1-6 0-15,0 3 0 0,0 0-8 0,1 0-5 16,2-2-1-16,-3 2 0 0,0 0 22 0,1 0 5 0,-4 2 1 16,0-2 0-16,1 0-14 0,-1 0 0 0,-3 0 0 0,1 0 0 15,5-2 0-15,0 2 0 0,0 0 0 0,-2-3 0 16,2 3 0-16,-3 0 0 0,-2 0 0 0,-1-3 0 16,6 3 0-16,-2-2 0 0,-1-1 0 0,0 0 0 15,3 1 0-15,1-1 0 0,-1 0 0 0,-3 3 0 16,4-2 0-16,-4-1 0 15,0 0 0-15,1 1 0 0,-1-1 0 0,6-2 0 0,-3 2 0 0,1 1 0 16,-1-4 0-16,0 4 0 0,1-1 0 0,-4 0 0 16,0-2 0-16,0 2 0 0,4-2 0 0,-4 2 0 15,3-2-12-15,4 2-6 0,-1 1-1 0,-3-1 0 16,3 1 31-16,1-1 5 0,-4-2 2 0,0 2 0 16,0 0-19-16,1 1 0 0,2-1 0 0,-3 0 0 15,6 1-11-15,1-1-5 0,-1 3-2 0,0-3 0 16,0 1 29-16,-2-1 5 0,2 1 2 0,-6-1 0 15,3 0-18-15,4-2 0 0,-4 2 0 0,0 3 0 16,3-2-12-16,1-1-5 0,-1 0-2 0,3 3 0 16,0-2 19-16,1 2 0 0,-4 0 0 0,3 0 0 15,-3-3 14-15,0 3 3 0,1 0 1 0,-1-3 0 16,3 3-18-16,-3 3 0 0,7-3 0 0,-4 3 0 16,3-3 0-16,0 2 0 0,3-2 0 0,0 3 0 15,1-3-8-15,-1 0-6 0,0 3-1 0,-3-1 0 0,3-2 24 0,3 3 5 16,-2-3 1-16,-1 3 0 15,0-1-15-15,3 1 0 0,0 0 0 0,0-3 0 16,3 2 0-16,-2 1-12 0,2-1 3 0,0 1 0 0,3 2 9 0,-3-2 0 0,3 0 0 0,0-1 0 16,0 1 0-16,3 2 0 0,0 1 0 0,1-4 0 15,-1 3 0 1,0-2 0-16,0 2 0 0,3-2 0 0,-3 2 0 0,3-2 12 16,0 2-2-16,0-2-1 0,-3 2-9 0,3-2 0 0,0 0 0 0,-3 2 0 15,3-3 0-15,0 1 0 0,0 0 0 0,0-1 0 16,0 1-8-16,1-3-4 0,2 3-1 15,-3-3 0-15,0 0 21 0,-3 0 4 0,3-3 0 16,-3-2 1-16,0-3-164 0,0-5-33 0,-3-3-6 16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3:12:05.36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15246 1826 1538 0,'-6'0'32'0,"0"0"8"0,0 0-32 0,0 0-8 0,0 0 0 0,0 0 0 15,0 0 95-15,-3 0 17 0,3 0 4 0,0 0 1 16,-3 0-40-16,3 0-8 0,0 0-1 0,-3 0-1 16,0 2-11-16,3-2-3 0,-2 0 0 0,-1 6 0 15,0-6-9-15,-3 0-1 0,3 0-1 0,-3 0 0 16,3 0-9-16,-3 0-1 0,0 0-1 0,0 0 0 15,0 0-7-15,-3 0-2 0,4-6 0 0,-1 6 0 16,-3 0-2-16,0-2-1 16,0 2 0-16,0 0 0 0,0-6-2 0,-3 6 0 0,4-2 0 0,-7 2 0 15,3-5-1-15,0 2-1 0,0 3 0 0,-3-5 0 16,0 2 1-16,1-2 0 0,-1 5 0 0,0-8 0 16,0 8-3-16,-3-6 0 0,3 4 0 0,-2-4 0 15,2 4-1-15,0-3 0 0,-3 2 0 0,0-2 0 16,1-1-4-16,-1-2 0 0,0 6-8 0,0-6 12 15,-3 2-4-15,3 1 0 0,-2 3-8 0,-4-6 12 16,6 8-4-16,-3-6 0 0,4 4-8 0,-4 2 12 16,3 0-12-16,0-6 9 0,0 4-9 0,0 2 8 15,1-6-8-15,-1 1 0 0,0 3 0 0,-3 2 8 16,3 0-8-16,-2-6 0 0,2 4 0 0,-3 2 0 16,0 0 0-16,3 0 0 0,1 0 0 0,-4 0 0 15,3 0 0-15,0 0 0 0,0 0 0 0,1 2 0 0,-1-2 0 0,3-2 0 16,-3 2 0-16,0 0 0 0,0 0 0 0,-2 0 0 0,2-6 8 15,-3 6-8 1,3 0 0-16,-3 6 0 0,4-6 0 0,-4 0 0 16,3 2 0-16,-3-2 0 0,3 0 0 0,-2 6 0 0,2-6 0 0,-3 0 0 15,0-6 0-15,1 6 0 0,-1 0 0 0,-3 0 0 16,3 0 0-16,0 6 8 0,1-6-8 0,-4 2 0 0,3-2 0 0,0 5 0 16,0-5 0-16,1 6 0 0,-1-6 0 0,0 0 0 15,0 0 0-15,1 0 0 0,-1 0 0 0,0 0 0 16,3 0 0-16,-3 0 0 0,1 0 0 0,-1 2 0 15,3-2 8-15,-3 0-8 0,3 6 0 0,1-6 8 16,-1 0-8-16,0 0 0 0,0 0 0 16,0 0 0-16,3 0 0 0,-2-6 0 0,-1 4 0 0,0 2 0 15,0 0 0-15,3-6 0 0,-2 6 9 0,-1-5-9 16,0 5 0-16,3 0 0 0,-3 0 0 0,3 0 0 16,1 0 0-16,-1 0 0 0,0 0 0 0,3 0 0 15,-3-2 0-15,3 2 0 0,-2 0 0 0,2 0 0 16,-3 0 0-16,3-6 0 0,0 6 0 0,-3 0 0 15,3 0 0-15,1 0 0 0,-1 0 0 0,0 0 0 16,0 6 0-16,0-6 0 0,3 0 0 0,-3 0 0 16,3 0 0-16,-2 0 0 0,2 2 0 0,-3 3 0 15,3-5 0-15,0 0 0 0,3 0 0 0,-3 0 0 16,-3 6 0-16,4-6 0 0,-4 0 0 0,3 0 0 16,-3 0 0-16,3 0 0 0,0 0 0 0,-6 0 0 15,6 0 0-15,1 0 0 0,-4 0 0 0,3 2 0 0,0-2 0 0,0 0 0 16,0 6 0-16,3-6 0 0,-3 0 0 0,4 0 0 0,2 0 0 15,-3 2 0-15,0-2 0 16,0 0 0-16,3 0 0 0,-3 6 0 0,0-6 0 16,3 0 8-16,0 0 0 0,0-6 0 0,0 6-8 0,0 0 11 0,1-2-11 15,-1 2 12-15,0 0-4 0,0 0 0 0,-3 0 0 16,3-6 0-16,-3 6-24 0,3-2-4 16,0 2-2-16,0 0 0 0,0-6 41 0,0 6 8 0,3-5 1 0,-3 5 1 31,1-2-46-31,-1 2-10 0,-3 0-1 0,3 0-1 0,0 0 49 0,0 0 9 0,0 0 3 0,0 0 0 15,0 0-52 1,0 0-9-16,0 0-3 0,0 0 0 0,0 0 52 0,-2 0 11 16,2 2 1-16,0 3 1 0,0-5-33 0,-3 6 0 0,3-6 0 0,0 2 0 15,-3 4 32-15,3-4-1 0,0 4 0 0,0-6 0 16,3 2-50-16,-3 4-9 0,0-4-3 0,3 3 0 16,-2 1 31-16,2-6 0 0,0 2-8 0,0 4 8 15,0-4 0-15,0 4 0 0,3-6 0 0,-3 8 0 16,6-8 0-16,-6 0 0 0,0 5 0 0,6-5 0 15,0 0-14-15,-6 0 3 0,6 0 1 0,0 0 0 16,0 0-33-16,0 0-6 0,0 0-2 0,0 0 0 16,0 0-145-16,6 0-30 0,3 0-6 0</inkml:trace>
  <inkml:trace contextRef="#ctx0" brushRef="#br0" timeOffset="610.503">11058 1511 1552 0,'0'0'44'0,"0"0"10"0,0-3-43 0,0 3-11 0,0-8 0 0,0 8 0 16,-3-5 104-16,3 5 18 0,0-3 4 0,0 3 1 15,0 0-50-15,-3-5-9 0,3 5-3 0,0 0 0 16,0 0-52-16,0 0-13 0,0 0 0 0,-6-3 0 16,6 3 54-16,-6 0 8 0,0 0 2 0,0 3 0 15,0 2-64-15,0-2-15 0,-3 2-1 0,3-2-1 16,-3 5 17-16,0 2 9 0,3-2-1 0,-3 0 0 16,0 0-8-16,-3 5 0 0,3-5 0 0,1 3 8 15,-1 2-8-15,-3-5 0 0,3 0 0 0,0 5 0 16,0-5 0-16,3 0 8 0,-3 0-8 0,3 5 0 0,0-7 10 15,0 2-10-15,3 0 12 0,0 0-12 16,3-1 15-16,-3-1-4 0,3 2-1 0,0-6 0 0,0 4 3 16,0 2 1-16,3-6 0 0,-3 9 0 0,3-9 6 0,0 4 0 0,0-4 1 15,0 6 0-15,0-2-2 0,0-1-1 0,3-2 0 16,-3 2 0-16,3 3-4 0,-3-6-1 0,3 4 0 16,0 2 0-16,0-3-21 0,0-2-5 0,3 2-1 0,-3-2 0 15,3 2 41-15,-3-3 8 0,2 4 1 0,1-6 1 16,0 8-8-16,-3-8-1 0,3 5-1 15,0 3 0 1,-3-5-73-16,3 2-14 0,-3-3-4 0</inkml:trace>
  <inkml:trace contextRef="#ctx0" brushRef="#br0" timeOffset="36149.737">11376 3215 1963 0,'0'0'56'0,"0"0"12"0,-3-3-55 0,-3 3-13 0,6 0 0 0,-6-5 0 15,0 2 84-15,0 3 13 0,0 0 3 0,0 0 1 16,0 3-46-16,0 2-10 0,0-2-1 0,1 2-1 16,-1-2-21-16,0 5-4 0,0-3-1 0,-3 3 0 15,3 5-9-15,0-5-8 0,0 3 9 0,0-1-9 16,0 6 0-16,3-5 8 0,-3 7-8 0,3-4 0 16,0 1 0-16,3 1 0 0,0 5 0 0,0-7 0 15,3 2 0-15,0-1 0 0,3 1 0 0,0-2 0 16,0-1 0-16,3-3 0 0,0 4 0 0,3-9-10 15,-3 3 10-15,3 0-13 0,2-8 5 0,-2 2 8 16,3-2-8-16,3 0 8 0,0 0 0 0,0-2 0 16,0 2 0-16,-1-8 0 0,1 0 0 0,0-3 0 15,3 3 33-15,-6-2 2 0,3-3 0 0,-3 5 0 16,-3-8 21-16,-1 3 5 0,-2-1 1 0,0 1 0 16,0 2 0-16,-6-4 0 0,3 1 0 0,-6 1 0 15,0 0-18-15,0 2-4 0,0-7-1 0,-3 7 0 16,-3-2-19-16,0 0-3 0,0 2-1 0,-3 3 0 15,-2-8-8-15,-1 8-8 0,0-2 9 0,-3 2-9 16,0 5 0-16,0-7 8 0,-3 4-8 0,0 4 0 16,3-1-29-16,-2 3-9 0,-1 0-2 0,3 0 0 15,-3 0 40-15,3 0 0 0,0 3 0 0,3-1 0 16,0 4-145-16,3-1-22 0,1 3-4 0</inkml:trace>
  <inkml:trace contextRef="#ctx0" brushRef="#br0" timeOffset="36854.618">12576 3273 1337 0,'-9'3'56'15,"0"-1"-44"-15,0 6 92 0,0-5 20 0,0 2 3 0,0 3 1 16,0-3-37-16,0 3-7 0,0 0-2 0,-3 3 0 31,3 0-33-31,0 4-6 0,1-4-2 0,2 0 0 0,0 4-15 0,-3-1-3 0,6 2-1 0,-3-1 0 16,3-4-6-16,3 8 0 0,0-9-1 0,0 3 0 15,3 1-4-15,3-6-1 0,0 5 0 0,0-5 0 16,3 0 0-16,2-3 0 0,-2 0 0 0,3 6 0 16,0-11 5-16,3 2 1 0,-3-2 0 0,3 6 0 15,3-12 2-15,-3 6 1 0,5-2 0 0,-2-6 0 16,3 3 17-16,0-1 4 0,0-2 1 0,0 0 0 15,-3-2 19-15,-1-1 3 0,1 1 1 0,0 2 0 16,-3-8-52-16,-3 3-12 0,-3-3 0 0,0 3 0 16,-3-3 54-16,0 2 8 0,-3-1 2 0,0-4 0 15,-3 8-52-15,0-7-12 0,0 2 0 0,-3 3 0 16,-3 2 0-16,0-5 0 0,0 3 0 0,-3 5 0 16,-3-5 54-16,0 2 8 0,0 3 2 0,-3 3 0 15,0-3-64-15,-2 3-26 0,2 2 2 0,-3-5 0 16,0 6-13-16,0-1-3 0,0 0 0 0,0 3 0 15,3 0 40-15,4 6 0 0,-4-4 0 0,3 6 0 16,3-5-110-16,-3 5-14 0,6-3-4 0</inkml:trace>
  <inkml:trace contextRef="#ctx0" brushRef="#br0" timeOffset="37581.434">13835 3231 1580 0,'-6'-3'67'16,"0"3"-54"-1,0 0 92-15,0 0 19 0,0 0 3 0,0 0 1 0,-3 0-22 0,3 3-4 0,0-1-1 0,-3 4 0 32,3-4-60-32,0 6-12 0,-3 0-2 0,0 0-1 0,4 3-10 0,-1-1-3 0,-3 6 0 15,3-5 0-15,-3 7-13 0,3-4 11 0,0 1-11 0,3 4 10 16,-3-1-10-16,3-2 0 15,0 6 0-15,3-7 0 16,0 1 0-16,3 3 0 0,0-3 0 0,3-3 0 0,0 3 0 0,0-6 0 16,3 1 0-16,0 0 0 0,0-4-19 0,-1 1 4 15,4-2 1-15,0-1 0 0,0-5 27 0,0 0 6 0,3 0 1 16,0-3 0-16,0 1 19 0,3-4 4 0,-3-2 1 0,2 6 0 16,1-9-15-16,-3 1-2 0,3 2-1 0,-3-6 0 15,0 4 19-15,-3-3 4 0,0-1 1 0,-1-1 0 16,-2-4 2-16,-3 3 0 0,3-5 0 0,-6 2 0 15,3 1-42-15,-3 2-10 0,0-5 0 0,-3 5 0 16,0-3 0-16,0 6 0 0,-3 0 0 0,0 0 0 16,-3 2 27-16,-3-5 3 0,3 6 1 0,-3-1 0 15,-2 3-23-15,-1-2-8 0,0 2 0 0,-3 0 0 16,0 5 0-16,0-2 0 0,-3 2 0 0,3 3 0 16,-3-5-25-16,4 5-5 0,-1 0-1 0,-3 5 0 15,3-5-26-15,3 3-6 0,0 2-1 0,0 3 0 16,0-5-51-16,3 5-10 0,3 2-3 0</inkml:trace>
  <inkml:trace contextRef="#ctx0" brushRef="#br0" timeOffset="38294.78">15156 3212 1907 0,'-9'-5'54'0,"0"2"12"0,4 3-53 0,-4 0-13 0,0 0 0 0,-3 0 0 16,3 3 76-16,-3 2 13 0,0-5 3 0,3 8 0 15,-3-5-36-15,0 2-8 0,0 0 0 0,0 6-1 0,1-3-13 0,2 5-2 0,-3-2-1 16,3 2 0 0,0 3-10-16,0 2-1 0,0-4-1 0,0 4 0 0,3 1-5 15,3-1-1-15,-3 1 0 0,3-1 0 0,3 1-5 0,0-3-8 16,0-1 11-16,0 1-11 0,3 0 9 0,3-3-9 15,0 1 0-15,0-4 9 16,3 1-9-16,0-1 10 0,0-2-10 0,3-2 10 16,3-1-1-16,-3 0 0 0,5-2 0 0,-2 0 0 15,6-3 1-15,-3 0 0 0,6-6 0 0,-3 4 0 0,-1-4 13 0,1 4 2 16,3-6 1-16,-3 0 0 0,0-5-2 0,-3 5 0 16,2-6 0-16,-2 1 0 0,0 3 8 0,-6-6 2 0,0 0 0 0,0 3 0 15,-3-6-1-15,-3 1 0 0,0-1 0 0,0 1 0 16,-3-1-25-16,0 0-8 0,-3 1 0 0,0 2 0 15,-3 0 0-15,0 0 0 0,0 0 0 16,-3 3 0-16,0 0 35 0,-3 0 3 0,0 2 1 0,-3 3 0 16,3-5-31-16,-6 5-8 0,3-5 0 0,-3 5 0 15,1 0 0-15,-4 0 0 0,3 3-12 0,-3 2 4 16,-3-2-31-16,3 2-5 0,-3 3-2 16,1 3 0-16,2 2-158 0,-3 3-31 0,0 0-6 0</inkml:trace>
  <inkml:trace contextRef="#ctx0" brushRef="#br0" timeOffset="44303.708">17127 3215 1337 0,'3'-3'56'0,"-3"-5"-44"16,3 3 140-16,-3 0 28 0,3 2 5 16,-3 3 2-16,3-5-43 0,-3 5-9 0,0-3-2 0,0 3 0 15,0 0-55-15,0 0-11 0,3 0-3 0,-3 0 0 16,0 0-51-16,0 0-13 0,0 0 0 0,0 0 0 16,0 0 54-16,0 0 8 0,3 3 2 0,-3 5 0 15,0 0-64-15,3 2-26 0,-3-2 2 0,0 0 0 16,0 3 24-16,0 2 0 0,0 0 0 0,0 3 0 15,0 5 16-15,0-5 6 0,0 5 1 16,0 3 0-16,0 3-23 0,0-9 0 0,0 9 0 0,0-9 0 16,0 3-14-16,3-2-7 0,-3-3-2 15,0-1 0-15,0 1 37 0,0-5 7 0,0 0 2 0,0 2 0 16,0-5-37-16,0-6-7 0,0-2-2 0,0 0 0 16,0 0 23-16,0 0 0 0,0 0 0 0,0 0 8 15,0 0 0-15,-3-2-8 0,3-6 12 0,-3 0-4 16,0-3-8-16,3 3 12 0,-3-2-12 0,0-6 12 15,0 3-12-15,0-1 12 0,0-4-12 0,-3 5 12 16,-3-6-12-16,3 3 0 0,-3-2 0 0,0 4 0 16,-3-1 0-16,3 1 0 0,-3 1 0 0,0 3 0 15,1 2 20-15,-1 2 3 0,0 6 0 0,0-5 0 16,0 5-23-16,0 0 0 0,3 0 0 0,-3 5 8 16,3 1-8-16,-3-1 0 0,6 5 0 0,-2-2 0 15,-1 3 0-15,3 2 0 0,0 0-9 0,0 3 9 0,3 0 0 16,0 3 0-16,3-1 0 0,3-2 0 0,0 3-23 15,3-6 3-15,0 3 1 0,0 0 0 16,3-3 27-16,-4 3 6 0,4-8 1 0,3 2 0 0,-3 1-24 0,3-3-5 16,0-3-1-16,0 3 0 0,0-3 15 0,3-2 0 0,0 0 0 15,2-3 0-15,1 5 0 0,0-5 0 16,3 0 0-16,3 0 0 0,0-5-15 0,-1 5 0 16,1-3 0-16,3 0 0 15,-3-2-181-15,0 0-36 0,2-1-7 0</inkml:trace>
  <inkml:trace contextRef="#ctx0" brushRef="#br0" timeOffset="45051.653">18329 3141 2154 0,'0'0'61'0,"0"0"13"0,0 0-59 0,0-5-15 0,0 5 0 0,0 0 0 15,0 0 80-15,0 0 14 0,0 0 2 0,0 0 1 16,0 0-28-16,0 0-5 0,0 0-2 0,0 0 0 16,0 0-50-16,3 5-12 0,0 3 0 0,-3 0 0 15,3 0 0-15,-3 2 0 0,0 6 0 0,-3-5 0 16,3 2 27-16,-3 3 2 0,3 2 1 0,-6 1 0 15,3 2-30-15,0 3 0 0,0 2 0 0,1 3 0 32,-1-5-18-32,3 0-10 0,-3 2-1 0,0-2-1 0,3 3 30 0,0-11 0 15,-3 5 0-15,3-5 0 0,0-3 0 0,0 3 0 0,0-6 0 0,0 4 0 16,0-7 0-16,0 1 0 0,0-2 0 0,0-1 0 16,0-5 0-16,0 0 0 0,0 0 0 0,0 0 0 15,0 0 0-15,0 0 0 0,0 0 0 0,0-5 0 16,0-3 0-16,0 0 0 0,0 0 0 0,-3-3 0 15,3 3 24-15,-3-2 10 0,0-1 2 0,0 1 1 16,-3-4-15-16,0-1-3 0,0 1-1 0,0-2 0 16,-3 3-7-16,0 3-2 0,0-6 0 0,0 3 0 15,0 5-9-15,-3-3 0 0,3 3 0 0,-3 5 0 16,1-2 0-16,-1 2 0 0,0 3 0 0,0 8 0 16,0-8 0-16,0 6 0 0,0 2 0 0,0 2 0 15,0 3 16-15,3-5 0 0,3 6 1 0,-2-1 0 0,5 3-17 0,0-6 0 16,0 4 0-16,3-1 0 0,0-3 0 0,3 1 0 15,3 5 0-15,-4-8-9 0,7 2 9 16,-3-2 0-16,3 3 0 0,0-3 0 0,0-3 0 16,0 0 0-16,0 3 0 0,3-2 0 0,-3-1 0 0,0-2 8 0,3 2-8 15,0-5 0-15,0 0 0 0,-1 2 8 0,4-2-8 0,-3 0 0 16,6 0-11-16,-3-2-6 0,6 2-2 16,-3 0 0-1,2-5-131-15,1 2-26 0,3 3-6 0</inkml:trace>
  <inkml:trace contextRef="#ctx0" brushRef="#br0" timeOffset="45880.881">19577 3382 2073 0,'0'0'43'0,"-3"-6"11"0,3 6-43 0,0-5-11 0,-3 2 0 0,3-2 0 16,0 5 102-16,-3-3 18 0,-3-2 4 0,6 5 1 16,-3-3-55-16,3 3-11 0,-6 0-3 0,6 0 0 15,-6 0-37-15,0 0-8 0,0 0-2 0,-3 3 0 16,3 2 15-16,0 3 2 0,0-2 1 0,0 10 0 15,-3-9-43-15,3 7-9 0,0 2-2 0,0-1 0 16,0-1 46-16,0 2 9 0,1-1 1 0,2 1 1 16,0 0-30-16,0-3 0 0,0 3 0 0,3-2 0 15,0-1 0-15,3 0 0 0,-3 3 0 0,3-8 0 16,3 2 0-16,-3-2 0 0,2 3 0 0,4-3 0 16,-3-6 0-16,6 1 0 0,-3 0 0 0,3-1 0 15,3 1 0-15,0-3 0 0,3 0 8 0,0 0-8 16,-1-3 11-16,4 1-1 0,0-1 0 0,0 0 0 15,0 1 10-15,-3-6 1 0,2-3 1 0,-2 3 0 0,0 0 2 16,-3-2 1-16,0-1 0 0,-3 3 0 0,-3-2 12 16,3-3 3-16,-3 2 0 0,0-2 0 0,-3-1-17 0,-1 1-3 0,-2-3-1 15,0 0 0-15,0 1-2 0,-3-4 0 16,-3 1 0-16,0 2 0 0,0 2-7 16,-2-4-2-16,2 7 0 0,-6-2 0 0,3 0-8 0,-3 5 0 15,0 0 9-15,0 0-9 0,0 3 0 0,-3-1 0 0,0 1 0 0,0 5 8 16,-3-5-8-16,0 2 0 15,1 3 0-15,-1 0 0 16,0 0-42-16,0 0-3 0,0 0-1 0,0 3 0 0,0 2 37 16,0 0 9-16,3 3 0 0,1 3 0 15,2-3-216-15,0 3-40 0</inkml:trace>
  <inkml:trace contextRef="#ctx0" brushRef="#br0" timeOffset="54914.812">11317 7695 999 0,'0'0'42'0,"0"0"-34"15,0 0 100-15,0 0 19 0,0 0 4 0,0 0 1 16,0 0-38-1,0 0-7-15,0 0-2 0,0 0 0 0,0 0 35 0,0 0 6 0,0 0 2 16,0 0 0-16,0 0-52 0,0 0-9 0,0 0-3 0,0 0 0 16,0 0 0-16,0 0 0 0,0 0 0 0,0 0 0 15,0 0-51-15,0 0-13 0,0 0 0 0,0 0 0 16,0 0 14-16,0 0 0 0,0 0 0 0,0 0 0 16,-3 5-14-16,3-5 11 0,-3 5-11 0,3-5 10 15,0 8-23-15,-3-3-5 0,3-5-1 0,-3 8 0 16,3 0 35-16,-3-2 6 0,3-1 2 0,0 3 0 15,-3 0-24-15,3-3 9 0,0 3-9 0,0 0 0 16,0 0 8-16,-3 0-8 0,3 0 0 0,0 2 0 16,0-2 0-16,0 3 0 0,0-1 0 0,0-2 0 15,3 3-16-15,-3-1-11 16,0 1-1-16,0 0-1 0,0-1 47 0,0 3 10 0,0-2 1 0,3 0 1 16,-3-1-30-16,0 3 0 0,3-5 0 0,-3 6 0 15,0-6 0-15,0 2 0 0,3 1 0 0,-3-3 0 16,0 2 0-16,0-2 0 0,3 3 0 0,-3-3 0 15,0 0 0-15,0 2 8 0,3-2-8 0,-3 3 0 16,0-3 0-16,0 0 0 0,0-3 0 0,0 3 0 16,0 0 0-16,0-3 0 0,0 3 0 0,0-3 0 15,0 1 0-15,0 2 0 0,0-3 0 0,0 0 0 16,0 0 0-16,0 1 0 0,0-1 8 0,0 0-8 0,0 1 0 16,0-6 0-16,0 5 0 0,0 3 0 0,0-8 0 0,0 5 0 15,0-5 0-15,0 5 0 0,0-5 0 0,-3 6 0 16,3-6 0-16,0 5 0 0,0-5 30 15,0 0 0-15,0 5 0 0,0-5 0 16,0 0-30-16,0 0 0 0,0 0 0 0,0 0 0 16,0 0 0-16,0 0 0 0,0 0 0 0,0 0 0 0,0 0 0 15,0 0 0-15,0 0 0 0,0 0 0 0,0 0 0 0,0 0 0 0,-3-5 0 0,0-3 0 16,3 3 0-16,-3-3 0 0,3 0 0 0,-3 0 0 16,3 0 0-16,0 0 0 0,0-3 0 0,0 4 0 15,-3-1 0-15,3-3 0 0,0 3 0 0,0-2 0 16,-3-1 0-16,3 0 0 0,0 1 0 0,0-3 0 15,0-1 0-15,0 4 0 0,0-4 0 0,0 1 0 16,-3 0 0-16,3 2 16 0,0-4-2 0,0 1 0 16,-3 1 0-16,3-3 0 0,0 0 0 0,0 3 0 15,0-3-2-15,0 3-1 0,0-3 0 0,0 3 0 16,0 0-2-16,0-1 0 0,0 4 0 0,0-1 0 16,0 1-9-16,0-1 10 0,3 3-10 0,-3 0 10 15,0 0-10-15,0 3 0 0,3-3 9 0,-3 3-9 16,0-1 0-16,0 1 8 0,0 0-8 0,-3 2 0 15,3-2 12-15,0 5-1 0,0-3-1 0,0 3 0 16,0 0-10-16,0 0 0 0,0 0 0 0,0 0 0 16,0 0-10-16,0 0 10 0,0 0 0 0,0 0-9 15,0 0-8-15,0 0-2 0,0 0 0 0,0 0 0 16,0 0-29-16,0 0-7 0,0 0-1 0,0 0 0 16,0 0-168-16,0 0-33 0</inkml:trace>
  <inkml:trace contextRef="#ctx0" brushRef="#br0" timeOffset="61131.167">12293 7732 1789 0,'0'0'37'0,"0"0"9"16,0 0-37-16,0 0-9 0,0 0 0 0,0 0 0 15,0 0 112-15,0 0 20 0,0 0 4 0,0 0 0 16,0 0-57-16,-3-3-12 0,-3 0-3 0,-3 3 0 16,3 3 0-16,-3-3 0 0,3 3 0 0,-3-1 0 15,0 4-51-15,-3-1-13 0,0 0 0 0,1 0 0 16,2 3 0-16,-3 3 0 0,0-3 0 0,0 5 0 16,0 0 0-16,0-2 0 0,0 2 0 0,0 0 0 15,-3 1 19-15,1-1 1 0,-1 0 0 0,0 0 0 16,0 1-20-16,-3-4 0 0,0 3 0 0,0-2 0 15,0 0-10-15,4-1-6 0,-1-2 0 0,-3 0-1 16,3 0-18-16,3-3-3 0,0 0-1 0,0 1 0 16,3-4-42-16,0 1-9 0,3 0-2 0,0-3 0 15,0 0-80-15,6 0-17 0,0 0-3 0</inkml:trace>
  <inkml:trace contextRef="#ctx0" brushRef="#br0" timeOffset="61465.743">11891 7790 1428 0,'-6'-11'60'0,"0"1"-48"16,3 2 109-16,0-3 22 0,-3 3 4 0,3 3 1 16,0-3-40-16,0 3-8 0,0-1-2 0,0 1 0 15,0 0-22-15,3 5-4 0,0 0 0 0,0 0-1 16,0 0-23-16,0 0-4 0,0-3 0 0,0 3-1 16,0 0-15-16,0 0-4 0,6 0 0 0,-3 0 0 15,6 0-4-15,-3 3 0 0,3 2-1 0,3 0 0 16,-3 3-3-16,3 0 0 0,0 0 0 0,0 3 0 15,2-1-4-15,-2 4 0 0,3-1-1 0,-3 3 0 16,3-3-11-16,0 5 10 0,-3-2-10 0,0 0 10 16,0 0-10-16,-3 3 8 0,0-1-8 0,2-2 8 15,-2 0-8-15,0-3 0 0,0 3 0 0,3-3 0 16,-3 0 0-16,0-2-20 0,0 0 3 0,0-3 1 16,0 2 16-16,0-2 0 0,0-3 0 0,0 3 0 15,0-2 0-15,-4 2 0 0,4-3 0 0,0-3 0 16,-3 4 0-16,0-4 9 0,3 1-1 0,-3 0 0 15,3-1-103-15,0 1-21 16,0-3-4-16</inkml:trace>
  <inkml:trace contextRef="#ctx0" brushRef="#br0" timeOffset="62857.831">13808 7718 2048 0,'0'0'43'0,"0"0"9"0,0 0-42 16,0 0-10-16,0 0 0 0,0 0 0 0,0 0 108 0,-6-5 20 0,6 5 4 15,0 0 1-15,-3 0-49 0,3 0-11 0,-6-3-1 0,6 3-1 16,-9 3-63-16,3-3-8 0,0 3-9 0,0 2 9 16,0 0 44-16,0 1 16 0,-3 2 3 0,0-1 1 15,1 4-52-15,-1 0-12 0,-3 2 0 0,0 0 0 16,-3 3 0-16,0 0 0 0,-3 2 0 0,0 4 0 16,-3-4 0-16,1 1 0 0,-1 2 0 0,-3-3 0 15,6 1 0-15,-3-3 0 0,0 0 0 0,4-1 0 31,-1-1-48-31,3-4-13 0,0 1-3 0,3-1 0 0,0-2-61 16,0 0-13-16,3-2-2 0</inkml:trace>
  <inkml:trace contextRef="#ctx0" brushRef="#br0" timeOffset="63160.925">13370 7753 1744 0,'0'-8'73'15,"0"0"-58"1,0 0 105-16,0 0 20 0,0 3 5 0,3-1 1 16,-3 6-63-16,0-2-13 0,0 2-2 0,0 0-1 0,3-3-3 0,3 1 0 0,0-1 0 0,0 3 0 15,0 3 0-15,3-1 0 0,0 1 0 0,0 2 0 16,0 0-51 0,3 3-13-16,0 0 0 0,0 0 0 0,2 3 0 0,1 2 0 0,0 3 0 0,0 0 0 15,0 0 0-15,0 2 0 0,0 1 0 0,0-1 0 16,0 3 0-16,-1-2 0 0,1-1 0 0,0-2 0 15,-3 3 54-15,3-3 8 0,-6-3 2 16,3 0 0 0,-3 0-75-16,3 1-14 0,-3-4-3 0,-1 1-1 15,1-1-5-15,-3-2-1 0,3 3 0 0,0-3 0 0,-3-3 35 0,3 0 0 0,0 1 0 0,0-1 0 32,0 0-212-32,0-2-35 0,0 0-7 0</inkml:trace>
  <inkml:trace contextRef="#ctx0" brushRef="#br0" timeOffset="63780.396">15076 7726 1579 0,'0'0'32'16,"0"0"10"-16,-3-5-34 0,3 5-8 0,0 0 0 0,-3-5 0 15,3 5 129-15,0 0 24 0,-3-3 5 0,3 3 1 16,0 0-50-16,-3-5-9 0,-3 5-3 0,6 0 0 16,-6 0-26-16,-3 0-6 0,3 2-1 0,-3 1 0 15,3 0-51-15,-3 2-13 0,1 3 0 0,-1 0 0 16,-3 0 0-16,0 2 0 0,0 4 0 0,0 2 0 15,0-1 0-15,-3 1 0 0,0 0 0 0,0 5 0 16,-2-2 0-16,-1-1 0 0,0 4 0 0,0-4 0 16,0 1 0-16,0-4 0 0,0 1 0 0,1-2 0 15,-1-1-48-15,3-3-13 0,3-2-3 0,-3 0 0 16,3 0-102-16,3-3-21 0,-3 1-4 0</inkml:trace>
  <inkml:trace contextRef="#ctx0" brushRef="#br0" timeOffset="64102.112">14674 7753 1792 0,'0'-8'51'0,"0"3"10"0,0-1-49 0,3 1-12 0,0 0 0 0,0 2 0 16,0-2 105-16,0 2 19 0,3 3 3 0,-3-3 1 15,3 1-52-15,0 2-9 0,3 0-3 0,-3 2 0 16,3 1 0-16,0-3 0 0,0 3 0 0,-1-1 0 15,1 4 0-15,0-1 0 0,3 0 0 0,0 3 0 16,0 0-51-16,-3 3-13 0,3-1 0 0,0 4 0 16,-3 1 0-16,3 1 0 0,-3 0 0 0,-1 5 0 15,4-2 0-15,-6-1 0 0,3 1 0 0,0 2 0 16,-3-2 0-16,3-4 0 0,0 1 0 0,0 0 0 16,0-3 0-16,0 3 0 0,3-2 0 0,-3-4 0 15,0 1 0-15,2-1 0 0,1 1 0 0,-3-1 0 16,3-2 0-16,0 0 0 0,0 0 0 0,0 0 0 15,3-2-100-15,-3-1-22 0,3-3-5 0,-4 4-1 16,7-6-153-16</inkml:trace>
  <inkml:trace contextRef="#ctx0" brushRef="#br0" timeOffset="65157.31">16916 7620 1758 0,'0'0'50'0,"0"0"10"0,0 0-48 0,2-2-12 0,1-1 0 15,-3 3 0-15,0 0 95 0,6-2 16 16,-6 2 3-16,0 0 1 0,3-3-23 0,-3 3-5 0,0 0-1 0,0 0 0 16,0 0-18-16,3-3-3 15,-3 3-1-15,0 0 0 0,0 0 0 0,0 0 0 16,6-2 0-16,-6 2 0 15,0 0-56-15,0 0-8 0,3 2 0 0,-3-2-12 16,3 6 12-16,0-4 0 0,-3-2 12 0,3 8-12 16,-3 0 0-16,3 0 0 0,0 0 0 0,-3 3 0 0,0-1 58 0,3 1 5 0,-3-1 1 15,0 1 0-15,0 2-64 0,0 0-18 0,0-2-1 16,0 2 0-16,0 3 19 0,0-3 0 0,0 3 0 0,0 3 0 16,0-3 0-16,0 2 8 0,3-2-8 0,-3 2 0 15,0-2 0-15,3 0 0 0,-3 0 0 0,0-3 0 16,3 3 0-16,-3-5 0 0,3-1 0 0,-3 4 0 15,3-7 0-15,-3 1 8 0,3 0-8 0,-3 0 0 16,3-2 0-16,0-1 0 0,-3 0 0 0,0-5 0 16,3 3-11-16,-3-3-5 0,6 5 0 0,-3-2-1 15,3-1-27-15,0-2-6 0,-3 0-1 0,3 0 0 16,0-2-99-16,0 2-20 0,0-6-4 0</inkml:trace>
  <inkml:trace contextRef="#ctx0" brushRef="#br0" timeOffset="66030.425">18181 7628 1552 0,'0'0'44'0,"0"0"10"0,0 0-43 15,0 0-11-15,0 0 0 0,0 0 0 0,0 0 104 0,0 0 20 0,0 0 3 0,0 0 1 16,0 0 0-16,0 0 0 0,0 0 0 0,0 0 0 16,0 0-52-16,0 0-9 0,0 0-3 0,0 0 0 15,0 0-51-15,0 0-13 0,0 0 0 0,0 0 0 16,0 0 44-16,0 0 5 0,0 0 2 0,3 6 0 15,0-1-25-15,-1 3-5 0,-2 0-1 0,3 0 0 16,-3 0-5-16,3 0-2 0,-3 0 0 0,0 2 0 16,3 1-4-16,-3-3-1 0,0 2 0 0,0 1 0 15,0 2-8-15,3-2 12 0,-3 2-12 0,0 3 12 16,0-3-37-16,3 0-7 16,-3 3-2-16,3-3 0 0,-3 3 34 0,3-3 0 0,-3 1 0 15,3-1 0-15,-3 0 44 0,3 0 16 0,0-2 4 0,-3 0 0 16,3-1-52-16,0 1-12 0,-3-3 0 0,3 0 0 15,0 0 0-15,-3-1 0 0,3-1 0 0,0 2 0 16,-3-6 0-16,3 4 0 0,-3-6 0 0,3 5 0 16,-3-5-14-16,3 5-6 0,-3-5 0 0,3 3-1 15,-3-3-18-15,6 3-3 0,-6-3-1 0,6 2 0 16,0-2-68-16,0 3-13 0,0-3-4 0</inkml:trace>
  <inkml:trace contextRef="#ctx0" brushRef="#br0" timeOffset="68331.107">19651 7586 2030 0,'0'0'57'0,"0"0"14"0,0 0-57 0,0 0-14 0,0 0 0 0,0 0 0 16,0 0 105-16,0 0 19 0,0 0 3 0,0 0 1 16,0 0-52-16,0 0-9 0,0 0-3 0,0 0 0 15,0 0 0-15,0 0 0 0,0 0 0 0,3 5 0 16,-3 1-51-16,3 2-13 0,-3 0 0 0,0 2 0 16,-3-2 0-16,3 3 0 0,0 2 0 0,-3-3 0 15,3 4 0-15,-3-1 0 0,0 0 0 0,3-2 0 16,-3 5 0-16,3-3 0 0,-3 3 0 0,3 0 0 15,0-1 0-15,0 1 0 0,0 3 0 0,0-3 0 16,0 0 0-16,0-1 0 0,0 1 0 16,3 0 0-16,-3-3 20 0,0-2 0 0,3 2 1 0,-3-2 0 15,3-1-21-15,-3-2 0 0,3 0 0 0,-3-2 0 16,3 2 0-16,-3-6 0 0,0-2 0 0,3 5 0 16,-3-5 0-16,0 0 0 0,0 6 0 0,0-6-8 15,6 2-24-15,-6-2-4 0,3 0 0 0,-3 0-1 16,6 0-76-16,0 0-15 0,0 0-4 0</inkml:trace>
  <inkml:trace contextRef="#ctx0" brushRef="#br0" timeOffset="81513.68">11302 6861 1576 0,'0'0'32'0,"0"-5"9"0,0 5-33 0,-3-6-8 0,3 6 0 0,-3-5 0 16,3 3 92-16,0 2 16 0,-3-6 3 0,3 6 1 15,-3-5-25-15,0 2-5 0,3 3-1 0,-6-2 0 16,6 2-13-16,-6-6-4 0,0 6 0 0,0-2 0 16,6 2-51-16,-6 0-13 0,0-3 0 0,0 3 0 15,0 0 54-15,0 0 8 0,0 3 2 0,-3-3 0 16,3 0-52-16,0 2-12 0,-3 1 0 0,3 0 0 15,1-1 0-15,-4 1 0 0,3 0 0 0,-3-1 0 16,0 1 0-16,3 0 0 0,0 2 0 0,-3-3 0 16,3 4 0-16,-3-4 0 0,3 4 0 0,0-1 0 0,0 0 0 15,0 1 0-15,3-1 0 0,-3 0 0 0,3 0 0 16,-3 3 0-16,3 0 0 0,0-2 0 16,-3 2 0-16,4 0 0 0,-4-1 0 0,3 1 0 0,0 0 0 0,3 0 0 0,-3 3 0 15,0-3 0-15,3 2 0 0,0 1 0 16,-3 0 0-16,3 2 0 0,0-3 0 15,0 1 0-15,0-3 0 0,0 5 0 0,0-5 0 0,3 3 0 16,-3-1 0-16,3 1 0 0,0-3 0 16,-3 2 0-16,3-2 0 0,0 3 0 0,0-3 0 0,2-3 0 0,-2 3 0 15,0-3 0-15,3 3 0 0,-3-5 0 0,3 5 0 16,0-3 0-16,0-2 0 0,0 2 0 0,0-2 0 0,0-1 0 16,3 1 0-16,-3 2 0 0,0-5 0 0,3 3 0 15,-3-3 0-15,0 3 0 0,3-1 0 16,0-2 0-16,0 0 0 0,-3-2 0 0,2 2 0 0,1-3 0 15,0 0 0-15,0 3 0 0,3-2 0 0,-3-1 0 16,-3 0 0-16,3-2 0 0,-3 2 0 0,3 1 0 16,-3-1 54-16,0-2 8 0,0 0 2 0,0-1 0 15,0 1-52-15,0 0-12 0,-3-3 0 0,2 0 0 16,1 0 0-16,-3 0 0 0,3 0 0 0,0-3 0 16,-3 1 40-16,3-1 6 0,-3-2 1 0,3 2 0 15,-3-2-24-15,0 3-5 0,3-4-1 0,-3 4 0 16,0-3-17-16,0 2 0 0,0 0 0 0,0 3 0 15,0-2 0-15,-3 2 0 0,0 0 0 0,0 3 0 16,0-3 0-16,0 2 0 0,0-1 0 0,0 1 0 16,0 1 0-16,-3 0 0 0,3 2 0 0,-3-5 0 15,0 3 32-15,0-1 2 0,0 1 1 0,0 0 0 16,0 0-27-16,0-1-8 0,0 1 0 0,-3 0 0 0,3-1 0 16,-3 4 0-16,0-4 0 0,3 1 0 0,-3 0 28 15,0 0 0-15,0-1-1 0,1 4 0 0,-4-4-42 0,3 4-8 16,-3 2-1-16,0-3-1 15,0 0-11-15,-3 3-3 0,3 0 0 0,-3 0 0 0,3 0 29 0,-3 0 10 0,0 0 0 16,3 3-9 0,-2-3-42-16,2 3-8 0,0-3-1 0,0 2-1 15,0 1-105-15,0 0-21 0,3-1-4 0</inkml:trace>
  <inkml:trace contextRef="#ctx0" brushRef="#br0" timeOffset="83275.682">12123 6575 1130 0,'0'0'32'0,"0"0"8"0,0 0-32 0,0 0-8 0,0 0 0 0,0 0 0 16,0 0 96-16,0 0 17 0,0 0 4 0,0 0 1 16,3-5-3-16,-3 5-1 0,0 0 0 0,0 0 0 15,0 0-16-15,0 0-3 0,0 0-1 16,0 0 0-16,0 0-16 0,0 0-3 0,0 0-1 0,0 0 0 16,0 0-33-16,0 0-6 0,0 0-2 0,0 0 0 15,0 0 18-15,0 0 3 0,3 5 1 0,0 1 0 16,0 2-27-16,-3-1-4 0,3 1-2 0,-3 3 0 15,3 0-7-15,-3 2-2 0,0 0 0 0,3 3 0 16,-3 0-5-16,3 0 0 0,-3 2-8 0,3 1 12 16,0-3-12-16,-3-1 0 0,3 1 0 0,0 0 0 15,-3 0 0-15,0-3 8 0,3 3-8 0,-3 0 0 16,0-3 0-16,3 1 0 0,-3-1 0 0,3 0 0 16,-3-2 28-16,0-1 0 0,3 1 0 0,-3-1 0 15,0 1-43-15,3-1-9 16,-3 1-1-16,3-3-1 0,-3 3 26 0,0-3 0 0,3-1 0 0,-3 1 0 15,0 0 18-15,3-2 6 0,0 2 0 0,-3 0 1 16,3-3-40-16,-3 0-8 0,3 0-1 0,-3-5-1 16,3 6 17-16,0-4 8 0,-3-2-8 0,3 3 8 15,0 2-33-15,-3-5-2 0,0 0 0 0,5 0 0 16,-5 0-145-16,6 0-30 0,0 0-6 0</inkml:trace>
  <inkml:trace contextRef="#ctx0" brushRef="#br0" timeOffset="95934.344">13415 6575 1552 0,'0'0'44'0,"0"0"10"0,3-2-43 0,-3-4-11 0,0 4 0 0,0-4 0 16,3 4 94-16,-3 2 17 0,3-6 3 0,-3 6 1 15,0-2-19-15,0 2-3 0,3-5-1 0,-3 5 0 16,0 0-15-16,0 0-3 0,3-3-1 0,-3 3 0 16,0 0-17-16,0 0-4 0,0 0-1 0,0 0 0 15,0 0-11-15,0 0-3 0,0 0 0 0,0 0 0 16,0 0-15-16,0 0-3 0,-6 5-1 0,0 3 0 15,0 0-8-15,0 3-2 0,-3 2 0 0,0 3 0 16,0 2-8-16,0 1 0 0,-3-1 9 0,1 6-9 16,-1-3 0-16,0 0 9 0,0 1-9 0,-3-1 0 15,0 0 9-15,0-2-9 0,0-1 0 0,-3 1 9 16,4-6-9-16,-4 3-16 0,3-3 4 0,0-3 1 16,0 4-17-16,0-4-3 0,3 1-1 0,-3-1 0 15,6-2-88-15,-2-2-17 0,2 2-4 0</inkml:trace>
  <inkml:trace contextRef="#ctx0" brushRef="#br0" timeOffset="96279.111">13094 6612 1804 0,'0'-5'37'0,"-3"-3"10"0,3 3-38 15,0 0-9-15,0 2 0 0,0 3 0 0,0 0 112 0,0 0 21 0,0-5 4 0,0 5 1 16,0 0-46-16,0 0-10 0,6-3-2 0,-1 3 0 16,-2 3-14-16,3-1-3 0,3 1-1 0,-3 2 0 15,3 0-10-15,-3 3-3 0,3-2 0 0,0 4 0 16,0 1-13-16,0-1-4 0,3 4 0 0,-3-1 0 16,3 0-9-16,-3 3-3 0,2 0 0 0,1 0 0 15,-3-3-7-15,3 0-1 0,0 3-1 0,-3-3 0 16,3 1-11-16,-3-1 0 0,0-3 0 0,0 4 0 15,0-4 0-15,0 1 0 0,0-3 0 0,-1 2 0 16,1-2 0-16,0-2 0 0,0 1 0 0,3 1 0 16,-6-2 0-16,3-1 10 0,-3 0 1 0,3 1 0 15,-3-1-41-15,3-2-8 0,-3-1-2 0,3 3 0 16,0-2-149-16,-3 0-31 0,2-1-5 0</inkml:trace>
  <inkml:trace contextRef="#ctx0" brushRef="#br0" timeOffset="97207.962">15228 6636 1413 0,'0'0'60'16,"0"0"-48"-1,0 0 120-15,0 0 25 0,0 0 5 0,-6 0 1 16,6 0-45-16,-6-2-9 0,0 2-1 0,0 2-1 15,0-2-39-15,-3 5-7 0,0-2-1 0,0 2-1 16,-3 3-22-16,0 0-4 0,-2 3-1 0,-1-1 0 16,0 4-23-16,-3 2-9 0,0-3 0 0,0 3 9 0,0 0-9 0,-3-1 0 15,4 1 0-15,-4 3 0 0,0-3 10 0,0 0 0 0,0-1 0 16,-3 1 0 0,1 0-25-16,-1-3-5 0,0-2 0 0,-3 2-1 15,3-2-21-15,1 2-4 0,-1-2-1 0,-3 2 0 16,6 0-32-16,-3-2-6 0,6-1-2 0</inkml:trace>
  <inkml:trace contextRef="#ctx0" brushRef="#br0" timeOffset="97485.672">14731 6657 1824 0,'0'-8'38'0,"0"-2"8"0,3 2-37 0,0 3-9 0,-3-1 0 0,3 1 0 16,0 0 104-16,0 2 20 0,0 0 3 0,-3 3 1 16,5 3-52-16,1-3-9 0,0 5-3 0,3-2 0 15,-3 5 0-15,3 3 0 0,0-4 0 0,0 9 0 16,0-2 0-16,3 1 0 0,-3 4 0 0,3-1 0 16,0 1-51-16,0 0-13 0,-1-1 0 0,-2 1 0 15,3-1 0-15,-3 1 0 0,3-4 0 0,0 1 0 16,0-2 0-16,-3-1 0 0,3-3 0 0,0 4 0 15,0-4 0-15,-3 1 0 0,2-1 0 0,1 1 0 16,0 0-48-16,-3-1-13 0,3 1-3 0</inkml:trace>
  <inkml:trace contextRef="#ctx0" brushRef="#br0" timeOffset="104414.937">16948 6538 1406 0,'0'-5'59'0,"0"2"-47"16,0-2 112-16,0 2 22 0,3-2 5 0,-3 5 1 16,0-3-41-16,0-2-8 0,0 5-2 0,3-2 0 15,-3 2-25-15,0-6-4 0,0 6-2 0,0-2 0 16,0 2-13-16,0 0-2 0,0-6-1 0,0 6 0 15,0 0-17-15,0 0-3 0,0 0-1 0,0 0 0 16,0 0-5-16,0 0-2 0,0 0 0 0,0 0 0 16,0 0-10-16,3 8-1 0,0-2-1 0,0 1 0 15,-3 4-3-15,3 0-1 0,-3-1 0 0,0 6 0 16,0-3-10-16,0 3 10 0,0 3-10 0,0-1 10 16,3-2-10-16,-3 3 0 0,0-1 9 0,0 1-9 15,3-3 0-15,-3-1 0 0,0 1 0 0,3-2 0 16,-3-1 0-16,0 0 0 0,3 0 0 0,-3-2 8 15,3-1-8-15,-3 1 0 0,0 0 0 0,3-1 0 16,-3-2 0-16,0 0 0 0,3 0 0 0,-3 0 0 16,0-3 0-16,3 0 0 0,-3 3 0 0,3-2 0 15,-3-6 0-15,0 5 0 0,0-5 0 0,3 8 0 16,-3-8-31-16,3 3-4 0,-3-3-1 0,3 5 0 16,0-2-126-16,-3-3-26 0,6 2-4 0</inkml:trace>
  <inkml:trace contextRef="#ctx0" brushRef="#br0" timeOffset="105283.939">18011 6557 1824 0,'-3'-3'38'0,"3"3"8"0,-3-5-37 16,0 2-9-16,0 1 0 0,-3-1 0 0,6 3 97 0,-3-3 18 0,-3-2 3 0,0 5 1 15,0-3-37-15,0 3-7 0,0 0-2 0,-3 0 0 16,3 3-7-16,-3-3-2 0,4 3 0 0,-4 2 0 15,0 0-51-15,3 0-13 0,-3 3 0 0,0 3 0 16,0 0 0-16,3 2 0 0,0 0 0 0,-3 3 0 16,3 2 0-16,3 1 0 0,-3-1 0 0,3 1 0 15,0 0 0-15,0-1 9 0,3 1-9 0,-3-4 8 16,6-1-8-16,-3 2 0 0,3-3-12 0,0-3 12 16,0 4 0-16,3-4 0 0,0 1 0 0,3-3 0 15,0 0 0-15,0-3 0 0,3 0 0 0,0 1 0 16,3-4 0-16,-1 1 0 0,1-1 0 0,3-2 0 15,0 0 0-15,0 0 0 0,0-2 0 0,3-1 0 16,-4 1 0-16,1-4 0 0,0-2 0 0,0 3 0 16,-3-3 50-16,0 0 11 0,-3-2 3 0,0 2 0 15,0-3-52-15,-4 0-12 0,4 4 0 0,-3-7 0 16,0 4 0-16,0-4 0 0,-3 1 0 0,3 0 0 16,-3-3 51-16,0-2 7 0,3-1 2 0,-6 1 0 0,0-1-39 15,0 1-7-15,-3-1-2 0,0 0 0 16,0 4-1-16,-3 1-1 0,0 1 0 0,-3 0 0 15,0 2-10-15,-3 1 0 0,0 2 9 0,0 0-9 16,0 3 0-16,-3-1 0 0,0-2 0 0,1 3 8 0,2 2-8 0,-6 1-10 0,0-1 10 0,0 0-13 31,0 1-10-31,0 2-1 0,0 0-1 0,-3 0 0 16,4 2-34-16,-1 1-6 0,0-3-2 0,3 5 0 16,0-2-141-16,3 2-29 0,0-2-6 0</inkml:trace>
  <inkml:trace contextRef="#ctx0" brushRef="#br0" timeOffset="106711.362">19675 6454 1426 0,'0'0'40'0,"0"0"9"0,0 0-39 0,0 0-10 0,-3-6 0 0,3 6 0 15,0 0 93-15,-3-2 17 0,3 2 3 0,0 0 1 16,0 0-34-16,0 0-6 0,0 0-2 16,0 0 0-16,0 0-20 0,0 0-4 0,0 0 0 0,0 0-1 15,0 0-14-15,0 0-2 0,0 0-1 0,0 0 0 16,0 0-3-16,0 0-1 0,0 0 0 0,0 0 0 15,0 5-10-15,0 3-3 0,0 0 0 0,-3 0 0 16,3 0-13-16,0 2 8 0,-3-2-8 0,3 3 0 16,0-1 8-16,-3 1-8 0,3 2 0 0,-3-2 0 15,3 5 0-15,0-3 0 0,-3 3 0 0,3-3 0 16,-3 3 0-16,3-3 0 0,0 0 0 0,-3 3 0 16,3-3 0-16,0-2 0 0,-3 2 0 0,3-2 0 15,0-1 0-15,0-2 0 0,0 3 0 0,0-3 0 16,0-3 0-16,-3 3 0 0,3 0 0 0,0-3 0 15,0 1 0-15,0-6 8 0,0 0-8 0,0 2 0 16,0-2 0-16,0 0 0 0,0 0 0 0,0 0 0 16,0 0 0-16,0 0 0 0,0 0 8 0,0 0-8 15,0 0 8-15,0 0-8 0,0 0 11 0,0 0-11 16,0 0 11-16,0-5-11 0,0-3 10 0,-3-3-10 16,3 1 32-16,0-3 1 0,0-1 0 0,3-1 0 15,-3-4-33-15,3 0 0 0,-3-2 0 0,3 0 0 16,0 3 0-16,0-4-17 0,0 4 1 0,0-1 1 15,0 1 15-15,-3 2 0 0,3-2 12 0,-3 2-12 0,3 2 16 0,-3 1-3 0,0 0-1 16,3 0 0-16,-3 2 1 0,0 1 0 0,0-1 0 0,0 3 0 16,0 0-2-16,0 0-1 0,0 0 0 0,0 3 0 15,0 0-10-15,0 5 8 0,0 0-8 0,0 0 8 16,0 0-8-16,0 0 0 0,0 0 0 0,0 0 0 16,0 0 0-16,0 0 8 0,0 0-8 0,-3 10 0 15,3-2 0-15,0 3 0 16,-3-1 8-16,3 4-8 0,-3-4 0 0,3 3 0 15,-3 1 0-15,3-1 0 0,-3 3 0 0,0-3 0 0,3 3 0 0,-3 0 0 16,0 0 0-16,3-1 0 0,-3 4 0 0,0-1 0 16,3 1 0-16,-3 2 0 0,0-2 0 0,0 2 0 15,3-3 0-15,-3-2 0 0,3 0 0 0,-3 3 0 16,3-6-8-16,0-3 8 0,-3 4 0 0,3-4 0 16,0-2-28-16,-3 0-2 0,3 0 0 15,0-3 0-15,0 3 30 0,0-8 0 0,0 0 0 0,0 0 0 16,0 0 19-16,0 0 9 0,0 0 3 0,0 0 0 15,0 0-23-15,0 0-8 0,0 0 0 0,0 0 0 16,0 0 0-16,3-2 8 0,0-4-8 0,0 1 0 16,0-3 0-16,0 0 9 0,0 0-9 0,-3-2 8 15,3-1 15-15,0-2 2 0,0 2 1 0,0-2 0 16,0-3-26-16,0 3 0 0,0-3 0 0,0 0 0 16,0 3 0-16,-3 0 0 0,3 0 0 0,0-1 0 15,-3 4 0-15,3-1 0 0,-3 3 0 0,0 0 0 16,0 0-35-16,0 3-12 0,-3 0-2 0,3-1-1 15,0-2-102-15,0 3-20 0</inkml:trace>
  <inkml:trace contextRef="#ctx0" brushRef="#br0" timeOffset="112952.732">11331 5834 1579 0,'0'0'32'0,"-3"-5"10"0,3 0-34 0,-3 2-8 0,0-2 0 0,0 0 0 15,3 2 113-15,0 3 21 0,-2-5 4 0,-1-1 1 16,0 1-18-1,0 2-3-15,0 1-1 0,-3-3 0 0,0 5-52 0,0-3-10 0,0 0-3 0,0 3 0 16,-3 0-1-16,3 0-1 0,-3 0 0 0,0 3 0 16,0-3-22-16,-3 3-5 0,3 2-1 0,-3 0 0 15,3 0-10-15,1 1-1 0,-1 2-1 0,-3 2 0 16,6 1-10-16,-3 2 0 0,3 0 0 0,0 0 8 16,0 1-8-16,0 2-11 0,6-1 3 0,-3 1 0 15,3-2 8-15,0-1 0 0,0 0 0 0,0-2 0 16,3-1 0-16,3 3 8 0,-3-5-8 0,3 3 11 15,3 0-11-15,-3-4 0 0,3 1 0 0,0 0 0 16,3-2 0-16,-4-1 0 0,4-2 0 0,3-1 0 16,-3 1 0-16,3 0 0 0,-3-3 0 0,3 0 0 15,0-3 0-15,0 0-11 0,-3 1 11 0,2-4-8 16,1 1 8-16,-3 0 8 0,3-1-8 0,0-2 11 16,-3 3-11-16,0-3 0 0,0 0-12 0,0 0 12 15,-3-2 0-15,-1 2 0 0,-2-3 0 0,0 1 0 16,0-1 35-16,-3-2 14 0,0 2 3 0,-3-2 1 15,0-3-33-15,0 3-8 0,-3-3 0 0,0 3-1 16,-3-3 4-16,-3 3 1 0,3-1 0 0,-2 1 0 0,-1 3-26 16,-3-1-5-16,3 1-1 0,-3 2 0 0,3 0 31 15,-3 2 5-15,3 1 2 0,0 0 0 0,0 2-35 16,0 0-7-16,0 3-2 0,0 0 0 16,1 0 10-16,-1 3 1 0,3 0 1 0,-3-1 0 15,3 1-45-15,0 2-9 0,0-2-1 0,0 2-1 16,6-5-142-16,-3 6-29 0,3-1-6 0</inkml:trace>
  <inkml:trace contextRef="#ctx0" brushRef="#br0" timeOffset="113978.612">12218 5575 1094 0,'0'0'46'16,"0"0"-37"0,-3-8 95-16,3 3 20 0,-3 0 3 0,3 5 1 15,-3-3-52-15,1 0-9 0,2 3-3 0,-3-5 0 16,3 5 0-16,0 0 0 0,-6-3 0 0,6 3 0 15,0 0 0-15,-6-2 0 0,6 2 0 0,-6 0 0 16,6 0-17-16,-9 0-4 0,3 0-1 0,6 0 0 0,-6 2-16 0,0 1-3 0,0 0-1 16,0-1 0-16,3 4 8 0,-3-1 2 15,3 0 0-15,-3 6 0 16,0-3-16-16,0 2-4 0,3 1 0 0,-3-1 0 16,0 4-12-16,3-1 8 0,0-3-8 0,-3 4 0 0,3 2 8 0,0-3-8 15,-2-3 0-15,2 6 0 0,0-2 0 0,0-1 0 0,0 3 0 16,3-3 0-16,0 0 13 0,0 3 3 15,3-3 1-15,-3 3 0 0,3-5-17 0,0 2 0 0,0 0 0 0,-1 0 0 16,1-2 0-16,0 2 0 0,3-2 0 0,0-1 0 16,0-2-8-16,0-2-6 0,0-1-1 15,0 0 0-15,3 0 24 0,0-2 5 0,0 0 1 0,0-1 0 16,3-2 5-16,0 0 0 0,0 0 1 0,0-2 0 16,2-1 4-16,1-2 1 0,3-1 0 0,-3 1 0 15,0-3-7-15,0 0-2 0,0 0 0 16,0-2 0-16,-1 2-17 0,1-3 0 0,-3-2 0 0,0 0 0 15,0 2 55-15,-3-2 7 0,0 2 2 0,0-2 0 16,-3 0-52-16,0 0-12 0,0 0 0 0,-3-1 0 16,3 1 54-16,-3 0 8 0,-3 2 2 0,3-2 0 15,-6 2-52-15,3 1-12 0,-3-1 0 0,-3 1 0 16,0-1 0-16,0 0 0 0,0 4 0 0,-3-1 0 16,0 0 0-16,0 2 0 0,0 1 0 0,-3 0 0 15,3 0 0-15,-3 2 0 0,0 0 0 0,-2 1 0 16,2 2 0-16,0-3-8 0,0 3 8 0,0 0-10 15,0 3-38-15,0-3-8 0,3 2-2 0,-3 1 0 16,3 0-56-16,0 2-11 0,3-3-3 0</inkml:trace>
  <inkml:trace contextRef="#ctx0" brushRef="#br0" timeOffset="120301.619">13543 5459 2269 0,'-3'-6'64'0,"-3"1"15"16,3-3-63-16,-3 3-16 0,3 0 0 0,-3-1 0 15,6 6 105-15,-3-5 19 0,3 5 3 0,0 0 1 0,0 0-52 16,0 0-9-16,0 0-3 0,0 0 0 16,0 0 0-16,0 0 0 0,0 0 0 0,0 0 0 0,-3 8-51 15,0 3-13-15,3-1 0 0,-3 6 0 16,3-3 32-16,0 6 4 0,0-1 1 0,0 1 0 0,3-1-19 0,-3 1-4 16,0-3-1-16,3 2 0 0,-3-2-13 15,3 0 9-15,0 0-9 0,0 0 8 16,-3 2-8-16,3-2 0 0,0 0 0 0,0 3 8 0,-3-4-8 15,3 4 0-15,0-1 0 0,-3 1 8 0,3-3-8 0,-3 2 0 0,3-2 0 16,-3 0 0-16,3 0 9 0,-3-5-9 16,0 2 10-16,0-5-10 0,0 2 0 0,0-4 0 0,0-1 0 15,0-5 0-15,0 5 0 0,0-5 0 0,3 3 0 0,-3-3 0 16,6 0-45-16,0 0-15 0,-3 0-4 16,3-3 0-16,0 1-142 0,0-4-29 15,0 4-5-15</inkml:trace>
  <inkml:trace contextRef="#ctx0" brushRef="#br0" timeOffset="123711.407">15097 5403 2030 0,'0'-5'57'0,"0"0"14"15,0 5-57-15,0-6-14 0,0 6 0 0,0 0 0 16,-3-2 98-16,3 2 17 0,-6-3 3 0,-3 0 1 0,3 6-38 0,-3-3-7 0,0 5-2 0,-3 1 0 15,0 4-23 1,0 1-5-16,0 2 0 0,-2 0-1 0,-4 6-23 0,3-1-4 0,0 1 0 0,0 2-1 16,-3 0-15-16,-3 0 11 0,1 3-11 15,-1-3 10-15,0 0-10 0,0 1 0 0,0-1 0 16,-6 0 0-16,7 0 0 0,-1 0 0 16,0 0 8-16,0 1-8 15,0-1 0-15,3 0 0 0,1 3 0 0,-1-6 0 16,3 1-41-16,3-6-11 0,-3 0-1 0,3-2-1 15,0-3-148-15,0-3-30 0</inkml:trace>
  <inkml:trace contextRef="#ctx0" brushRef="#br0" timeOffset="124020.694">14540 5493 2017 0,'-3'-5'42'0,"3"0"10"15,0 5-42-15,0 0-10 0,0 0 0 0,0 0 0 16,0 0 108-16,0 0 19 0,0 0 4 0,3 2 1 16,3 1-39-16,0 2-7 0,0 0-2 0,3 6 0 15,3 0-16-15,-3-1-4 0,6 3-1 0,-3 1 0 16,5 4-7-16,-2-7-2 0,6 5 0 0,0-1 0 16,-3-1-46-16,3 2-8 0,0-1 0 0,2 7 0 15,-2-4 0-15,-3 3 12 0,3 0 0 0,-3 3-1 16,-3 0-11-16,2 0 12 0,1 0-12 0,-3 0 12 15,-3-1-12-15,3-1 0 0,-3-1 0 0,-3 0 8 16,3-3-8-16,-3 1 0 0,0-3 9 0,0 0-9 0,-1-3 0 16,-2-3 0-16,0 1 0 0,3-3 8 0,-6 3-26 15,3-6-5-15,0 3-1 0,-3-3 0 16,3 0-100-16,0-2-20 0,0 2-4 0</inkml:trace>
  <inkml:trace contextRef="#ctx0" brushRef="#br0" timeOffset="125221.675">17097 5398 1792 0,'-6'2'51'0,"-3"1"10"0,3 2-49 0,0-2-12 0,0 5 0 0,-3-3 0 15,3 6 75-15,0-3 12 0,-2 2 2 0,2 4 1 16,0-1-44-16,0 0-9 0,0 0-1 0,0 1-1 15,0 1-26-15,3 1-9 0,-3 0 0 0,3 0 9 16,0 0 16-16,3 0 3 0,0 0 1 0,0 0 0 16,0-1-19-16,3-1-10 0,0-1 10 0,0 0-10 15,0 0 8-15,3-5-8 0,0 3 0 0,3-1 9 16,-3-2 15-16,3-2 2 0,2 2 1 0,-2-3 0 16,3 0-27-16,3-2 0 0,-3-3 0 0,6 0 0 15,-3 0 56-15,3-5 7 0,0 2 1 0,-1-2 0 16,-2 2-52-16,3-5-12 0,0 3 0 0,0-3 0 15,-3 0 54-15,0 0 8 0,-3 0 2 0,-1 0 0 16,1-3-52-16,-3 1-12 0,0-1 0 0,-3-2 0 0,0 0 54 16,-3 0 8-16,3-3 2 0,-6 3 0 0,3-3-52 15,-6 0-12-15,3 0 0 0,-3 0 0 0,0 0 0 16,-3 0 0-16,-3 0 0 0,0 1 0 0,0 1 0 16,-3 1 0-16,-2 0 0 0,2 5 0 0,-3-5 0 0,-3 2 0 15,3 6 0-15,-3-1 0 0,0 4 0 16,0-3 0-16,1 2 0 0,2 3 0 15,-3-3-24-15,3 6-7 0,0 0-1 0,3 2-1 16,0-3-101-16,3 4-20 0,0-1-4 0</inkml:trace>
  <inkml:trace contextRef="#ctx0" brushRef="#br0" timeOffset="125797.234">17901 5311 2198 0,'0'-6'62'0,"0"1"14"0,0 0-60 15,3-1-16-15,-3 1 0 0,3 0 0 0,-3 5 120 0,3-3 22 0,-3 3 4 0,0-5 1 16,0 5-67-16,0 0-12 0,3-3-4 0,-3 3 0 16,0 0-51-16,0 0-13 0,0 0 0 0,0 0 0 15,0 0 54-15,0 0 8 0,0 0 2 0,0 0 0 16,3 5-52-16,0 3-12 0,0 0 0 0,-3 3 0 16,0 2 8-16,3 3 0 0,-3 0-8 0,0 2 12 15,0 4-4-15,-3 1-8 16,3 4 11-16,0-3-11 0,0 0 8 0,0-1-8 0,0 1 0 0,0 0 0 15,0-3 8-15,0-2-8 0,0 2 0 0,0-5 0 16,0 2-9-16,0-2-6 0,0 0-1 0,0-3 0 16,0 3 16-16,0-3 0 0,-3 1 0 0,3 1 0 15,0-1 0-15,-3-1 0 0,3 0 0 0,-3 0 0 16,3-2-54-16,0-3-8 0,0 2-2 0,0-2 0 16,0-2-102-16,3-1-21 0,-3-5-4 0</inkml:trace>
  <inkml:trace contextRef="#ctx0" brushRef="#br0" timeOffset="126890.467">19520 5221 1941 0,'-3'-6'40'0,"3"1"10"0,-3 0-40 0,3 2-10 0,0-2 0 0,0 5 0 15,-3-6 128-15,3 1 24 0,0 5 5 0,0 0 1 16,0-5-73-16,0 5-14 0,0 0-3 0,0 0-1 15,0 0-1-15,0 0 0 0,0 0 0 0,0 0 0 16,0 0-31-16,0 0-7 0,3 5 0 0,0 3-1 16,-3 0-4-16,3 0-1 0,0 5 0 0,-3-2 0 15,0 5-9-15,0-3-1 0,0 3-1 0,0 0 0 16,0 2-1-16,0 3 0 0,0-2 0 16,0 7 0-16,-3-5 0 0,3 3 0 0,0 3 0 0,0-3 0 15,0-1-10-15,0-1 8 0,0-1-8 0,0 0 8 16,3-3-8-16,-3-2 0 0,0 3 0 0,3-6 8 15,-3 3-25-15,0-6-6 0,3 4-1 0,-3-1 0 16,0-2 44-16,0-4 9 0,0 9 2 0,0-10 0 16,0 4-42-16,0-2-8 0,0 0-1 0,0 0-1 15,3 0-94-15,-3-3-18 16,3 1-4-16</inkml:trace>
  <inkml:trace contextRef="#ctx0" brushRef="#br0" timeOffset="139863.893">11456 4662 1580 0,'-3'-10'67'0,"-3"2"-54"16,1 0 120-16,-4 2 24 0,3-1 5 0,0-1 1 15,-3 2-56-15,3 1-11 0,0 0-3 0,-3 2 0 16,3 3-23-16,-3 0-5 0,3 0-1 0,-3 3 0 15,3-1-51-15,0 4-13 0,0-1 0 0,0 0 0 16,0 8 0-16,0-7 0 0,0 7 0 0,1 0 0 16,-1 0 0-16,0 3 0 0,3 0 0 0,-3 3 0 15,3-1 0-15,0 1 0 0,0-6 0 0,3 6 0 16,0-4 0-16,0 1 0 0,0-2 0 0,3-1 0 16,0 3 0-16,0-6 0 0,3 1 0 0,0-1 0 15,0 1 0-15,2-6 0 0,4 3 0 0,-3-3 0 16,3 1 0-16,3-1 0 0,0-5 0 0,3 0 0 15,0 0 0-15,3-5 0 0,-1-1 0 0,4 1 0 16,0 0 24-16,0 0 3 0,0-3 0 0,2-3 0 16,-2 1 0-16,-3-1 0 0,-3 0 0 0,0-2 0 0,-3 0-14 0,-3-3-2 0,-1 0-1 15,-5 0 0-15,0-2 43 0,-3-3 9 0,0-1 2 16,-3 1 0-16,-3 0-52 0,-3-3-12 0,0 0 0 0,-5 1 0 16,-1 1 19-16,-3 4 1 0,0-1 0 15,-3 4 0-15,-3 1-20 16,-3 6 0-16,1-2 8 0,-4 2-8 0,3 3 0 0,0 2-12 0,-3 3 1 0,4 0 1 15,2 3-2-15,3 2 0 0,3-3 0 0,0 6 0 16,3 0-92-16,3 3-20 16,3-3-3-16</inkml:trace>
  <inkml:trace contextRef="#ctx0" brushRef="#br0" timeOffset="140387.133">12540 4562 1675 0,'-21'-6'35'0,"12"1"8"0,0 0-35 15,0 0-8-15,0 2 0 0,-3 0 0 16,3 1 106-16,1-1 19 0,-1 0 4 0,0 3 1 0,0 0-42 0,0 0-9 0,0 0-2 0,0 0 0 15,0 3-23-15,0 2-5 0,0 1-1 0,0 1 0 16,0 1-15-16,0 3-3 16,0 0-1-16,-2 4 0 0,2 1-9 0,0 5-3 0,0-5 0 0,0 3 0 15,3 2-17-15,0-5 0 0,3 2-11 0,0 1 11 16,0-3 0 0,3 0 0-16,0-3 0 0,3 3 0 0,3-6 20 15,0 1 10-15,0-3 2 0,6 3 1 0,-3-1-20 0,6-2-4 0,-1 0-1 16,1 0 0-16,3-3 9 0,0 1 2 15,3-4 0-15,-3 3 0 0,3-5 8 0,-4 0 1 0,4-5 1 0,-3 3 0 16,0-4-1-16,3 1-1 0,0 0 0 0,-3-6 0 16,2 3-3-16,1 0 0 0,-3 3 0 0,3-8 0 15,-3-1 3-15,0 4 0 0,-3-6 0 0,-1 3 0 16,-5-8-4-16,0-1-1 0,0 1 0 0,-3-5 0 16,-3 5-10-16,-3-3-3 0,0 0 0 0,-3 0 0 15,0 3-9-15,-6 2 8 0,0 4-8 0,-3 1 8 16,0-2-8-16,-2 6 0 0,-1 2 0 0,-3 0 8 15,0 3-8-15,0-1-9 0,0 4 9 0,0 2-13 16,1-3-13-16,2 6-2 0,-3-3-1 0,3 2 0 16,0 1-23-16,0 0-5 0,0 2-1 0,0 0 0 15,6 3-109-15,1-2-21 0,-1 1-5 0</inkml:trace>
  <inkml:trace contextRef="#ctx0" brushRef="#br0" timeOffset="140927.185">13510 4493 1811 0,'0'0'37'0,"0"0"11"0,0 0-39 0,0 0-9 0,0 0 0 0,-6-3 0 16,0 3 120-16,0 0 23 0,0-5 4 0,0 5 1 16,1 0-59-16,-1 0-11 0,0 0-2 0,-3 0-1 15,0 5-27-15,3-5-4 0,-3 3-2 0,0 0 0 16,3 2-15-16,0 0-3 0,0 0-1 0,0 3 0 16,-3 3-13-16,6 0-2 0,-3 4-8 0,3-4 12 15,0 2-12-15,3 3 8 0,-3 0-8 0,3 2 0 16,0-2 0-16,0 0 0 0,3 0 0 0,0 3 0 15,0-6 0-15,3 0 0 0,0 0 0 0,3 1 0 16,0-1 0-16,0-5 0 0,3 0 0 0,3 2 0 16,0 1 0-16,0-6 0 0,2 3 9 0,1-3-9 15,0 1 17-15,3-4-1 0,-3 1-1 0,3 0 0 16,-3 2 9-16,2-5 3 0,-2 0 0 0,0-5 0 16,0 2 1-16,-3-2 1 0,0-1 0 0,0 1 0 15,-4 0 0-15,4-3 0 0,-3 0 0 0,0 0 0 16,0 0 2-16,-3-3 0 0,3 1 0 0,-3-3 0 15,0-1-7-15,-3-4-2 0,0 5 0 0,-3-9 0 0,0 7-9 16,0-9-1-16,-3 5-1 0,0 1 0 0,-3-1-11 0,0 3 10 16,-3 0-10-16,0 1 10 0,-3 4-10 0,-3 0 0 0,3 3 0 15,-3 1 8-15,-3 1-8 0,3-2 0 0,-3 0-10 16,-2 6 10 0,-1-4-41-16,-3 4-3 0,0-3 0 0,0 2 0 15,0 3-104-15,-2 0-22 0,2 0-4 0</inkml:trace>
  <inkml:trace contextRef="#ctx0" brushRef="#br0" timeOffset="142510.089">14996 4231 1410 0,'0'0'40'0,"0"0"9"0,0 0-39 0,0 0-10 0,0 0 0 0,0 0 0 16,0 0 102-16,0 0 18 0,0 0 4 0,0 0 1 15,0 0-38-15,0 0-8 0,0 0-2 0,0 0 0 16,0 0-29-16,0 0-7 0,0 0-1 0,-3 8 0 16,0-5-12-16,0 2-4 0,0 0 0 0,3 3 0 15,-3-3-6-15,3 6-2 0,-3-6 0 0,3 3 0 16,-3-3-4-16,3 6-2 0,0-3 0 0,-3-3 0 16,3 1-2-16,0 1 0 0,0 4 0 0,0-8 0 15,0 5-8-15,0-3 12 0,0 0-12 0,0 1 12 16,0-6 0-16,0 10 0 0,0-7 0 0,0-3 0 15,0 5 4-15,0-2 0 0,0 2 1 0,0-5 0 16,0 5-2-16,0-5-1 0,0 6 0 0,0-6 0 16,-3 5-1-16,3-5 0 0,0 8 0 0,0-6 0 15,0-2-1-15,-3 6 0 0,3-6 0 0,0 5 0 0,0-5-4 0,-3 5 0 16,3 3-8-16,0-5 12 0,0-3-12 0,-3 5 8 16,3 1-8-16,0-1 0 15,0 0 0-15,-3 0 8 0,3 3-8 0,0-5 0 0,0 2 0 16,0 1 0-16,0 1 0 0,-3-1 0 0,3 4 0 0,0-2 0 15,0-2 0-15,-3 2 0 0,3 2 0 0,0 1 0 16,0-1 0-16,0 1 0 0,0 2 0 0,-3-2 0 16,3 5 0-16,0-9 0 0,0 7 0 0,0-4 0 0,0 1 8 15,0-1-8-15,0 1 0 0,-3 0 0 0,3-3 0 16,0 2 0-16,0-2 0 0,0 3 0 0,0-6 0 0,0 0 0 16,0 3 0-16,0 3 0 0,0-9 0 15,0 6 0-15,0-5 0 0,0-3 0 16,0 5 0-16,0 3 0 0,0-5 0 0,0-3 0 15,0 8 0-15,-3-6 0 0,3-2 0 0,0 8 0 0,0-8-8 0,0 6 8 32,0-6-30-32,0 5 1 0,0-5 0 0,0 5 0 15,0 1-42-15,0-6-8 0,0 0-1 0,0 0-652 0,0 5-129 0</inkml:trace>
  <inkml:trace contextRef="#ctx0" brushRef="#br0" timeOffset="146374.571">16960 4398 1728 0,'0'0'38'0,"0"0"8"0,0 0 2 0,0 0 0 0,0 0-39 0,0 0-9 0,0 0 0 0,-3-6 0 16,3 6 104-16,0-2 20 0,0 2 3 0,-3-3 1 16,0-5-52-16,3 8-9 0,-6 0-3 0,3-5 0 15,3 5 0-15,-6-3 0 0,0 1 0 0,0 2 0 0,0 0-51 0,-2 0-13 16,-1 2 0-16,0 1 0 0,0 2 54 0,-3 3 8 15,3-5 2-15,-3 5 0 0,3 0-52 0,-3 2-12 16,0 1 0-16,0 2 0 16,3 0 0-16,1-2 0 0,-1-1 0 0,0 6 0 0,3-3 0 15,0 6 0-15,3 0 0 0,3-1 0 0,3 1-9 16,0-1-5-16,0 1-1 0,6-1 0 0,0 1 24 0,2-3 5 16,1-3 1-16,3 3 0 0,0-8-15 15,0 0 0-15,3-1 0 0,0-1 0 0,0-4 0 0,-1 4 0 16,1-6 0-16,3 0 0 0,-3-6 0 0,3 1 0 15,0 0 0-15,0-3 0 0,-1 0 11 0,1-3-1 0,0 1 0 0,0-1 0 16,0 1 14-16,-3-6 4 0,-4 2 0 0,1-1 0 16,0-1-2-16,-6 3 0 0,3-3 0 0,-6 2 0 15,3 1-26-15,-6 0 0 0,0 2 0 0,-3-5 0 16,-3 3 0-16,0 5 0 0,-3-8 0 0,0 6 0 16,-3 2 0-16,-3-3 0 15,-3 3 0-15,0 0 0 0,1 3 0 0,-4-5 0 0,3 4 0 16,-6 4 0-16,3-1 18 0,0 0-2 0,0 3 0 0,3 0 0 15,1 0-56 1,-1 3-11-16,3 0-2 0,0 2-1 16,3 0-131-16,0 3-27 0,6-5-4 0,0 5-888 0</inkml:trace>
  <inkml:trace contextRef="#ctx0" brushRef="#br0" timeOffset="146843.078">18047 4416 1753 0,'0'0'38'0,"-6"-8"8"0,3 3 2 0,0 2 2 0,-3-2-40 0,3 2-10 16,0-2 0-16,-3 5 0 0,3-5 99 0,-3 2 17 16,6 3 4-16,-6 0 1 15,6 0 6-15,-6 0 1 0,6 0 0 0,-6 0 0 0,-3 0-103 0,3 3-25 0,-3 2 0 0,0-2 0 16,0 5 0-16,-3 0 0 15,4 2 0-15,-4 1 0 0,0-3 35 0,3 5 1 0,-3-2 1 0,3 2 0 16,0 0-8-16,0 3-1 16,3-3-1-16,3 3 0 0,0 0-38 0,0 2-7 0,6-2-2 15,0 0 0-15,0 0 32 0,6 2 7 0,0-7 1 16,0 8 0-16,3-11-20 0,3 2 0 16,0-2 0-16,2-3 0 0,4 1 0 0,-3-4 0 0,3-2 0 0,3 0 0 15,-3 0 0-15,2-2 0 0,-2-6 0 16,0 0 0-16,0 0 54 0,-3-3 7 0,0 1 2 0,-3-1 0 15,-1 0-33-15,1-7-6 0,-3 5-2 0,0-3 0 16,0 0 2-16,-3 5 0 0,3-7 0 0,-6 2 0 16,0-3-12-16,-3 6-3 0,0-3 0 0,0 1 0 15,-6 1 1-15,0-2 0 0,0 3 0 0,-3-5 0 16,-3 7-10-16,0-7 0 0,0 4 0 0,-3 1 0 16,3 0 0-16,-3 2 0 0,0 6 0 0,-2-3 0 15,-1-3 0-15,0 6 0 0,-3 3 0 0,0-1 0 16,0 0-49-16,0 3-12 15,3 0-3-15,-2 3 0 0,2 0-153 0,3-1-31 0,3 3-7 0,3 1-1 16</inkml:trace>
  <inkml:trace contextRef="#ctx0" brushRef="#br0" timeOffset="147394.307">19535 4107 2037 0,'0'0'44'0,"0"0"10"0,0 0 2 0,0 0 2 0,0 0-46 0,0 0-12 16,3 0 0-16,-3 0 0 0,0-8 109 0,0 8 20 16,0 0 4-16,0 0 1 0,0 0-46 0,0 0-10 15,0 0-2-15,0 0 0 0,0 0-22 0,0 0-5 16,3 8-1-16,0-3 0 0,0 5-8 0,-3 4-3 16,0-4 0-16,0 9 0 0,0-6-8 15,0 11-1-15,0-6-1 0,0 4 0 0,0 1-7 16,0-1-2-16,0-4 0 0,0 3 0 0,0-2-7 15,0-3-2-15,0 2 0 0,0-5 0 0,0 6-9 0,0-6 0 16,3 0 9-16,-3 3-9 0,3-5 0 0,-3 2 0 16,3 0 0-16,-3-2 8 0,3 2-26 0,-3 0-5 15,3 1-1-15,0 1 0 16,0-1-131-16,0-1-26 0,3 3-6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07T23:15:09.98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14894 2268 2095 0,'0'0'46'0,"0"0"10"0,-3-6 60 0,0 4-104 0,3 2-12 0,0 0 0 0,0 0 0 16,0-6 60-16,0 6 11 0,0 0 1 0,0 0 1 15,0 0-45-15,0 0-8 0,0 0-3 0,0 0 0 16,0 0 7-16,0 0 2 0,3 6 0 0,0 4 0 0,3-2-18 15,0 3-8-15,0 5 0 0,0-6 8 0,0 3-8 0,3 1 0 16,-3 2 0-16,6-3 0 0,-3-3 28 0,3 4 6 16,6-9 2-16,-3 3 0 15,-1-5-61-15,4 2-12 0,3-5-3 0,0 0 0 16,0 0 40-16,3-5 0 0,-4 2 0 0,1-5 0 0,3-5-27 0,0-1 3 16,-3-1 0-16,3-1 0 0,-4-11 51 0,1 3 10 15,0 1 3-15,3-12 0 0,0 3-13 0,2 3-3 16,1-5 0-16,3 2 0 0,3 8-38 0,-1-5-8 15,-2 0-2-15,6-8 0 16,-3 8-18-16,-1-8-4 0,-2 8-1 0,0-8 0 16,0 8-198-16,0 0-40 0</inkml:trace>
  <inkml:trace contextRef="#ctx0" brushRef="#br0" timeOffset="376.028">16258 2024 1552 0,'0'0'44'0,"0"0"10"15,0 0-43-15,0 0-11 0,0 0 0 0,0 0 0 0,-6 0 53 0,6 0 9 16,0 0 2-16,-6 8 0 0,3-5 12 0,3 5 2 15,0-3 1-15,0 3 0 0,0 0-44 0,0-3-9 16,6 3-2-16,0 0 0 0,0 0-16 0,0 0-8 16,3 0 8-16,-1 2-8 15,4-7 16-15,0 2-3 0,3 3 0 0,0-5 0 0,3 2 0 16,0-2 0-16,0-3 0 0,2 3 0 16,1-6-13-16,3 0 0 0,-3-2-9 0,3-3 9 0,0-3 8 15,2-2 7-15,4 0 1 0,0-3 1 0,6 0-17 0,-1 0-17 16,4 3 3-16,6-8 1 15,-4-3-165-15,1 3-33 0,0-3-6 0,2 3-2 0</inkml:trace>
  <inkml:trace contextRef="#ctx0" brushRef="#br0" timeOffset="841.219">17636 1892 1724 0,'0'0'38'0,"0"0"8"0,0 0 2 0,0 0 0 0,0 0-39 0,-6 0-9 16,0 0 0-16,0 3 0 0,0 2 45 0,0 3 7 15,0 0 2-15,0 5 0 0,0-5-43 0,3 5-11 16,-3-2 0-16,3 2 0 0,0 0 0 0,3-2 0 0,0-1 0 0,3 1 0 15,0 2 0-15,3-5 0 0,3 5 0 0,0-5 0 16,0-5-11-16,3 5 11 0,3-3-8 0,-3 0 8 16,3-5 21-16,2 0 10 15,-2 0 1-15,3-5 1 0,0 0 31 0,0-3 5 0,0-3 2 0,6 1 0 16,-1-1-23-16,7-5-5 0,0-2-1 16,6-1 0-16,-1-2-42 0,4-5 0 15,0-1-13-15,2-7 3 0,-2 5 10 0,3-3 0 0,5-5-9 0,7 2 9 31,3 6-40-31,-1 0-4 0,4 0-1 0,8-3-632 0,-2 1-127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B557698-AABB-481F-96E8-DD2C653A22A6}" type="slidenum">
              <a:rPr kumimoji="0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791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B557698-AABB-481F-96E8-DD2C653A22A6}" type="slidenum">
              <a:rPr kumimoji="0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264033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B557698-AABB-481F-96E8-DD2C653A22A6}" type="slidenum">
              <a:rPr kumimoji="0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86827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ustomXml" Target="../ink/ink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8.png"/><Relationship Id="rId4" Type="http://schemas.openxmlformats.org/officeDocument/2006/relationships/customXml" Target="../ink/ink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ustomXml" Target="../ink/ink5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ustomXml" Target="../ink/ink6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1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ustomXml" Target="../ink/ink7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customXml" Target="../ink/ink8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customXml" Target="../ink/ink9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customXml" Target="../ink/ink10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customXml" Target="../ink/ink11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ustomXml" Target="../ink/ink12.xm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2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customXml" Target="../ink/ink13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31.png"/><Relationship Id="rId4" Type="http://schemas.openxmlformats.org/officeDocument/2006/relationships/customXml" Target="../ink/ink14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6.xml"/><Relationship Id="rId5" Type="http://schemas.openxmlformats.org/officeDocument/2006/relationships/image" Target="../media/image120.png"/><Relationship Id="rId4" Type="http://schemas.openxmlformats.org/officeDocument/2006/relationships/customXml" Target="../ink/ink15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customXml" Target="../ink/ink17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customXml" Target="../ink/ink18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customXml" Target="../ink/ink19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customXml" Target="../ink/ink20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customXml" Target="../ink/ink21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HW#6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#6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6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6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Lecture-20 Readings: </a:t>
            </a:r>
            <a:r>
              <a:rPr lang="en-US" sz="3000" dirty="0"/>
              <a:t>Section 4.4 and 4.5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19-Decoders and Encoders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59129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Multiplexers</a:t>
            </a:r>
          </a:p>
          <a:p>
            <a:pPr lvl="2" eaLnBrk="1" hangingPunct="1">
              <a:defRPr/>
            </a:pPr>
            <a:r>
              <a:rPr lang="en-US" sz="2500" kern="0" dirty="0">
                <a:solidFill>
                  <a:srgbClr val="000000"/>
                </a:solidFill>
              </a:rPr>
              <a:t>Implementation of logic functions using Multiplexers </a:t>
            </a:r>
          </a:p>
          <a:p>
            <a:pPr lvl="2" eaLnBrk="1" hangingPunct="1">
              <a:defRPr/>
            </a:pPr>
            <a:r>
              <a:rPr lang="en-US" sz="2600" kern="0" dirty="0">
                <a:solidFill>
                  <a:srgbClr val="000000"/>
                </a:solidFill>
              </a:rPr>
              <a:t>Multiplexers Synthesis Using Shannon’s Expansion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Decoder</a:t>
            </a:r>
          </a:p>
          <a:p>
            <a:pPr lvl="2" eaLnBrk="1" hangingPunct="1">
              <a:defRPr/>
            </a:pPr>
            <a:r>
              <a:rPr lang="en-US" sz="2600" kern="0" dirty="0">
                <a:solidFill>
                  <a:srgbClr val="000000"/>
                </a:solidFill>
              </a:rPr>
              <a:t>Design a 4-to-16 Decoder</a:t>
            </a:r>
          </a:p>
          <a:p>
            <a:pPr lvl="2" eaLnBrk="1" hangingPunct="1">
              <a:defRPr/>
            </a:pPr>
            <a:r>
              <a:rPr lang="en-US" sz="2600" kern="0" dirty="0">
                <a:solidFill>
                  <a:srgbClr val="000000"/>
                </a:solidFill>
              </a:rPr>
              <a:t>Design a 5-to-32 Decoder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Demultiplexers</a:t>
            </a:r>
          </a:p>
          <a:p>
            <a:pPr lvl="2" eaLnBrk="1" hangingPunct="1">
              <a:defRPr/>
            </a:pPr>
            <a:r>
              <a:rPr lang="en-US" sz="2800" kern="0" dirty="0">
                <a:solidFill>
                  <a:srgbClr val="000000"/>
                </a:solidFill>
              </a:rPr>
              <a:t>Design a </a:t>
            </a:r>
            <a:r>
              <a:rPr lang="en-US" sz="2600" kern="0" dirty="0">
                <a:solidFill>
                  <a:srgbClr val="000000"/>
                </a:solidFill>
              </a:rPr>
              <a:t>1-to-4 demultiplexer 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Encoders</a:t>
            </a:r>
          </a:p>
          <a:p>
            <a:pPr lvl="2" eaLnBrk="1" hangingPunct="1">
              <a:defRPr/>
            </a:pPr>
            <a:r>
              <a:rPr lang="en-US" sz="2600" kern="0" dirty="0">
                <a:solidFill>
                  <a:srgbClr val="000000"/>
                </a:solidFill>
              </a:rPr>
              <a:t>Binary Encoders</a:t>
            </a:r>
          </a:p>
          <a:p>
            <a:pPr lvl="2" eaLnBrk="1" hangingPunct="1">
              <a:defRPr/>
            </a:pPr>
            <a:r>
              <a:rPr lang="en-US" sz="2600" kern="0" dirty="0">
                <a:solidFill>
                  <a:srgbClr val="000000"/>
                </a:solidFill>
              </a:rPr>
              <a:t>Priority Encoders</a:t>
            </a:r>
            <a:endParaRPr lang="en-US" sz="3000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484419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005E4E22-5AA6-4D27-AE34-DD1E85273A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182C1FB-A275-4CBE-B85C-63204551E734}" type="slidenum">
              <a:rPr lang="en-US" altLang="zh-CN" smtClean="0"/>
              <a:pPr>
                <a:defRPr/>
              </a:pPr>
              <a:t>4</a:t>
            </a:fld>
            <a:endParaRPr lang="en-US" altLang="zh-CN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3A5301D-308A-4560-A124-468A4E261966}"/>
              </a:ext>
            </a:extLst>
          </p:cNvPr>
          <p:cNvSpPr/>
          <p:nvPr/>
        </p:nvSpPr>
        <p:spPr>
          <a:xfrm>
            <a:off x="2057400" y="2438400"/>
            <a:ext cx="50292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Decoders and Encoders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Readings 4.2, 4.3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7F259C32-D67C-46EA-A83B-941DC7FC5AB6}"/>
                  </a:ext>
                </a:extLst>
              </p14:cNvPr>
              <p14:cNvContentPartPr/>
              <p14:nvPr/>
            </p14:nvContentPartPr>
            <p14:xfrm>
              <a:off x="5932080" y="178920"/>
              <a:ext cx="2918160" cy="550152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7F259C32-D67C-46EA-A83B-941DC7FC5AB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922720" y="169560"/>
                <a:ext cx="2936880" cy="5520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9734908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6B5FB87A-699D-4A1A-82C6-C8F4D2E34B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609600"/>
          </a:xfrm>
        </p:spPr>
        <p:txBody>
          <a:bodyPr/>
          <a:lstStyle/>
          <a:p>
            <a:r>
              <a:rPr lang="en-US" altLang="en-US" dirty="0"/>
              <a:t>2-to-4 Decoder (Definition)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AD01A7-9379-174F-A2F4-C49FFC20F5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200" y="838200"/>
            <a:ext cx="7162800" cy="4953000"/>
          </a:xfrm>
        </p:spPr>
        <p:txBody>
          <a:bodyPr/>
          <a:lstStyle/>
          <a:p>
            <a:pPr>
              <a:defRPr/>
            </a:pPr>
            <a:r>
              <a:rPr lang="en-US" sz="2600" dirty="0"/>
              <a:t>Has two inputs: w</a:t>
            </a:r>
            <a:r>
              <a:rPr lang="en-US" sz="2600" baseline="-25000" dirty="0"/>
              <a:t>1</a:t>
            </a:r>
            <a:r>
              <a:rPr lang="en-US" sz="2600" dirty="0"/>
              <a:t> and w</a:t>
            </a:r>
            <a:r>
              <a:rPr lang="en-US" sz="2600" baseline="-25000" dirty="0"/>
              <a:t>0</a:t>
            </a:r>
          </a:p>
          <a:p>
            <a:pPr>
              <a:defRPr/>
            </a:pPr>
            <a:endParaRPr lang="en-US" sz="2600" dirty="0"/>
          </a:p>
          <a:p>
            <a:pPr>
              <a:defRPr/>
            </a:pPr>
            <a:r>
              <a:rPr lang="en-US" sz="2600" dirty="0"/>
              <a:t>Has four outputs: y</a:t>
            </a:r>
            <a:r>
              <a:rPr lang="en-US" sz="2600" baseline="-25000" dirty="0"/>
              <a:t>0</a:t>
            </a:r>
            <a:r>
              <a:rPr lang="en-US" sz="2600" dirty="0"/>
              <a:t> , y</a:t>
            </a:r>
            <a:r>
              <a:rPr lang="en-US" sz="2600" baseline="-25000" dirty="0"/>
              <a:t>1 , </a:t>
            </a:r>
            <a:r>
              <a:rPr lang="en-US" sz="2600" dirty="0"/>
              <a:t>y</a:t>
            </a:r>
            <a:r>
              <a:rPr lang="en-US" sz="2600" baseline="-25000" dirty="0"/>
              <a:t>2</a:t>
            </a:r>
            <a:r>
              <a:rPr lang="en-US" sz="2600" dirty="0"/>
              <a:t> , and y</a:t>
            </a:r>
            <a:r>
              <a:rPr lang="en-US" sz="2600" baseline="-25000" dirty="0"/>
              <a:t>3</a:t>
            </a:r>
          </a:p>
          <a:p>
            <a:pPr>
              <a:defRPr/>
            </a:pPr>
            <a:endParaRPr lang="en-US" sz="2600" dirty="0"/>
          </a:p>
          <a:p>
            <a:pPr>
              <a:defRPr/>
            </a:pPr>
            <a:r>
              <a:rPr lang="en-US" sz="2600" dirty="0"/>
              <a:t>If w</a:t>
            </a:r>
            <a:r>
              <a:rPr lang="en-US" sz="2600" baseline="-25000" dirty="0"/>
              <a:t>1</a:t>
            </a:r>
            <a:r>
              <a:rPr lang="en-US" sz="2600" dirty="0"/>
              <a:t>=0 and w</a:t>
            </a:r>
            <a:r>
              <a:rPr lang="en-US" sz="2600" baseline="-25000" dirty="0"/>
              <a:t>0</a:t>
            </a:r>
            <a:r>
              <a:rPr lang="en-US" sz="2600" dirty="0"/>
              <a:t>=0, then the output y</a:t>
            </a:r>
            <a:r>
              <a:rPr lang="en-US" sz="2600" baseline="-25000" dirty="0"/>
              <a:t>0</a:t>
            </a:r>
            <a:r>
              <a:rPr lang="en-US" sz="2600" dirty="0"/>
              <a:t> is set to 1</a:t>
            </a:r>
            <a:endParaRPr lang="en-US" sz="2600" baseline="-25000" dirty="0"/>
          </a:p>
          <a:p>
            <a:pPr>
              <a:defRPr/>
            </a:pPr>
            <a:r>
              <a:rPr lang="en-US" sz="2600" dirty="0"/>
              <a:t>If w</a:t>
            </a:r>
            <a:r>
              <a:rPr lang="en-US" sz="2600" baseline="-25000" dirty="0"/>
              <a:t>1</a:t>
            </a:r>
            <a:r>
              <a:rPr lang="en-US" sz="2600" dirty="0"/>
              <a:t>=0 and w</a:t>
            </a:r>
            <a:r>
              <a:rPr lang="en-US" sz="2600" baseline="-25000" dirty="0"/>
              <a:t>0</a:t>
            </a:r>
            <a:r>
              <a:rPr lang="en-US" sz="2600" dirty="0"/>
              <a:t>=1, then the output y</a:t>
            </a:r>
            <a:r>
              <a:rPr lang="en-US" sz="2600" baseline="-25000" dirty="0"/>
              <a:t>1</a:t>
            </a:r>
            <a:r>
              <a:rPr lang="en-US" sz="2600" dirty="0"/>
              <a:t> is set to 1</a:t>
            </a:r>
            <a:endParaRPr lang="en-US" sz="2600" baseline="-25000" dirty="0"/>
          </a:p>
          <a:p>
            <a:pPr>
              <a:defRPr/>
            </a:pPr>
            <a:r>
              <a:rPr lang="en-US" sz="2600" dirty="0"/>
              <a:t>If w</a:t>
            </a:r>
            <a:r>
              <a:rPr lang="en-US" sz="2600" baseline="-25000" dirty="0"/>
              <a:t>1</a:t>
            </a:r>
            <a:r>
              <a:rPr lang="en-US" sz="2600" dirty="0"/>
              <a:t>=1 and w</a:t>
            </a:r>
            <a:r>
              <a:rPr lang="en-US" sz="2600" baseline="-25000" dirty="0"/>
              <a:t>0</a:t>
            </a:r>
            <a:r>
              <a:rPr lang="en-US" sz="2600" dirty="0"/>
              <a:t>=0, then the output y</a:t>
            </a:r>
            <a:r>
              <a:rPr lang="en-US" sz="2600" baseline="-25000" dirty="0"/>
              <a:t>2</a:t>
            </a:r>
            <a:r>
              <a:rPr lang="en-US" sz="2600" dirty="0"/>
              <a:t> is set to 1</a:t>
            </a:r>
            <a:endParaRPr lang="en-US" sz="2600" baseline="-25000" dirty="0"/>
          </a:p>
          <a:p>
            <a:pPr>
              <a:defRPr/>
            </a:pPr>
            <a:r>
              <a:rPr lang="en-US" sz="2600" dirty="0"/>
              <a:t>If w</a:t>
            </a:r>
            <a:r>
              <a:rPr lang="en-US" sz="2600" baseline="-25000" dirty="0"/>
              <a:t>1</a:t>
            </a:r>
            <a:r>
              <a:rPr lang="en-US" sz="2600" dirty="0"/>
              <a:t>=1 and w</a:t>
            </a:r>
            <a:r>
              <a:rPr lang="en-US" sz="2600" baseline="-25000" dirty="0"/>
              <a:t>0</a:t>
            </a:r>
            <a:r>
              <a:rPr lang="en-US" sz="2600" dirty="0"/>
              <a:t>=1, then the output y</a:t>
            </a:r>
            <a:r>
              <a:rPr lang="en-US" sz="2600" baseline="-25000" dirty="0"/>
              <a:t>3</a:t>
            </a:r>
            <a:r>
              <a:rPr lang="en-US" sz="2600" dirty="0"/>
              <a:t> is set to 1</a:t>
            </a:r>
          </a:p>
          <a:p>
            <a:pPr>
              <a:defRPr/>
            </a:pPr>
            <a:endParaRPr lang="en-US" sz="2600" baseline="-25000" dirty="0"/>
          </a:p>
          <a:p>
            <a:pPr>
              <a:defRPr/>
            </a:pPr>
            <a:r>
              <a:rPr lang="en-US" sz="2600" dirty="0"/>
              <a:t>Only one output is set to 1. All others are set to 0.</a:t>
            </a:r>
          </a:p>
          <a:p>
            <a:pPr marL="0" indent="0">
              <a:buFontTx/>
              <a:buNone/>
              <a:defRPr/>
            </a:pPr>
            <a:endParaRPr lang="en-US" sz="26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4C5225A-5358-4245-B10B-21161DB861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34200" y="1447800"/>
            <a:ext cx="2111022" cy="2429121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D0F0C6C-7F96-4202-BF88-3C0A9BF02C21}"/>
                  </a:ext>
                </a:extLst>
              </p14:cNvPr>
              <p14:cNvContentPartPr/>
              <p14:nvPr/>
            </p14:nvContentPartPr>
            <p14:xfrm>
              <a:off x="7139880" y="564840"/>
              <a:ext cx="1863720" cy="212256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D0F0C6C-7F96-4202-BF88-3C0A9BF02C2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130520" y="555480"/>
                <a:ext cx="1882440" cy="21412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Title 1">
            <a:extLst>
              <a:ext uri="{FF2B5EF4-FFF2-40B4-BE49-F238E27FC236}">
                <a16:creationId xmlns:a16="http://schemas.microsoft.com/office/drawing/2014/main" id="{19C7A077-F00E-4233-88D9-7944DD76E7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" y="228602"/>
            <a:ext cx="8991600" cy="530224"/>
          </a:xfrm>
        </p:spPr>
        <p:txBody>
          <a:bodyPr/>
          <a:lstStyle/>
          <a:p>
            <a:r>
              <a:rPr lang="en-US" altLang="en-US" dirty="0"/>
              <a:t>Truth Table and Graphical Symbol </a:t>
            </a:r>
            <a:br>
              <a:rPr lang="en-US" altLang="en-US" dirty="0"/>
            </a:br>
            <a:r>
              <a:rPr lang="en-US" altLang="en-US" dirty="0"/>
              <a:t>for a 2-to-4 Decoder</a:t>
            </a:r>
          </a:p>
        </p:txBody>
      </p:sp>
      <p:sp>
        <p:nvSpPr>
          <p:cNvPr id="77826" name="TextBox 125">
            <a:extLst>
              <a:ext uri="{FF2B5EF4-FFF2-40B4-BE49-F238E27FC236}">
                <a16:creationId xmlns:a16="http://schemas.microsoft.com/office/drawing/2014/main" id="{36C6870C-0BF9-4C61-ADD3-955DFDB19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7828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4.13a-b from the textbook ]</a:t>
            </a:r>
          </a:p>
        </p:txBody>
      </p:sp>
      <p:pic>
        <p:nvPicPr>
          <p:cNvPr id="77827" name="Picture 2" descr="Screen shot 2013-10-16 at 2.55.49 PM.png">
            <a:extLst>
              <a:ext uri="{FF2B5EF4-FFF2-40B4-BE49-F238E27FC236}">
                <a16:creationId xmlns:a16="http://schemas.microsoft.com/office/drawing/2014/main" id="{4FEDA5B8-4877-4C75-9948-F99285FC41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463" y="1930400"/>
            <a:ext cx="7643812" cy="348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B0027A8-F9BC-44DC-B7E1-D1A7CE537886}"/>
                  </a:ext>
                </a:extLst>
              </p14:cNvPr>
              <p14:cNvContentPartPr/>
              <p14:nvPr/>
            </p14:nvContentPartPr>
            <p14:xfrm>
              <a:off x="2322000" y="2559600"/>
              <a:ext cx="295920" cy="3128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B0027A8-F9BC-44DC-B7E1-D1A7CE537886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312640" y="2550240"/>
                <a:ext cx="314640" cy="331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>
            <a:extLst>
              <a:ext uri="{FF2B5EF4-FFF2-40B4-BE49-F238E27FC236}">
                <a16:creationId xmlns:a16="http://schemas.microsoft.com/office/drawing/2014/main" id="{5963FEAB-A7CB-4F6F-B7D7-009A5D2E40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" y="304801"/>
            <a:ext cx="8991600" cy="380999"/>
          </a:xfrm>
        </p:spPr>
        <p:txBody>
          <a:bodyPr/>
          <a:lstStyle/>
          <a:p>
            <a:r>
              <a:rPr lang="en-US" altLang="en-US" dirty="0"/>
              <a:t>Truth Table and Graphical Symbol </a:t>
            </a:r>
            <a:br>
              <a:rPr lang="en-US" altLang="en-US" dirty="0"/>
            </a:br>
            <a:r>
              <a:rPr lang="en-US" altLang="en-US" dirty="0"/>
              <a:t>for a 2-to-4 Decoder</a:t>
            </a:r>
          </a:p>
        </p:txBody>
      </p:sp>
      <p:sp>
        <p:nvSpPr>
          <p:cNvPr id="78850" name="TextBox 125">
            <a:extLst>
              <a:ext uri="{FF2B5EF4-FFF2-40B4-BE49-F238E27FC236}">
                <a16:creationId xmlns:a16="http://schemas.microsoft.com/office/drawing/2014/main" id="{A6F749D7-E3F2-411F-88C2-4A23FE6D46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7828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4.13a-b from the textbook ]</a:t>
            </a:r>
          </a:p>
        </p:txBody>
      </p:sp>
      <p:pic>
        <p:nvPicPr>
          <p:cNvPr id="78851" name="Picture 2" descr="Screen shot 2013-10-16 at 2.55.49 PM.png">
            <a:extLst>
              <a:ext uri="{FF2B5EF4-FFF2-40B4-BE49-F238E27FC236}">
                <a16:creationId xmlns:a16="http://schemas.microsoft.com/office/drawing/2014/main" id="{CF6F7D0D-106D-48D3-A758-DE25913618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463" y="1930400"/>
            <a:ext cx="7643812" cy="348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2" name="TextBox 2">
            <a:extLst>
              <a:ext uri="{FF2B5EF4-FFF2-40B4-BE49-F238E27FC236}">
                <a16:creationId xmlns:a16="http://schemas.microsoft.com/office/drawing/2014/main" id="{7E3ABF2A-6955-4345-BFD5-7A1B2C554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" y="4403725"/>
            <a:ext cx="37703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anose="02020603050405020304" pitchFamily="18" charset="0"/>
              </a:rPr>
              <a:t>The outputs are “one-hot” encoded</a:t>
            </a:r>
          </a:p>
        </p:txBody>
      </p:sp>
      <p:sp>
        <p:nvSpPr>
          <p:cNvPr id="4" name="Frame 3">
            <a:extLst>
              <a:ext uri="{FF2B5EF4-FFF2-40B4-BE49-F238E27FC236}">
                <a16:creationId xmlns:a16="http://schemas.microsoft.com/office/drawing/2014/main" id="{ACA9581F-4F1D-E046-8841-8BCCE041DEAA}"/>
              </a:ext>
            </a:extLst>
          </p:cNvPr>
          <p:cNvSpPr/>
          <p:nvPr/>
        </p:nvSpPr>
        <p:spPr bwMode="auto">
          <a:xfrm rot="18399622">
            <a:off x="3044032" y="2142331"/>
            <a:ext cx="342900" cy="2392363"/>
          </a:xfrm>
          <a:prstGeom prst="frame">
            <a:avLst/>
          </a:prstGeom>
          <a:solidFill>
            <a:srgbClr val="FF0000"/>
          </a:solidFill>
          <a:ln w="63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itle 1">
            <a:extLst>
              <a:ext uri="{FF2B5EF4-FFF2-40B4-BE49-F238E27FC236}">
                <a16:creationId xmlns:a16="http://schemas.microsoft.com/office/drawing/2014/main" id="{5568AF98-E4DC-4914-9E92-48D4E0F632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79874" name="TextBox 125">
            <a:extLst>
              <a:ext uri="{FF2B5EF4-FFF2-40B4-BE49-F238E27FC236}">
                <a16:creationId xmlns:a16="http://schemas.microsoft.com/office/drawing/2014/main" id="{2B01944C-82AB-436B-8CAB-5ACDB5B187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79875" name="Picture 3" descr="Screen shot 2013-10-16 at 2.56.03 PM.png">
            <a:extLst>
              <a:ext uri="{FF2B5EF4-FFF2-40B4-BE49-F238E27FC236}">
                <a16:creationId xmlns:a16="http://schemas.microsoft.com/office/drawing/2014/main" id="{CDA67871-452B-4DDE-92CF-F58111799E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17526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C8665B7E-17C1-4DFF-A177-6DE411E1D4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609600"/>
            <a:ext cx="2652765" cy="2514600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9C2B906-C3F7-4560-81B8-576A049BE4FC}"/>
                  </a:ext>
                </a:extLst>
              </p14:cNvPr>
              <p14:cNvContentPartPr/>
              <p14:nvPr/>
            </p14:nvContentPartPr>
            <p14:xfrm>
              <a:off x="6028560" y="1175400"/>
              <a:ext cx="2622600" cy="43002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9C2B906-C3F7-4560-81B8-576A049BE4F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019200" y="1166040"/>
                <a:ext cx="2641320" cy="43189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>
            <a:extLst>
              <a:ext uri="{FF2B5EF4-FFF2-40B4-BE49-F238E27FC236}">
                <a16:creationId xmlns:a16="http://schemas.microsoft.com/office/drawing/2014/main" id="{43A60D31-4204-4EF3-942A-36BFCEAD49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80898" name="TextBox 125">
            <a:extLst>
              <a:ext uri="{FF2B5EF4-FFF2-40B4-BE49-F238E27FC236}">
                <a16:creationId xmlns:a16="http://schemas.microsoft.com/office/drawing/2014/main" id="{9A3B451F-3B84-4327-B1D1-B56DE25F03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0899" name="Picture 3" descr="Screen shot 2013-10-16 at 2.56.03 PM.png">
            <a:extLst>
              <a:ext uri="{FF2B5EF4-FFF2-40B4-BE49-F238E27FC236}">
                <a16:creationId xmlns:a16="http://schemas.microsoft.com/office/drawing/2014/main" id="{44A4EE56-52C7-45D1-92ED-209FB1D5D04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0" name="TextBox 11">
            <a:extLst>
              <a:ext uri="{FF2B5EF4-FFF2-40B4-BE49-F238E27FC236}">
                <a16:creationId xmlns:a16="http://schemas.microsoft.com/office/drawing/2014/main" id="{48127552-275E-44ED-9C0A-71123287C2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75" y="2198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0901" name="TextBox 12">
            <a:extLst>
              <a:ext uri="{FF2B5EF4-FFF2-40B4-BE49-F238E27FC236}">
                <a16:creationId xmlns:a16="http://schemas.microsoft.com/office/drawing/2014/main" id="{2753EC82-1927-42BE-A2D3-D50C2AF79F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4478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CB77C58-4E36-4810-9DAF-56AB1189EFCC}"/>
                  </a:ext>
                </a:extLst>
              </p14:cNvPr>
              <p14:cNvContentPartPr/>
              <p14:nvPr/>
            </p14:nvContentPartPr>
            <p14:xfrm>
              <a:off x="2622960" y="1596600"/>
              <a:ext cx="5531760" cy="41850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CB77C58-4E36-4810-9DAF-56AB1189EFCC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613600" y="1587240"/>
                <a:ext cx="5550480" cy="42037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Title 1">
            <a:extLst>
              <a:ext uri="{FF2B5EF4-FFF2-40B4-BE49-F238E27FC236}">
                <a16:creationId xmlns:a16="http://schemas.microsoft.com/office/drawing/2014/main" id="{6E5557BA-5717-4DFE-A676-12F243525C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81922" name="TextBox 125">
            <a:extLst>
              <a:ext uri="{FF2B5EF4-FFF2-40B4-BE49-F238E27FC236}">
                <a16:creationId xmlns:a16="http://schemas.microsoft.com/office/drawing/2014/main" id="{9E1B97E4-126E-450F-B3D2-333D98E03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1923" name="Picture 3" descr="Screen shot 2013-10-16 at 2.56.03 PM.png">
            <a:extLst>
              <a:ext uri="{FF2B5EF4-FFF2-40B4-BE49-F238E27FC236}">
                <a16:creationId xmlns:a16="http://schemas.microsoft.com/office/drawing/2014/main" id="{1F9EFD4F-C7F3-4F1B-BB26-C0C5347F9C5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4" name="TextBox 11">
            <a:extLst>
              <a:ext uri="{FF2B5EF4-FFF2-40B4-BE49-F238E27FC236}">
                <a16:creationId xmlns:a16="http://schemas.microsoft.com/office/drawing/2014/main" id="{44C0A19D-F803-4F45-A9D5-1F53F7FFA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75" y="2198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1925" name="TextBox 12">
            <a:extLst>
              <a:ext uri="{FF2B5EF4-FFF2-40B4-BE49-F238E27FC236}">
                <a16:creationId xmlns:a16="http://schemas.microsoft.com/office/drawing/2014/main" id="{A12BEFFF-64F9-4F97-BBE6-06BF39DB0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4478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1926" name="TextBox 13">
            <a:extLst>
              <a:ext uri="{FF2B5EF4-FFF2-40B4-BE49-F238E27FC236}">
                <a16:creationId xmlns:a16="http://schemas.microsoft.com/office/drawing/2014/main" id="{7665455F-9F73-4358-8CF6-E069AA2AEF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4613" y="16192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1927" name="TextBox 14">
            <a:extLst>
              <a:ext uri="{FF2B5EF4-FFF2-40B4-BE49-F238E27FC236}">
                <a16:creationId xmlns:a16="http://schemas.microsoft.com/office/drawing/2014/main" id="{C72A2B58-0B72-4933-B16A-F5B4CCFB1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209550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1928" name="TextBox 13">
            <a:extLst>
              <a:ext uri="{FF2B5EF4-FFF2-40B4-BE49-F238E27FC236}">
                <a16:creationId xmlns:a16="http://schemas.microsoft.com/office/drawing/2014/main" id="{2A275FCE-E086-41B6-AFF0-440010F72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0" y="285432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1929" name="TextBox 14">
            <a:extLst>
              <a:ext uri="{FF2B5EF4-FFF2-40B4-BE49-F238E27FC236}">
                <a16:creationId xmlns:a16="http://schemas.microsoft.com/office/drawing/2014/main" id="{DFB72D21-EF3F-492A-8E10-FF5BBFD60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2464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1930" name="TextBox 13">
            <a:extLst>
              <a:ext uri="{FF2B5EF4-FFF2-40B4-BE49-F238E27FC236}">
                <a16:creationId xmlns:a16="http://schemas.microsoft.com/office/drawing/2014/main" id="{74957F32-52A7-4E98-A8AE-F2E0BBA756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962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1931" name="TextBox 14">
            <a:extLst>
              <a:ext uri="{FF2B5EF4-FFF2-40B4-BE49-F238E27FC236}">
                <a16:creationId xmlns:a16="http://schemas.microsoft.com/office/drawing/2014/main" id="{7DF794A3-A118-41F2-A54C-9BF44C47B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43561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1932" name="TextBox 13">
            <a:extLst>
              <a:ext uri="{FF2B5EF4-FFF2-40B4-BE49-F238E27FC236}">
                <a16:creationId xmlns:a16="http://schemas.microsoft.com/office/drawing/2014/main" id="{9F0A6E6A-DAB1-4092-9B3C-294AE91AF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5073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1933" name="TextBox 14">
            <a:extLst>
              <a:ext uri="{FF2B5EF4-FFF2-40B4-BE49-F238E27FC236}">
                <a16:creationId xmlns:a16="http://schemas.microsoft.com/office/drawing/2014/main" id="{A6E4AD71-1E7E-446A-B58A-9F6F4227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4673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Title 1">
            <a:extLst>
              <a:ext uri="{FF2B5EF4-FFF2-40B4-BE49-F238E27FC236}">
                <a16:creationId xmlns:a16="http://schemas.microsoft.com/office/drawing/2014/main" id="{847F5B53-AD1D-467E-B2FD-6220544B5C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82946" name="TextBox 125">
            <a:extLst>
              <a:ext uri="{FF2B5EF4-FFF2-40B4-BE49-F238E27FC236}">
                <a16:creationId xmlns:a16="http://schemas.microsoft.com/office/drawing/2014/main" id="{7F31F9AF-0A32-4961-93FC-18F8BBA21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2947" name="Picture 3" descr="Screen shot 2013-10-16 at 2.56.03 PM.png">
            <a:extLst>
              <a:ext uri="{FF2B5EF4-FFF2-40B4-BE49-F238E27FC236}">
                <a16:creationId xmlns:a16="http://schemas.microsoft.com/office/drawing/2014/main" id="{0774D8C0-F170-490E-A27B-40BED30F03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48" name="TextBox 11">
            <a:extLst>
              <a:ext uri="{FF2B5EF4-FFF2-40B4-BE49-F238E27FC236}">
                <a16:creationId xmlns:a16="http://schemas.microsoft.com/office/drawing/2014/main" id="{6637859E-2D72-4A57-A85A-3398E0B329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75" y="2198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2949" name="TextBox 12">
            <a:extLst>
              <a:ext uri="{FF2B5EF4-FFF2-40B4-BE49-F238E27FC236}">
                <a16:creationId xmlns:a16="http://schemas.microsoft.com/office/drawing/2014/main" id="{AB9F241B-2BE4-4A90-BC4C-C401E890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4478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2950" name="TextBox 13">
            <a:extLst>
              <a:ext uri="{FF2B5EF4-FFF2-40B4-BE49-F238E27FC236}">
                <a16:creationId xmlns:a16="http://schemas.microsoft.com/office/drawing/2014/main" id="{9F0966E2-9119-41FB-BE74-F975FC124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4613" y="16192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2951" name="TextBox 14">
            <a:extLst>
              <a:ext uri="{FF2B5EF4-FFF2-40B4-BE49-F238E27FC236}">
                <a16:creationId xmlns:a16="http://schemas.microsoft.com/office/drawing/2014/main" id="{58F42F44-F72D-4B90-91F4-EA9D2C0D0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209550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2952" name="TextBox 13">
            <a:extLst>
              <a:ext uri="{FF2B5EF4-FFF2-40B4-BE49-F238E27FC236}">
                <a16:creationId xmlns:a16="http://schemas.microsoft.com/office/drawing/2014/main" id="{5AA6B273-8DA3-402D-9E73-4704AA7D81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0" y="285432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2953" name="TextBox 14">
            <a:extLst>
              <a:ext uri="{FF2B5EF4-FFF2-40B4-BE49-F238E27FC236}">
                <a16:creationId xmlns:a16="http://schemas.microsoft.com/office/drawing/2014/main" id="{9821668E-AE09-404D-80DD-D7E55FE0D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2464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2954" name="TextBox 13">
            <a:extLst>
              <a:ext uri="{FF2B5EF4-FFF2-40B4-BE49-F238E27FC236}">
                <a16:creationId xmlns:a16="http://schemas.microsoft.com/office/drawing/2014/main" id="{9ABD2E57-9A25-4D6F-ADFF-FC0B5D309F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962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2955" name="TextBox 14">
            <a:extLst>
              <a:ext uri="{FF2B5EF4-FFF2-40B4-BE49-F238E27FC236}">
                <a16:creationId xmlns:a16="http://schemas.microsoft.com/office/drawing/2014/main" id="{DE135187-35D9-4045-999E-9224DB01A9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43561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2956" name="TextBox 13">
            <a:extLst>
              <a:ext uri="{FF2B5EF4-FFF2-40B4-BE49-F238E27FC236}">
                <a16:creationId xmlns:a16="http://schemas.microsoft.com/office/drawing/2014/main" id="{700813B3-20BC-4F4B-85FB-9A15A7612D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5073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2957" name="TextBox 14">
            <a:extLst>
              <a:ext uri="{FF2B5EF4-FFF2-40B4-BE49-F238E27FC236}">
                <a16:creationId xmlns:a16="http://schemas.microsoft.com/office/drawing/2014/main" id="{27C48671-B24B-4E71-88E0-03CB5ED44F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4673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2958" name="TextBox 16">
            <a:extLst>
              <a:ext uri="{FF2B5EF4-FFF2-40B4-BE49-F238E27FC236}">
                <a16:creationId xmlns:a16="http://schemas.microsoft.com/office/drawing/2014/main" id="{63CABFD5-7ADE-4015-898E-BD99D4347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18653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2959" name="TextBox 18">
            <a:extLst>
              <a:ext uri="{FF2B5EF4-FFF2-40B4-BE49-F238E27FC236}">
                <a16:creationId xmlns:a16="http://schemas.microsoft.com/office/drawing/2014/main" id="{0D078E76-5156-4D05-889E-4E4AFDCD59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41195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2960" name="TextBox 19">
            <a:extLst>
              <a:ext uri="{FF2B5EF4-FFF2-40B4-BE49-F238E27FC236}">
                <a16:creationId xmlns:a16="http://schemas.microsoft.com/office/drawing/2014/main" id="{64FD960D-A939-4A73-B987-C6D32EA77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4588" y="52117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2961" name="TextBox 16">
            <a:extLst>
              <a:ext uri="{FF2B5EF4-FFF2-40B4-BE49-F238E27FC236}">
                <a16:creationId xmlns:a16="http://schemas.microsoft.com/office/drawing/2014/main" id="{26668E74-A366-4059-9291-9449E89E0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2997200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5325821C-E0F9-4437-8228-8CB9B6958C3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4989513"/>
            <a:ext cx="2514600" cy="1704975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8CB40F97-DF0A-4C11-A6C3-0EED8629E8EB}"/>
              </a:ext>
            </a:extLst>
          </p:cNvPr>
          <p:cNvSpPr/>
          <p:nvPr/>
        </p:nvSpPr>
        <p:spPr>
          <a:xfrm>
            <a:off x="76200" y="5442744"/>
            <a:ext cx="2514600" cy="29765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>
            <a:extLst>
              <a:ext uri="{FF2B5EF4-FFF2-40B4-BE49-F238E27FC236}">
                <a16:creationId xmlns:a16="http://schemas.microsoft.com/office/drawing/2014/main" id="{9BECDA77-A402-442C-8542-64569B3500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83970" name="TextBox 125">
            <a:extLst>
              <a:ext uri="{FF2B5EF4-FFF2-40B4-BE49-F238E27FC236}">
                <a16:creationId xmlns:a16="http://schemas.microsoft.com/office/drawing/2014/main" id="{086F16CC-06CD-45DF-BBE1-754C3BD633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3971" name="Picture 3" descr="Screen shot 2013-10-16 at 2.56.03 PM.png">
            <a:extLst>
              <a:ext uri="{FF2B5EF4-FFF2-40B4-BE49-F238E27FC236}">
                <a16:creationId xmlns:a16="http://schemas.microsoft.com/office/drawing/2014/main" id="{17596222-21D9-41C3-BF17-BE88C9C684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2" name="TextBox 11">
            <a:extLst>
              <a:ext uri="{FF2B5EF4-FFF2-40B4-BE49-F238E27FC236}">
                <a16:creationId xmlns:a16="http://schemas.microsoft.com/office/drawing/2014/main" id="{3DFE1E1F-6263-4576-9337-ADB7590ED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75" y="2198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3973" name="TextBox 12">
            <a:extLst>
              <a:ext uri="{FF2B5EF4-FFF2-40B4-BE49-F238E27FC236}">
                <a16:creationId xmlns:a16="http://schemas.microsoft.com/office/drawing/2014/main" id="{3A2FF1A4-9904-44E0-8367-529D5D576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4478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3974" name="TextBox 13">
            <a:extLst>
              <a:ext uri="{FF2B5EF4-FFF2-40B4-BE49-F238E27FC236}">
                <a16:creationId xmlns:a16="http://schemas.microsoft.com/office/drawing/2014/main" id="{62FF4561-7E2A-425D-AF97-4E8952504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4613" y="16192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3975" name="TextBox 14">
            <a:extLst>
              <a:ext uri="{FF2B5EF4-FFF2-40B4-BE49-F238E27FC236}">
                <a16:creationId xmlns:a16="http://schemas.microsoft.com/office/drawing/2014/main" id="{5024FE18-E332-4107-95A4-A6DC8DD2E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209550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3976" name="TextBox 13">
            <a:extLst>
              <a:ext uri="{FF2B5EF4-FFF2-40B4-BE49-F238E27FC236}">
                <a16:creationId xmlns:a16="http://schemas.microsoft.com/office/drawing/2014/main" id="{DCAFB7A6-AE60-4F2A-895C-D12A58540F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0" y="285432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3977" name="TextBox 14">
            <a:extLst>
              <a:ext uri="{FF2B5EF4-FFF2-40B4-BE49-F238E27FC236}">
                <a16:creationId xmlns:a16="http://schemas.microsoft.com/office/drawing/2014/main" id="{71F1BCAD-0713-48FF-BC71-90DD57AD6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2464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3978" name="TextBox 13">
            <a:extLst>
              <a:ext uri="{FF2B5EF4-FFF2-40B4-BE49-F238E27FC236}">
                <a16:creationId xmlns:a16="http://schemas.microsoft.com/office/drawing/2014/main" id="{0D0EAE2D-E7E2-4A31-A162-5845D9734E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962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3979" name="TextBox 14">
            <a:extLst>
              <a:ext uri="{FF2B5EF4-FFF2-40B4-BE49-F238E27FC236}">
                <a16:creationId xmlns:a16="http://schemas.microsoft.com/office/drawing/2014/main" id="{EAF469CC-6210-4DD2-B325-191555B9A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43561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3980" name="TextBox 13">
            <a:extLst>
              <a:ext uri="{FF2B5EF4-FFF2-40B4-BE49-F238E27FC236}">
                <a16:creationId xmlns:a16="http://schemas.microsoft.com/office/drawing/2014/main" id="{7024C6A3-3758-4BC3-AE89-B7CCD786CB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5073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3981" name="TextBox 14">
            <a:extLst>
              <a:ext uri="{FF2B5EF4-FFF2-40B4-BE49-F238E27FC236}">
                <a16:creationId xmlns:a16="http://schemas.microsoft.com/office/drawing/2014/main" id="{1DA7EF5D-583B-43B8-88FA-A4E6FD2CD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4673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3982" name="TextBox 16">
            <a:extLst>
              <a:ext uri="{FF2B5EF4-FFF2-40B4-BE49-F238E27FC236}">
                <a16:creationId xmlns:a16="http://schemas.microsoft.com/office/drawing/2014/main" id="{B1EB489E-696F-4B82-9061-C1F6A019F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18653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3983" name="TextBox 18">
            <a:extLst>
              <a:ext uri="{FF2B5EF4-FFF2-40B4-BE49-F238E27FC236}">
                <a16:creationId xmlns:a16="http://schemas.microsoft.com/office/drawing/2014/main" id="{BF242FEA-7839-4E51-A375-A47E27B41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41195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3984" name="TextBox 19">
            <a:extLst>
              <a:ext uri="{FF2B5EF4-FFF2-40B4-BE49-F238E27FC236}">
                <a16:creationId xmlns:a16="http://schemas.microsoft.com/office/drawing/2014/main" id="{DAE5A17A-F239-467A-B297-FCB78F862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4588" y="52117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3985" name="TextBox 16">
            <a:extLst>
              <a:ext uri="{FF2B5EF4-FFF2-40B4-BE49-F238E27FC236}">
                <a16:creationId xmlns:a16="http://schemas.microsoft.com/office/drawing/2014/main" id="{64E0E08C-FCBE-433B-8A65-2037620EC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29972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DE8B29BE-789B-4E1B-9729-4FB1DD4EBA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5029200"/>
            <a:ext cx="2514600" cy="1704975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8609A694-A2B1-4BE2-9FDF-88B2E3280B44}"/>
              </a:ext>
            </a:extLst>
          </p:cNvPr>
          <p:cNvSpPr/>
          <p:nvPr/>
        </p:nvSpPr>
        <p:spPr>
          <a:xfrm>
            <a:off x="76200" y="5798344"/>
            <a:ext cx="2514600" cy="29765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Title 1">
            <a:extLst>
              <a:ext uri="{FF2B5EF4-FFF2-40B4-BE49-F238E27FC236}">
                <a16:creationId xmlns:a16="http://schemas.microsoft.com/office/drawing/2014/main" id="{8CA17445-0DDE-4809-A834-6B2547AE56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84994" name="TextBox 125">
            <a:extLst>
              <a:ext uri="{FF2B5EF4-FFF2-40B4-BE49-F238E27FC236}">
                <a16:creationId xmlns:a16="http://schemas.microsoft.com/office/drawing/2014/main" id="{1A835DAC-E371-486B-BAA4-93BF7B1DC2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4995" name="Picture 3" descr="Screen shot 2013-10-16 at 2.56.03 PM.png">
            <a:extLst>
              <a:ext uri="{FF2B5EF4-FFF2-40B4-BE49-F238E27FC236}">
                <a16:creationId xmlns:a16="http://schemas.microsoft.com/office/drawing/2014/main" id="{78FA1F40-1BB7-42F0-BCBC-2729AAC0AC6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4996" name="TextBox 11">
            <a:extLst>
              <a:ext uri="{FF2B5EF4-FFF2-40B4-BE49-F238E27FC236}">
                <a16:creationId xmlns:a16="http://schemas.microsoft.com/office/drawing/2014/main" id="{6DD30F11-1DFA-4964-9286-4AD1AB1BBE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75" y="2198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4997" name="TextBox 12">
            <a:extLst>
              <a:ext uri="{FF2B5EF4-FFF2-40B4-BE49-F238E27FC236}">
                <a16:creationId xmlns:a16="http://schemas.microsoft.com/office/drawing/2014/main" id="{BF4C4CB6-9F0B-4533-9A45-8CB9D8D60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4478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4998" name="TextBox 13">
            <a:extLst>
              <a:ext uri="{FF2B5EF4-FFF2-40B4-BE49-F238E27FC236}">
                <a16:creationId xmlns:a16="http://schemas.microsoft.com/office/drawing/2014/main" id="{AF8DBFE1-C5EA-4CFF-A238-54403C01F9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4613" y="16192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4999" name="TextBox 14">
            <a:extLst>
              <a:ext uri="{FF2B5EF4-FFF2-40B4-BE49-F238E27FC236}">
                <a16:creationId xmlns:a16="http://schemas.microsoft.com/office/drawing/2014/main" id="{8EB1DE02-7203-42E2-A085-C18AD8051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209550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5000" name="TextBox 13">
            <a:extLst>
              <a:ext uri="{FF2B5EF4-FFF2-40B4-BE49-F238E27FC236}">
                <a16:creationId xmlns:a16="http://schemas.microsoft.com/office/drawing/2014/main" id="{5D314F6A-9C4F-4485-9351-E4766B76E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0" y="285432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5001" name="TextBox 14">
            <a:extLst>
              <a:ext uri="{FF2B5EF4-FFF2-40B4-BE49-F238E27FC236}">
                <a16:creationId xmlns:a16="http://schemas.microsoft.com/office/drawing/2014/main" id="{6B0C1FF4-45BD-4E7F-9E5C-11A1970F1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2464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5002" name="TextBox 13">
            <a:extLst>
              <a:ext uri="{FF2B5EF4-FFF2-40B4-BE49-F238E27FC236}">
                <a16:creationId xmlns:a16="http://schemas.microsoft.com/office/drawing/2014/main" id="{60805FF2-57E9-4095-8C92-84E5184C5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962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5003" name="TextBox 14">
            <a:extLst>
              <a:ext uri="{FF2B5EF4-FFF2-40B4-BE49-F238E27FC236}">
                <a16:creationId xmlns:a16="http://schemas.microsoft.com/office/drawing/2014/main" id="{0E32F143-D361-406B-BF28-A339C74894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43561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5004" name="TextBox 13">
            <a:extLst>
              <a:ext uri="{FF2B5EF4-FFF2-40B4-BE49-F238E27FC236}">
                <a16:creationId xmlns:a16="http://schemas.microsoft.com/office/drawing/2014/main" id="{E7676CE1-763F-4E10-8FB5-0E6E7168E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5073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5005" name="TextBox 14">
            <a:extLst>
              <a:ext uri="{FF2B5EF4-FFF2-40B4-BE49-F238E27FC236}">
                <a16:creationId xmlns:a16="http://schemas.microsoft.com/office/drawing/2014/main" id="{FF3BB655-B44D-4508-88C3-C7074EE30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4673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5006" name="TextBox 16">
            <a:extLst>
              <a:ext uri="{FF2B5EF4-FFF2-40B4-BE49-F238E27FC236}">
                <a16:creationId xmlns:a16="http://schemas.microsoft.com/office/drawing/2014/main" id="{203B23AA-51AF-4609-9950-929FF11E96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18653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5007" name="TextBox 18">
            <a:extLst>
              <a:ext uri="{FF2B5EF4-FFF2-40B4-BE49-F238E27FC236}">
                <a16:creationId xmlns:a16="http://schemas.microsoft.com/office/drawing/2014/main" id="{852B5288-A778-46B1-9BC6-E518C0526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41195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5008" name="TextBox 19">
            <a:extLst>
              <a:ext uri="{FF2B5EF4-FFF2-40B4-BE49-F238E27FC236}">
                <a16:creationId xmlns:a16="http://schemas.microsoft.com/office/drawing/2014/main" id="{E957DCDA-D622-4559-A6C8-EF90C8726D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4588" y="52117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5009" name="TextBox 16">
            <a:extLst>
              <a:ext uri="{FF2B5EF4-FFF2-40B4-BE49-F238E27FC236}">
                <a16:creationId xmlns:a16="http://schemas.microsoft.com/office/drawing/2014/main" id="{B5CA79F3-BFE4-45B3-9014-9670DFB855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29972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7C9811D4-FB7F-4E65-A806-E306AF6228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4989513"/>
            <a:ext cx="2514600" cy="1704975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BF3D9296-FB0A-4532-947A-91673C21A0CB}"/>
              </a:ext>
            </a:extLst>
          </p:cNvPr>
          <p:cNvSpPr/>
          <p:nvPr/>
        </p:nvSpPr>
        <p:spPr>
          <a:xfrm>
            <a:off x="76200" y="6026944"/>
            <a:ext cx="2514600" cy="29765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Title 1">
            <a:extLst>
              <a:ext uri="{FF2B5EF4-FFF2-40B4-BE49-F238E27FC236}">
                <a16:creationId xmlns:a16="http://schemas.microsoft.com/office/drawing/2014/main" id="{50740698-A7A8-4F78-9B09-E28F561C48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The Logic Circuit for a 2-to-4 Decoder</a:t>
            </a:r>
          </a:p>
        </p:txBody>
      </p:sp>
      <p:sp>
        <p:nvSpPr>
          <p:cNvPr id="86018" name="TextBox 125">
            <a:extLst>
              <a:ext uri="{FF2B5EF4-FFF2-40B4-BE49-F238E27FC236}">
                <a16:creationId xmlns:a16="http://schemas.microsoft.com/office/drawing/2014/main" id="{624E65C6-ABEB-4E3D-980E-9A552EBC1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6019" name="Picture 3" descr="Screen shot 2013-10-16 at 2.56.03 PM.png">
            <a:extLst>
              <a:ext uri="{FF2B5EF4-FFF2-40B4-BE49-F238E27FC236}">
                <a16:creationId xmlns:a16="http://schemas.microsoft.com/office/drawing/2014/main" id="{4DB8888E-6F2E-4772-9659-26261E3272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0" name="TextBox 11">
            <a:extLst>
              <a:ext uri="{FF2B5EF4-FFF2-40B4-BE49-F238E27FC236}">
                <a16:creationId xmlns:a16="http://schemas.microsoft.com/office/drawing/2014/main" id="{EE77BACE-3544-4BB9-986C-2AE3F92928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75" y="2198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6021" name="TextBox 12">
            <a:extLst>
              <a:ext uri="{FF2B5EF4-FFF2-40B4-BE49-F238E27FC236}">
                <a16:creationId xmlns:a16="http://schemas.microsoft.com/office/drawing/2014/main" id="{F2756ABC-3CD3-4C75-8FFA-676AB94C0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4478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6022" name="TextBox 13">
            <a:extLst>
              <a:ext uri="{FF2B5EF4-FFF2-40B4-BE49-F238E27FC236}">
                <a16:creationId xmlns:a16="http://schemas.microsoft.com/office/drawing/2014/main" id="{FB0BABEE-E946-47C8-B9B7-EA0A6A009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4613" y="16192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6023" name="TextBox 14">
            <a:extLst>
              <a:ext uri="{FF2B5EF4-FFF2-40B4-BE49-F238E27FC236}">
                <a16:creationId xmlns:a16="http://schemas.microsoft.com/office/drawing/2014/main" id="{83C85B31-9A74-4135-982C-9B1073279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209550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6024" name="TextBox 13">
            <a:extLst>
              <a:ext uri="{FF2B5EF4-FFF2-40B4-BE49-F238E27FC236}">
                <a16:creationId xmlns:a16="http://schemas.microsoft.com/office/drawing/2014/main" id="{038A769D-321E-4061-9EE9-BA99F4C10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0" y="285432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6025" name="TextBox 14">
            <a:extLst>
              <a:ext uri="{FF2B5EF4-FFF2-40B4-BE49-F238E27FC236}">
                <a16:creationId xmlns:a16="http://schemas.microsoft.com/office/drawing/2014/main" id="{0C1BDA99-0397-4A19-A05D-81EDB785CF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2464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6026" name="TextBox 13">
            <a:extLst>
              <a:ext uri="{FF2B5EF4-FFF2-40B4-BE49-F238E27FC236}">
                <a16:creationId xmlns:a16="http://schemas.microsoft.com/office/drawing/2014/main" id="{0C45D0EB-E3B0-4A51-ABB1-F0FAC65A24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962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86027" name="TextBox 14">
            <a:extLst>
              <a:ext uri="{FF2B5EF4-FFF2-40B4-BE49-F238E27FC236}">
                <a16:creationId xmlns:a16="http://schemas.microsoft.com/office/drawing/2014/main" id="{62C34E9B-1BEA-4046-9D87-2DB70A1B6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43561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6028" name="TextBox 13">
            <a:extLst>
              <a:ext uri="{FF2B5EF4-FFF2-40B4-BE49-F238E27FC236}">
                <a16:creationId xmlns:a16="http://schemas.microsoft.com/office/drawing/2014/main" id="{738FA1D7-3079-4552-BDE9-201AEEFDD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5073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6029" name="TextBox 14">
            <a:extLst>
              <a:ext uri="{FF2B5EF4-FFF2-40B4-BE49-F238E27FC236}">
                <a16:creationId xmlns:a16="http://schemas.microsoft.com/office/drawing/2014/main" id="{AE505C08-C023-4F3C-98DA-8766203FA9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4673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86030" name="TextBox 16">
            <a:extLst>
              <a:ext uri="{FF2B5EF4-FFF2-40B4-BE49-F238E27FC236}">
                <a16:creationId xmlns:a16="http://schemas.microsoft.com/office/drawing/2014/main" id="{CFE1F8B6-D52C-4234-99AC-814DD3BB72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18653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6031" name="TextBox 18">
            <a:extLst>
              <a:ext uri="{FF2B5EF4-FFF2-40B4-BE49-F238E27FC236}">
                <a16:creationId xmlns:a16="http://schemas.microsoft.com/office/drawing/2014/main" id="{64DDF80B-6459-4353-A369-3DBB2C0584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41195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6032" name="TextBox 19">
            <a:extLst>
              <a:ext uri="{FF2B5EF4-FFF2-40B4-BE49-F238E27FC236}">
                <a16:creationId xmlns:a16="http://schemas.microsoft.com/office/drawing/2014/main" id="{CC212F26-D8CC-48A0-830A-9A52AEC22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4588" y="52117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6033" name="TextBox 16">
            <a:extLst>
              <a:ext uri="{FF2B5EF4-FFF2-40B4-BE49-F238E27FC236}">
                <a16:creationId xmlns:a16="http://schemas.microsoft.com/office/drawing/2014/main" id="{6DD301F1-7948-4DD3-A16D-B473ED615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29972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CF82F483-C5BE-4FFC-96C3-D336E29B6F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4989513"/>
            <a:ext cx="2514600" cy="1704975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541D192D-0C79-45C2-BEB9-4D07253966D6}"/>
              </a:ext>
            </a:extLst>
          </p:cNvPr>
          <p:cNvSpPr/>
          <p:nvPr/>
        </p:nvSpPr>
        <p:spPr>
          <a:xfrm>
            <a:off x="76200" y="6331744"/>
            <a:ext cx="2514600" cy="29765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Title 1">
            <a:extLst>
              <a:ext uri="{FF2B5EF4-FFF2-40B4-BE49-F238E27FC236}">
                <a16:creationId xmlns:a16="http://schemas.microsoft.com/office/drawing/2014/main" id="{948E97AD-A364-4518-AE0E-069E8A578A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Adding an Enable Input</a:t>
            </a:r>
          </a:p>
        </p:txBody>
      </p:sp>
      <p:sp>
        <p:nvSpPr>
          <p:cNvPr id="87042" name="TextBox 125">
            <a:extLst>
              <a:ext uri="{FF2B5EF4-FFF2-40B4-BE49-F238E27FC236}">
                <a16:creationId xmlns:a16="http://schemas.microsoft.com/office/drawing/2014/main" id="{3320E35D-B77C-44CD-A4FA-4B6CB61875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pic>
        <p:nvPicPr>
          <p:cNvPr id="87043" name="Picture 3" descr="Screen shot 2013-10-16 at 2.56.03 PM.png">
            <a:extLst>
              <a:ext uri="{FF2B5EF4-FFF2-40B4-BE49-F238E27FC236}">
                <a16:creationId xmlns:a16="http://schemas.microsoft.com/office/drawing/2014/main" id="{242109AB-C0FC-46E8-9B22-E9EE9B30941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600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57ABA05-30B8-4A9C-BD56-55EC0F9C9FB9}"/>
                  </a:ext>
                </a:extLst>
              </p14:cNvPr>
              <p14:cNvContentPartPr/>
              <p14:nvPr/>
            </p14:nvContentPartPr>
            <p14:xfrm>
              <a:off x="4863600" y="606960"/>
              <a:ext cx="3813120" cy="60440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57ABA05-30B8-4A9C-BD56-55EC0F9C9FB9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854240" y="597600"/>
                <a:ext cx="3831840" cy="60627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Title 1">
            <a:extLst>
              <a:ext uri="{FF2B5EF4-FFF2-40B4-BE49-F238E27FC236}">
                <a16:creationId xmlns:a16="http://schemas.microsoft.com/office/drawing/2014/main" id="{36EA8C6D-718F-4461-80F1-71E5CF9B0C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Adding an Enable Input</a:t>
            </a:r>
          </a:p>
        </p:txBody>
      </p:sp>
      <p:sp>
        <p:nvSpPr>
          <p:cNvPr id="88066" name="TextBox 125">
            <a:extLst>
              <a:ext uri="{FF2B5EF4-FFF2-40B4-BE49-F238E27FC236}">
                <a16:creationId xmlns:a16="http://schemas.microsoft.com/office/drawing/2014/main" id="{473A020A-43C4-4C64-A5A0-A4BD7FE350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4.13c from the textbook ]</a:t>
            </a:r>
          </a:p>
        </p:txBody>
      </p:sp>
      <p:grpSp>
        <p:nvGrpSpPr>
          <p:cNvPr id="88067" name="Group 2">
            <a:extLst>
              <a:ext uri="{FF2B5EF4-FFF2-40B4-BE49-F238E27FC236}">
                <a16:creationId xmlns:a16="http://schemas.microsoft.com/office/drawing/2014/main" id="{9BFC7E76-FE3A-4174-A040-8B0E2395F4A7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1600200"/>
            <a:ext cx="6486525" cy="4800600"/>
            <a:chOff x="990600" y="1600200"/>
            <a:chExt cx="6486390" cy="4800600"/>
          </a:xfrm>
        </p:grpSpPr>
        <p:pic>
          <p:nvPicPr>
            <p:cNvPr id="88068" name="Picture 3" descr="Screen shot 2013-10-16 at 2.56.03 PM.png">
              <a:extLst>
                <a:ext uri="{FF2B5EF4-FFF2-40B4-BE49-F238E27FC236}">
                  <a16:creationId xmlns:a16="http://schemas.microsoft.com/office/drawing/2014/main" id="{96637E33-7028-47F6-AE30-61F07F309CD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8069" name="Straight Connector 4">
              <a:extLst>
                <a:ext uri="{FF2B5EF4-FFF2-40B4-BE49-F238E27FC236}">
                  <a16:creationId xmlns:a16="http://schemas.microsoft.com/office/drawing/2014/main" id="{466B3A51-0E21-44AB-B443-2F2CA1A454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116" y="2209800"/>
              <a:ext cx="11113" cy="41910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070" name="Straight Connector 5">
              <a:extLst>
                <a:ext uri="{FF2B5EF4-FFF2-40B4-BE49-F238E27FC236}">
                  <a16:creationId xmlns:a16="http://schemas.microsoft.com/office/drawing/2014/main" id="{F9807450-DACF-40E6-A4D1-18FCF10E70B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941" y="2216150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071" name="Straight Connector 7">
              <a:extLst>
                <a:ext uri="{FF2B5EF4-FFF2-40B4-BE49-F238E27FC236}">
                  <a16:creationId xmlns:a16="http://schemas.microsoft.com/office/drawing/2014/main" id="{8E61DD64-73AE-448B-ACF4-9C0D36392A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3394075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072" name="Straight Connector 8">
              <a:extLst>
                <a:ext uri="{FF2B5EF4-FFF2-40B4-BE49-F238E27FC236}">
                  <a16:creationId xmlns:a16="http://schemas.microsoft.com/office/drawing/2014/main" id="{E2C06B68-1AC3-442E-A118-2E487E42651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4508500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073" name="Straight Connector 9">
              <a:extLst>
                <a:ext uri="{FF2B5EF4-FFF2-40B4-BE49-F238E27FC236}">
                  <a16:creationId xmlns:a16="http://schemas.microsoft.com/office/drawing/2014/main" id="{D3F4DE8E-E61F-44EE-8E57-B76ABC9B65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5630863"/>
              <a:ext cx="392105" cy="79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074" name="Straight Connector 11">
              <a:extLst>
                <a:ext uri="{FF2B5EF4-FFF2-40B4-BE49-F238E27FC236}">
                  <a16:creationId xmlns:a16="http://schemas.microsoft.com/office/drawing/2014/main" id="{097915D3-6418-4473-9B0F-807AFA37CA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187" y="6400800"/>
              <a:ext cx="34400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8075" name="TextBox 12">
              <a:extLst>
                <a:ext uri="{FF2B5EF4-FFF2-40B4-BE49-F238E27FC236}">
                  <a16:creationId xmlns:a16="http://schemas.microsoft.com/office/drawing/2014/main" id="{F327FD69-829E-46E4-8396-5CC5C3E9A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600" y="5867400"/>
              <a:ext cx="609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 i="1">
                  <a:latin typeface="Times" panose="02020603050405020304" pitchFamily="18" charset="0"/>
                </a:rPr>
                <a:t>En</a:t>
              </a:r>
            </a:p>
          </p:txBody>
        </p:sp>
        <p:sp>
          <p:nvSpPr>
            <p:cNvPr id="88076" name="Oval 49">
              <a:extLst>
                <a:ext uri="{FF2B5EF4-FFF2-40B4-BE49-F238E27FC236}">
                  <a16:creationId xmlns:a16="http://schemas.microsoft.com/office/drawing/2014/main" id="{310073FA-F4AD-45A3-AF33-00C4F14A4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8077" name="Oval 49">
              <a:extLst>
                <a:ext uri="{FF2B5EF4-FFF2-40B4-BE49-F238E27FC236}">
                  <a16:creationId xmlns:a16="http://schemas.microsoft.com/office/drawing/2014/main" id="{153677C5-523F-4832-80FE-FAE9832C0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8078" name="Oval 49">
              <a:extLst>
                <a:ext uri="{FF2B5EF4-FFF2-40B4-BE49-F238E27FC236}">
                  <a16:creationId xmlns:a16="http://schemas.microsoft.com/office/drawing/2014/main" id="{B0DE54C0-801A-4FF6-B402-5C23BBEC3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Title 1">
            <a:extLst>
              <a:ext uri="{FF2B5EF4-FFF2-40B4-BE49-F238E27FC236}">
                <a16:creationId xmlns:a16="http://schemas.microsoft.com/office/drawing/2014/main" id="{895A0E43-DBAB-4282-AC04-07B1FBE751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Adding an Enable Input</a:t>
            </a:r>
          </a:p>
        </p:txBody>
      </p:sp>
      <p:sp>
        <p:nvSpPr>
          <p:cNvPr id="89090" name="TextBox 125">
            <a:extLst>
              <a:ext uri="{FF2B5EF4-FFF2-40B4-BE49-F238E27FC236}">
                <a16:creationId xmlns:a16="http://schemas.microsoft.com/office/drawing/2014/main" id="{8985EF8F-775C-4FE4-B7EB-8083EEFEEA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9513" y="5256213"/>
            <a:ext cx="28654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anose="02020603050405020304" pitchFamily="18" charset="0"/>
              </a:rPr>
              <a:t>When En=1 this circuit behaves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anose="02020603050405020304" pitchFamily="18" charset="0"/>
              </a:rPr>
              <a:t>like the one without enable.</a:t>
            </a:r>
          </a:p>
        </p:txBody>
      </p:sp>
      <p:grpSp>
        <p:nvGrpSpPr>
          <p:cNvPr id="89091" name="Group 2">
            <a:extLst>
              <a:ext uri="{FF2B5EF4-FFF2-40B4-BE49-F238E27FC236}">
                <a16:creationId xmlns:a16="http://schemas.microsoft.com/office/drawing/2014/main" id="{B3A567E9-43D7-4D30-B2D1-B2C1C1DC22EA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9600"/>
            <a:ext cx="6486525" cy="4800600"/>
            <a:chOff x="990600" y="1600200"/>
            <a:chExt cx="6486390" cy="4800600"/>
          </a:xfrm>
        </p:grpSpPr>
        <p:pic>
          <p:nvPicPr>
            <p:cNvPr id="89097" name="Picture 3" descr="Screen shot 2013-10-16 at 2.56.03 PM.png">
              <a:extLst>
                <a:ext uri="{FF2B5EF4-FFF2-40B4-BE49-F238E27FC236}">
                  <a16:creationId xmlns:a16="http://schemas.microsoft.com/office/drawing/2014/main" id="{4FA54711-8369-441B-971B-1519E53B2CC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9098" name="Straight Connector 4">
              <a:extLst>
                <a:ext uri="{FF2B5EF4-FFF2-40B4-BE49-F238E27FC236}">
                  <a16:creationId xmlns:a16="http://schemas.microsoft.com/office/drawing/2014/main" id="{EE2F0DCE-6494-494E-B10F-85B01B4343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116" y="2209800"/>
              <a:ext cx="11113" cy="41910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099" name="Straight Connector 5">
              <a:extLst>
                <a:ext uri="{FF2B5EF4-FFF2-40B4-BE49-F238E27FC236}">
                  <a16:creationId xmlns:a16="http://schemas.microsoft.com/office/drawing/2014/main" id="{CA887F3C-01FF-44C5-B89A-0FADB8CA88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941" y="2216150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00" name="Straight Connector 7">
              <a:extLst>
                <a:ext uri="{FF2B5EF4-FFF2-40B4-BE49-F238E27FC236}">
                  <a16:creationId xmlns:a16="http://schemas.microsoft.com/office/drawing/2014/main" id="{49CA06C5-DB02-4108-B7F6-8B75850A47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3394075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01" name="Straight Connector 8">
              <a:extLst>
                <a:ext uri="{FF2B5EF4-FFF2-40B4-BE49-F238E27FC236}">
                  <a16:creationId xmlns:a16="http://schemas.microsoft.com/office/drawing/2014/main" id="{6854F55C-93DD-4533-8CBE-605C8C419AE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4508500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02" name="Straight Connector 9">
              <a:extLst>
                <a:ext uri="{FF2B5EF4-FFF2-40B4-BE49-F238E27FC236}">
                  <a16:creationId xmlns:a16="http://schemas.microsoft.com/office/drawing/2014/main" id="{33C060DC-A9CF-42D6-84C5-29D2364792E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5630863"/>
              <a:ext cx="392105" cy="79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03" name="Straight Connector 11">
              <a:extLst>
                <a:ext uri="{FF2B5EF4-FFF2-40B4-BE49-F238E27FC236}">
                  <a16:creationId xmlns:a16="http://schemas.microsoft.com/office/drawing/2014/main" id="{F466B1EF-98BD-40AA-88AA-072D1BC7A6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187" y="6400800"/>
              <a:ext cx="34400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04" name="TextBox 12">
              <a:extLst>
                <a:ext uri="{FF2B5EF4-FFF2-40B4-BE49-F238E27FC236}">
                  <a16:creationId xmlns:a16="http://schemas.microsoft.com/office/drawing/2014/main" id="{49660F81-D04C-45D8-8458-A24C602227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600" y="5867400"/>
              <a:ext cx="609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 i="1">
                  <a:latin typeface="Times" panose="02020603050405020304" pitchFamily="18" charset="0"/>
                </a:rPr>
                <a:t>En</a:t>
              </a:r>
            </a:p>
          </p:txBody>
        </p:sp>
        <p:sp>
          <p:nvSpPr>
            <p:cNvPr id="89105" name="Oval 49">
              <a:extLst>
                <a:ext uri="{FF2B5EF4-FFF2-40B4-BE49-F238E27FC236}">
                  <a16:creationId xmlns:a16="http://schemas.microsoft.com/office/drawing/2014/main" id="{848242FA-0B2C-4285-9A4C-3FF4B1E5F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9106" name="Oval 49">
              <a:extLst>
                <a:ext uri="{FF2B5EF4-FFF2-40B4-BE49-F238E27FC236}">
                  <a16:creationId xmlns:a16="http://schemas.microsoft.com/office/drawing/2014/main" id="{B77C6069-7B94-4E89-A14A-CF20F0DA2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9107" name="Oval 49">
              <a:extLst>
                <a:ext uri="{FF2B5EF4-FFF2-40B4-BE49-F238E27FC236}">
                  <a16:creationId xmlns:a16="http://schemas.microsoft.com/office/drawing/2014/main" id="{389121F8-69E4-400E-9C5D-3747FE5C6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89092" name="TextBox 16">
            <a:extLst>
              <a:ext uri="{FF2B5EF4-FFF2-40B4-BE49-F238E27FC236}">
                <a16:creationId xmlns:a16="http://schemas.microsoft.com/office/drawing/2014/main" id="{AA9D80F4-70B9-4A6E-8208-3407AB61B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5663" y="10414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9093" name="TextBox 18">
            <a:extLst>
              <a:ext uri="{FF2B5EF4-FFF2-40B4-BE49-F238E27FC236}">
                <a16:creationId xmlns:a16="http://schemas.microsoft.com/office/drawing/2014/main" id="{39E827AA-DB7F-4A75-8332-3C2BF55B8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9150" y="32575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9094" name="TextBox 19">
            <a:extLst>
              <a:ext uri="{FF2B5EF4-FFF2-40B4-BE49-F238E27FC236}">
                <a16:creationId xmlns:a16="http://schemas.microsoft.com/office/drawing/2014/main" id="{B4ABA9A3-DF0F-4262-99D5-13500B2BEC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9150" y="43799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9095" name="TextBox 16">
            <a:extLst>
              <a:ext uri="{FF2B5EF4-FFF2-40B4-BE49-F238E27FC236}">
                <a16:creationId xmlns:a16="http://schemas.microsoft.com/office/drawing/2014/main" id="{7F3C7FB7-BFD7-4842-83B4-61744B7175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0900" y="21351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89096" name="TextBox 19">
            <a:extLst>
              <a:ext uri="{FF2B5EF4-FFF2-40B4-BE49-F238E27FC236}">
                <a16:creationId xmlns:a16="http://schemas.microsoft.com/office/drawing/2014/main" id="{47CFD30F-A9B4-48FC-875F-ADF0F9027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7350" y="48910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Title 1">
            <a:extLst>
              <a:ext uri="{FF2B5EF4-FFF2-40B4-BE49-F238E27FC236}">
                <a16:creationId xmlns:a16="http://schemas.microsoft.com/office/drawing/2014/main" id="{EF83D77F-7851-43DA-8FB7-40D4F13261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Adding an Enable Input</a:t>
            </a:r>
          </a:p>
        </p:txBody>
      </p:sp>
      <p:grpSp>
        <p:nvGrpSpPr>
          <p:cNvPr id="90114" name="Group 2">
            <a:extLst>
              <a:ext uri="{FF2B5EF4-FFF2-40B4-BE49-F238E27FC236}">
                <a16:creationId xmlns:a16="http://schemas.microsoft.com/office/drawing/2014/main" id="{D2F3AE80-F6CF-4C2C-A44A-2F6411E481BA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9600"/>
            <a:ext cx="6486525" cy="4800600"/>
            <a:chOff x="990600" y="1600200"/>
            <a:chExt cx="6486390" cy="4800600"/>
          </a:xfrm>
        </p:grpSpPr>
        <p:pic>
          <p:nvPicPr>
            <p:cNvPr id="90125" name="Picture 3" descr="Screen shot 2013-10-16 at 2.56.03 PM.png">
              <a:extLst>
                <a:ext uri="{FF2B5EF4-FFF2-40B4-BE49-F238E27FC236}">
                  <a16:creationId xmlns:a16="http://schemas.microsoft.com/office/drawing/2014/main" id="{28C3D351-1106-41C6-B277-CD475A5F12C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90126" name="Straight Connector 4">
              <a:extLst>
                <a:ext uri="{FF2B5EF4-FFF2-40B4-BE49-F238E27FC236}">
                  <a16:creationId xmlns:a16="http://schemas.microsoft.com/office/drawing/2014/main" id="{94DD9336-D656-47E6-A5E9-C14E2A4AEE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116" y="2209800"/>
              <a:ext cx="11113" cy="41910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127" name="Straight Connector 5">
              <a:extLst>
                <a:ext uri="{FF2B5EF4-FFF2-40B4-BE49-F238E27FC236}">
                  <a16:creationId xmlns:a16="http://schemas.microsoft.com/office/drawing/2014/main" id="{1D32DD0A-E19D-40EC-9FB5-A0524CA444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941" y="2216150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128" name="Straight Connector 7">
              <a:extLst>
                <a:ext uri="{FF2B5EF4-FFF2-40B4-BE49-F238E27FC236}">
                  <a16:creationId xmlns:a16="http://schemas.microsoft.com/office/drawing/2014/main" id="{6A49F94C-06E3-4861-B10F-1E9FADBB6E8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3394075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129" name="Straight Connector 8">
              <a:extLst>
                <a:ext uri="{FF2B5EF4-FFF2-40B4-BE49-F238E27FC236}">
                  <a16:creationId xmlns:a16="http://schemas.microsoft.com/office/drawing/2014/main" id="{8C9332EF-AA86-4D61-A966-7E497879EA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4508500"/>
              <a:ext cx="392105" cy="63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130" name="Straight Connector 9">
              <a:extLst>
                <a:ext uri="{FF2B5EF4-FFF2-40B4-BE49-F238E27FC236}">
                  <a16:creationId xmlns:a16="http://schemas.microsoft.com/office/drawing/2014/main" id="{4F967091-E340-46F0-89FA-BBFE99E7E1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116" y="5630863"/>
              <a:ext cx="392105" cy="79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131" name="Straight Connector 11">
              <a:extLst>
                <a:ext uri="{FF2B5EF4-FFF2-40B4-BE49-F238E27FC236}">
                  <a16:creationId xmlns:a16="http://schemas.microsoft.com/office/drawing/2014/main" id="{257EECFB-A1A9-464A-AD05-EE31BBE32E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187" y="6400800"/>
              <a:ext cx="34400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0132" name="TextBox 12">
              <a:extLst>
                <a:ext uri="{FF2B5EF4-FFF2-40B4-BE49-F238E27FC236}">
                  <a16:creationId xmlns:a16="http://schemas.microsoft.com/office/drawing/2014/main" id="{5BEB8752-97B0-4A0F-A0AE-B01311F28C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600" y="5867400"/>
              <a:ext cx="609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 i="1">
                  <a:latin typeface="Times" panose="02020603050405020304" pitchFamily="18" charset="0"/>
                </a:rPr>
                <a:t>En</a:t>
              </a:r>
            </a:p>
          </p:txBody>
        </p:sp>
        <p:sp>
          <p:nvSpPr>
            <p:cNvPr id="90133" name="Oval 49">
              <a:extLst>
                <a:ext uri="{FF2B5EF4-FFF2-40B4-BE49-F238E27FC236}">
                  <a16:creationId xmlns:a16="http://schemas.microsoft.com/office/drawing/2014/main" id="{7C81F7AB-7BA8-4DFC-8E0E-F1FA2E1FF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0134" name="Oval 49">
              <a:extLst>
                <a:ext uri="{FF2B5EF4-FFF2-40B4-BE49-F238E27FC236}">
                  <a16:creationId xmlns:a16="http://schemas.microsoft.com/office/drawing/2014/main" id="{362E3212-D2D7-47D6-A079-C6A758E38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0135" name="Oval 49">
              <a:extLst>
                <a:ext uri="{FF2B5EF4-FFF2-40B4-BE49-F238E27FC236}">
                  <a16:creationId xmlns:a16="http://schemas.microsoft.com/office/drawing/2014/main" id="{0E76F813-B49F-4F2E-B2C8-CAEE4A736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90115" name="TextBox 16">
            <a:extLst>
              <a:ext uri="{FF2B5EF4-FFF2-40B4-BE49-F238E27FC236}">
                <a16:creationId xmlns:a16="http://schemas.microsoft.com/office/drawing/2014/main" id="{1F8052B8-63BF-4073-8616-9D556CB35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8747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16" name="TextBox 18">
            <a:extLst>
              <a:ext uri="{FF2B5EF4-FFF2-40B4-BE49-F238E27FC236}">
                <a16:creationId xmlns:a16="http://schemas.microsoft.com/office/drawing/2014/main" id="{BC0E0B97-F420-4B2F-99AE-33DD9BC08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3" y="31289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17" name="TextBox 19">
            <a:extLst>
              <a:ext uri="{FF2B5EF4-FFF2-40B4-BE49-F238E27FC236}">
                <a16:creationId xmlns:a16="http://schemas.microsoft.com/office/drawing/2014/main" id="{11B8F088-EEA4-457E-BE3E-4CDCA9E02A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4588" y="42211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18" name="TextBox 16">
            <a:extLst>
              <a:ext uri="{FF2B5EF4-FFF2-40B4-BE49-F238E27FC236}">
                <a16:creationId xmlns:a16="http://schemas.microsoft.com/office/drawing/2014/main" id="{D135CF47-E302-4CB4-A5B8-BD740C38D9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20066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19" name="TextBox 19">
            <a:extLst>
              <a:ext uri="{FF2B5EF4-FFF2-40B4-BE49-F238E27FC236}">
                <a16:creationId xmlns:a16="http://schemas.microsoft.com/office/drawing/2014/main" id="{98F96309-14B5-4747-AFFC-807B24176E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7350" y="48910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20" name="TextBox 16">
            <a:extLst>
              <a:ext uri="{FF2B5EF4-FFF2-40B4-BE49-F238E27FC236}">
                <a16:creationId xmlns:a16="http://schemas.microsoft.com/office/drawing/2014/main" id="{F1D8956A-1F7E-418F-81FB-AEE9B45A4B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5663" y="10414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21" name="TextBox 18">
            <a:extLst>
              <a:ext uri="{FF2B5EF4-FFF2-40B4-BE49-F238E27FC236}">
                <a16:creationId xmlns:a16="http://schemas.microsoft.com/office/drawing/2014/main" id="{9462E8BC-6CC1-451C-B687-3703954B30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9150" y="32575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22" name="TextBox 19">
            <a:extLst>
              <a:ext uri="{FF2B5EF4-FFF2-40B4-BE49-F238E27FC236}">
                <a16:creationId xmlns:a16="http://schemas.microsoft.com/office/drawing/2014/main" id="{B5F77F23-4D53-4FA7-AB70-9D2A1A00C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9150" y="43799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23" name="TextBox 16">
            <a:extLst>
              <a:ext uri="{FF2B5EF4-FFF2-40B4-BE49-F238E27FC236}">
                <a16:creationId xmlns:a16="http://schemas.microsoft.com/office/drawing/2014/main" id="{00C32AA2-942E-491A-8F0E-7FDCB8434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0900" y="21351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90124" name="TextBox 125">
            <a:extLst>
              <a:ext uri="{FF2B5EF4-FFF2-40B4-BE49-F238E27FC236}">
                <a16:creationId xmlns:a16="http://schemas.microsoft.com/office/drawing/2014/main" id="{F77A1DC4-16FD-46B0-87CD-3E122C468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9513" y="5256213"/>
            <a:ext cx="28305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anose="02020603050405020304" pitchFamily="18" charset="0"/>
              </a:rPr>
              <a:t>When En=0 all outputs are set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anose="02020603050405020304" pitchFamily="18" charset="0"/>
              </a:rPr>
              <a:t>to 0 and the decoder is disabled.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Title 1">
            <a:extLst>
              <a:ext uri="{FF2B5EF4-FFF2-40B4-BE49-F238E27FC236}">
                <a16:creationId xmlns:a16="http://schemas.microsoft.com/office/drawing/2014/main" id="{93593895-C8A2-47EB-A4AE-9E4078F1B2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</p:spPr>
        <p:txBody>
          <a:bodyPr/>
          <a:lstStyle/>
          <a:p>
            <a:r>
              <a:rPr lang="en-US" altLang="en-US"/>
              <a:t>Truth Table and Graphical Symbol </a:t>
            </a:r>
            <a:br>
              <a:rPr lang="en-US" altLang="en-US"/>
            </a:br>
            <a:r>
              <a:rPr lang="en-US" altLang="en-US"/>
              <a:t>for a 2-to-4 Decoder with an Enable Input</a:t>
            </a:r>
          </a:p>
        </p:txBody>
      </p:sp>
      <p:sp>
        <p:nvSpPr>
          <p:cNvPr id="91138" name="TextBox 125">
            <a:extLst>
              <a:ext uri="{FF2B5EF4-FFF2-40B4-BE49-F238E27FC236}">
                <a16:creationId xmlns:a16="http://schemas.microsoft.com/office/drawing/2014/main" id="{EE648D82-CB09-4375-AF79-41198FBCE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7828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4.14a-b from the textbook ]</a:t>
            </a:r>
          </a:p>
        </p:txBody>
      </p:sp>
      <p:pic>
        <p:nvPicPr>
          <p:cNvPr id="91139" name="Picture 2">
            <a:extLst>
              <a:ext uri="{FF2B5EF4-FFF2-40B4-BE49-F238E27FC236}">
                <a16:creationId xmlns:a16="http://schemas.microsoft.com/office/drawing/2014/main" id="{EF26F2B7-5B8D-4672-9492-39C6CB7481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133600"/>
            <a:ext cx="7239000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Title 1">
            <a:extLst>
              <a:ext uri="{FF2B5EF4-FFF2-40B4-BE49-F238E27FC236}">
                <a16:creationId xmlns:a16="http://schemas.microsoft.com/office/drawing/2014/main" id="{FF987143-A148-4B15-9912-F7FA0DC287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</p:spPr>
        <p:txBody>
          <a:bodyPr/>
          <a:lstStyle/>
          <a:p>
            <a:r>
              <a:rPr lang="en-US" altLang="en-US"/>
              <a:t>Truth Table and Graphical Symbol </a:t>
            </a:r>
            <a:br>
              <a:rPr lang="en-US" altLang="en-US"/>
            </a:br>
            <a:r>
              <a:rPr lang="en-US" altLang="en-US"/>
              <a:t>for a 2-to-4 Decoder with an Enable Input</a:t>
            </a:r>
          </a:p>
        </p:txBody>
      </p:sp>
      <p:sp>
        <p:nvSpPr>
          <p:cNvPr id="92162" name="TextBox 125">
            <a:extLst>
              <a:ext uri="{FF2B5EF4-FFF2-40B4-BE49-F238E27FC236}">
                <a16:creationId xmlns:a16="http://schemas.microsoft.com/office/drawing/2014/main" id="{852707A3-0088-42AC-97E6-A58636ED3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7828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4.14a-b from the textbook ]</a:t>
            </a:r>
          </a:p>
        </p:txBody>
      </p:sp>
      <p:pic>
        <p:nvPicPr>
          <p:cNvPr id="92163" name="Picture 2">
            <a:extLst>
              <a:ext uri="{FF2B5EF4-FFF2-40B4-BE49-F238E27FC236}">
                <a16:creationId xmlns:a16="http://schemas.microsoft.com/office/drawing/2014/main" id="{6ECFD75E-DAE1-47B7-897F-CA9DC0E874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133600"/>
            <a:ext cx="7239000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4" name="Rectangle 2">
            <a:extLst>
              <a:ext uri="{FF2B5EF4-FFF2-40B4-BE49-F238E27FC236}">
                <a16:creationId xmlns:a16="http://schemas.microsoft.com/office/drawing/2014/main" id="{A259E796-42A9-4802-A7E3-A8A1C0613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4114800"/>
            <a:ext cx="838200" cy="457200"/>
          </a:xfrm>
          <a:prstGeom prst="rect">
            <a:avLst/>
          </a:prstGeom>
          <a:noFill/>
          <a:ln w="444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2165" name="TextBox 2">
            <a:extLst>
              <a:ext uri="{FF2B5EF4-FFF2-40B4-BE49-F238E27FC236}">
                <a16:creationId xmlns:a16="http://schemas.microsoft.com/office/drawing/2014/main" id="{96CE2D21-365C-4915-817F-278AAA0416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5410200"/>
            <a:ext cx="43719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x indicates that it does not matter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what the value of this variable is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for this row of the truth table</a:t>
            </a:r>
          </a:p>
        </p:txBody>
      </p:sp>
      <p:cxnSp>
        <p:nvCxnSpPr>
          <p:cNvPr id="92166" name="Straight Arrow Connector 6">
            <a:extLst>
              <a:ext uri="{FF2B5EF4-FFF2-40B4-BE49-F238E27FC236}">
                <a16:creationId xmlns:a16="http://schemas.microsoft.com/office/drawing/2014/main" id="{383B0F6F-2EE8-4C1C-819A-90F6094F19EA}"/>
              </a:ext>
            </a:extLst>
          </p:cNvPr>
          <p:cNvCxnSpPr>
            <a:cxnSpLocks noChangeShapeType="1"/>
            <a:endCxn id="92164" idx="2"/>
          </p:cNvCxnSpPr>
          <p:nvPr/>
        </p:nvCxnSpPr>
        <p:spPr bwMode="auto">
          <a:xfrm flipV="1">
            <a:off x="1295400" y="4572000"/>
            <a:ext cx="723900" cy="838200"/>
          </a:xfrm>
          <a:prstGeom prst="straightConnector1">
            <a:avLst/>
          </a:prstGeom>
          <a:noFill/>
          <a:ln w="444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Title 1">
            <a:extLst>
              <a:ext uri="{FF2B5EF4-FFF2-40B4-BE49-F238E27FC236}">
                <a16:creationId xmlns:a16="http://schemas.microsoft.com/office/drawing/2014/main" id="{6E532966-8D57-4B47-A685-F77CCD256C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</p:spPr>
        <p:txBody>
          <a:bodyPr/>
          <a:lstStyle/>
          <a:p>
            <a:r>
              <a:rPr lang="en-US" altLang="en-US"/>
              <a:t>Truth Table and Graphical Symbol </a:t>
            </a:r>
            <a:br>
              <a:rPr lang="en-US" altLang="en-US"/>
            </a:br>
            <a:r>
              <a:rPr lang="en-US" altLang="en-US"/>
              <a:t>for a 2-to-4 Decoder with an Enable Input</a:t>
            </a:r>
          </a:p>
        </p:txBody>
      </p:sp>
      <p:sp>
        <p:nvSpPr>
          <p:cNvPr id="93186" name="TextBox 125">
            <a:extLst>
              <a:ext uri="{FF2B5EF4-FFF2-40B4-BE49-F238E27FC236}">
                <a16:creationId xmlns:a16="http://schemas.microsoft.com/office/drawing/2014/main" id="{C45D5CE4-878B-4642-B768-0A9523744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7828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4.14a-b from the textbook ]</a:t>
            </a:r>
          </a:p>
        </p:txBody>
      </p:sp>
      <p:pic>
        <p:nvPicPr>
          <p:cNvPr id="93187" name="Picture 2">
            <a:extLst>
              <a:ext uri="{FF2B5EF4-FFF2-40B4-BE49-F238E27FC236}">
                <a16:creationId xmlns:a16="http://schemas.microsoft.com/office/drawing/2014/main" id="{44CBE47B-8139-4933-80E5-897DA280CE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133600"/>
            <a:ext cx="7239000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188" name="Group 4">
            <a:extLst>
              <a:ext uri="{FF2B5EF4-FFF2-40B4-BE49-F238E27FC236}">
                <a16:creationId xmlns:a16="http://schemas.microsoft.com/office/drawing/2014/main" id="{184F4627-6125-4901-8DF0-EDEE5B3E8861}"/>
              </a:ext>
            </a:extLst>
          </p:cNvPr>
          <p:cNvGrpSpPr>
            <a:grpSpLocks/>
          </p:cNvGrpSpPr>
          <p:nvPr/>
        </p:nvGrpSpPr>
        <p:grpSpPr bwMode="auto">
          <a:xfrm>
            <a:off x="1158875" y="3978275"/>
            <a:ext cx="3448050" cy="2322513"/>
            <a:chOff x="1158239" y="3977640"/>
            <a:chExt cx="3448051" cy="2322374"/>
          </a:xfrm>
        </p:grpSpPr>
        <p:sp>
          <p:nvSpPr>
            <p:cNvPr id="93189" name="TextBox 1">
              <a:extLst>
                <a:ext uri="{FF2B5EF4-FFF2-40B4-BE49-F238E27FC236}">
                  <a16:creationId xmlns:a16="http://schemas.microsoft.com/office/drawing/2014/main" id="{AF3879CB-2CD1-48C8-8F95-7EAA62F69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239" y="4114800"/>
              <a:ext cx="3448051" cy="21852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0    0    0        0    0  </a:t>
              </a:r>
              <a:r>
                <a:rPr lang="en-US" altLang="en-US" sz="2800" b="0">
                  <a:solidFill>
                    <a:srgbClr val="FF0000"/>
                  </a:solidFill>
                  <a:latin typeface="Times" panose="02020603050405020304" pitchFamily="18" charset="0"/>
                </a:rPr>
                <a:t>  </a:t>
              </a: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0    0 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0    0    1        0    0  </a:t>
              </a:r>
              <a:r>
                <a:rPr lang="en-US" altLang="en-US" sz="2800" b="0">
                  <a:solidFill>
                    <a:srgbClr val="FF0000"/>
                  </a:solidFill>
                  <a:latin typeface="Times" panose="02020603050405020304" pitchFamily="18" charset="0"/>
                </a:rPr>
                <a:t>  </a:t>
              </a: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0    0 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0    1    0        0    0  </a:t>
              </a:r>
              <a:r>
                <a:rPr lang="en-US" altLang="en-US" sz="2800" b="0">
                  <a:solidFill>
                    <a:srgbClr val="FF0000"/>
                  </a:solidFill>
                  <a:latin typeface="Times" panose="02020603050405020304" pitchFamily="18" charset="0"/>
                </a:rPr>
                <a:t>  </a:t>
              </a: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0    0 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0    1    1        0    0  </a:t>
              </a:r>
              <a:r>
                <a:rPr lang="en-US" altLang="en-US" sz="2800" b="0">
                  <a:solidFill>
                    <a:srgbClr val="FF0000"/>
                  </a:solidFill>
                  <a:latin typeface="Times" panose="02020603050405020304" pitchFamily="18" charset="0"/>
                </a:rPr>
                <a:t>  </a:t>
              </a:r>
              <a:r>
                <a:rPr lang="en-US" altLang="en-US" b="0">
                  <a:solidFill>
                    <a:srgbClr val="FF0000"/>
                  </a:solidFill>
                  <a:latin typeface="Times" panose="02020603050405020304" pitchFamily="18" charset="0"/>
                </a:rPr>
                <a:t>0    0 </a:t>
              </a:r>
            </a:p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cxnSp>
          <p:nvCxnSpPr>
            <p:cNvPr id="93190" name="Straight Connector 3">
              <a:extLst>
                <a:ext uri="{FF2B5EF4-FFF2-40B4-BE49-F238E27FC236}">
                  <a16:creationId xmlns:a16="http://schemas.microsoft.com/office/drawing/2014/main" id="{BC7999F9-FC0F-40A0-9450-33B987EF9D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567940" y="3977640"/>
              <a:ext cx="3810" cy="1908810"/>
            </a:xfrm>
            <a:prstGeom prst="line">
              <a:avLst/>
            </a:prstGeom>
            <a:noFill/>
            <a:ln w="15875" algn="ctr">
              <a:solidFill>
                <a:srgbClr val="0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Title 1">
            <a:extLst>
              <a:ext uri="{FF2B5EF4-FFF2-40B4-BE49-F238E27FC236}">
                <a16:creationId xmlns:a16="http://schemas.microsoft.com/office/drawing/2014/main" id="{5352D68A-AD73-4FF9-A30C-8A709EDE13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</p:spPr>
        <p:txBody>
          <a:bodyPr/>
          <a:lstStyle/>
          <a:p>
            <a:r>
              <a:rPr lang="en-US" altLang="en-US"/>
              <a:t>Truth Table and Graphical Symbol </a:t>
            </a:r>
            <a:br>
              <a:rPr lang="en-US" altLang="en-US"/>
            </a:br>
            <a:r>
              <a:rPr lang="en-US" altLang="en-US"/>
              <a:t>for a 2-to-4 Decoder with an Enable Input</a:t>
            </a:r>
          </a:p>
        </p:txBody>
      </p:sp>
      <p:sp>
        <p:nvSpPr>
          <p:cNvPr id="94210" name="TextBox 125">
            <a:extLst>
              <a:ext uri="{FF2B5EF4-FFF2-40B4-BE49-F238E27FC236}">
                <a16:creationId xmlns:a16="http://schemas.microsoft.com/office/drawing/2014/main" id="{8E806468-698C-4ED9-B78B-3B48F8CDF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7828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4.14a-b from the textbook ]</a:t>
            </a:r>
          </a:p>
        </p:txBody>
      </p:sp>
      <p:pic>
        <p:nvPicPr>
          <p:cNvPr id="94211" name="Picture 2">
            <a:extLst>
              <a:ext uri="{FF2B5EF4-FFF2-40B4-BE49-F238E27FC236}">
                <a16:creationId xmlns:a16="http://schemas.microsoft.com/office/drawing/2014/main" id="{3EC86ADD-CBD6-429C-972B-6DAC9EAB84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133600"/>
            <a:ext cx="7239000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2" name="TextBox 1">
            <a:extLst>
              <a:ext uri="{FF2B5EF4-FFF2-40B4-BE49-F238E27FC236}">
                <a16:creationId xmlns:a16="http://schemas.microsoft.com/office/drawing/2014/main" id="{42831358-A1E3-4706-A447-2F6AF93E8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8875" y="2632075"/>
            <a:ext cx="3448050" cy="35401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0    0    0        0    0  </a:t>
            </a:r>
            <a:r>
              <a:rPr lang="en-US" altLang="en-US" sz="2800" b="0">
                <a:solidFill>
                  <a:srgbClr val="FF0000"/>
                </a:solidFill>
                <a:latin typeface="Times" panose="02020603050405020304" pitchFamily="18" charset="0"/>
              </a:rPr>
              <a:t>  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0    0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0    0    1        0    0  </a:t>
            </a:r>
            <a:r>
              <a:rPr lang="en-US" altLang="en-US" sz="2800" b="0">
                <a:solidFill>
                  <a:srgbClr val="FF0000"/>
                </a:solidFill>
                <a:latin typeface="Times" panose="02020603050405020304" pitchFamily="18" charset="0"/>
              </a:rPr>
              <a:t>  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0    0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0    1    0        0    0  </a:t>
            </a:r>
            <a:r>
              <a:rPr lang="en-US" altLang="en-US" sz="2800" b="0">
                <a:solidFill>
                  <a:srgbClr val="FF0000"/>
                </a:solidFill>
                <a:latin typeface="Times" panose="02020603050405020304" pitchFamily="18" charset="0"/>
              </a:rPr>
              <a:t>  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0    0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0    1    1        0    0  </a:t>
            </a:r>
            <a:r>
              <a:rPr lang="en-US" altLang="en-US" sz="2800" b="0">
                <a:solidFill>
                  <a:srgbClr val="FF0000"/>
                </a:solidFill>
                <a:latin typeface="Times" panose="02020603050405020304" pitchFamily="18" charset="0"/>
              </a:rPr>
              <a:t>  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0    0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1    0    0        1    0  </a:t>
            </a:r>
            <a:r>
              <a:rPr lang="en-US" altLang="en-US" sz="2800" b="0">
                <a:latin typeface="Times" panose="02020603050405020304" pitchFamily="18" charset="0"/>
              </a:rPr>
              <a:t>  </a:t>
            </a:r>
            <a:r>
              <a:rPr lang="en-US" altLang="en-US" b="0">
                <a:latin typeface="Times" panose="02020603050405020304" pitchFamily="18" charset="0"/>
              </a:rPr>
              <a:t>0    0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1    0    1        0    1  </a:t>
            </a:r>
            <a:r>
              <a:rPr lang="en-US" altLang="en-US" sz="2800" b="0">
                <a:latin typeface="Times" panose="02020603050405020304" pitchFamily="18" charset="0"/>
              </a:rPr>
              <a:t>  </a:t>
            </a:r>
            <a:r>
              <a:rPr lang="en-US" altLang="en-US" b="0">
                <a:latin typeface="Times" panose="02020603050405020304" pitchFamily="18" charset="0"/>
              </a:rPr>
              <a:t>0    0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1    1    0        0    0  </a:t>
            </a:r>
            <a:r>
              <a:rPr lang="en-US" altLang="en-US" sz="2800" b="0">
                <a:latin typeface="Times" panose="02020603050405020304" pitchFamily="18" charset="0"/>
              </a:rPr>
              <a:t>  1</a:t>
            </a:r>
            <a:r>
              <a:rPr lang="en-US" altLang="en-US" b="0">
                <a:latin typeface="Times" panose="02020603050405020304" pitchFamily="18" charset="0"/>
              </a:rPr>
              <a:t>    0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1    1    1        0    0  </a:t>
            </a:r>
            <a:r>
              <a:rPr lang="en-US" altLang="en-US" sz="2800" b="0">
                <a:latin typeface="Times" panose="02020603050405020304" pitchFamily="18" charset="0"/>
              </a:rPr>
              <a:t>  </a:t>
            </a:r>
            <a:r>
              <a:rPr lang="en-US" altLang="en-US" b="0">
                <a:latin typeface="Times" panose="02020603050405020304" pitchFamily="18" charset="0"/>
              </a:rPr>
              <a:t>0    1 </a:t>
            </a:r>
          </a:p>
        </p:txBody>
      </p:sp>
      <p:cxnSp>
        <p:nvCxnSpPr>
          <p:cNvPr id="94213" name="Straight Connector 3">
            <a:extLst>
              <a:ext uri="{FF2B5EF4-FFF2-40B4-BE49-F238E27FC236}">
                <a16:creationId xmlns:a16="http://schemas.microsoft.com/office/drawing/2014/main" id="{BF425C0E-F7C3-4C12-B844-B9246627AB29}"/>
              </a:ext>
            </a:extLst>
          </p:cNvPr>
          <p:cNvCxnSpPr>
            <a:cxnSpLocks/>
          </p:cNvCxnSpPr>
          <p:nvPr/>
        </p:nvCxnSpPr>
        <p:spPr bwMode="auto">
          <a:xfrm flipH="1">
            <a:off x="2571750" y="2171700"/>
            <a:ext cx="22225" cy="3714750"/>
          </a:xfrm>
          <a:prstGeom prst="line">
            <a:avLst/>
          </a:prstGeom>
          <a:noFill/>
          <a:ln w="19050" algn="ctr">
            <a:solidFill>
              <a:srgbClr val="0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Title 1">
            <a:extLst>
              <a:ext uri="{FF2B5EF4-FFF2-40B4-BE49-F238E27FC236}">
                <a16:creationId xmlns:a16="http://schemas.microsoft.com/office/drawing/2014/main" id="{0C513278-C9FB-4A63-A341-2D3265F018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9163"/>
          </a:xfrm>
        </p:spPr>
        <p:txBody>
          <a:bodyPr/>
          <a:lstStyle/>
          <a:p>
            <a:r>
              <a:rPr lang="en-US" altLang="en-US" dirty="0"/>
              <a:t>Graphical Symbol for a Binary </a:t>
            </a:r>
            <a:br>
              <a:rPr lang="en-US" altLang="en-US" dirty="0"/>
            </a:br>
            <a:r>
              <a:rPr lang="en-US" altLang="en-US" dirty="0"/>
              <a:t>n-to-2</a:t>
            </a:r>
            <a:r>
              <a:rPr lang="en-US" altLang="en-US" baseline="30000" dirty="0"/>
              <a:t>n</a:t>
            </a:r>
            <a:r>
              <a:rPr lang="en-US" altLang="en-US" dirty="0"/>
              <a:t> Decoder with an Enable Input</a:t>
            </a:r>
          </a:p>
        </p:txBody>
      </p:sp>
      <p:sp>
        <p:nvSpPr>
          <p:cNvPr id="95234" name="TextBox 125">
            <a:extLst>
              <a:ext uri="{FF2B5EF4-FFF2-40B4-BE49-F238E27FC236}">
                <a16:creationId xmlns:a16="http://schemas.microsoft.com/office/drawing/2014/main" id="{66C33DFB-0675-434F-8E7F-37F5D526A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4.14d from the textbook ]</a:t>
            </a:r>
          </a:p>
        </p:txBody>
      </p:sp>
      <p:pic>
        <p:nvPicPr>
          <p:cNvPr id="95235" name="Picture 4">
            <a:extLst>
              <a:ext uri="{FF2B5EF4-FFF2-40B4-BE49-F238E27FC236}">
                <a16:creationId xmlns:a16="http://schemas.microsoft.com/office/drawing/2014/main" id="{A019A634-49BF-4585-80D1-57E818859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8400" y="1219200"/>
            <a:ext cx="4830763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6" name="TextBox 2">
            <a:extLst>
              <a:ext uri="{FF2B5EF4-FFF2-40B4-BE49-F238E27FC236}">
                <a16:creationId xmlns:a16="http://schemas.microsoft.com/office/drawing/2014/main" id="{FEBBA76E-BC8D-417B-97EB-43F9B67E07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4191000"/>
            <a:ext cx="58435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A binary decoder with n inputs has 2</a:t>
            </a:r>
            <a:r>
              <a:rPr lang="en-US" altLang="en-US" b="0" baseline="30000">
                <a:latin typeface="Times" panose="02020603050405020304" pitchFamily="18" charset="0"/>
              </a:rPr>
              <a:t>n</a:t>
            </a:r>
            <a:r>
              <a:rPr lang="en-US" altLang="en-US" b="0">
                <a:latin typeface="Times" panose="02020603050405020304" pitchFamily="18" charset="0"/>
              </a:rPr>
              <a:t> outputs</a:t>
            </a:r>
          </a:p>
        </p:txBody>
      </p:sp>
      <p:sp>
        <p:nvSpPr>
          <p:cNvPr id="95237" name="TextBox 6">
            <a:extLst>
              <a:ext uri="{FF2B5EF4-FFF2-40B4-BE49-F238E27FC236}">
                <a16:creationId xmlns:a16="http://schemas.microsoft.com/office/drawing/2014/main" id="{23890A72-E75A-4890-822A-0836CD673C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4953000"/>
            <a:ext cx="82169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The outputs of an enabled binary decoder are “one-hot” encoded,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meaning that only a single bit is set to 1, i.e., it is </a:t>
            </a:r>
            <a:r>
              <a:rPr lang="en-US" altLang="en-US" b="0" i="1">
                <a:latin typeface="Times" panose="02020603050405020304" pitchFamily="18" charset="0"/>
              </a:rPr>
              <a:t>hot</a:t>
            </a:r>
            <a:r>
              <a:rPr lang="en-US" altLang="en-US" b="0">
                <a:latin typeface="Times" panose="02020603050405020304" pitchFamily="18" charset="0"/>
              </a:rPr>
              <a:t>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DAF6C65-FB0F-46E4-AEAE-12C18C89B0A5}"/>
                  </a:ext>
                </a:extLst>
              </p14:cNvPr>
              <p14:cNvContentPartPr/>
              <p14:nvPr/>
            </p14:nvContentPartPr>
            <p14:xfrm>
              <a:off x="6584760" y="1053360"/>
              <a:ext cx="2467080" cy="31258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DAF6C65-FB0F-46E4-AEAE-12C18C89B0A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575400" y="1044000"/>
                <a:ext cx="2485800" cy="3144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Title 1">
            <a:extLst>
              <a:ext uri="{FF2B5EF4-FFF2-40B4-BE49-F238E27FC236}">
                <a16:creationId xmlns:a16="http://schemas.microsoft.com/office/drawing/2014/main" id="{93C41127-58F4-409A-A017-77ACA36B9A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How can we build larger decoders?</a:t>
            </a:r>
          </a:p>
        </p:txBody>
      </p:sp>
      <p:sp>
        <p:nvSpPr>
          <p:cNvPr id="96258" name="Content Placeholder 2">
            <a:extLst>
              <a:ext uri="{FF2B5EF4-FFF2-40B4-BE49-F238E27FC236}">
                <a16:creationId xmlns:a16="http://schemas.microsoft.com/office/drawing/2014/main" id="{3AC0854B-7C0B-469C-BA21-48589FEFF3B9}"/>
              </a:ext>
            </a:extLst>
          </p:cNvPr>
          <p:cNvSpPr txBox="1">
            <a:spLocks/>
          </p:cNvSpPr>
          <p:nvPr/>
        </p:nvSpPr>
        <p:spPr bwMode="auto">
          <a:xfrm>
            <a:off x="1219200" y="1295400"/>
            <a:ext cx="68580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/>
          </a:p>
          <a:p>
            <a:r>
              <a:rPr lang="en-US" altLang="en-US" dirty="0"/>
              <a:t>3-to-8 ?</a:t>
            </a:r>
          </a:p>
          <a:p>
            <a:endParaRPr lang="en-US" altLang="en-US" dirty="0"/>
          </a:p>
          <a:p>
            <a:endParaRPr lang="en-US" altLang="en-US" dirty="0"/>
          </a:p>
          <a:p>
            <a:r>
              <a:rPr lang="en-US" altLang="en-US" dirty="0"/>
              <a:t>4-to-16?</a:t>
            </a:r>
          </a:p>
          <a:p>
            <a:endParaRPr lang="en-US" altLang="en-US" dirty="0"/>
          </a:p>
          <a:p>
            <a:endParaRPr lang="en-US" altLang="en-US" dirty="0"/>
          </a:p>
          <a:p>
            <a:r>
              <a:rPr lang="en-US" altLang="en-US" dirty="0">
                <a:solidFill>
                  <a:srgbClr val="FF0000"/>
                </a:solidFill>
              </a:rPr>
              <a:t>5-to-??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81" name="Group 1">
            <a:extLst>
              <a:ext uri="{FF2B5EF4-FFF2-40B4-BE49-F238E27FC236}">
                <a16:creationId xmlns:a16="http://schemas.microsoft.com/office/drawing/2014/main" id="{F3EB5A86-3152-4737-A339-F15FCD7EEC20}"/>
              </a:ext>
            </a:extLst>
          </p:cNvPr>
          <p:cNvGrpSpPr>
            <a:grpSpLocks/>
          </p:cNvGrpSpPr>
          <p:nvPr/>
        </p:nvGrpSpPr>
        <p:grpSpPr bwMode="auto">
          <a:xfrm>
            <a:off x="3235325" y="1031875"/>
            <a:ext cx="3241675" cy="5521325"/>
            <a:chOff x="3138488" y="352425"/>
            <a:chExt cx="3241675" cy="5521325"/>
          </a:xfrm>
        </p:grpSpPr>
        <p:sp>
          <p:nvSpPr>
            <p:cNvPr id="97284" name="Line 4">
              <a:extLst>
                <a:ext uri="{FF2B5EF4-FFF2-40B4-BE49-F238E27FC236}">
                  <a16:creationId xmlns:a16="http://schemas.microsoft.com/office/drawing/2014/main" id="{AAA97FC6-DD06-47D2-B170-F8315F84B2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3817938"/>
              <a:ext cx="2476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5" name="Line 5">
              <a:extLst>
                <a:ext uri="{FF2B5EF4-FFF2-40B4-BE49-F238E27FC236}">
                  <a16:creationId xmlns:a16="http://schemas.microsoft.com/office/drawing/2014/main" id="{3B06FDE5-54A2-4297-B2EA-B7366028A0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9713" y="4065588"/>
              <a:ext cx="5715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6" name="Freeform 6">
              <a:extLst>
                <a:ext uri="{FF2B5EF4-FFF2-40B4-BE49-F238E27FC236}">
                  <a16:creationId xmlns:a16="http://schemas.microsoft.com/office/drawing/2014/main" id="{5B9DB6CD-76D4-4436-9043-EAF3843A7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275" y="3665538"/>
              <a:ext cx="325438" cy="801687"/>
            </a:xfrm>
            <a:custGeom>
              <a:avLst/>
              <a:gdLst>
                <a:gd name="T0" fmla="*/ 2147483646 w 409"/>
                <a:gd name="T1" fmla="*/ 2147483646 h 1010"/>
                <a:gd name="T2" fmla="*/ 2147483646 w 409"/>
                <a:gd name="T3" fmla="*/ 2147483646 h 1010"/>
                <a:gd name="T4" fmla="*/ 0 w 409"/>
                <a:gd name="T5" fmla="*/ 0 h 1010"/>
                <a:gd name="T6" fmla="*/ 0 w 409"/>
                <a:gd name="T7" fmla="*/ 2147483646 h 1010"/>
                <a:gd name="T8" fmla="*/ 2147483646 w 409"/>
                <a:gd name="T9" fmla="*/ 2147483646 h 10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9"/>
                <a:gd name="T16" fmla="*/ 0 h 1010"/>
                <a:gd name="T17" fmla="*/ 409 w 409"/>
                <a:gd name="T18" fmla="*/ 1010 h 10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9" h="1010">
                  <a:moveTo>
                    <a:pt x="409" y="817"/>
                  </a:moveTo>
                  <a:lnTo>
                    <a:pt x="409" y="192"/>
                  </a:lnTo>
                  <a:lnTo>
                    <a:pt x="0" y="0"/>
                  </a:lnTo>
                  <a:lnTo>
                    <a:pt x="0" y="1010"/>
                  </a:lnTo>
                  <a:lnTo>
                    <a:pt x="409" y="817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7" name="Freeform 7">
              <a:extLst>
                <a:ext uri="{FF2B5EF4-FFF2-40B4-BE49-F238E27FC236}">
                  <a16:creationId xmlns:a16="http://schemas.microsoft.com/office/drawing/2014/main" id="{D6B616A3-A2E8-4048-A13E-9467B7072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360738"/>
              <a:ext cx="420688" cy="342900"/>
            </a:xfrm>
            <a:custGeom>
              <a:avLst/>
              <a:gdLst>
                <a:gd name="T0" fmla="*/ 2147483646 w 529"/>
                <a:gd name="T1" fmla="*/ 0 h 432"/>
                <a:gd name="T2" fmla="*/ 0 w 529"/>
                <a:gd name="T3" fmla="*/ 0 h 432"/>
                <a:gd name="T4" fmla="*/ 0 w 529"/>
                <a:gd name="T5" fmla="*/ 2147483646 h 432"/>
                <a:gd name="T6" fmla="*/ 0 60000 65536"/>
                <a:gd name="T7" fmla="*/ 0 60000 65536"/>
                <a:gd name="T8" fmla="*/ 0 60000 65536"/>
                <a:gd name="T9" fmla="*/ 0 w 529"/>
                <a:gd name="T10" fmla="*/ 0 h 432"/>
                <a:gd name="T11" fmla="*/ 529 w 529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9" h="432">
                  <a:moveTo>
                    <a:pt x="529" y="0"/>
                  </a:move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8" name="Rectangle 8">
              <a:extLst>
                <a:ext uri="{FF2B5EF4-FFF2-40B4-BE49-F238E27FC236}">
                  <a16:creationId xmlns:a16="http://schemas.microsoft.com/office/drawing/2014/main" id="{0E2A946E-45F5-42DF-9A7C-DF28EFE90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163" y="3676650"/>
              <a:ext cx="163512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289" name="Freeform 9">
              <a:extLst>
                <a:ext uri="{FF2B5EF4-FFF2-40B4-BE49-F238E27FC236}">
                  <a16:creationId xmlns:a16="http://schemas.microsoft.com/office/drawing/2014/main" id="{47CF4963-309E-43A5-B75A-23E18F458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532188"/>
              <a:ext cx="439738" cy="247650"/>
            </a:xfrm>
            <a:custGeom>
              <a:avLst/>
              <a:gdLst>
                <a:gd name="T0" fmla="*/ 2147483646 w 553"/>
                <a:gd name="T1" fmla="*/ 0 h 312"/>
                <a:gd name="T2" fmla="*/ 0 w 553"/>
                <a:gd name="T3" fmla="*/ 0 h 312"/>
                <a:gd name="T4" fmla="*/ 0 w 553"/>
                <a:gd name="T5" fmla="*/ 2147483646 h 312"/>
                <a:gd name="T6" fmla="*/ 0 60000 65536"/>
                <a:gd name="T7" fmla="*/ 0 60000 65536"/>
                <a:gd name="T8" fmla="*/ 0 60000 65536"/>
                <a:gd name="T9" fmla="*/ 0 w 553"/>
                <a:gd name="T10" fmla="*/ 0 h 312"/>
                <a:gd name="T11" fmla="*/ 553 w 553"/>
                <a:gd name="T12" fmla="*/ 312 h 3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3" h="312">
                  <a:moveTo>
                    <a:pt x="553" y="0"/>
                  </a:moveTo>
                  <a:lnTo>
                    <a:pt x="0" y="0"/>
                  </a:lnTo>
                  <a:lnTo>
                    <a:pt x="0" y="31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0" name="Line 10">
              <a:extLst>
                <a:ext uri="{FF2B5EF4-FFF2-40B4-BE49-F238E27FC236}">
                  <a16:creationId xmlns:a16="http://schemas.microsoft.com/office/drawing/2014/main" id="{D9EADEB9-F7BC-41EB-BA01-EBD80F778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4314825"/>
              <a:ext cx="2476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1" name="Rectangle 11">
              <a:extLst>
                <a:ext uri="{FF2B5EF4-FFF2-40B4-BE49-F238E27FC236}">
                  <a16:creationId xmlns:a16="http://schemas.microsoft.com/office/drawing/2014/main" id="{D2E8C3F3-3AEB-44D0-BCE8-29C64DAFE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763963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8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292" name="Rectangle 12">
              <a:extLst>
                <a:ext uri="{FF2B5EF4-FFF2-40B4-BE49-F238E27FC236}">
                  <a16:creationId xmlns:a16="http://schemas.microsoft.com/office/drawing/2014/main" id="{4008C7BB-2FDE-42A6-A868-3430A1148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488" y="4187825"/>
              <a:ext cx="163512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293" name="Freeform 13">
              <a:extLst>
                <a:ext uri="{FF2B5EF4-FFF2-40B4-BE49-F238E27FC236}">
                  <a16:creationId xmlns:a16="http://schemas.microsoft.com/office/drawing/2014/main" id="{7F355409-8F42-4004-9A94-A410A4BE1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4141788"/>
              <a:ext cx="38100" cy="39687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294" name="Freeform 14">
              <a:extLst>
                <a:ext uri="{FF2B5EF4-FFF2-40B4-BE49-F238E27FC236}">
                  <a16:creationId xmlns:a16="http://schemas.microsoft.com/office/drawing/2014/main" id="{D378A725-CF80-43CD-8274-2C8420FA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4156075"/>
              <a:ext cx="23813" cy="23813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5" name="Freeform 15">
              <a:extLst>
                <a:ext uri="{FF2B5EF4-FFF2-40B4-BE49-F238E27FC236}">
                  <a16:creationId xmlns:a16="http://schemas.microsoft.com/office/drawing/2014/main" id="{FECB21DC-4DD6-401D-AD0B-3D3A4ECA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40465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296" name="Freeform 16">
              <a:extLst>
                <a:ext uri="{FF2B5EF4-FFF2-40B4-BE49-F238E27FC236}">
                  <a16:creationId xmlns:a16="http://schemas.microsoft.com/office/drawing/2014/main" id="{501B9363-0D75-45B3-AD4E-54CF2B70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4060825"/>
              <a:ext cx="23813" cy="23813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20" y="28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7" name="Freeform 17">
              <a:extLst>
                <a:ext uri="{FF2B5EF4-FFF2-40B4-BE49-F238E27FC236}">
                  <a16:creationId xmlns:a16="http://schemas.microsoft.com/office/drawing/2014/main" id="{2F12F120-8C15-4C3F-9699-8CA56F0A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395128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6"/>
                  </a:lnTo>
                  <a:lnTo>
                    <a:pt x="30" y="46"/>
                  </a:lnTo>
                  <a:lnTo>
                    <a:pt x="31" y="46"/>
                  </a:lnTo>
                  <a:lnTo>
                    <a:pt x="32" y="46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0"/>
                  </a:lnTo>
                  <a:lnTo>
                    <a:pt x="42" y="39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0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4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40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9" y="46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298" name="Freeform 18">
              <a:extLst>
                <a:ext uri="{FF2B5EF4-FFF2-40B4-BE49-F238E27FC236}">
                  <a16:creationId xmlns:a16="http://schemas.microsoft.com/office/drawing/2014/main" id="{78B9590F-9550-4004-8B07-63506B85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3965575"/>
              <a:ext cx="23813" cy="23813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7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2" y="2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6" y="27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9" name="Line 19">
              <a:extLst>
                <a:ext uri="{FF2B5EF4-FFF2-40B4-BE49-F238E27FC236}">
                  <a16:creationId xmlns:a16="http://schemas.microsoft.com/office/drawing/2014/main" id="{2D5EE37B-B69D-4EB2-B8BB-3615ED78F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1147763"/>
              <a:ext cx="2476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0" name="Line 20">
              <a:extLst>
                <a:ext uri="{FF2B5EF4-FFF2-40B4-BE49-F238E27FC236}">
                  <a16:creationId xmlns:a16="http://schemas.microsoft.com/office/drawing/2014/main" id="{57B3127D-25D8-4EEB-B5D1-2D9BC8337B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9713" y="1395413"/>
              <a:ext cx="7239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1" name="Freeform 21">
              <a:extLst>
                <a:ext uri="{FF2B5EF4-FFF2-40B4-BE49-F238E27FC236}">
                  <a16:creationId xmlns:a16="http://schemas.microsoft.com/office/drawing/2014/main" id="{0BAAED25-69ED-409D-9877-3BECB1246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275" y="995363"/>
              <a:ext cx="325438" cy="819150"/>
            </a:xfrm>
            <a:custGeom>
              <a:avLst/>
              <a:gdLst>
                <a:gd name="T0" fmla="*/ 2147483646 w 409"/>
                <a:gd name="T1" fmla="*/ 2147483646 h 1034"/>
                <a:gd name="T2" fmla="*/ 2147483646 w 409"/>
                <a:gd name="T3" fmla="*/ 2147483646 h 1034"/>
                <a:gd name="T4" fmla="*/ 0 w 409"/>
                <a:gd name="T5" fmla="*/ 0 h 1034"/>
                <a:gd name="T6" fmla="*/ 0 w 409"/>
                <a:gd name="T7" fmla="*/ 2147483646 h 1034"/>
                <a:gd name="T8" fmla="*/ 2147483646 w 409"/>
                <a:gd name="T9" fmla="*/ 2147483646 h 10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9"/>
                <a:gd name="T16" fmla="*/ 0 h 1034"/>
                <a:gd name="T17" fmla="*/ 409 w 409"/>
                <a:gd name="T18" fmla="*/ 1034 h 10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9" h="1034">
                  <a:moveTo>
                    <a:pt x="409" y="817"/>
                  </a:moveTo>
                  <a:lnTo>
                    <a:pt x="409" y="217"/>
                  </a:lnTo>
                  <a:lnTo>
                    <a:pt x="0" y="0"/>
                  </a:lnTo>
                  <a:lnTo>
                    <a:pt x="0" y="1034"/>
                  </a:lnTo>
                  <a:lnTo>
                    <a:pt x="409" y="817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2" name="Freeform 22">
              <a:extLst>
                <a:ext uri="{FF2B5EF4-FFF2-40B4-BE49-F238E27FC236}">
                  <a16:creationId xmlns:a16="http://schemas.microsoft.com/office/drawing/2014/main" id="{FD04D269-F92F-4C57-8322-767AB51B7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25" y="688975"/>
              <a:ext cx="304800" cy="344488"/>
            </a:xfrm>
            <a:custGeom>
              <a:avLst/>
              <a:gdLst>
                <a:gd name="T0" fmla="*/ 0 w 384"/>
                <a:gd name="T1" fmla="*/ 0 h 432"/>
                <a:gd name="T2" fmla="*/ 2147483646 w 384"/>
                <a:gd name="T3" fmla="*/ 0 h 432"/>
                <a:gd name="T4" fmla="*/ 2147483646 w 384"/>
                <a:gd name="T5" fmla="*/ 2147483646 h 432"/>
                <a:gd name="T6" fmla="*/ 0 60000 65536"/>
                <a:gd name="T7" fmla="*/ 0 60000 65536"/>
                <a:gd name="T8" fmla="*/ 0 60000 65536"/>
                <a:gd name="T9" fmla="*/ 0 w 384"/>
                <a:gd name="T10" fmla="*/ 0 h 432"/>
                <a:gd name="T11" fmla="*/ 384 w 384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4" h="432">
                  <a:moveTo>
                    <a:pt x="0" y="0"/>
                  </a:moveTo>
                  <a:lnTo>
                    <a:pt x="384" y="0"/>
                  </a:lnTo>
                  <a:lnTo>
                    <a:pt x="384" y="4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3" name="Rectangle 23">
              <a:extLst>
                <a:ext uri="{FF2B5EF4-FFF2-40B4-BE49-F238E27FC236}">
                  <a16:creationId xmlns:a16="http://schemas.microsoft.com/office/drawing/2014/main" id="{D66389B7-4F6D-4F9D-B9EE-7F06D6820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138" y="4275138"/>
              <a:ext cx="139700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04" name="Rectangle 24">
              <a:extLst>
                <a:ext uri="{FF2B5EF4-FFF2-40B4-BE49-F238E27FC236}">
                  <a16:creationId xmlns:a16="http://schemas.microsoft.com/office/drawing/2014/main" id="{D441AAE8-0FD2-44B8-8CBE-2E882EFC0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563" y="566738"/>
              <a:ext cx="11430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05" name="Rectangle 25">
              <a:extLst>
                <a:ext uri="{FF2B5EF4-FFF2-40B4-BE49-F238E27FC236}">
                  <a16:creationId xmlns:a16="http://schemas.microsoft.com/office/drawing/2014/main" id="{14521365-ED50-45DC-9386-98D0090CD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000" y="654050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06" name="Rectangle 26">
              <a:extLst>
                <a:ext uri="{FF2B5EF4-FFF2-40B4-BE49-F238E27FC236}">
                  <a16:creationId xmlns:a16="http://schemas.microsoft.com/office/drawing/2014/main" id="{B1B79F7B-55E7-4F63-879A-0F59E7EF3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750" y="1014413"/>
              <a:ext cx="1635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07" name="Freeform 27">
              <a:extLst>
                <a:ext uri="{FF2B5EF4-FFF2-40B4-BE49-F238E27FC236}">
                  <a16:creationId xmlns:a16="http://schemas.microsoft.com/office/drawing/2014/main" id="{C5DD6E40-DB8E-4BBD-80C0-AD813E1E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25" y="479425"/>
              <a:ext cx="457200" cy="630238"/>
            </a:xfrm>
            <a:custGeom>
              <a:avLst/>
              <a:gdLst>
                <a:gd name="T0" fmla="*/ 0 w 577"/>
                <a:gd name="T1" fmla="*/ 0 h 793"/>
                <a:gd name="T2" fmla="*/ 2147483646 w 577"/>
                <a:gd name="T3" fmla="*/ 0 h 793"/>
                <a:gd name="T4" fmla="*/ 2147483646 w 577"/>
                <a:gd name="T5" fmla="*/ 2147483646 h 793"/>
                <a:gd name="T6" fmla="*/ 0 60000 65536"/>
                <a:gd name="T7" fmla="*/ 0 60000 65536"/>
                <a:gd name="T8" fmla="*/ 0 60000 65536"/>
                <a:gd name="T9" fmla="*/ 0 w 577"/>
                <a:gd name="T10" fmla="*/ 0 h 793"/>
                <a:gd name="T11" fmla="*/ 577 w 577"/>
                <a:gd name="T12" fmla="*/ 793 h 79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7" h="793">
                  <a:moveTo>
                    <a:pt x="0" y="0"/>
                  </a:moveTo>
                  <a:lnTo>
                    <a:pt x="577" y="0"/>
                  </a:lnTo>
                  <a:lnTo>
                    <a:pt x="577" y="79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8" name="Rectangle 28">
              <a:extLst>
                <a:ext uri="{FF2B5EF4-FFF2-40B4-BE49-F238E27FC236}">
                  <a16:creationId xmlns:a16="http://schemas.microsoft.com/office/drawing/2014/main" id="{B9EA5E75-B564-4108-AB60-CEB065617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1101725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09" name="Rectangle 29">
              <a:extLst>
                <a:ext uri="{FF2B5EF4-FFF2-40B4-BE49-F238E27FC236}">
                  <a16:creationId xmlns:a16="http://schemas.microsoft.com/office/drawing/2014/main" id="{2E49E7E1-274D-4176-AF48-A81150384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563" y="352425"/>
              <a:ext cx="11430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10" name="Line 30">
              <a:extLst>
                <a:ext uri="{FF2B5EF4-FFF2-40B4-BE49-F238E27FC236}">
                  <a16:creationId xmlns:a16="http://schemas.microsoft.com/office/drawing/2014/main" id="{AA4A95D7-0D26-49BC-86AC-13881CCE9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1662113"/>
              <a:ext cx="2476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1" name="Rectangle 31">
              <a:extLst>
                <a:ext uri="{FF2B5EF4-FFF2-40B4-BE49-F238E27FC236}">
                  <a16:creationId xmlns:a16="http://schemas.microsoft.com/office/drawing/2014/main" id="{429EC059-A154-40D7-ACC2-C09A5C2D4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000" y="439738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12" name="Rectangle 32">
              <a:extLst>
                <a:ext uri="{FF2B5EF4-FFF2-40B4-BE49-F238E27FC236}">
                  <a16:creationId xmlns:a16="http://schemas.microsoft.com/office/drawing/2014/main" id="{22A278F0-E607-47F4-8924-70A59F25A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163" y="1525588"/>
              <a:ext cx="163512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13" name="Freeform 33">
              <a:extLst>
                <a:ext uri="{FF2B5EF4-FFF2-40B4-BE49-F238E27FC236}">
                  <a16:creationId xmlns:a16="http://schemas.microsoft.com/office/drawing/2014/main" id="{AE6BC648-F918-43FC-9D9F-3BC2654C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1471613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14" name="Freeform 34">
              <a:extLst>
                <a:ext uri="{FF2B5EF4-FFF2-40B4-BE49-F238E27FC236}">
                  <a16:creationId xmlns:a16="http://schemas.microsoft.com/office/drawing/2014/main" id="{8CCCB183-3EDF-48A3-8DD5-768F0C23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1484313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5" name="Freeform 35">
              <a:extLst>
                <a:ext uri="{FF2B5EF4-FFF2-40B4-BE49-F238E27FC236}">
                  <a16:creationId xmlns:a16="http://schemas.microsoft.com/office/drawing/2014/main" id="{866F5F73-5741-4E0C-82FF-3312C0DC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1376363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16" name="Freeform 36">
              <a:extLst>
                <a:ext uri="{FF2B5EF4-FFF2-40B4-BE49-F238E27FC236}">
                  <a16:creationId xmlns:a16="http://schemas.microsoft.com/office/drawing/2014/main" id="{4FAA62DD-379C-4ABE-8004-FB76D0E51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1389063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7" name="Freeform 37">
              <a:extLst>
                <a:ext uri="{FF2B5EF4-FFF2-40B4-BE49-F238E27FC236}">
                  <a16:creationId xmlns:a16="http://schemas.microsoft.com/office/drawing/2014/main" id="{C0042CD5-D7CA-479F-83CB-836CBEDF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1300163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18" name="Freeform 38">
              <a:extLst>
                <a:ext uri="{FF2B5EF4-FFF2-40B4-BE49-F238E27FC236}">
                  <a16:creationId xmlns:a16="http://schemas.microsoft.com/office/drawing/2014/main" id="{7F7C4D59-4CBF-46F8-9FCC-840A2CA2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1293813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20" y="28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9" name="Line 39">
              <a:extLst>
                <a:ext uri="{FF2B5EF4-FFF2-40B4-BE49-F238E27FC236}">
                  <a16:creationId xmlns:a16="http://schemas.microsoft.com/office/drawing/2014/main" id="{19C7E91A-8B2A-49C9-B02C-774F25478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2482850"/>
              <a:ext cx="2476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0" name="Freeform 40">
              <a:extLst>
                <a:ext uri="{FF2B5EF4-FFF2-40B4-BE49-F238E27FC236}">
                  <a16:creationId xmlns:a16="http://schemas.microsoft.com/office/drawing/2014/main" id="{3C414E3A-7668-41B4-9EA9-3108B535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275" y="2330450"/>
              <a:ext cx="325438" cy="820738"/>
            </a:xfrm>
            <a:custGeom>
              <a:avLst/>
              <a:gdLst>
                <a:gd name="T0" fmla="*/ 2147483646 w 409"/>
                <a:gd name="T1" fmla="*/ 2147483646 h 1033"/>
                <a:gd name="T2" fmla="*/ 2147483646 w 409"/>
                <a:gd name="T3" fmla="*/ 2147483646 h 1033"/>
                <a:gd name="T4" fmla="*/ 0 w 409"/>
                <a:gd name="T5" fmla="*/ 0 h 1033"/>
                <a:gd name="T6" fmla="*/ 0 w 409"/>
                <a:gd name="T7" fmla="*/ 2147483646 h 1033"/>
                <a:gd name="T8" fmla="*/ 2147483646 w 409"/>
                <a:gd name="T9" fmla="*/ 2147483646 h 10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9"/>
                <a:gd name="T16" fmla="*/ 0 h 1033"/>
                <a:gd name="T17" fmla="*/ 409 w 409"/>
                <a:gd name="T18" fmla="*/ 1033 h 10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9" h="1033">
                  <a:moveTo>
                    <a:pt x="409" y="817"/>
                  </a:moveTo>
                  <a:lnTo>
                    <a:pt x="409" y="216"/>
                  </a:lnTo>
                  <a:lnTo>
                    <a:pt x="0" y="0"/>
                  </a:lnTo>
                  <a:lnTo>
                    <a:pt x="0" y="1033"/>
                  </a:lnTo>
                  <a:lnTo>
                    <a:pt x="409" y="817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1" name="Freeform 41">
              <a:extLst>
                <a:ext uri="{FF2B5EF4-FFF2-40B4-BE49-F238E27FC236}">
                  <a16:creationId xmlns:a16="http://schemas.microsoft.com/office/drawing/2014/main" id="{8CDF9C6A-78C4-4083-8B6E-C4A3BD462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2025650"/>
              <a:ext cx="420688" cy="342900"/>
            </a:xfrm>
            <a:custGeom>
              <a:avLst/>
              <a:gdLst>
                <a:gd name="T0" fmla="*/ 2147483646 w 529"/>
                <a:gd name="T1" fmla="*/ 0 h 433"/>
                <a:gd name="T2" fmla="*/ 0 w 529"/>
                <a:gd name="T3" fmla="*/ 0 h 433"/>
                <a:gd name="T4" fmla="*/ 0 w 529"/>
                <a:gd name="T5" fmla="*/ 2147483646 h 433"/>
                <a:gd name="T6" fmla="*/ 0 60000 65536"/>
                <a:gd name="T7" fmla="*/ 0 60000 65536"/>
                <a:gd name="T8" fmla="*/ 0 60000 65536"/>
                <a:gd name="T9" fmla="*/ 0 w 529"/>
                <a:gd name="T10" fmla="*/ 0 h 433"/>
                <a:gd name="T11" fmla="*/ 529 w 529"/>
                <a:gd name="T12" fmla="*/ 433 h 4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9" h="433">
                  <a:moveTo>
                    <a:pt x="529" y="0"/>
                  </a:moveTo>
                  <a:lnTo>
                    <a:pt x="0" y="0"/>
                  </a:lnTo>
                  <a:lnTo>
                    <a:pt x="0" y="4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2" name="Rectangle 42">
              <a:extLst>
                <a:ext uri="{FF2B5EF4-FFF2-40B4-BE49-F238E27FC236}">
                  <a16:creationId xmlns:a16="http://schemas.microsoft.com/office/drawing/2014/main" id="{48699439-E24E-4239-93BF-6D74CF9C7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1612900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23" name="Rectangle 43">
              <a:extLst>
                <a:ext uri="{FF2B5EF4-FFF2-40B4-BE49-F238E27FC236}">
                  <a16:creationId xmlns:a16="http://schemas.microsoft.com/office/drawing/2014/main" id="{EA5A3086-E91E-4DFA-81D8-AC1444BB7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163" y="2346325"/>
              <a:ext cx="163512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24" name="Freeform 44">
              <a:extLst>
                <a:ext uri="{FF2B5EF4-FFF2-40B4-BE49-F238E27FC236}">
                  <a16:creationId xmlns:a16="http://schemas.microsoft.com/office/drawing/2014/main" id="{393E44D3-B0DE-4F91-A779-FE294581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2197100"/>
              <a:ext cx="439738" cy="247650"/>
            </a:xfrm>
            <a:custGeom>
              <a:avLst/>
              <a:gdLst>
                <a:gd name="T0" fmla="*/ 2147483646 w 553"/>
                <a:gd name="T1" fmla="*/ 0 h 313"/>
                <a:gd name="T2" fmla="*/ 0 w 553"/>
                <a:gd name="T3" fmla="*/ 0 h 313"/>
                <a:gd name="T4" fmla="*/ 0 w 553"/>
                <a:gd name="T5" fmla="*/ 2147483646 h 313"/>
                <a:gd name="T6" fmla="*/ 0 60000 65536"/>
                <a:gd name="T7" fmla="*/ 0 60000 65536"/>
                <a:gd name="T8" fmla="*/ 0 60000 65536"/>
                <a:gd name="T9" fmla="*/ 0 w 553"/>
                <a:gd name="T10" fmla="*/ 0 h 313"/>
                <a:gd name="T11" fmla="*/ 553 w 553"/>
                <a:gd name="T12" fmla="*/ 313 h 3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3" h="313">
                  <a:moveTo>
                    <a:pt x="553" y="0"/>
                  </a:moveTo>
                  <a:lnTo>
                    <a:pt x="0" y="0"/>
                  </a:lnTo>
                  <a:lnTo>
                    <a:pt x="0" y="31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5" name="Line 45">
              <a:extLst>
                <a:ext uri="{FF2B5EF4-FFF2-40B4-BE49-F238E27FC236}">
                  <a16:creationId xmlns:a16="http://schemas.microsoft.com/office/drawing/2014/main" id="{2E3CE8A2-C27D-4D88-BE34-BFF04C882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2997200"/>
              <a:ext cx="2476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6" name="Rectangle 46">
              <a:extLst>
                <a:ext uri="{FF2B5EF4-FFF2-40B4-BE49-F238E27FC236}">
                  <a16:creationId xmlns:a16="http://schemas.microsoft.com/office/drawing/2014/main" id="{02EF7E3D-5B6D-4D6E-9861-BA556CD31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432050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4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27" name="Rectangle 47">
              <a:extLst>
                <a:ext uri="{FF2B5EF4-FFF2-40B4-BE49-F238E27FC236}">
                  <a16:creationId xmlns:a16="http://schemas.microsoft.com/office/drawing/2014/main" id="{CC699DE1-D8CA-49A8-9E6D-2A4436A73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163" y="2857500"/>
              <a:ext cx="163512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28" name="Freeform 48">
              <a:extLst>
                <a:ext uri="{FF2B5EF4-FFF2-40B4-BE49-F238E27FC236}">
                  <a16:creationId xmlns:a16="http://schemas.microsoft.com/office/drawing/2014/main" id="{5C081576-32A5-4E93-9186-6CDD3C8E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280670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6"/>
                  </a:lnTo>
                  <a:lnTo>
                    <a:pt x="30" y="46"/>
                  </a:lnTo>
                  <a:lnTo>
                    <a:pt x="31" y="46"/>
                  </a:lnTo>
                  <a:lnTo>
                    <a:pt x="32" y="46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0"/>
                  </a:lnTo>
                  <a:lnTo>
                    <a:pt x="42" y="39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0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4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40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9" y="46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29" name="Freeform 49">
              <a:extLst>
                <a:ext uri="{FF2B5EF4-FFF2-40B4-BE49-F238E27FC236}">
                  <a16:creationId xmlns:a16="http://schemas.microsoft.com/office/drawing/2014/main" id="{6399C81B-3488-45E3-937A-590AB5583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2820988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7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2" y="2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6" y="27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0" name="Freeform 50">
              <a:extLst>
                <a:ext uri="{FF2B5EF4-FFF2-40B4-BE49-F238E27FC236}">
                  <a16:creationId xmlns:a16="http://schemas.microsoft.com/office/drawing/2014/main" id="{38C71F55-0B62-4036-9B4C-F32C11FA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271145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4"/>
                  </a:lnTo>
                  <a:lnTo>
                    <a:pt x="38" y="44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5" y="14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31" name="Freeform 51">
              <a:extLst>
                <a:ext uri="{FF2B5EF4-FFF2-40B4-BE49-F238E27FC236}">
                  <a16:creationId xmlns:a16="http://schemas.microsoft.com/office/drawing/2014/main" id="{F4FF03E4-2C27-491C-A9EC-300A5D03E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2725738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7"/>
                  </a:lnTo>
                  <a:lnTo>
                    <a:pt x="25" y="27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7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2" name="Freeform 52">
              <a:extLst>
                <a:ext uri="{FF2B5EF4-FFF2-40B4-BE49-F238E27FC236}">
                  <a16:creationId xmlns:a16="http://schemas.microsoft.com/office/drawing/2014/main" id="{7493B418-3C81-40D4-B10F-340C8B54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261620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9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33" name="Freeform 53">
              <a:extLst>
                <a:ext uri="{FF2B5EF4-FFF2-40B4-BE49-F238E27FC236}">
                  <a16:creationId xmlns:a16="http://schemas.microsoft.com/office/drawing/2014/main" id="{D5D8E808-4029-48E3-9990-BDA21601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2628900"/>
              <a:ext cx="23813" cy="25400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4" name="Line 54">
              <a:extLst>
                <a:ext uri="{FF2B5EF4-FFF2-40B4-BE49-F238E27FC236}">
                  <a16:creationId xmlns:a16="http://schemas.microsoft.com/office/drawing/2014/main" id="{DE56F80D-9CDA-471D-9AE6-B385AC7166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5133975"/>
              <a:ext cx="2476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5" name="Line 55">
              <a:extLst>
                <a:ext uri="{FF2B5EF4-FFF2-40B4-BE49-F238E27FC236}">
                  <a16:creationId xmlns:a16="http://schemas.microsoft.com/office/drawing/2014/main" id="{95E7332D-6F6A-46B1-B436-63ADC22313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9713" y="5402263"/>
              <a:ext cx="7239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6" name="Freeform 56">
              <a:extLst>
                <a:ext uri="{FF2B5EF4-FFF2-40B4-BE49-F238E27FC236}">
                  <a16:creationId xmlns:a16="http://schemas.microsoft.com/office/drawing/2014/main" id="{9F99C47F-D502-4204-80E4-D59CBD2F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275" y="5072063"/>
              <a:ext cx="325438" cy="801687"/>
            </a:xfrm>
            <a:custGeom>
              <a:avLst/>
              <a:gdLst>
                <a:gd name="T0" fmla="*/ 2147483646 w 409"/>
                <a:gd name="T1" fmla="*/ 2147483646 h 1009"/>
                <a:gd name="T2" fmla="*/ 2147483646 w 409"/>
                <a:gd name="T3" fmla="*/ 2147483646 h 1009"/>
                <a:gd name="T4" fmla="*/ 0 w 409"/>
                <a:gd name="T5" fmla="*/ 0 h 1009"/>
                <a:gd name="T6" fmla="*/ 0 w 409"/>
                <a:gd name="T7" fmla="*/ 2147483646 h 1009"/>
                <a:gd name="T8" fmla="*/ 2147483646 w 409"/>
                <a:gd name="T9" fmla="*/ 2147483646 h 10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9"/>
                <a:gd name="T16" fmla="*/ 0 h 1009"/>
                <a:gd name="T17" fmla="*/ 409 w 409"/>
                <a:gd name="T18" fmla="*/ 1009 h 10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9" h="1009">
                  <a:moveTo>
                    <a:pt x="409" y="817"/>
                  </a:moveTo>
                  <a:lnTo>
                    <a:pt x="409" y="192"/>
                  </a:lnTo>
                  <a:lnTo>
                    <a:pt x="0" y="0"/>
                  </a:lnTo>
                  <a:lnTo>
                    <a:pt x="0" y="1009"/>
                  </a:lnTo>
                  <a:lnTo>
                    <a:pt x="409" y="817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7" name="Line 57">
              <a:extLst>
                <a:ext uri="{FF2B5EF4-FFF2-40B4-BE49-F238E27FC236}">
                  <a16:creationId xmlns:a16="http://schemas.microsoft.com/office/drawing/2014/main" id="{DF8891AF-A946-463A-AF52-6B840703F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1425" y="4695825"/>
              <a:ext cx="1588" cy="342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8" name="Rectangle 58">
              <a:extLst>
                <a:ext uri="{FF2B5EF4-FFF2-40B4-BE49-F238E27FC236}">
                  <a16:creationId xmlns:a16="http://schemas.microsoft.com/office/drawing/2014/main" id="{5FFC855E-EFE9-4E62-99A2-A6E5DBBBC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43225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7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39" name="Rectangle 59">
              <a:extLst>
                <a:ext uri="{FF2B5EF4-FFF2-40B4-BE49-F238E27FC236}">
                  <a16:creationId xmlns:a16="http://schemas.microsoft.com/office/drawing/2014/main" id="{CFB2A332-195B-45A4-AED6-8DD595E28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488" y="5008563"/>
              <a:ext cx="163512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40" name="Freeform 60">
              <a:extLst>
                <a:ext uri="{FF2B5EF4-FFF2-40B4-BE49-F238E27FC236}">
                  <a16:creationId xmlns:a16="http://schemas.microsoft.com/office/drawing/2014/main" id="{B83A21E1-3516-4B6E-9766-907717B2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867275"/>
              <a:ext cx="439738" cy="228600"/>
            </a:xfrm>
            <a:custGeom>
              <a:avLst/>
              <a:gdLst>
                <a:gd name="T0" fmla="*/ 2147483646 w 553"/>
                <a:gd name="T1" fmla="*/ 0 h 289"/>
                <a:gd name="T2" fmla="*/ 0 w 553"/>
                <a:gd name="T3" fmla="*/ 0 h 289"/>
                <a:gd name="T4" fmla="*/ 0 w 553"/>
                <a:gd name="T5" fmla="*/ 2147483646 h 289"/>
                <a:gd name="T6" fmla="*/ 0 60000 65536"/>
                <a:gd name="T7" fmla="*/ 0 60000 65536"/>
                <a:gd name="T8" fmla="*/ 0 60000 65536"/>
                <a:gd name="T9" fmla="*/ 0 w 553"/>
                <a:gd name="T10" fmla="*/ 0 h 289"/>
                <a:gd name="T11" fmla="*/ 553 w 553"/>
                <a:gd name="T12" fmla="*/ 289 h 2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3" h="289">
                  <a:moveTo>
                    <a:pt x="553" y="0"/>
                  </a:moveTo>
                  <a:lnTo>
                    <a:pt x="0" y="0"/>
                  </a:lnTo>
                  <a:lnTo>
                    <a:pt x="0" y="28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1" name="Line 61">
              <a:extLst>
                <a:ext uri="{FF2B5EF4-FFF2-40B4-BE49-F238E27FC236}">
                  <a16:creationId xmlns:a16="http://schemas.microsoft.com/office/drawing/2014/main" id="{509DEDCA-87D8-4F9F-B144-4B7084824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625" y="5649913"/>
              <a:ext cx="2476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2" name="Rectangle 62">
              <a:extLst>
                <a:ext uri="{FF2B5EF4-FFF2-40B4-BE49-F238E27FC236}">
                  <a16:creationId xmlns:a16="http://schemas.microsoft.com/office/drawing/2014/main" id="{740FA5A7-A54E-42FD-A6CF-C0CE4CD8F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138" y="5095875"/>
              <a:ext cx="139700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12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43" name="Rectangle 63">
              <a:extLst>
                <a:ext uri="{FF2B5EF4-FFF2-40B4-BE49-F238E27FC236}">
                  <a16:creationId xmlns:a16="http://schemas.microsoft.com/office/drawing/2014/main" id="{C97FA1EE-EED6-4A4B-869E-D08843F61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488" y="5591175"/>
              <a:ext cx="234950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44" name="Freeform 64">
              <a:extLst>
                <a:ext uri="{FF2B5EF4-FFF2-40B4-BE49-F238E27FC236}">
                  <a16:creationId xmlns:a16="http://schemas.microsoft.com/office/drawing/2014/main" id="{980642A1-0CAB-4A41-A39C-B6F3F28C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5478463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4"/>
                  </a:lnTo>
                  <a:lnTo>
                    <a:pt x="38" y="44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5" y="14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45" name="Freeform 65">
              <a:extLst>
                <a:ext uri="{FF2B5EF4-FFF2-40B4-BE49-F238E27FC236}">
                  <a16:creationId xmlns:a16="http://schemas.microsoft.com/office/drawing/2014/main" id="{63240E33-B74E-4F5E-BE68-89CE2A31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5472113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7"/>
                  </a:lnTo>
                  <a:lnTo>
                    <a:pt x="25" y="27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7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6" name="Freeform 66">
              <a:extLst>
                <a:ext uri="{FF2B5EF4-FFF2-40B4-BE49-F238E27FC236}">
                  <a16:creationId xmlns:a16="http://schemas.microsoft.com/office/drawing/2014/main" id="{C39E2046-30CE-4032-916E-631A00286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5383213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9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47" name="Freeform 67">
              <a:extLst>
                <a:ext uri="{FF2B5EF4-FFF2-40B4-BE49-F238E27FC236}">
                  <a16:creationId xmlns:a16="http://schemas.microsoft.com/office/drawing/2014/main" id="{5180166B-9C6C-4813-A672-741A0543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5395913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8" name="Freeform 68">
              <a:extLst>
                <a:ext uri="{FF2B5EF4-FFF2-40B4-BE49-F238E27FC236}">
                  <a16:creationId xmlns:a16="http://schemas.microsoft.com/office/drawing/2014/main" id="{83EC2313-A555-4B33-803E-B4410A23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675" y="5287963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2147483646 h 48"/>
                <a:gd name="T22" fmla="*/ 2147483646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0 h 48"/>
                <a:gd name="T42" fmla="*/ 2147483646 w 48"/>
                <a:gd name="T43" fmla="*/ 0 h 48"/>
                <a:gd name="T44" fmla="*/ 2147483646 w 48"/>
                <a:gd name="T45" fmla="*/ 0 h 48"/>
                <a:gd name="T46" fmla="*/ 2147483646 w 48"/>
                <a:gd name="T47" fmla="*/ 0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0 w 48"/>
                <a:gd name="T65" fmla="*/ 2147483646 h 48"/>
                <a:gd name="T66" fmla="*/ 0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49" name="Freeform 69">
              <a:extLst>
                <a:ext uri="{FF2B5EF4-FFF2-40B4-BE49-F238E27FC236}">
                  <a16:creationId xmlns:a16="http://schemas.microsoft.com/office/drawing/2014/main" id="{67F61106-6560-4B87-B5FA-63F88701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5300663"/>
              <a:ext cx="23813" cy="23812"/>
            </a:xfrm>
            <a:custGeom>
              <a:avLst/>
              <a:gdLst>
                <a:gd name="T0" fmla="*/ 2147483646 w 30"/>
                <a:gd name="T1" fmla="*/ 2147483646 h 30"/>
                <a:gd name="T2" fmla="*/ 2147483646 w 30"/>
                <a:gd name="T3" fmla="*/ 2147483646 h 30"/>
                <a:gd name="T4" fmla="*/ 2147483646 w 30"/>
                <a:gd name="T5" fmla="*/ 2147483646 h 30"/>
                <a:gd name="T6" fmla="*/ 2147483646 w 30"/>
                <a:gd name="T7" fmla="*/ 2147483646 h 30"/>
                <a:gd name="T8" fmla="*/ 2147483646 w 30"/>
                <a:gd name="T9" fmla="*/ 2147483646 h 30"/>
                <a:gd name="T10" fmla="*/ 2147483646 w 30"/>
                <a:gd name="T11" fmla="*/ 2147483646 h 30"/>
                <a:gd name="T12" fmla="*/ 2147483646 w 30"/>
                <a:gd name="T13" fmla="*/ 2147483646 h 30"/>
                <a:gd name="T14" fmla="*/ 2147483646 w 30"/>
                <a:gd name="T15" fmla="*/ 2147483646 h 30"/>
                <a:gd name="T16" fmla="*/ 2147483646 w 30"/>
                <a:gd name="T17" fmla="*/ 2147483646 h 30"/>
                <a:gd name="T18" fmla="*/ 2147483646 w 30"/>
                <a:gd name="T19" fmla="*/ 2147483646 h 30"/>
                <a:gd name="T20" fmla="*/ 2147483646 w 30"/>
                <a:gd name="T21" fmla="*/ 2147483646 h 30"/>
                <a:gd name="T22" fmla="*/ 2147483646 w 30"/>
                <a:gd name="T23" fmla="*/ 2147483646 h 30"/>
                <a:gd name="T24" fmla="*/ 2147483646 w 30"/>
                <a:gd name="T25" fmla="*/ 2147483646 h 30"/>
                <a:gd name="T26" fmla="*/ 2147483646 w 30"/>
                <a:gd name="T27" fmla="*/ 2147483646 h 30"/>
                <a:gd name="T28" fmla="*/ 2147483646 w 30"/>
                <a:gd name="T29" fmla="*/ 2147483646 h 30"/>
                <a:gd name="T30" fmla="*/ 2147483646 w 30"/>
                <a:gd name="T31" fmla="*/ 2147483646 h 30"/>
                <a:gd name="T32" fmla="*/ 2147483646 w 30"/>
                <a:gd name="T33" fmla="*/ 2147483646 h 30"/>
                <a:gd name="T34" fmla="*/ 2147483646 w 30"/>
                <a:gd name="T35" fmla="*/ 2147483646 h 30"/>
                <a:gd name="T36" fmla="*/ 2147483646 w 30"/>
                <a:gd name="T37" fmla="*/ 2147483646 h 30"/>
                <a:gd name="T38" fmla="*/ 2147483646 w 30"/>
                <a:gd name="T39" fmla="*/ 0 h 30"/>
                <a:gd name="T40" fmla="*/ 2147483646 w 30"/>
                <a:gd name="T41" fmla="*/ 0 h 30"/>
                <a:gd name="T42" fmla="*/ 2147483646 w 30"/>
                <a:gd name="T43" fmla="*/ 0 h 30"/>
                <a:gd name="T44" fmla="*/ 2147483646 w 30"/>
                <a:gd name="T45" fmla="*/ 0 h 30"/>
                <a:gd name="T46" fmla="*/ 2147483646 w 30"/>
                <a:gd name="T47" fmla="*/ 0 h 30"/>
                <a:gd name="T48" fmla="*/ 2147483646 w 30"/>
                <a:gd name="T49" fmla="*/ 2147483646 h 30"/>
                <a:gd name="T50" fmla="*/ 2147483646 w 30"/>
                <a:gd name="T51" fmla="*/ 2147483646 h 30"/>
                <a:gd name="T52" fmla="*/ 2147483646 w 30"/>
                <a:gd name="T53" fmla="*/ 2147483646 h 30"/>
                <a:gd name="T54" fmla="*/ 2147483646 w 30"/>
                <a:gd name="T55" fmla="*/ 2147483646 h 30"/>
                <a:gd name="T56" fmla="*/ 2147483646 w 30"/>
                <a:gd name="T57" fmla="*/ 2147483646 h 30"/>
                <a:gd name="T58" fmla="*/ 2147483646 w 30"/>
                <a:gd name="T59" fmla="*/ 2147483646 h 30"/>
                <a:gd name="T60" fmla="*/ 2147483646 w 30"/>
                <a:gd name="T61" fmla="*/ 2147483646 h 30"/>
                <a:gd name="T62" fmla="*/ 0 w 30"/>
                <a:gd name="T63" fmla="*/ 2147483646 h 30"/>
                <a:gd name="T64" fmla="*/ 0 w 30"/>
                <a:gd name="T65" fmla="*/ 2147483646 h 30"/>
                <a:gd name="T66" fmla="*/ 0 w 30"/>
                <a:gd name="T67" fmla="*/ 2147483646 h 30"/>
                <a:gd name="T68" fmla="*/ 0 w 30"/>
                <a:gd name="T69" fmla="*/ 2147483646 h 30"/>
                <a:gd name="T70" fmla="*/ 2147483646 w 30"/>
                <a:gd name="T71" fmla="*/ 2147483646 h 30"/>
                <a:gd name="T72" fmla="*/ 2147483646 w 30"/>
                <a:gd name="T73" fmla="*/ 2147483646 h 30"/>
                <a:gd name="T74" fmla="*/ 2147483646 w 30"/>
                <a:gd name="T75" fmla="*/ 2147483646 h 30"/>
                <a:gd name="T76" fmla="*/ 2147483646 w 30"/>
                <a:gd name="T77" fmla="*/ 2147483646 h 30"/>
                <a:gd name="T78" fmla="*/ 2147483646 w 30"/>
                <a:gd name="T79" fmla="*/ 2147483646 h 30"/>
                <a:gd name="T80" fmla="*/ 2147483646 w 30"/>
                <a:gd name="T81" fmla="*/ 2147483646 h 30"/>
                <a:gd name="T82" fmla="*/ 2147483646 w 30"/>
                <a:gd name="T83" fmla="*/ 2147483646 h 30"/>
                <a:gd name="T84" fmla="*/ 2147483646 w 30"/>
                <a:gd name="T85" fmla="*/ 2147483646 h 30"/>
                <a:gd name="T86" fmla="*/ 2147483646 w 30"/>
                <a:gd name="T87" fmla="*/ 2147483646 h 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0"/>
                <a:gd name="T133" fmla="*/ 0 h 30"/>
                <a:gd name="T134" fmla="*/ 30 w 30"/>
                <a:gd name="T135" fmla="*/ 30 h 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0" h="30">
                  <a:moveTo>
                    <a:pt x="15" y="30"/>
                  </a:moveTo>
                  <a:lnTo>
                    <a:pt x="15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7" y="23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0" name="Freeform 71">
              <a:extLst>
                <a:ext uri="{FF2B5EF4-FFF2-40B4-BE49-F238E27FC236}">
                  <a16:creationId xmlns:a16="http://schemas.microsoft.com/office/drawing/2014/main" id="{407BE821-BBAF-4109-95DF-DC67B50A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688975"/>
              <a:ext cx="439738" cy="4178300"/>
            </a:xfrm>
            <a:custGeom>
              <a:avLst/>
              <a:gdLst>
                <a:gd name="T0" fmla="*/ 2147483646 w 553"/>
                <a:gd name="T1" fmla="*/ 2147483646 h 5263"/>
                <a:gd name="T2" fmla="*/ 2147483646 w 553"/>
                <a:gd name="T3" fmla="*/ 0 h 5263"/>
                <a:gd name="T4" fmla="*/ 0 w 553"/>
                <a:gd name="T5" fmla="*/ 0 h 5263"/>
                <a:gd name="T6" fmla="*/ 0 60000 65536"/>
                <a:gd name="T7" fmla="*/ 0 60000 65536"/>
                <a:gd name="T8" fmla="*/ 0 60000 65536"/>
                <a:gd name="T9" fmla="*/ 0 w 553"/>
                <a:gd name="T10" fmla="*/ 0 h 5263"/>
                <a:gd name="T11" fmla="*/ 553 w 553"/>
                <a:gd name="T12" fmla="*/ 5263 h 52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3" h="5263">
                  <a:moveTo>
                    <a:pt x="553" y="5263"/>
                  </a:moveTo>
                  <a:lnTo>
                    <a:pt x="553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1" name="Line 72">
              <a:extLst>
                <a:ext uri="{FF2B5EF4-FFF2-40B4-BE49-F238E27FC236}">
                  <a16:creationId xmlns:a16="http://schemas.microsoft.com/office/drawing/2014/main" id="{2A67FD9B-1653-4131-B506-D3BF3EEEF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3613" y="3132138"/>
              <a:ext cx="6683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2" name="Line 73">
              <a:extLst>
                <a:ext uri="{FF2B5EF4-FFF2-40B4-BE49-F238E27FC236}">
                  <a16:creationId xmlns:a16="http://schemas.microsoft.com/office/drawing/2014/main" id="{62B83D52-9640-4186-A7A7-E32F6FF7B3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6438" y="3398838"/>
              <a:ext cx="3238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3" name="Freeform 74">
              <a:extLst>
                <a:ext uri="{FF2B5EF4-FFF2-40B4-BE49-F238E27FC236}">
                  <a16:creationId xmlns:a16="http://schemas.microsoft.com/office/drawing/2014/main" id="{D1A8D815-6277-48C3-AD5F-FE8F7909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0" y="2978150"/>
              <a:ext cx="325438" cy="820738"/>
            </a:xfrm>
            <a:custGeom>
              <a:avLst/>
              <a:gdLst>
                <a:gd name="T0" fmla="*/ 2147483646 w 408"/>
                <a:gd name="T1" fmla="*/ 2147483646 h 1033"/>
                <a:gd name="T2" fmla="*/ 2147483646 w 408"/>
                <a:gd name="T3" fmla="*/ 2147483646 h 1033"/>
                <a:gd name="T4" fmla="*/ 0 w 408"/>
                <a:gd name="T5" fmla="*/ 0 h 1033"/>
                <a:gd name="T6" fmla="*/ 0 w 408"/>
                <a:gd name="T7" fmla="*/ 2147483646 h 1033"/>
                <a:gd name="T8" fmla="*/ 2147483646 w 408"/>
                <a:gd name="T9" fmla="*/ 2147483646 h 10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8"/>
                <a:gd name="T16" fmla="*/ 0 h 1033"/>
                <a:gd name="T17" fmla="*/ 408 w 408"/>
                <a:gd name="T18" fmla="*/ 1033 h 10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8" h="1033">
                  <a:moveTo>
                    <a:pt x="408" y="817"/>
                  </a:moveTo>
                  <a:lnTo>
                    <a:pt x="408" y="216"/>
                  </a:lnTo>
                  <a:lnTo>
                    <a:pt x="0" y="0"/>
                  </a:lnTo>
                  <a:lnTo>
                    <a:pt x="0" y="1033"/>
                  </a:lnTo>
                  <a:lnTo>
                    <a:pt x="408" y="817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4" name="Freeform 75">
              <a:extLst>
                <a:ext uri="{FF2B5EF4-FFF2-40B4-BE49-F238E27FC236}">
                  <a16:creationId xmlns:a16="http://schemas.microsoft.com/office/drawing/2014/main" id="{02D68F51-B48F-44D9-A445-E2675DAD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50" y="2692400"/>
              <a:ext cx="228600" cy="323850"/>
            </a:xfrm>
            <a:custGeom>
              <a:avLst/>
              <a:gdLst>
                <a:gd name="T0" fmla="*/ 0 w 289"/>
                <a:gd name="T1" fmla="*/ 0 h 409"/>
                <a:gd name="T2" fmla="*/ 2147483646 w 289"/>
                <a:gd name="T3" fmla="*/ 0 h 409"/>
                <a:gd name="T4" fmla="*/ 2147483646 w 289"/>
                <a:gd name="T5" fmla="*/ 2147483646 h 409"/>
                <a:gd name="T6" fmla="*/ 0 60000 65536"/>
                <a:gd name="T7" fmla="*/ 0 60000 65536"/>
                <a:gd name="T8" fmla="*/ 0 60000 65536"/>
                <a:gd name="T9" fmla="*/ 0 w 289"/>
                <a:gd name="T10" fmla="*/ 0 h 409"/>
                <a:gd name="T11" fmla="*/ 289 w 289"/>
                <a:gd name="T12" fmla="*/ 409 h 40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9" h="409">
                  <a:moveTo>
                    <a:pt x="0" y="0"/>
                  </a:moveTo>
                  <a:lnTo>
                    <a:pt x="289" y="0"/>
                  </a:lnTo>
                  <a:lnTo>
                    <a:pt x="289" y="40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5" name="Rectangle 76">
              <a:extLst>
                <a:ext uri="{FF2B5EF4-FFF2-40B4-BE49-F238E27FC236}">
                  <a16:creationId xmlns:a16="http://schemas.microsoft.com/office/drawing/2014/main" id="{8B99BC02-F26C-4710-9F42-9E9C63584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138" y="5678488"/>
              <a:ext cx="195262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15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56" name="Rectangle 77">
              <a:extLst>
                <a:ext uri="{FF2B5EF4-FFF2-40B4-BE49-F238E27FC236}">
                  <a16:creationId xmlns:a16="http://schemas.microsoft.com/office/drawing/2014/main" id="{96E47908-1958-43E6-AF6A-4E42375CE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113" y="2554288"/>
              <a:ext cx="11430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57" name="Freeform 78">
              <a:extLst>
                <a:ext uri="{FF2B5EF4-FFF2-40B4-BE49-F238E27FC236}">
                  <a16:creationId xmlns:a16="http://schemas.microsoft.com/office/drawing/2014/main" id="{AF7249A8-AE01-4D55-800A-EF4CD9E9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50" y="2463800"/>
              <a:ext cx="363538" cy="630238"/>
            </a:xfrm>
            <a:custGeom>
              <a:avLst/>
              <a:gdLst>
                <a:gd name="T0" fmla="*/ 0 w 457"/>
                <a:gd name="T1" fmla="*/ 0 h 793"/>
                <a:gd name="T2" fmla="*/ 2147483646 w 457"/>
                <a:gd name="T3" fmla="*/ 0 h 793"/>
                <a:gd name="T4" fmla="*/ 2147483646 w 457"/>
                <a:gd name="T5" fmla="*/ 2147483646 h 793"/>
                <a:gd name="T6" fmla="*/ 0 60000 65536"/>
                <a:gd name="T7" fmla="*/ 0 60000 65536"/>
                <a:gd name="T8" fmla="*/ 0 60000 65536"/>
                <a:gd name="T9" fmla="*/ 0 w 457"/>
                <a:gd name="T10" fmla="*/ 0 h 793"/>
                <a:gd name="T11" fmla="*/ 457 w 457"/>
                <a:gd name="T12" fmla="*/ 793 h 79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7" h="793">
                  <a:moveTo>
                    <a:pt x="0" y="0"/>
                  </a:moveTo>
                  <a:lnTo>
                    <a:pt x="457" y="0"/>
                  </a:lnTo>
                  <a:lnTo>
                    <a:pt x="457" y="79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8" name="Rectangle 79">
              <a:extLst>
                <a:ext uri="{FF2B5EF4-FFF2-40B4-BE49-F238E27FC236}">
                  <a16:creationId xmlns:a16="http://schemas.microsoft.com/office/drawing/2014/main" id="{696A0638-DDCD-4E5C-831B-23AC33F54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2640013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59" name="Rectangle 80">
              <a:extLst>
                <a:ext uri="{FF2B5EF4-FFF2-40B4-BE49-F238E27FC236}">
                  <a16:creationId xmlns:a16="http://schemas.microsoft.com/office/drawing/2014/main" id="{ACE41E6A-4D72-4179-957D-3E4B7A266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113" y="2338388"/>
              <a:ext cx="11430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60" name="Line 81">
              <a:extLst>
                <a:ext uri="{FF2B5EF4-FFF2-40B4-BE49-F238E27FC236}">
                  <a16:creationId xmlns:a16="http://schemas.microsoft.com/office/drawing/2014/main" id="{018760E5-5E9D-4C4D-AF7A-412B921C6A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3613" y="3646488"/>
              <a:ext cx="6683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1" name="Line 82">
              <a:extLst>
                <a:ext uri="{FF2B5EF4-FFF2-40B4-BE49-F238E27FC236}">
                  <a16:creationId xmlns:a16="http://schemas.microsoft.com/office/drawing/2014/main" id="{04674FC0-DFC3-4223-8970-5227AB455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1213" y="3303588"/>
              <a:ext cx="8207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2" name="Line 83">
              <a:extLst>
                <a:ext uri="{FF2B5EF4-FFF2-40B4-BE49-F238E27FC236}">
                  <a16:creationId xmlns:a16="http://schemas.microsoft.com/office/drawing/2014/main" id="{2500B204-BD4C-4ED4-8429-1487D8A1F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1213" y="3475038"/>
              <a:ext cx="8207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3" name="Freeform 84">
              <a:extLst>
                <a:ext uri="{FF2B5EF4-FFF2-40B4-BE49-F238E27FC236}">
                  <a16:creationId xmlns:a16="http://schemas.microsoft.com/office/drawing/2014/main" id="{ED1BC48B-0714-47D0-BEF6-845864DC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713" y="2730500"/>
              <a:ext cx="571500" cy="573088"/>
            </a:xfrm>
            <a:custGeom>
              <a:avLst/>
              <a:gdLst>
                <a:gd name="T0" fmla="*/ 2147483646 w 722"/>
                <a:gd name="T1" fmla="*/ 2147483646 h 721"/>
                <a:gd name="T2" fmla="*/ 2147483646 w 722"/>
                <a:gd name="T3" fmla="*/ 0 h 721"/>
                <a:gd name="T4" fmla="*/ 0 w 722"/>
                <a:gd name="T5" fmla="*/ 0 h 721"/>
                <a:gd name="T6" fmla="*/ 0 60000 65536"/>
                <a:gd name="T7" fmla="*/ 0 60000 65536"/>
                <a:gd name="T8" fmla="*/ 0 60000 65536"/>
                <a:gd name="T9" fmla="*/ 0 w 722"/>
                <a:gd name="T10" fmla="*/ 0 h 721"/>
                <a:gd name="T11" fmla="*/ 722 w 722"/>
                <a:gd name="T12" fmla="*/ 721 h 7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2" h="721">
                  <a:moveTo>
                    <a:pt x="722" y="721"/>
                  </a:moveTo>
                  <a:lnTo>
                    <a:pt x="722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4" name="Line 85">
              <a:extLst>
                <a:ext uri="{FF2B5EF4-FFF2-40B4-BE49-F238E27FC236}">
                  <a16:creationId xmlns:a16="http://schemas.microsoft.com/office/drawing/2014/main" id="{63B5C838-3E96-4635-A3B1-2E238B355A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3613" y="1395413"/>
              <a:ext cx="0" cy="17383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5" name="Line 86">
              <a:extLst>
                <a:ext uri="{FF2B5EF4-FFF2-40B4-BE49-F238E27FC236}">
                  <a16:creationId xmlns:a16="http://schemas.microsoft.com/office/drawing/2014/main" id="{973C7C07-A998-4B12-881F-D9467C6A90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2800" y="3475038"/>
              <a:ext cx="0" cy="6096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6" name="Line 87">
              <a:extLst>
                <a:ext uri="{FF2B5EF4-FFF2-40B4-BE49-F238E27FC236}">
                  <a16:creationId xmlns:a16="http://schemas.microsoft.com/office/drawing/2014/main" id="{7CFBA488-CF51-4BE7-BECF-6F9691A0F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5200" y="3646488"/>
              <a:ext cx="0" cy="17367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7" name="Freeform 88">
              <a:extLst>
                <a:ext uri="{FF2B5EF4-FFF2-40B4-BE49-F238E27FC236}">
                  <a16:creationId xmlns:a16="http://schemas.microsoft.com/office/drawing/2014/main" id="{624E207C-DAFB-45F6-BE0A-5EA04B62D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5" y="669925"/>
              <a:ext cx="38100" cy="38100"/>
            </a:xfrm>
            <a:custGeom>
              <a:avLst/>
              <a:gdLst>
                <a:gd name="T0" fmla="*/ 2147483646 w 48"/>
                <a:gd name="T1" fmla="*/ 0 h 48"/>
                <a:gd name="T2" fmla="*/ 2147483646 w 48"/>
                <a:gd name="T3" fmla="*/ 0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0 h 48"/>
                <a:gd name="T86" fmla="*/ 2147483646 w 48"/>
                <a:gd name="T87" fmla="*/ 0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4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40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9" y="46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6"/>
                  </a:lnTo>
                  <a:lnTo>
                    <a:pt x="30" y="46"/>
                  </a:lnTo>
                  <a:lnTo>
                    <a:pt x="31" y="46"/>
                  </a:lnTo>
                  <a:lnTo>
                    <a:pt x="32" y="46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0"/>
                  </a:lnTo>
                  <a:lnTo>
                    <a:pt x="42" y="39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4" y="10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68" name="Freeform 89">
              <a:extLst>
                <a:ext uri="{FF2B5EF4-FFF2-40B4-BE49-F238E27FC236}">
                  <a16:creationId xmlns:a16="http://schemas.microsoft.com/office/drawing/2014/main" id="{5778D8E1-C5DF-4FCF-9BAA-44F13DD6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663" y="677863"/>
              <a:ext cx="47625" cy="46037"/>
            </a:xfrm>
            <a:custGeom>
              <a:avLst/>
              <a:gdLst>
                <a:gd name="T0" fmla="*/ 2147483646 w 59"/>
                <a:gd name="T1" fmla="*/ 0 h 58"/>
                <a:gd name="T2" fmla="*/ 2147483646 w 59"/>
                <a:gd name="T3" fmla="*/ 0 h 58"/>
                <a:gd name="T4" fmla="*/ 2147483646 w 59"/>
                <a:gd name="T5" fmla="*/ 2147483646 h 58"/>
                <a:gd name="T6" fmla="*/ 2147483646 w 59"/>
                <a:gd name="T7" fmla="*/ 2147483646 h 58"/>
                <a:gd name="T8" fmla="*/ 2147483646 w 59"/>
                <a:gd name="T9" fmla="*/ 2147483646 h 58"/>
                <a:gd name="T10" fmla="*/ 2147483646 w 59"/>
                <a:gd name="T11" fmla="*/ 2147483646 h 58"/>
                <a:gd name="T12" fmla="*/ 2147483646 w 59"/>
                <a:gd name="T13" fmla="*/ 2147483646 h 58"/>
                <a:gd name="T14" fmla="*/ 2147483646 w 59"/>
                <a:gd name="T15" fmla="*/ 2147483646 h 58"/>
                <a:gd name="T16" fmla="*/ 2147483646 w 59"/>
                <a:gd name="T17" fmla="*/ 2147483646 h 58"/>
                <a:gd name="T18" fmla="*/ 0 w 59"/>
                <a:gd name="T19" fmla="*/ 2147483646 h 58"/>
                <a:gd name="T20" fmla="*/ 0 w 59"/>
                <a:gd name="T21" fmla="*/ 2147483646 h 58"/>
                <a:gd name="T22" fmla="*/ 0 w 59"/>
                <a:gd name="T23" fmla="*/ 2147483646 h 58"/>
                <a:gd name="T24" fmla="*/ 2147483646 w 59"/>
                <a:gd name="T25" fmla="*/ 2147483646 h 58"/>
                <a:gd name="T26" fmla="*/ 2147483646 w 59"/>
                <a:gd name="T27" fmla="*/ 2147483646 h 58"/>
                <a:gd name="T28" fmla="*/ 2147483646 w 59"/>
                <a:gd name="T29" fmla="*/ 2147483646 h 58"/>
                <a:gd name="T30" fmla="*/ 2147483646 w 59"/>
                <a:gd name="T31" fmla="*/ 2147483646 h 58"/>
                <a:gd name="T32" fmla="*/ 2147483646 w 59"/>
                <a:gd name="T33" fmla="*/ 2147483646 h 58"/>
                <a:gd name="T34" fmla="*/ 2147483646 w 59"/>
                <a:gd name="T35" fmla="*/ 2147483646 h 58"/>
                <a:gd name="T36" fmla="*/ 2147483646 w 59"/>
                <a:gd name="T37" fmla="*/ 2147483646 h 58"/>
                <a:gd name="T38" fmla="*/ 2147483646 w 59"/>
                <a:gd name="T39" fmla="*/ 2147483646 h 58"/>
                <a:gd name="T40" fmla="*/ 2147483646 w 59"/>
                <a:gd name="T41" fmla="*/ 2147483646 h 58"/>
                <a:gd name="T42" fmla="*/ 2147483646 w 59"/>
                <a:gd name="T43" fmla="*/ 2147483646 h 58"/>
                <a:gd name="T44" fmla="*/ 2147483646 w 59"/>
                <a:gd name="T45" fmla="*/ 2147483646 h 58"/>
                <a:gd name="T46" fmla="*/ 2147483646 w 59"/>
                <a:gd name="T47" fmla="*/ 2147483646 h 58"/>
                <a:gd name="T48" fmla="*/ 2147483646 w 59"/>
                <a:gd name="T49" fmla="*/ 2147483646 h 58"/>
                <a:gd name="T50" fmla="*/ 2147483646 w 59"/>
                <a:gd name="T51" fmla="*/ 2147483646 h 58"/>
                <a:gd name="T52" fmla="*/ 2147483646 w 59"/>
                <a:gd name="T53" fmla="*/ 2147483646 h 58"/>
                <a:gd name="T54" fmla="*/ 2147483646 w 59"/>
                <a:gd name="T55" fmla="*/ 2147483646 h 58"/>
                <a:gd name="T56" fmla="*/ 2147483646 w 59"/>
                <a:gd name="T57" fmla="*/ 2147483646 h 58"/>
                <a:gd name="T58" fmla="*/ 2147483646 w 59"/>
                <a:gd name="T59" fmla="*/ 2147483646 h 58"/>
                <a:gd name="T60" fmla="*/ 2147483646 w 59"/>
                <a:gd name="T61" fmla="*/ 2147483646 h 58"/>
                <a:gd name="T62" fmla="*/ 2147483646 w 59"/>
                <a:gd name="T63" fmla="*/ 2147483646 h 58"/>
                <a:gd name="T64" fmla="*/ 2147483646 w 59"/>
                <a:gd name="T65" fmla="*/ 2147483646 h 58"/>
                <a:gd name="T66" fmla="*/ 2147483646 w 59"/>
                <a:gd name="T67" fmla="*/ 2147483646 h 58"/>
                <a:gd name="T68" fmla="*/ 2147483646 w 59"/>
                <a:gd name="T69" fmla="*/ 2147483646 h 58"/>
                <a:gd name="T70" fmla="*/ 2147483646 w 59"/>
                <a:gd name="T71" fmla="*/ 2147483646 h 58"/>
                <a:gd name="T72" fmla="*/ 2147483646 w 59"/>
                <a:gd name="T73" fmla="*/ 2147483646 h 58"/>
                <a:gd name="T74" fmla="*/ 2147483646 w 59"/>
                <a:gd name="T75" fmla="*/ 2147483646 h 58"/>
                <a:gd name="T76" fmla="*/ 2147483646 w 59"/>
                <a:gd name="T77" fmla="*/ 2147483646 h 58"/>
                <a:gd name="T78" fmla="*/ 2147483646 w 59"/>
                <a:gd name="T79" fmla="*/ 2147483646 h 58"/>
                <a:gd name="T80" fmla="*/ 2147483646 w 59"/>
                <a:gd name="T81" fmla="*/ 2147483646 h 58"/>
                <a:gd name="T82" fmla="*/ 2147483646 w 59"/>
                <a:gd name="T83" fmla="*/ 2147483646 h 58"/>
                <a:gd name="T84" fmla="*/ 2147483646 w 59"/>
                <a:gd name="T85" fmla="*/ 0 h 58"/>
                <a:gd name="T86" fmla="*/ 2147483646 w 59"/>
                <a:gd name="T87" fmla="*/ 0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8"/>
                <a:gd name="T134" fmla="*/ 59 w 59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8">
                  <a:moveTo>
                    <a:pt x="29" y="0"/>
                  </a:moveTo>
                  <a:lnTo>
                    <a:pt x="28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4" y="43"/>
                  </a:lnTo>
                  <a:lnTo>
                    <a:pt x="5" y="45"/>
                  </a:lnTo>
                  <a:lnTo>
                    <a:pt x="5" y="46"/>
                  </a:lnTo>
                  <a:lnTo>
                    <a:pt x="6" y="47"/>
                  </a:lnTo>
                  <a:lnTo>
                    <a:pt x="8" y="48"/>
                  </a:lnTo>
                  <a:lnTo>
                    <a:pt x="9" y="49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5" y="54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8" y="57"/>
                  </a:lnTo>
                  <a:lnTo>
                    <a:pt x="20" y="57"/>
                  </a:lnTo>
                  <a:lnTo>
                    <a:pt x="21" y="57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5" y="58"/>
                  </a:lnTo>
                  <a:lnTo>
                    <a:pt x="38" y="58"/>
                  </a:lnTo>
                  <a:lnTo>
                    <a:pt x="39" y="57"/>
                  </a:lnTo>
                  <a:lnTo>
                    <a:pt x="40" y="57"/>
                  </a:lnTo>
                  <a:lnTo>
                    <a:pt x="41" y="57"/>
                  </a:lnTo>
                  <a:lnTo>
                    <a:pt x="42" y="56"/>
                  </a:lnTo>
                  <a:lnTo>
                    <a:pt x="44" y="54"/>
                  </a:lnTo>
                  <a:lnTo>
                    <a:pt x="45" y="54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8" y="52"/>
                  </a:lnTo>
                  <a:lnTo>
                    <a:pt x="50" y="51"/>
                  </a:lnTo>
                  <a:lnTo>
                    <a:pt x="51" y="49"/>
                  </a:lnTo>
                  <a:lnTo>
                    <a:pt x="52" y="48"/>
                  </a:lnTo>
                  <a:lnTo>
                    <a:pt x="53" y="47"/>
                  </a:lnTo>
                  <a:lnTo>
                    <a:pt x="54" y="46"/>
                  </a:lnTo>
                  <a:lnTo>
                    <a:pt x="54" y="45"/>
                  </a:lnTo>
                  <a:lnTo>
                    <a:pt x="56" y="43"/>
                  </a:lnTo>
                  <a:lnTo>
                    <a:pt x="56" y="42"/>
                  </a:lnTo>
                  <a:lnTo>
                    <a:pt x="57" y="41"/>
                  </a:lnTo>
                  <a:lnTo>
                    <a:pt x="57" y="39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9" y="34"/>
                  </a:lnTo>
                  <a:lnTo>
                    <a:pt x="59" y="33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9" y="24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57" y="19"/>
                  </a:lnTo>
                  <a:lnTo>
                    <a:pt x="57" y="18"/>
                  </a:lnTo>
                  <a:lnTo>
                    <a:pt x="56" y="16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1" y="9"/>
                  </a:lnTo>
                  <a:lnTo>
                    <a:pt x="50" y="7"/>
                  </a:lnTo>
                  <a:lnTo>
                    <a:pt x="48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4" y="4"/>
                  </a:lnTo>
                  <a:lnTo>
                    <a:pt x="42" y="3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9" name="Freeform 90">
              <a:extLst>
                <a:ext uri="{FF2B5EF4-FFF2-40B4-BE49-F238E27FC236}">
                  <a16:creationId xmlns:a16="http://schemas.microsoft.com/office/drawing/2014/main" id="{BED2A41A-F3BB-4202-80E5-D63CA6B6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75" y="860425"/>
              <a:ext cx="38100" cy="39688"/>
            </a:xfrm>
            <a:custGeom>
              <a:avLst/>
              <a:gdLst>
                <a:gd name="T0" fmla="*/ 2147483646 w 49"/>
                <a:gd name="T1" fmla="*/ 0 h 48"/>
                <a:gd name="T2" fmla="*/ 2147483646 w 49"/>
                <a:gd name="T3" fmla="*/ 0 h 48"/>
                <a:gd name="T4" fmla="*/ 2147483646 w 49"/>
                <a:gd name="T5" fmla="*/ 2147483646 h 48"/>
                <a:gd name="T6" fmla="*/ 2147483646 w 49"/>
                <a:gd name="T7" fmla="*/ 2147483646 h 48"/>
                <a:gd name="T8" fmla="*/ 2147483646 w 49"/>
                <a:gd name="T9" fmla="*/ 2147483646 h 48"/>
                <a:gd name="T10" fmla="*/ 2147483646 w 49"/>
                <a:gd name="T11" fmla="*/ 2147483646 h 48"/>
                <a:gd name="T12" fmla="*/ 2147483646 w 49"/>
                <a:gd name="T13" fmla="*/ 2147483646 h 48"/>
                <a:gd name="T14" fmla="*/ 2147483646 w 49"/>
                <a:gd name="T15" fmla="*/ 2147483646 h 48"/>
                <a:gd name="T16" fmla="*/ 2147483646 w 49"/>
                <a:gd name="T17" fmla="*/ 2147483646 h 48"/>
                <a:gd name="T18" fmla="*/ 2147483646 w 49"/>
                <a:gd name="T19" fmla="*/ 2147483646 h 48"/>
                <a:gd name="T20" fmla="*/ 0 w 49"/>
                <a:gd name="T21" fmla="*/ 2147483646 h 48"/>
                <a:gd name="T22" fmla="*/ 0 w 49"/>
                <a:gd name="T23" fmla="*/ 2147483646 h 48"/>
                <a:gd name="T24" fmla="*/ 2147483646 w 49"/>
                <a:gd name="T25" fmla="*/ 2147483646 h 48"/>
                <a:gd name="T26" fmla="*/ 2147483646 w 49"/>
                <a:gd name="T27" fmla="*/ 2147483646 h 48"/>
                <a:gd name="T28" fmla="*/ 2147483646 w 49"/>
                <a:gd name="T29" fmla="*/ 2147483646 h 48"/>
                <a:gd name="T30" fmla="*/ 2147483646 w 49"/>
                <a:gd name="T31" fmla="*/ 2147483646 h 48"/>
                <a:gd name="T32" fmla="*/ 2147483646 w 49"/>
                <a:gd name="T33" fmla="*/ 2147483646 h 48"/>
                <a:gd name="T34" fmla="*/ 2147483646 w 49"/>
                <a:gd name="T35" fmla="*/ 2147483646 h 48"/>
                <a:gd name="T36" fmla="*/ 2147483646 w 49"/>
                <a:gd name="T37" fmla="*/ 2147483646 h 48"/>
                <a:gd name="T38" fmla="*/ 2147483646 w 49"/>
                <a:gd name="T39" fmla="*/ 2147483646 h 48"/>
                <a:gd name="T40" fmla="*/ 2147483646 w 49"/>
                <a:gd name="T41" fmla="*/ 2147483646 h 48"/>
                <a:gd name="T42" fmla="*/ 2147483646 w 49"/>
                <a:gd name="T43" fmla="*/ 2147483646 h 48"/>
                <a:gd name="T44" fmla="*/ 2147483646 w 49"/>
                <a:gd name="T45" fmla="*/ 2147483646 h 48"/>
                <a:gd name="T46" fmla="*/ 2147483646 w 49"/>
                <a:gd name="T47" fmla="*/ 2147483646 h 48"/>
                <a:gd name="T48" fmla="*/ 2147483646 w 49"/>
                <a:gd name="T49" fmla="*/ 2147483646 h 48"/>
                <a:gd name="T50" fmla="*/ 2147483646 w 49"/>
                <a:gd name="T51" fmla="*/ 2147483646 h 48"/>
                <a:gd name="T52" fmla="*/ 2147483646 w 49"/>
                <a:gd name="T53" fmla="*/ 2147483646 h 48"/>
                <a:gd name="T54" fmla="*/ 2147483646 w 49"/>
                <a:gd name="T55" fmla="*/ 2147483646 h 48"/>
                <a:gd name="T56" fmla="*/ 2147483646 w 49"/>
                <a:gd name="T57" fmla="*/ 2147483646 h 48"/>
                <a:gd name="T58" fmla="*/ 2147483646 w 49"/>
                <a:gd name="T59" fmla="*/ 2147483646 h 48"/>
                <a:gd name="T60" fmla="*/ 2147483646 w 49"/>
                <a:gd name="T61" fmla="*/ 2147483646 h 48"/>
                <a:gd name="T62" fmla="*/ 2147483646 w 49"/>
                <a:gd name="T63" fmla="*/ 2147483646 h 48"/>
                <a:gd name="T64" fmla="*/ 2147483646 w 49"/>
                <a:gd name="T65" fmla="*/ 2147483646 h 48"/>
                <a:gd name="T66" fmla="*/ 2147483646 w 49"/>
                <a:gd name="T67" fmla="*/ 2147483646 h 48"/>
                <a:gd name="T68" fmla="*/ 2147483646 w 49"/>
                <a:gd name="T69" fmla="*/ 2147483646 h 48"/>
                <a:gd name="T70" fmla="*/ 2147483646 w 49"/>
                <a:gd name="T71" fmla="*/ 2147483646 h 48"/>
                <a:gd name="T72" fmla="*/ 2147483646 w 49"/>
                <a:gd name="T73" fmla="*/ 2147483646 h 48"/>
                <a:gd name="T74" fmla="*/ 2147483646 w 49"/>
                <a:gd name="T75" fmla="*/ 2147483646 h 48"/>
                <a:gd name="T76" fmla="*/ 2147483646 w 49"/>
                <a:gd name="T77" fmla="*/ 2147483646 h 48"/>
                <a:gd name="T78" fmla="*/ 2147483646 w 49"/>
                <a:gd name="T79" fmla="*/ 2147483646 h 48"/>
                <a:gd name="T80" fmla="*/ 2147483646 w 49"/>
                <a:gd name="T81" fmla="*/ 2147483646 h 48"/>
                <a:gd name="T82" fmla="*/ 2147483646 w 49"/>
                <a:gd name="T83" fmla="*/ 2147483646 h 48"/>
                <a:gd name="T84" fmla="*/ 2147483646 w 49"/>
                <a:gd name="T85" fmla="*/ 0 h 48"/>
                <a:gd name="T86" fmla="*/ 2147483646 w 49"/>
                <a:gd name="T87" fmla="*/ 0 h 48"/>
                <a:gd name="T88" fmla="*/ 2147483646 w 49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9"/>
                <a:gd name="T136" fmla="*/ 0 h 48"/>
                <a:gd name="T137" fmla="*/ 49 w 49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9" h="48">
                  <a:moveTo>
                    <a:pt x="24" y="24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8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8" y="41"/>
                  </a:lnTo>
                  <a:lnTo>
                    <a:pt x="9" y="42"/>
                  </a:lnTo>
                  <a:lnTo>
                    <a:pt x="10" y="42"/>
                  </a:lnTo>
                  <a:lnTo>
                    <a:pt x="10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4" y="44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20" y="47"/>
                  </a:lnTo>
                  <a:lnTo>
                    <a:pt x="21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8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4" y="46"/>
                  </a:lnTo>
                  <a:lnTo>
                    <a:pt x="35" y="46"/>
                  </a:lnTo>
                  <a:lnTo>
                    <a:pt x="36" y="44"/>
                  </a:lnTo>
                  <a:lnTo>
                    <a:pt x="38" y="44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40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4" y="40"/>
                  </a:lnTo>
                  <a:lnTo>
                    <a:pt x="44" y="38"/>
                  </a:lnTo>
                  <a:lnTo>
                    <a:pt x="45" y="37"/>
                  </a:lnTo>
                  <a:lnTo>
                    <a:pt x="45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9" y="30"/>
                  </a:lnTo>
                  <a:lnTo>
                    <a:pt x="49" y="29"/>
                  </a:lnTo>
                  <a:lnTo>
                    <a:pt x="49" y="28"/>
                  </a:lnTo>
                  <a:lnTo>
                    <a:pt x="49" y="26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9" y="23"/>
                  </a:lnTo>
                  <a:lnTo>
                    <a:pt x="49" y="22"/>
                  </a:lnTo>
                  <a:lnTo>
                    <a:pt x="49" y="20"/>
                  </a:lnTo>
                  <a:lnTo>
                    <a:pt x="49" y="19"/>
                  </a:lnTo>
                  <a:lnTo>
                    <a:pt x="49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6" y="13"/>
                  </a:lnTo>
                  <a:lnTo>
                    <a:pt x="46" y="12"/>
                  </a:lnTo>
                  <a:lnTo>
                    <a:pt x="45" y="11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0" y="5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70" name="Freeform 91">
              <a:extLst>
                <a:ext uri="{FF2B5EF4-FFF2-40B4-BE49-F238E27FC236}">
                  <a16:creationId xmlns:a16="http://schemas.microsoft.com/office/drawing/2014/main" id="{E47ACE8D-53BC-4D2E-BF4B-05004C4A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313" y="849313"/>
              <a:ext cx="46037" cy="46037"/>
            </a:xfrm>
            <a:custGeom>
              <a:avLst/>
              <a:gdLst>
                <a:gd name="T0" fmla="*/ 2147483646 w 59"/>
                <a:gd name="T1" fmla="*/ 0 h 57"/>
                <a:gd name="T2" fmla="*/ 2147483646 w 59"/>
                <a:gd name="T3" fmla="*/ 0 h 57"/>
                <a:gd name="T4" fmla="*/ 2147483646 w 59"/>
                <a:gd name="T5" fmla="*/ 2147483646 h 57"/>
                <a:gd name="T6" fmla="*/ 2147483646 w 59"/>
                <a:gd name="T7" fmla="*/ 2147483646 h 57"/>
                <a:gd name="T8" fmla="*/ 2147483646 w 59"/>
                <a:gd name="T9" fmla="*/ 2147483646 h 57"/>
                <a:gd name="T10" fmla="*/ 2147483646 w 59"/>
                <a:gd name="T11" fmla="*/ 2147483646 h 57"/>
                <a:gd name="T12" fmla="*/ 2147483646 w 59"/>
                <a:gd name="T13" fmla="*/ 2147483646 h 57"/>
                <a:gd name="T14" fmla="*/ 2147483646 w 59"/>
                <a:gd name="T15" fmla="*/ 2147483646 h 57"/>
                <a:gd name="T16" fmla="*/ 2147483646 w 59"/>
                <a:gd name="T17" fmla="*/ 2147483646 h 57"/>
                <a:gd name="T18" fmla="*/ 0 w 59"/>
                <a:gd name="T19" fmla="*/ 2147483646 h 57"/>
                <a:gd name="T20" fmla="*/ 0 w 59"/>
                <a:gd name="T21" fmla="*/ 2147483646 h 57"/>
                <a:gd name="T22" fmla="*/ 0 w 59"/>
                <a:gd name="T23" fmla="*/ 2147483646 h 57"/>
                <a:gd name="T24" fmla="*/ 2147483646 w 59"/>
                <a:gd name="T25" fmla="*/ 2147483646 h 57"/>
                <a:gd name="T26" fmla="*/ 2147483646 w 59"/>
                <a:gd name="T27" fmla="*/ 2147483646 h 57"/>
                <a:gd name="T28" fmla="*/ 2147483646 w 59"/>
                <a:gd name="T29" fmla="*/ 2147483646 h 57"/>
                <a:gd name="T30" fmla="*/ 2147483646 w 59"/>
                <a:gd name="T31" fmla="*/ 2147483646 h 57"/>
                <a:gd name="T32" fmla="*/ 2147483646 w 59"/>
                <a:gd name="T33" fmla="*/ 2147483646 h 57"/>
                <a:gd name="T34" fmla="*/ 2147483646 w 59"/>
                <a:gd name="T35" fmla="*/ 2147483646 h 57"/>
                <a:gd name="T36" fmla="*/ 2147483646 w 59"/>
                <a:gd name="T37" fmla="*/ 2147483646 h 57"/>
                <a:gd name="T38" fmla="*/ 2147483646 w 59"/>
                <a:gd name="T39" fmla="*/ 2147483646 h 57"/>
                <a:gd name="T40" fmla="*/ 2147483646 w 59"/>
                <a:gd name="T41" fmla="*/ 2147483646 h 57"/>
                <a:gd name="T42" fmla="*/ 2147483646 w 59"/>
                <a:gd name="T43" fmla="*/ 2147483646 h 57"/>
                <a:gd name="T44" fmla="*/ 2147483646 w 59"/>
                <a:gd name="T45" fmla="*/ 2147483646 h 57"/>
                <a:gd name="T46" fmla="*/ 2147483646 w 59"/>
                <a:gd name="T47" fmla="*/ 2147483646 h 57"/>
                <a:gd name="T48" fmla="*/ 2147483646 w 59"/>
                <a:gd name="T49" fmla="*/ 2147483646 h 57"/>
                <a:gd name="T50" fmla="*/ 2147483646 w 59"/>
                <a:gd name="T51" fmla="*/ 2147483646 h 57"/>
                <a:gd name="T52" fmla="*/ 2147483646 w 59"/>
                <a:gd name="T53" fmla="*/ 2147483646 h 57"/>
                <a:gd name="T54" fmla="*/ 2147483646 w 59"/>
                <a:gd name="T55" fmla="*/ 2147483646 h 57"/>
                <a:gd name="T56" fmla="*/ 2147483646 w 59"/>
                <a:gd name="T57" fmla="*/ 2147483646 h 57"/>
                <a:gd name="T58" fmla="*/ 2147483646 w 59"/>
                <a:gd name="T59" fmla="*/ 2147483646 h 57"/>
                <a:gd name="T60" fmla="*/ 2147483646 w 59"/>
                <a:gd name="T61" fmla="*/ 2147483646 h 57"/>
                <a:gd name="T62" fmla="*/ 2147483646 w 59"/>
                <a:gd name="T63" fmla="*/ 2147483646 h 57"/>
                <a:gd name="T64" fmla="*/ 2147483646 w 59"/>
                <a:gd name="T65" fmla="*/ 2147483646 h 57"/>
                <a:gd name="T66" fmla="*/ 2147483646 w 59"/>
                <a:gd name="T67" fmla="*/ 2147483646 h 57"/>
                <a:gd name="T68" fmla="*/ 2147483646 w 59"/>
                <a:gd name="T69" fmla="*/ 2147483646 h 57"/>
                <a:gd name="T70" fmla="*/ 2147483646 w 59"/>
                <a:gd name="T71" fmla="*/ 2147483646 h 57"/>
                <a:gd name="T72" fmla="*/ 2147483646 w 59"/>
                <a:gd name="T73" fmla="*/ 2147483646 h 57"/>
                <a:gd name="T74" fmla="*/ 2147483646 w 59"/>
                <a:gd name="T75" fmla="*/ 2147483646 h 57"/>
                <a:gd name="T76" fmla="*/ 2147483646 w 59"/>
                <a:gd name="T77" fmla="*/ 2147483646 h 57"/>
                <a:gd name="T78" fmla="*/ 2147483646 w 59"/>
                <a:gd name="T79" fmla="*/ 2147483646 h 57"/>
                <a:gd name="T80" fmla="*/ 2147483646 w 59"/>
                <a:gd name="T81" fmla="*/ 2147483646 h 57"/>
                <a:gd name="T82" fmla="*/ 2147483646 w 59"/>
                <a:gd name="T83" fmla="*/ 2147483646 h 57"/>
                <a:gd name="T84" fmla="*/ 2147483646 w 59"/>
                <a:gd name="T85" fmla="*/ 0 h 57"/>
                <a:gd name="T86" fmla="*/ 2147483646 w 59"/>
                <a:gd name="T87" fmla="*/ 0 h 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7"/>
                <a:gd name="T134" fmla="*/ 59 w 59"/>
                <a:gd name="T135" fmla="*/ 57 h 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7">
                  <a:moveTo>
                    <a:pt x="29" y="0"/>
                  </a:moveTo>
                  <a:lnTo>
                    <a:pt x="28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6" y="46"/>
                  </a:lnTo>
                  <a:lnTo>
                    <a:pt x="7" y="48"/>
                  </a:lnTo>
                  <a:lnTo>
                    <a:pt x="8" y="49"/>
                  </a:lnTo>
                  <a:lnTo>
                    <a:pt x="10" y="50"/>
                  </a:lnTo>
                  <a:lnTo>
                    <a:pt x="11" y="51"/>
                  </a:lnTo>
                  <a:lnTo>
                    <a:pt x="12" y="52"/>
                  </a:lnTo>
                  <a:lnTo>
                    <a:pt x="13" y="52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7" y="55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4" y="57"/>
                  </a:lnTo>
                  <a:lnTo>
                    <a:pt x="25" y="57"/>
                  </a:lnTo>
                  <a:lnTo>
                    <a:pt x="26" y="57"/>
                  </a:lnTo>
                  <a:lnTo>
                    <a:pt x="28" y="57"/>
                  </a:lnTo>
                  <a:lnTo>
                    <a:pt x="29" y="57"/>
                  </a:lnTo>
                  <a:lnTo>
                    <a:pt x="31" y="57"/>
                  </a:lnTo>
                  <a:lnTo>
                    <a:pt x="32" y="57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7" y="57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1" y="56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7" y="52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51" y="49"/>
                  </a:lnTo>
                  <a:lnTo>
                    <a:pt x="52" y="48"/>
                  </a:lnTo>
                  <a:lnTo>
                    <a:pt x="53" y="46"/>
                  </a:lnTo>
                  <a:lnTo>
                    <a:pt x="54" y="45"/>
                  </a:lnTo>
                  <a:lnTo>
                    <a:pt x="54" y="44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7" y="40"/>
                  </a:lnTo>
                  <a:lnTo>
                    <a:pt x="57" y="38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9" y="33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9" y="26"/>
                  </a:lnTo>
                  <a:lnTo>
                    <a:pt x="59" y="24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57" y="19"/>
                  </a:lnTo>
                  <a:lnTo>
                    <a:pt x="57" y="18"/>
                  </a:lnTo>
                  <a:lnTo>
                    <a:pt x="55" y="15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52" y="9"/>
                  </a:lnTo>
                  <a:lnTo>
                    <a:pt x="51" y="8"/>
                  </a:lnTo>
                  <a:lnTo>
                    <a:pt x="49" y="7"/>
                  </a:lnTo>
                  <a:lnTo>
                    <a:pt x="48" y="6"/>
                  </a:lnTo>
                  <a:lnTo>
                    <a:pt x="47" y="4"/>
                  </a:lnTo>
                  <a:lnTo>
                    <a:pt x="46" y="4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1" name="Freeform 92">
              <a:extLst>
                <a:ext uri="{FF2B5EF4-FFF2-40B4-BE49-F238E27FC236}">
                  <a16:creationId xmlns:a16="http://schemas.microsoft.com/office/drawing/2014/main" id="{0E53DDB4-5E9B-401A-ACE1-9441A9C8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063" y="2006600"/>
              <a:ext cx="38100" cy="38100"/>
            </a:xfrm>
            <a:custGeom>
              <a:avLst/>
              <a:gdLst>
                <a:gd name="T0" fmla="*/ 2147483646 w 49"/>
                <a:gd name="T1" fmla="*/ 0 h 48"/>
                <a:gd name="T2" fmla="*/ 2147483646 w 49"/>
                <a:gd name="T3" fmla="*/ 0 h 48"/>
                <a:gd name="T4" fmla="*/ 2147483646 w 49"/>
                <a:gd name="T5" fmla="*/ 2147483646 h 48"/>
                <a:gd name="T6" fmla="*/ 2147483646 w 49"/>
                <a:gd name="T7" fmla="*/ 2147483646 h 48"/>
                <a:gd name="T8" fmla="*/ 2147483646 w 49"/>
                <a:gd name="T9" fmla="*/ 2147483646 h 48"/>
                <a:gd name="T10" fmla="*/ 2147483646 w 49"/>
                <a:gd name="T11" fmla="*/ 2147483646 h 48"/>
                <a:gd name="T12" fmla="*/ 2147483646 w 49"/>
                <a:gd name="T13" fmla="*/ 2147483646 h 48"/>
                <a:gd name="T14" fmla="*/ 2147483646 w 49"/>
                <a:gd name="T15" fmla="*/ 2147483646 h 48"/>
                <a:gd name="T16" fmla="*/ 2147483646 w 49"/>
                <a:gd name="T17" fmla="*/ 2147483646 h 48"/>
                <a:gd name="T18" fmla="*/ 2147483646 w 49"/>
                <a:gd name="T19" fmla="*/ 2147483646 h 48"/>
                <a:gd name="T20" fmla="*/ 0 w 49"/>
                <a:gd name="T21" fmla="*/ 2147483646 h 48"/>
                <a:gd name="T22" fmla="*/ 0 w 49"/>
                <a:gd name="T23" fmla="*/ 2147483646 h 48"/>
                <a:gd name="T24" fmla="*/ 2147483646 w 49"/>
                <a:gd name="T25" fmla="*/ 2147483646 h 48"/>
                <a:gd name="T26" fmla="*/ 2147483646 w 49"/>
                <a:gd name="T27" fmla="*/ 2147483646 h 48"/>
                <a:gd name="T28" fmla="*/ 2147483646 w 49"/>
                <a:gd name="T29" fmla="*/ 2147483646 h 48"/>
                <a:gd name="T30" fmla="*/ 2147483646 w 49"/>
                <a:gd name="T31" fmla="*/ 2147483646 h 48"/>
                <a:gd name="T32" fmla="*/ 2147483646 w 49"/>
                <a:gd name="T33" fmla="*/ 2147483646 h 48"/>
                <a:gd name="T34" fmla="*/ 2147483646 w 49"/>
                <a:gd name="T35" fmla="*/ 2147483646 h 48"/>
                <a:gd name="T36" fmla="*/ 2147483646 w 49"/>
                <a:gd name="T37" fmla="*/ 2147483646 h 48"/>
                <a:gd name="T38" fmla="*/ 2147483646 w 49"/>
                <a:gd name="T39" fmla="*/ 2147483646 h 48"/>
                <a:gd name="T40" fmla="*/ 2147483646 w 49"/>
                <a:gd name="T41" fmla="*/ 2147483646 h 48"/>
                <a:gd name="T42" fmla="*/ 2147483646 w 49"/>
                <a:gd name="T43" fmla="*/ 2147483646 h 48"/>
                <a:gd name="T44" fmla="*/ 2147483646 w 49"/>
                <a:gd name="T45" fmla="*/ 2147483646 h 48"/>
                <a:gd name="T46" fmla="*/ 2147483646 w 49"/>
                <a:gd name="T47" fmla="*/ 2147483646 h 48"/>
                <a:gd name="T48" fmla="*/ 2147483646 w 49"/>
                <a:gd name="T49" fmla="*/ 2147483646 h 48"/>
                <a:gd name="T50" fmla="*/ 2147483646 w 49"/>
                <a:gd name="T51" fmla="*/ 2147483646 h 48"/>
                <a:gd name="T52" fmla="*/ 2147483646 w 49"/>
                <a:gd name="T53" fmla="*/ 2147483646 h 48"/>
                <a:gd name="T54" fmla="*/ 2147483646 w 49"/>
                <a:gd name="T55" fmla="*/ 2147483646 h 48"/>
                <a:gd name="T56" fmla="*/ 2147483646 w 49"/>
                <a:gd name="T57" fmla="*/ 2147483646 h 48"/>
                <a:gd name="T58" fmla="*/ 2147483646 w 49"/>
                <a:gd name="T59" fmla="*/ 2147483646 h 48"/>
                <a:gd name="T60" fmla="*/ 2147483646 w 49"/>
                <a:gd name="T61" fmla="*/ 2147483646 h 48"/>
                <a:gd name="T62" fmla="*/ 2147483646 w 49"/>
                <a:gd name="T63" fmla="*/ 2147483646 h 48"/>
                <a:gd name="T64" fmla="*/ 2147483646 w 49"/>
                <a:gd name="T65" fmla="*/ 2147483646 h 48"/>
                <a:gd name="T66" fmla="*/ 2147483646 w 49"/>
                <a:gd name="T67" fmla="*/ 2147483646 h 48"/>
                <a:gd name="T68" fmla="*/ 2147483646 w 49"/>
                <a:gd name="T69" fmla="*/ 2147483646 h 48"/>
                <a:gd name="T70" fmla="*/ 2147483646 w 49"/>
                <a:gd name="T71" fmla="*/ 2147483646 h 48"/>
                <a:gd name="T72" fmla="*/ 2147483646 w 49"/>
                <a:gd name="T73" fmla="*/ 2147483646 h 48"/>
                <a:gd name="T74" fmla="*/ 2147483646 w 49"/>
                <a:gd name="T75" fmla="*/ 2147483646 h 48"/>
                <a:gd name="T76" fmla="*/ 2147483646 w 49"/>
                <a:gd name="T77" fmla="*/ 2147483646 h 48"/>
                <a:gd name="T78" fmla="*/ 2147483646 w 49"/>
                <a:gd name="T79" fmla="*/ 2147483646 h 48"/>
                <a:gd name="T80" fmla="*/ 2147483646 w 49"/>
                <a:gd name="T81" fmla="*/ 2147483646 h 48"/>
                <a:gd name="T82" fmla="*/ 2147483646 w 49"/>
                <a:gd name="T83" fmla="*/ 2147483646 h 48"/>
                <a:gd name="T84" fmla="*/ 2147483646 w 49"/>
                <a:gd name="T85" fmla="*/ 0 h 48"/>
                <a:gd name="T86" fmla="*/ 2147483646 w 49"/>
                <a:gd name="T87" fmla="*/ 0 h 48"/>
                <a:gd name="T88" fmla="*/ 2147483646 w 49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9"/>
                <a:gd name="T136" fmla="*/ 0 h 48"/>
                <a:gd name="T137" fmla="*/ 49 w 49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9" h="48">
                  <a:moveTo>
                    <a:pt x="24" y="24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8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8" y="41"/>
                  </a:lnTo>
                  <a:lnTo>
                    <a:pt x="9" y="42"/>
                  </a:lnTo>
                  <a:lnTo>
                    <a:pt x="10" y="42"/>
                  </a:lnTo>
                  <a:lnTo>
                    <a:pt x="10" y="43"/>
                  </a:lnTo>
                  <a:lnTo>
                    <a:pt x="11" y="43"/>
                  </a:lnTo>
                  <a:lnTo>
                    <a:pt x="12" y="45"/>
                  </a:lnTo>
                  <a:lnTo>
                    <a:pt x="14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20" y="47"/>
                  </a:lnTo>
                  <a:lnTo>
                    <a:pt x="21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8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4" y="46"/>
                  </a:lnTo>
                  <a:lnTo>
                    <a:pt x="35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40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39"/>
                  </a:lnTo>
                  <a:lnTo>
                    <a:pt x="45" y="37"/>
                  </a:lnTo>
                  <a:lnTo>
                    <a:pt x="45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9" y="30"/>
                  </a:lnTo>
                  <a:lnTo>
                    <a:pt x="49" y="29"/>
                  </a:lnTo>
                  <a:lnTo>
                    <a:pt x="49" y="28"/>
                  </a:lnTo>
                  <a:lnTo>
                    <a:pt x="49" y="26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9" y="23"/>
                  </a:lnTo>
                  <a:lnTo>
                    <a:pt x="49" y="22"/>
                  </a:lnTo>
                  <a:lnTo>
                    <a:pt x="49" y="20"/>
                  </a:lnTo>
                  <a:lnTo>
                    <a:pt x="49" y="19"/>
                  </a:lnTo>
                  <a:lnTo>
                    <a:pt x="49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6" y="13"/>
                  </a:lnTo>
                  <a:lnTo>
                    <a:pt x="46" y="12"/>
                  </a:lnTo>
                  <a:lnTo>
                    <a:pt x="45" y="11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3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0" y="5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72" name="Freeform 93">
              <a:extLst>
                <a:ext uri="{FF2B5EF4-FFF2-40B4-BE49-F238E27FC236}">
                  <a16:creationId xmlns:a16="http://schemas.microsoft.com/office/drawing/2014/main" id="{071BFBAD-1557-4F85-879D-77D05FBF3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0" y="2012950"/>
              <a:ext cx="46038" cy="46038"/>
            </a:xfrm>
            <a:custGeom>
              <a:avLst/>
              <a:gdLst>
                <a:gd name="T0" fmla="*/ 2147483646 w 59"/>
                <a:gd name="T1" fmla="*/ 0 h 57"/>
                <a:gd name="T2" fmla="*/ 2147483646 w 59"/>
                <a:gd name="T3" fmla="*/ 0 h 57"/>
                <a:gd name="T4" fmla="*/ 2147483646 w 59"/>
                <a:gd name="T5" fmla="*/ 2147483646 h 57"/>
                <a:gd name="T6" fmla="*/ 2147483646 w 59"/>
                <a:gd name="T7" fmla="*/ 2147483646 h 57"/>
                <a:gd name="T8" fmla="*/ 2147483646 w 59"/>
                <a:gd name="T9" fmla="*/ 2147483646 h 57"/>
                <a:gd name="T10" fmla="*/ 2147483646 w 59"/>
                <a:gd name="T11" fmla="*/ 2147483646 h 57"/>
                <a:gd name="T12" fmla="*/ 2147483646 w 59"/>
                <a:gd name="T13" fmla="*/ 2147483646 h 57"/>
                <a:gd name="T14" fmla="*/ 2147483646 w 59"/>
                <a:gd name="T15" fmla="*/ 2147483646 h 57"/>
                <a:gd name="T16" fmla="*/ 2147483646 w 59"/>
                <a:gd name="T17" fmla="*/ 2147483646 h 57"/>
                <a:gd name="T18" fmla="*/ 0 w 59"/>
                <a:gd name="T19" fmla="*/ 2147483646 h 57"/>
                <a:gd name="T20" fmla="*/ 0 w 59"/>
                <a:gd name="T21" fmla="*/ 2147483646 h 57"/>
                <a:gd name="T22" fmla="*/ 0 w 59"/>
                <a:gd name="T23" fmla="*/ 2147483646 h 57"/>
                <a:gd name="T24" fmla="*/ 2147483646 w 59"/>
                <a:gd name="T25" fmla="*/ 2147483646 h 57"/>
                <a:gd name="T26" fmla="*/ 2147483646 w 59"/>
                <a:gd name="T27" fmla="*/ 2147483646 h 57"/>
                <a:gd name="T28" fmla="*/ 2147483646 w 59"/>
                <a:gd name="T29" fmla="*/ 2147483646 h 57"/>
                <a:gd name="T30" fmla="*/ 2147483646 w 59"/>
                <a:gd name="T31" fmla="*/ 2147483646 h 57"/>
                <a:gd name="T32" fmla="*/ 2147483646 w 59"/>
                <a:gd name="T33" fmla="*/ 2147483646 h 57"/>
                <a:gd name="T34" fmla="*/ 2147483646 w 59"/>
                <a:gd name="T35" fmla="*/ 2147483646 h 57"/>
                <a:gd name="T36" fmla="*/ 2147483646 w 59"/>
                <a:gd name="T37" fmla="*/ 2147483646 h 57"/>
                <a:gd name="T38" fmla="*/ 2147483646 w 59"/>
                <a:gd name="T39" fmla="*/ 2147483646 h 57"/>
                <a:gd name="T40" fmla="*/ 2147483646 w 59"/>
                <a:gd name="T41" fmla="*/ 2147483646 h 57"/>
                <a:gd name="T42" fmla="*/ 2147483646 w 59"/>
                <a:gd name="T43" fmla="*/ 2147483646 h 57"/>
                <a:gd name="T44" fmla="*/ 2147483646 w 59"/>
                <a:gd name="T45" fmla="*/ 2147483646 h 57"/>
                <a:gd name="T46" fmla="*/ 2147483646 w 59"/>
                <a:gd name="T47" fmla="*/ 2147483646 h 57"/>
                <a:gd name="T48" fmla="*/ 2147483646 w 59"/>
                <a:gd name="T49" fmla="*/ 2147483646 h 57"/>
                <a:gd name="T50" fmla="*/ 2147483646 w 59"/>
                <a:gd name="T51" fmla="*/ 2147483646 h 57"/>
                <a:gd name="T52" fmla="*/ 2147483646 w 59"/>
                <a:gd name="T53" fmla="*/ 2147483646 h 57"/>
                <a:gd name="T54" fmla="*/ 2147483646 w 59"/>
                <a:gd name="T55" fmla="*/ 2147483646 h 57"/>
                <a:gd name="T56" fmla="*/ 2147483646 w 59"/>
                <a:gd name="T57" fmla="*/ 2147483646 h 57"/>
                <a:gd name="T58" fmla="*/ 2147483646 w 59"/>
                <a:gd name="T59" fmla="*/ 2147483646 h 57"/>
                <a:gd name="T60" fmla="*/ 2147483646 w 59"/>
                <a:gd name="T61" fmla="*/ 2147483646 h 57"/>
                <a:gd name="T62" fmla="*/ 2147483646 w 59"/>
                <a:gd name="T63" fmla="*/ 2147483646 h 57"/>
                <a:gd name="T64" fmla="*/ 2147483646 w 59"/>
                <a:gd name="T65" fmla="*/ 2147483646 h 57"/>
                <a:gd name="T66" fmla="*/ 2147483646 w 59"/>
                <a:gd name="T67" fmla="*/ 2147483646 h 57"/>
                <a:gd name="T68" fmla="*/ 2147483646 w 59"/>
                <a:gd name="T69" fmla="*/ 2147483646 h 57"/>
                <a:gd name="T70" fmla="*/ 2147483646 w 59"/>
                <a:gd name="T71" fmla="*/ 2147483646 h 57"/>
                <a:gd name="T72" fmla="*/ 2147483646 w 59"/>
                <a:gd name="T73" fmla="*/ 2147483646 h 57"/>
                <a:gd name="T74" fmla="*/ 2147483646 w 59"/>
                <a:gd name="T75" fmla="*/ 2147483646 h 57"/>
                <a:gd name="T76" fmla="*/ 2147483646 w 59"/>
                <a:gd name="T77" fmla="*/ 2147483646 h 57"/>
                <a:gd name="T78" fmla="*/ 2147483646 w 59"/>
                <a:gd name="T79" fmla="*/ 2147483646 h 57"/>
                <a:gd name="T80" fmla="*/ 2147483646 w 59"/>
                <a:gd name="T81" fmla="*/ 2147483646 h 57"/>
                <a:gd name="T82" fmla="*/ 2147483646 w 59"/>
                <a:gd name="T83" fmla="*/ 2147483646 h 57"/>
                <a:gd name="T84" fmla="*/ 2147483646 w 59"/>
                <a:gd name="T85" fmla="*/ 0 h 57"/>
                <a:gd name="T86" fmla="*/ 2147483646 w 59"/>
                <a:gd name="T87" fmla="*/ 0 h 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7"/>
                <a:gd name="T134" fmla="*/ 59 w 59"/>
                <a:gd name="T135" fmla="*/ 57 h 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7">
                  <a:moveTo>
                    <a:pt x="29" y="0"/>
                  </a:move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6" y="47"/>
                  </a:lnTo>
                  <a:lnTo>
                    <a:pt x="7" y="48"/>
                  </a:lnTo>
                  <a:lnTo>
                    <a:pt x="8" y="49"/>
                  </a:lnTo>
                  <a:lnTo>
                    <a:pt x="10" y="50"/>
                  </a:lnTo>
                  <a:lnTo>
                    <a:pt x="11" y="51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7" y="55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4" y="57"/>
                  </a:lnTo>
                  <a:lnTo>
                    <a:pt x="25" y="57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29" y="57"/>
                  </a:lnTo>
                  <a:lnTo>
                    <a:pt x="31" y="57"/>
                  </a:lnTo>
                  <a:lnTo>
                    <a:pt x="33" y="57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7" y="57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1" y="56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51" y="49"/>
                  </a:lnTo>
                  <a:lnTo>
                    <a:pt x="52" y="48"/>
                  </a:lnTo>
                  <a:lnTo>
                    <a:pt x="53" y="47"/>
                  </a:lnTo>
                  <a:lnTo>
                    <a:pt x="54" y="45"/>
                  </a:lnTo>
                  <a:lnTo>
                    <a:pt x="54" y="44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7" y="41"/>
                  </a:lnTo>
                  <a:lnTo>
                    <a:pt x="57" y="38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9" y="33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59" y="27"/>
                  </a:lnTo>
                  <a:lnTo>
                    <a:pt x="59" y="26"/>
                  </a:lnTo>
                  <a:lnTo>
                    <a:pt x="59" y="24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57" y="19"/>
                  </a:lnTo>
                  <a:lnTo>
                    <a:pt x="57" y="18"/>
                  </a:lnTo>
                  <a:lnTo>
                    <a:pt x="55" y="15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52" y="9"/>
                  </a:lnTo>
                  <a:lnTo>
                    <a:pt x="51" y="8"/>
                  </a:lnTo>
                  <a:lnTo>
                    <a:pt x="49" y="7"/>
                  </a:lnTo>
                  <a:lnTo>
                    <a:pt x="48" y="6"/>
                  </a:lnTo>
                  <a:lnTo>
                    <a:pt x="47" y="4"/>
                  </a:lnTo>
                  <a:lnTo>
                    <a:pt x="46" y="4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3" name="Freeform 94">
              <a:extLst>
                <a:ext uri="{FF2B5EF4-FFF2-40B4-BE49-F238E27FC236}">
                  <a16:creationId xmlns:a16="http://schemas.microsoft.com/office/drawing/2014/main" id="{13BCE726-474E-4CD0-B55C-0DA59AC4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2178050"/>
              <a:ext cx="38100" cy="38100"/>
            </a:xfrm>
            <a:custGeom>
              <a:avLst/>
              <a:gdLst>
                <a:gd name="T0" fmla="*/ 2147483646 w 48"/>
                <a:gd name="T1" fmla="*/ 0 h 48"/>
                <a:gd name="T2" fmla="*/ 2147483646 w 48"/>
                <a:gd name="T3" fmla="*/ 0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0 h 48"/>
                <a:gd name="T86" fmla="*/ 2147483646 w 48"/>
                <a:gd name="T87" fmla="*/ 0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4" y="46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4"/>
                  </a:lnTo>
                  <a:lnTo>
                    <a:pt x="38" y="44"/>
                  </a:lnTo>
                  <a:lnTo>
                    <a:pt x="40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2"/>
                  </a:lnTo>
                  <a:lnTo>
                    <a:pt x="44" y="11"/>
                  </a:lnTo>
                  <a:lnTo>
                    <a:pt x="43" y="10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40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74" name="Freeform 95">
              <a:extLst>
                <a:ext uri="{FF2B5EF4-FFF2-40B4-BE49-F238E27FC236}">
                  <a16:creationId xmlns:a16="http://schemas.microsoft.com/office/drawing/2014/main" id="{2044D7A3-3455-4996-B39C-ECBE7687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450" y="2184400"/>
              <a:ext cx="46038" cy="46038"/>
            </a:xfrm>
            <a:custGeom>
              <a:avLst/>
              <a:gdLst>
                <a:gd name="T0" fmla="*/ 2147483646 w 59"/>
                <a:gd name="T1" fmla="*/ 0 h 58"/>
                <a:gd name="T2" fmla="*/ 2147483646 w 59"/>
                <a:gd name="T3" fmla="*/ 0 h 58"/>
                <a:gd name="T4" fmla="*/ 2147483646 w 59"/>
                <a:gd name="T5" fmla="*/ 2147483646 h 58"/>
                <a:gd name="T6" fmla="*/ 2147483646 w 59"/>
                <a:gd name="T7" fmla="*/ 2147483646 h 58"/>
                <a:gd name="T8" fmla="*/ 2147483646 w 59"/>
                <a:gd name="T9" fmla="*/ 2147483646 h 58"/>
                <a:gd name="T10" fmla="*/ 2147483646 w 59"/>
                <a:gd name="T11" fmla="*/ 2147483646 h 58"/>
                <a:gd name="T12" fmla="*/ 2147483646 w 59"/>
                <a:gd name="T13" fmla="*/ 2147483646 h 58"/>
                <a:gd name="T14" fmla="*/ 2147483646 w 59"/>
                <a:gd name="T15" fmla="*/ 2147483646 h 58"/>
                <a:gd name="T16" fmla="*/ 2147483646 w 59"/>
                <a:gd name="T17" fmla="*/ 2147483646 h 58"/>
                <a:gd name="T18" fmla="*/ 0 w 59"/>
                <a:gd name="T19" fmla="*/ 2147483646 h 58"/>
                <a:gd name="T20" fmla="*/ 0 w 59"/>
                <a:gd name="T21" fmla="*/ 2147483646 h 58"/>
                <a:gd name="T22" fmla="*/ 0 w 59"/>
                <a:gd name="T23" fmla="*/ 2147483646 h 58"/>
                <a:gd name="T24" fmla="*/ 2147483646 w 59"/>
                <a:gd name="T25" fmla="*/ 2147483646 h 58"/>
                <a:gd name="T26" fmla="*/ 2147483646 w 59"/>
                <a:gd name="T27" fmla="*/ 2147483646 h 58"/>
                <a:gd name="T28" fmla="*/ 2147483646 w 59"/>
                <a:gd name="T29" fmla="*/ 2147483646 h 58"/>
                <a:gd name="T30" fmla="*/ 2147483646 w 59"/>
                <a:gd name="T31" fmla="*/ 2147483646 h 58"/>
                <a:gd name="T32" fmla="*/ 2147483646 w 59"/>
                <a:gd name="T33" fmla="*/ 2147483646 h 58"/>
                <a:gd name="T34" fmla="*/ 2147483646 w 59"/>
                <a:gd name="T35" fmla="*/ 2147483646 h 58"/>
                <a:gd name="T36" fmla="*/ 2147483646 w 59"/>
                <a:gd name="T37" fmla="*/ 2147483646 h 58"/>
                <a:gd name="T38" fmla="*/ 2147483646 w 59"/>
                <a:gd name="T39" fmla="*/ 2147483646 h 58"/>
                <a:gd name="T40" fmla="*/ 2147483646 w 59"/>
                <a:gd name="T41" fmla="*/ 2147483646 h 58"/>
                <a:gd name="T42" fmla="*/ 2147483646 w 59"/>
                <a:gd name="T43" fmla="*/ 2147483646 h 58"/>
                <a:gd name="T44" fmla="*/ 2147483646 w 59"/>
                <a:gd name="T45" fmla="*/ 2147483646 h 58"/>
                <a:gd name="T46" fmla="*/ 2147483646 w 59"/>
                <a:gd name="T47" fmla="*/ 2147483646 h 58"/>
                <a:gd name="T48" fmla="*/ 2147483646 w 59"/>
                <a:gd name="T49" fmla="*/ 2147483646 h 58"/>
                <a:gd name="T50" fmla="*/ 2147483646 w 59"/>
                <a:gd name="T51" fmla="*/ 2147483646 h 58"/>
                <a:gd name="T52" fmla="*/ 2147483646 w 59"/>
                <a:gd name="T53" fmla="*/ 2147483646 h 58"/>
                <a:gd name="T54" fmla="*/ 2147483646 w 59"/>
                <a:gd name="T55" fmla="*/ 2147483646 h 58"/>
                <a:gd name="T56" fmla="*/ 2147483646 w 59"/>
                <a:gd name="T57" fmla="*/ 2147483646 h 58"/>
                <a:gd name="T58" fmla="*/ 2147483646 w 59"/>
                <a:gd name="T59" fmla="*/ 2147483646 h 58"/>
                <a:gd name="T60" fmla="*/ 2147483646 w 59"/>
                <a:gd name="T61" fmla="*/ 2147483646 h 58"/>
                <a:gd name="T62" fmla="*/ 2147483646 w 59"/>
                <a:gd name="T63" fmla="*/ 2147483646 h 58"/>
                <a:gd name="T64" fmla="*/ 2147483646 w 59"/>
                <a:gd name="T65" fmla="*/ 2147483646 h 58"/>
                <a:gd name="T66" fmla="*/ 2147483646 w 59"/>
                <a:gd name="T67" fmla="*/ 2147483646 h 58"/>
                <a:gd name="T68" fmla="*/ 2147483646 w 59"/>
                <a:gd name="T69" fmla="*/ 2147483646 h 58"/>
                <a:gd name="T70" fmla="*/ 2147483646 w 59"/>
                <a:gd name="T71" fmla="*/ 2147483646 h 58"/>
                <a:gd name="T72" fmla="*/ 2147483646 w 59"/>
                <a:gd name="T73" fmla="*/ 2147483646 h 58"/>
                <a:gd name="T74" fmla="*/ 2147483646 w 59"/>
                <a:gd name="T75" fmla="*/ 2147483646 h 58"/>
                <a:gd name="T76" fmla="*/ 2147483646 w 59"/>
                <a:gd name="T77" fmla="*/ 2147483646 h 58"/>
                <a:gd name="T78" fmla="*/ 2147483646 w 59"/>
                <a:gd name="T79" fmla="*/ 2147483646 h 58"/>
                <a:gd name="T80" fmla="*/ 2147483646 w 59"/>
                <a:gd name="T81" fmla="*/ 2147483646 h 58"/>
                <a:gd name="T82" fmla="*/ 2147483646 w 59"/>
                <a:gd name="T83" fmla="*/ 2147483646 h 58"/>
                <a:gd name="T84" fmla="*/ 2147483646 w 59"/>
                <a:gd name="T85" fmla="*/ 0 h 58"/>
                <a:gd name="T86" fmla="*/ 2147483646 w 59"/>
                <a:gd name="T87" fmla="*/ 0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8"/>
                <a:gd name="T134" fmla="*/ 59 w 59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8">
                  <a:moveTo>
                    <a:pt x="29" y="0"/>
                  </a:moveTo>
                  <a:lnTo>
                    <a:pt x="28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8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6" y="47"/>
                  </a:lnTo>
                  <a:lnTo>
                    <a:pt x="8" y="48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1" y="52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5" y="54"/>
                  </a:lnTo>
                  <a:lnTo>
                    <a:pt x="16" y="54"/>
                  </a:lnTo>
                  <a:lnTo>
                    <a:pt x="17" y="55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1" y="56"/>
                  </a:lnTo>
                  <a:lnTo>
                    <a:pt x="22" y="58"/>
                  </a:lnTo>
                  <a:lnTo>
                    <a:pt x="25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5" y="58"/>
                  </a:lnTo>
                  <a:lnTo>
                    <a:pt x="38" y="58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1" y="56"/>
                  </a:lnTo>
                  <a:lnTo>
                    <a:pt x="43" y="55"/>
                  </a:lnTo>
                  <a:lnTo>
                    <a:pt x="44" y="54"/>
                  </a:lnTo>
                  <a:lnTo>
                    <a:pt x="45" y="54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9" y="52"/>
                  </a:lnTo>
                  <a:lnTo>
                    <a:pt x="50" y="50"/>
                  </a:lnTo>
                  <a:lnTo>
                    <a:pt x="51" y="49"/>
                  </a:lnTo>
                  <a:lnTo>
                    <a:pt x="52" y="48"/>
                  </a:lnTo>
                  <a:lnTo>
                    <a:pt x="53" y="47"/>
                  </a:lnTo>
                  <a:lnTo>
                    <a:pt x="55" y="46"/>
                  </a:lnTo>
                  <a:lnTo>
                    <a:pt x="55" y="44"/>
                  </a:lnTo>
                  <a:lnTo>
                    <a:pt x="56" y="43"/>
                  </a:lnTo>
                  <a:lnTo>
                    <a:pt x="56" y="42"/>
                  </a:lnTo>
                  <a:lnTo>
                    <a:pt x="57" y="41"/>
                  </a:lnTo>
                  <a:lnTo>
                    <a:pt x="57" y="38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9" y="34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4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7" y="19"/>
                  </a:lnTo>
                  <a:lnTo>
                    <a:pt x="57" y="18"/>
                  </a:lnTo>
                  <a:lnTo>
                    <a:pt x="56" y="16"/>
                  </a:lnTo>
                  <a:lnTo>
                    <a:pt x="56" y="14"/>
                  </a:lnTo>
                  <a:lnTo>
                    <a:pt x="55" y="13"/>
                  </a:lnTo>
                  <a:lnTo>
                    <a:pt x="55" y="12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1" y="8"/>
                  </a:lnTo>
                  <a:lnTo>
                    <a:pt x="50" y="7"/>
                  </a:lnTo>
                  <a:lnTo>
                    <a:pt x="49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4" y="4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5" name="Freeform 96">
              <a:extLst>
                <a:ext uri="{FF2B5EF4-FFF2-40B4-BE49-F238E27FC236}">
                  <a16:creationId xmlns:a16="http://schemas.microsoft.com/office/drawing/2014/main" id="{663A3465-97A5-4EE2-8CD5-F78AEEF0A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063" y="3341688"/>
              <a:ext cx="38100" cy="38100"/>
            </a:xfrm>
            <a:custGeom>
              <a:avLst/>
              <a:gdLst>
                <a:gd name="T0" fmla="*/ 2147483646 w 49"/>
                <a:gd name="T1" fmla="*/ 0 h 49"/>
                <a:gd name="T2" fmla="*/ 2147483646 w 49"/>
                <a:gd name="T3" fmla="*/ 0 h 49"/>
                <a:gd name="T4" fmla="*/ 2147483646 w 49"/>
                <a:gd name="T5" fmla="*/ 2147483646 h 49"/>
                <a:gd name="T6" fmla="*/ 2147483646 w 49"/>
                <a:gd name="T7" fmla="*/ 2147483646 h 49"/>
                <a:gd name="T8" fmla="*/ 2147483646 w 49"/>
                <a:gd name="T9" fmla="*/ 2147483646 h 49"/>
                <a:gd name="T10" fmla="*/ 2147483646 w 49"/>
                <a:gd name="T11" fmla="*/ 2147483646 h 49"/>
                <a:gd name="T12" fmla="*/ 2147483646 w 49"/>
                <a:gd name="T13" fmla="*/ 2147483646 h 49"/>
                <a:gd name="T14" fmla="*/ 2147483646 w 49"/>
                <a:gd name="T15" fmla="*/ 2147483646 h 49"/>
                <a:gd name="T16" fmla="*/ 2147483646 w 49"/>
                <a:gd name="T17" fmla="*/ 2147483646 h 49"/>
                <a:gd name="T18" fmla="*/ 2147483646 w 49"/>
                <a:gd name="T19" fmla="*/ 2147483646 h 49"/>
                <a:gd name="T20" fmla="*/ 0 w 49"/>
                <a:gd name="T21" fmla="*/ 2147483646 h 49"/>
                <a:gd name="T22" fmla="*/ 0 w 49"/>
                <a:gd name="T23" fmla="*/ 2147483646 h 49"/>
                <a:gd name="T24" fmla="*/ 2147483646 w 49"/>
                <a:gd name="T25" fmla="*/ 2147483646 h 49"/>
                <a:gd name="T26" fmla="*/ 2147483646 w 49"/>
                <a:gd name="T27" fmla="*/ 2147483646 h 49"/>
                <a:gd name="T28" fmla="*/ 2147483646 w 49"/>
                <a:gd name="T29" fmla="*/ 2147483646 h 49"/>
                <a:gd name="T30" fmla="*/ 2147483646 w 49"/>
                <a:gd name="T31" fmla="*/ 2147483646 h 49"/>
                <a:gd name="T32" fmla="*/ 2147483646 w 49"/>
                <a:gd name="T33" fmla="*/ 2147483646 h 49"/>
                <a:gd name="T34" fmla="*/ 2147483646 w 49"/>
                <a:gd name="T35" fmla="*/ 2147483646 h 49"/>
                <a:gd name="T36" fmla="*/ 2147483646 w 49"/>
                <a:gd name="T37" fmla="*/ 2147483646 h 49"/>
                <a:gd name="T38" fmla="*/ 2147483646 w 49"/>
                <a:gd name="T39" fmla="*/ 2147483646 h 49"/>
                <a:gd name="T40" fmla="*/ 2147483646 w 49"/>
                <a:gd name="T41" fmla="*/ 2147483646 h 49"/>
                <a:gd name="T42" fmla="*/ 2147483646 w 49"/>
                <a:gd name="T43" fmla="*/ 2147483646 h 49"/>
                <a:gd name="T44" fmla="*/ 2147483646 w 49"/>
                <a:gd name="T45" fmla="*/ 2147483646 h 49"/>
                <a:gd name="T46" fmla="*/ 2147483646 w 49"/>
                <a:gd name="T47" fmla="*/ 2147483646 h 49"/>
                <a:gd name="T48" fmla="*/ 2147483646 w 49"/>
                <a:gd name="T49" fmla="*/ 2147483646 h 49"/>
                <a:gd name="T50" fmla="*/ 2147483646 w 49"/>
                <a:gd name="T51" fmla="*/ 2147483646 h 49"/>
                <a:gd name="T52" fmla="*/ 2147483646 w 49"/>
                <a:gd name="T53" fmla="*/ 2147483646 h 49"/>
                <a:gd name="T54" fmla="*/ 2147483646 w 49"/>
                <a:gd name="T55" fmla="*/ 2147483646 h 49"/>
                <a:gd name="T56" fmla="*/ 2147483646 w 49"/>
                <a:gd name="T57" fmla="*/ 2147483646 h 49"/>
                <a:gd name="T58" fmla="*/ 2147483646 w 49"/>
                <a:gd name="T59" fmla="*/ 2147483646 h 49"/>
                <a:gd name="T60" fmla="*/ 2147483646 w 49"/>
                <a:gd name="T61" fmla="*/ 2147483646 h 49"/>
                <a:gd name="T62" fmla="*/ 2147483646 w 49"/>
                <a:gd name="T63" fmla="*/ 2147483646 h 49"/>
                <a:gd name="T64" fmla="*/ 2147483646 w 49"/>
                <a:gd name="T65" fmla="*/ 2147483646 h 49"/>
                <a:gd name="T66" fmla="*/ 2147483646 w 49"/>
                <a:gd name="T67" fmla="*/ 2147483646 h 49"/>
                <a:gd name="T68" fmla="*/ 2147483646 w 49"/>
                <a:gd name="T69" fmla="*/ 2147483646 h 49"/>
                <a:gd name="T70" fmla="*/ 2147483646 w 49"/>
                <a:gd name="T71" fmla="*/ 2147483646 h 49"/>
                <a:gd name="T72" fmla="*/ 2147483646 w 49"/>
                <a:gd name="T73" fmla="*/ 2147483646 h 49"/>
                <a:gd name="T74" fmla="*/ 2147483646 w 49"/>
                <a:gd name="T75" fmla="*/ 2147483646 h 49"/>
                <a:gd name="T76" fmla="*/ 2147483646 w 49"/>
                <a:gd name="T77" fmla="*/ 2147483646 h 49"/>
                <a:gd name="T78" fmla="*/ 2147483646 w 49"/>
                <a:gd name="T79" fmla="*/ 2147483646 h 49"/>
                <a:gd name="T80" fmla="*/ 2147483646 w 49"/>
                <a:gd name="T81" fmla="*/ 2147483646 h 49"/>
                <a:gd name="T82" fmla="*/ 2147483646 w 49"/>
                <a:gd name="T83" fmla="*/ 2147483646 h 49"/>
                <a:gd name="T84" fmla="*/ 2147483646 w 49"/>
                <a:gd name="T85" fmla="*/ 0 h 49"/>
                <a:gd name="T86" fmla="*/ 2147483646 w 49"/>
                <a:gd name="T87" fmla="*/ 0 h 49"/>
                <a:gd name="T88" fmla="*/ 2147483646 w 49"/>
                <a:gd name="T89" fmla="*/ 2147483646 h 4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9"/>
                <a:gd name="T136" fmla="*/ 0 h 49"/>
                <a:gd name="T137" fmla="*/ 49 w 49"/>
                <a:gd name="T138" fmla="*/ 49 h 4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9" h="49">
                  <a:moveTo>
                    <a:pt x="24" y="25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3" y="33"/>
                  </a:lnTo>
                  <a:lnTo>
                    <a:pt x="3" y="34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8" y="41"/>
                  </a:lnTo>
                  <a:lnTo>
                    <a:pt x="9" y="43"/>
                  </a:lnTo>
                  <a:lnTo>
                    <a:pt x="10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5"/>
                  </a:lnTo>
                  <a:lnTo>
                    <a:pt x="14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20" y="47"/>
                  </a:lnTo>
                  <a:lnTo>
                    <a:pt x="21" y="49"/>
                  </a:lnTo>
                  <a:lnTo>
                    <a:pt x="22" y="49"/>
                  </a:lnTo>
                  <a:lnTo>
                    <a:pt x="23" y="49"/>
                  </a:lnTo>
                  <a:lnTo>
                    <a:pt x="24" y="49"/>
                  </a:lnTo>
                  <a:lnTo>
                    <a:pt x="26" y="49"/>
                  </a:lnTo>
                  <a:lnTo>
                    <a:pt x="27" y="49"/>
                  </a:lnTo>
                  <a:lnTo>
                    <a:pt x="28" y="49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4" y="46"/>
                  </a:lnTo>
                  <a:lnTo>
                    <a:pt x="35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3"/>
                  </a:lnTo>
                  <a:lnTo>
                    <a:pt x="41" y="41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39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9" y="31"/>
                  </a:lnTo>
                  <a:lnTo>
                    <a:pt x="49" y="29"/>
                  </a:lnTo>
                  <a:lnTo>
                    <a:pt x="49" y="28"/>
                  </a:lnTo>
                  <a:lnTo>
                    <a:pt x="49" y="27"/>
                  </a:lnTo>
                  <a:lnTo>
                    <a:pt x="49" y="26"/>
                  </a:lnTo>
                  <a:lnTo>
                    <a:pt x="49" y="25"/>
                  </a:lnTo>
                  <a:lnTo>
                    <a:pt x="49" y="23"/>
                  </a:lnTo>
                  <a:lnTo>
                    <a:pt x="49" y="22"/>
                  </a:lnTo>
                  <a:lnTo>
                    <a:pt x="49" y="21"/>
                  </a:lnTo>
                  <a:lnTo>
                    <a:pt x="49" y="20"/>
                  </a:lnTo>
                  <a:lnTo>
                    <a:pt x="49" y="19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1"/>
                  </a:lnTo>
                  <a:lnTo>
                    <a:pt x="44" y="10"/>
                  </a:lnTo>
                  <a:lnTo>
                    <a:pt x="44" y="9"/>
                  </a:lnTo>
                  <a:lnTo>
                    <a:pt x="43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40" y="5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5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76" name="Freeform 97">
              <a:extLst>
                <a:ext uri="{FF2B5EF4-FFF2-40B4-BE49-F238E27FC236}">
                  <a16:creationId xmlns:a16="http://schemas.microsoft.com/office/drawing/2014/main" id="{0D3528F5-7038-4545-95F6-FCBF6C38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0" y="3330575"/>
              <a:ext cx="46038" cy="44450"/>
            </a:xfrm>
            <a:custGeom>
              <a:avLst/>
              <a:gdLst>
                <a:gd name="T0" fmla="*/ 2147483646 w 59"/>
                <a:gd name="T1" fmla="*/ 0 h 58"/>
                <a:gd name="T2" fmla="*/ 2147483646 w 59"/>
                <a:gd name="T3" fmla="*/ 0 h 58"/>
                <a:gd name="T4" fmla="*/ 2147483646 w 59"/>
                <a:gd name="T5" fmla="*/ 2147483646 h 58"/>
                <a:gd name="T6" fmla="*/ 2147483646 w 59"/>
                <a:gd name="T7" fmla="*/ 2147483646 h 58"/>
                <a:gd name="T8" fmla="*/ 2147483646 w 59"/>
                <a:gd name="T9" fmla="*/ 2147483646 h 58"/>
                <a:gd name="T10" fmla="*/ 2147483646 w 59"/>
                <a:gd name="T11" fmla="*/ 2147483646 h 58"/>
                <a:gd name="T12" fmla="*/ 2147483646 w 59"/>
                <a:gd name="T13" fmla="*/ 2147483646 h 58"/>
                <a:gd name="T14" fmla="*/ 2147483646 w 59"/>
                <a:gd name="T15" fmla="*/ 2147483646 h 58"/>
                <a:gd name="T16" fmla="*/ 2147483646 w 59"/>
                <a:gd name="T17" fmla="*/ 2147483646 h 58"/>
                <a:gd name="T18" fmla="*/ 0 w 59"/>
                <a:gd name="T19" fmla="*/ 2147483646 h 58"/>
                <a:gd name="T20" fmla="*/ 0 w 59"/>
                <a:gd name="T21" fmla="*/ 2147483646 h 58"/>
                <a:gd name="T22" fmla="*/ 0 w 59"/>
                <a:gd name="T23" fmla="*/ 2147483646 h 58"/>
                <a:gd name="T24" fmla="*/ 2147483646 w 59"/>
                <a:gd name="T25" fmla="*/ 2147483646 h 58"/>
                <a:gd name="T26" fmla="*/ 2147483646 w 59"/>
                <a:gd name="T27" fmla="*/ 2147483646 h 58"/>
                <a:gd name="T28" fmla="*/ 2147483646 w 59"/>
                <a:gd name="T29" fmla="*/ 2147483646 h 58"/>
                <a:gd name="T30" fmla="*/ 2147483646 w 59"/>
                <a:gd name="T31" fmla="*/ 2147483646 h 58"/>
                <a:gd name="T32" fmla="*/ 2147483646 w 59"/>
                <a:gd name="T33" fmla="*/ 2147483646 h 58"/>
                <a:gd name="T34" fmla="*/ 2147483646 w 59"/>
                <a:gd name="T35" fmla="*/ 2147483646 h 58"/>
                <a:gd name="T36" fmla="*/ 2147483646 w 59"/>
                <a:gd name="T37" fmla="*/ 2147483646 h 58"/>
                <a:gd name="T38" fmla="*/ 2147483646 w 59"/>
                <a:gd name="T39" fmla="*/ 2147483646 h 58"/>
                <a:gd name="T40" fmla="*/ 2147483646 w 59"/>
                <a:gd name="T41" fmla="*/ 2147483646 h 58"/>
                <a:gd name="T42" fmla="*/ 2147483646 w 59"/>
                <a:gd name="T43" fmla="*/ 2147483646 h 58"/>
                <a:gd name="T44" fmla="*/ 2147483646 w 59"/>
                <a:gd name="T45" fmla="*/ 2147483646 h 58"/>
                <a:gd name="T46" fmla="*/ 2147483646 w 59"/>
                <a:gd name="T47" fmla="*/ 2147483646 h 58"/>
                <a:gd name="T48" fmla="*/ 2147483646 w 59"/>
                <a:gd name="T49" fmla="*/ 2147483646 h 58"/>
                <a:gd name="T50" fmla="*/ 2147483646 w 59"/>
                <a:gd name="T51" fmla="*/ 2147483646 h 58"/>
                <a:gd name="T52" fmla="*/ 2147483646 w 59"/>
                <a:gd name="T53" fmla="*/ 2147483646 h 58"/>
                <a:gd name="T54" fmla="*/ 2147483646 w 59"/>
                <a:gd name="T55" fmla="*/ 2147483646 h 58"/>
                <a:gd name="T56" fmla="*/ 2147483646 w 59"/>
                <a:gd name="T57" fmla="*/ 2147483646 h 58"/>
                <a:gd name="T58" fmla="*/ 2147483646 w 59"/>
                <a:gd name="T59" fmla="*/ 2147483646 h 58"/>
                <a:gd name="T60" fmla="*/ 2147483646 w 59"/>
                <a:gd name="T61" fmla="*/ 2147483646 h 58"/>
                <a:gd name="T62" fmla="*/ 2147483646 w 59"/>
                <a:gd name="T63" fmla="*/ 2147483646 h 58"/>
                <a:gd name="T64" fmla="*/ 2147483646 w 59"/>
                <a:gd name="T65" fmla="*/ 2147483646 h 58"/>
                <a:gd name="T66" fmla="*/ 2147483646 w 59"/>
                <a:gd name="T67" fmla="*/ 2147483646 h 58"/>
                <a:gd name="T68" fmla="*/ 2147483646 w 59"/>
                <a:gd name="T69" fmla="*/ 2147483646 h 58"/>
                <a:gd name="T70" fmla="*/ 2147483646 w 59"/>
                <a:gd name="T71" fmla="*/ 2147483646 h 58"/>
                <a:gd name="T72" fmla="*/ 2147483646 w 59"/>
                <a:gd name="T73" fmla="*/ 2147483646 h 58"/>
                <a:gd name="T74" fmla="*/ 2147483646 w 59"/>
                <a:gd name="T75" fmla="*/ 2147483646 h 58"/>
                <a:gd name="T76" fmla="*/ 2147483646 w 59"/>
                <a:gd name="T77" fmla="*/ 2147483646 h 58"/>
                <a:gd name="T78" fmla="*/ 2147483646 w 59"/>
                <a:gd name="T79" fmla="*/ 2147483646 h 58"/>
                <a:gd name="T80" fmla="*/ 2147483646 w 59"/>
                <a:gd name="T81" fmla="*/ 2147483646 h 58"/>
                <a:gd name="T82" fmla="*/ 2147483646 w 59"/>
                <a:gd name="T83" fmla="*/ 2147483646 h 58"/>
                <a:gd name="T84" fmla="*/ 2147483646 w 59"/>
                <a:gd name="T85" fmla="*/ 0 h 58"/>
                <a:gd name="T86" fmla="*/ 2147483646 w 59"/>
                <a:gd name="T87" fmla="*/ 0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8"/>
                <a:gd name="T134" fmla="*/ 59 w 59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8">
                  <a:moveTo>
                    <a:pt x="29" y="0"/>
                  </a:move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8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5"/>
                  </a:lnTo>
                  <a:lnTo>
                    <a:pt x="5" y="46"/>
                  </a:lnTo>
                  <a:lnTo>
                    <a:pt x="6" y="47"/>
                  </a:lnTo>
                  <a:lnTo>
                    <a:pt x="7" y="48"/>
                  </a:lnTo>
                  <a:lnTo>
                    <a:pt x="8" y="49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7" y="55"/>
                  </a:lnTo>
                  <a:lnTo>
                    <a:pt x="18" y="57"/>
                  </a:lnTo>
                  <a:lnTo>
                    <a:pt x="19" y="57"/>
                  </a:lnTo>
                  <a:lnTo>
                    <a:pt x="20" y="57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5" y="58"/>
                  </a:lnTo>
                  <a:lnTo>
                    <a:pt x="27" y="58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1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9" y="57"/>
                  </a:lnTo>
                  <a:lnTo>
                    <a:pt x="40" y="57"/>
                  </a:lnTo>
                  <a:lnTo>
                    <a:pt x="41" y="57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8" y="52"/>
                  </a:lnTo>
                  <a:lnTo>
                    <a:pt x="49" y="51"/>
                  </a:lnTo>
                  <a:lnTo>
                    <a:pt x="51" y="49"/>
                  </a:lnTo>
                  <a:lnTo>
                    <a:pt x="52" y="48"/>
                  </a:lnTo>
                  <a:lnTo>
                    <a:pt x="53" y="47"/>
                  </a:lnTo>
                  <a:lnTo>
                    <a:pt x="54" y="46"/>
                  </a:lnTo>
                  <a:lnTo>
                    <a:pt x="54" y="45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7" y="41"/>
                  </a:lnTo>
                  <a:lnTo>
                    <a:pt x="57" y="39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9" y="34"/>
                  </a:lnTo>
                  <a:lnTo>
                    <a:pt x="59" y="33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9" y="24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7" y="19"/>
                  </a:lnTo>
                  <a:lnTo>
                    <a:pt x="57" y="18"/>
                  </a:lnTo>
                  <a:lnTo>
                    <a:pt x="55" y="16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1" y="8"/>
                  </a:lnTo>
                  <a:lnTo>
                    <a:pt x="49" y="7"/>
                  </a:lnTo>
                  <a:lnTo>
                    <a:pt x="48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7" name="Freeform 98">
              <a:extLst>
                <a:ext uri="{FF2B5EF4-FFF2-40B4-BE49-F238E27FC236}">
                  <a16:creationId xmlns:a16="http://schemas.microsoft.com/office/drawing/2014/main" id="{7B648432-4E1C-4289-BE97-DE2F3A11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513138"/>
              <a:ext cx="38100" cy="38100"/>
            </a:xfrm>
            <a:custGeom>
              <a:avLst/>
              <a:gdLst>
                <a:gd name="T0" fmla="*/ 2147483646 w 48"/>
                <a:gd name="T1" fmla="*/ 0 h 48"/>
                <a:gd name="T2" fmla="*/ 2147483646 w 48"/>
                <a:gd name="T3" fmla="*/ 0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0 h 48"/>
                <a:gd name="T86" fmla="*/ 2147483646 w 48"/>
                <a:gd name="T87" fmla="*/ 0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7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40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6" y="35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6" y="13"/>
                  </a:lnTo>
                  <a:lnTo>
                    <a:pt x="46" y="12"/>
                  </a:lnTo>
                  <a:lnTo>
                    <a:pt x="44" y="11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0" y="5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78" name="Freeform 99">
              <a:extLst>
                <a:ext uri="{FF2B5EF4-FFF2-40B4-BE49-F238E27FC236}">
                  <a16:creationId xmlns:a16="http://schemas.microsoft.com/office/drawing/2014/main" id="{18AE950A-1FD7-477F-A5B9-DCAC57C65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450" y="3521075"/>
              <a:ext cx="46038" cy="46038"/>
            </a:xfrm>
            <a:custGeom>
              <a:avLst/>
              <a:gdLst>
                <a:gd name="T0" fmla="*/ 2147483646 w 59"/>
                <a:gd name="T1" fmla="*/ 0 h 58"/>
                <a:gd name="T2" fmla="*/ 2147483646 w 59"/>
                <a:gd name="T3" fmla="*/ 0 h 58"/>
                <a:gd name="T4" fmla="*/ 2147483646 w 59"/>
                <a:gd name="T5" fmla="*/ 2147483646 h 58"/>
                <a:gd name="T6" fmla="*/ 2147483646 w 59"/>
                <a:gd name="T7" fmla="*/ 2147483646 h 58"/>
                <a:gd name="T8" fmla="*/ 2147483646 w 59"/>
                <a:gd name="T9" fmla="*/ 2147483646 h 58"/>
                <a:gd name="T10" fmla="*/ 2147483646 w 59"/>
                <a:gd name="T11" fmla="*/ 2147483646 h 58"/>
                <a:gd name="T12" fmla="*/ 2147483646 w 59"/>
                <a:gd name="T13" fmla="*/ 2147483646 h 58"/>
                <a:gd name="T14" fmla="*/ 2147483646 w 59"/>
                <a:gd name="T15" fmla="*/ 2147483646 h 58"/>
                <a:gd name="T16" fmla="*/ 2147483646 w 59"/>
                <a:gd name="T17" fmla="*/ 2147483646 h 58"/>
                <a:gd name="T18" fmla="*/ 0 w 59"/>
                <a:gd name="T19" fmla="*/ 2147483646 h 58"/>
                <a:gd name="T20" fmla="*/ 0 w 59"/>
                <a:gd name="T21" fmla="*/ 2147483646 h 58"/>
                <a:gd name="T22" fmla="*/ 0 w 59"/>
                <a:gd name="T23" fmla="*/ 2147483646 h 58"/>
                <a:gd name="T24" fmla="*/ 2147483646 w 59"/>
                <a:gd name="T25" fmla="*/ 2147483646 h 58"/>
                <a:gd name="T26" fmla="*/ 2147483646 w 59"/>
                <a:gd name="T27" fmla="*/ 2147483646 h 58"/>
                <a:gd name="T28" fmla="*/ 2147483646 w 59"/>
                <a:gd name="T29" fmla="*/ 2147483646 h 58"/>
                <a:gd name="T30" fmla="*/ 2147483646 w 59"/>
                <a:gd name="T31" fmla="*/ 2147483646 h 58"/>
                <a:gd name="T32" fmla="*/ 2147483646 w 59"/>
                <a:gd name="T33" fmla="*/ 2147483646 h 58"/>
                <a:gd name="T34" fmla="*/ 2147483646 w 59"/>
                <a:gd name="T35" fmla="*/ 2147483646 h 58"/>
                <a:gd name="T36" fmla="*/ 2147483646 w 59"/>
                <a:gd name="T37" fmla="*/ 2147483646 h 58"/>
                <a:gd name="T38" fmla="*/ 2147483646 w 59"/>
                <a:gd name="T39" fmla="*/ 2147483646 h 58"/>
                <a:gd name="T40" fmla="*/ 2147483646 w 59"/>
                <a:gd name="T41" fmla="*/ 2147483646 h 58"/>
                <a:gd name="T42" fmla="*/ 2147483646 w 59"/>
                <a:gd name="T43" fmla="*/ 2147483646 h 58"/>
                <a:gd name="T44" fmla="*/ 2147483646 w 59"/>
                <a:gd name="T45" fmla="*/ 2147483646 h 58"/>
                <a:gd name="T46" fmla="*/ 2147483646 w 59"/>
                <a:gd name="T47" fmla="*/ 2147483646 h 58"/>
                <a:gd name="T48" fmla="*/ 2147483646 w 59"/>
                <a:gd name="T49" fmla="*/ 2147483646 h 58"/>
                <a:gd name="T50" fmla="*/ 2147483646 w 59"/>
                <a:gd name="T51" fmla="*/ 2147483646 h 58"/>
                <a:gd name="T52" fmla="*/ 2147483646 w 59"/>
                <a:gd name="T53" fmla="*/ 2147483646 h 58"/>
                <a:gd name="T54" fmla="*/ 2147483646 w 59"/>
                <a:gd name="T55" fmla="*/ 2147483646 h 58"/>
                <a:gd name="T56" fmla="*/ 2147483646 w 59"/>
                <a:gd name="T57" fmla="*/ 2147483646 h 58"/>
                <a:gd name="T58" fmla="*/ 2147483646 w 59"/>
                <a:gd name="T59" fmla="*/ 2147483646 h 58"/>
                <a:gd name="T60" fmla="*/ 2147483646 w 59"/>
                <a:gd name="T61" fmla="*/ 2147483646 h 58"/>
                <a:gd name="T62" fmla="*/ 2147483646 w 59"/>
                <a:gd name="T63" fmla="*/ 2147483646 h 58"/>
                <a:gd name="T64" fmla="*/ 2147483646 w 59"/>
                <a:gd name="T65" fmla="*/ 2147483646 h 58"/>
                <a:gd name="T66" fmla="*/ 2147483646 w 59"/>
                <a:gd name="T67" fmla="*/ 2147483646 h 58"/>
                <a:gd name="T68" fmla="*/ 2147483646 w 59"/>
                <a:gd name="T69" fmla="*/ 2147483646 h 58"/>
                <a:gd name="T70" fmla="*/ 2147483646 w 59"/>
                <a:gd name="T71" fmla="*/ 2147483646 h 58"/>
                <a:gd name="T72" fmla="*/ 2147483646 w 59"/>
                <a:gd name="T73" fmla="*/ 2147483646 h 58"/>
                <a:gd name="T74" fmla="*/ 2147483646 w 59"/>
                <a:gd name="T75" fmla="*/ 2147483646 h 58"/>
                <a:gd name="T76" fmla="*/ 2147483646 w 59"/>
                <a:gd name="T77" fmla="*/ 2147483646 h 58"/>
                <a:gd name="T78" fmla="*/ 2147483646 w 59"/>
                <a:gd name="T79" fmla="*/ 2147483646 h 58"/>
                <a:gd name="T80" fmla="*/ 2147483646 w 59"/>
                <a:gd name="T81" fmla="*/ 2147483646 h 58"/>
                <a:gd name="T82" fmla="*/ 2147483646 w 59"/>
                <a:gd name="T83" fmla="*/ 2147483646 h 58"/>
                <a:gd name="T84" fmla="*/ 2147483646 w 59"/>
                <a:gd name="T85" fmla="*/ 0 h 58"/>
                <a:gd name="T86" fmla="*/ 2147483646 w 59"/>
                <a:gd name="T87" fmla="*/ 0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8"/>
                <a:gd name="T134" fmla="*/ 59 w 59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8">
                  <a:moveTo>
                    <a:pt x="29" y="0"/>
                  </a:moveTo>
                  <a:lnTo>
                    <a:pt x="28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4" y="44"/>
                  </a:lnTo>
                  <a:lnTo>
                    <a:pt x="5" y="45"/>
                  </a:lnTo>
                  <a:lnTo>
                    <a:pt x="5" y="46"/>
                  </a:lnTo>
                  <a:lnTo>
                    <a:pt x="6" y="47"/>
                  </a:lnTo>
                  <a:lnTo>
                    <a:pt x="8" y="48"/>
                  </a:lnTo>
                  <a:lnTo>
                    <a:pt x="9" y="50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5" y="54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7"/>
                  </a:lnTo>
                  <a:lnTo>
                    <a:pt x="20" y="57"/>
                  </a:lnTo>
                  <a:lnTo>
                    <a:pt x="21" y="57"/>
                  </a:lnTo>
                  <a:lnTo>
                    <a:pt x="22" y="58"/>
                  </a:lnTo>
                  <a:lnTo>
                    <a:pt x="25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5" y="58"/>
                  </a:lnTo>
                  <a:lnTo>
                    <a:pt x="38" y="58"/>
                  </a:lnTo>
                  <a:lnTo>
                    <a:pt x="39" y="57"/>
                  </a:lnTo>
                  <a:lnTo>
                    <a:pt x="40" y="57"/>
                  </a:lnTo>
                  <a:lnTo>
                    <a:pt x="41" y="57"/>
                  </a:lnTo>
                  <a:lnTo>
                    <a:pt x="43" y="56"/>
                  </a:lnTo>
                  <a:lnTo>
                    <a:pt x="44" y="54"/>
                  </a:lnTo>
                  <a:lnTo>
                    <a:pt x="45" y="54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9" y="52"/>
                  </a:lnTo>
                  <a:lnTo>
                    <a:pt x="50" y="51"/>
                  </a:lnTo>
                  <a:lnTo>
                    <a:pt x="51" y="50"/>
                  </a:lnTo>
                  <a:lnTo>
                    <a:pt x="52" y="48"/>
                  </a:lnTo>
                  <a:lnTo>
                    <a:pt x="53" y="47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6" y="44"/>
                  </a:lnTo>
                  <a:lnTo>
                    <a:pt x="56" y="42"/>
                  </a:lnTo>
                  <a:lnTo>
                    <a:pt x="57" y="41"/>
                  </a:lnTo>
                  <a:lnTo>
                    <a:pt x="57" y="39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9" y="34"/>
                  </a:lnTo>
                  <a:lnTo>
                    <a:pt x="59" y="33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9" y="24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6" y="16"/>
                  </a:lnTo>
                  <a:lnTo>
                    <a:pt x="56" y="15"/>
                  </a:lnTo>
                  <a:lnTo>
                    <a:pt x="55" y="14"/>
                  </a:lnTo>
                  <a:lnTo>
                    <a:pt x="55" y="12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1" y="9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9" name="Rectangle 100">
              <a:extLst>
                <a:ext uri="{FF2B5EF4-FFF2-40B4-BE49-F238E27FC236}">
                  <a16:creationId xmlns:a16="http://schemas.microsoft.com/office/drawing/2014/main" id="{257EA864-3417-4949-BB59-2D6D56340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2425700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80" name="Rectangle 101">
              <a:extLst>
                <a:ext uri="{FF2B5EF4-FFF2-40B4-BE49-F238E27FC236}">
                  <a16:creationId xmlns:a16="http://schemas.microsoft.com/office/drawing/2014/main" id="{D9FDB717-D5F9-4BBF-AD81-293845B6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6500" y="3298825"/>
              <a:ext cx="9366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charset="0"/>
                </a:rPr>
                <a:t>f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381" name="Line 102">
              <a:extLst>
                <a:ext uri="{FF2B5EF4-FFF2-40B4-BE49-F238E27FC236}">
                  <a16:creationId xmlns:a16="http://schemas.microsoft.com/office/drawing/2014/main" id="{36D72808-7B24-4D1F-BA0B-B7E3FF82AA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1425" y="879475"/>
              <a:ext cx="4206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82" name="Line 103">
              <a:extLst>
                <a:ext uri="{FF2B5EF4-FFF2-40B4-BE49-F238E27FC236}">
                  <a16:creationId xmlns:a16="http://schemas.microsoft.com/office/drawing/2014/main" id="{7726223B-A6B7-41A3-B4BB-CDAECC1C2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113" y="879475"/>
              <a:ext cx="0" cy="3816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83" name="Line 104">
              <a:extLst>
                <a:ext uri="{FF2B5EF4-FFF2-40B4-BE49-F238E27FC236}">
                  <a16:creationId xmlns:a16="http://schemas.microsoft.com/office/drawing/2014/main" id="{BC56BAF1-A0DB-4F65-A97E-8DEB71135D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81425" y="4695825"/>
              <a:ext cx="40957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7282" name="Title 1">
            <a:extLst>
              <a:ext uri="{FF2B5EF4-FFF2-40B4-BE49-F238E27FC236}">
                <a16:creationId xmlns:a16="http://schemas.microsoft.com/office/drawing/2014/main" id="{A481B764-8A01-41D4-858A-2D40E9BE4DB2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Hint: How did we build a 16-1 Multiplexer</a:t>
            </a:r>
          </a:p>
        </p:txBody>
      </p:sp>
      <p:sp>
        <p:nvSpPr>
          <p:cNvPr id="97283" name="TextBox 125">
            <a:extLst>
              <a:ext uri="{FF2B5EF4-FFF2-40B4-BE49-F238E27FC236}">
                <a16:creationId xmlns:a16="http://schemas.microsoft.com/office/drawing/2014/main" id="{D170B63A-3634-49FE-9A36-4D298EB5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4.4 from the textbook ]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12" name="Rectangle 12">
            <a:extLst>
              <a:ext uri="{FF2B5EF4-FFF2-40B4-BE49-F238E27FC236}">
                <a16:creationId xmlns:a16="http://schemas.microsoft.com/office/drawing/2014/main" id="{26716BF3-3874-41D7-91A9-4A25B995B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1049338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3" name="Rectangle 13">
            <a:extLst>
              <a:ext uri="{FF2B5EF4-FFF2-40B4-BE49-F238E27FC236}">
                <a16:creationId xmlns:a16="http://schemas.microsoft.com/office/drawing/2014/main" id="{A2F77249-614F-470B-89A2-A0606F6D1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115411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4" name="Rectangle 14">
            <a:extLst>
              <a:ext uri="{FF2B5EF4-FFF2-40B4-BE49-F238E27FC236}">
                <a16:creationId xmlns:a16="http://schemas.microsoft.com/office/drawing/2014/main" id="{B682BFDB-E7E3-4FE7-A6F7-4106E4645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1347788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5" name="Rectangle 15">
            <a:extLst>
              <a:ext uri="{FF2B5EF4-FFF2-40B4-BE49-F238E27FC236}">
                <a16:creationId xmlns:a16="http://schemas.microsoft.com/office/drawing/2014/main" id="{4D7EDD7C-DFC0-4564-BA26-D9A09A367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14525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6" name="Rectangle 16">
            <a:extLst>
              <a:ext uri="{FF2B5EF4-FFF2-40B4-BE49-F238E27FC236}">
                <a16:creationId xmlns:a16="http://schemas.microsoft.com/office/drawing/2014/main" id="{2FE59D64-1DAC-41E4-A06D-EF83228E8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164782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7" name="Rectangle 17">
            <a:extLst>
              <a:ext uri="{FF2B5EF4-FFF2-40B4-BE49-F238E27FC236}">
                <a16:creationId xmlns:a16="http://schemas.microsoft.com/office/drawing/2014/main" id="{82BF35ED-09E2-460F-9F66-B3CA3A0DF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17526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8" name="Rectangle 18">
            <a:extLst>
              <a:ext uri="{FF2B5EF4-FFF2-40B4-BE49-F238E27FC236}">
                <a16:creationId xmlns:a16="http://schemas.microsoft.com/office/drawing/2014/main" id="{53E235F7-9AB7-46A3-8FFB-EF8B2F7AB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194627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9" name="Rectangle 19">
            <a:extLst>
              <a:ext uri="{FF2B5EF4-FFF2-40B4-BE49-F238E27FC236}">
                <a16:creationId xmlns:a16="http://schemas.microsoft.com/office/drawing/2014/main" id="{1102C1FD-FD6D-4CC0-938A-A9D38C783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20494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20" name="Rectangle 20">
            <a:extLst>
              <a:ext uri="{FF2B5EF4-FFF2-40B4-BE49-F238E27FC236}">
                <a16:creationId xmlns:a16="http://schemas.microsoft.com/office/drawing/2014/main" id="{EB489114-BE06-4537-AFE9-B3F715AAC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106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 dirty="0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 dirty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1" name="Rectangle 21">
            <a:extLst>
              <a:ext uri="{FF2B5EF4-FFF2-40B4-BE49-F238E27FC236}">
                <a16:creationId xmlns:a16="http://schemas.microsoft.com/office/drawing/2014/main" id="{693A1B8A-65BC-4BBE-A83A-42B4BB59D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968375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23" name="Rectangle 23">
            <a:extLst>
              <a:ext uri="{FF2B5EF4-FFF2-40B4-BE49-F238E27FC236}">
                <a16:creationId xmlns:a16="http://schemas.microsoft.com/office/drawing/2014/main" id="{59B4F549-C494-4149-98CA-60533E5BD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11731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5" name="Line 25">
            <a:extLst>
              <a:ext uri="{FF2B5EF4-FFF2-40B4-BE49-F238E27FC236}">
                <a16:creationId xmlns:a16="http://schemas.microsoft.com/office/drawing/2014/main" id="{4328AA04-6397-4F51-87E2-7502A0EB82A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11969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6" name="Line 26">
            <a:extLst>
              <a:ext uri="{FF2B5EF4-FFF2-40B4-BE49-F238E27FC236}">
                <a16:creationId xmlns:a16="http://schemas.microsoft.com/office/drawing/2014/main" id="{C59C6624-68A0-4F92-9D0F-98F5599AB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20891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7" name="Rectangle 27">
            <a:extLst>
              <a:ext uri="{FF2B5EF4-FFF2-40B4-BE49-F238E27FC236}">
                <a16:creationId xmlns:a16="http://schemas.microsoft.com/office/drawing/2014/main" id="{F783B382-F83F-4F88-BF91-F670B176C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2008188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8" name="Rectangle 28">
            <a:extLst>
              <a:ext uri="{FF2B5EF4-FFF2-40B4-BE49-F238E27FC236}">
                <a16:creationId xmlns:a16="http://schemas.microsoft.com/office/drawing/2014/main" id="{42EE97F0-C402-449E-857C-8C4DB25E3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106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9" name="Rectangle 29">
            <a:extLst>
              <a:ext uri="{FF2B5EF4-FFF2-40B4-BE49-F238E27FC236}">
                <a16:creationId xmlns:a16="http://schemas.microsoft.com/office/drawing/2014/main" id="{B1EC8AAA-7989-494D-B376-F1D6A81E2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11731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0" name="Rectangle 30">
            <a:extLst>
              <a:ext uri="{FF2B5EF4-FFF2-40B4-BE49-F238E27FC236}">
                <a16:creationId xmlns:a16="http://schemas.microsoft.com/office/drawing/2014/main" id="{2DD382D1-B3AB-4265-B135-912A9D9DC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1363663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2" name="Rectangle 32">
            <a:extLst>
              <a:ext uri="{FF2B5EF4-FFF2-40B4-BE49-F238E27FC236}">
                <a16:creationId xmlns:a16="http://schemas.microsoft.com/office/drawing/2014/main" id="{70EB0DC3-9577-4C2F-AB73-AEA42AFE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146843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3" name="Rectangle 33">
            <a:extLst>
              <a:ext uri="{FF2B5EF4-FFF2-40B4-BE49-F238E27FC236}">
                <a16:creationId xmlns:a16="http://schemas.microsoft.com/office/drawing/2014/main" id="{81304E7D-59D5-4B03-B564-CDEA26F52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136366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4" name="Rectangle 34">
            <a:extLst>
              <a:ext uri="{FF2B5EF4-FFF2-40B4-BE49-F238E27FC236}">
                <a16:creationId xmlns:a16="http://schemas.microsoft.com/office/drawing/2014/main" id="{676B89F9-DCB0-4D82-AE3E-D158B020E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146843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5" name="Rectangle 35">
            <a:extLst>
              <a:ext uri="{FF2B5EF4-FFF2-40B4-BE49-F238E27FC236}">
                <a16:creationId xmlns:a16="http://schemas.microsoft.com/office/drawing/2014/main" id="{81B69056-6C18-4905-BE6E-8DE6D96AF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16573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6" name="Rectangle 36">
            <a:extLst>
              <a:ext uri="{FF2B5EF4-FFF2-40B4-BE49-F238E27FC236}">
                <a16:creationId xmlns:a16="http://schemas.microsoft.com/office/drawing/2014/main" id="{747A3422-ABCD-4BBB-8316-BCCBE4044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17621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7" name="Rectangle 37">
            <a:extLst>
              <a:ext uri="{FF2B5EF4-FFF2-40B4-BE49-F238E27FC236}">
                <a16:creationId xmlns:a16="http://schemas.microsoft.com/office/drawing/2014/main" id="{B5D9EEA1-1600-4C10-A6AB-E496B7E0F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195262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8" name="Line 38">
            <a:extLst>
              <a:ext uri="{FF2B5EF4-FFF2-40B4-BE49-F238E27FC236}">
                <a16:creationId xmlns:a16="http://schemas.microsoft.com/office/drawing/2014/main" id="{CBF8A6D5-A794-4191-AB7E-8843D7917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18145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9" name="Line 39">
            <a:extLst>
              <a:ext uri="{FF2B5EF4-FFF2-40B4-BE49-F238E27FC236}">
                <a16:creationId xmlns:a16="http://schemas.microsoft.com/office/drawing/2014/main" id="{1D0C7ACB-01D4-45B0-895B-05BDDFADE46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15176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0" name="Rectangle 40">
            <a:extLst>
              <a:ext uri="{FF2B5EF4-FFF2-40B4-BE49-F238E27FC236}">
                <a16:creationId xmlns:a16="http://schemas.microsoft.com/office/drawing/2014/main" id="{7FD23628-5CBA-4143-9D19-D7810E3DE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205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1" name="Rectangle 41">
            <a:extLst>
              <a:ext uri="{FF2B5EF4-FFF2-40B4-BE49-F238E27FC236}">
                <a16:creationId xmlns:a16="http://schemas.microsoft.com/office/drawing/2014/main" id="{B43B2694-A21A-4D2C-A2B3-38992438C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29019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2" name="Rectangle 42">
            <a:extLst>
              <a:ext uri="{FF2B5EF4-FFF2-40B4-BE49-F238E27FC236}">
                <a16:creationId xmlns:a16="http://schemas.microsoft.com/office/drawing/2014/main" id="{E5122145-DCD6-4FAC-B86C-A823EFF5C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2797175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43" name="Line 43">
            <a:extLst>
              <a:ext uri="{FF2B5EF4-FFF2-40B4-BE49-F238E27FC236}">
                <a16:creationId xmlns:a16="http://schemas.microsoft.com/office/drawing/2014/main" id="{173450E5-63B4-47F9-B404-A229940AF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2525" y="3048000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4" name="Rectangle 44">
            <a:extLst>
              <a:ext uri="{FF2B5EF4-FFF2-40B4-BE49-F238E27FC236}">
                <a16:creationId xmlns:a16="http://schemas.microsoft.com/office/drawing/2014/main" id="{322E6E1E-B290-4DFA-8E82-20EE886CE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30067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5" name="Line 45">
            <a:extLst>
              <a:ext uri="{FF2B5EF4-FFF2-40B4-BE49-F238E27FC236}">
                <a16:creationId xmlns:a16="http://schemas.microsoft.com/office/drawing/2014/main" id="{4166DE7F-3EB4-40B4-9E5A-3E728806E9A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2523" y="3935413"/>
            <a:ext cx="342901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6" name="Line 46">
            <a:extLst>
              <a:ext uri="{FF2B5EF4-FFF2-40B4-BE49-F238E27FC236}">
                <a16:creationId xmlns:a16="http://schemas.microsoft.com/office/drawing/2014/main" id="{9BFBFD75-830D-4CEB-93BE-9A05B283B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3048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7" name="Line 47">
            <a:extLst>
              <a:ext uri="{FF2B5EF4-FFF2-40B4-BE49-F238E27FC236}">
                <a16:creationId xmlns:a16="http://schemas.microsoft.com/office/drawing/2014/main" id="{88C9489E-B8AF-4749-BF85-DD58AD9A6D8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39385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8" name="Rectangle 48">
            <a:extLst>
              <a:ext uri="{FF2B5EF4-FFF2-40B4-BE49-F238E27FC236}">
                <a16:creationId xmlns:a16="http://schemas.microsoft.com/office/drawing/2014/main" id="{B7B20F11-EBEE-4308-AE85-75E1B4F93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3841750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9" name="Rectangle 49">
            <a:extLst>
              <a:ext uri="{FF2B5EF4-FFF2-40B4-BE49-F238E27FC236}">
                <a16:creationId xmlns:a16="http://schemas.microsoft.com/office/drawing/2014/main" id="{E5B93C6D-361C-4984-A04E-42D7449F6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29019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0" name="Rectangle 50">
            <a:extLst>
              <a:ext uri="{FF2B5EF4-FFF2-40B4-BE49-F238E27FC236}">
                <a16:creationId xmlns:a16="http://schemas.microsoft.com/office/drawing/2014/main" id="{9C76623D-A3B7-47E5-8867-CF87D380C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30067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1" name="Rectangle 51">
            <a:extLst>
              <a:ext uri="{FF2B5EF4-FFF2-40B4-BE49-F238E27FC236}">
                <a16:creationId xmlns:a16="http://schemas.microsoft.com/office/drawing/2014/main" id="{4448D07E-9719-4C33-A1DC-666957FCC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319722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2" name="Line 52">
            <a:extLst>
              <a:ext uri="{FF2B5EF4-FFF2-40B4-BE49-F238E27FC236}">
                <a16:creationId xmlns:a16="http://schemas.microsoft.com/office/drawing/2014/main" id="{F9BFE49A-5603-4290-A4A2-A18BE8945E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3637" y="3319462"/>
            <a:ext cx="33178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53" name="Rectangle 53">
            <a:extLst>
              <a:ext uri="{FF2B5EF4-FFF2-40B4-BE49-F238E27FC236}">
                <a16:creationId xmlns:a16="http://schemas.microsoft.com/office/drawing/2014/main" id="{307ACB4A-5CD0-4139-A543-49C31E0BA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33020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4" name="Rectangle 54">
            <a:extLst>
              <a:ext uri="{FF2B5EF4-FFF2-40B4-BE49-F238E27FC236}">
                <a16:creationId xmlns:a16="http://schemas.microsoft.com/office/drawing/2014/main" id="{17627491-CCFD-4425-AF46-6E0EF6441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319722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5" name="Rectangle 55">
            <a:extLst>
              <a:ext uri="{FF2B5EF4-FFF2-40B4-BE49-F238E27FC236}">
                <a16:creationId xmlns:a16="http://schemas.microsoft.com/office/drawing/2014/main" id="{DA46C809-2D61-4C45-8FDE-5C5413FC6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33020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6" name="Rectangle 56">
            <a:extLst>
              <a:ext uri="{FF2B5EF4-FFF2-40B4-BE49-F238E27FC236}">
                <a16:creationId xmlns:a16="http://schemas.microsoft.com/office/drawing/2014/main" id="{DA67415C-D22A-4655-A997-6A908E6F5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34909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7" name="Rectangle 57">
            <a:extLst>
              <a:ext uri="{FF2B5EF4-FFF2-40B4-BE49-F238E27FC236}">
                <a16:creationId xmlns:a16="http://schemas.microsoft.com/office/drawing/2014/main" id="{CFA7E916-3B79-458F-B49F-A450FF28B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35956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8" name="Rectangle 58">
            <a:extLst>
              <a:ext uri="{FF2B5EF4-FFF2-40B4-BE49-F238E27FC236}">
                <a16:creationId xmlns:a16="http://schemas.microsoft.com/office/drawing/2014/main" id="{17BE6C93-8B89-464C-BFAB-8FEC80073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7" y="37861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9" name="Line 59">
            <a:extLst>
              <a:ext uri="{FF2B5EF4-FFF2-40B4-BE49-F238E27FC236}">
                <a16:creationId xmlns:a16="http://schemas.microsoft.com/office/drawing/2014/main" id="{1A393F46-A88C-48A7-A8F5-BE6B659F8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36417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4" name="Rectangle 64">
            <a:extLst>
              <a:ext uri="{FF2B5EF4-FFF2-40B4-BE49-F238E27FC236}">
                <a16:creationId xmlns:a16="http://schemas.microsoft.com/office/drawing/2014/main" id="{C1DCEACE-BDFE-4358-BD45-F75458D4E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388937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65" name="Rectangle 65">
            <a:extLst>
              <a:ext uri="{FF2B5EF4-FFF2-40B4-BE49-F238E27FC236}">
                <a16:creationId xmlns:a16="http://schemas.microsoft.com/office/drawing/2014/main" id="{AAC7602D-B6B0-4E37-A93C-6B1E88A5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288607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6" name="Rectangle 66">
            <a:extLst>
              <a:ext uri="{FF2B5EF4-FFF2-40B4-BE49-F238E27FC236}">
                <a16:creationId xmlns:a16="http://schemas.microsoft.com/office/drawing/2014/main" id="{86423BE4-3729-4F3D-81BD-EAE9A97A5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29892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7" name="Rectangle 67">
            <a:extLst>
              <a:ext uri="{FF2B5EF4-FFF2-40B4-BE49-F238E27FC236}">
                <a16:creationId xmlns:a16="http://schemas.microsoft.com/office/drawing/2014/main" id="{4AB1D0DF-FFE9-4730-9468-29705B99C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318452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8" name="Rectangle 68">
            <a:extLst>
              <a:ext uri="{FF2B5EF4-FFF2-40B4-BE49-F238E27FC236}">
                <a16:creationId xmlns:a16="http://schemas.microsoft.com/office/drawing/2014/main" id="{98ABF200-737C-4135-9479-60A6D7E0A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32893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9" name="Rectangle 69">
            <a:extLst>
              <a:ext uri="{FF2B5EF4-FFF2-40B4-BE49-F238E27FC236}">
                <a16:creationId xmlns:a16="http://schemas.microsoft.com/office/drawing/2014/main" id="{823C6490-5E23-4357-8594-AE6EBCF1C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348297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0" name="Rectangle 70">
            <a:extLst>
              <a:ext uri="{FF2B5EF4-FFF2-40B4-BE49-F238E27FC236}">
                <a16:creationId xmlns:a16="http://schemas.microsoft.com/office/drawing/2014/main" id="{8B08CD90-5FE7-4143-916C-FD2BB184E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35877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1" name="Rectangle 71">
            <a:extLst>
              <a:ext uri="{FF2B5EF4-FFF2-40B4-BE49-F238E27FC236}">
                <a16:creationId xmlns:a16="http://schemas.microsoft.com/office/drawing/2014/main" id="{B861D1CD-AA6B-49A5-837C-F4DD57FAE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5975" y="378142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2" name="Line 72">
            <a:extLst>
              <a:ext uri="{FF2B5EF4-FFF2-40B4-BE49-F238E27FC236}">
                <a16:creationId xmlns:a16="http://schemas.microsoft.com/office/drawing/2014/main" id="{DB25D641-4101-42A3-AE6F-9A4437C925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6350" y="334486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73" name="Rectangle 73">
            <a:extLst>
              <a:ext uri="{FF2B5EF4-FFF2-40B4-BE49-F238E27FC236}">
                <a16:creationId xmlns:a16="http://schemas.microsoft.com/office/drawing/2014/main" id="{72BC0F62-C9C7-442D-8E59-1DAE91A02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38862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92" name="Title 1">
            <a:extLst>
              <a:ext uri="{FF2B5EF4-FFF2-40B4-BE49-F238E27FC236}">
                <a16:creationId xmlns:a16="http://schemas.microsoft.com/office/drawing/2014/main" id="{2D3F15CE-A5C5-4ACB-AE4C-E19DC69D16C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98393" name="TextBox 125">
            <a:extLst>
              <a:ext uri="{FF2B5EF4-FFF2-40B4-BE49-F238E27FC236}">
                <a16:creationId xmlns:a16="http://schemas.microsoft.com/office/drawing/2014/main" id="{79DD6B47-A3DB-4933-9F1B-21E63CF2C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99" name="Line 43">
            <a:extLst>
              <a:ext uri="{FF2B5EF4-FFF2-40B4-BE49-F238E27FC236}">
                <a16:creationId xmlns:a16="http://schemas.microsoft.com/office/drawing/2014/main" id="{025B6488-DEA0-4617-8C00-2CD4BF35CD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2051" y="124380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Line 45">
            <a:extLst>
              <a:ext uri="{FF2B5EF4-FFF2-40B4-BE49-F238E27FC236}">
                <a16:creationId xmlns:a16="http://schemas.microsoft.com/office/drawing/2014/main" id="{1CFCFE73-A20C-4C0E-BF6A-0617E81798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2049" y="2131218"/>
            <a:ext cx="342901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Line 52">
            <a:extLst>
              <a:ext uri="{FF2B5EF4-FFF2-40B4-BE49-F238E27FC236}">
                <a16:creationId xmlns:a16="http://schemas.microsoft.com/office/drawing/2014/main" id="{F097A6CC-0F16-4D55-8AD2-EDB7EF3090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3163" y="1515267"/>
            <a:ext cx="33178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AAB5DB3-C9D1-4273-877C-E072F558522F}"/>
                  </a:ext>
                </a:extLst>
              </p14:cNvPr>
              <p14:cNvContentPartPr/>
              <p14:nvPr/>
            </p14:nvContentPartPr>
            <p14:xfrm>
              <a:off x="2470680" y="941040"/>
              <a:ext cx="6048360" cy="56566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AAB5DB3-C9D1-4273-877C-E072F558522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1320" y="931680"/>
                <a:ext cx="6067080" cy="5675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8" name="Rectangle 8">
            <a:extLst>
              <a:ext uri="{FF2B5EF4-FFF2-40B4-BE49-F238E27FC236}">
                <a16:creationId xmlns:a16="http://schemas.microsoft.com/office/drawing/2014/main" id="{E66141B7-4AC4-4428-9769-C35C6A01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09" name="Rectangle 9">
            <a:extLst>
              <a:ext uri="{FF2B5EF4-FFF2-40B4-BE49-F238E27FC236}">
                <a16:creationId xmlns:a16="http://schemas.microsoft.com/office/drawing/2014/main" id="{DD61DC9B-C545-4515-ADE8-1BC43EE83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0" name="Rectangle 10">
            <a:extLst>
              <a:ext uri="{FF2B5EF4-FFF2-40B4-BE49-F238E27FC236}">
                <a16:creationId xmlns:a16="http://schemas.microsoft.com/office/drawing/2014/main" id="{A13E43DB-27B7-435F-A77F-1E425B827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1" name="Rectangle 11">
            <a:extLst>
              <a:ext uri="{FF2B5EF4-FFF2-40B4-BE49-F238E27FC236}">
                <a16:creationId xmlns:a16="http://schemas.microsoft.com/office/drawing/2014/main" id="{A9562486-C1D7-4BA7-BAED-741A86860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2" name="Rectangle 12">
            <a:extLst>
              <a:ext uri="{FF2B5EF4-FFF2-40B4-BE49-F238E27FC236}">
                <a16:creationId xmlns:a16="http://schemas.microsoft.com/office/drawing/2014/main" id="{26716BF3-3874-41D7-91A9-4A25B995B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3" name="Rectangle 13">
            <a:extLst>
              <a:ext uri="{FF2B5EF4-FFF2-40B4-BE49-F238E27FC236}">
                <a16:creationId xmlns:a16="http://schemas.microsoft.com/office/drawing/2014/main" id="{A2F77249-614F-470B-89A2-A0606F6D1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4" name="Rectangle 14">
            <a:extLst>
              <a:ext uri="{FF2B5EF4-FFF2-40B4-BE49-F238E27FC236}">
                <a16:creationId xmlns:a16="http://schemas.microsoft.com/office/drawing/2014/main" id="{B682BFDB-E7E3-4FE7-A6F7-4106E4645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5" name="Rectangle 15">
            <a:extLst>
              <a:ext uri="{FF2B5EF4-FFF2-40B4-BE49-F238E27FC236}">
                <a16:creationId xmlns:a16="http://schemas.microsoft.com/office/drawing/2014/main" id="{4D7EDD7C-DFC0-4564-BA26-D9A09A367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6" name="Rectangle 16">
            <a:extLst>
              <a:ext uri="{FF2B5EF4-FFF2-40B4-BE49-F238E27FC236}">
                <a16:creationId xmlns:a16="http://schemas.microsoft.com/office/drawing/2014/main" id="{2FE59D64-1DAC-41E4-A06D-EF83228E8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7" name="Rectangle 17">
            <a:extLst>
              <a:ext uri="{FF2B5EF4-FFF2-40B4-BE49-F238E27FC236}">
                <a16:creationId xmlns:a16="http://schemas.microsoft.com/office/drawing/2014/main" id="{82BF35ED-09E2-460F-9F66-B3CA3A0DF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8" name="Rectangle 18">
            <a:extLst>
              <a:ext uri="{FF2B5EF4-FFF2-40B4-BE49-F238E27FC236}">
                <a16:creationId xmlns:a16="http://schemas.microsoft.com/office/drawing/2014/main" id="{53E235F7-9AB7-46A3-8FFB-EF8B2F7AB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9" name="Rectangle 19">
            <a:extLst>
              <a:ext uri="{FF2B5EF4-FFF2-40B4-BE49-F238E27FC236}">
                <a16:creationId xmlns:a16="http://schemas.microsoft.com/office/drawing/2014/main" id="{1102C1FD-FD6D-4CC0-938A-A9D38C783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20" name="Rectangle 20">
            <a:extLst>
              <a:ext uri="{FF2B5EF4-FFF2-40B4-BE49-F238E27FC236}">
                <a16:creationId xmlns:a16="http://schemas.microsoft.com/office/drawing/2014/main" id="{EB489114-BE06-4537-AFE9-B3F715AAC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 dirty="0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 dirty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1" name="Rectangle 21">
            <a:extLst>
              <a:ext uri="{FF2B5EF4-FFF2-40B4-BE49-F238E27FC236}">
                <a16:creationId xmlns:a16="http://schemas.microsoft.com/office/drawing/2014/main" id="{693A1B8A-65BC-4BBE-A83A-42B4BB59D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22" name="Line 22">
            <a:extLst>
              <a:ext uri="{FF2B5EF4-FFF2-40B4-BE49-F238E27FC236}">
                <a16:creationId xmlns:a16="http://schemas.microsoft.com/office/drawing/2014/main" id="{EC70EC2D-E17E-459F-967D-B954E222F04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3" name="Rectangle 23">
            <a:extLst>
              <a:ext uri="{FF2B5EF4-FFF2-40B4-BE49-F238E27FC236}">
                <a16:creationId xmlns:a16="http://schemas.microsoft.com/office/drawing/2014/main" id="{59B4F549-C494-4149-98CA-60533E5BD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4" name="Line 24">
            <a:extLst>
              <a:ext uri="{FF2B5EF4-FFF2-40B4-BE49-F238E27FC236}">
                <a16:creationId xmlns:a16="http://schemas.microsoft.com/office/drawing/2014/main" id="{282EABC0-6661-474E-9A99-0E6889FF304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2975" y="2797175"/>
            <a:ext cx="1230689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5" name="Line 25">
            <a:extLst>
              <a:ext uri="{FF2B5EF4-FFF2-40B4-BE49-F238E27FC236}">
                <a16:creationId xmlns:a16="http://schemas.microsoft.com/office/drawing/2014/main" id="{4328AA04-6397-4F51-87E2-7502A0EB82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6" name="Line 26">
            <a:extLst>
              <a:ext uri="{FF2B5EF4-FFF2-40B4-BE49-F238E27FC236}">
                <a16:creationId xmlns:a16="http://schemas.microsoft.com/office/drawing/2014/main" id="{C59C6624-68A0-4F92-9D0F-98F5599AB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7" name="Rectangle 27">
            <a:extLst>
              <a:ext uri="{FF2B5EF4-FFF2-40B4-BE49-F238E27FC236}">
                <a16:creationId xmlns:a16="http://schemas.microsoft.com/office/drawing/2014/main" id="{F783B382-F83F-4F88-BF91-F670B176C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8" name="Rectangle 28">
            <a:extLst>
              <a:ext uri="{FF2B5EF4-FFF2-40B4-BE49-F238E27FC236}">
                <a16:creationId xmlns:a16="http://schemas.microsoft.com/office/drawing/2014/main" id="{42EE97F0-C402-449E-857C-8C4DB25E3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9" name="Rectangle 29">
            <a:extLst>
              <a:ext uri="{FF2B5EF4-FFF2-40B4-BE49-F238E27FC236}">
                <a16:creationId xmlns:a16="http://schemas.microsoft.com/office/drawing/2014/main" id="{B1EC8AAA-7989-494D-B376-F1D6A81E2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0" name="Rectangle 30">
            <a:extLst>
              <a:ext uri="{FF2B5EF4-FFF2-40B4-BE49-F238E27FC236}">
                <a16:creationId xmlns:a16="http://schemas.microsoft.com/office/drawing/2014/main" id="{2DD382D1-B3AB-4265-B135-912A9D9DC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1" name="Line 31">
            <a:extLst>
              <a:ext uri="{FF2B5EF4-FFF2-40B4-BE49-F238E27FC236}">
                <a16:creationId xmlns:a16="http://schemas.microsoft.com/office/drawing/2014/main" id="{F28193A8-302B-4DA2-8B1F-E80027BD62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2" name="Rectangle 32">
            <a:extLst>
              <a:ext uri="{FF2B5EF4-FFF2-40B4-BE49-F238E27FC236}">
                <a16:creationId xmlns:a16="http://schemas.microsoft.com/office/drawing/2014/main" id="{70EB0DC3-9577-4C2F-AB73-AEA42AFE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3" name="Rectangle 33">
            <a:extLst>
              <a:ext uri="{FF2B5EF4-FFF2-40B4-BE49-F238E27FC236}">
                <a16:creationId xmlns:a16="http://schemas.microsoft.com/office/drawing/2014/main" id="{81304E7D-59D5-4B03-B564-CDEA26F52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4" name="Rectangle 34">
            <a:extLst>
              <a:ext uri="{FF2B5EF4-FFF2-40B4-BE49-F238E27FC236}">
                <a16:creationId xmlns:a16="http://schemas.microsoft.com/office/drawing/2014/main" id="{676B89F9-DCB0-4D82-AE3E-D158B020E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5" name="Rectangle 35">
            <a:extLst>
              <a:ext uri="{FF2B5EF4-FFF2-40B4-BE49-F238E27FC236}">
                <a16:creationId xmlns:a16="http://schemas.microsoft.com/office/drawing/2014/main" id="{81B69056-6C18-4905-BE6E-8DE6D96AF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6" name="Rectangle 36">
            <a:extLst>
              <a:ext uri="{FF2B5EF4-FFF2-40B4-BE49-F238E27FC236}">
                <a16:creationId xmlns:a16="http://schemas.microsoft.com/office/drawing/2014/main" id="{747A3422-ABCD-4BBB-8316-BCCBE4044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7" name="Rectangle 37">
            <a:extLst>
              <a:ext uri="{FF2B5EF4-FFF2-40B4-BE49-F238E27FC236}">
                <a16:creationId xmlns:a16="http://schemas.microsoft.com/office/drawing/2014/main" id="{B5D9EEA1-1600-4C10-A6AB-E496B7E0F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8" name="Line 38">
            <a:extLst>
              <a:ext uri="{FF2B5EF4-FFF2-40B4-BE49-F238E27FC236}">
                <a16:creationId xmlns:a16="http://schemas.microsoft.com/office/drawing/2014/main" id="{CBF8A6D5-A794-4191-AB7E-8843D7917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9" name="Line 39">
            <a:extLst>
              <a:ext uri="{FF2B5EF4-FFF2-40B4-BE49-F238E27FC236}">
                <a16:creationId xmlns:a16="http://schemas.microsoft.com/office/drawing/2014/main" id="{1D0C7ACB-01D4-45B0-895B-05BDDFADE4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0" name="Rectangle 40">
            <a:extLst>
              <a:ext uri="{FF2B5EF4-FFF2-40B4-BE49-F238E27FC236}">
                <a16:creationId xmlns:a16="http://schemas.microsoft.com/office/drawing/2014/main" id="{7FD23628-5CBA-4143-9D19-D7810E3DE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1" name="Rectangle 41">
            <a:extLst>
              <a:ext uri="{FF2B5EF4-FFF2-40B4-BE49-F238E27FC236}">
                <a16:creationId xmlns:a16="http://schemas.microsoft.com/office/drawing/2014/main" id="{B43B2694-A21A-4D2C-A2B3-38992438C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2" name="Rectangle 42">
            <a:extLst>
              <a:ext uri="{FF2B5EF4-FFF2-40B4-BE49-F238E27FC236}">
                <a16:creationId xmlns:a16="http://schemas.microsoft.com/office/drawing/2014/main" id="{E5122145-DCD6-4FAC-B86C-A823EFF5C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43" name="Line 43">
            <a:extLst>
              <a:ext uri="{FF2B5EF4-FFF2-40B4-BE49-F238E27FC236}">
                <a16:creationId xmlns:a16="http://schemas.microsoft.com/office/drawing/2014/main" id="{173450E5-63B4-47F9-B404-A229940AF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4" name="Rectangle 44">
            <a:extLst>
              <a:ext uri="{FF2B5EF4-FFF2-40B4-BE49-F238E27FC236}">
                <a16:creationId xmlns:a16="http://schemas.microsoft.com/office/drawing/2014/main" id="{322E6E1E-B290-4DFA-8E82-20EE886CE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5" name="Line 45">
            <a:extLst>
              <a:ext uri="{FF2B5EF4-FFF2-40B4-BE49-F238E27FC236}">
                <a16:creationId xmlns:a16="http://schemas.microsoft.com/office/drawing/2014/main" id="{4166DE7F-3EB4-40B4-9E5A-3E728806E9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4095" y="4646613"/>
            <a:ext cx="799568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6" name="Line 46">
            <a:extLst>
              <a:ext uri="{FF2B5EF4-FFF2-40B4-BE49-F238E27FC236}">
                <a16:creationId xmlns:a16="http://schemas.microsoft.com/office/drawing/2014/main" id="{9BFBFD75-830D-4CEB-93BE-9A05B283B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7" name="Line 47">
            <a:extLst>
              <a:ext uri="{FF2B5EF4-FFF2-40B4-BE49-F238E27FC236}">
                <a16:creationId xmlns:a16="http://schemas.microsoft.com/office/drawing/2014/main" id="{88C9489E-B8AF-4749-BF85-DD58AD9A6D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8" name="Rectangle 48">
            <a:extLst>
              <a:ext uri="{FF2B5EF4-FFF2-40B4-BE49-F238E27FC236}">
                <a16:creationId xmlns:a16="http://schemas.microsoft.com/office/drawing/2014/main" id="{B7B20F11-EBEE-4308-AE85-75E1B4F93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9" name="Rectangle 49">
            <a:extLst>
              <a:ext uri="{FF2B5EF4-FFF2-40B4-BE49-F238E27FC236}">
                <a16:creationId xmlns:a16="http://schemas.microsoft.com/office/drawing/2014/main" id="{E5B93C6D-361C-4984-A04E-42D7449F6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0" name="Rectangle 50">
            <a:extLst>
              <a:ext uri="{FF2B5EF4-FFF2-40B4-BE49-F238E27FC236}">
                <a16:creationId xmlns:a16="http://schemas.microsoft.com/office/drawing/2014/main" id="{9C76623D-A3B7-47E5-8867-CF87D380C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1" name="Rectangle 51">
            <a:extLst>
              <a:ext uri="{FF2B5EF4-FFF2-40B4-BE49-F238E27FC236}">
                <a16:creationId xmlns:a16="http://schemas.microsoft.com/office/drawing/2014/main" id="{4448D07E-9719-4C33-A1DC-666957FCC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2" name="Line 52">
            <a:extLst>
              <a:ext uri="{FF2B5EF4-FFF2-40B4-BE49-F238E27FC236}">
                <a16:creationId xmlns:a16="http://schemas.microsoft.com/office/drawing/2014/main" id="{F9BFE49A-5603-4290-A4A2-A18BE8945E9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53" name="Rectangle 53">
            <a:extLst>
              <a:ext uri="{FF2B5EF4-FFF2-40B4-BE49-F238E27FC236}">
                <a16:creationId xmlns:a16="http://schemas.microsoft.com/office/drawing/2014/main" id="{307ACB4A-5CD0-4139-A543-49C31E0BA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4" name="Rectangle 54">
            <a:extLst>
              <a:ext uri="{FF2B5EF4-FFF2-40B4-BE49-F238E27FC236}">
                <a16:creationId xmlns:a16="http://schemas.microsoft.com/office/drawing/2014/main" id="{17627491-CCFD-4425-AF46-6E0EF6441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5" name="Rectangle 55">
            <a:extLst>
              <a:ext uri="{FF2B5EF4-FFF2-40B4-BE49-F238E27FC236}">
                <a16:creationId xmlns:a16="http://schemas.microsoft.com/office/drawing/2014/main" id="{DA46C809-2D61-4C45-8FDE-5C5413FC6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6" name="Rectangle 56">
            <a:extLst>
              <a:ext uri="{FF2B5EF4-FFF2-40B4-BE49-F238E27FC236}">
                <a16:creationId xmlns:a16="http://schemas.microsoft.com/office/drawing/2014/main" id="{DA67415C-D22A-4655-A997-6A908E6F5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7" name="Rectangle 57">
            <a:extLst>
              <a:ext uri="{FF2B5EF4-FFF2-40B4-BE49-F238E27FC236}">
                <a16:creationId xmlns:a16="http://schemas.microsoft.com/office/drawing/2014/main" id="{CFA7E916-3B79-458F-B49F-A450FF28B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8" name="Rectangle 58">
            <a:extLst>
              <a:ext uri="{FF2B5EF4-FFF2-40B4-BE49-F238E27FC236}">
                <a16:creationId xmlns:a16="http://schemas.microsoft.com/office/drawing/2014/main" id="{17BE6C93-8B89-464C-BFAB-8FEC80073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9" name="Line 59">
            <a:extLst>
              <a:ext uri="{FF2B5EF4-FFF2-40B4-BE49-F238E27FC236}">
                <a16:creationId xmlns:a16="http://schemas.microsoft.com/office/drawing/2014/main" id="{1A393F46-A88C-48A7-A8F5-BE6B659F8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0" name="Line 60">
            <a:extLst>
              <a:ext uri="{FF2B5EF4-FFF2-40B4-BE49-F238E27FC236}">
                <a16:creationId xmlns:a16="http://schemas.microsoft.com/office/drawing/2014/main" id="{FB64901E-1F32-457A-AFCB-9897E001CF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1" name="Line 61">
            <a:extLst>
              <a:ext uri="{FF2B5EF4-FFF2-40B4-BE49-F238E27FC236}">
                <a16:creationId xmlns:a16="http://schemas.microsoft.com/office/drawing/2014/main" id="{284F2034-5F73-4D7B-B075-A33E804A82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2" name="Line 62">
            <a:extLst>
              <a:ext uri="{FF2B5EF4-FFF2-40B4-BE49-F238E27FC236}">
                <a16:creationId xmlns:a16="http://schemas.microsoft.com/office/drawing/2014/main" id="{59F08A13-8199-4C6D-958F-4511E75EB8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4" name="Rectangle 64">
            <a:extLst>
              <a:ext uri="{FF2B5EF4-FFF2-40B4-BE49-F238E27FC236}">
                <a16:creationId xmlns:a16="http://schemas.microsoft.com/office/drawing/2014/main" id="{C1DCEACE-BDFE-4358-BD45-F75458D4E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65" name="Rectangle 65">
            <a:extLst>
              <a:ext uri="{FF2B5EF4-FFF2-40B4-BE49-F238E27FC236}">
                <a16:creationId xmlns:a16="http://schemas.microsoft.com/office/drawing/2014/main" id="{AAC7602D-B6B0-4E37-A93C-6B1E88A5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6" name="Rectangle 66">
            <a:extLst>
              <a:ext uri="{FF2B5EF4-FFF2-40B4-BE49-F238E27FC236}">
                <a16:creationId xmlns:a16="http://schemas.microsoft.com/office/drawing/2014/main" id="{86423BE4-3729-4F3D-81BD-EAE9A97A5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7" name="Rectangle 67">
            <a:extLst>
              <a:ext uri="{FF2B5EF4-FFF2-40B4-BE49-F238E27FC236}">
                <a16:creationId xmlns:a16="http://schemas.microsoft.com/office/drawing/2014/main" id="{4AB1D0DF-FFE9-4730-9468-29705B99C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8" name="Rectangle 68">
            <a:extLst>
              <a:ext uri="{FF2B5EF4-FFF2-40B4-BE49-F238E27FC236}">
                <a16:creationId xmlns:a16="http://schemas.microsoft.com/office/drawing/2014/main" id="{98ABF200-737C-4135-9479-60A6D7E0A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9" name="Rectangle 69">
            <a:extLst>
              <a:ext uri="{FF2B5EF4-FFF2-40B4-BE49-F238E27FC236}">
                <a16:creationId xmlns:a16="http://schemas.microsoft.com/office/drawing/2014/main" id="{823C6490-5E23-4357-8594-AE6EBCF1C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0" name="Rectangle 70">
            <a:extLst>
              <a:ext uri="{FF2B5EF4-FFF2-40B4-BE49-F238E27FC236}">
                <a16:creationId xmlns:a16="http://schemas.microsoft.com/office/drawing/2014/main" id="{8B08CD90-5FE7-4143-916C-FD2BB184E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1" name="Rectangle 71">
            <a:extLst>
              <a:ext uri="{FF2B5EF4-FFF2-40B4-BE49-F238E27FC236}">
                <a16:creationId xmlns:a16="http://schemas.microsoft.com/office/drawing/2014/main" id="{B861D1CD-AA6B-49A5-837C-F4DD57FAE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2" name="Line 72">
            <a:extLst>
              <a:ext uri="{FF2B5EF4-FFF2-40B4-BE49-F238E27FC236}">
                <a16:creationId xmlns:a16="http://schemas.microsoft.com/office/drawing/2014/main" id="{DB25D641-4101-42A3-AE6F-9A4437C925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73" name="Rectangle 73">
            <a:extLst>
              <a:ext uri="{FF2B5EF4-FFF2-40B4-BE49-F238E27FC236}">
                <a16:creationId xmlns:a16="http://schemas.microsoft.com/office/drawing/2014/main" id="{72BC0F62-C9C7-442D-8E59-1DAE91A02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4" name="Rectangle 74">
            <a:extLst>
              <a:ext uri="{FF2B5EF4-FFF2-40B4-BE49-F238E27FC236}">
                <a16:creationId xmlns:a16="http://schemas.microsoft.com/office/drawing/2014/main" id="{13B70B10-5CA2-40A5-ACF9-3C13039B2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5" name="Freeform 75">
            <a:extLst>
              <a:ext uri="{FF2B5EF4-FFF2-40B4-BE49-F238E27FC236}">
                <a16:creationId xmlns:a16="http://schemas.microsoft.com/office/drawing/2014/main" id="{A816C9DA-9FDB-4D57-9334-310F72C55C48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76" name="Freeform 76">
            <a:extLst>
              <a:ext uri="{FF2B5EF4-FFF2-40B4-BE49-F238E27FC236}">
                <a16:creationId xmlns:a16="http://schemas.microsoft.com/office/drawing/2014/main" id="{814CC2FA-0EF3-4BF3-BD46-AE886804E33E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77" name="Freeform 77">
            <a:extLst>
              <a:ext uri="{FF2B5EF4-FFF2-40B4-BE49-F238E27FC236}">
                <a16:creationId xmlns:a16="http://schemas.microsoft.com/office/drawing/2014/main" id="{AFE690AE-4FAD-4A2C-9F40-0F240D35582B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78" name="Freeform 78">
            <a:extLst>
              <a:ext uri="{FF2B5EF4-FFF2-40B4-BE49-F238E27FC236}">
                <a16:creationId xmlns:a16="http://schemas.microsoft.com/office/drawing/2014/main" id="{04825A2A-7A3D-4C9B-B122-0CEB0C70F4B8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5" name="Line 93">
            <a:extLst>
              <a:ext uri="{FF2B5EF4-FFF2-40B4-BE49-F238E27FC236}">
                <a16:creationId xmlns:a16="http://schemas.microsoft.com/office/drawing/2014/main" id="{DB1EA3E8-D345-41D3-9763-4A925D558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515784"/>
            <a:ext cx="667260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8" name="Rectangle 96">
            <a:extLst>
              <a:ext uri="{FF2B5EF4-FFF2-40B4-BE49-F238E27FC236}">
                <a16:creationId xmlns:a16="http://schemas.microsoft.com/office/drawing/2014/main" id="{BDC42A3C-A236-4B01-8CC3-1902ECE62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89" name="Rectangle 97">
            <a:extLst>
              <a:ext uri="{FF2B5EF4-FFF2-40B4-BE49-F238E27FC236}">
                <a16:creationId xmlns:a16="http://schemas.microsoft.com/office/drawing/2014/main" id="{5CE6ACAE-A858-4B70-A3DD-B08929027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3371322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 dirty="0" err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 dirty="0">
              <a:latin typeface="Times" panose="02020603050405020304" pitchFamily="18" charset="0"/>
            </a:endParaRPr>
          </a:p>
        </p:txBody>
      </p:sp>
      <p:sp>
        <p:nvSpPr>
          <p:cNvPr id="98392" name="Title 1">
            <a:extLst>
              <a:ext uri="{FF2B5EF4-FFF2-40B4-BE49-F238E27FC236}">
                <a16:creationId xmlns:a16="http://schemas.microsoft.com/office/drawing/2014/main" id="{2D3F15CE-A5C5-4ACB-AE4C-E19DC69D16C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98393" name="TextBox 125">
            <a:extLst>
              <a:ext uri="{FF2B5EF4-FFF2-40B4-BE49-F238E27FC236}">
                <a16:creationId xmlns:a16="http://schemas.microsoft.com/office/drawing/2014/main" id="{79DD6B47-A3DB-4933-9F1B-21E63CF2C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92" name="Rectangle 42">
            <a:extLst>
              <a:ext uri="{FF2B5EF4-FFF2-40B4-BE49-F238E27FC236}">
                <a16:creationId xmlns:a16="http://schemas.microsoft.com/office/drawing/2014/main" id="{E5EF6A9B-F08D-4598-BD7B-48BE15538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9604" y="2504872"/>
            <a:ext cx="1050925" cy="1198563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3" name="Line 61">
            <a:extLst>
              <a:ext uri="{FF2B5EF4-FFF2-40B4-BE49-F238E27FC236}">
                <a16:creationId xmlns:a16="http://schemas.microsoft.com/office/drawing/2014/main" id="{1ECD822A-63EC-4A88-9C94-852348544C3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370388" y="3505200"/>
            <a:ext cx="3707" cy="11318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" name="Line 46">
            <a:extLst>
              <a:ext uri="{FF2B5EF4-FFF2-40B4-BE49-F238E27FC236}">
                <a16:creationId xmlns:a16="http://schemas.microsoft.com/office/drawing/2014/main" id="{B7D1257C-6648-4110-ACD4-F79C7856C6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9770" y="3515784"/>
            <a:ext cx="40061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" name="Rectangle 20">
            <a:extLst>
              <a:ext uri="{FF2B5EF4-FFF2-40B4-BE49-F238E27FC236}">
                <a16:creationId xmlns:a16="http://schemas.microsoft.com/office/drawing/2014/main" id="{8C9CA403-FBDB-4B74-8902-2F3EF9499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9569" y="2513806"/>
            <a:ext cx="25648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 dirty="0">
                <a:solidFill>
                  <a:srgbClr val="0000FF"/>
                </a:solidFill>
                <a:latin typeface="Times-Roman" charset="0"/>
              </a:rPr>
              <a:t>w</a:t>
            </a:r>
            <a:r>
              <a:rPr lang="en-US" altLang="en-US" sz="1600" b="0" i="1" baseline="-25000" dirty="0">
                <a:solidFill>
                  <a:srgbClr val="0000FF"/>
                </a:solidFill>
                <a:latin typeface="Times-Roman" charset="0"/>
              </a:rPr>
              <a:t>0</a:t>
            </a:r>
            <a:r>
              <a:rPr lang="en-US" altLang="en-US" sz="1600" b="0" i="1" dirty="0">
                <a:solidFill>
                  <a:srgbClr val="0000FF"/>
                </a:solidFill>
                <a:latin typeface="Times-Roman" charset="0"/>
              </a:rPr>
              <a:t> </a:t>
            </a:r>
            <a:endParaRPr lang="en-US" altLang="en-US" b="0" dirty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6" name="Rectangle 27">
            <a:extLst>
              <a:ext uri="{FF2B5EF4-FFF2-40B4-BE49-F238E27FC236}">
                <a16:creationId xmlns:a16="http://schemas.microsoft.com/office/drawing/2014/main" id="{BBC2212B-6A80-498B-AC27-7E39D2E2A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169" y="3374142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 dirty="0" err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 dirty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7" name="Rectangle 28">
            <a:extLst>
              <a:ext uri="{FF2B5EF4-FFF2-40B4-BE49-F238E27FC236}">
                <a16:creationId xmlns:a16="http://schemas.microsoft.com/office/drawing/2014/main" id="{9D12CA8A-E9BF-4D3D-A22E-3F94E0B88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187" y="2676862"/>
            <a:ext cx="21159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 dirty="0">
                <a:solidFill>
                  <a:srgbClr val="0000FF"/>
                </a:solidFill>
                <a:latin typeface="Times-Roman" charset="0"/>
              </a:rPr>
              <a:t>y</a:t>
            </a:r>
            <a:r>
              <a:rPr lang="en-US" altLang="en-US" sz="1600" b="0" i="1" baseline="-25000" dirty="0">
                <a:solidFill>
                  <a:srgbClr val="0000FF"/>
                </a:solidFill>
                <a:latin typeface="Times-Roman" charset="0"/>
              </a:rPr>
              <a:t>0</a:t>
            </a:r>
            <a:r>
              <a:rPr lang="en-US" altLang="en-US" sz="1600" b="0" i="1" dirty="0">
                <a:solidFill>
                  <a:srgbClr val="0000FF"/>
                </a:solidFill>
                <a:latin typeface="Times-Roman" charset="0"/>
              </a:rPr>
              <a:t> </a:t>
            </a:r>
            <a:endParaRPr lang="en-US" altLang="en-US" b="0" dirty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" name="Rectangle 40">
            <a:extLst>
              <a:ext uri="{FF2B5EF4-FFF2-40B4-BE49-F238E27FC236}">
                <a16:creationId xmlns:a16="http://schemas.microsoft.com/office/drawing/2014/main" id="{EC7BB1BB-E131-4F64-9D75-EA698666D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2694" y="3348038"/>
            <a:ext cx="139462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 dirty="0">
                <a:solidFill>
                  <a:srgbClr val="0000FF"/>
                </a:solidFill>
                <a:latin typeface="Times-Roman" charset="0"/>
              </a:rPr>
              <a:t>y</a:t>
            </a:r>
            <a:r>
              <a:rPr lang="en-US" altLang="en-US" sz="1300" b="0" baseline="-25000" dirty="0">
                <a:solidFill>
                  <a:srgbClr val="0000FF"/>
                </a:solidFill>
                <a:latin typeface="Times-Roman" charset="0"/>
              </a:rPr>
              <a:t>1</a:t>
            </a:r>
            <a:endParaRPr lang="en-US" altLang="en-US" b="0" baseline="-25000" dirty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439522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Line 4">
            <a:extLst>
              <a:ext uri="{FF2B5EF4-FFF2-40B4-BE49-F238E27FC236}">
                <a16:creationId xmlns:a16="http://schemas.microsoft.com/office/drawing/2014/main" id="{9E385E20-956B-41EF-BB8D-E65B49170FE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06" name="Freeform 5">
            <a:extLst>
              <a:ext uri="{FF2B5EF4-FFF2-40B4-BE49-F238E27FC236}">
                <a16:creationId xmlns:a16="http://schemas.microsoft.com/office/drawing/2014/main" id="{50200218-D68D-4C8B-A1DA-2F47083A0A36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07" name="Freeform 7">
            <a:extLst>
              <a:ext uri="{FF2B5EF4-FFF2-40B4-BE49-F238E27FC236}">
                <a16:creationId xmlns:a16="http://schemas.microsoft.com/office/drawing/2014/main" id="{F9199F85-136F-4429-8DD3-3172F36DED84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08" name="Rectangle 8">
            <a:extLst>
              <a:ext uri="{FF2B5EF4-FFF2-40B4-BE49-F238E27FC236}">
                <a16:creationId xmlns:a16="http://schemas.microsoft.com/office/drawing/2014/main" id="{E66141B7-4AC4-4428-9769-C35C6A01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09" name="Rectangle 9">
            <a:extLst>
              <a:ext uri="{FF2B5EF4-FFF2-40B4-BE49-F238E27FC236}">
                <a16:creationId xmlns:a16="http://schemas.microsoft.com/office/drawing/2014/main" id="{DD61DC9B-C545-4515-ADE8-1BC43EE83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0" name="Rectangle 10">
            <a:extLst>
              <a:ext uri="{FF2B5EF4-FFF2-40B4-BE49-F238E27FC236}">
                <a16:creationId xmlns:a16="http://schemas.microsoft.com/office/drawing/2014/main" id="{A13E43DB-27B7-435F-A77F-1E425B827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1" name="Rectangle 11">
            <a:extLst>
              <a:ext uri="{FF2B5EF4-FFF2-40B4-BE49-F238E27FC236}">
                <a16:creationId xmlns:a16="http://schemas.microsoft.com/office/drawing/2014/main" id="{A9562486-C1D7-4BA7-BAED-741A86860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2" name="Rectangle 12">
            <a:extLst>
              <a:ext uri="{FF2B5EF4-FFF2-40B4-BE49-F238E27FC236}">
                <a16:creationId xmlns:a16="http://schemas.microsoft.com/office/drawing/2014/main" id="{26716BF3-3874-41D7-91A9-4A25B995B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3" name="Rectangle 13">
            <a:extLst>
              <a:ext uri="{FF2B5EF4-FFF2-40B4-BE49-F238E27FC236}">
                <a16:creationId xmlns:a16="http://schemas.microsoft.com/office/drawing/2014/main" id="{A2F77249-614F-470B-89A2-A0606F6D1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4" name="Rectangle 14">
            <a:extLst>
              <a:ext uri="{FF2B5EF4-FFF2-40B4-BE49-F238E27FC236}">
                <a16:creationId xmlns:a16="http://schemas.microsoft.com/office/drawing/2014/main" id="{B682BFDB-E7E3-4FE7-A6F7-4106E4645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5" name="Rectangle 15">
            <a:extLst>
              <a:ext uri="{FF2B5EF4-FFF2-40B4-BE49-F238E27FC236}">
                <a16:creationId xmlns:a16="http://schemas.microsoft.com/office/drawing/2014/main" id="{4D7EDD7C-DFC0-4564-BA26-D9A09A367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6" name="Rectangle 16">
            <a:extLst>
              <a:ext uri="{FF2B5EF4-FFF2-40B4-BE49-F238E27FC236}">
                <a16:creationId xmlns:a16="http://schemas.microsoft.com/office/drawing/2014/main" id="{2FE59D64-1DAC-41E4-A06D-EF83228E8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7" name="Rectangle 17">
            <a:extLst>
              <a:ext uri="{FF2B5EF4-FFF2-40B4-BE49-F238E27FC236}">
                <a16:creationId xmlns:a16="http://schemas.microsoft.com/office/drawing/2014/main" id="{82BF35ED-09E2-460F-9F66-B3CA3A0DF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8" name="Rectangle 18">
            <a:extLst>
              <a:ext uri="{FF2B5EF4-FFF2-40B4-BE49-F238E27FC236}">
                <a16:creationId xmlns:a16="http://schemas.microsoft.com/office/drawing/2014/main" id="{53E235F7-9AB7-46A3-8FFB-EF8B2F7AB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19" name="Rectangle 19">
            <a:extLst>
              <a:ext uri="{FF2B5EF4-FFF2-40B4-BE49-F238E27FC236}">
                <a16:creationId xmlns:a16="http://schemas.microsoft.com/office/drawing/2014/main" id="{1102C1FD-FD6D-4CC0-938A-A9D38C783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20" name="Rectangle 20">
            <a:extLst>
              <a:ext uri="{FF2B5EF4-FFF2-40B4-BE49-F238E27FC236}">
                <a16:creationId xmlns:a16="http://schemas.microsoft.com/office/drawing/2014/main" id="{EB489114-BE06-4537-AFE9-B3F715AAC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1" name="Rectangle 21">
            <a:extLst>
              <a:ext uri="{FF2B5EF4-FFF2-40B4-BE49-F238E27FC236}">
                <a16:creationId xmlns:a16="http://schemas.microsoft.com/office/drawing/2014/main" id="{693A1B8A-65BC-4BBE-A83A-42B4BB59D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22" name="Line 22">
            <a:extLst>
              <a:ext uri="{FF2B5EF4-FFF2-40B4-BE49-F238E27FC236}">
                <a16:creationId xmlns:a16="http://schemas.microsoft.com/office/drawing/2014/main" id="{EC70EC2D-E17E-459F-967D-B954E222F04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3" name="Rectangle 23">
            <a:extLst>
              <a:ext uri="{FF2B5EF4-FFF2-40B4-BE49-F238E27FC236}">
                <a16:creationId xmlns:a16="http://schemas.microsoft.com/office/drawing/2014/main" id="{59B4F549-C494-4149-98CA-60533E5BD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4" name="Line 24">
            <a:extLst>
              <a:ext uri="{FF2B5EF4-FFF2-40B4-BE49-F238E27FC236}">
                <a16:creationId xmlns:a16="http://schemas.microsoft.com/office/drawing/2014/main" id="{282EABC0-6661-474E-9A99-0E6889FF30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5" name="Line 25">
            <a:extLst>
              <a:ext uri="{FF2B5EF4-FFF2-40B4-BE49-F238E27FC236}">
                <a16:creationId xmlns:a16="http://schemas.microsoft.com/office/drawing/2014/main" id="{4328AA04-6397-4F51-87E2-7502A0EB82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6" name="Line 26">
            <a:extLst>
              <a:ext uri="{FF2B5EF4-FFF2-40B4-BE49-F238E27FC236}">
                <a16:creationId xmlns:a16="http://schemas.microsoft.com/office/drawing/2014/main" id="{C59C6624-68A0-4F92-9D0F-98F5599AB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7" name="Rectangle 27">
            <a:extLst>
              <a:ext uri="{FF2B5EF4-FFF2-40B4-BE49-F238E27FC236}">
                <a16:creationId xmlns:a16="http://schemas.microsoft.com/office/drawing/2014/main" id="{F783B382-F83F-4F88-BF91-F670B176C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8" name="Rectangle 28">
            <a:extLst>
              <a:ext uri="{FF2B5EF4-FFF2-40B4-BE49-F238E27FC236}">
                <a16:creationId xmlns:a16="http://schemas.microsoft.com/office/drawing/2014/main" id="{42EE97F0-C402-449E-857C-8C4DB25E3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29" name="Rectangle 29">
            <a:extLst>
              <a:ext uri="{FF2B5EF4-FFF2-40B4-BE49-F238E27FC236}">
                <a16:creationId xmlns:a16="http://schemas.microsoft.com/office/drawing/2014/main" id="{B1EC8AAA-7989-494D-B376-F1D6A81E2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0" name="Rectangle 30">
            <a:extLst>
              <a:ext uri="{FF2B5EF4-FFF2-40B4-BE49-F238E27FC236}">
                <a16:creationId xmlns:a16="http://schemas.microsoft.com/office/drawing/2014/main" id="{2DD382D1-B3AB-4265-B135-912A9D9DC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1" name="Line 31">
            <a:extLst>
              <a:ext uri="{FF2B5EF4-FFF2-40B4-BE49-F238E27FC236}">
                <a16:creationId xmlns:a16="http://schemas.microsoft.com/office/drawing/2014/main" id="{F28193A8-302B-4DA2-8B1F-E80027BD62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2" name="Rectangle 32">
            <a:extLst>
              <a:ext uri="{FF2B5EF4-FFF2-40B4-BE49-F238E27FC236}">
                <a16:creationId xmlns:a16="http://schemas.microsoft.com/office/drawing/2014/main" id="{70EB0DC3-9577-4C2F-AB73-AEA42AFE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3" name="Rectangle 33">
            <a:extLst>
              <a:ext uri="{FF2B5EF4-FFF2-40B4-BE49-F238E27FC236}">
                <a16:creationId xmlns:a16="http://schemas.microsoft.com/office/drawing/2014/main" id="{81304E7D-59D5-4B03-B564-CDEA26F52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4" name="Rectangle 34">
            <a:extLst>
              <a:ext uri="{FF2B5EF4-FFF2-40B4-BE49-F238E27FC236}">
                <a16:creationId xmlns:a16="http://schemas.microsoft.com/office/drawing/2014/main" id="{676B89F9-DCB0-4D82-AE3E-D158B020E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5" name="Rectangle 35">
            <a:extLst>
              <a:ext uri="{FF2B5EF4-FFF2-40B4-BE49-F238E27FC236}">
                <a16:creationId xmlns:a16="http://schemas.microsoft.com/office/drawing/2014/main" id="{81B69056-6C18-4905-BE6E-8DE6D96AF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6" name="Rectangle 36">
            <a:extLst>
              <a:ext uri="{FF2B5EF4-FFF2-40B4-BE49-F238E27FC236}">
                <a16:creationId xmlns:a16="http://schemas.microsoft.com/office/drawing/2014/main" id="{747A3422-ABCD-4BBB-8316-BCCBE4044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7" name="Rectangle 37">
            <a:extLst>
              <a:ext uri="{FF2B5EF4-FFF2-40B4-BE49-F238E27FC236}">
                <a16:creationId xmlns:a16="http://schemas.microsoft.com/office/drawing/2014/main" id="{B5D9EEA1-1600-4C10-A6AB-E496B7E0F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38" name="Line 38">
            <a:extLst>
              <a:ext uri="{FF2B5EF4-FFF2-40B4-BE49-F238E27FC236}">
                <a16:creationId xmlns:a16="http://schemas.microsoft.com/office/drawing/2014/main" id="{CBF8A6D5-A794-4191-AB7E-8843D7917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9" name="Line 39">
            <a:extLst>
              <a:ext uri="{FF2B5EF4-FFF2-40B4-BE49-F238E27FC236}">
                <a16:creationId xmlns:a16="http://schemas.microsoft.com/office/drawing/2014/main" id="{1D0C7ACB-01D4-45B0-895B-05BDDFADE4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0" name="Rectangle 40">
            <a:extLst>
              <a:ext uri="{FF2B5EF4-FFF2-40B4-BE49-F238E27FC236}">
                <a16:creationId xmlns:a16="http://schemas.microsoft.com/office/drawing/2014/main" id="{7FD23628-5CBA-4143-9D19-D7810E3DE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1" name="Rectangle 41">
            <a:extLst>
              <a:ext uri="{FF2B5EF4-FFF2-40B4-BE49-F238E27FC236}">
                <a16:creationId xmlns:a16="http://schemas.microsoft.com/office/drawing/2014/main" id="{B43B2694-A21A-4D2C-A2B3-38992438C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2" name="Rectangle 42">
            <a:extLst>
              <a:ext uri="{FF2B5EF4-FFF2-40B4-BE49-F238E27FC236}">
                <a16:creationId xmlns:a16="http://schemas.microsoft.com/office/drawing/2014/main" id="{E5122145-DCD6-4FAC-B86C-A823EFF5C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43" name="Line 43">
            <a:extLst>
              <a:ext uri="{FF2B5EF4-FFF2-40B4-BE49-F238E27FC236}">
                <a16:creationId xmlns:a16="http://schemas.microsoft.com/office/drawing/2014/main" id="{173450E5-63B4-47F9-B404-A229940AF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4" name="Rectangle 44">
            <a:extLst>
              <a:ext uri="{FF2B5EF4-FFF2-40B4-BE49-F238E27FC236}">
                <a16:creationId xmlns:a16="http://schemas.microsoft.com/office/drawing/2014/main" id="{322E6E1E-B290-4DFA-8E82-20EE886CE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5" name="Line 45">
            <a:extLst>
              <a:ext uri="{FF2B5EF4-FFF2-40B4-BE49-F238E27FC236}">
                <a16:creationId xmlns:a16="http://schemas.microsoft.com/office/drawing/2014/main" id="{4166DE7F-3EB4-40B4-9E5A-3E728806E9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6" name="Line 46">
            <a:extLst>
              <a:ext uri="{FF2B5EF4-FFF2-40B4-BE49-F238E27FC236}">
                <a16:creationId xmlns:a16="http://schemas.microsoft.com/office/drawing/2014/main" id="{9BFBFD75-830D-4CEB-93BE-9A05B283B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7" name="Line 47">
            <a:extLst>
              <a:ext uri="{FF2B5EF4-FFF2-40B4-BE49-F238E27FC236}">
                <a16:creationId xmlns:a16="http://schemas.microsoft.com/office/drawing/2014/main" id="{88C9489E-B8AF-4749-BF85-DD58AD9A6D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8" name="Rectangle 48">
            <a:extLst>
              <a:ext uri="{FF2B5EF4-FFF2-40B4-BE49-F238E27FC236}">
                <a16:creationId xmlns:a16="http://schemas.microsoft.com/office/drawing/2014/main" id="{B7B20F11-EBEE-4308-AE85-75E1B4F93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49" name="Rectangle 49">
            <a:extLst>
              <a:ext uri="{FF2B5EF4-FFF2-40B4-BE49-F238E27FC236}">
                <a16:creationId xmlns:a16="http://schemas.microsoft.com/office/drawing/2014/main" id="{E5B93C6D-361C-4984-A04E-42D7449F6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0" name="Rectangle 50">
            <a:extLst>
              <a:ext uri="{FF2B5EF4-FFF2-40B4-BE49-F238E27FC236}">
                <a16:creationId xmlns:a16="http://schemas.microsoft.com/office/drawing/2014/main" id="{9C76623D-A3B7-47E5-8867-CF87D380C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1" name="Rectangle 51">
            <a:extLst>
              <a:ext uri="{FF2B5EF4-FFF2-40B4-BE49-F238E27FC236}">
                <a16:creationId xmlns:a16="http://schemas.microsoft.com/office/drawing/2014/main" id="{4448D07E-9719-4C33-A1DC-666957FCC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2" name="Line 52">
            <a:extLst>
              <a:ext uri="{FF2B5EF4-FFF2-40B4-BE49-F238E27FC236}">
                <a16:creationId xmlns:a16="http://schemas.microsoft.com/office/drawing/2014/main" id="{F9BFE49A-5603-4290-A4A2-A18BE8945E9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53" name="Rectangle 53">
            <a:extLst>
              <a:ext uri="{FF2B5EF4-FFF2-40B4-BE49-F238E27FC236}">
                <a16:creationId xmlns:a16="http://schemas.microsoft.com/office/drawing/2014/main" id="{307ACB4A-5CD0-4139-A543-49C31E0BA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4" name="Rectangle 54">
            <a:extLst>
              <a:ext uri="{FF2B5EF4-FFF2-40B4-BE49-F238E27FC236}">
                <a16:creationId xmlns:a16="http://schemas.microsoft.com/office/drawing/2014/main" id="{17627491-CCFD-4425-AF46-6E0EF6441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5" name="Rectangle 55">
            <a:extLst>
              <a:ext uri="{FF2B5EF4-FFF2-40B4-BE49-F238E27FC236}">
                <a16:creationId xmlns:a16="http://schemas.microsoft.com/office/drawing/2014/main" id="{DA46C809-2D61-4C45-8FDE-5C5413FC6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6" name="Rectangle 56">
            <a:extLst>
              <a:ext uri="{FF2B5EF4-FFF2-40B4-BE49-F238E27FC236}">
                <a16:creationId xmlns:a16="http://schemas.microsoft.com/office/drawing/2014/main" id="{DA67415C-D22A-4655-A997-6A908E6F5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7" name="Rectangle 57">
            <a:extLst>
              <a:ext uri="{FF2B5EF4-FFF2-40B4-BE49-F238E27FC236}">
                <a16:creationId xmlns:a16="http://schemas.microsoft.com/office/drawing/2014/main" id="{CFA7E916-3B79-458F-B49F-A450FF28B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8" name="Rectangle 58">
            <a:extLst>
              <a:ext uri="{FF2B5EF4-FFF2-40B4-BE49-F238E27FC236}">
                <a16:creationId xmlns:a16="http://schemas.microsoft.com/office/drawing/2014/main" id="{17BE6C93-8B89-464C-BFAB-8FEC80073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59" name="Line 59">
            <a:extLst>
              <a:ext uri="{FF2B5EF4-FFF2-40B4-BE49-F238E27FC236}">
                <a16:creationId xmlns:a16="http://schemas.microsoft.com/office/drawing/2014/main" id="{1A393F46-A88C-48A7-A8F5-BE6B659F8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0" name="Line 60">
            <a:extLst>
              <a:ext uri="{FF2B5EF4-FFF2-40B4-BE49-F238E27FC236}">
                <a16:creationId xmlns:a16="http://schemas.microsoft.com/office/drawing/2014/main" id="{FB64901E-1F32-457A-AFCB-9897E001CF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1" name="Line 61">
            <a:extLst>
              <a:ext uri="{FF2B5EF4-FFF2-40B4-BE49-F238E27FC236}">
                <a16:creationId xmlns:a16="http://schemas.microsoft.com/office/drawing/2014/main" id="{284F2034-5F73-4D7B-B075-A33E804A82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2" name="Line 62">
            <a:extLst>
              <a:ext uri="{FF2B5EF4-FFF2-40B4-BE49-F238E27FC236}">
                <a16:creationId xmlns:a16="http://schemas.microsoft.com/office/drawing/2014/main" id="{59F08A13-8199-4C6D-958F-4511E75EB8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3" name="Line 63">
            <a:extLst>
              <a:ext uri="{FF2B5EF4-FFF2-40B4-BE49-F238E27FC236}">
                <a16:creationId xmlns:a16="http://schemas.microsoft.com/office/drawing/2014/main" id="{7B358E11-0458-4FD2-A939-12A756E7BC3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64" name="Rectangle 64">
            <a:extLst>
              <a:ext uri="{FF2B5EF4-FFF2-40B4-BE49-F238E27FC236}">
                <a16:creationId xmlns:a16="http://schemas.microsoft.com/office/drawing/2014/main" id="{C1DCEACE-BDFE-4358-BD45-F75458D4E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8365" name="Rectangle 65">
            <a:extLst>
              <a:ext uri="{FF2B5EF4-FFF2-40B4-BE49-F238E27FC236}">
                <a16:creationId xmlns:a16="http://schemas.microsoft.com/office/drawing/2014/main" id="{AAC7602D-B6B0-4E37-A93C-6B1E88A5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6" name="Rectangle 66">
            <a:extLst>
              <a:ext uri="{FF2B5EF4-FFF2-40B4-BE49-F238E27FC236}">
                <a16:creationId xmlns:a16="http://schemas.microsoft.com/office/drawing/2014/main" id="{86423BE4-3729-4F3D-81BD-EAE9A97A5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7" name="Rectangle 67">
            <a:extLst>
              <a:ext uri="{FF2B5EF4-FFF2-40B4-BE49-F238E27FC236}">
                <a16:creationId xmlns:a16="http://schemas.microsoft.com/office/drawing/2014/main" id="{4AB1D0DF-FFE9-4730-9468-29705B99C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8" name="Rectangle 68">
            <a:extLst>
              <a:ext uri="{FF2B5EF4-FFF2-40B4-BE49-F238E27FC236}">
                <a16:creationId xmlns:a16="http://schemas.microsoft.com/office/drawing/2014/main" id="{98ABF200-737C-4135-9479-60A6D7E0A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69" name="Rectangle 69">
            <a:extLst>
              <a:ext uri="{FF2B5EF4-FFF2-40B4-BE49-F238E27FC236}">
                <a16:creationId xmlns:a16="http://schemas.microsoft.com/office/drawing/2014/main" id="{823C6490-5E23-4357-8594-AE6EBCF1C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0" name="Rectangle 70">
            <a:extLst>
              <a:ext uri="{FF2B5EF4-FFF2-40B4-BE49-F238E27FC236}">
                <a16:creationId xmlns:a16="http://schemas.microsoft.com/office/drawing/2014/main" id="{8B08CD90-5FE7-4143-916C-FD2BB184E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1" name="Rectangle 71">
            <a:extLst>
              <a:ext uri="{FF2B5EF4-FFF2-40B4-BE49-F238E27FC236}">
                <a16:creationId xmlns:a16="http://schemas.microsoft.com/office/drawing/2014/main" id="{B861D1CD-AA6B-49A5-837C-F4DD57FAE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2" name="Line 72">
            <a:extLst>
              <a:ext uri="{FF2B5EF4-FFF2-40B4-BE49-F238E27FC236}">
                <a16:creationId xmlns:a16="http://schemas.microsoft.com/office/drawing/2014/main" id="{DB25D641-4101-42A3-AE6F-9A4437C925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73" name="Rectangle 73">
            <a:extLst>
              <a:ext uri="{FF2B5EF4-FFF2-40B4-BE49-F238E27FC236}">
                <a16:creationId xmlns:a16="http://schemas.microsoft.com/office/drawing/2014/main" id="{72BC0F62-C9C7-442D-8E59-1DAE91A02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4" name="Rectangle 74">
            <a:extLst>
              <a:ext uri="{FF2B5EF4-FFF2-40B4-BE49-F238E27FC236}">
                <a16:creationId xmlns:a16="http://schemas.microsoft.com/office/drawing/2014/main" id="{13B70B10-5CA2-40A5-ACF9-3C13039B2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75" name="Freeform 75">
            <a:extLst>
              <a:ext uri="{FF2B5EF4-FFF2-40B4-BE49-F238E27FC236}">
                <a16:creationId xmlns:a16="http://schemas.microsoft.com/office/drawing/2014/main" id="{A816C9DA-9FDB-4D57-9334-310F72C55C48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76" name="Freeform 76">
            <a:extLst>
              <a:ext uri="{FF2B5EF4-FFF2-40B4-BE49-F238E27FC236}">
                <a16:creationId xmlns:a16="http://schemas.microsoft.com/office/drawing/2014/main" id="{814CC2FA-0EF3-4BF3-BD46-AE886804E33E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77" name="Freeform 77">
            <a:extLst>
              <a:ext uri="{FF2B5EF4-FFF2-40B4-BE49-F238E27FC236}">
                <a16:creationId xmlns:a16="http://schemas.microsoft.com/office/drawing/2014/main" id="{AFE690AE-4FAD-4A2C-9F40-0F240D35582B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78" name="Freeform 78">
            <a:extLst>
              <a:ext uri="{FF2B5EF4-FFF2-40B4-BE49-F238E27FC236}">
                <a16:creationId xmlns:a16="http://schemas.microsoft.com/office/drawing/2014/main" id="{04825A2A-7A3D-4C9B-B122-0CEB0C70F4B8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79" name="Freeform 79">
            <a:extLst>
              <a:ext uri="{FF2B5EF4-FFF2-40B4-BE49-F238E27FC236}">
                <a16:creationId xmlns:a16="http://schemas.microsoft.com/office/drawing/2014/main" id="{4814BF92-0174-4442-B774-DC368DECB1B5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80" name="Freeform 80">
            <a:extLst>
              <a:ext uri="{FF2B5EF4-FFF2-40B4-BE49-F238E27FC236}">
                <a16:creationId xmlns:a16="http://schemas.microsoft.com/office/drawing/2014/main" id="{A9D98203-B00B-4341-9295-59EB61BB8A2F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1" name="Line 85">
            <a:extLst>
              <a:ext uri="{FF2B5EF4-FFF2-40B4-BE49-F238E27FC236}">
                <a16:creationId xmlns:a16="http://schemas.microsoft.com/office/drawing/2014/main" id="{7CAA4481-5AFC-45BA-9E09-407630E4945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2" name="Line 86">
            <a:extLst>
              <a:ext uri="{FF2B5EF4-FFF2-40B4-BE49-F238E27FC236}">
                <a16:creationId xmlns:a16="http://schemas.microsoft.com/office/drawing/2014/main" id="{8C30465D-464A-4A32-8A84-F264F8500C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3" name="Line 91">
            <a:extLst>
              <a:ext uri="{FF2B5EF4-FFF2-40B4-BE49-F238E27FC236}">
                <a16:creationId xmlns:a16="http://schemas.microsoft.com/office/drawing/2014/main" id="{6E090858-C776-434D-99B3-5242A09DC6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4" name="Line 92">
            <a:extLst>
              <a:ext uri="{FF2B5EF4-FFF2-40B4-BE49-F238E27FC236}">
                <a16:creationId xmlns:a16="http://schemas.microsoft.com/office/drawing/2014/main" id="{14D9376C-D238-4571-B13B-636BEB8E23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5" name="Line 93">
            <a:extLst>
              <a:ext uri="{FF2B5EF4-FFF2-40B4-BE49-F238E27FC236}">
                <a16:creationId xmlns:a16="http://schemas.microsoft.com/office/drawing/2014/main" id="{DB1EA3E8-D345-41D3-9763-4A925D558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6" name="Freeform 94">
            <a:extLst>
              <a:ext uri="{FF2B5EF4-FFF2-40B4-BE49-F238E27FC236}">
                <a16:creationId xmlns:a16="http://schemas.microsoft.com/office/drawing/2014/main" id="{0D6596FA-9C96-4630-B5CA-ACA9CA3C8F52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87" name="Freeform 95">
            <a:extLst>
              <a:ext uri="{FF2B5EF4-FFF2-40B4-BE49-F238E27FC236}">
                <a16:creationId xmlns:a16="http://schemas.microsoft.com/office/drawing/2014/main" id="{539F8264-B81E-4855-8811-2A0B803660C0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88" name="Rectangle 96">
            <a:extLst>
              <a:ext uri="{FF2B5EF4-FFF2-40B4-BE49-F238E27FC236}">
                <a16:creationId xmlns:a16="http://schemas.microsoft.com/office/drawing/2014/main" id="{BDC42A3C-A236-4B01-8CC3-1902ECE62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89" name="Rectangle 97">
            <a:extLst>
              <a:ext uri="{FF2B5EF4-FFF2-40B4-BE49-F238E27FC236}">
                <a16:creationId xmlns:a16="http://schemas.microsoft.com/office/drawing/2014/main" id="{5CE6ACAE-A858-4B70-A3DD-B08929027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90" name="AutoShape 99">
            <a:extLst>
              <a:ext uri="{FF2B5EF4-FFF2-40B4-BE49-F238E27FC236}">
                <a16:creationId xmlns:a16="http://schemas.microsoft.com/office/drawing/2014/main" id="{D67BB0AD-6FD5-4130-A41D-F1B927142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91" name="AutoShape 101">
            <a:extLst>
              <a:ext uri="{FF2B5EF4-FFF2-40B4-BE49-F238E27FC236}">
                <a16:creationId xmlns:a16="http://schemas.microsoft.com/office/drawing/2014/main" id="{A135D740-F441-4311-BC85-E7155C7F0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8392" name="Title 1">
            <a:extLst>
              <a:ext uri="{FF2B5EF4-FFF2-40B4-BE49-F238E27FC236}">
                <a16:creationId xmlns:a16="http://schemas.microsoft.com/office/drawing/2014/main" id="{2D3F15CE-A5C5-4ACB-AE4C-E19DC69D16C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98393" name="TextBox 125">
            <a:extLst>
              <a:ext uri="{FF2B5EF4-FFF2-40B4-BE49-F238E27FC236}">
                <a16:creationId xmlns:a16="http://schemas.microsoft.com/office/drawing/2014/main" id="{79DD6B47-A3DB-4933-9F1B-21E63CF2C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E04D895-1ABD-4E7F-93F0-28FE4834E3E6}"/>
                  </a:ext>
                </a:extLst>
              </p14:cNvPr>
              <p14:cNvContentPartPr/>
              <p14:nvPr/>
            </p14:nvContentPartPr>
            <p14:xfrm>
              <a:off x="2275920" y="2296800"/>
              <a:ext cx="2116800" cy="30484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E04D895-1ABD-4E7F-93F0-28FE4834E3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266560" y="2287440"/>
                <a:ext cx="2135520" cy="3067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8699624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Line 4">
            <a:extLst>
              <a:ext uri="{FF2B5EF4-FFF2-40B4-BE49-F238E27FC236}">
                <a16:creationId xmlns:a16="http://schemas.microsoft.com/office/drawing/2014/main" id="{F6AF22F8-1F8E-4C38-8A62-6BC55E7E060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0" name="Freeform 5">
            <a:extLst>
              <a:ext uri="{FF2B5EF4-FFF2-40B4-BE49-F238E27FC236}">
                <a16:creationId xmlns:a16="http://schemas.microsoft.com/office/drawing/2014/main" id="{54398968-E3AD-4512-A6F4-FE9C5853242A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1" name="Freeform 7">
            <a:extLst>
              <a:ext uri="{FF2B5EF4-FFF2-40B4-BE49-F238E27FC236}">
                <a16:creationId xmlns:a16="http://schemas.microsoft.com/office/drawing/2014/main" id="{80B21332-2465-4AE8-9723-A18DB1298AD3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2" name="Rectangle 8">
            <a:extLst>
              <a:ext uri="{FF2B5EF4-FFF2-40B4-BE49-F238E27FC236}">
                <a16:creationId xmlns:a16="http://schemas.microsoft.com/office/drawing/2014/main" id="{B4FC5508-86E9-4BB4-9898-AC28E9BBC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3" name="Rectangle 9">
            <a:extLst>
              <a:ext uri="{FF2B5EF4-FFF2-40B4-BE49-F238E27FC236}">
                <a16:creationId xmlns:a16="http://schemas.microsoft.com/office/drawing/2014/main" id="{F680764F-E37E-402D-86BD-66DF88B02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4" name="Rectangle 10">
            <a:extLst>
              <a:ext uri="{FF2B5EF4-FFF2-40B4-BE49-F238E27FC236}">
                <a16:creationId xmlns:a16="http://schemas.microsoft.com/office/drawing/2014/main" id="{AFAD656B-BFE7-4E76-A845-2CA614449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5" name="Rectangle 11">
            <a:extLst>
              <a:ext uri="{FF2B5EF4-FFF2-40B4-BE49-F238E27FC236}">
                <a16:creationId xmlns:a16="http://schemas.microsoft.com/office/drawing/2014/main" id="{D50BDB5C-D735-44EF-BDBD-EDFE6BBA2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6" name="Rectangle 12">
            <a:extLst>
              <a:ext uri="{FF2B5EF4-FFF2-40B4-BE49-F238E27FC236}">
                <a16:creationId xmlns:a16="http://schemas.microsoft.com/office/drawing/2014/main" id="{DB4B76BA-C519-4607-9B07-B4D3B1C10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7" name="Rectangle 13">
            <a:extLst>
              <a:ext uri="{FF2B5EF4-FFF2-40B4-BE49-F238E27FC236}">
                <a16:creationId xmlns:a16="http://schemas.microsoft.com/office/drawing/2014/main" id="{556AC933-0B39-4613-B920-742958E5E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8" name="Rectangle 14">
            <a:extLst>
              <a:ext uri="{FF2B5EF4-FFF2-40B4-BE49-F238E27FC236}">
                <a16:creationId xmlns:a16="http://schemas.microsoft.com/office/drawing/2014/main" id="{04FEA126-D51E-4DF4-AF93-C17A39B55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39" name="Rectangle 15">
            <a:extLst>
              <a:ext uri="{FF2B5EF4-FFF2-40B4-BE49-F238E27FC236}">
                <a16:creationId xmlns:a16="http://schemas.microsoft.com/office/drawing/2014/main" id="{0EDBD03D-F3C4-4576-91A3-FA7A71C34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40" name="Rectangle 16">
            <a:extLst>
              <a:ext uri="{FF2B5EF4-FFF2-40B4-BE49-F238E27FC236}">
                <a16:creationId xmlns:a16="http://schemas.microsoft.com/office/drawing/2014/main" id="{3930549B-11F9-4459-9BD4-EE87B63F8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41" name="Rectangle 17">
            <a:extLst>
              <a:ext uri="{FF2B5EF4-FFF2-40B4-BE49-F238E27FC236}">
                <a16:creationId xmlns:a16="http://schemas.microsoft.com/office/drawing/2014/main" id="{5EA0B7BC-41CF-48C5-AF7E-C357D3313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42" name="Rectangle 18">
            <a:extLst>
              <a:ext uri="{FF2B5EF4-FFF2-40B4-BE49-F238E27FC236}">
                <a16:creationId xmlns:a16="http://schemas.microsoft.com/office/drawing/2014/main" id="{FBB78FDF-CBED-401F-A589-8A183E562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43" name="Rectangle 19">
            <a:extLst>
              <a:ext uri="{FF2B5EF4-FFF2-40B4-BE49-F238E27FC236}">
                <a16:creationId xmlns:a16="http://schemas.microsoft.com/office/drawing/2014/main" id="{9A4B7B35-A387-4EC0-818A-0D6E3BE1A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44" name="Rectangle 20">
            <a:extLst>
              <a:ext uri="{FF2B5EF4-FFF2-40B4-BE49-F238E27FC236}">
                <a16:creationId xmlns:a16="http://schemas.microsoft.com/office/drawing/2014/main" id="{28E8064C-12CD-4FB2-8C44-956EA1490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45" name="Rectangle 21">
            <a:extLst>
              <a:ext uri="{FF2B5EF4-FFF2-40B4-BE49-F238E27FC236}">
                <a16:creationId xmlns:a16="http://schemas.microsoft.com/office/drawing/2014/main" id="{3F861A84-28D5-4785-ABBE-080C014A1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46" name="Line 22">
            <a:extLst>
              <a:ext uri="{FF2B5EF4-FFF2-40B4-BE49-F238E27FC236}">
                <a16:creationId xmlns:a16="http://schemas.microsoft.com/office/drawing/2014/main" id="{7C02FF8E-14B0-4781-8A51-4895B96465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7" name="Rectangle 23">
            <a:extLst>
              <a:ext uri="{FF2B5EF4-FFF2-40B4-BE49-F238E27FC236}">
                <a16:creationId xmlns:a16="http://schemas.microsoft.com/office/drawing/2014/main" id="{AD98C14C-8292-4561-933D-951B1805C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48" name="Line 24">
            <a:extLst>
              <a:ext uri="{FF2B5EF4-FFF2-40B4-BE49-F238E27FC236}">
                <a16:creationId xmlns:a16="http://schemas.microsoft.com/office/drawing/2014/main" id="{25AFB9E9-1316-471D-9F0B-8D4F3F749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9" name="Line 25">
            <a:extLst>
              <a:ext uri="{FF2B5EF4-FFF2-40B4-BE49-F238E27FC236}">
                <a16:creationId xmlns:a16="http://schemas.microsoft.com/office/drawing/2014/main" id="{3D9266B7-98E5-4A81-B0E2-B50CC97F52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0" name="Line 26">
            <a:extLst>
              <a:ext uri="{FF2B5EF4-FFF2-40B4-BE49-F238E27FC236}">
                <a16:creationId xmlns:a16="http://schemas.microsoft.com/office/drawing/2014/main" id="{DD77B7D0-8436-467E-85C1-B05290A1F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1" name="Rectangle 27">
            <a:extLst>
              <a:ext uri="{FF2B5EF4-FFF2-40B4-BE49-F238E27FC236}">
                <a16:creationId xmlns:a16="http://schemas.microsoft.com/office/drawing/2014/main" id="{4A574A21-AF19-4826-B746-332609461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2" name="Rectangle 28">
            <a:extLst>
              <a:ext uri="{FF2B5EF4-FFF2-40B4-BE49-F238E27FC236}">
                <a16:creationId xmlns:a16="http://schemas.microsoft.com/office/drawing/2014/main" id="{29333231-29D3-4637-84A0-BEF1EB2E7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3" name="Rectangle 29">
            <a:extLst>
              <a:ext uri="{FF2B5EF4-FFF2-40B4-BE49-F238E27FC236}">
                <a16:creationId xmlns:a16="http://schemas.microsoft.com/office/drawing/2014/main" id="{B196E826-A376-4DA1-B34E-23B6323B3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4" name="Rectangle 30">
            <a:extLst>
              <a:ext uri="{FF2B5EF4-FFF2-40B4-BE49-F238E27FC236}">
                <a16:creationId xmlns:a16="http://schemas.microsoft.com/office/drawing/2014/main" id="{DDD98379-6024-4520-AF10-3A0FB28DC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5" name="Line 31">
            <a:extLst>
              <a:ext uri="{FF2B5EF4-FFF2-40B4-BE49-F238E27FC236}">
                <a16:creationId xmlns:a16="http://schemas.microsoft.com/office/drawing/2014/main" id="{C2BF001D-4E5C-4C11-83D7-9FB50DB2B6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6" name="Rectangle 32">
            <a:extLst>
              <a:ext uri="{FF2B5EF4-FFF2-40B4-BE49-F238E27FC236}">
                <a16:creationId xmlns:a16="http://schemas.microsoft.com/office/drawing/2014/main" id="{18859893-E7B3-42CB-8CC5-A7E9E02D8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7" name="Rectangle 33">
            <a:extLst>
              <a:ext uri="{FF2B5EF4-FFF2-40B4-BE49-F238E27FC236}">
                <a16:creationId xmlns:a16="http://schemas.microsoft.com/office/drawing/2014/main" id="{764A95B5-E875-4A7F-B06E-499DF4022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8" name="Rectangle 34">
            <a:extLst>
              <a:ext uri="{FF2B5EF4-FFF2-40B4-BE49-F238E27FC236}">
                <a16:creationId xmlns:a16="http://schemas.microsoft.com/office/drawing/2014/main" id="{1C91353E-9DBD-456C-BEDC-A126BCF1B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59" name="Rectangle 35">
            <a:extLst>
              <a:ext uri="{FF2B5EF4-FFF2-40B4-BE49-F238E27FC236}">
                <a16:creationId xmlns:a16="http://schemas.microsoft.com/office/drawing/2014/main" id="{8CD9B9EE-DBE2-43CB-A103-AE08F6191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0" name="Rectangle 36">
            <a:extLst>
              <a:ext uri="{FF2B5EF4-FFF2-40B4-BE49-F238E27FC236}">
                <a16:creationId xmlns:a16="http://schemas.microsoft.com/office/drawing/2014/main" id="{AF4E4163-0C0C-4D2F-9B7E-8B96CEABE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1" name="Rectangle 37">
            <a:extLst>
              <a:ext uri="{FF2B5EF4-FFF2-40B4-BE49-F238E27FC236}">
                <a16:creationId xmlns:a16="http://schemas.microsoft.com/office/drawing/2014/main" id="{B35A4D79-76EC-40FC-91D3-868DDF5F2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2" name="Line 38">
            <a:extLst>
              <a:ext uri="{FF2B5EF4-FFF2-40B4-BE49-F238E27FC236}">
                <a16:creationId xmlns:a16="http://schemas.microsoft.com/office/drawing/2014/main" id="{7E6FAF70-27DB-45C4-B3F7-F33C961A89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3" name="Line 39">
            <a:extLst>
              <a:ext uri="{FF2B5EF4-FFF2-40B4-BE49-F238E27FC236}">
                <a16:creationId xmlns:a16="http://schemas.microsoft.com/office/drawing/2014/main" id="{C346836F-FCB0-435F-A397-4CDC5C16CB2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4" name="Rectangle 40">
            <a:extLst>
              <a:ext uri="{FF2B5EF4-FFF2-40B4-BE49-F238E27FC236}">
                <a16:creationId xmlns:a16="http://schemas.microsoft.com/office/drawing/2014/main" id="{5BD18A86-1A56-410B-A106-2343A1568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5" name="Rectangle 41">
            <a:extLst>
              <a:ext uri="{FF2B5EF4-FFF2-40B4-BE49-F238E27FC236}">
                <a16:creationId xmlns:a16="http://schemas.microsoft.com/office/drawing/2014/main" id="{B511145B-0E99-46CD-B907-8EAAEC5C56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6" name="Rectangle 42">
            <a:extLst>
              <a:ext uri="{FF2B5EF4-FFF2-40B4-BE49-F238E27FC236}">
                <a16:creationId xmlns:a16="http://schemas.microsoft.com/office/drawing/2014/main" id="{27327EF7-8584-4C55-A431-F61C2A5F8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7" name="Line 43">
            <a:extLst>
              <a:ext uri="{FF2B5EF4-FFF2-40B4-BE49-F238E27FC236}">
                <a16:creationId xmlns:a16="http://schemas.microsoft.com/office/drawing/2014/main" id="{D0BCF24D-78BF-4189-A171-049D08A62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8" name="Rectangle 44">
            <a:extLst>
              <a:ext uri="{FF2B5EF4-FFF2-40B4-BE49-F238E27FC236}">
                <a16:creationId xmlns:a16="http://schemas.microsoft.com/office/drawing/2014/main" id="{CFD31780-091E-460F-B895-C88E6C936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69" name="Line 45">
            <a:extLst>
              <a:ext uri="{FF2B5EF4-FFF2-40B4-BE49-F238E27FC236}">
                <a16:creationId xmlns:a16="http://schemas.microsoft.com/office/drawing/2014/main" id="{D763890F-CAEF-43A1-BBC6-90E27592B3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70" name="Line 46">
            <a:extLst>
              <a:ext uri="{FF2B5EF4-FFF2-40B4-BE49-F238E27FC236}">
                <a16:creationId xmlns:a16="http://schemas.microsoft.com/office/drawing/2014/main" id="{512E5F02-1D92-444E-B0BF-046AC8B2420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71" name="Line 47">
            <a:extLst>
              <a:ext uri="{FF2B5EF4-FFF2-40B4-BE49-F238E27FC236}">
                <a16:creationId xmlns:a16="http://schemas.microsoft.com/office/drawing/2014/main" id="{E80D9000-30A9-4307-9768-2C939802C4C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72" name="Rectangle 48">
            <a:extLst>
              <a:ext uri="{FF2B5EF4-FFF2-40B4-BE49-F238E27FC236}">
                <a16:creationId xmlns:a16="http://schemas.microsoft.com/office/drawing/2014/main" id="{7867819F-A9F4-410B-BBCA-5DC4493BE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73" name="Rectangle 49">
            <a:extLst>
              <a:ext uri="{FF2B5EF4-FFF2-40B4-BE49-F238E27FC236}">
                <a16:creationId xmlns:a16="http://schemas.microsoft.com/office/drawing/2014/main" id="{7C94338B-677F-4FA6-BDE7-F2663AA48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74" name="Rectangle 50">
            <a:extLst>
              <a:ext uri="{FF2B5EF4-FFF2-40B4-BE49-F238E27FC236}">
                <a16:creationId xmlns:a16="http://schemas.microsoft.com/office/drawing/2014/main" id="{281D3C6E-5D73-4120-8A5F-13D62BDAA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75" name="Rectangle 51">
            <a:extLst>
              <a:ext uri="{FF2B5EF4-FFF2-40B4-BE49-F238E27FC236}">
                <a16:creationId xmlns:a16="http://schemas.microsoft.com/office/drawing/2014/main" id="{2342B482-29BD-4223-9DAF-4A8EFFF93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76" name="Line 52">
            <a:extLst>
              <a:ext uri="{FF2B5EF4-FFF2-40B4-BE49-F238E27FC236}">
                <a16:creationId xmlns:a16="http://schemas.microsoft.com/office/drawing/2014/main" id="{9385E2CE-EA67-4EC6-89D9-588A551D9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77" name="Rectangle 53">
            <a:extLst>
              <a:ext uri="{FF2B5EF4-FFF2-40B4-BE49-F238E27FC236}">
                <a16:creationId xmlns:a16="http://schemas.microsoft.com/office/drawing/2014/main" id="{2DBC725B-A879-4622-BFA5-655FE9333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78" name="Rectangle 54">
            <a:extLst>
              <a:ext uri="{FF2B5EF4-FFF2-40B4-BE49-F238E27FC236}">
                <a16:creationId xmlns:a16="http://schemas.microsoft.com/office/drawing/2014/main" id="{22297CC0-496F-4C29-978C-5A144F656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79" name="Rectangle 55">
            <a:extLst>
              <a:ext uri="{FF2B5EF4-FFF2-40B4-BE49-F238E27FC236}">
                <a16:creationId xmlns:a16="http://schemas.microsoft.com/office/drawing/2014/main" id="{4E17FF73-0456-4043-BB07-9157FB638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80" name="Rectangle 56">
            <a:extLst>
              <a:ext uri="{FF2B5EF4-FFF2-40B4-BE49-F238E27FC236}">
                <a16:creationId xmlns:a16="http://schemas.microsoft.com/office/drawing/2014/main" id="{99D76BB6-C29A-4F09-93C1-909F67173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81" name="Rectangle 57">
            <a:extLst>
              <a:ext uri="{FF2B5EF4-FFF2-40B4-BE49-F238E27FC236}">
                <a16:creationId xmlns:a16="http://schemas.microsoft.com/office/drawing/2014/main" id="{578A567A-481A-4959-987F-A0E822B4A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82" name="Rectangle 58">
            <a:extLst>
              <a:ext uri="{FF2B5EF4-FFF2-40B4-BE49-F238E27FC236}">
                <a16:creationId xmlns:a16="http://schemas.microsoft.com/office/drawing/2014/main" id="{CC6494F7-DD2C-4004-9FE9-51AD6F799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83" name="Line 59">
            <a:extLst>
              <a:ext uri="{FF2B5EF4-FFF2-40B4-BE49-F238E27FC236}">
                <a16:creationId xmlns:a16="http://schemas.microsoft.com/office/drawing/2014/main" id="{2E12C2C9-5153-42E9-B439-3A43A32AFD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4" name="Line 60">
            <a:extLst>
              <a:ext uri="{FF2B5EF4-FFF2-40B4-BE49-F238E27FC236}">
                <a16:creationId xmlns:a16="http://schemas.microsoft.com/office/drawing/2014/main" id="{374C4437-7843-48D5-A650-233272586F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5" name="Line 61">
            <a:extLst>
              <a:ext uri="{FF2B5EF4-FFF2-40B4-BE49-F238E27FC236}">
                <a16:creationId xmlns:a16="http://schemas.microsoft.com/office/drawing/2014/main" id="{D05655C9-5107-427E-8784-F95C7AEA8FF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6" name="Line 62">
            <a:extLst>
              <a:ext uri="{FF2B5EF4-FFF2-40B4-BE49-F238E27FC236}">
                <a16:creationId xmlns:a16="http://schemas.microsoft.com/office/drawing/2014/main" id="{D8F17170-2C96-497F-AA7D-6F06FEC234B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7" name="Line 63">
            <a:extLst>
              <a:ext uri="{FF2B5EF4-FFF2-40B4-BE49-F238E27FC236}">
                <a16:creationId xmlns:a16="http://schemas.microsoft.com/office/drawing/2014/main" id="{F3A4DC92-DD18-4A5E-92B2-6BB78E70622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8" name="Rectangle 64">
            <a:extLst>
              <a:ext uri="{FF2B5EF4-FFF2-40B4-BE49-F238E27FC236}">
                <a16:creationId xmlns:a16="http://schemas.microsoft.com/office/drawing/2014/main" id="{D3B6CBA5-E9CA-458E-A7E3-5E57AAEC5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99389" name="Rectangle 65">
            <a:extLst>
              <a:ext uri="{FF2B5EF4-FFF2-40B4-BE49-F238E27FC236}">
                <a16:creationId xmlns:a16="http://schemas.microsoft.com/office/drawing/2014/main" id="{6F5A22EB-310A-4EE5-8D70-1B3DB523F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0" name="Rectangle 66">
            <a:extLst>
              <a:ext uri="{FF2B5EF4-FFF2-40B4-BE49-F238E27FC236}">
                <a16:creationId xmlns:a16="http://schemas.microsoft.com/office/drawing/2014/main" id="{B1422013-DD41-4A78-A479-A5A939B59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1" name="Rectangle 67">
            <a:extLst>
              <a:ext uri="{FF2B5EF4-FFF2-40B4-BE49-F238E27FC236}">
                <a16:creationId xmlns:a16="http://schemas.microsoft.com/office/drawing/2014/main" id="{57185D66-E2B4-4657-A811-43F3CA556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2" name="Rectangle 68">
            <a:extLst>
              <a:ext uri="{FF2B5EF4-FFF2-40B4-BE49-F238E27FC236}">
                <a16:creationId xmlns:a16="http://schemas.microsoft.com/office/drawing/2014/main" id="{C5EA9847-76A2-40A7-9380-5BEE02B4F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3" name="Rectangle 69">
            <a:extLst>
              <a:ext uri="{FF2B5EF4-FFF2-40B4-BE49-F238E27FC236}">
                <a16:creationId xmlns:a16="http://schemas.microsoft.com/office/drawing/2014/main" id="{E82FAD33-14CF-4F46-9076-E572EB98C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4" name="Rectangle 70">
            <a:extLst>
              <a:ext uri="{FF2B5EF4-FFF2-40B4-BE49-F238E27FC236}">
                <a16:creationId xmlns:a16="http://schemas.microsoft.com/office/drawing/2014/main" id="{EAAEE6F5-5E79-4547-9956-E005B6D73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5" name="Rectangle 71">
            <a:extLst>
              <a:ext uri="{FF2B5EF4-FFF2-40B4-BE49-F238E27FC236}">
                <a16:creationId xmlns:a16="http://schemas.microsoft.com/office/drawing/2014/main" id="{F8FC2DA6-A083-4448-A3A9-26564F359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6" name="Line 72">
            <a:extLst>
              <a:ext uri="{FF2B5EF4-FFF2-40B4-BE49-F238E27FC236}">
                <a16:creationId xmlns:a16="http://schemas.microsoft.com/office/drawing/2014/main" id="{FA7BF014-DB70-42B2-AC54-37856CA422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97" name="Rectangle 73">
            <a:extLst>
              <a:ext uri="{FF2B5EF4-FFF2-40B4-BE49-F238E27FC236}">
                <a16:creationId xmlns:a16="http://schemas.microsoft.com/office/drawing/2014/main" id="{4D3A78A0-922E-4602-B398-CE941148E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8" name="Rectangle 74">
            <a:extLst>
              <a:ext uri="{FF2B5EF4-FFF2-40B4-BE49-F238E27FC236}">
                <a16:creationId xmlns:a16="http://schemas.microsoft.com/office/drawing/2014/main" id="{80FCB477-B5FC-419B-B476-86DA577CB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399" name="Freeform 75">
            <a:extLst>
              <a:ext uri="{FF2B5EF4-FFF2-40B4-BE49-F238E27FC236}">
                <a16:creationId xmlns:a16="http://schemas.microsoft.com/office/drawing/2014/main" id="{7E4B2826-59BB-4C37-B274-1787271874FD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400" name="Freeform 76">
            <a:extLst>
              <a:ext uri="{FF2B5EF4-FFF2-40B4-BE49-F238E27FC236}">
                <a16:creationId xmlns:a16="http://schemas.microsoft.com/office/drawing/2014/main" id="{7CC880CE-012B-448B-82DA-DE5260BDF834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1" name="Freeform 77">
            <a:extLst>
              <a:ext uri="{FF2B5EF4-FFF2-40B4-BE49-F238E27FC236}">
                <a16:creationId xmlns:a16="http://schemas.microsoft.com/office/drawing/2014/main" id="{76B995FA-C334-4559-90E0-F45A57D43DA3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402" name="Freeform 78">
            <a:extLst>
              <a:ext uri="{FF2B5EF4-FFF2-40B4-BE49-F238E27FC236}">
                <a16:creationId xmlns:a16="http://schemas.microsoft.com/office/drawing/2014/main" id="{0847EDB0-DADE-44AD-B4BA-F90795C70FC3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3" name="Freeform 79">
            <a:extLst>
              <a:ext uri="{FF2B5EF4-FFF2-40B4-BE49-F238E27FC236}">
                <a16:creationId xmlns:a16="http://schemas.microsoft.com/office/drawing/2014/main" id="{1EC61B2F-5882-4E9D-B3A4-FA49368018A7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404" name="Freeform 80">
            <a:extLst>
              <a:ext uri="{FF2B5EF4-FFF2-40B4-BE49-F238E27FC236}">
                <a16:creationId xmlns:a16="http://schemas.microsoft.com/office/drawing/2014/main" id="{1B804CE7-E598-4C68-ACEF-A8821CEE2B74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5" name="Line 85">
            <a:extLst>
              <a:ext uri="{FF2B5EF4-FFF2-40B4-BE49-F238E27FC236}">
                <a16:creationId xmlns:a16="http://schemas.microsoft.com/office/drawing/2014/main" id="{4ECEFA61-43B0-4BD1-B851-19D910C898C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6" name="Line 86">
            <a:extLst>
              <a:ext uri="{FF2B5EF4-FFF2-40B4-BE49-F238E27FC236}">
                <a16:creationId xmlns:a16="http://schemas.microsoft.com/office/drawing/2014/main" id="{1EF6BF2E-8DCC-4182-AB4B-4ECBC004D5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7" name="Line 91">
            <a:extLst>
              <a:ext uri="{FF2B5EF4-FFF2-40B4-BE49-F238E27FC236}">
                <a16:creationId xmlns:a16="http://schemas.microsoft.com/office/drawing/2014/main" id="{E1AEF039-ADFF-4484-9F4C-4E7733296E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8" name="Line 92">
            <a:extLst>
              <a:ext uri="{FF2B5EF4-FFF2-40B4-BE49-F238E27FC236}">
                <a16:creationId xmlns:a16="http://schemas.microsoft.com/office/drawing/2014/main" id="{69567105-9EFB-40A5-8083-5F3A9F4882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09" name="Line 93">
            <a:extLst>
              <a:ext uri="{FF2B5EF4-FFF2-40B4-BE49-F238E27FC236}">
                <a16:creationId xmlns:a16="http://schemas.microsoft.com/office/drawing/2014/main" id="{952B1C6D-AAE5-41C7-929E-58B4646F53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10" name="Freeform 94">
            <a:extLst>
              <a:ext uri="{FF2B5EF4-FFF2-40B4-BE49-F238E27FC236}">
                <a16:creationId xmlns:a16="http://schemas.microsoft.com/office/drawing/2014/main" id="{80B38123-DB4D-40F7-868E-677676FD3254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411" name="Freeform 95">
            <a:extLst>
              <a:ext uri="{FF2B5EF4-FFF2-40B4-BE49-F238E27FC236}">
                <a16:creationId xmlns:a16="http://schemas.microsoft.com/office/drawing/2014/main" id="{36B02487-6895-4F86-903D-3775DB0FD121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412" name="Rectangle 96">
            <a:extLst>
              <a:ext uri="{FF2B5EF4-FFF2-40B4-BE49-F238E27FC236}">
                <a16:creationId xmlns:a16="http://schemas.microsoft.com/office/drawing/2014/main" id="{32898F0C-6172-4D92-BD5E-6F7541961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413" name="Rectangle 97">
            <a:extLst>
              <a:ext uri="{FF2B5EF4-FFF2-40B4-BE49-F238E27FC236}">
                <a16:creationId xmlns:a16="http://schemas.microsoft.com/office/drawing/2014/main" id="{7E2620FB-0D7C-4960-9ADE-553FB8311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414" name="AutoShape 99">
            <a:extLst>
              <a:ext uri="{FF2B5EF4-FFF2-40B4-BE49-F238E27FC236}">
                <a16:creationId xmlns:a16="http://schemas.microsoft.com/office/drawing/2014/main" id="{2D358686-5657-4342-B257-DCCB6B6F3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415" name="AutoShape 101">
            <a:extLst>
              <a:ext uri="{FF2B5EF4-FFF2-40B4-BE49-F238E27FC236}">
                <a16:creationId xmlns:a16="http://schemas.microsoft.com/office/drawing/2014/main" id="{A3388BFC-2746-4092-8479-66596B0EB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416" name="Title 1">
            <a:extLst>
              <a:ext uri="{FF2B5EF4-FFF2-40B4-BE49-F238E27FC236}">
                <a16:creationId xmlns:a16="http://schemas.microsoft.com/office/drawing/2014/main" id="{E5E5371B-4BEF-417C-8045-B2FDAEAF6B2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3-to-8 decoder using two 2-to-4 decoders</a:t>
            </a:r>
          </a:p>
        </p:txBody>
      </p:sp>
      <p:sp>
        <p:nvSpPr>
          <p:cNvPr id="99417" name="TextBox 125">
            <a:extLst>
              <a:ext uri="{FF2B5EF4-FFF2-40B4-BE49-F238E27FC236}">
                <a16:creationId xmlns:a16="http://schemas.microsoft.com/office/drawing/2014/main" id="{E03F527F-FDB9-4BED-88DE-399758296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99418" name="Rectangle 91">
            <a:extLst>
              <a:ext uri="{FF2B5EF4-FFF2-40B4-BE49-F238E27FC236}">
                <a16:creationId xmlns:a16="http://schemas.microsoft.com/office/drawing/2014/main" id="{D5ED5681-B7CC-434D-B208-DFD37DA1D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362200"/>
            <a:ext cx="2928938" cy="2844800"/>
          </a:xfrm>
          <a:prstGeom prst="rect">
            <a:avLst/>
          </a:prstGeom>
          <a:noFill/>
          <a:ln w="444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99419" name="TextBox 2">
            <a:extLst>
              <a:ext uri="{FF2B5EF4-FFF2-40B4-BE49-F238E27FC236}">
                <a16:creationId xmlns:a16="http://schemas.microsoft.com/office/drawing/2014/main" id="{5C0687EA-DAF7-4603-B081-3E0DE88FC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6096000"/>
            <a:ext cx="17922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What is this?</a:t>
            </a:r>
          </a:p>
        </p:txBody>
      </p:sp>
      <p:cxnSp>
        <p:nvCxnSpPr>
          <p:cNvPr id="99420" name="Straight Arrow Connector 93">
            <a:extLst>
              <a:ext uri="{FF2B5EF4-FFF2-40B4-BE49-F238E27FC236}">
                <a16:creationId xmlns:a16="http://schemas.microsoft.com/office/drawing/2014/main" id="{3B8078ED-2723-4592-B897-A839E3B5A030}"/>
              </a:ext>
            </a:extLst>
          </p:cNvPr>
          <p:cNvCxnSpPr>
            <a:cxnSpLocks noChangeShapeType="1"/>
            <a:endCxn id="99418" idx="2"/>
          </p:cNvCxnSpPr>
          <p:nvPr/>
        </p:nvCxnSpPr>
        <p:spPr bwMode="auto">
          <a:xfrm flipV="1">
            <a:off x="2971800" y="5207000"/>
            <a:ext cx="17463" cy="889000"/>
          </a:xfrm>
          <a:prstGeom prst="straightConnector1">
            <a:avLst/>
          </a:prstGeom>
          <a:noFill/>
          <a:ln w="444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7" name="Group 1">
            <a:extLst>
              <a:ext uri="{FF2B5EF4-FFF2-40B4-BE49-F238E27FC236}">
                <a16:creationId xmlns:a16="http://schemas.microsoft.com/office/drawing/2014/main" id="{248FE8C0-36B4-4841-97B1-D3C10673514B}"/>
              </a:ext>
            </a:extLst>
          </p:cNvPr>
          <p:cNvGrpSpPr>
            <a:grpSpLocks/>
          </p:cNvGrpSpPr>
          <p:nvPr/>
        </p:nvGrpSpPr>
        <p:grpSpPr bwMode="auto">
          <a:xfrm>
            <a:off x="3030537" y="1295400"/>
            <a:ext cx="3702050" cy="2438400"/>
            <a:chOff x="2819400" y="2209800"/>
            <a:chExt cx="3701697" cy="2438400"/>
          </a:xfrm>
        </p:grpSpPr>
        <p:sp>
          <p:nvSpPr>
            <p:cNvPr id="101380" name="Line 4">
              <a:extLst>
                <a:ext uri="{FF2B5EF4-FFF2-40B4-BE49-F238E27FC236}">
                  <a16:creationId xmlns:a16="http://schemas.microsoft.com/office/drawing/2014/main" id="{F5887547-98AF-48EF-8E18-F637F1BB3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91013" y="2371725"/>
              <a:ext cx="2286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81" name="Freeform 5">
              <a:extLst>
                <a:ext uri="{FF2B5EF4-FFF2-40B4-BE49-F238E27FC236}">
                  <a16:creationId xmlns:a16="http://schemas.microsoft.com/office/drawing/2014/main" id="{42E54EDD-A9CC-4338-B2ED-827A264B3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2209800"/>
              <a:ext cx="320675" cy="320675"/>
            </a:xfrm>
            <a:custGeom>
              <a:avLst/>
              <a:gdLst>
                <a:gd name="T0" fmla="*/ 2147483646 w 404"/>
                <a:gd name="T1" fmla="*/ 2147483646 h 403"/>
                <a:gd name="T2" fmla="*/ 0 w 404"/>
                <a:gd name="T3" fmla="*/ 2147483646 h 403"/>
                <a:gd name="T4" fmla="*/ 0 w 404"/>
                <a:gd name="T5" fmla="*/ 0 h 403"/>
                <a:gd name="T6" fmla="*/ 2147483646 w 404"/>
                <a:gd name="T7" fmla="*/ 2147483646 h 4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4"/>
                <a:gd name="T13" fmla="*/ 0 h 403"/>
                <a:gd name="T14" fmla="*/ 404 w 404"/>
                <a:gd name="T15" fmla="*/ 403 h 4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4" h="403">
                  <a:moveTo>
                    <a:pt x="404" y="202"/>
                  </a:moveTo>
                  <a:lnTo>
                    <a:pt x="0" y="403"/>
                  </a:lnTo>
                  <a:lnTo>
                    <a:pt x="0" y="0"/>
                  </a:lnTo>
                  <a:lnTo>
                    <a:pt x="404" y="202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82" name="Freeform 7">
              <a:extLst>
                <a:ext uri="{FF2B5EF4-FFF2-40B4-BE49-F238E27FC236}">
                  <a16:creationId xmlns:a16="http://schemas.microsoft.com/office/drawing/2014/main" id="{5B1E53A0-6C33-41E6-823C-F68C1F36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350" y="2322513"/>
              <a:ext cx="103188" cy="103187"/>
            </a:xfrm>
            <a:custGeom>
              <a:avLst/>
              <a:gdLst>
                <a:gd name="T0" fmla="*/ 2147483646 w 130"/>
                <a:gd name="T1" fmla="*/ 0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0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5" y="0"/>
                  </a:moveTo>
                  <a:lnTo>
                    <a:pt x="62" y="0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49" y="2"/>
                  </a:lnTo>
                  <a:lnTo>
                    <a:pt x="45" y="3"/>
                  </a:lnTo>
                  <a:lnTo>
                    <a:pt x="42" y="5"/>
                  </a:lnTo>
                  <a:lnTo>
                    <a:pt x="39" y="5"/>
                  </a:lnTo>
                  <a:lnTo>
                    <a:pt x="36" y="6"/>
                  </a:lnTo>
                  <a:lnTo>
                    <a:pt x="34" y="7"/>
                  </a:lnTo>
                  <a:lnTo>
                    <a:pt x="31" y="9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4" y="15"/>
                  </a:lnTo>
                  <a:lnTo>
                    <a:pt x="21" y="18"/>
                  </a:lnTo>
                  <a:lnTo>
                    <a:pt x="19" y="19"/>
                  </a:lnTo>
                  <a:lnTo>
                    <a:pt x="16" y="22"/>
                  </a:lnTo>
                  <a:lnTo>
                    <a:pt x="15" y="23"/>
                  </a:lnTo>
                  <a:lnTo>
                    <a:pt x="13" y="26"/>
                  </a:lnTo>
                  <a:lnTo>
                    <a:pt x="11" y="29"/>
                  </a:lnTo>
                  <a:lnTo>
                    <a:pt x="9" y="32"/>
                  </a:lnTo>
                  <a:lnTo>
                    <a:pt x="8" y="35"/>
                  </a:lnTo>
                  <a:lnTo>
                    <a:pt x="6" y="38"/>
                  </a:lnTo>
                  <a:lnTo>
                    <a:pt x="5" y="41"/>
                  </a:lnTo>
                  <a:lnTo>
                    <a:pt x="3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2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2" y="78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3" y="88"/>
                  </a:lnTo>
                  <a:lnTo>
                    <a:pt x="5" y="91"/>
                  </a:lnTo>
                  <a:lnTo>
                    <a:pt x="6" y="94"/>
                  </a:lnTo>
                  <a:lnTo>
                    <a:pt x="8" y="97"/>
                  </a:lnTo>
                  <a:lnTo>
                    <a:pt x="9" y="100"/>
                  </a:lnTo>
                  <a:lnTo>
                    <a:pt x="11" y="102"/>
                  </a:lnTo>
                  <a:lnTo>
                    <a:pt x="13" y="104"/>
                  </a:lnTo>
                  <a:lnTo>
                    <a:pt x="15" y="107"/>
                  </a:lnTo>
                  <a:lnTo>
                    <a:pt x="16" y="110"/>
                  </a:lnTo>
                  <a:lnTo>
                    <a:pt x="19" y="111"/>
                  </a:lnTo>
                  <a:lnTo>
                    <a:pt x="21" y="114"/>
                  </a:lnTo>
                  <a:lnTo>
                    <a:pt x="24" y="115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1" y="121"/>
                  </a:lnTo>
                  <a:lnTo>
                    <a:pt x="34" y="123"/>
                  </a:lnTo>
                  <a:lnTo>
                    <a:pt x="36" y="124"/>
                  </a:lnTo>
                  <a:lnTo>
                    <a:pt x="39" y="125"/>
                  </a:lnTo>
                  <a:lnTo>
                    <a:pt x="42" y="127"/>
                  </a:lnTo>
                  <a:lnTo>
                    <a:pt x="45" y="128"/>
                  </a:lnTo>
                  <a:lnTo>
                    <a:pt x="49" y="128"/>
                  </a:lnTo>
                  <a:lnTo>
                    <a:pt x="52" y="130"/>
                  </a:lnTo>
                  <a:lnTo>
                    <a:pt x="55" y="130"/>
                  </a:lnTo>
                  <a:lnTo>
                    <a:pt x="58" y="130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8" y="131"/>
                  </a:lnTo>
                  <a:lnTo>
                    <a:pt x="72" y="130"/>
                  </a:lnTo>
                  <a:lnTo>
                    <a:pt x="75" y="130"/>
                  </a:lnTo>
                  <a:lnTo>
                    <a:pt x="78" y="130"/>
                  </a:lnTo>
                  <a:lnTo>
                    <a:pt x="81" y="128"/>
                  </a:lnTo>
                  <a:lnTo>
                    <a:pt x="84" y="128"/>
                  </a:lnTo>
                  <a:lnTo>
                    <a:pt x="88" y="127"/>
                  </a:lnTo>
                  <a:lnTo>
                    <a:pt x="91" y="125"/>
                  </a:lnTo>
                  <a:lnTo>
                    <a:pt x="94" y="124"/>
                  </a:lnTo>
                  <a:lnTo>
                    <a:pt x="97" y="123"/>
                  </a:lnTo>
                  <a:lnTo>
                    <a:pt x="100" y="121"/>
                  </a:lnTo>
                  <a:lnTo>
                    <a:pt x="101" y="120"/>
                  </a:lnTo>
                  <a:lnTo>
                    <a:pt x="104" y="118"/>
                  </a:lnTo>
                  <a:lnTo>
                    <a:pt x="107" y="115"/>
                  </a:lnTo>
                  <a:lnTo>
                    <a:pt x="110" y="114"/>
                  </a:lnTo>
                  <a:lnTo>
                    <a:pt x="111" y="111"/>
                  </a:lnTo>
                  <a:lnTo>
                    <a:pt x="114" y="110"/>
                  </a:lnTo>
                  <a:lnTo>
                    <a:pt x="116" y="107"/>
                  </a:lnTo>
                  <a:lnTo>
                    <a:pt x="117" y="104"/>
                  </a:lnTo>
                  <a:lnTo>
                    <a:pt x="120" y="102"/>
                  </a:lnTo>
                  <a:lnTo>
                    <a:pt x="121" y="100"/>
                  </a:lnTo>
                  <a:lnTo>
                    <a:pt x="123" y="97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7" y="85"/>
                  </a:lnTo>
                  <a:lnTo>
                    <a:pt x="129" y="82"/>
                  </a:lnTo>
                  <a:lnTo>
                    <a:pt x="129" y="78"/>
                  </a:lnTo>
                  <a:lnTo>
                    <a:pt x="130" y="75"/>
                  </a:lnTo>
                  <a:lnTo>
                    <a:pt x="130" y="72"/>
                  </a:lnTo>
                  <a:lnTo>
                    <a:pt x="130" y="69"/>
                  </a:lnTo>
                  <a:lnTo>
                    <a:pt x="130" y="65"/>
                  </a:lnTo>
                  <a:lnTo>
                    <a:pt x="130" y="62"/>
                  </a:lnTo>
                  <a:lnTo>
                    <a:pt x="130" y="59"/>
                  </a:lnTo>
                  <a:lnTo>
                    <a:pt x="130" y="55"/>
                  </a:lnTo>
                  <a:lnTo>
                    <a:pt x="129" y="52"/>
                  </a:lnTo>
                  <a:lnTo>
                    <a:pt x="129" y="49"/>
                  </a:lnTo>
                  <a:lnTo>
                    <a:pt x="127" y="46"/>
                  </a:lnTo>
                  <a:lnTo>
                    <a:pt x="127" y="43"/>
                  </a:lnTo>
                  <a:lnTo>
                    <a:pt x="126" y="41"/>
                  </a:lnTo>
                  <a:lnTo>
                    <a:pt x="124" y="38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7" y="26"/>
                  </a:lnTo>
                  <a:lnTo>
                    <a:pt x="116" y="23"/>
                  </a:lnTo>
                  <a:lnTo>
                    <a:pt x="114" y="22"/>
                  </a:lnTo>
                  <a:lnTo>
                    <a:pt x="111" y="19"/>
                  </a:lnTo>
                  <a:lnTo>
                    <a:pt x="110" y="18"/>
                  </a:lnTo>
                  <a:lnTo>
                    <a:pt x="107" y="15"/>
                  </a:lnTo>
                  <a:lnTo>
                    <a:pt x="104" y="13"/>
                  </a:lnTo>
                  <a:lnTo>
                    <a:pt x="101" y="12"/>
                  </a:lnTo>
                  <a:lnTo>
                    <a:pt x="100" y="9"/>
                  </a:lnTo>
                  <a:lnTo>
                    <a:pt x="97" y="7"/>
                  </a:lnTo>
                  <a:lnTo>
                    <a:pt x="94" y="6"/>
                  </a:lnTo>
                  <a:lnTo>
                    <a:pt x="91" y="5"/>
                  </a:lnTo>
                  <a:lnTo>
                    <a:pt x="88" y="5"/>
                  </a:lnTo>
                  <a:lnTo>
                    <a:pt x="84" y="3"/>
                  </a:lnTo>
                  <a:lnTo>
                    <a:pt x="81" y="2"/>
                  </a:lnTo>
                  <a:lnTo>
                    <a:pt x="78" y="2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83" name="Rectangle 8">
              <a:extLst>
                <a:ext uri="{FF2B5EF4-FFF2-40B4-BE49-F238E27FC236}">
                  <a16:creationId xmlns:a16="http://schemas.microsoft.com/office/drawing/2014/main" id="{0277DE5E-814F-40A0-AA9D-1C795F3A1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400" y="228441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384" name="Rectangle 9">
              <a:extLst>
                <a:ext uri="{FF2B5EF4-FFF2-40B4-BE49-F238E27FC236}">
                  <a16:creationId xmlns:a16="http://schemas.microsoft.com/office/drawing/2014/main" id="{8C27418B-D69E-495B-BDF6-CABAF940D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450" y="238918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385" name="Rectangle 12">
              <a:extLst>
                <a:ext uri="{FF2B5EF4-FFF2-40B4-BE49-F238E27FC236}">
                  <a16:creationId xmlns:a16="http://schemas.microsoft.com/office/drawing/2014/main" id="{CBC72478-EC14-4809-84A8-FE1953135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2172" y="232410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386" name="Rectangle 13">
              <a:extLst>
                <a:ext uri="{FF2B5EF4-FFF2-40B4-BE49-F238E27FC236}">
                  <a16:creationId xmlns:a16="http://schemas.microsoft.com/office/drawing/2014/main" id="{35BA41E6-5B3A-4E28-BFD5-3F9FAA42B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0597" y="24288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387" name="Rectangle 14">
              <a:extLst>
                <a:ext uri="{FF2B5EF4-FFF2-40B4-BE49-F238E27FC236}">
                  <a16:creationId xmlns:a16="http://schemas.microsoft.com/office/drawing/2014/main" id="{2F94566A-F790-446A-ADA2-86E969D30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9825" y="4200525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388" name="Rectangle 15">
              <a:extLst>
                <a:ext uri="{FF2B5EF4-FFF2-40B4-BE49-F238E27FC236}">
                  <a16:creationId xmlns:a16="http://schemas.microsoft.com/office/drawing/2014/main" id="{4168A0C7-7405-4FC4-A2F6-5BA136FBA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8250" y="4305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389" name="Line 24">
              <a:extLst>
                <a:ext uri="{FF2B5EF4-FFF2-40B4-BE49-F238E27FC236}">
                  <a16:creationId xmlns:a16="http://schemas.microsoft.com/office/drawing/2014/main" id="{65041767-842A-4CA7-82D1-B9D596E47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7150" y="2530475"/>
              <a:ext cx="9826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0" name="Line 45">
              <a:extLst>
                <a:ext uri="{FF2B5EF4-FFF2-40B4-BE49-F238E27FC236}">
                  <a16:creationId xmlns:a16="http://schemas.microsoft.com/office/drawing/2014/main" id="{30433869-13FA-48E3-8A27-360413ADFA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7150" y="4379913"/>
              <a:ext cx="9826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1" name="Line 62">
              <a:extLst>
                <a:ext uri="{FF2B5EF4-FFF2-40B4-BE49-F238E27FC236}">
                  <a16:creationId xmlns:a16="http://schemas.microsoft.com/office/drawing/2014/main" id="{24EDB90F-273E-4D10-AE00-0F630EA7E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0238" y="2370138"/>
              <a:ext cx="6858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2" name="Line 63">
              <a:extLst>
                <a:ext uri="{FF2B5EF4-FFF2-40B4-BE49-F238E27FC236}">
                  <a16:creationId xmlns:a16="http://schemas.microsoft.com/office/drawing/2014/main" id="{F4B907AB-DACE-4DFA-A377-22CA56A22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14725" y="2370138"/>
              <a:ext cx="0" cy="21463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3" name="Freeform 79">
              <a:extLst>
                <a:ext uri="{FF2B5EF4-FFF2-40B4-BE49-F238E27FC236}">
                  <a16:creationId xmlns:a16="http://schemas.microsoft.com/office/drawing/2014/main" id="{07A0648F-7FF2-4A89-A38C-332E86B33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913" y="2346325"/>
              <a:ext cx="46037" cy="46038"/>
            </a:xfrm>
            <a:custGeom>
              <a:avLst/>
              <a:gdLst>
                <a:gd name="T0" fmla="*/ 2147483646 w 57"/>
                <a:gd name="T1" fmla="*/ 2147483646 h 57"/>
                <a:gd name="T2" fmla="*/ 2147483646 w 57"/>
                <a:gd name="T3" fmla="*/ 2147483646 h 57"/>
                <a:gd name="T4" fmla="*/ 2147483646 w 57"/>
                <a:gd name="T5" fmla="*/ 2147483646 h 57"/>
                <a:gd name="T6" fmla="*/ 2147483646 w 57"/>
                <a:gd name="T7" fmla="*/ 2147483646 h 57"/>
                <a:gd name="T8" fmla="*/ 2147483646 w 57"/>
                <a:gd name="T9" fmla="*/ 2147483646 h 57"/>
                <a:gd name="T10" fmla="*/ 2147483646 w 57"/>
                <a:gd name="T11" fmla="*/ 2147483646 h 57"/>
                <a:gd name="T12" fmla="*/ 2147483646 w 57"/>
                <a:gd name="T13" fmla="*/ 2147483646 h 57"/>
                <a:gd name="T14" fmla="*/ 2147483646 w 57"/>
                <a:gd name="T15" fmla="*/ 2147483646 h 57"/>
                <a:gd name="T16" fmla="*/ 2147483646 w 57"/>
                <a:gd name="T17" fmla="*/ 2147483646 h 57"/>
                <a:gd name="T18" fmla="*/ 2147483646 w 57"/>
                <a:gd name="T19" fmla="*/ 2147483646 h 57"/>
                <a:gd name="T20" fmla="*/ 0 w 57"/>
                <a:gd name="T21" fmla="*/ 2147483646 h 57"/>
                <a:gd name="T22" fmla="*/ 0 w 57"/>
                <a:gd name="T23" fmla="*/ 2147483646 h 57"/>
                <a:gd name="T24" fmla="*/ 2147483646 w 57"/>
                <a:gd name="T25" fmla="*/ 2147483646 h 57"/>
                <a:gd name="T26" fmla="*/ 2147483646 w 57"/>
                <a:gd name="T27" fmla="*/ 2147483646 h 57"/>
                <a:gd name="T28" fmla="*/ 2147483646 w 57"/>
                <a:gd name="T29" fmla="*/ 2147483646 h 57"/>
                <a:gd name="T30" fmla="*/ 2147483646 w 57"/>
                <a:gd name="T31" fmla="*/ 2147483646 h 57"/>
                <a:gd name="T32" fmla="*/ 2147483646 w 57"/>
                <a:gd name="T33" fmla="*/ 2147483646 h 57"/>
                <a:gd name="T34" fmla="*/ 2147483646 w 57"/>
                <a:gd name="T35" fmla="*/ 2147483646 h 57"/>
                <a:gd name="T36" fmla="*/ 2147483646 w 57"/>
                <a:gd name="T37" fmla="*/ 2147483646 h 57"/>
                <a:gd name="T38" fmla="*/ 2147483646 w 57"/>
                <a:gd name="T39" fmla="*/ 2147483646 h 57"/>
                <a:gd name="T40" fmla="*/ 2147483646 w 57"/>
                <a:gd name="T41" fmla="*/ 2147483646 h 57"/>
                <a:gd name="T42" fmla="*/ 2147483646 w 57"/>
                <a:gd name="T43" fmla="*/ 2147483646 h 57"/>
                <a:gd name="T44" fmla="*/ 2147483646 w 57"/>
                <a:gd name="T45" fmla="*/ 2147483646 h 57"/>
                <a:gd name="T46" fmla="*/ 2147483646 w 57"/>
                <a:gd name="T47" fmla="*/ 2147483646 h 57"/>
                <a:gd name="T48" fmla="*/ 2147483646 w 57"/>
                <a:gd name="T49" fmla="*/ 2147483646 h 57"/>
                <a:gd name="T50" fmla="*/ 2147483646 w 57"/>
                <a:gd name="T51" fmla="*/ 2147483646 h 57"/>
                <a:gd name="T52" fmla="*/ 2147483646 w 57"/>
                <a:gd name="T53" fmla="*/ 2147483646 h 57"/>
                <a:gd name="T54" fmla="*/ 2147483646 w 57"/>
                <a:gd name="T55" fmla="*/ 2147483646 h 57"/>
                <a:gd name="T56" fmla="*/ 2147483646 w 57"/>
                <a:gd name="T57" fmla="*/ 2147483646 h 57"/>
                <a:gd name="T58" fmla="*/ 2147483646 w 57"/>
                <a:gd name="T59" fmla="*/ 2147483646 h 57"/>
                <a:gd name="T60" fmla="*/ 2147483646 w 57"/>
                <a:gd name="T61" fmla="*/ 2147483646 h 57"/>
                <a:gd name="T62" fmla="*/ 2147483646 w 57"/>
                <a:gd name="T63" fmla="*/ 2147483646 h 57"/>
                <a:gd name="T64" fmla="*/ 2147483646 w 57"/>
                <a:gd name="T65" fmla="*/ 2147483646 h 57"/>
                <a:gd name="T66" fmla="*/ 2147483646 w 57"/>
                <a:gd name="T67" fmla="*/ 2147483646 h 57"/>
                <a:gd name="T68" fmla="*/ 2147483646 w 57"/>
                <a:gd name="T69" fmla="*/ 2147483646 h 57"/>
                <a:gd name="T70" fmla="*/ 2147483646 w 57"/>
                <a:gd name="T71" fmla="*/ 2147483646 h 57"/>
                <a:gd name="T72" fmla="*/ 2147483646 w 57"/>
                <a:gd name="T73" fmla="*/ 2147483646 h 57"/>
                <a:gd name="T74" fmla="*/ 2147483646 w 57"/>
                <a:gd name="T75" fmla="*/ 2147483646 h 57"/>
                <a:gd name="T76" fmla="*/ 2147483646 w 57"/>
                <a:gd name="T77" fmla="*/ 2147483646 h 57"/>
                <a:gd name="T78" fmla="*/ 2147483646 w 57"/>
                <a:gd name="T79" fmla="*/ 2147483646 h 57"/>
                <a:gd name="T80" fmla="*/ 2147483646 w 57"/>
                <a:gd name="T81" fmla="*/ 2147483646 h 57"/>
                <a:gd name="T82" fmla="*/ 2147483646 w 57"/>
                <a:gd name="T83" fmla="*/ 2147483646 h 57"/>
                <a:gd name="T84" fmla="*/ 2147483646 w 57"/>
                <a:gd name="T85" fmla="*/ 2147483646 h 57"/>
                <a:gd name="T86" fmla="*/ 2147483646 w 57"/>
                <a:gd name="T87" fmla="*/ 2147483646 h 57"/>
                <a:gd name="T88" fmla="*/ 2147483646 w 57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7"/>
                <a:gd name="T136" fmla="*/ 0 h 57"/>
                <a:gd name="T137" fmla="*/ 57 w 57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7" h="57">
                  <a:moveTo>
                    <a:pt x="28" y="29"/>
                  </a:moveTo>
                  <a:lnTo>
                    <a:pt x="28" y="0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9"/>
                  </a:lnTo>
                  <a:lnTo>
                    <a:pt x="8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1" y="21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3" y="39"/>
                  </a:lnTo>
                  <a:lnTo>
                    <a:pt x="3" y="40"/>
                  </a:lnTo>
                  <a:lnTo>
                    <a:pt x="3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8" y="50"/>
                  </a:lnTo>
                  <a:lnTo>
                    <a:pt x="10" y="50"/>
                  </a:lnTo>
                  <a:lnTo>
                    <a:pt x="11" y="52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4" y="55"/>
                  </a:lnTo>
                  <a:lnTo>
                    <a:pt x="15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20" y="57"/>
                  </a:lnTo>
                  <a:lnTo>
                    <a:pt x="21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30" y="57"/>
                  </a:lnTo>
                  <a:lnTo>
                    <a:pt x="31" y="57"/>
                  </a:lnTo>
                  <a:lnTo>
                    <a:pt x="33" y="57"/>
                  </a:lnTo>
                  <a:lnTo>
                    <a:pt x="34" y="57"/>
                  </a:lnTo>
                  <a:lnTo>
                    <a:pt x="36" y="57"/>
                  </a:lnTo>
                  <a:lnTo>
                    <a:pt x="37" y="57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1" y="56"/>
                  </a:lnTo>
                  <a:lnTo>
                    <a:pt x="43" y="55"/>
                  </a:lnTo>
                  <a:lnTo>
                    <a:pt x="44" y="55"/>
                  </a:lnTo>
                  <a:lnTo>
                    <a:pt x="44" y="53"/>
                  </a:lnTo>
                  <a:lnTo>
                    <a:pt x="46" y="53"/>
                  </a:lnTo>
                  <a:lnTo>
                    <a:pt x="47" y="52"/>
                  </a:lnTo>
                  <a:lnTo>
                    <a:pt x="49" y="50"/>
                  </a:lnTo>
                  <a:lnTo>
                    <a:pt x="50" y="49"/>
                  </a:lnTo>
                  <a:lnTo>
                    <a:pt x="51" y="47"/>
                  </a:lnTo>
                  <a:lnTo>
                    <a:pt x="51" y="46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7" y="33"/>
                  </a:lnTo>
                  <a:lnTo>
                    <a:pt x="57" y="32"/>
                  </a:lnTo>
                  <a:lnTo>
                    <a:pt x="57" y="29"/>
                  </a:lnTo>
                  <a:lnTo>
                    <a:pt x="57" y="27"/>
                  </a:lnTo>
                  <a:lnTo>
                    <a:pt x="57" y="26"/>
                  </a:lnTo>
                  <a:lnTo>
                    <a:pt x="57" y="24"/>
                  </a:lnTo>
                  <a:lnTo>
                    <a:pt x="57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9"/>
                  </a:lnTo>
                  <a:lnTo>
                    <a:pt x="54" y="17"/>
                  </a:lnTo>
                  <a:lnTo>
                    <a:pt x="54" y="16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3"/>
                  </a:lnTo>
                  <a:lnTo>
                    <a:pt x="51" y="11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7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8" y="2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394" name="Freeform 80">
              <a:extLst>
                <a:ext uri="{FF2B5EF4-FFF2-40B4-BE49-F238E27FC236}">
                  <a16:creationId xmlns:a16="http://schemas.microsoft.com/office/drawing/2014/main" id="{260A92C5-7A20-4D62-A812-38CA420F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438" y="2355850"/>
              <a:ext cx="55562" cy="55563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2147483646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3" y="0"/>
                  </a:lnTo>
                  <a:lnTo>
                    <a:pt x="32" y="0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5" y="8"/>
                  </a:lnTo>
                  <a:lnTo>
                    <a:pt x="13" y="9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2" y="25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2" y="44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3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4" y="52"/>
                  </a:lnTo>
                  <a:lnTo>
                    <a:pt x="6" y="54"/>
                  </a:lnTo>
                  <a:lnTo>
                    <a:pt x="6" y="55"/>
                  </a:lnTo>
                  <a:lnTo>
                    <a:pt x="7" y="57"/>
                  </a:lnTo>
                  <a:lnTo>
                    <a:pt x="9" y="58"/>
                  </a:lnTo>
                  <a:lnTo>
                    <a:pt x="9" y="59"/>
                  </a:lnTo>
                  <a:lnTo>
                    <a:pt x="10" y="61"/>
                  </a:lnTo>
                  <a:lnTo>
                    <a:pt x="12" y="62"/>
                  </a:lnTo>
                  <a:lnTo>
                    <a:pt x="13" y="64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7" y="67"/>
                  </a:lnTo>
                  <a:lnTo>
                    <a:pt x="19" y="67"/>
                  </a:lnTo>
                  <a:lnTo>
                    <a:pt x="20" y="68"/>
                  </a:lnTo>
                  <a:lnTo>
                    <a:pt x="22" y="68"/>
                  </a:lnTo>
                  <a:lnTo>
                    <a:pt x="23" y="69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9" y="71"/>
                  </a:lnTo>
                  <a:lnTo>
                    <a:pt x="30" y="71"/>
                  </a:lnTo>
                  <a:lnTo>
                    <a:pt x="32" y="71"/>
                  </a:lnTo>
                  <a:lnTo>
                    <a:pt x="33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0" y="71"/>
                  </a:lnTo>
                  <a:lnTo>
                    <a:pt x="42" y="71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9" y="68"/>
                  </a:lnTo>
                  <a:lnTo>
                    <a:pt x="51" y="68"/>
                  </a:lnTo>
                  <a:lnTo>
                    <a:pt x="52" y="67"/>
                  </a:lnTo>
                  <a:lnTo>
                    <a:pt x="53" y="67"/>
                  </a:lnTo>
                  <a:lnTo>
                    <a:pt x="55" y="65"/>
                  </a:lnTo>
                  <a:lnTo>
                    <a:pt x="56" y="64"/>
                  </a:lnTo>
                  <a:lnTo>
                    <a:pt x="58" y="64"/>
                  </a:lnTo>
                  <a:lnTo>
                    <a:pt x="59" y="62"/>
                  </a:lnTo>
                  <a:lnTo>
                    <a:pt x="61" y="61"/>
                  </a:lnTo>
                  <a:lnTo>
                    <a:pt x="62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6" y="52"/>
                  </a:lnTo>
                  <a:lnTo>
                    <a:pt x="66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69" y="46"/>
                  </a:lnTo>
                  <a:lnTo>
                    <a:pt x="69" y="45"/>
                  </a:lnTo>
                  <a:lnTo>
                    <a:pt x="69" y="44"/>
                  </a:lnTo>
                  <a:lnTo>
                    <a:pt x="71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6"/>
                  </a:lnTo>
                  <a:lnTo>
                    <a:pt x="71" y="34"/>
                  </a:lnTo>
                  <a:lnTo>
                    <a:pt x="71" y="32"/>
                  </a:lnTo>
                  <a:lnTo>
                    <a:pt x="71" y="31"/>
                  </a:lnTo>
                  <a:lnTo>
                    <a:pt x="69" y="29"/>
                  </a:lnTo>
                  <a:lnTo>
                    <a:pt x="69" y="28"/>
                  </a:lnTo>
                  <a:lnTo>
                    <a:pt x="69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6" y="21"/>
                  </a:lnTo>
                  <a:lnTo>
                    <a:pt x="66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10"/>
                  </a:lnTo>
                  <a:lnTo>
                    <a:pt x="58" y="9"/>
                  </a:lnTo>
                  <a:lnTo>
                    <a:pt x="56" y="8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2" y="5"/>
                  </a:lnTo>
                  <a:lnTo>
                    <a:pt x="51" y="5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5" name="Line 85">
              <a:extLst>
                <a:ext uri="{FF2B5EF4-FFF2-40B4-BE49-F238E27FC236}">
                  <a16:creationId xmlns:a16="http://schemas.microsoft.com/office/drawing/2014/main" id="{D3FB376D-6E58-4219-89EE-1F86FBB16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76713" y="2714625"/>
              <a:ext cx="3429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6" name="Line 86">
              <a:extLst>
                <a:ext uri="{FF2B5EF4-FFF2-40B4-BE49-F238E27FC236}">
                  <a16:creationId xmlns:a16="http://schemas.microsoft.com/office/drawing/2014/main" id="{343BAAA8-BE5D-4584-AA29-381C2D9A4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9413" y="4219575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7" name="Line 91">
              <a:extLst>
                <a:ext uri="{FF2B5EF4-FFF2-40B4-BE49-F238E27FC236}">
                  <a16:creationId xmlns:a16="http://schemas.microsoft.com/office/drawing/2014/main" id="{D512CCB2-F932-4608-8CDF-4CE80CEA0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25838" y="4514850"/>
              <a:ext cx="98266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8" name="Line 92">
              <a:extLst>
                <a:ext uri="{FF2B5EF4-FFF2-40B4-BE49-F238E27FC236}">
                  <a16:creationId xmlns:a16="http://schemas.microsoft.com/office/drawing/2014/main" id="{D6B22D73-5B8E-43B8-9C83-0424965075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76713" y="2713038"/>
              <a:ext cx="1587" cy="1506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9" name="Line 93">
              <a:extLst>
                <a:ext uri="{FF2B5EF4-FFF2-40B4-BE49-F238E27FC236}">
                  <a16:creationId xmlns:a16="http://schemas.microsoft.com/office/drawing/2014/main" id="{54D88E29-B31F-4149-B25E-EEDB981682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0238" y="3467100"/>
              <a:ext cx="10064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0" name="Freeform 94">
              <a:extLst>
                <a:ext uri="{FF2B5EF4-FFF2-40B4-BE49-F238E27FC236}">
                  <a16:creationId xmlns:a16="http://schemas.microsoft.com/office/drawing/2014/main" id="{5543D8F4-26FE-4748-97B0-5C99BE13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900" y="3443288"/>
              <a:ext cx="46038" cy="46037"/>
            </a:xfrm>
            <a:custGeom>
              <a:avLst/>
              <a:gdLst>
                <a:gd name="T0" fmla="*/ 2147483646 w 57"/>
                <a:gd name="T1" fmla="*/ 2147483646 h 58"/>
                <a:gd name="T2" fmla="*/ 2147483646 w 57"/>
                <a:gd name="T3" fmla="*/ 2147483646 h 58"/>
                <a:gd name="T4" fmla="*/ 2147483646 w 57"/>
                <a:gd name="T5" fmla="*/ 2147483646 h 58"/>
                <a:gd name="T6" fmla="*/ 2147483646 w 57"/>
                <a:gd name="T7" fmla="*/ 2147483646 h 58"/>
                <a:gd name="T8" fmla="*/ 2147483646 w 57"/>
                <a:gd name="T9" fmla="*/ 2147483646 h 58"/>
                <a:gd name="T10" fmla="*/ 2147483646 w 57"/>
                <a:gd name="T11" fmla="*/ 2147483646 h 58"/>
                <a:gd name="T12" fmla="*/ 2147483646 w 57"/>
                <a:gd name="T13" fmla="*/ 2147483646 h 58"/>
                <a:gd name="T14" fmla="*/ 2147483646 w 57"/>
                <a:gd name="T15" fmla="*/ 2147483646 h 58"/>
                <a:gd name="T16" fmla="*/ 2147483646 w 57"/>
                <a:gd name="T17" fmla="*/ 2147483646 h 58"/>
                <a:gd name="T18" fmla="*/ 2147483646 w 57"/>
                <a:gd name="T19" fmla="*/ 2147483646 h 58"/>
                <a:gd name="T20" fmla="*/ 0 w 57"/>
                <a:gd name="T21" fmla="*/ 2147483646 h 58"/>
                <a:gd name="T22" fmla="*/ 0 w 57"/>
                <a:gd name="T23" fmla="*/ 2147483646 h 58"/>
                <a:gd name="T24" fmla="*/ 2147483646 w 57"/>
                <a:gd name="T25" fmla="*/ 2147483646 h 58"/>
                <a:gd name="T26" fmla="*/ 2147483646 w 57"/>
                <a:gd name="T27" fmla="*/ 2147483646 h 58"/>
                <a:gd name="T28" fmla="*/ 2147483646 w 57"/>
                <a:gd name="T29" fmla="*/ 2147483646 h 58"/>
                <a:gd name="T30" fmla="*/ 2147483646 w 57"/>
                <a:gd name="T31" fmla="*/ 2147483646 h 58"/>
                <a:gd name="T32" fmla="*/ 2147483646 w 57"/>
                <a:gd name="T33" fmla="*/ 2147483646 h 58"/>
                <a:gd name="T34" fmla="*/ 2147483646 w 57"/>
                <a:gd name="T35" fmla="*/ 2147483646 h 58"/>
                <a:gd name="T36" fmla="*/ 2147483646 w 57"/>
                <a:gd name="T37" fmla="*/ 2147483646 h 58"/>
                <a:gd name="T38" fmla="*/ 2147483646 w 57"/>
                <a:gd name="T39" fmla="*/ 2147483646 h 58"/>
                <a:gd name="T40" fmla="*/ 2147483646 w 57"/>
                <a:gd name="T41" fmla="*/ 2147483646 h 58"/>
                <a:gd name="T42" fmla="*/ 2147483646 w 57"/>
                <a:gd name="T43" fmla="*/ 2147483646 h 58"/>
                <a:gd name="T44" fmla="*/ 2147483646 w 57"/>
                <a:gd name="T45" fmla="*/ 2147483646 h 58"/>
                <a:gd name="T46" fmla="*/ 2147483646 w 57"/>
                <a:gd name="T47" fmla="*/ 2147483646 h 58"/>
                <a:gd name="T48" fmla="*/ 2147483646 w 57"/>
                <a:gd name="T49" fmla="*/ 2147483646 h 58"/>
                <a:gd name="T50" fmla="*/ 2147483646 w 57"/>
                <a:gd name="T51" fmla="*/ 2147483646 h 58"/>
                <a:gd name="T52" fmla="*/ 2147483646 w 57"/>
                <a:gd name="T53" fmla="*/ 2147483646 h 58"/>
                <a:gd name="T54" fmla="*/ 2147483646 w 57"/>
                <a:gd name="T55" fmla="*/ 2147483646 h 58"/>
                <a:gd name="T56" fmla="*/ 2147483646 w 57"/>
                <a:gd name="T57" fmla="*/ 2147483646 h 58"/>
                <a:gd name="T58" fmla="*/ 2147483646 w 57"/>
                <a:gd name="T59" fmla="*/ 2147483646 h 58"/>
                <a:gd name="T60" fmla="*/ 2147483646 w 57"/>
                <a:gd name="T61" fmla="*/ 2147483646 h 58"/>
                <a:gd name="T62" fmla="*/ 2147483646 w 57"/>
                <a:gd name="T63" fmla="*/ 2147483646 h 58"/>
                <a:gd name="T64" fmla="*/ 2147483646 w 57"/>
                <a:gd name="T65" fmla="*/ 2147483646 h 58"/>
                <a:gd name="T66" fmla="*/ 2147483646 w 57"/>
                <a:gd name="T67" fmla="*/ 2147483646 h 58"/>
                <a:gd name="T68" fmla="*/ 2147483646 w 57"/>
                <a:gd name="T69" fmla="*/ 2147483646 h 58"/>
                <a:gd name="T70" fmla="*/ 2147483646 w 57"/>
                <a:gd name="T71" fmla="*/ 2147483646 h 58"/>
                <a:gd name="T72" fmla="*/ 2147483646 w 57"/>
                <a:gd name="T73" fmla="*/ 2147483646 h 58"/>
                <a:gd name="T74" fmla="*/ 2147483646 w 57"/>
                <a:gd name="T75" fmla="*/ 2147483646 h 58"/>
                <a:gd name="T76" fmla="*/ 2147483646 w 57"/>
                <a:gd name="T77" fmla="*/ 2147483646 h 58"/>
                <a:gd name="T78" fmla="*/ 2147483646 w 57"/>
                <a:gd name="T79" fmla="*/ 2147483646 h 58"/>
                <a:gd name="T80" fmla="*/ 2147483646 w 57"/>
                <a:gd name="T81" fmla="*/ 2147483646 h 58"/>
                <a:gd name="T82" fmla="*/ 2147483646 w 57"/>
                <a:gd name="T83" fmla="*/ 2147483646 h 58"/>
                <a:gd name="T84" fmla="*/ 2147483646 w 57"/>
                <a:gd name="T85" fmla="*/ 2147483646 h 58"/>
                <a:gd name="T86" fmla="*/ 2147483646 w 57"/>
                <a:gd name="T87" fmla="*/ 2147483646 h 58"/>
                <a:gd name="T88" fmla="*/ 2147483646 w 57"/>
                <a:gd name="T89" fmla="*/ 2147483646 h 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7"/>
                <a:gd name="T136" fmla="*/ 0 h 58"/>
                <a:gd name="T137" fmla="*/ 57 w 57"/>
                <a:gd name="T138" fmla="*/ 58 h 5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7" h="58">
                  <a:moveTo>
                    <a:pt x="29" y="29"/>
                  </a:moveTo>
                  <a:lnTo>
                    <a:pt x="29" y="0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3" y="2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9"/>
                  </a:lnTo>
                  <a:lnTo>
                    <a:pt x="8" y="9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1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1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6" y="46"/>
                  </a:lnTo>
                  <a:lnTo>
                    <a:pt x="7" y="48"/>
                  </a:lnTo>
                  <a:lnTo>
                    <a:pt x="7" y="49"/>
                  </a:lnTo>
                  <a:lnTo>
                    <a:pt x="8" y="51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1" y="58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8"/>
                  </a:lnTo>
                  <a:lnTo>
                    <a:pt x="37" y="58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6"/>
                  </a:lnTo>
                  <a:lnTo>
                    <a:pt x="43" y="55"/>
                  </a:lnTo>
                  <a:lnTo>
                    <a:pt x="44" y="55"/>
                  </a:lnTo>
                  <a:lnTo>
                    <a:pt x="44" y="54"/>
                  </a:lnTo>
                  <a:lnTo>
                    <a:pt x="46" y="54"/>
                  </a:lnTo>
                  <a:lnTo>
                    <a:pt x="47" y="52"/>
                  </a:lnTo>
                  <a:lnTo>
                    <a:pt x="49" y="51"/>
                  </a:lnTo>
                  <a:lnTo>
                    <a:pt x="50" y="49"/>
                  </a:lnTo>
                  <a:lnTo>
                    <a:pt x="52" y="48"/>
                  </a:lnTo>
                  <a:lnTo>
                    <a:pt x="52" y="46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6" y="41"/>
                  </a:lnTo>
                  <a:lnTo>
                    <a:pt x="56" y="39"/>
                  </a:lnTo>
                  <a:lnTo>
                    <a:pt x="56" y="38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7" y="33"/>
                  </a:lnTo>
                  <a:lnTo>
                    <a:pt x="57" y="32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7" y="25"/>
                  </a:lnTo>
                  <a:lnTo>
                    <a:pt x="57" y="23"/>
                  </a:lnTo>
                  <a:lnTo>
                    <a:pt x="57" y="22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6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8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4" y="5"/>
                  </a:lnTo>
                  <a:lnTo>
                    <a:pt x="43" y="5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401" name="Freeform 95">
              <a:extLst>
                <a:ext uri="{FF2B5EF4-FFF2-40B4-BE49-F238E27FC236}">
                  <a16:creationId xmlns:a16="http://schemas.microsoft.com/office/drawing/2014/main" id="{0F2DF097-635F-4203-93DF-4B6CCA8D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425" y="3430588"/>
              <a:ext cx="55563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2147483646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3" y="0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29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7" y="14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3" y="48"/>
                  </a:lnTo>
                  <a:lnTo>
                    <a:pt x="3" y="49"/>
                  </a:lnTo>
                  <a:lnTo>
                    <a:pt x="3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6" y="55"/>
                  </a:lnTo>
                  <a:lnTo>
                    <a:pt x="7" y="56"/>
                  </a:lnTo>
                  <a:lnTo>
                    <a:pt x="9" y="58"/>
                  </a:lnTo>
                  <a:lnTo>
                    <a:pt x="9" y="59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13" y="63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0" y="68"/>
                  </a:lnTo>
                  <a:lnTo>
                    <a:pt x="22" y="68"/>
                  </a:lnTo>
                  <a:lnTo>
                    <a:pt x="23" y="69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9" y="71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3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71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9" y="68"/>
                  </a:lnTo>
                  <a:lnTo>
                    <a:pt x="51" y="68"/>
                  </a:lnTo>
                  <a:lnTo>
                    <a:pt x="52" y="66"/>
                  </a:lnTo>
                  <a:lnTo>
                    <a:pt x="54" y="66"/>
                  </a:lnTo>
                  <a:lnTo>
                    <a:pt x="55" y="65"/>
                  </a:lnTo>
                  <a:lnTo>
                    <a:pt x="56" y="63"/>
                  </a:lnTo>
                  <a:lnTo>
                    <a:pt x="58" y="63"/>
                  </a:lnTo>
                  <a:lnTo>
                    <a:pt x="59" y="62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2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69" y="46"/>
                  </a:lnTo>
                  <a:lnTo>
                    <a:pt x="69" y="45"/>
                  </a:lnTo>
                  <a:lnTo>
                    <a:pt x="69" y="43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6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2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10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4"/>
                  </a:lnTo>
                  <a:lnTo>
                    <a:pt x="51" y="4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6" y="1"/>
                  </a:lnTo>
                  <a:lnTo>
                    <a:pt x="45" y="1"/>
                  </a:lnTo>
                  <a:lnTo>
                    <a:pt x="42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2" name="Rectangle 97">
              <a:extLst>
                <a:ext uri="{FF2B5EF4-FFF2-40B4-BE49-F238E27FC236}">
                  <a16:creationId xmlns:a16="http://schemas.microsoft.com/office/drawing/2014/main" id="{D92D0B05-95AE-4937-8A93-0985F724E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513" y="3376613"/>
              <a:ext cx="3270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En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403" name="AutoShape 99">
              <a:extLst>
                <a:ext uri="{FF2B5EF4-FFF2-40B4-BE49-F238E27FC236}">
                  <a16:creationId xmlns:a16="http://schemas.microsoft.com/office/drawing/2014/main" id="{460D6AB0-007E-449A-BBB1-43671CA3F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613" y="2263775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404" name="AutoShape 101">
              <a:extLst>
                <a:ext uri="{FF2B5EF4-FFF2-40B4-BE49-F238E27FC236}">
                  <a16:creationId xmlns:a16="http://schemas.microsoft.com/office/drawing/2014/main" id="{5FA8615F-37CB-413B-A907-0951ECCEE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725" y="41211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01378" name="Title 1">
            <a:extLst>
              <a:ext uri="{FF2B5EF4-FFF2-40B4-BE49-F238E27FC236}">
                <a16:creationId xmlns:a16="http://schemas.microsoft.com/office/drawing/2014/main" id="{398B8CC9-B265-47F6-93DB-1C0E73FBAC29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What is this?</a:t>
            </a:r>
          </a:p>
        </p:txBody>
      </p:sp>
      <p:sp>
        <p:nvSpPr>
          <p:cNvPr id="101379" name="TextBox 1">
            <a:extLst>
              <a:ext uri="{FF2B5EF4-FFF2-40B4-BE49-F238E27FC236}">
                <a16:creationId xmlns:a16="http://schemas.microsoft.com/office/drawing/2014/main" id="{5CBD3F6D-9A0C-409D-923F-147EF0F44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5350" y="4848225"/>
            <a:ext cx="57594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This is a 1-to-2 decoder with an enable input.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Line 4">
            <a:extLst>
              <a:ext uri="{FF2B5EF4-FFF2-40B4-BE49-F238E27FC236}">
                <a16:creationId xmlns:a16="http://schemas.microsoft.com/office/drawing/2014/main" id="{D796DA6D-A436-4BBA-BB41-C97363186FB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02" name="Freeform 5">
            <a:extLst>
              <a:ext uri="{FF2B5EF4-FFF2-40B4-BE49-F238E27FC236}">
                <a16:creationId xmlns:a16="http://schemas.microsoft.com/office/drawing/2014/main" id="{951BB6F7-A4B1-45ED-BBEB-22AF5D453C6A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03" name="Freeform 7">
            <a:extLst>
              <a:ext uri="{FF2B5EF4-FFF2-40B4-BE49-F238E27FC236}">
                <a16:creationId xmlns:a16="http://schemas.microsoft.com/office/drawing/2014/main" id="{FCBEA771-6F48-4921-8CDC-C36CBC930980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04" name="Rectangle 8">
            <a:extLst>
              <a:ext uri="{FF2B5EF4-FFF2-40B4-BE49-F238E27FC236}">
                <a16:creationId xmlns:a16="http://schemas.microsoft.com/office/drawing/2014/main" id="{F7636522-A747-4DCD-87D3-E2E8916E5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05" name="Rectangle 9">
            <a:extLst>
              <a:ext uri="{FF2B5EF4-FFF2-40B4-BE49-F238E27FC236}">
                <a16:creationId xmlns:a16="http://schemas.microsoft.com/office/drawing/2014/main" id="{963C0A3B-BEA7-4AB8-9C6A-43E03ABE7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06" name="Rectangle 10">
            <a:extLst>
              <a:ext uri="{FF2B5EF4-FFF2-40B4-BE49-F238E27FC236}">
                <a16:creationId xmlns:a16="http://schemas.microsoft.com/office/drawing/2014/main" id="{618E1047-8FFA-41C0-A1FD-CD167D2F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07" name="Rectangle 11">
            <a:extLst>
              <a:ext uri="{FF2B5EF4-FFF2-40B4-BE49-F238E27FC236}">
                <a16:creationId xmlns:a16="http://schemas.microsoft.com/office/drawing/2014/main" id="{9E918D1F-3075-41E0-BFEB-8083E90A9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08" name="Rectangle 12">
            <a:extLst>
              <a:ext uri="{FF2B5EF4-FFF2-40B4-BE49-F238E27FC236}">
                <a16:creationId xmlns:a16="http://schemas.microsoft.com/office/drawing/2014/main" id="{015ABD23-C79B-43E8-93D8-C985A3B83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09" name="Rectangle 13">
            <a:extLst>
              <a:ext uri="{FF2B5EF4-FFF2-40B4-BE49-F238E27FC236}">
                <a16:creationId xmlns:a16="http://schemas.microsoft.com/office/drawing/2014/main" id="{6E196734-FEBC-491E-B5C6-70E631658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0" name="Rectangle 14">
            <a:extLst>
              <a:ext uri="{FF2B5EF4-FFF2-40B4-BE49-F238E27FC236}">
                <a16:creationId xmlns:a16="http://schemas.microsoft.com/office/drawing/2014/main" id="{AEBA9FAE-55EF-4ED2-A0F1-899DD701A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1" name="Rectangle 15">
            <a:extLst>
              <a:ext uri="{FF2B5EF4-FFF2-40B4-BE49-F238E27FC236}">
                <a16:creationId xmlns:a16="http://schemas.microsoft.com/office/drawing/2014/main" id="{E428FF0A-17BC-457B-81E7-DCB266853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2" name="Rectangle 16">
            <a:extLst>
              <a:ext uri="{FF2B5EF4-FFF2-40B4-BE49-F238E27FC236}">
                <a16:creationId xmlns:a16="http://schemas.microsoft.com/office/drawing/2014/main" id="{F3B85219-1DA8-4AA9-9B08-77F046A71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3" name="Rectangle 17">
            <a:extLst>
              <a:ext uri="{FF2B5EF4-FFF2-40B4-BE49-F238E27FC236}">
                <a16:creationId xmlns:a16="http://schemas.microsoft.com/office/drawing/2014/main" id="{5E751D16-7776-41D4-92FA-2FFB95543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4" name="Rectangle 18">
            <a:extLst>
              <a:ext uri="{FF2B5EF4-FFF2-40B4-BE49-F238E27FC236}">
                <a16:creationId xmlns:a16="http://schemas.microsoft.com/office/drawing/2014/main" id="{ADC2C494-16A4-469D-B60A-E8194315D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5" name="Rectangle 19">
            <a:extLst>
              <a:ext uri="{FF2B5EF4-FFF2-40B4-BE49-F238E27FC236}">
                <a16:creationId xmlns:a16="http://schemas.microsoft.com/office/drawing/2014/main" id="{65B9E1E1-0DA8-49B2-A54C-C93FE29E3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6" name="Rectangle 20">
            <a:extLst>
              <a:ext uri="{FF2B5EF4-FFF2-40B4-BE49-F238E27FC236}">
                <a16:creationId xmlns:a16="http://schemas.microsoft.com/office/drawing/2014/main" id="{8963137D-65A1-4508-8DDC-575C35BB4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17" name="Rectangle 21">
            <a:extLst>
              <a:ext uri="{FF2B5EF4-FFF2-40B4-BE49-F238E27FC236}">
                <a16:creationId xmlns:a16="http://schemas.microsoft.com/office/drawing/2014/main" id="{11A6AFE6-1A6F-4FEE-8101-F47A2CBA9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18" name="Line 22">
            <a:extLst>
              <a:ext uri="{FF2B5EF4-FFF2-40B4-BE49-F238E27FC236}">
                <a16:creationId xmlns:a16="http://schemas.microsoft.com/office/drawing/2014/main" id="{538637D3-67D4-42C5-A569-1F425A8DB7B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19" name="Rectangle 23">
            <a:extLst>
              <a:ext uri="{FF2B5EF4-FFF2-40B4-BE49-F238E27FC236}">
                <a16:creationId xmlns:a16="http://schemas.microsoft.com/office/drawing/2014/main" id="{255D4ADC-71B8-4AEC-918E-7A503FD2F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20" name="Line 24">
            <a:extLst>
              <a:ext uri="{FF2B5EF4-FFF2-40B4-BE49-F238E27FC236}">
                <a16:creationId xmlns:a16="http://schemas.microsoft.com/office/drawing/2014/main" id="{B8DB9945-1E81-44FC-9A11-3286A60C30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1" name="Line 25">
            <a:extLst>
              <a:ext uri="{FF2B5EF4-FFF2-40B4-BE49-F238E27FC236}">
                <a16:creationId xmlns:a16="http://schemas.microsoft.com/office/drawing/2014/main" id="{3F46DCBA-A4F5-48AE-9C65-E8632B5BCC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2" name="Line 26">
            <a:extLst>
              <a:ext uri="{FF2B5EF4-FFF2-40B4-BE49-F238E27FC236}">
                <a16:creationId xmlns:a16="http://schemas.microsoft.com/office/drawing/2014/main" id="{B43BA721-3509-49A9-B30E-CB0BE0BCD5E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3" name="Rectangle 27">
            <a:extLst>
              <a:ext uri="{FF2B5EF4-FFF2-40B4-BE49-F238E27FC236}">
                <a16:creationId xmlns:a16="http://schemas.microsoft.com/office/drawing/2014/main" id="{6D013D29-EABB-46D4-B6F9-F0A0E347A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24" name="Rectangle 28">
            <a:extLst>
              <a:ext uri="{FF2B5EF4-FFF2-40B4-BE49-F238E27FC236}">
                <a16:creationId xmlns:a16="http://schemas.microsoft.com/office/drawing/2014/main" id="{10BEB30D-723C-4594-A1B8-7D1715840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25" name="Rectangle 29">
            <a:extLst>
              <a:ext uri="{FF2B5EF4-FFF2-40B4-BE49-F238E27FC236}">
                <a16:creationId xmlns:a16="http://schemas.microsoft.com/office/drawing/2014/main" id="{0362A6AA-78B8-48B3-A627-5C790CE7A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26" name="Rectangle 30">
            <a:extLst>
              <a:ext uri="{FF2B5EF4-FFF2-40B4-BE49-F238E27FC236}">
                <a16:creationId xmlns:a16="http://schemas.microsoft.com/office/drawing/2014/main" id="{48BD85C8-8CF1-4637-9A0E-69698FC24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27" name="Line 31">
            <a:extLst>
              <a:ext uri="{FF2B5EF4-FFF2-40B4-BE49-F238E27FC236}">
                <a16:creationId xmlns:a16="http://schemas.microsoft.com/office/drawing/2014/main" id="{5E9684F1-B5BC-40A4-8747-C556BCBA9E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8" name="Rectangle 32">
            <a:extLst>
              <a:ext uri="{FF2B5EF4-FFF2-40B4-BE49-F238E27FC236}">
                <a16:creationId xmlns:a16="http://schemas.microsoft.com/office/drawing/2014/main" id="{E4E65EB3-A00F-4D27-BAF7-DE79FDBDC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29" name="Rectangle 33">
            <a:extLst>
              <a:ext uri="{FF2B5EF4-FFF2-40B4-BE49-F238E27FC236}">
                <a16:creationId xmlns:a16="http://schemas.microsoft.com/office/drawing/2014/main" id="{788F3481-0C28-41EF-AB8E-D911CAD94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0" name="Rectangle 34">
            <a:extLst>
              <a:ext uri="{FF2B5EF4-FFF2-40B4-BE49-F238E27FC236}">
                <a16:creationId xmlns:a16="http://schemas.microsoft.com/office/drawing/2014/main" id="{3147B64B-716D-4107-8AC1-8F2A2B0C8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1" name="Rectangle 35">
            <a:extLst>
              <a:ext uri="{FF2B5EF4-FFF2-40B4-BE49-F238E27FC236}">
                <a16:creationId xmlns:a16="http://schemas.microsoft.com/office/drawing/2014/main" id="{29B44E49-47C3-4C7E-8D21-C07EBF2A4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2" name="Rectangle 36">
            <a:extLst>
              <a:ext uri="{FF2B5EF4-FFF2-40B4-BE49-F238E27FC236}">
                <a16:creationId xmlns:a16="http://schemas.microsoft.com/office/drawing/2014/main" id="{594D8791-6BFB-408E-B792-D5AA43FC3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3" name="Rectangle 37">
            <a:extLst>
              <a:ext uri="{FF2B5EF4-FFF2-40B4-BE49-F238E27FC236}">
                <a16:creationId xmlns:a16="http://schemas.microsoft.com/office/drawing/2014/main" id="{A3612301-79E4-4A10-8601-87597D9C0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4" name="Line 38">
            <a:extLst>
              <a:ext uri="{FF2B5EF4-FFF2-40B4-BE49-F238E27FC236}">
                <a16:creationId xmlns:a16="http://schemas.microsoft.com/office/drawing/2014/main" id="{9C47B932-63F1-439A-86EF-5EF392F663C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5" name="Line 39">
            <a:extLst>
              <a:ext uri="{FF2B5EF4-FFF2-40B4-BE49-F238E27FC236}">
                <a16:creationId xmlns:a16="http://schemas.microsoft.com/office/drawing/2014/main" id="{3DAFAF3D-D41D-48F1-87BF-45213B0533B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6" name="Rectangle 40">
            <a:extLst>
              <a:ext uri="{FF2B5EF4-FFF2-40B4-BE49-F238E27FC236}">
                <a16:creationId xmlns:a16="http://schemas.microsoft.com/office/drawing/2014/main" id="{3AEF5031-0E0D-41C1-9314-B5A604CBD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7" name="Rectangle 41">
            <a:extLst>
              <a:ext uri="{FF2B5EF4-FFF2-40B4-BE49-F238E27FC236}">
                <a16:creationId xmlns:a16="http://schemas.microsoft.com/office/drawing/2014/main" id="{29C0E7AD-9E8A-4F14-8688-F2280AD55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38" name="Rectangle 42">
            <a:extLst>
              <a:ext uri="{FF2B5EF4-FFF2-40B4-BE49-F238E27FC236}">
                <a16:creationId xmlns:a16="http://schemas.microsoft.com/office/drawing/2014/main" id="{0B599D67-3E5D-45EF-8CBC-BEBD0A9A5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39" name="Line 43">
            <a:extLst>
              <a:ext uri="{FF2B5EF4-FFF2-40B4-BE49-F238E27FC236}">
                <a16:creationId xmlns:a16="http://schemas.microsoft.com/office/drawing/2014/main" id="{0438A16F-7D90-4047-9F4E-CCB6DEC055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40" name="Rectangle 44">
            <a:extLst>
              <a:ext uri="{FF2B5EF4-FFF2-40B4-BE49-F238E27FC236}">
                <a16:creationId xmlns:a16="http://schemas.microsoft.com/office/drawing/2014/main" id="{9262FAAC-126A-4FF2-BC9B-E5F3A475B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41" name="Line 45">
            <a:extLst>
              <a:ext uri="{FF2B5EF4-FFF2-40B4-BE49-F238E27FC236}">
                <a16:creationId xmlns:a16="http://schemas.microsoft.com/office/drawing/2014/main" id="{259E61EC-8B2B-4981-B732-5B1B4A64357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42" name="Line 46">
            <a:extLst>
              <a:ext uri="{FF2B5EF4-FFF2-40B4-BE49-F238E27FC236}">
                <a16:creationId xmlns:a16="http://schemas.microsoft.com/office/drawing/2014/main" id="{BAFBF022-B662-4427-9C24-9A46CBE0B17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43" name="Line 47">
            <a:extLst>
              <a:ext uri="{FF2B5EF4-FFF2-40B4-BE49-F238E27FC236}">
                <a16:creationId xmlns:a16="http://schemas.microsoft.com/office/drawing/2014/main" id="{6E450795-A1E3-410B-B58A-E555A87D70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44" name="Rectangle 48">
            <a:extLst>
              <a:ext uri="{FF2B5EF4-FFF2-40B4-BE49-F238E27FC236}">
                <a16:creationId xmlns:a16="http://schemas.microsoft.com/office/drawing/2014/main" id="{F5BB7687-6DEF-41E3-BD08-E6AA798E6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45" name="Rectangle 49">
            <a:extLst>
              <a:ext uri="{FF2B5EF4-FFF2-40B4-BE49-F238E27FC236}">
                <a16:creationId xmlns:a16="http://schemas.microsoft.com/office/drawing/2014/main" id="{99245483-CAAE-4834-9C57-9BADDE70B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46" name="Rectangle 50">
            <a:extLst>
              <a:ext uri="{FF2B5EF4-FFF2-40B4-BE49-F238E27FC236}">
                <a16:creationId xmlns:a16="http://schemas.microsoft.com/office/drawing/2014/main" id="{4C793267-3AD7-4857-8D3A-B5FB5B490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47" name="Rectangle 51">
            <a:extLst>
              <a:ext uri="{FF2B5EF4-FFF2-40B4-BE49-F238E27FC236}">
                <a16:creationId xmlns:a16="http://schemas.microsoft.com/office/drawing/2014/main" id="{0FEF91E2-E161-44D0-B35E-3BA6AE359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48" name="Line 52">
            <a:extLst>
              <a:ext uri="{FF2B5EF4-FFF2-40B4-BE49-F238E27FC236}">
                <a16:creationId xmlns:a16="http://schemas.microsoft.com/office/drawing/2014/main" id="{4B1CEBA8-1EB7-4A5F-B49A-02F1A9DC19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49" name="Rectangle 53">
            <a:extLst>
              <a:ext uri="{FF2B5EF4-FFF2-40B4-BE49-F238E27FC236}">
                <a16:creationId xmlns:a16="http://schemas.microsoft.com/office/drawing/2014/main" id="{4897C754-34DB-4DD3-B1AF-ACD612089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50" name="Rectangle 54">
            <a:extLst>
              <a:ext uri="{FF2B5EF4-FFF2-40B4-BE49-F238E27FC236}">
                <a16:creationId xmlns:a16="http://schemas.microsoft.com/office/drawing/2014/main" id="{3A73ECA5-8155-415C-9DA6-7349B9D83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51" name="Rectangle 55">
            <a:extLst>
              <a:ext uri="{FF2B5EF4-FFF2-40B4-BE49-F238E27FC236}">
                <a16:creationId xmlns:a16="http://schemas.microsoft.com/office/drawing/2014/main" id="{87ED3A2F-FE8B-493F-AA5C-6124E6A5A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52" name="Rectangle 56">
            <a:extLst>
              <a:ext uri="{FF2B5EF4-FFF2-40B4-BE49-F238E27FC236}">
                <a16:creationId xmlns:a16="http://schemas.microsoft.com/office/drawing/2014/main" id="{6D3EF7C8-8D40-43E1-9A96-FD3E89A1A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53" name="Rectangle 57">
            <a:extLst>
              <a:ext uri="{FF2B5EF4-FFF2-40B4-BE49-F238E27FC236}">
                <a16:creationId xmlns:a16="http://schemas.microsoft.com/office/drawing/2014/main" id="{C3145A01-AC99-4DAA-8CDD-A2F24332E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54" name="Rectangle 58">
            <a:extLst>
              <a:ext uri="{FF2B5EF4-FFF2-40B4-BE49-F238E27FC236}">
                <a16:creationId xmlns:a16="http://schemas.microsoft.com/office/drawing/2014/main" id="{A2F3AFD0-F920-431F-936E-0CCC69D45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55" name="Line 59">
            <a:extLst>
              <a:ext uri="{FF2B5EF4-FFF2-40B4-BE49-F238E27FC236}">
                <a16:creationId xmlns:a16="http://schemas.microsoft.com/office/drawing/2014/main" id="{44E6FFCD-CD86-4835-A392-B1FBD1532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56" name="Line 60">
            <a:extLst>
              <a:ext uri="{FF2B5EF4-FFF2-40B4-BE49-F238E27FC236}">
                <a16:creationId xmlns:a16="http://schemas.microsoft.com/office/drawing/2014/main" id="{444E8138-8246-42B6-BB57-DB7857C8AF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57" name="Line 61">
            <a:extLst>
              <a:ext uri="{FF2B5EF4-FFF2-40B4-BE49-F238E27FC236}">
                <a16:creationId xmlns:a16="http://schemas.microsoft.com/office/drawing/2014/main" id="{F8102120-965C-4F5F-981F-0870EE4C99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58" name="Line 62">
            <a:extLst>
              <a:ext uri="{FF2B5EF4-FFF2-40B4-BE49-F238E27FC236}">
                <a16:creationId xmlns:a16="http://schemas.microsoft.com/office/drawing/2014/main" id="{036D46AC-F764-4283-B741-851F553AB9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59" name="Line 63">
            <a:extLst>
              <a:ext uri="{FF2B5EF4-FFF2-40B4-BE49-F238E27FC236}">
                <a16:creationId xmlns:a16="http://schemas.microsoft.com/office/drawing/2014/main" id="{E798A8D1-682E-407A-A396-A4F21360564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60" name="Rectangle 64">
            <a:extLst>
              <a:ext uri="{FF2B5EF4-FFF2-40B4-BE49-F238E27FC236}">
                <a16:creationId xmlns:a16="http://schemas.microsoft.com/office/drawing/2014/main" id="{64189216-C36F-4BB8-AF05-A11321398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2461" name="Rectangle 65">
            <a:extLst>
              <a:ext uri="{FF2B5EF4-FFF2-40B4-BE49-F238E27FC236}">
                <a16:creationId xmlns:a16="http://schemas.microsoft.com/office/drawing/2014/main" id="{5959FDB9-C3E7-41B9-8B1C-A3B15ECEC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2" name="Rectangle 66">
            <a:extLst>
              <a:ext uri="{FF2B5EF4-FFF2-40B4-BE49-F238E27FC236}">
                <a16:creationId xmlns:a16="http://schemas.microsoft.com/office/drawing/2014/main" id="{EFE87D53-FFFF-4853-A2A4-695F42F91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3" name="Rectangle 67">
            <a:extLst>
              <a:ext uri="{FF2B5EF4-FFF2-40B4-BE49-F238E27FC236}">
                <a16:creationId xmlns:a16="http://schemas.microsoft.com/office/drawing/2014/main" id="{1935AC30-322F-490D-A0BF-9D861E501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4" name="Rectangle 68">
            <a:extLst>
              <a:ext uri="{FF2B5EF4-FFF2-40B4-BE49-F238E27FC236}">
                <a16:creationId xmlns:a16="http://schemas.microsoft.com/office/drawing/2014/main" id="{05826830-04F4-4873-9E3C-247F19E2B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5" name="Rectangle 69">
            <a:extLst>
              <a:ext uri="{FF2B5EF4-FFF2-40B4-BE49-F238E27FC236}">
                <a16:creationId xmlns:a16="http://schemas.microsoft.com/office/drawing/2014/main" id="{2EFCA722-E97B-4A0B-9C55-B5AEA9A3C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6" name="Rectangle 70">
            <a:extLst>
              <a:ext uri="{FF2B5EF4-FFF2-40B4-BE49-F238E27FC236}">
                <a16:creationId xmlns:a16="http://schemas.microsoft.com/office/drawing/2014/main" id="{10E1CFEE-9159-418F-8C61-844263ACE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7" name="Rectangle 71">
            <a:extLst>
              <a:ext uri="{FF2B5EF4-FFF2-40B4-BE49-F238E27FC236}">
                <a16:creationId xmlns:a16="http://schemas.microsoft.com/office/drawing/2014/main" id="{9B57EDDB-DB3B-4A26-B7AE-D95370BCF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68" name="Line 72">
            <a:extLst>
              <a:ext uri="{FF2B5EF4-FFF2-40B4-BE49-F238E27FC236}">
                <a16:creationId xmlns:a16="http://schemas.microsoft.com/office/drawing/2014/main" id="{424204FA-F8D8-4860-9D2B-C0BBE9F2EF5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69" name="Rectangle 73">
            <a:extLst>
              <a:ext uri="{FF2B5EF4-FFF2-40B4-BE49-F238E27FC236}">
                <a16:creationId xmlns:a16="http://schemas.microsoft.com/office/drawing/2014/main" id="{B65CC6D8-2521-4DB1-988E-B4CDF13E7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70" name="Rectangle 74">
            <a:extLst>
              <a:ext uri="{FF2B5EF4-FFF2-40B4-BE49-F238E27FC236}">
                <a16:creationId xmlns:a16="http://schemas.microsoft.com/office/drawing/2014/main" id="{B5537A7A-C1F8-4FE8-A2B6-40E29D712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71" name="Freeform 75">
            <a:extLst>
              <a:ext uri="{FF2B5EF4-FFF2-40B4-BE49-F238E27FC236}">
                <a16:creationId xmlns:a16="http://schemas.microsoft.com/office/drawing/2014/main" id="{2F160F5B-87C7-4C56-9517-98734A58E127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72" name="Freeform 76">
            <a:extLst>
              <a:ext uri="{FF2B5EF4-FFF2-40B4-BE49-F238E27FC236}">
                <a16:creationId xmlns:a16="http://schemas.microsoft.com/office/drawing/2014/main" id="{0487FDE7-ED01-4AE5-A641-37600AC625D1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73" name="Freeform 77">
            <a:extLst>
              <a:ext uri="{FF2B5EF4-FFF2-40B4-BE49-F238E27FC236}">
                <a16:creationId xmlns:a16="http://schemas.microsoft.com/office/drawing/2014/main" id="{0A0F1D36-36F5-4956-9588-C9576585555C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74" name="Freeform 78">
            <a:extLst>
              <a:ext uri="{FF2B5EF4-FFF2-40B4-BE49-F238E27FC236}">
                <a16:creationId xmlns:a16="http://schemas.microsoft.com/office/drawing/2014/main" id="{BD1D9B24-2596-4470-A4D9-B9258405476D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75" name="Freeform 79">
            <a:extLst>
              <a:ext uri="{FF2B5EF4-FFF2-40B4-BE49-F238E27FC236}">
                <a16:creationId xmlns:a16="http://schemas.microsoft.com/office/drawing/2014/main" id="{865CEB4C-9E67-4AD5-851F-4833AA6CA92F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76" name="Freeform 80">
            <a:extLst>
              <a:ext uri="{FF2B5EF4-FFF2-40B4-BE49-F238E27FC236}">
                <a16:creationId xmlns:a16="http://schemas.microsoft.com/office/drawing/2014/main" id="{ADB4E38F-4F14-433B-98D2-6F005D060EF8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77" name="Line 85">
            <a:extLst>
              <a:ext uri="{FF2B5EF4-FFF2-40B4-BE49-F238E27FC236}">
                <a16:creationId xmlns:a16="http://schemas.microsoft.com/office/drawing/2014/main" id="{53BB0348-9F68-4B0F-9B72-6C38673B441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78" name="Line 86">
            <a:extLst>
              <a:ext uri="{FF2B5EF4-FFF2-40B4-BE49-F238E27FC236}">
                <a16:creationId xmlns:a16="http://schemas.microsoft.com/office/drawing/2014/main" id="{472673B1-BDD9-4E47-A021-9C8D8A2B53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79" name="Line 91">
            <a:extLst>
              <a:ext uri="{FF2B5EF4-FFF2-40B4-BE49-F238E27FC236}">
                <a16:creationId xmlns:a16="http://schemas.microsoft.com/office/drawing/2014/main" id="{763E2E45-27F2-4936-85C4-9A96849D82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80" name="Line 92">
            <a:extLst>
              <a:ext uri="{FF2B5EF4-FFF2-40B4-BE49-F238E27FC236}">
                <a16:creationId xmlns:a16="http://schemas.microsoft.com/office/drawing/2014/main" id="{3A721E96-33CA-4053-B097-BA93996629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81" name="Line 93">
            <a:extLst>
              <a:ext uri="{FF2B5EF4-FFF2-40B4-BE49-F238E27FC236}">
                <a16:creationId xmlns:a16="http://schemas.microsoft.com/office/drawing/2014/main" id="{2E55F76A-E5A7-41FF-8B5E-1D69A5686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82" name="Freeform 94">
            <a:extLst>
              <a:ext uri="{FF2B5EF4-FFF2-40B4-BE49-F238E27FC236}">
                <a16:creationId xmlns:a16="http://schemas.microsoft.com/office/drawing/2014/main" id="{9A813D79-E764-48A9-9855-DA779413BE34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83" name="Freeform 95">
            <a:extLst>
              <a:ext uri="{FF2B5EF4-FFF2-40B4-BE49-F238E27FC236}">
                <a16:creationId xmlns:a16="http://schemas.microsoft.com/office/drawing/2014/main" id="{2DF067BC-2508-4F60-BB47-DB57BE190D8F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84" name="Rectangle 96">
            <a:extLst>
              <a:ext uri="{FF2B5EF4-FFF2-40B4-BE49-F238E27FC236}">
                <a16:creationId xmlns:a16="http://schemas.microsoft.com/office/drawing/2014/main" id="{62AF119F-DA97-4673-B714-D39E08FD0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85" name="Rectangle 97">
            <a:extLst>
              <a:ext uri="{FF2B5EF4-FFF2-40B4-BE49-F238E27FC236}">
                <a16:creationId xmlns:a16="http://schemas.microsoft.com/office/drawing/2014/main" id="{ECE3A1D0-D69A-4D9A-80AA-633FA81C7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86" name="AutoShape 99">
            <a:extLst>
              <a:ext uri="{FF2B5EF4-FFF2-40B4-BE49-F238E27FC236}">
                <a16:creationId xmlns:a16="http://schemas.microsoft.com/office/drawing/2014/main" id="{4CEFFFFB-0F35-499B-BDB2-53F3C836D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87" name="AutoShape 101">
            <a:extLst>
              <a:ext uri="{FF2B5EF4-FFF2-40B4-BE49-F238E27FC236}">
                <a16:creationId xmlns:a16="http://schemas.microsoft.com/office/drawing/2014/main" id="{DB2034C8-92BF-457E-BA33-FB879A5A2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2488" name="Title 1">
            <a:extLst>
              <a:ext uri="{FF2B5EF4-FFF2-40B4-BE49-F238E27FC236}">
                <a16:creationId xmlns:a16="http://schemas.microsoft.com/office/drawing/2014/main" id="{0976588E-492F-4264-85D2-3294DF4FA6E8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02489" name="TextBox 125">
            <a:extLst>
              <a:ext uri="{FF2B5EF4-FFF2-40B4-BE49-F238E27FC236}">
                <a16:creationId xmlns:a16="http://schemas.microsoft.com/office/drawing/2014/main" id="{96B4D30E-0D58-46C6-BAE8-A82956224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Line 4">
            <a:extLst>
              <a:ext uri="{FF2B5EF4-FFF2-40B4-BE49-F238E27FC236}">
                <a16:creationId xmlns:a16="http://schemas.microsoft.com/office/drawing/2014/main" id="{8A42A221-C22E-4301-BEEC-2D3E63AD522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26" name="Freeform 5">
            <a:extLst>
              <a:ext uri="{FF2B5EF4-FFF2-40B4-BE49-F238E27FC236}">
                <a16:creationId xmlns:a16="http://schemas.microsoft.com/office/drawing/2014/main" id="{C9BEAC85-6E38-404F-98E2-60CA9EF12B98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27" name="Freeform 7">
            <a:extLst>
              <a:ext uri="{FF2B5EF4-FFF2-40B4-BE49-F238E27FC236}">
                <a16:creationId xmlns:a16="http://schemas.microsoft.com/office/drawing/2014/main" id="{9FDED829-6579-4E3E-809A-D086B4D65A1D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28" name="Rectangle 8">
            <a:extLst>
              <a:ext uri="{FF2B5EF4-FFF2-40B4-BE49-F238E27FC236}">
                <a16:creationId xmlns:a16="http://schemas.microsoft.com/office/drawing/2014/main" id="{CC95C3B5-DA3F-4C11-A443-A50F30BEA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29" name="Rectangle 9">
            <a:extLst>
              <a:ext uri="{FF2B5EF4-FFF2-40B4-BE49-F238E27FC236}">
                <a16:creationId xmlns:a16="http://schemas.microsoft.com/office/drawing/2014/main" id="{AD005F0A-D545-4A6E-BC53-40267127F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0" name="Rectangle 10">
            <a:extLst>
              <a:ext uri="{FF2B5EF4-FFF2-40B4-BE49-F238E27FC236}">
                <a16:creationId xmlns:a16="http://schemas.microsoft.com/office/drawing/2014/main" id="{F3E4C0B0-86FD-4972-8E5F-0699CE400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1" name="Rectangle 11">
            <a:extLst>
              <a:ext uri="{FF2B5EF4-FFF2-40B4-BE49-F238E27FC236}">
                <a16:creationId xmlns:a16="http://schemas.microsoft.com/office/drawing/2014/main" id="{DCC3E544-68CC-4E8B-A522-F1CAFB88A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2" name="Rectangle 12">
            <a:extLst>
              <a:ext uri="{FF2B5EF4-FFF2-40B4-BE49-F238E27FC236}">
                <a16:creationId xmlns:a16="http://schemas.microsoft.com/office/drawing/2014/main" id="{A2C65EC2-1E04-44EF-8D9F-B47384D9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3" name="Rectangle 13">
            <a:extLst>
              <a:ext uri="{FF2B5EF4-FFF2-40B4-BE49-F238E27FC236}">
                <a16:creationId xmlns:a16="http://schemas.microsoft.com/office/drawing/2014/main" id="{A06847E0-C15F-4387-8492-49A594EE6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4" name="Rectangle 14">
            <a:extLst>
              <a:ext uri="{FF2B5EF4-FFF2-40B4-BE49-F238E27FC236}">
                <a16:creationId xmlns:a16="http://schemas.microsoft.com/office/drawing/2014/main" id="{C2AAB944-3B47-495E-AC8B-811840E51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5" name="Rectangle 15">
            <a:extLst>
              <a:ext uri="{FF2B5EF4-FFF2-40B4-BE49-F238E27FC236}">
                <a16:creationId xmlns:a16="http://schemas.microsoft.com/office/drawing/2014/main" id="{D26766D6-0576-47E5-9114-CDD681E93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6" name="Rectangle 16">
            <a:extLst>
              <a:ext uri="{FF2B5EF4-FFF2-40B4-BE49-F238E27FC236}">
                <a16:creationId xmlns:a16="http://schemas.microsoft.com/office/drawing/2014/main" id="{B7BFDBDF-D839-40F4-B87E-2EF46C999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7" name="Rectangle 17">
            <a:extLst>
              <a:ext uri="{FF2B5EF4-FFF2-40B4-BE49-F238E27FC236}">
                <a16:creationId xmlns:a16="http://schemas.microsoft.com/office/drawing/2014/main" id="{8D8383D7-03AB-41E3-A165-CDCA5E50D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8" name="Rectangle 18">
            <a:extLst>
              <a:ext uri="{FF2B5EF4-FFF2-40B4-BE49-F238E27FC236}">
                <a16:creationId xmlns:a16="http://schemas.microsoft.com/office/drawing/2014/main" id="{43AC6E76-C137-4EB7-B1ED-D1E4858D3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39" name="Rectangle 19">
            <a:extLst>
              <a:ext uri="{FF2B5EF4-FFF2-40B4-BE49-F238E27FC236}">
                <a16:creationId xmlns:a16="http://schemas.microsoft.com/office/drawing/2014/main" id="{5EA00913-E0AE-440A-81B6-6131A43AB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40" name="Rectangle 20">
            <a:extLst>
              <a:ext uri="{FF2B5EF4-FFF2-40B4-BE49-F238E27FC236}">
                <a16:creationId xmlns:a16="http://schemas.microsoft.com/office/drawing/2014/main" id="{2648FC02-7D96-41F5-A8B2-919A1F303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41" name="Rectangle 21">
            <a:extLst>
              <a:ext uri="{FF2B5EF4-FFF2-40B4-BE49-F238E27FC236}">
                <a16:creationId xmlns:a16="http://schemas.microsoft.com/office/drawing/2014/main" id="{1C9C37A2-0013-4FCB-A5D2-38E6524BB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42" name="Line 22">
            <a:extLst>
              <a:ext uri="{FF2B5EF4-FFF2-40B4-BE49-F238E27FC236}">
                <a16:creationId xmlns:a16="http://schemas.microsoft.com/office/drawing/2014/main" id="{7B312F1A-D48C-4011-802A-6CD26098127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3" name="Rectangle 23">
            <a:extLst>
              <a:ext uri="{FF2B5EF4-FFF2-40B4-BE49-F238E27FC236}">
                <a16:creationId xmlns:a16="http://schemas.microsoft.com/office/drawing/2014/main" id="{1F8291A6-0D02-443D-9364-B495994BD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44" name="Line 24">
            <a:extLst>
              <a:ext uri="{FF2B5EF4-FFF2-40B4-BE49-F238E27FC236}">
                <a16:creationId xmlns:a16="http://schemas.microsoft.com/office/drawing/2014/main" id="{EDF2176A-1135-43EF-989E-92D3726286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5" name="Line 25">
            <a:extLst>
              <a:ext uri="{FF2B5EF4-FFF2-40B4-BE49-F238E27FC236}">
                <a16:creationId xmlns:a16="http://schemas.microsoft.com/office/drawing/2014/main" id="{75E71034-3EA6-47E4-8EF6-B08ABDD2BA0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6" name="Line 26">
            <a:extLst>
              <a:ext uri="{FF2B5EF4-FFF2-40B4-BE49-F238E27FC236}">
                <a16:creationId xmlns:a16="http://schemas.microsoft.com/office/drawing/2014/main" id="{2F0A7B92-E2A1-4C7D-857A-6BE33E96834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7" name="Rectangle 27">
            <a:extLst>
              <a:ext uri="{FF2B5EF4-FFF2-40B4-BE49-F238E27FC236}">
                <a16:creationId xmlns:a16="http://schemas.microsoft.com/office/drawing/2014/main" id="{D9CAE0ED-4EA0-4D77-9A2B-6EADDE3C7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48" name="Rectangle 28">
            <a:extLst>
              <a:ext uri="{FF2B5EF4-FFF2-40B4-BE49-F238E27FC236}">
                <a16:creationId xmlns:a16="http://schemas.microsoft.com/office/drawing/2014/main" id="{081A86AE-DF4D-41CF-87CD-0A5E6B028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49" name="Rectangle 29">
            <a:extLst>
              <a:ext uri="{FF2B5EF4-FFF2-40B4-BE49-F238E27FC236}">
                <a16:creationId xmlns:a16="http://schemas.microsoft.com/office/drawing/2014/main" id="{AA839339-43B6-4BAB-AD06-CA11449A2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0" name="Rectangle 30">
            <a:extLst>
              <a:ext uri="{FF2B5EF4-FFF2-40B4-BE49-F238E27FC236}">
                <a16:creationId xmlns:a16="http://schemas.microsoft.com/office/drawing/2014/main" id="{76A75EC1-3F05-49BD-8E8A-2429186EA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1" name="Line 31">
            <a:extLst>
              <a:ext uri="{FF2B5EF4-FFF2-40B4-BE49-F238E27FC236}">
                <a16:creationId xmlns:a16="http://schemas.microsoft.com/office/drawing/2014/main" id="{E3BA2E31-4507-4A46-988E-EC813265B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52" name="Rectangle 32">
            <a:extLst>
              <a:ext uri="{FF2B5EF4-FFF2-40B4-BE49-F238E27FC236}">
                <a16:creationId xmlns:a16="http://schemas.microsoft.com/office/drawing/2014/main" id="{8C0C00E4-F2B8-454D-8C7E-36021462F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3" name="Rectangle 33">
            <a:extLst>
              <a:ext uri="{FF2B5EF4-FFF2-40B4-BE49-F238E27FC236}">
                <a16:creationId xmlns:a16="http://schemas.microsoft.com/office/drawing/2014/main" id="{DACD6EBE-3525-451F-A24E-5C347C8AE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4" name="Rectangle 34">
            <a:extLst>
              <a:ext uri="{FF2B5EF4-FFF2-40B4-BE49-F238E27FC236}">
                <a16:creationId xmlns:a16="http://schemas.microsoft.com/office/drawing/2014/main" id="{0C53DC07-7C7F-4E36-A88F-00CDF441F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5" name="Rectangle 35">
            <a:extLst>
              <a:ext uri="{FF2B5EF4-FFF2-40B4-BE49-F238E27FC236}">
                <a16:creationId xmlns:a16="http://schemas.microsoft.com/office/drawing/2014/main" id="{D7520BE1-5BF1-4175-9A72-4D0E6B4C1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6" name="Rectangle 36">
            <a:extLst>
              <a:ext uri="{FF2B5EF4-FFF2-40B4-BE49-F238E27FC236}">
                <a16:creationId xmlns:a16="http://schemas.microsoft.com/office/drawing/2014/main" id="{4517C36C-05B3-4948-9E69-EF610DF05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7" name="Rectangle 37">
            <a:extLst>
              <a:ext uri="{FF2B5EF4-FFF2-40B4-BE49-F238E27FC236}">
                <a16:creationId xmlns:a16="http://schemas.microsoft.com/office/drawing/2014/main" id="{991D2195-C1DD-49E2-996B-5BB9B5D90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58" name="Line 38">
            <a:extLst>
              <a:ext uri="{FF2B5EF4-FFF2-40B4-BE49-F238E27FC236}">
                <a16:creationId xmlns:a16="http://schemas.microsoft.com/office/drawing/2014/main" id="{335BDCDD-8290-4F2A-8917-CE4238F5E4E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59" name="Line 39">
            <a:extLst>
              <a:ext uri="{FF2B5EF4-FFF2-40B4-BE49-F238E27FC236}">
                <a16:creationId xmlns:a16="http://schemas.microsoft.com/office/drawing/2014/main" id="{378395BA-B5CB-4ABB-B538-AAC88F7B17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0" name="Rectangle 40">
            <a:extLst>
              <a:ext uri="{FF2B5EF4-FFF2-40B4-BE49-F238E27FC236}">
                <a16:creationId xmlns:a16="http://schemas.microsoft.com/office/drawing/2014/main" id="{2FAFAB1F-3396-44E9-99D3-8F568F4FF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61" name="Rectangle 41">
            <a:extLst>
              <a:ext uri="{FF2B5EF4-FFF2-40B4-BE49-F238E27FC236}">
                <a16:creationId xmlns:a16="http://schemas.microsoft.com/office/drawing/2014/main" id="{7DCC5481-522E-4DE6-B948-567C09598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62" name="Rectangle 42">
            <a:extLst>
              <a:ext uri="{FF2B5EF4-FFF2-40B4-BE49-F238E27FC236}">
                <a16:creationId xmlns:a16="http://schemas.microsoft.com/office/drawing/2014/main" id="{7DD669BB-75FF-4E0B-8C11-3AEE23DE2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63" name="Line 43">
            <a:extLst>
              <a:ext uri="{FF2B5EF4-FFF2-40B4-BE49-F238E27FC236}">
                <a16:creationId xmlns:a16="http://schemas.microsoft.com/office/drawing/2014/main" id="{CCC0EFA8-8A2A-442F-A1A2-9C8825A5FD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4" name="Rectangle 44">
            <a:extLst>
              <a:ext uri="{FF2B5EF4-FFF2-40B4-BE49-F238E27FC236}">
                <a16:creationId xmlns:a16="http://schemas.microsoft.com/office/drawing/2014/main" id="{294AF745-8CDE-4A66-9BB3-C5CF002B7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65" name="Line 45">
            <a:extLst>
              <a:ext uri="{FF2B5EF4-FFF2-40B4-BE49-F238E27FC236}">
                <a16:creationId xmlns:a16="http://schemas.microsoft.com/office/drawing/2014/main" id="{4D304DEB-A7BE-488D-B938-AE24D226293B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6" name="Line 46">
            <a:extLst>
              <a:ext uri="{FF2B5EF4-FFF2-40B4-BE49-F238E27FC236}">
                <a16:creationId xmlns:a16="http://schemas.microsoft.com/office/drawing/2014/main" id="{217EB0D9-F118-47AD-852D-A3ACB9FEBED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7" name="Line 47">
            <a:extLst>
              <a:ext uri="{FF2B5EF4-FFF2-40B4-BE49-F238E27FC236}">
                <a16:creationId xmlns:a16="http://schemas.microsoft.com/office/drawing/2014/main" id="{B4CA8B65-D0B8-428F-9900-EEBAAE8529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8" name="Rectangle 48">
            <a:extLst>
              <a:ext uri="{FF2B5EF4-FFF2-40B4-BE49-F238E27FC236}">
                <a16:creationId xmlns:a16="http://schemas.microsoft.com/office/drawing/2014/main" id="{DEAC5C44-264D-4943-93B9-4B1B45F9A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69" name="Rectangle 49">
            <a:extLst>
              <a:ext uri="{FF2B5EF4-FFF2-40B4-BE49-F238E27FC236}">
                <a16:creationId xmlns:a16="http://schemas.microsoft.com/office/drawing/2014/main" id="{6DFE71D0-2CA2-4FFD-AE6D-0503E55B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0" name="Rectangle 50">
            <a:extLst>
              <a:ext uri="{FF2B5EF4-FFF2-40B4-BE49-F238E27FC236}">
                <a16:creationId xmlns:a16="http://schemas.microsoft.com/office/drawing/2014/main" id="{42ED38FF-1397-4C99-B581-61BF737C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1" name="Rectangle 51">
            <a:extLst>
              <a:ext uri="{FF2B5EF4-FFF2-40B4-BE49-F238E27FC236}">
                <a16:creationId xmlns:a16="http://schemas.microsoft.com/office/drawing/2014/main" id="{83B7DE9D-FBE2-4CA7-9334-16987E800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2" name="Line 52">
            <a:extLst>
              <a:ext uri="{FF2B5EF4-FFF2-40B4-BE49-F238E27FC236}">
                <a16:creationId xmlns:a16="http://schemas.microsoft.com/office/drawing/2014/main" id="{8C24199B-C88E-477A-A0FD-85098E8A81E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73" name="Rectangle 53">
            <a:extLst>
              <a:ext uri="{FF2B5EF4-FFF2-40B4-BE49-F238E27FC236}">
                <a16:creationId xmlns:a16="http://schemas.microsoft.com/office/drawing/2014/main" id="{8F57F8BB-BA09-46E5-AC4D-64165484A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4" name="Rectangle 54">
            <a:extLst>
              <a:ext uri="{FF2B5EF4-FFF2-40B4-BE49-F238E27FC236}">
                <a16:creationId xmlns:a16="http://schemas.microsoft.com/office/drawing/2014/main" id="{A86C5AF3-F97C-4EC0-A786-BCB093C24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5" name="Rectangle 55">
            <a:extLst>
              <a:ext uri="{FF2B5EF4-FFF2-40B4-BE49-F238E27FC236}">
                <a16:creationId xmlns:a16="http://schemas.microsoft.com/office/drawing/2014/main" id="{26AA927C-47C1-4857-994F-04230FB4F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6" name="Rectangle 56">
            <a:extLst>
              <a:ext uri="{FF2B5EF4-FFF2-40B4-BE49-F238E27FC236}">
                <a16:creationId xmlns:a16="http://schemas.microsoft.com/office/drawing/2014/main" id="{BCD0080C-7036-4D70-99B5-D53B7F37B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7" name="Rectangle 57">
            <a:extLst>
              <a:ext uri="{FF2B5EF4-FFF2-40B4-BE49-F238E27FC236}">
                <a16:creationId xmlns:a16="http://schemas.microsoft.com/office/drawing/2014/main" id="{977664CE-20EA-423E-AF94-1A0E4A9FB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8" name="Rectangle 58">
            <a:extLst>
              <a:ext uri="{FF2B5EF4-FFF2-40B4-BE49-F238E27FC236}">
                <a16:creationId xmlns:a16="http://schemas.microsoft.com/office/drawing/2014/main" id="{DDEDA552-B5F9-4BA1-B3FD-EBAF9CA84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79" name="Line 59">
            <a:extLst>
              <a:ext uri="{FF2B5EF4-FFF2-40B4-BE49-F238E27FC236}">
                <a16:creationId xmlns:a16="http://schemas.microsoft.com/office/drawing/2014/main" id="{86DAC105-39CD-4E2C-86B9-1FF9AF7FCD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80" name="Line 60">
            <a:extLst>
              <a:ext uri="{FF2B5EF4-FFF2-40B4-BE49-F238E27FC236}">
                <a16:creationId xmlns:a16="http://schemas.microsoft.com/office/drawing/2014/main" id="{53656272-7D5F-4409-9356-B8AD10FAB6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81" name="Line 61">
            <a:extLst>
              <a:ext uri="{FF2B5EF4-FFF2-40B4-BE49-F238E27FC236}">
                <a16:creationId xmlns:a16="http://schemas.microsoft.com/office/drawing/2014/main" id="{DEC29222-1A8A-4A4A-8032-0A92BBD66F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82" name="Line 62">
            <a:extLst>
              <a:ext uri="{FF2B5EF4-FFF2-40B4-BE49-F238E27FC236}">
                <a16:creationId xmlns:a16="http://schemas.microsoft.com/office/drawing/2014/main" id="{19E06C6C-DD97-403C-AE2D-C2A8F1208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83" name="Line 63">
            <a:extLst>
              <a:ext uri="{FF2B5EF4-FFF2-40B4-BE49-F238E27FC236}">
                <a16:creationId xmlns:a16="http://schemas.microsoft.com/office/drawing/2014/main" id="{8B476A01-4E3A-40D0-9A4B-E9D5069F886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84" name="Rectangle 64">
            <a:extLst>
              <a:ext uri="{FF2B5EF4-FFF2-40B4-BE49-F238E27FC236}">
                <a16:creationId xmlns:a16="http://schemas.microsoft.com/office/drawing/2014/main" id="{A880400B-1112-4A8E-81F2-918D2C183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3485" name="Rectangle 65">
            <a:extLst>
              <a:ext uri="{FF2B5EF4-FFF2-40B4-BE49-F238E27FC236}">
                <a16:creationId xmlns:a16="http://schemas.microsoft.com/office/drawing/2014/main" id="{B2C4145D-3C74-4F1C-9E73-74048D5C4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86" name="Rectangle 66">
            <a:extLst>
              <a:ext uri="{FF2B5EF4-FFF2-40B4-BE49-F238E27FC236}">
                <a16:creationId xmlns:a16="http://schemas.microsoft.com/office/drawing/2014/main" id="{FD3B82AD-6C0F-4E01-8538-BBF031EFF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87" name="Rectangle 67">
            <a:extLst>
              <a:ext uri="{FF2B5EF4-FFF2-40B4-BE49-F238E27FC236}">
                <a16:creationId xmlns:a16="http://schemas.microsoft.com/office/drawing/2014/main" id="{2BBF6AF8-46E5-4880-81CB-42AC7D065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88" name="Rectangle 68">
            <a:extLst>
              <a:ext uri="{FF2B5EF4-FFF2-40B4-BE49-F238E27FC236}">
                <a16:creationId xmlns:a16="http://schemas.microsoft.com/office/drawing/2014/main" id="{2F8AE8DC-CBC4-4D72-94F1-0265D77B8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89" name="Rectangle 69">
            <a:extLst>
              <a:ext uri="{FF2B5EF4-FFF2-40B4-BE49-F238E27FC236}">
                <a16:creationId xmlns:a16="http://schemas.microsoft.com/office/drawing/2014/main" id="{848CD8BE-9801-4338-A34F-4F8507473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90" name="Rectangle 70">
            <a:extLst>
              <a:ext uri="{FF2B5EF4-FFF2-40B4-BE49-F238E27FC236}">
                <a16:creationId xmlns:a16="http://schemas.microsoft.com/office/drawing/2014/main" id="{81FD5090-1A54-4ACB-8F8B-412AD39EB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91" name="Rectangle 71">
            <a:extLst>
              <a:ext uri="{FF2B5EF4-FFF2-40B4-BE49-F238E27FC236}">
                <a16:creationId xmlns:a16="http://schemas.microsoft.com/office/drawing/2014/main" id="{FA8DB4D0-DA32-4B4E-8FD6-FE3451F8D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92" name="Line 72">
            <a:extLst>
              <a:ext uri="{FF2B5EF4-FFF2-40B4-BE49-F238E27FC236}">
                <a16:creationId xmlns:a16="http://schemas.microsoft.com/office/drawing/2014/main" id="{1D5FCCBA-B1F3-4C13-95CC-E176F4CF450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93" name="Rectangle 73">
            <a:extLst>
              <a:ext uri="{FF2B5EF4-FFF2-40B4-BE49-F238E27FC236}">
                <a16:creationId xmlns:a16="http://schemas.microsoft.com/office/drawing/2014/main" id="{E6B8D431-9A93-43A8-8825-E88461C5E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94" name="Rectangle 74">
            <a:extLst>
              <a:ext uri="{FF2B5EF4-FFF2-40B4-BE49-F238E27FC236}">
                <a16:creationId xmlns:a16="http://schemas.microsoft.com/office/drawing/2014/main" id="{4066880F-A842-4CB4-AEA6-2F24BA8B9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495" name="Freeform 75">
            <a:extLst>
              <a:ext uri="{FF2B5EF4-FFF2-40B4-BE49-F238E27FC236}">
                <a16:creationId xmlns:a16="http://schemas.microsoft.com/office/drawing/2014/main" id="{506D3A5C-2B53-43C9-A5A9-582BE48AF451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96" name="Freeform 76">
            <a:extLst>
              <a:ext uri="{FF2B5EF4-FFF2-40B4-BE49-F238E27FC236}">
                <a16:creationId xmlns:a16="http://schemas.microsoft.com/office/drawing/2014/main" id="{61A87958-9B54-4F1C-B80D-C75DB6A0AEC5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97" name="Freeform 77">
            <a:extLst>
              <a:ext uri="{FF2B5EF4-FFF2-40B4-BE49-F238E27FC236}">
                <a16:creationId xmlns:a16="http://schemas.microsoft.com/office/drawing/2014/main" id="{AFCF751D-9841-4F98-885D-C76CBA144BCC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98" name="Freeform 78">
            <a:extLst>
              <a:ext uri="{FF2B5EF4-FFF2-40B4-BE49-F238E27FC236}">
                <a16:creationId xmlns:a16="http://schemas.microsoft.com/office/drawing/2014/main" id="{52B39590-884E-4563-B63D-B72BF265DB40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99" name="Freeform 79">
            <a:extLst>
              <a:ext uri="{FF2B5EF4-FFF2-40B4-BE49-F238E27FC236}">
                <a16:creationId xmlns:a16="http://schemas.microsoft.com/office/drawing/2014/main" id="{ED65DB04-7F12-4BED-8CE1-EA501ACE2760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500" name="Freeform 80">
            <a:extLst>
              <a:ext uri="{FF2B5EF4-FFF2-40B4-BE49-F238E27FC236}">
                <a16:creationId xmlns:a16="http://schemas.microsoft.com/office/drawing/2014/main" id="{3D0257AE-568F-495D-A618-1EE027CC8C17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1" name="Line 85">
            <a:extLst>
              <a:ext uri="{FF2B5EF4-FFF2-40B4-BE49-F238E27FC236}">
                <a16:creationId xmlns:a16="http://schemas.microsoft.com/office/drawing/2014/main" id="{68EF36AF-7983-44F6-979B-31689644FDD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2" name="Line 86">
            <a:extLst>
              <a:ext uri="{FF2B5EF4-FFF2-40B4-BE49-F238E27FC236}">
                <a16:creationId xmlns:a16="http://schemas.microsoft.com/office/drawing/2014/main" id="{42F0CA80-53D6-4372-ACDF-9553167FC4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3" name="Line 91">
            <a:extLst>
              <a:ext uri="{FF2B5EF4-FFF2-40B4-BE49-F238E27FC236}">
                <a16:creationId xmlns:a16="http://schemas.microsoft.com/office/drawing/2014/main" id="{134F881F-3DD0-471B-A3A2-16D700AC62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4" name="Line 92">
            <a:extLst>
              <a:ext uri="{FF2B5EF4-FFF2-40B4-BE49-F238E27FC236}">
                <a16:creationId xmlns:a16="http://schemas.microsoft.com/office/drawing/2014/main" id="{EF6FEBE1-D4F3-4EEC-883E-F878CAE651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5" name="Line 93">
            <a:extLst>
              <a:ext uri="{FF2B5EF4-FFF2-40B4-BE49-F238E27FC236}">
                <a16:creationId xmlns:a16="http://schemas.microsoft.com/office/drawing/2014/main" id="{573D9496-C78D-4420-9536-65D6E31C683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6" name="Freeform 94">
            <a:extLst>
              <a:ext uri="{FF2B5EF4-FFF2-40B4-BE49-F238E27FC236}">
                <a16:creationId xmlns:a16="http://schemas.microsoft.com/office/drawing/2014/main" id="{3478F8A2-BB0B-4E9D-B5BA-76B79229855C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507" name="Freeform 95">
            <a:extLst>
              <a:ext uri="{FF2B5EF4-FFF2-40B4-BE49-F238E27FC236}">
                <a16:creationId xmlns:a16="http://schemas.microsoft.com/office/drawing/2014/main" id="{CA2A70EF-3551-41A7-9D98-18F3E266445E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08" name="Rectangle 96">
            <a:extLst>
              <a:ext uri="{FF2B5EF4-FFF2-40B4-BE49-F238E27FC236}">
                <a16:creationId xmlns:a16="http://schemas.microsoft.com/office/drawing/2014/main" id="{4093238B-6B64-47FD-BC60-5C134B0A1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509" name="Rectangle 97">
            <a:extLst>
              <a:ext uri="{FF2B5EF4-FFF2-40B4-BE49-F238E27FC236}">
                <a16:creationId xmlns:a16="http://schemas.microsoft.com/office/drawing/2014/main" id="{E6980E38-0D8F-44C7-A214-F8D27B69C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510" name="AutoShape 99">
            <a:extLst>
              <a:ext uri="{FF2B5EF4-FFF2-40B4-BE49-F238E27FC236}">
                <a16:creationId xmlns:a16="http://schemas.microsoft.com/office/drawing/2014/main" id="{DDD45454-A6F1-4AD1-87A4-9E2E8545C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511" name="AutoShape 101">
            <a:extLst>
              <a:ext uri="{FF2B5EF4-FFF2-40B4-BE49-F238E27FC236}">
                <a16:creationId xmlns:a16="http://schemas.microsoft.com/office/drawing/2014/main" id="{9AF7787C-5F6E-4C73-8109-F72BE257A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3512" name="Title 1">
            <a:extLst>
              <a:ext uri="{FF2B5EF4-FFF2-40B4-BE49-F238E27FC236}">
                <a16:creationId xmlns:a16="http://schemas.microsoft.com/office/drawing/2014/main" id="{870B77EC-D5F1-4C52-A898-B22E47AECE9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3-to-8 decoder using two 2-to-4 decoders</a:t>
            </a:r>
          </a:p>
        </p:txBody>
      </p:sp>
      <p:sp>
        <p:nvSpPr>
          <p:cNvPr id="103513" name="TextBox 125">
            <a:extLst>
              <a:ext uri="{FF2B5EF4-FFF2-40B4-BE49-F238E27FC236}">
                <a16:creationId xmlns:a16="http://schemas.microsoft.com/office/drawing/2014/main" id="{748EAEEA-E9A7-43CD-82C8-F38D60D31A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3514" name="TextBox 16">
            <a:extLst>
              <a:ext uri="{FF2B5EF4-FFF2-40B4-BE49-F238E27FC236}">
                <a16:creationId xmlns:a16="http://schemas.microsoft.com/office/drawing/2014/main" id="{5AD1B718-3549-40B9-89F9-9ABB94D99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15" name="TextBox 16">
            <a:extLst>
              <a:ext uri="{FF2B5EF4-FFF2-40B4-BE49-F238E27FC236}">
                <a16:creationId xmlns:a16="http://schemas.microsoft.com/office/drawing/2014/main" id="{2384223B-B07C-455E-8018-E71B9696ED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16" name="TextBox 16">
            <a:extLst>
              <a:ext uri="{FF2B5EF4-FFF2-40B4-BE49-F238E27FC236}">
                <a16:creationId xmlns:a16="http://schemas.microsoft.com/office/drawing/2014/main" id="{B9E67D30-CEEE-41B1-876A-586697D41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17" name="TextBox 16">
            <a:extLst>
              <a:ext uri="{FF2B5EF4-FFF2-40B4-BE49-F238E27FC236}">
                <a16:creationId xmlns:a16="http://schemas.microsoft.com/office/drawing/2014/main" id="{15ADFABD-F794-476A-BCC8-274C29C9F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18" name="TextBox 16">
            <a:extLst>
              <a:ext uri="{FF2B5EF4-FFF2-40B4-BE49-F238E27FC236}">
                <a16:creationId xmlns:a16="http://schemas.microsoft.com/office/drawing/2014/main" id="{41EBCD5E-BC79-4031-86AC-B46EDDC922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19" name="TextBox 16">
            <a:extLst>
              <a:ext uri="{FF2B5EF4-FFF2-40B4-BE49-F238E27FC236}">
                <a16:creationId xmlns:a16="http://schemas.microsoft.com/office/drawing/2014/main" id="{00517183-98AA-4B5F-BEBA-867ECBC171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0" name="TextBox 16">
            <a:extLst>
              <a:ext uri="{FF2B5EF4-FFF2-40B4-BE49-F238E27FC236}">
                <a16:creationId xmlns:a16="http://schemas.microsoft.com/office/drawing/2014/main" id="{7265FDB6-2A9B-4F4B-AA3B-998A5377E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1" name="TextBox 16">
            <a:extLst>
              <a:ext uri="{FF2B5EF4-FFF2-40B4-BE49-F238E27FC236}">
                <a16:creationId xmlns:a16="http://schemas.microsoft.com/office/drawing/2014/main" id="{76F2432B-EFB5-48ED-BBB1-8A62BA12A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2" name="TextBox 16">
            <a:extLst>
              <a:ext uri="{FF2B5EF4-FFF2-40B4-BE49-F238E27FC236}">
                <a16:creationId xmlns:a16="http://schemas.microsoft.com/office/drawing/2014/main" id="{D7F8261C-30D4-4621-B153-5A976E6140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3" name="TextBox 16">
            <a:extLst>
              <a:ext uri="{FF2B5EF4-FFF2-40B4-BE49-F238E27FC236}">
                <a16:creationId xmlns:a16="http://schemas.microsoft.com/office/drawing/2014/main" id="{5CD65E1F-56E3-47B3-9D8A-74417B91E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4" name="TextBox 16">
            <a:extLst>
              <a:ext uri="{FF2B5EF4-FFF2-40B4-BE49-F238E27FC236}">
                <a16:creationId xmlns:a16="http://schemas.microsoft.com/office/drawing/2014/main" id="{20BBC958-EE03-4A22-BCD3-79E9B601A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5" name="TextBox 16">
            <a:extLst>
              <a:ext uri="{FF2B5EF4-FFF2-40B4-BE49-F238E27FC236}">
                <a16:creationId xmlns:a16="http://schemas.microsoft.com/office/drawing/2014/main" id="{417C878B-24EB-4E65-A4E8-7CD095AF5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3526" name="TextBox 16">
            <a:extLst>
              <a:ext uri="{FF2B5EF4-FFF2-40B4-BE49-F238E27FC236}">
                <a16:creationId xmlns:a16="http://schemas.microsoft.com/office/drawing/2014/main" id="{1C2D655B-EFA7-46AA-816E-1921D2017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Line 4">
            <a:extLst>
              <a:ext uri="{FF2B5EF4-FFF2-40B4-BE49-F238E27FC236}">
                <a16:creationId xmlns:a16="http://schemas.microsoft.com/office/drawing/2014/main" id="{DBDC71E2-997F-4D77-AD02-388748D51D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50" name="Freeform 5">
            <a:extLst>
              <a:ext uri="{FF2B5EF4-FFF2-40B4-BE49-F238E27FC236}">
                <a16:creationId xmlns:a16="http://schemas.microsoft.com/office/drawing/2014/main" id="{D191FBC5-64F7-40FC-93CA-07B1F24C3B02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51" name="Freeform 7">
            <a:extLst>
              <a:ext uri="{FF2B5EF4-FFF2-40B4-BE49-F238E27FC236}">
                <a16:creationId xmlns:a16="http://schemas.microsoft.com/office/drawing/2014/main" id="{4723E79E-DF69-4E74-8B1C-91EC131D71E7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52" name="Rectangle 8">
            <a:extLst>
              <a:ext uri="{FF2B5EF4-FFF2-40B4-BE49-F238E27FC236}">
                <a16:creationId xmlns:a16="http://schemas.microsoft.com/office/drawing/2014/main" id="{624C4D81-7CB2-4F68-AA7D-56D267B96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3" name="Rectangle 9">
            <a:extLst>
              <a:ext uri="{FF2B5EF4-FFF2-40B4-BE49-F238E27FC236}">
                <a16:creationId xmlns:a16="http://schemas.microsoft.com/office/drawing/2014/main" id="{67E572E5-415C-427C-A988-555693CEA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4" name="Rectangle 10">
            <a:extLst>
              <a:ext uri="{FF2B5EF4-FFF2-40B4-BE49-F238E27FC236}">
                <a16:creationId xmlns:a16="http://schemas.microsoft.com/office/drawing/2014/main" id="{A7BB7E2A-BBC4-4167-AEB8-4F5C81D92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5" name="Rectangle 11">
            <a:extLst>
              <a:ext uri="{FF2B5EF4-FFF2-40B4-BE49-F238E27FC236}">
                <a16:creationId xmlns:a16="http://schemas.microsoft.com/office/drawing/2014/main" id="{17D61630-5F7F-4FB6-864B-883A42E7D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6" name="Rectangle 12">
            <a:extLst>
              <a:ext uri="{FF2B5EF4-FFF2-40B4-BE49-F238E27FC236}">
                <a16:creationId xmlns:a16="http://schemas.microsoft.com/office/drawing/2014/main" id="{E6D2EBB0-BECD-4474-8A97-A83ED2A71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7" name="Rectangle 13">
            <a:extLst>
              <a:ext uri="{FF2B5EF4-FFF2-40B4-BE49-F238E27FC236}">
                <a16:creationId xmlns:a16="http://schemas.microsoft.com/office/drawing/2014/main" id="{192BE085-A066-4F73-B9B8-7F9660E3A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8" name="Rectangle 14">
            <a:extLst>
              <a:ext uri="{FF2B5EF4-FFF2-40B4-BE49-F238E27FC236}">
                <a16:creationId xmlns:a16="http://schemas.microsoft.com/office/drawing/2014/main" id="{23938204-17D0-4802-B4F1-2501581F0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59" name="Rectangle 15">
            <a:extLst>
              <a:ext uri="{FF2B5EF4-FFF2-40B4-BE49-F238E27FC236}">
                <a16:creationId xmlns:a16="http://schemas.microsoft.com/office/drawing/2014/main" id="{70E6686D-C979-4681-B501-FA746C1D2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60" name="Rectangle 16">
            <a:extLst>
              <a:ext uri="{FF2B5EF4-FFF2-40B4-BE49-F238E27FC236}">
                <a16:creationId xmlns:a16="http://schemas.microsoft.com/office/drawing/2014/main" id="{1DFCD30F-9299-4BEE-8731-0C22204FF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61" name="Rectangle 17">
            <a:extLst>
              <a:ext uri="{FF2B5EF4-FFF2-40B4-BE49-F238E27FC236}">
                <a16:creationId xmlns:a16="http://schemas.microsoft.com/office/drawing/2014/main" id="{78FC3FA7-03FE-49AB-A49E-9B8E80B7F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62" name="Rectangle 18">
            <a:extLst>
              <a:ext uri="{FF2B5EF4-FFF2-40B4-BE49-F238E27FC236}">
                <a16:creationId xmlns:a16="http://schemas.microsoft.com/office/drawing/2014/main" id="{23CC6B55-C6DE-431B-8605-80254445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63" name="Rectangle 19">
            <a:extLst>
              <a:ext uri="{FF2B5EF4-FFF2-40B4-BE49-F238E27FC236}">
                <a16:creationId xmlns:a16="http://schemas.microsoft.com/office/drawing/2014/main" id="{98FA2EED-F245-4A9E-8F0F-699646607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64" name="Rectangle 20">
            <a:extLst>
              <a:ext uri="{FF2B5EF4-FFF2-40B4-BE49-F238E27FC236}">
                <a16:creationId xmlns:a16="http://schemas.microsoft.com/office/drawing/2014/main" id="{A93A71F9-1EFD-4F62-847E-A3AAAF8DD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65" name="Rectangle 21">
            <a:extLst>
              <a:ext uri="{FF2B5EF4-FFF2-40B4-BE49-F238E27FC236}">
                <a16:creationId xmlns:a16="http://schemas.microsoft.com/office/drawing/2014/main" id="{948C577F-0E9E-4E75-A181-83D12ADE9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66" name="Line 22">
            <a:extLst>
              <a:ext uri="{FF2B5EF4-FFF2-40B4-BE49-F238E27FC236}">
                <a16:creationId xmlns:a16="http://schemas.microsoft.com/office/drawing/2014/main" id="{83DA4C68-5852-48A1-95D3-46C7DACFA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67" name="Rectangle 23">
            <a:extLst>
              <a:ext uri="{FF2B5EF4-FFF2-40B4-BE49-F238E27FC236}">
                <a16:creationId xmlns:a16="http://schemas.microsoft.com/office/drawing/2014/main" id="{C1678724-EA8D-4A20-ACBF-0DEB05B8C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68" name="Line 24">
            <a:extLst>
              <a:ext uri="{FF2B5EF4-FFF2-40B4-BE49-F238E27FC236}">
                <a16:creationId xmlns:a16="http://schemas.microsoft.com/office/drawing/2014/main" id="{90DFE4B7-893E-45A1-9563-2664389BC8C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69" name="Line 25">
            <a:extLst>
              <a:ext uri="{FF2B5EF4-FFF2-40B4-BE49-F238E27FC236}">
                <a16:creationId xmlns:a16="http://schemas.microsoft.com/office/drawing/2014/main" id="{C3D4E833-09C7-4B88-96FD-BA4BD61DFF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0" name="Line 26">
            <a:extLst>
              <a:ext uri="{FF2B5EF4-FFF2-40B4-BE49-F238E27FC236}">
                <a16:creationId xmlns:a16="http://schemas.microsoft.com/office/drawing/2014/main" id="{52218C86-34CF-4A1D-A83C-898B2F1660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1" name="Rectangle 27">
            <a:extLst>
              <a:ext uri="{FF2B5EF4-FFF2-40B4-BE49-F238E27FC236}">
                <a16:creationId xmlns:a16="http://schemas.microsoft.com/office/drawing/2014/main" id="{3EDCB81B-A2C1-4FE6-9F2A-C6B0817C9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2" name="Rectangle 28">
            <a:extLst>
              <a:ext uri="{FF2B5EF4-FFF2-40B4-BE49-F238E27FC236}">
                <a16:creationId xmlns:a16="http://schemas.microsoft.com/office/drawing/2014/main" id="{0D593B2C-7020-4EDF-90AC-13F4C5806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3" name="Rectangle 29">
            <a:extLst>
              <a:ext uri="{FF2B5EF4-FFF2-40B4-BE49-F238E27FC236}">
                <a16:creationId xmlns:a16="http://schemas.microsoft.com/office/drawing/2014/main" id="{EE89B6F7-E9F8-405F-874B-4469575E2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4" name="Rectangle 30">
            <a:extLst>
              <a:ext uri="{FF2B5EF4-FFF2-40B4-BE49-F238E27FC236}">
                <a16:creationId xmlns:a16="http://schemas.microsoft.com/office/drawing/2014/main" id="{AC05FA21-0427-4DEB-9952-4B5272754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5" name="Line 31">
            <a:extLst>
              <a:ext uri="{FF2B5EF4-FFF2-40B4-BE49-F238E27FC236}">
                <a16:creationId xmlns:a16="http://schemas.microsoft.com/office/drawing/2014/main" id="{CCDED67B-FAB6-4E62-9D1B-8FB4B06A4B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6" name="Rectangle 32">
            <a:extLst>
              <a:ext uri="{FF2B5EF4-FFF2-40B4-BE49-F238E27FC236}">
                <a16:creationId xmlns:a16="http://schemas.microsoft.com/office/drawing/2014/main" id="{E38B7D44-43BC-4B49-A5B0-73828D472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7" name="Rectangle 33">
            <a:extLst>
              <a:ext uri="{FF2B5EF4-FFF2-40B4-BE49-F238E27FC236}">
                <a16:creationId xmlns:a16="http://schemas.microsoft.com/office/drawing/2014/main" id="{E44913B3-E087-4CAB-A697-D43787864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8" name="Rectangle 34">
            <a:extLst>
              <a:ext uri="{FF2B5EF4-FFF2-40B4-BE49-F238E27FC236}">
                <a16:creationId xmlns:a16="http://schemas.microsoft.com/office/drawing/2014/main" id="{089CA296-CC23-41E8-83BE-3CEE76091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79" name="Rectangle 35">
            <a:extLst>
              <a:ext uri="{FF2B5EF4-FFF2-40B4-BE49-F238E27FC236}">
                <a16:creationId xmlns:a16="http://schemas.microsoft.com/office/drawing/2014/main" id="{F6F1DBF5-22CA-43F7-A4AE-9F01450F1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80" name="Rectangle 36">
            <a:extLst>
              <a:ext uri="{FF2B5EF4-FFF2-40B4-BE49-F238E27FC236}">
                <a16:creationId xmlns:a16="http://schemas.microsoft.com/office/drawing/2014/main" id="{4207DCD3-89BB-4C22-8BE8-FE8341396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81" name="Rectangle 37">
            <a:extLst>
              <a:ext uri="{FF2B5EF4-FFF2-40B4-BE49-F238E27FC236}">
                <a16:creationId xmlns:a16="http://schemas.microsoft.com/office/drawing/2014/main" id="{FB324A30-7138-41B9-BBFE-6D24536C1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82" name="Line 38">
            <a:extLst>
              <a:ext uri="{FF2B5EF4-FFF2-40B4-BE49-F238E27FC236}">
                <a16:creationId xmlns:a16="http://schemas.microsoft.com/office/drawing/2014/main" id="{DFED585C-049C-47E7-9186-E990E56DA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83" name="Line 39">
            <a:extLst>
              <a:ext uri="{FF2B5EF4-FFF2-40B4-BE49-F238E27FC236}">
                <a16:creationId xmlns:a16="http://schemas.microsoft.com/office/drawing/2014/main" id="{54096CFE-2E66-4022-B5C6-B9923CC2355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84" name="Rectangle 40">
            <a:extLst>
              <a:ext uri="{FF2B5EF4-FFF2-40B4-BE49-F238E27FC236}">
                <a16:creationId xmlns:a16="http://schemas.microsoft.com/office/drawing/2014/main" id="{E45FF89D-F19F-4383-B36B-6191FFB8D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85" name="Rectangle 41">
            <a:extLst>
              <a:ext uri="{FF2B5EF4-FFF2-40B4-BE49-F238E27FC236}">
                <a16:creationId xmlns:a16="http://schemas.microsoft.com/office/drawing/2014/main" id="{1633616D-4828-4675-B4AF-F17F1F171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86" name="Rectangle 42">
            <a:extLst>
              <a:ext uri="{FF2B5EF4-FFF2-40B4-BE49-F238E27FC236}">
                <a16:creationId xmlns:a16="http://schemas.microsoft.com/office/drawing/2014/main" id="{C4F53F6E-62F6-41FD-9433-5956F7015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487" name="Line 43">
            <a:extLst>
              <a:ext uri="{FF2B5EF4-FFF2-40B4-BE49-F238E27FC236}">
                <a16:creationId xmlns:a16="http://schemas.microsoft.com/office/drawing/2014/main" id="{AFDF0B5F-0F6E-44EF-A80F-896CBCE84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88" name="Rectangle 44">
            <a:extLst>
              <a:ext uri="{FF2B5EF4-FFF2-40B4-BE49-F238E27FC236}">
                <a16:creationId xmlns:a16="http://schemas.microsoft.com/office/drawing/2014/main" id="{367DB3B4-BC50-4C31-8416-C5FB38B56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89" name="Line 45">
            <a:extLst>
              <a:ext uri="{FF2B5EF4-FFF2-40B4-BE49-F238E27FC236}">
                <a16:creationId xmlns:a16="http://schemas.microsoft.com/office/drawing/2014/main" id="{AD9963D7-6F61-4657-8735-0918A0E10EE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90" name="Line 46">
            <a:extLst>
              <a:ext uri="{FF2B5EF4-FFF2-40B4-BE49-F238E27FC236}">
                <a16:creationId xmlns:a16="http://schemas.microsoft.com/office/drawing/2014/main" id="{6DEC0EB8-D9EA-46DE-A32D-FA1B76FF7C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91" name="Line 47">
            <a:extLst>
              <a:ext uri="{FF2B5EF4-FFF2-40B4-BE49-F238E27FC236}">
                <a16:creationId xmlns:a16="http://schemas.microsoft.com/office/drawing/2014/main" id="{1B214455-B02A-42BF-8378-CE555F0DF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92" name="Rectangle 48">
            <a:extLst>
              <a:ext uri="{FF2B5EF4-FFF2-40B4-BE49-F238E27FC236}">
                <a16:creationId xmlns:a16="http://schemas.microsoft.com/office/drawing/2014/main" id="{DC5A4E55-EBB7-40FA-AE1D-94B909292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93" name="Rectangle 49">
            <a:extLst>
              <a:ext uri="{FF2B5EF4-FFF2-40B4-BE49-F238E27FC236}">
                <a16:creationId xmlns:a16="http://schemas.microsoft.com/office/drawing/2014/main" id="{90D48C99-49CD-4BE9-8056-F59472EA5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94" name="Rectangle 50">
            <a:extLst>
              <a:ext uri="{FF2B5EF4-FFF2-40B4-BE49-F238E27FC236}">
                <a16:creationId xmlns:a16="http://schemas.microsoft.com/office/drawing/2014/main" id="{C07B28C3-5C17-46D9-BB56-89F06292B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95" name="Rectangle 51">
            <a:extLst>
              <a:ext uri="{FF2B5EF4-FFF2-40B4-BE49-F238E27FC236}">
                <a16:creationId xmlns:a16="http://schemas.microsoft.com/office/drawing/2014/main" id="{9BD08059-C20A-474D-90A9-AFD0BFE13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96" name="Line 52">
            <a:extLst>
              <a:ext uri="{FF2B5EF4-FFF2-40B4-BE49-F238E27FC236}">
                <a16:creationId xmlns:a16="http://schemas.microsoft.com/office/drawing/2014/main" id="{AAA4FFD9-9856-467F-8757-73C1D03039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97" name="Rectangle 53">
            <a:extLst>
              <a:ext uri="{FF2B5EF4-FFF2-40B4-BE49-F238E27FC236}">
                <a16:creationId xmlns:a16="http://schemas.microsoft.com/office/drawing/2014/main" id="{7042FAB0-9103-47D7-A17B-5CDBAE35F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98" name="Rectangle 54">
            <a:extLst>
              <a:ext uri="{FF2B5EF4-FFF2-40B4-BE49-F238E27FC236}">
                <a16:creationId xmlns:a16="http://schemas.microsoft.com/office/drawing/2014/main" id="{2F02F7E7-F39D-48F1-BD67-6D840FF6B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499" name="Rectangle 55">
            <a:extLst>
              <a:ext uri="{FF2B5EF4-FFF2-40B4-BE49-F238E27FC236}">
                <a16:creationId xmlns:a16="http://schemas.microsoft.com/office/drawing/2014/main" id="{93A8A8CC-D10F-46FD-9F56-7B2CC76A6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500" name="Rectangle 56">
            <a:extLst>
              <a:ext uri="{FF2B5EF4-FFF2-40B4-BE49-F238E27FC236}">
                <a16:creationId xmlns:a16="http://schemas.microsoft.com/office/drawing/2014/main" id="{2D332C79-6981-43CC-AFE4-43C7A44F9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501" name="Rectangle 57">
            <a:extLst>
              <a:ext uri="{FF2B5EF4-FFF2-40B4-BE49-F238E27FC236}">
                <a16:creationId xmlns:a16="http://schemas.microsoft.com/office/drawing/2014/main" id="{3D576A90-3DFD-4803-88D4-EB3A9CBE2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502" name="Rectangle 58">
            <a:extLst>
              <a:ext uri="{FF2B5EF4-FFF2-40B4-BE49-F238E27FC236}">
                <a16:creationId xmlns:a16="http://schemas.microsoft.com/office/drawing/2014/main" id="{C306C082-0884-4086-BD23-3EDFA0A99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503" name="Line 59">
            <a:extLst>
              <a:ext uri="{FF2B5EF4-FFF2-40B4-BE49-F238E27FC236}">
                <a16:creationId xmlns:a16="http://schemas.microsoft.com/office/drawing/2014/main" id="{FFF4508B-6256-4C5A-9E4F-C5BC93447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04" name="Line 60">
            <a:extLst>
              <a:ext uri="{FF2B5EF4-FFF2-40B4-BE49-F238E27FC236}">
                <a16:creationId xmlns:a16="http://schemas.microsoft.com/office/drawing/2014/main" id="{15EE1983-2211-451A-A1CD-A48DACBFE5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05" name="Line 61">
            <a:extLst>
              <a:ext uri="{FF2B5EF4-FFF2-40B4-BE49-F238E27FC236}">
                <a16:creationId xmlns:a16="http://schemas.microsoft.com/office/drawing/2014/main" id="{AF98FB51-DBF3-4330-BEA2-725F633E23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06" name="Line 62">
            <a:extLst>
              <a:ext uri="{FF2B5EF4-FFF2-40B4-BE49-F238E27FC236}">
                <a16:creationId xmlns:a16="http://schemas.microsoft.com/office/drawing/2014/main" id="{C6047E10-1C5F-4DD3-99B3-5BF1DEB4D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07" name="Line 63">
            <a:extLst>
              <a:ext uri="{FF2B5EF4-FFF2-40B4-BE49-F238E27FC236}">
                <a16:creationId xmlns:a16="http://schemas.microsoft.com/office/drawing/2014/main" id="{50355688-081D-466B-AF96-EDCE94C294F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08" name="Rectangle 64">
            <a:extLst>
              <a:ext uri="{FF2B5EF4-FFF2-40B4-BE49-F238E27FC236}">
                <a16:creationId xmlns:a16="http://schemas.microsoft.com/office/drawing/2014/main" id="{111A48F9-FA2E-431B-A941-6D9E62262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4509" name="Rectangle 65">
            <a:extLst>
              <a:ext uri="{FF2B5EF4-FFF2-40B4-BE49-F238E27FC236}">
                <a16:creationId xmlns:a16="http://schemas.microsoft.com/office/drawing/2014/main" id="{0D8D4732-FC1C-4C8E-8E31-2FFB86856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0" name="Rectangle 66">
            <a:extLst>
              <a:ext uri="{FF2B5EF4-FFF2-40B4-BE49-F238E27FC236}">
                <a16:creationId xmlns:a16="http://schemas.microsoft.com/office/drawing/2014/main" id="{5E017AE4-C05D-4E06-835B-0BDF979CC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1" name="Rectangle 67">
            <a:extLst>
              <a:ext uri="{FF2B5EF4-FFF2-40B4-BE49-F238E27FC236}">
                <a16:creationId xmlns:a16="http://schemas.microsoft.com/office/drawing/2014/main" id="{3064F2CD-3D48-4135-A358-9473257D4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2" name="Rectangle 68">
            <a:extLst>
              <a:ext uri="{FF2B5EF4-FFF2-40B4-BE49-F238E27FC236}">
                <a16:creationId xmlns:a16="http://schemas.microsoft.com/office/drawing/2014/main" id="{8D2E8ED5-E02C-403E-AFD6-C50D003C2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3" name="Rectangle 69">
            <a:extLst>
              <a:ext uri="{FF2B5EF4-FFF2-40B4-BE49-F238E27FC236}">
                <a16:creationId xmlns:a16="http://schemas.microsoft.com/office/drawing/2014/main" id="{047CD352-BA17-4C2D-892C-C6783A43B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4" name="Rectangle 70">
            <a:extLst>
              <a:ext uri="{FF2B5EF4-FFF2-40B4-BE49-F238E27FC236}">
                <a16:creationId xmlns:a16="http://schemas.microsoft.com/office/drawing/2014/main" id="{82C7C51E-5F08-490E-843D-C25EE6F41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5" name="Rectangle 71">
            <a:extLst>
              <a:ext uri="{FF2B5EF4-FFF2-40B4-BE49-F238E27FC236}">
                <a16:creationId xmlns:a16="http://schemas.microsoft.com/office/drawing/2014/main" id="{D39A7A8D-9222-4E67-865C-3268AAA47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6" name="Line 72">
            <a:extLst>
              <a:ext uri="{FF2B5EF4-FFF2-40B4-BE49-F238E27FC236}">
                <a16:creationId xmlns:a16="http://schemas.microsoft.com/office/drawing/2014/main" id="{2E633ECE-CB3A-4FAC-8176-84915F7C05E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17" name="Rectangle 73">
            <a:extLst>
              <a:ext uri="{FF2B5EF4-FFF2-40B4-BE49-F238E27FC236}">
                <a16:creationId xmlns:a16="http://schemas.microsoft.com/office/drawing/2014/main" id="{FA951448-6099-44DC-8D97-610680A05A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8" name="Rectangle 74">
            <a:extLst>
              <a:ext uri="{FF2B5EF4-FFF2-40B4-BE49-F238E27FC236}">
                <a16:creationId xmlns:a16="http://schemas.microsoft.com/office/drawing/2014/main" id="{D433A5A0-B1B7-4F72-90B6-FFABBC830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19" name="Freeform 75">
            <a:extLst>
              <a:ext uri="{FF2B5EF4-FFF2-40B4-BE49-F238E27FC236}">
                <a16:creationId xmlns:a16="http://schemas.microsoft.com/office/drawing/2014/main" id="{61153989-F10A-43C4-80D2-1754656F8712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520" name="Freeform 76">
            <a:extLst>
              <a:ext uri="{FF2B5EF4-FFF2-40B4-BE49-F238E27FC236}">
                <a16:creationId xmlns:a16="http://schemas.microsoft.com/office/drawing/2014/main" id="{B6B6D433-EFD5-464A-B714-D30C2904884C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1" name="Freeform 77">
            <a:extLst>
              <a:ext uri="{FF2B5EF4-FFF2-40B4-BE49-F238E27FC236}">
                <a16:creationId xmlns:a16="http://schemas.microsoft.com/office/drawing/2014/main" id="{0904BFD7-85F5-44AF-A7D5-37DD3B46B1E6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522" name="Freeform 78">
            <a:extLst>
              <a:ext uri="{FF2B5EF4-FFF2-40B4-BE49-F238E27FC236}">
                <a16:creationId xmlns:a16="http://schemas.microsoft.com/office/drawing/2014/main" id="{25E7E06B-C74E-4F1A-B52D-835F56BC0556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3" name="Freeform 79">
            <a:extLst>
              <a:ext uri="{FF2B5EF4-FFF2-40B4-BE49-F238E27FC236}">
                <a16:creationId xmlns:a16="http://schemas.microsoft.com/office/drawing/2014/main" id="{0F71B846-D150-46B1-B108-69AA5DDBFB5F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524" name="Freeform 80">
            <a:extLst>
              <a:ext uri="{FF2B5EF4-FFF2-40B4-BE49-F238E27FC236}">
                <a16:creationId xmlns:a16="http://schemas.microsoft.com/office/drawing/2014/main" id="{9C15253B-8854-4FAC-B440-66F4D61DD9B2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5" name="Line 85">
            <a:extLst>
              <a:ext uri="{FF2B5EF4-FFF2-40B4-BE49-F238E27FC236}">
                <a16:creationId xmlns:a16="http://schemas.microsoft.com/office/drawing/2014/main" id="{ABE15479-E9C0-4AB5-87E9-B0B14703EF4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6" name="Line 86">
            <a:extLst>
              <a:ext uri="{FF2B5EF4-FFF2-40B4-BE49-F238E27FC236}">
                <a16:creationId xmlns:a16="http://schemas.microsoft.com/office/drawing/2014/main" id="{8B30ACAA-DF05-4896-AC6A-69F7C13E7C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7" name="Line 91">
            <a:extLst>
              <a:ext uri="{FF2B5EF4-FFF2-40B4-BE49-F238E27FC236}">
                <a16:creationId xmlns:a16="http://schemas.microsoft.com/office/drawing/2014/main" id="{9F06BBA4-BF59-447B-8E28-46D88C972A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8" name="Line 92">
            <a:extLst>
              <a:ext uri="{FF2B5EF4-FFF2-40B4-BE49-F238E27FC236}">
                <a16:creationId xmlns:a16="http://schemas.microsoft.com/office/drawing/2014/main" id="{8814C4C4-4021-4561-905E-58347D7A71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29" name="Line 93">
            <a:extLst>
              <a:ext uri="{FF2B5EF4-FFF2-40B4-BE49-F238E27FC236}">
                <a16:creationId xmlns:a16="http://schemas.microsoft.com/office/drawing/2014/main" id="{C73AC962-0B1F-44AD-A5FD-4B8EA4B3FB9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30" name="Freeform 94">
            <a:extLst>
              <a:ext uri="{FF2B5EF4-FFF2-40B4-BE49-F238E27FC236}">
                <a16:creationId xmlns:a16="http://schemas.microsoft.com/office/drawing/2014/main" id="{49A8CBE9-5C7D-4876-89B3-7C8F7C378629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531" name="Freeform 95">
            <a:extLst>
              <a:ext uri="{FF2B5EF4-FFF2-40B4-BE49-F238E27FC236}">
                <a16:creationId xmlns:a16="http://schemas.microsoft.com/office/drawing/2014/main" id="{EAAADEA9-E69C-4430-9A11-64E37894979A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532" name="Rectangle 96">
            <a:extLst>
              <a:ext uri="{FF2B5EF4-FFF2-40B4-BE49-F238E27FC236}">
                <a16:creationId xmlns:a16="http://schemas.microsoft.com/office/drawing/2014/main" id="{CD1EEB85-0A99-4F5C-9119-7ECDA2373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33" name="Rectangle 97">
            <a:extLst>
              <a:ext uri="{FF2B5EF4-FFF2-40B4-BE49-F238E27FC236}">
                <a16:creationId xmlns:a16="http://schemas.microsoft.com/office/drawing/2014/main" id="{A8202467-34F1-469B-9776-97E0FAA41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34" name="AutoShape 99">
            <a:extLst>
              <a:ext uri="{FF2B5EF4-FFF2-40B4-BE49-F238E27FC236}">
                <a16:creationId xmlns:a16="http://schemas.microsoft.com/office/drawing/2014/main" id="{88F7897E-912C-4E09-BF4F-DFBFB0807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35" name="AutoShape 101">
            <a:extLst>
              <a:ext uri="{FF2B5EF4-FFF2-40B4-BE49-F238E27FC236}">
                <a16:creationId xmlns:a16="http://schemas.microsoft.com/office/drawing/2014/main" id="{30EEE31B-9504-4289-A33D-0CF2054F7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4536" name="Title 1">
            <a:extLst>
              <a:ext uri="{FF2B5EF4-FFF2-40B4-BE49-F238E27FC236}">
                <a16:creationId xmlns:a16="http://schemas.microsoft.com/office/drawing/2014/main" id="{AC083CA3-4936-42B7-A93F-DE67FAC918A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04537" name="TextBox 125">
            <a:extLst>
              <a:ext uri="{FF2B5EF4-FFF2-40B4-BE49-F238E27FC236}">
                <a16:creationId xmlns:a16="http://schemas.microsoft.com/office/drawing/2014/main" id="{7EA2E58D-9567-4162-A607-B44851BA4F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4538" name="TextBox 16">
            <a:extLst>
              <a:ext uri="{FF2B5EF4-FFF2-40B4-BE49-F238E27FC236}">
                <a16:creationId xmlns:a16="http://schemas.microsoft.com/office/drawing/2014/main" id="{30369A4C-9510-4F7E-913F-3E117900A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39" name="TextBox 16">
            <a:extLst>
              <a:ext uri="{FF2B5EF4-FFF2-40B4-BE49-F238E27FC236}">
                <a16:creationId xmlns:a16="http://schemas.microsoft.com/office/drawing/2014/main" id="{534DEF5F-5235-48C9-9ADC-F0205A4287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0" name="TextBox 16">
            <a:extLst>
              <a:ext uri="{FF2B5EF4-FFF2-40B4-BE49-F238E27FC236}">
                <a16:creationId xmlns:a16="http://schemas.microsoft.com/office/drawing/2014/main" id="{B85337CD-9074-42E2-B7E5-AEA41E081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1" name="TextBox 16">
            <a:extLst>
              <a:ext uri="{FF2B5EF4-FFF2-40B4-BE49-F238E27FC236}">
                <a16:creationId xmlns:a16="http://schemas.microsoft.com/office/drawing/2014/main" id="{C19B55FD-7610-4E38-8C96-A64C9C5772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2" name="TextBox 16">
            <a:extLst>
              <a:ext uri="{FF2B5EF4-FFF2-40B4-BE49-F238E27FC236}">
                <a16:creationId xmlns:a16="http://schemas.microsoft.com/office/drawing/2014/main" id="{4FD01030-408E-49F7-95E8-71FEFF321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3" name="TextBox 16">
            <a:extLst>
              <a:ext uri="{FF2B5EF4-FFF2-40B4-BE49-F238E27FC236}">
                <a16:creationId xmlns:a16="http://schemas.microsoft.com/office/drawing/2014/main" id="{764604B0-B5D0-4D71-91A9-3CED37085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4" name="TextBox 16">
            <a:extLst>
              <a:ext uri="{FF2B5EF4-FFF2-40B4-BE49-F238E27FC236}">
                <a16:creationId xmlns:a16="http://schemas.microsoft.com/office/drawing/2014/main" id="{B87AC655-9EF5-4E0B-975C-6B0138E1D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5" name="TextBox 16">
            <a:extLst>
              <a:ext uri="{FF2B5EF4-FFF2-40B4-BE49-F238E27FC236}">
                <a16:creationId xmlns:a16="http://schemas.microsoft.com/office/drawing/2014/main" id="{1E1E72DB-DA5A-443D-BC48-B602F7459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6" name="TextBox 16">
            <a:extLst>
              <a:ext uri="{FF2B5EF4-FFF2-40B4-BE49-F238E27FC236}">
                <a16:creationId xmlns:a16="http://schemas.microsoft.com/office/drawing/2014/main" id="{470F9F77-B5E2-4EDE-88DD-4D5655A4C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7" name="TextBox 16">
            <a:extLst>
              <a:ext uri="{FF2B5EF4-FFF2-40B4-BE49-F238E27FC236}">
                <a16:creationId xmlns:a16="http://schemas.microsoft.com/office/drawing/2014/main" id="{8F52C016-551E-4ED4-9918-4FBA9DA0B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8" name="TextBox 16">
            <a:extLst>
              <a:ext uri="{FF2B5EF4-FFF2-40B4-BE49-F238E27FC236}">
                <a16:creationId xmlns:a16="http://schemas.microsoft.com/office/drawing/2014/main" id="{B323E044-AE6D-4797-8D03-EFF16A509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49" name="TextBox 16">
            <a:extLst>
              <a:ext uri="{FF2B5EF4-FFF2-40B4-BE49-F238E27FC236}">
                <a16:creationId xmlns:a16="http://schemas.microsoft.com/office/drawing/2014/main" id="{AAFBFC81-13C1-459D-988C-A0AA23719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50" name="TextBox 16">
            <a:extLst>
              <a:ext uri="{FF2B5EF4-FFF2-40B4-BE49-F238E27FC236}">
                <a16:creationId xmlns:a16="http://schemas.microsoft.com/office/drawing/2014/main" id="{49B2FC6E-7160-4BFF-B164-2F3F8196DC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51" name="TextBox 16">
            <a:extLst>
              <a:ext uri="{FF2B5EF4-FFF2-40B4-BE49-F238E27FC236}">
                <a16:creationId xmlns:a16="http://schemas.microsoft.com/office/drawing/2014/main" id="{99FB1945-99B4-4DBD-8C76-F69DE24DBE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52" name="TextBox 16">
            <a:extLst>
              <a:ext uri="{FF2B5EF4-FFF2-40B4-BE49-F238E27FC236}">
                <a16:creationId xmlns:a16="http://schemas.microsoft.com/office/drawing/2014/main" id="{B74ADBF3-0FD5-4846-982E-3AE6E1C0F3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53" name="TextBox 16">
            <a:extLst>
              <a:ext uri="{FF2B5EF4-FFF2-40B4-BE49-F238E27FC236}">
                <a16:creationId xmlns:a16="http://schemas.microsoft.com/office/drawing/2014/main" id="{5C9AC80F-CBF4-4729-9478-F45D88216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54" name="TextBox 16">
            <a:extLst>
              <a:ext uri="{FF2B5EF4-FFF2-40B4-BE49-F238E27FC236}">
                <a16:creationId xmlns:a16="http://schemas.microsoft.com/office/drawing/2014/main" id="{07C8803E-319E-485D-9918-E9CE1E1D0D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4555" name="TextBox 16">
            <a:extLst>
              <a:ext uri="{FF2B5EF4-FFF2-40B4-BE49-F238E27FC236}">
                <a16:creationId xmlns:a16="http://schemas.microsoft.com/office/drawing/2014/main" id="{90EF1FCE-6836-4400-B955-095CB3BA0E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Line 4">
            <a:extLst>
              <a:ext uri="{FF2B5EF4-FFF2-40B4-BE49-F238E27FC236}">
                <a16:creationId xmlns:a16="http://schemas.microsoft.com/office/drawing/2014/main" id="{F00102AD-DE37-4FE0-85A5-6C1569B1286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74" name="Freeform 5">
            <a:extLst>
              <a:ext uri="{FF2B5EF4-FFF2-40B4-BE49-F238E27FC236}">
                <a16:creationId xmlns:a16="http://schemas.microsoft.com/office/drawing/2014/main" id="{38E3DC9D-5FC2-46C6-94F1-9F767355ED67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75" name="Freeform 7">
            <a:extLst>
              <a:ext uri="{FF2B5EF4-FFF2-40B4-BE49-F238E27FC236}">
                <a16:creationId xmlns:a16="http://schemas.microsoft.com/office/drawing/2014/main" id="{92065160-6D0D-45D8-B6D9-055E79921331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76" name="Rectangle 8">
            <a:extLst>
              <a:ext uri="{FF2B5EF4-FFF2-40B4-BE49-F238E27FC236}">
                <a16:creationId xmlns:a16="http://schemas.microsoft.com/office/drawing/2014/main" id="{39369C83-39E4-48DC-AF0A-41099146D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77" name="Rectangle 9">
            <a:extLst>
              <a:ext uri="{FF2B5EF4-FFF2-40B4-BE49-F238E27FC236}">
                <a16:creationId xmlns:a16="http://schemas.microsoft.com/office/drawing/2014/main" id="{72631EFB-D72B-4AD8-9884-4BF535D5E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78" name="Rectangle 10">
            <a:extLst>
              <a:ext uri="{FF2B5EF4-FFF2-40B4-BE49-F238E27FC236}">
                <a16:creationId xmlns:a16="http://schemas.microsoft.com/office/drawing/2014/main" id="{F2673804-AD6D-4A63-A1FD-D33003FCD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79" name="Rectangle 11">
            <a:extLst>
              <a:ext uri="{FF2B5EF4-FFF2-40B4-BE49-F238E27FC236}">
                <a16:creationId xmlns:a16="http://schemas.microsoft.com/office/drawing/2014/main" id="{309623FE-71B7-4C25-8A89-C4AF51270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0" name="Rectangle 12">
            <a:extLst>
              <a:ext uri="{FF2B5EF4-FFF2-40B4-BE49-F238E27FC236}">
                <a16:creationId xmlns:a16="http://schemas.microsoft.com/office/drawing/2014/main" id="{B0290006-CD3E-48DC-8567-FAC08EEAE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1" name="Rectangle 13">
            <a:extLst>
              <a:ext uri="{FF2B5EF4-FFF2-40B4-BE49-F238E27FC236}">
                <a16:creationId xmlns:a16="http://schemas.microsoft.com/office/drawing/2014/main" id="{4A625033-8564-465E-A2EE-C2B9B9620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2" name="Rectangle 14">
            <a:extLst>
              <a:ext uri="{FF2B5EF4-FFF2-40B4-BE49-F238E27FC236}">
                <a16:creationId xmlns:a16="http://schemas.microsoft.com/office/drawing/2014/main" id="{01A3320A-0623-42D4-B927-41489C0DB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3" name="Rectangle 15">
            <a:extLst>
              <a:ext uri="{FF2B5EF4-FFF2-40B4-BE49-F238E27FC236}">
                <a16:creationId xmlns:a16="http://schemas.microsoft.com/office/drawing/2014/main" id="{62E52992-616D-4139-BAE2-030C92DD6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4" name="Rectangle 16">
            <a:extLst>
              <a:ext uri="{FF2B5EF4-FFF2-40B4-BE49-F238E27FC236}">
                <a16:creationId xmlns:a16="http://schemas.microsoft.com/office/drawing/2014/main" id="{7FF1F33E-27AD-4584-A240-DC62736A9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5" name="Rectangle 17">
            <a:extLst>
              <a:ext uri="{FF2B5EF4-FFF2-40B4-BE49-F238E27FC236}">
                <a16:creationId xmlns:a16="http://schemas.microsoft.com/office/drawing/2014/main" id="{18A1364C-DB9A-4859-9AAC-9742F8D5B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6" name="Rectangle 18">
            <a:extLst>
              <a:ext uri="{FF2B5EF4-FFF2-40B4-BE49-F238E27FC236}">
                <a16:creationId xmlns:a16="http://schemas.microsoft.com/office/drawing/2014/main" id="{7230F8A8-0B08-4774-9BA2-0573E1570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7" name="Rectangle 19">
            <a:extLst>
              <a:ext uri="{FF2B5EF4-FFF2-40B4-BE49-F238E27FC236}">
                <a16:creationId xmlns:a16="http://schemas.microsoft.com/office/drawing/2014/main" id="{9580A4C7-EEC3-4FFF-AF6A-3E7AF1BCE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88" name="Rectangle 20">
            <a:extLst>
              <a:ext uri="{FF2B5EF4-FFF2-40B4-BE49-F238E27FC236}">
                <a16:creationId xmlns:a16="http://schemas.microsoft.com/office/drawing/2014/main" id="{8FFD05EA-D5DE-4EED-A5E0-A2C625A19A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489" name="Rectangle 21">
            <a:extLst>
              <a:ext uri="{FF2B5EF4-FFF2-40B4-BE49-F238E27FC236}">
                <a16:creationId xmlns:a16="http://schemas.microsoft.com/office/drawing/2014/main" id="{C073DC05-8B6F-4F96-955F-28A1F9BB0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490" name="Line 22">
            <a:extLst>
              <a:ext uri="{FF2B5EF4-FFF2-40B4-BE49-F238E27FC236}">
                <a16:creationId xmlns:a16="http://schemas.microsoft.com/office/drawing/2014/main" id="{DE706F3E-4C8C-4B22-8A1B-C7729F80657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1" name="Rectangle 23">
            <a:extLst>
              <a:ext uri="{FF2B5EF4-FFF2-40B4-BE49-F238E27FC236}">
                <a16:creationId xmlns:a16="http://schemas.microsoft.com/office/drawing/2014/main" id="{7EF016EC-5452-4BCC-A9D6-090EE44FE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492" name="Line 24">
            <a:extLst>
              <a:ext uri="{FF2B5EF4-FFF2-40B4-BE49-F238E27FC236}">
                <a16:creationId xmlns:a16="http://schemas.microsoft.com/office/drawing/2014/main" id="{C022603E-10FB-44CA-B369-7C5A58148B7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3" name="Line 25">
            <a:extLst>
              <a:ext uri="{FF2B5EF4-FFF2-40B4-BE49-F238E27FC236}">
                <a16:creationId xmlns:a16="http://schemas.microsoft.com/office/drawing/2014/main" id="{1EE83B35-1741-4897-94C1-68F4356F4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4" name="Line 26">
            <a:extLst>
              <a:ext uri="{FF2B5EF4-FFF2-40B4-BE49-F238E27FC236}">
                <a16:creationId xmlns:a16="http://schemas.microsoft.com/office/drawing/2014/main" id="{95C33B77-98F9-46B8-B04A-1881BDF1A18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5" name="Rectangle 27">
            <a:extLst>
              <a:ext uri="{FF2B5EF4-FFF2-40B4-BE49-F238E27FC236}">
                <a16:creationId xmlns:a16="http://schemas.microsoft.com/office/drawing/2014/main" id="{1CBFDC68-128F-4708-9F78-7C76F57F8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496" name="Rectangle 28">
            <a:extLst>
              <a:ext uri="{FF2B5EF4-FFF2-40B4-BE49-F238E27FC236}">
                <a16:creationId xmlns:a16="http://schemas.microsoft.com/office/drawing/2014/main" id="{D1A8058F-7273-4C7E-A8DD-837C8E956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497" name="Rectangle 29">
            <a:extLst>
              <a:ext uri="{FF2B5EF4-FFF2-40B4-BE49-F238E27FC236}">
                <a16:creationId xmlns:a16="http://schemas.microsoft.com/office/drawing/2014/main" id="{0367E06D-925E-473C-B2DC-FF064EFFA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498" name="Rectangle 30">
            <a:extLst>
              <a:ext uri="{FF2B5EF4-FFF2-40B4-BE49-F238E27FC236}">
                <a16:creationId xmlns:a16="http://schemas.microsoft.com/office/drawing/2014/main" id="{B8575B44-5433-45D6-9E6C-3705309B6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499" name="Line 31">
            <a:extLst>
              <a:ext uri="{FF2B5EF4-FFF2-40B4-BE49-F238E27FC236}">
                <a16:creationId xmlns:a16="http://schemas.microsoft.com/office/drawing/2014/main" id="{DC1DD7DA-0838-4865-9050-FB433307CBD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00" name="Rectangle 32">
            <a:extLst>
              <a:ext uri="{FF2B5EF4-FFF2-40B4-BE49-F238E27FC236}">
                <a16:creationId xmlns:a16="http://schemas.microsoft.com/office/drawing/2014/main" id="{D80DE48A-914E-4200-88F4-E0EE3FD58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1" name="Rectangle 33">
            <a:extLst>
              <a:ext uri="{FF2B5EF4-FFF2-40B4-BE49-F238E27FC236}">
                <a16:creationId xmlns:a16="http://schemas.microsoft.com/office/drawing/2014/main" id="{277427D5-4052-471D-8A43-05E4E99EB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2" name="Rectangle 34">
            <a:extLst>
              <a:ext uri="{FF2B5EF4-FFF2-40B4-BE49-F238E27FC236}">
                <a16:creationId xmlns:a16="http://schemas.microsoft.com/office/drawing/2014/main" id="{B547CE7A-BB27-4FBB-98D3-3C0CC5407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3" name="Rectangle 35">
            <a:extLst>
              <a:ext uri="{FF2B5EF4-FFF2-40B4-BE49-F238E27FC236}">
                <a16:creationId xmlns:a16="http://schemas.microsoft.com/office/drawing/2014/main" id="{867603DD-13D5-455A-9BFF-2451B5206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4" name="Rectangle 36">
            <a:extLst>
              <a:ext uri="{FF2B5EF4-FFF2-40B4-BE49-F238E27FC236}">
                <a16:creationId xmlns:a16="http://schemas.microsoft.com/office/drawing/2014/main" id="{5319B54C-EDB5-49AE-B9A9-D409DC857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5" name="Rectangle 37">
            <a:extLst>
              <a:ext uri="{FF2B5EF4-FFF2-40B4-BE49-F238E27FC236}">
                <a16:creationId xmlns:a16="http://schemas.microsoft.com/office/drawing/2014/main" id="{0EEC07C3-73F0-4D2B-A234-1AA3FCF70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6" name="Line 38">
            <a:extLst>
              <a:ext uri="{FF2B5EF4-FFF2-40B4-BE49-F238E27FC236}">
                <a16:creationId xmlns:a16="http://schemas.microsoft.com/office/drawing/2014/main" id="{894E1D45-906F-493E-9CDB-2370CB4912F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07" name="Line 39">
            <a:extLst>
              <a:ext uri="{FF2B5EF4-FFF2-40B4-BE49-F238E27FC236}">
                <a16:creationId xmlns:a16="http://schemas.microsoft.com/office/drawing/2014/main" id="{4D5C976A-BCAC-499D-A399-040099384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08" name="Rectangle 40">
            <a:extLst>
              <a:ext uri="{FF2B5EF4-FFF2-40B4-BE49-F238E27FC236}">
                <a16:creationId xmlns:a16="http://schemas.microsoft.com/office/drawing/2014/main" id="{7E8AEF3F-C4AF-4996-99A3-F2CB88169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09" name="Rectangle 41">
            <a:extLst>
              <a:ext uri="{FF2B5EF4-FFF2-40B4-BE49-F238E27FC236}">
                <a16:creationId xmlns:a16="http://schemas.microsoft.com/office/drawing/2014/main" id="{8BF48674-333B-400C-83C2-1CA12435B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10" name="Rectangle 42">
            <a:extLst>
              <a:ext uri="{FF2B5EF4-FFF2-40B4-BE49-F238E27FC236}">
                <a16:creationId xmlns:a16="http://schemas.microsoft.com/office/drawing/2014/main" id="{68EFFFE1-3D5F-46FF-BD24-652C73FE1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11" name="Line 43">
            <a:extLst>
              <a:ext uri="{FF2B5EF4-FFF2-40B4-BE49-F238E27FC236}">
                <a16:creationId xmlns:a16="http://schemas.microsoft.com/office/drawing/2014/main" id="{310CD74D-9A00-4788-A9C0-02E6718E7C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12" name="Rectangle 44">
            <a:extLst>
              <a:ext uri="{FF2B5EF4-FFF2-40B4-BE49-F238E27FC236}">
                <a16:creationId xmlns:a16="http://schemas.microsoft.com/office/drawing/2014/main" id="{46D99611-882F-40BE-A3F3-6214A9E27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13" name="Line 45">
            <a:extLst>
              <a:ext uri="{FF2B5EF4-FFF2-40B4-BE49-F238E27FC236}">
                <a16:creationId xmlns:a16="http://schemas.microsoft.com/office/drawing/2014/main" id="{C4D77BFF-BB19-4028-A689-4AE61E64BE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14" name="Line 46">
            <a:extLst>
              <a:ext uri="{FF2B5EF4-FFF2-40B4-BE49-F238E27FC236}">
                <a16:creationId xmlns:a16="http://schemas.microsoft.com/office/drawing/2014/main" id="{7AC8A9C1-57F5-4851-91C6-ED4D8B3C2A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15" name="Line 47">
            <a:extLst>
              <a:ext uri="{FF2B5EF4-FFF2-40B4-BE49-F238E27FC236}">
                <a16:creationId xmlns:a16="http://schemas.microsoft.com/office/drawing/2014/main" id="{B1CBB709-2E3F-4BF6-BA77-CA977FDF8F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16" name="Rectangle 48">
            <a:extLst>
              <a:ext uri="{FF2B5EF4-FFF2-40B4-BE49-F238E27FC236}">
                <a16:creationId xmlns:a16="http://schemas.microsoft.com/office/drawing/2014/main" id="{A8424F9A-D32F-4CE8-98D4-020EA44B3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17" name="Rectangle 49">
            <a:extLst>
              <a:ext uri="{FF2B5EF4-FFF2-40B4-BE49-F238E27FC236}">
                <a16:creationId xmlns:a16="http://schemas.microsoft.com/office/drawing/2014/main" id="{E4968E8D-50A5-4BBE-B358-EA108306C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18" name="Rectangle 50">
            <a:extLst>
              <a:ext uri="{FF2B5EF4-FFF2-40B4-BE49-F238E27FC236}">
                <a16:creationId xmlns:a16="http://schemas.microsoft.com/office/drawing/2014/main" id="{904CB5DD-615E-4691-9B8C-CB07CC3AB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19" name="Rectangle 51">
            <a:extLst>
              <a:ext uri="{FF2B5EF4-FFF2-40B4-BE49-F238E27FC236}">
                <a16:creationId xmlns:a16="http://schemas.microsoft.com/office/drawing/2014/main" id="{FD596245-32D1-409C-A439-2630E84F4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0" name="Line 52">
            <a:extLst>
              <a:ext uri="{FF2B5EF4-FFF2-40B4-BE49-F238E27FC236}">
                <a16:creationId xmlns:a16="http://schemas.microsoft.com/office/drawing/2014/main" id="{418BB06F-44FA-409B-A539-8279BD3EFF10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21" name="Rectangle 53">
            <a:extLst>
              <a:ext uri="{FF2B5EF4-FFF2-40B4-BE49-F238E27FC236}">
                <a16:creationId xmlns:a16="http://schemas.microsoft.com/office/drawing/2014/main" id="{AFFF9C12-064E-42C2-BC50-99EAB5E6D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2" name="Rectangle 54">
            <a:extLst>
              <a:ext uri="{FF2B5EF4-FFF2-40B4-BE49-F238E27FC236}">
                <a16:creationId xmlns:a16="http://schemas.microsoft.com/office/drawing/2014/main" id="{E3FB95CE-B530-4522-8FE8-BE888BE2A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3" name="Rectangle 55">
            <a:extLst>
              <a:ext uri="{FF2B5EF4-FFF2-40B4-BE49-F238E27FC236}">
                <a16:creationId xmlns:a16="http://schemas.microsoft.com/office/drawing/2014/main" id="{2263F202-DF2C-40B7-89CE-38684A95F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4" name="Rectangle 56">
            <a:extLst>
              <a:ext uri="{FF2B5EF4-FFF2-40B4-BE49-F238E27FC236}">
                <a16:creationId xmlns:a16="http://schemas.microsoft.com/office/drawing/2014/main" id="{2819FDB0-53D4-4434-BA43-32B5E1D2A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5" name="Rectangle 57">
            <a:extLst>
              <a:ext uri="{FF2B5EF4-FFF2-40B4-BE49-F238E27FC236}">
                <a16:creationId xmlns:a16="http://schemas.microsoft.com/office/drawing/2014/main" id="{734D7C5F-55B8-44F6-A33E-8D23B272A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6" name="Rectangle 58">
            <a:extLst>
              <a:ext uri="{FF2B5EF4-FFF2-40B4-BE49-F238E27FC236}">
                <a16:creationId xmlns:a16="http://schemas.microsoft.com/office/drawing/2014/main" id="{944E6DD6-C88D-4AFD-8303-49C2DD673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27" name="Line 59">
            <a:extLst>
              <a:ext uri="{FF2B5EF4-FFF2-40B4-BE49-F238E27FC236}">
                <a16:creationId xmlns:a16="http://schemas.microsoft.com/office/drawing/2014/main" id="{52F64985-B08B-4ECB-9CED-48756E999EF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28" name="Line 60">
            <a:extLst>
              <a:ext uri="{FF2B5EF4-FFF2-40B4-BE49-F238E27FC236}">
                <a16:creationId xmlns:a16="http://schemas.microsoft.com/office/drawing/2014/main" id="{87682197-C682-44F8-917A-C8CC57DF41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29" name="Line 61">
            <a:extLst>
              <a:ext uri="{FF2B5EF4-FFF2-40B4-BE49-F238E27FC236}">
                <a16:creationId xmlns:a16="http://schemas.microsoft.com/office/drawing/2014/main" id="{2CA71F4E-280E-4845-9401-5973BB45C3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30" name="Line 62">
            <a:extLst>
              <a:ext uri="{FF2B5EF4-FFF2-40B4-BE49-F238E27FC236}">
                <a16:creationId xmlns:a16="http://schemas.microsoft.com/office/drawing/2014/main" id="{6AAD6F01-73BA-4203-A2C1-4ABE07BE4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31" name="Line 63">
            <a:extLst>
              <a:ext uri="{FF2B5EF4-FFF2-40B4-BE49-F238E27FC236}">
                <a16:creationId xmlns:a16="http://schemas.microsoft.com/office/drawing/2014/main" id="{40F7D6D8-7678-4136-B48A-BBAAA73910D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32" name="Rectangle 64">
            <a:extLst>
              <a:ext uri="{FF2B5EF4-FFF2-40B4-BE49-F238E27FC236}">
                <a16:creationId xmlns:a16="http://schemas.microsoft.com/office/drawing/2014/main" id="{D84F35C0-04B5-4A58-8ADD-2FE1746E3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5533" name="Rectangle 65">
            <a:extLst>
              <a:ext uri="{FF2B5EF4-FFF2-40B4-BE49-F238E27FC236}">
                <a16:creationId xmlns:a16="http://schemas.microsoft.com/office/drawing/2014/main" id="{AF182C64-AAE6-4814-815D-9BB576521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34" name="Rectangle 66">
            <a:extLst>
              <a:ext uri="{FF2B5EF4-FFF2-40B4-BE49-F238E27FC236}">
                <a16:creationId xmlns:a16="http://schemas.microsoft.com/office/drawing/2014/main" id="{E747DDCC-9373-446E-8B6B-AD955F99E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35" name="Rectangle 67">
            <a:extLst>
              <a:ext uri="{FF2B5EF4-FFF2-40B4-BE49-F238E27FC236}">
                <a16:creationId xmlns:a16="http://schemas.microsoft.com/office/drawing/2014/main" id="{016D8EB5-F5E6-4D93-8A34-2F4841B3F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36" name="Rectangle 68">
            <a:extLst>
              <a:ext uri="{FF2B5EF4-FFF2-40B4-BE49-F238E27FC236}">
                <a16:creationId xmlns:a16="http://schemas.microsoft.com/office/drawing/2014/main" id="{4C550B5D-54DB-4852-BA72-4B1710228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37" name="Rectangle 69">
            <a:extLst>
              <a:ext uri="{FF2B5EF4-FFF2-40B4-BE49-F238E27FC236}">
                <a16:creationId xmlns:a16="http://schemas.microsoft.com/office/drawing/2014/main" id="{99BAA9F1-A207-4CEC-A118-AA27FB55C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38" name="Rectangle 70">
            <a:extLst>
              <a:ext uri="{FF2B5EF4-FFF2-40B4-BE49-F238E27FC236}">
                <a16:creationId xmlns:a16="http://schemas.microsoft.com/office/drawing/2014/main" id="{C7FFCE92-1EB0-48DC-ACED-F9D927D79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39" name="Rectangle 71">
            <a:extLst>
              <a:ext uri="{FF2B5EF4-FFF2-40B4-BE49-F238E27FC236}">
                <a16:creationId xmlns:a16="http://schemas.microsoft.com/office/drawing/2014/main" id="{ABCF350E-70CC-42CF-B550-EC67C85A6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40" name="Line 72">
            <a:extLst>
              <a:ext uri="{FF2B5EF4-FFF2-40B4-BE49-F238E27FC236}">
                <a16:creationId xmlns:a16="http://schemas.microsoft.com/office/drawing/2014/main" id="{00C0E09F-5BF1-4077-ADF7-C49FAF4BE4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41" name="Rectangle 73">
            <a:extLst>
              <a:ext uri="{FF2B5EF4-FFF2-40B4-BE49-F238E27FC236}">
                <a16:creationId xmlns:a16="http://schemas.microsoft.com/office/drawing/2014/main" id="{113F2903-2B2B-466A-8872-B90E9FD73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42" name="Rectangle 74">
            <a:extLst>
              <a:ext uri="{FF2B5EF4-FFF2-40B4-BE49-F238E27FC236}">
                <a16:creationId xmlns:a16="http://schemas.microsoft.com/office/drawing/2014/main" id="{698140A5-6DEF-4ECF-8AF3-23F4BE90A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43" name="Freeform 75">
            <a:extLst>
              <a:ext uri="{FF2B5EF4-FFF2-40B4-BE49-F238E27FC236}">
                <a16:creationId xmlns:a16="http://schemas.microsoft.com/office/drawing/2014/main" id="{FAD11C96-FBF0-45E5-9AA9-548E23D576DE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44" name="Freeform 76">
            <a:extLst>
              <a:ext uri="{FF2B5EF4-FFF2-40B4-BE49-F238E27FC236}">
                <a16:creationId xmlns:a16="http://schemas.microsoft.com/office/drawing/2014/main" id="{AF858411-6881-4F2B-967D-141F631EC905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45" name="Freeform 77">
            <a:extLst>
              <a:ext uri="{FF2B5EF4-FFF2-40B4-BE49-F238E27FC236}">
                <a16:creationId xmlns:a16="http://schemas.microsoft.com/office/drawing/2014/main" id="{C5F96D0C-CBF1-4056-9B5F-89CF02A11001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46" name="Freeform 78">
            <a:extLst>
              <a:ext uri="{FF2B5EF4-FFF2-40B4-BE49-F238E27FC236}">
                <a16:creationId xmlns:a16="http://schemas.microsoft.com/office/drawing/2014/main" id="{857F4088-671F-45B2-88F4-0DF4C1AB2BAB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47" name="Freeform 79">
            <a:extLst>
              <a:ext uri="{FF2B5EF4-FFF2-40B4-BE49-F238E27FC236}">
                <a16:creationId xmlns:a16="http://schemas.microsoft.com/office/drawing/2014/main" id="{0977D894-D79F-4C69-B7D1-FF45B6C4A756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48" name="Freeform 80">
            <a:extLst>
              <a:ext uri="{FF2B5EF4-FFF2-40B4-BE49-F238E27FC236}">
                <a16:creationId xmlns:a16="http://schemas.microsoft.com/office/drawing/2014/main" id="{23D0529B-530A-43BC-AC50-56B6F139E36B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49" name="Line 85">
            <a:extLst>
              <a:ext uri="{FF2B5EF4-FFF2-40B4-BE49-F238E27FC236}">
                <a16:creationId xmlns:a16="http://schemas.microsoft.com/office/drawing/2014/main" id="{2BD4DE4C-D4AC-47E3-B520-A753FA88299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50" name="Line 86">
            <a:extLst>
              <a:ext uri="{FF2B5EF4-FFF2-40B4-BE49-F238E27FC236}">
                <a16:creationId xmlns:a16="http://schemas.microsoft.com/office/drawing/2014/main" id="{7812C34D-C7AF-455B-9072-571229A608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51" name="Line 91">
            <a:extLst>
              <a:ext uri="{FF2B5EF4-FFF2-40B4-BE49-F238E27FC236}">
                <a16:creationId xmlns:a16="http://schemas.microsoft.com/office/drawing/2014/main" id="{6633B63C-56EC-47B4-AE5E-FC4BC37D83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52" name="Line 92">
            <a:extLst>
              <a:ext uri="{FF2B5EF4-FFF2-40B4-BE49-F238E27FC236}">
                <a16:creationId xmlns:a16="http://schemas.microsoft.com/office/drawing/2014/main" id="{16AB6779-89A5-4E08-B03F-6B3BDF993F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53" name="Line 93">
            <a:extLst>
              <a:ext uri="{FF2B5EF4-FFF2-40B4-BE49-F238E27FC236}">
                <a16:creationId xmlns:a16="http://schemas.microsoft.com/office/drawing/2014/main" id="{763A4C88-A3DF-47A7-99DC-8243AD20FF9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54" name="Freeform 94">
            <a:extLst>
              <a:ext uri="{FF2B5EF4-FFF2-40B4-BE49-F238E27FC236}">
                <a16:creationId xmlns:a16="http://schemas.microsoft.com/office/drawing/2014/main" id="{D67F2834-B1F4-4DAB-A8BF-7F58EA2C07DA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55" name="Freeform 95">
            <a:extLst>
              <a:ext uri="{FF2B5EF4-FFF2-40B4-BE49-F238E27FC236}">
                <a16:creationId xmlns:a16="http://schemas.microsoft.com/office/drawing/2014/main" id="{B14E3E9C-4292-4024-8254-6AAF3A29BDE1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56" name="Rectangle 96">
            <a:extLst>
              <a:ext uri="{FF2B5EF4-FFF2-40B4-BE49-F238E27FC236}">
                <a16:creationId xmlns:a16="http://schemas.microsoft.com/office/drawing/2014/main" id="{2818AB65-DF8B-43EB-B436-22315A793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57" name="Rectangle 97">
            <a:extLst>
              <a:ext uri="{FF2B5EF4-FFF2-40B4-BE49-F238E27FC236}">
                <a16:creationId xmlns:a16="http://schemas.microsoft.com/office/drawing/2014/main" id="{36A1B7DA-207B-4A9B-AF8B-DB08D0650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58" name="AutoShape 99">
            <a:extLst>
              <a:ext uri="{FF2B5EF4-FFF2-40B4-BE49-F238E27FC236}">
                <a16:creationId xmlns:a16="http://schemas.microsoft.com/office/drawing/2014/main" id="{945838E0-08EA-4146-BA3E-E9AAB6B97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59" name="AutoShape 101">
            <a:extLst>
              <a:ext uri="{FF2B5EF4-FFF2-40B4-BE49-F238E27FC236}">
                <a16:creationId xmlns:a16="http://schemas.microsoft.com/office/drawing/2014/main" id="{3303EFD7-636D-475F-AC24-7DBE0C9E6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5560" name="Title 1">
            <a:extLst>
              <a:ext uri="{FF2B5EF4-FFF2-40B4-BE49-F238E27FC236}">
                <a16:creationId xmlns:a16="http://schemas.microsoft.com/office/drawing/2014/main" id="{04185494-D388-43CE-BF0E-3CF837AD71C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05561" name="TextBox 125">
            <a:extLst>
              <a:ext uri="{FF2B5EF4-FFF2-40B4-BE49-F238E27FC236}">
                <a16:creationId xmlns:a16="http://schemas.microsoft.com/office/drawing/2014/main" id="{E8774DFE-B926-4AD4-BB24-FECC0BB6A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5562" name="TextBox 16">
            <a:extLst>
              <a:ext uri="{FF2B5EF4-FFF2-40B4-BE49-F238E27FC236}">
                <a16:creationId xmlns:a16="http://schemas.microsoft.com/office/drawing/2014/main" id="{6D9C34FB-FCC8-4C77-9556-DF344ACAB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3" name="TextBox 16">
            <a:extLst>
              <a:ext uri="{FF2B5EF4-FFF2-40B4-BE49-F238E27FC236}">
                <a16:creationId xmlns:a16="http://schemas.microsoft.com/office/drawing/2014/main" id="{840A0F89-3356-4288-A89E-13636770D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4" name="TextBox 16">
            <a:extLst>
              <a:ext uri="{FF2B5EF4-FFF2-40B4-BE49-F238E27FC236}">
                <a16:creationId xmlns:a16="http://schemas.microsoft.com/office/drawing/2014/main" id="{D2E548D1-DA52-4C03-B2BB-6F68DD0E3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5" name="TextBox 16">
            <a:extLst>
              <a:ext uri="{FF2B5EF4-FFF2-40B4-BE49-F238E27FC236}">
                <a16:creationId xmlns:a16="http://schemas.microsoft.com/office/drawing/2014/main" id="{D3BD6346-A695-4BF1-9CF1-8B707088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6" name="TextBox 16">
            <a:extLst>
              <a:ext uri="{FF2B5EF4-FFF2-40B4-BE49-F238E27FC236}">
                <a16:creationId xmlns:a16="http://schemas.microsoft.com/office/drawing/2014/main" id="{07B4AFA2-1243-45CA-B602-60AC364CEE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7" name="TextBox 16">
            <a:extLst>
              <a:ext uri="{FF2B5EF4-FFF2-40B4-BE49-F238E27FC236}">
                <a16:creationId xmlns:a16="http://schemas.microsoft.com/office/drawing/2014/main" id="{135058DA-C7CF-4333-8510-A990CDAFC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8" name="TextBox 16">
            <a:extLst>
              <a:ext uri="{FF2B5EF4-FFF2-40B4-BE49-F238E27FC236}">
                <a16:creationId xmlns:a16="http://schemas.microsoft.com/office/drawing/2014/main" id="{68C00665-7D83-49D2-9FD9-A9E2EECFE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69" name="TextBox 16">
            <a:extLst>
              <a:ext uri="{FF2B5EF4-FFF2-40B4-BE49-F238E27FC236}">
                <a16:creationId xmlns:a16="http://schemas.microsoft.com/office/drawing/2014/main" id="{B1C48754-E8FA-4AFE-8F63-5E30C47B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0" name="TextBox 16">
            <a:extLst>
              <a:ext uri="{FF2B5EF4-FFF2-40B4-BE49-F238E27FC236}">
                <a16:creationId xmlns:a16="http://schemas.microsoft.com/office/drawing/2014/main" id="{D37147AD-5FE0-4F69-BEB2-F3CE91D24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1" name="TextBox 16">
            <a:extLst>
              <a:ext uri="{FF2B5EF4-FFF2-40B4-BE49-F238E27FC236}">
                <a16:creationId xmlns:a16="http://schemas.microsoft.com/office/drawing/2014/main" id="{A8FDCD10-4D04-47ED-9588-BAE8C565A2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2" name="TextBox 16">
            <a:extLst>
              <a:ext uri="{FF2B5EF4-FFF2-40B4-BE49-F238E27FC236}">
                <a16:creationId xmlns:a16="http://schemas.microsoft.com/office/drawing/2014/main" id="{7D0FD859-56C5-4A3C-BEF3-6D0B66DE66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3" name="TextBox 16">
            <a:extLst>
              <a:ext uri="{FF2B5EF4-FFF2-40B4-BE49-F238E27FC236}">
                <a16:creationId xmlns:a16="http://schemas.microsoft.com/office/drawing/2014/main" id="{DBCC3A78-FD4E-4C2B-952E-B3FD1B839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4" name="TextBox 16">
            <a:extLst>
              <a:ext uri="{FF2B5EF4-FFF2-40B4-BE49-F238E27FC236}">
                <a16:creationId xmlns:a16="http://schemas.microsoft.com/office/drawing/2014/main" id="{19D46A5C-7352-41BE-93E1-927B85C4A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5" name="TextBox 16">
            <a:extLst>
              <a:ext uri="{FF2B5EF4-FFF2-40B4-BE49-F238E27FC236}">
                <a16:creationId xmlns:a16="http://schemas.microsoft.com/office/drawing/2014/main" id="{B8D39837-330D-4E5B-8FF4-F7C7415D0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6" name="TextBox 16">
            <a:extLst>
              <a:ext uri="{FF2B5EF4-FFF2-40B4-BE49-F238E27FC236}">
                <a16:creationId xmlns:a16="http://schemas.microsoft.com/office/drawing/2014/main" id="{6E921571-860D-47BA-B0C2-6C159E402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7" name="TextBox 16">
            <a:extLst>
              <a:ext uri="{FF2B5EF4-FFF2-40B4-BE49-F238E27FC236}">
                <a16:creationId xmlns:a16="http://schemas.microsoft.com/office/drawing/2014/main" id="{7085E230-B15A-4D74-AFD0-712EBF0E5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8" name="TextBox 16">
            <a:extLst>
              <a:ext uri="{FF2B5EF4-FFF2-40B4-BE49-F238E27FC236}">
                <a16:creationId xmlns:a16="http://schemas.microsoft.com/office/drawing/2014/main" id="{4C162D7B-6C5E-45F4-9A52-BFDF643941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5579" name="TextBox 16">
            <a:extLst>
              <a:ext uri="{FF2B5EF4-FFF2-40B4-BE49-F238E27FC236}">
                <a16:creationId xmlns:a16="http://schemas.microsoft.com/office/drawing/2014/main" id="{30C70CFA-7D7F-4205-98E2-ED73048C78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Line 4">
            <a:extLst>
              <a:ext uri="{FF2B5EF4-FFF2-40B4-BE49-F238E27FC236}">
                <a16:creationId xmlns:a16="http://schemas.microsoft.com/office/drawing/2014/main" id="{35938F3F-1613-4902-91F5-D20B2DBAF7D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498" name="Freeform 5">
            <a:extLst>
              <a:ext uri="{FF2B5EF4-FFF2-40B4-BE49-F238E27FC236}">
                <a16:creationId xmlns:a16="http://schemas.microsoft.com/office/drawing/2014/main" id="{D8393DF1-F78A-4256-885F-C4DC4F42EED9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499" name="Freeform 7">
            <a:extLst>
              <a:ext uri="{FF2B5EF4-FFF2-40B4-BE49-F238E27FC236}">
                <a16:creationId xmlns:a16="http://schemas.microsoft.com/office/drawing/2014/main" id="{A90D8840-0878-4FC9-AC15-994316AB3424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00" name="Rectangle 8">
            <a:extLst>
              <a:ext uri="{FF2B5EF4-FFF2-40B4-BE49-F238E27FC236}">
                <a16:creationId xmlns:a16="http://schemas.microsoft.com/office/drawing/2014/main" id="{A513C7D5-0E92-4760-A72E-7BFEE6C55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1" name="Rectangle 9">
            <a:extLst>
              <a:ext uri="{FF2B5EF4-FFF2-40B4-BE49-F238E27FC236}">
                <a16:creationId xmlns:a16="http://schemas.microsoft.com/office/drawing/2014/main" id="{3458D3D9-C26F-4A2C-AAC7-C923D8FA4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2" name="Rectangle 10">
            <a:extLst>
              <a:ext uri="{FF2B5EF4-FFF2-40B4-BE49-F238E27FC236}">
                <a16:creationId xmlns:a16="http://schemas.microsoft.com/office/drawing/2014/main" id="{001E5092-ABB7-4B58-B598-0F7A0F23C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3" name="Rectangle 11">
            <a:extLst>
              <a:ext uri="{FF2B5EF4-FFF2-40B4-BE49-F238E27FC236}">
                <a16:creationId xmlns:a16="http://schemas.microsoft.com/office/drawing/2014/main" id="{E5179807-AF24-4F10-90D6-47438102B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4" name="Rectangle 12">
            <a:extLst>
              <a:ext uri="{FF2B5EF4-FFF2-40B4-BE49-F238E27FC236}">
                <a16:creationId xmlns:a16="http://schemas.microsoft.com/office/drawing/2014/main" id="{9169E8A3-96A6-4AA4-93CB-C23DC6D0B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5" name="Rectangle 13">
            <a:extLst>
              <a:ext uri="{FF2B5EF4-FFF2-40B4-BE49-F238E27FC236}">
                <a16:creationId xmlns:a16="http://schemas.microsoft.com/office/drawing/2014/main" id="{5C276501-5028-43F5-92CC-6D06507E48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6" name="Rectangle 14">
            <a:extLst>
              <a:ext uri="{FF2B5EF4-FFF2-40B4-BE49-F238E27FC236}">
                <a16:creationId xmlns:a16="http://schemas.microsoft.com/office/drawing/2014/main" id="{0A0CD2D4-D9BA-4AA3-A325-0B471D3BD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7" name="Rectangle 15">
            <a:extLst>
              <a:ext uri="{FF2B5EF4-FFF2-40B4-BE49-F238E27FC236}">
                <a16:creationId xmlns:a16="http://schemas.microsoft.com/office/drawing/2014/main" id="{278A4579-1D94-4690-B84D-A7A8C74A6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8" name="Rectangle 16">
            <a:extLst>
              <a:ext uri="{FF2B5EF4-FFF2-40B4-BE49-F238E27FC236}">
                <a16:creationId xmlns:a16="http://schemas.microsoft.com/office/drawing/2014/main" id="{8BE277AB-9F38-4A70-983F-5DFD9B5B7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09" name="Rectangle 17">
            <a:extLst>
              <a:ext uri="{FF2B5EF4-FFF2-40B4-BE49-F238E27FC236}">
                <a16:creationId xmlns:a16="http://schemas.microsoft.com/office/drawing/2014/main" id="{17536BF9-7EEB-421C-90EF-AC9D13E33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10" name="Rectangle 18">
            <a:extLst>
              <a:ext uri="{FF2B5EF4-FFF2-40B4-BE49-F238E27FC236}">
                <a16:creationId xmlns:a16="http://schemas.microsoft.com/office/drawing/2014/main" id="{0060C47A-1BF1-4019-9C3E-B9E494AA7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11" name="Rectangle 19">
            <a:extLst>
              <a:ext uri="{FF2B5EF4-FFF2-40B4-BE49-F238E27FC236}">
                <a16:creationId xmlns:a16="http://schemas.microsoft.com/office/drawing/2014/main" id="{640086FD-8398-4363-A34C-F7CE79FC9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12" name="Rectangle 20">
            <a:extLst>
              <a:ext uri="{FF2B5EF4-FFF2-40B4-BE49-F238E27FC236}">
                <a16:creationId xmlns:a16="http://schemas.microsoft.com/office/drawing/2014/main" id="{41B77ED7-8FA2-4903-90B6-5D4B941CE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13" name="Rectangle 21">
            <a:extLst>
              <a:ext uri="{FF2B5EF4-FFF2-40B4-BE49-F238E27FC236}">
                <a16:creationId xmlns:a16="http://schemas.microsoft.com/office/drawing/2014/main" id="{AC8E132F-1608-406F-92CB-F50DE8B2C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14" name="Line 22">
            <a:extLst>
              <a:ext uri="{FF2B5EF4-FFF2-40B4-BE49-F238E27FC236}">
                <a16:creationId xmlns:a16="http://schemas.microsoft.com/office/drawing/2014/main" id="{B3E93144-1B5D-4D7E-8871-2985FBEEE3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15" name="Rectangle 23">
            <a:extLst>
              <a:ext uri="{FF2B5EF4-FFF2-40B4-BE49-F238E27FC236}">
                <a16:creationId xmlns:a16="http://schemas.microsoft.com/office/drawing/2014/main" id="{F11D57C7-0DB0-4FB8-A859-9898922A4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16" name="Line 24">
            <a:extLst>
              <a:ext uri="{FF2B5EF4-FFF2-40B4-BE49-F238E27FC236}">
                <a16:creationId xmlns:a16="http://schemas.microsoft.com/office/drawing/2014/main" id="{198CD6E7-E43D-49FD-8744-3899AF94E2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17" name="Line 25">
            <a:extLst>
              <a:ext uri="{FF2B5EF4-FFF2-40B4-BE49-F238E27FC236}">
                <a16:creationId xmlns:a16="http://schemas.microsoft.com/office/drawing/2014/main" id="{89D46ABF-1B91-4C00-8657-42B14E0C4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18" name="Line 26">
            <a:extLst>
              <a:ext uri="{FF2B5EF4-FFF2-40B4-BE49-F238E27FC236}">
                <a16:creationId xmlns:a16="http://schemas.microsoft.com/office/drawing/2014/main" id="{E699CF6A-9206-4202-AA9A-1459174CB3E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19" name="Rectangle 27">
            <a:extLst>
              <a:ext uri="{FF2B5EF4-FFF2-40B4-BE49-F238E27FC236}">
                <a16:creationId xmlns:a16="http://schemas.microsoft.com/office/drawing/2014/main" id="{559757E0-D71C-4C07-9828-FFEAF2C56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0" name="Rectangle 28">
            <a:extLst>
              <a:ext uri="{FF2B5EF4-FFF2-40B4-BE49-F238E27FC236}">
                <a16:creationId xmlns:a16="http://schemas.microsoft.com/office/drawing/2014/main" id="{34590223-90B3-40D0-9F3C-D348ABAAC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1" name="Rectangle 29">
            <a:extLst>
              <a:ext uri="{FF2B5EF4-FFF2-40B4-BE49-F238E27FC236}">
                <a16:creationId xmlns:a16="http://schemas.microsoft.com/office/drawing/2014/main" id="{3FD200FF-3911-4C68-8998-202D1D5AA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2" name="Rectangle 30">
            <a:extLst>
              <a:ext uri="{FF2B5EF4-FFF2-40B4-BE49-F238E27FC236}">
                <a16:creationId xmlns:a16="http://schemas.microsoft.com/office/drawing/2014/main" id="{CC4AC7D9-244B-4241-9278-0E2E11DFC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3" name="Line 31">
            <a:extLst>
              <a:ext uri="{FF2B5EF4-FFF2-40B4-BE49-F238E27FC236}">
                <a16:creationId xmlns:a16="http://schemas.microsoft.com/office/drawing/2014/main" id="{774B35A8-E8C3-46A5-B5FB-A17EBB37B2E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24" name="Rectangle 32">
            <a:extLst>
              <a:ext uri="{FF2B5EF4-FFF2-40B4-BE49-F238E27FC236}">
                <a16:creationId xmlns:a16="http://schemas.microsoft.com/office/drawing/2014/main" id="{6C1A55D3-F6A0-49D0-8F3C-F1E782D56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5" name="Rectangle 33">
            <a:extLst>
              <a:ext uri="{FF2B5EF4-FFF2-40B4-BE49-F238E27FC236}">
                <a16:creationId xmlns:a16="http://schemas.microsoft.com/office/drawing/2014/main" id="{E4F6ED69-CA9B-4304-BBC3-6D5996CD7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6" name="Rectangle 34">
            <a:extLst>
              <a:ext uri="{FF2B5EF4-FFF2-40B4-BE49-F238E27FC236}">
                <a16:creationId xmlns:a16="http://schemas.microsoft.com/office/drawing/2014/main" id="{4A65DD46-408D-42C1-8147-A93A6C379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7" name="Rectangle 35">
            <a:extLst>
              <a:ext uri="{FF2B5EF4-FFF2-40B4-BE49-F238E27FC236}">
                <a16:creationId xmlns:a16="http://schemas.microsoft.com/office/drawing/2014/main" id="{830F3B01-A1B0-4416-AC3E-BFEE4E204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8" name="Rectangle 36">
            <a:extLst>
              <a:ext uri="{FF2B5EF4-FFF2-40B4-BE49-F238E27FC236}">
                <a16:creationId xmlns:a16="http://schemas.microsoft.com/office/drawing/2014/main" id="{46C9048E-E3DB-4615-8CB5-C417CBD76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29" name="Rectangle 37">
            <a:extLst>
              <a:ext uri="{FF2B5EF4-FFF2-40B4-BE49-F238E27FC236}">
                <a16:creationId xmlns:a16="http://schemas.microsoft.com/office/drawing/2014/main" id="{64F45D17-8567-439A-9E4D-BC84CA6F3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30" name="Line 38">
            <a:extLst>
              <a:ext uri="{FF2B5EF4-FFF2-40B4-BE49-F238E27FC236}">
                <a16:creationId xmlns:a16="http://schemas.microsoft.com/office/drawing/2014/main" id="{548FE1D1-779C-4D0F-A4AE-B92530B757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31" name="Line 39">
            <a:extLst>
              <a:ext uri="{FF2B5EF4-FFF2-40B4-BE49-F238E27FC236}">
                <a16:creationId xmlns:a16="http://schemas.microsoft.com/office/drawing/2014/main" id="{7CF736D6-8DC1-41F1-8897-ED66EE3902C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32" name="Rectangle 40">
            <a:extLst>
              <a:ext uri="{FF2B5EF4-FFF2-40B4-BE49-F238E27FC236}">
                <a16:creationId xmlns:a16="http://schemas.microsoft.com/office/drawing/2014/main" id="{BA0A652A-7844-492E-A881-5C1279117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33" name="Rectangle 41">
            <a:extLst>
              <a:ext uri="{FF2B5EF4-FFF2-40B4-BE49-F238E27FC236}">
                <a16:creationId xmlns:a16="http://schemas.microsoft.com/office/drawing/2014/main" id="{B847DA8D-761D-444F-B741-7437B5ADC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34" name="Rectangle 42">
            <a:extLst>
              <a:ext uri="{FF2B5EF4-FFF2-40B4-BE49-F238E27FC236}">
                <a16:creationId xmlns:a16="http://schemas.microsoft.com/office/drawing/2014/main" id="{C5290E60-AA73-4682-8613-A31FF53B8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35" name="Line 43">
            <a:extLst>
              <a:ext uri="{FF2B5EF4-FFF2-40B4-BE49-F238E27FC236}">
                <a16:creationId xmlns:a16="http://schemas.microsoft.com/office/drawing/2014/main" id="{CCC5DF84-108C-436F-82FD-64A0F1FED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36" name="Rectangle 44">
            <a:extLst>
              <a:ext uri="{FF2B5EF4-FFF2-40B4-BE49-F238E27FC236}">
                <a16:creationId xmlns:a16="http://schemas.microsoft.com/office/drawing/2014/main" id="{9A214EF7-4370-4346-B8CC-3A84641C8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37" name="Line 45">
            <a:extLst>
              <a:ext uri="{FF2B5EF4-FFF2-40B4-BE49-F238E27FC236}">
                <a16:creationId xmlns:a16="http://schemas.microsoft.com/office/drawing/2014/main" id="{D4CCF8D6-83BB-4169-93C8-065B81DDBC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38" name="Line 46">
            <a:extLst>
              <a:ext uri="{FF2B5EF4-FFF2-40B4-BE49-F238E27FC236}">
                <a16:creationId xmlns:a16="http://schemas.microsoft.com/office/drawing/2014/main" id="{A3A2AB44-6183-4D3F-ACD6-48BE80322B2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39" name="Line 47">
            <a:extLst>
              <a:ext uri="{FF2B5EF4-FFF2-40B4-BE49-F238E27FC236}">
                <a16:creationId xmlns:a16="http://schemas.microsoft.com/office/drawing/2014/main" id="{53CCFBF3-31D9-4A8C-B142-6C8342068F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40" name="Rectangle 48">
            <a:extLst>
              <a:ext uri="{FF2B5EF4-FFF2-40B4-BE49-F238E27FC236}">
                <a16:creationId xmlns:a16="http://schemas.microsoft.com/office/drawing/2014/main" id="{DD71F6FF-3472-440D-BE08-FC0FE7252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1" name="Rectangle 49">
            <a:extLst>
              <a:ext uri="{FF2B5EF4-FFF2-40B4-BE49-F238E27FC236}">
                <a16:creationId xmlns:a16="http://schemas.microsoft.com/office/drawing/2014/main" id="{5C612D51-4432-45A6-AB73-67C9260D1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2" name="Rectangle 50">
            <a:extLst>
              <a:ext uri="{FF2B5EF4-FFF2-40B4-BE49-F238E27FC236}">
                <a16:creationId xmlns:a16="http://schemas.microsoft.com/office/drawing/2014/main" id="{CAD1E44A-AFA9-4229-997F-6674F4362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3" name="Rectangle 51">
            <a:extLst>
              <a:ext uri="{FF2B5EF4-FFF2-40B4-BE49-F238E27FC236}">
                <a16:creationId xmlns:a16="http://schemas.microsoft.com/office/drawing/2014/main" id="{86BDA689-97E6-4C49-AB29-4D28569DF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4" name="Line 52">
            <a:extLst>
              <a:ext uri="{FF2B5EF4-FFF2-40B4-BE49-F238E27FC236}">
                <a16:creationId xmlns:a16="http://schemas.microsoft.com/office/drawing/2014/main" id="{72EDF452-58D2-443E-81B5-46CAEB1557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45" name="Rectangle 53">
            <a:extLst>
              <a:ext uri="{FF2B5EF4-FFF2-40B4-BE49-F238E27FC236}">
                <a16:creationId xmlns:a16="http://schemas.microsoft.com/office/drawing/2014/main" id="{0586DD87-5906-4CB3-8C26-E02F33502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6" name="Rectangle 54">
            <a:extLst>
              <a:ext uri="{FF2B5EF4-FFF2-40B4-BE49-F238E27FC236}">
                <a16:creationId xmlns:a16="http://schemas.microsoft.com/office/drawing/2014/main" id="{AE0B04D0-7382-4B68-A1CD-2C264AC0C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7" name="Rectangle 55">
            <a:extLst>
              <a:ext uri="{FF2B5EF4-FFF2-40B4-BE49-F238E27FC236}">
                <a16:creationId xmlns:a16="http://schemas.microsoft.com/office/drawing/2014/main" id="{8CBAB119-4839-483A-9F27-175BCEAB0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8" name="Rectangle 56">
            <a:extLst>
              <a:ext uri="{FF2B5EF4-FFF2-40B4-BE49-F238E27FC236}">
                <a16:creationId xmlns:a16="http://schemas.microsoft.com/office/drawing/2014/main" id="{B30A98C4-38A6-4DC1-B42D-AB274927F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49" name="Rectangle 57">
            <a:extLst>
              <a:ext uri="{FF2B5EF4-FFF2-40B4-BE49-F238E27FC236}">
                <a16:creationId xmlns:a16="http://schemas.microsoft.com/office/drawing/2014/main" id="{7305F981-956F-409B-A083-1897894FC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50" name="Rectangle 58">
            <a:extLst>
              <a:ext uri="{FF2B5EF4-FFF2-40B4-BE49-F238E27FC236}">
                <a16:creationId xmlns:a16="http://schemas.microsoft.com/office/drawing/2014/main" id="{53B934B6-8AA7-4E31-883D-70F5E5666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51" name="Line 59">
            <a:extLst>
              <a:ext uri="{FF2B5EF4-FFF2-40B4-BE49-F238E27FC236}">
                <a16:creationId xmlns:a16="http://schemas.microsoft.com/office/drawing/2014/main" id="{7852E4E7-AF5E-40D2-90EE-1B3892E302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52" name="Line 60">
            <a:extLst>
              <a:ext uri="{FF2B5EF4-FFF2-40B4-BE49-F238E27FC236}">
                <a16:creationId xmlns:a16="http://schemas.microsoft.com/office/drawing/2014/main" id="{7D68C551-D99F-47EF-B208-4DC1C1A772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53" name="Line 61">
            <a:extLst>
              <a:ext uri="{FF2B5EF4-FFF2-40B4-BE49-F238E27FC236}">
                <a16:creationId xmlns:a16="http://schemas.microsoft.com/office/drawing/2014/main" id="{DC099B83-F5D7-4152-AD1C-C1E8000DDD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54" name="Line 62">
            <a:extLst>
              <a:ext uri="{FF2B5EF4-FFF2-40B4-BE49-F238E27FC236}">
                <a16:creationId xmlns:a16="http://schemas.microsoft.com/office/drawing/2014/main" id="{E76623D1-D4A9-40D4-85A3-404A46C8836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55" name="Line 63">
            <a:extLst>
              <a:ext uri="{FF2B5EF4-FFF2-40B4-BE49-F238E27FC236}">
                <a16:creationId xmlns:a16="http://schemas.microsoft.com/office/drawing/2014/main" id="{F463D53A-6860-4FB8-B96E-F0864CD70CB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56" name="Rectangle 64">
            <a:extLst>
              <a:ext uri="{FF2B5EF4-FFF2-40B4-BE49-F238E27FC236}">
                <a16:creationId xmlns:a16="http://schemas.microsoft.com/office/drawing/2014/main" id="{95F68C83-083A-4EF5-8B94-38E1B4689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6557" name="Rectangle 65">
            <a:extLst>
              <a:ext uri="{FF2B5EF4-FFF2-40B4-BE49-F238E27FC236}">
                <a16:creationId xmlns:a16="http://schemas.microsoft.com/office/drawing/2014/main" id="{ED12E63A-66DD-4432-B90F-802DC95F6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58" name="Rectangle 66">
            <a:extLst>
              <a:ext uri="{FF2B5EF4-FFF2-40B4-BE49-F238E27FC236}">
                <a16:creationId xmlns:a16="http://schemas.microsoft.com/office/drawing/2014/main" id="{8392C284-DE04-4FF4-8CDE-98D52C524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59" name="Rectangle 67">
            <a:extLst>
              <a:ext uri="{FF2B5EF4-FFF2-40B4-BE49-F238E27FC236}">
                <a16:creationId xmlns:a16="http://schemas.microsoft.com/office/drawing/2014/main" id="{3945F39F-3712-424C-83FF-9905899F3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0" name="Rectangle 68">
            <a:extLst>
              <a:ext uri="{FF2B5EF4-FFF2-40B4-BE49-F238E27FC236}">
                <a16:creationId xmlns:a16="http://schemas.microsoft.com/office/drawing/2014/main" id="{7616B8CA-0C90-45FD-9B4B-941614151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1" name="Rectangle 69">
            <a:extLst>
              <a:ext uri="{FF2B5EF4-FFF2-40B4-BE49-F238E27FC236}">
                <a16:creationId xmlns:a16="http://schemas.microsoft.com/office/drawing/2014/main" id="{83A14735-CED4-4DA9-B985-7124C34ED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2" name="Rectangle 70">
            <a:extLst>
              <a:ext uri="{FF2B5EF4-FFF2-40B4-BE49-F238E27FC236}">
                <a16:creationId xmlns:a16="http://schemas.microsoft.com/office/drawing/2014/main" id="{AD6FDC85-5A4B-4FF2-B518-584069380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3" name="Rectangle 71">
            <a:extLst>
              <a:ext uri="{FF2B5EF4-FFF2-40B4-BE49-F238E27FC236}">
                <a16:creationId xmlns:a16="http://schemas.microsoft.com/office/drawing/2014/main" id="{C45F4FB5-2043-4F3D-8A7E-3CFB55AAA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4" name="Line 72">
            <a:extLst>
              <a:ext uri="{FF2B5EF4-FFF2-40B4-BE49-F238E27FC236}">
                <a16:creationId xmlns:a16="http://schemas.microsoft.com/office/drawing/2014/main" id="{4E6B4B3B-4740-45C2-9A9F-E4CD41B634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65" name="Rectangle 73">
            <a:extLst>
              <a:ext uri="{FF2B5EF4-FFF2-40B4-BE49-F238E27FC236}">
                <a16:creationId xmlns:a16="http://schemas.microsoft.com/office/drawing/2014/main" id="{A4B4535D-F9E3-414D-800D-8AD0B98ED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6" name="Rectangle 74">
            <a:extLst>
              <a:ext uri="{FF2B5EF4-FFF2-40B4-BE49-F238E27FC236}">
                <a16:creationId xmlns:a16="http://schemas.microsoft.com/office/drawing/2014/main" id="{61DAC62B-58F3-48C0-8680-4ADCBA3D8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67" name="Freeform 75">
            <a:extLst>
              <a:ext uri="{FF2B5EF4-FFF2-40B4-BE49-F238E27FC236}">
                <a16:creationId xmlns:a16="http://schemas.microsoft.com/office/drawing/2014/main" id="{B9AA3933-725F-4D74-B656-BD0AB72CE5C4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6568" name="Freeform 76">
            <a:extLst>
              <a:ext uri="{FF2B5EF4-FFF2-40B4-BE49-F238E27FC236}">
                <a16:creationId xmlns:a16="http://schemas.microsoft.com/office/drawing/2014/main" id="{5CFC48D5-5522-4F6E-861B-F50F1334C9D3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69" name="Freeform 77">
            <a:extLst>
              <a:ext uri="{FF2B5EF4-FFF2-40B4-BE49-F238E27FC236}">
                <a16:creationId xmlns:a16="http://schemas.microsoft.com/office/drawing/2014/main" id="{E2312760-2839-4181-B264-803E422C5568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6570" name="Freeform 78">
            <a:extLst>
              <a:ext uri="{FF2B5EF4-FFF2-40B4-BE49-F238E27FC236}">
                <a16:creationId xmlns:a16="http://schemas.microsoft.com/office/drawing/2014/main" id="{9E182AA0-E683-4887-B004-AF1CB5E949E1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1" name="Freeform 79">
            <a:extLst>
              <a:ext uri="{FF2B5EF4-FFF2-40B4-BE49-F238E27FC236}">
                <a16:creationId xmlns:a16="http://schemas.microsoft.com/office/drawing/2014/main" id="{A5B20348-F699-4FA2-ACCA-CB617C089746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6572" name="Freeform 80">
            <a:extLst>
              <a:ext uri="{FF2B5EF4-FFF2-40B4-BE49-F238E27FC236}">
                <a16:creationId xmlns:a16="http://schemas.microsoft.com/office/drawing/2014/main" id="{21CD3D9A-2619-4B05-A8F7-29AE5710BD32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3" name="Line 85">
            <a:extLst>
              <a:ext uri="{FF2B5EF4-FFF2-40B4-BE49-F238E27FC236}">
                <a16:creationId xmlns:a16="http://schemas.microsoft.com/office/drawing/2014/main" id="{A659E18E-D222-45BE-911E-77F21890C06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4" name="Line 86">
            <a:extLst>
              <a:ext uri="{FF2B5EF4-FFF2-40B4-BE49-F238E27FC236}">
                <a16:creationId xmlns:a16="http://schemas.microsoft.com/office/drawing/2014/main" id="{60E4D93A-6EE1-45FE-8061-85A6D214EA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5" name="Line 91">
            <a:extLst>
              <a:ext uri="{FF2B5EF4-FFF2-40B4-BE49-F238E27FC236}">
                <a16:creationId xmlns:a16="http://schemas.microsoft.com/office/drawing/2014/main" id="{5EE270C5-3244-466A-9FCB-415C05908E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6" name="Line 92">
            <a:extLst>
              <a:ext uri="{FF2B5EF4-FFF2-40B4-BE49-F238E27FC236}">
                <a16:creationId xmlns:a16="http://schemas.microsoft.com/office/drawing/2014/main" id="{843CAA2F-B68A-46E9-BE6A-2C9479781A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7" name="Line 93">
            <a:extLst>
              <a:ext uri="{FF2B5EF4-FFF2-40B4-BE49-F238E27FC236}">
                <a16:creationId xmlns:a16="http://schemas.microsoft.com/office/drawing/2014/main" id="{F22FE43B-4B97-4E39-AC53-1F18D1B5365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78" name="Freeform 94">
            <a:extLst>
              <a:ext uri="{FF2B5EF4-FFF2-40B4-BE49-F238E27FC236}">
                <a16:creationId xmlns:a16="http://schemas.microsoft.com/office/drawing/2014/main" id="{92C29038-9D97-4F53-8C89-DD0465369FF7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6579" name="Freeform 95">
            <a:extLst>
              <a:ext uri="{FF2B5EF4-FFF2-40B4-BE49-F238E27FC236}">
                <a16:creationId xmlns:a16="http://schemas.microsoft.com/office/drawing/2014/main" id="{40F3DD78-08CA-4E3F-8453-EF0A82BFD999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80" name="Rectangle 96">
            <a:extLst>
              <a:ext uri="{FF2B5EF4-FFF2-40B4-BE49-F238E27FC236}">
                <a16:creationId xmlns:a16="http://schemas.microsoft.com/office/drawing/2014/main" id="{8113661D-17ED-4AF9-ADA9-6A6273E00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81" name="Rectangle 97">
            <a:extLst>
              <a:ext uri="{FF2B5EF4-FFF2-40B4-BE49-F238E27FC236}">
                <a16:creationId xmlns:a16="http://schemas.microsoft.com/office/drawing/2014/main" id="{25475628-A44E-47C2-A11B-6DEA2EF1F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82" name="AutoShape 99">
            <a:extLst>
              <a:ext uri="{FF2B5EF4-FFF2-40B4-BE49-F238E27FC236}">
                <a16:creationId xmlns:a16="http://schemas.microsoft.com/office/drawing/2014/main" id="{74FF8985-8D37-4982-8A1A-931444F72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83" name="AutoShape 101">
            <a:extLst>
              <a:ext uri="{FF2B5EF4-FFF2-40B4-BE49-F238E27FC236}">
                <a16:creationId xmlns:a16="http://schemas.microsoft.com/office/drawing/2014/main" id="{92971A4A-8CBF-4E8A-9FF9-0F0802CB7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6584" name="Title 1">
            <a:extLst>
              <a:ext uri="{FF2B5EF4-FFF2-40B4-BE49-F238E27FC236}">
                <a16:creationId xmlns:a16="http://schemas.microsoft.com/office/drawing/2014/main" id="{6E44144A-35AD-4B84-BBC7-5075C3AAEDD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3-to-8 decoder using two 2-to-4 decoders</a:t>
            </a:r>
          </a:p>
        </p:txBody>
      </p:sp>
      <p:sp>
        <p:nvSpPr>
          <p:cNvPr id="106585" name="TextBox 125">
            <a:extLst>
              <a:ext uri="{FF2B5EF4-FFF2-40B4-BE49-F238E27FC236}">
                <a16:creationId xmlns:a16="http://schemas.microsoft.com/office/drawing/2014/main" id="{968AE810-A7B1-4378-844F-A2D646225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6586" name="TextBox 16">
            <a:extLst>
              <a:ext uri="{FF2B5EF4-FFF2-40B4-BE49-F238E27FC236}">
                <a16:creationId xmlns:a16="http://schemas.microsoft.com/office/drawing/2014/main" id="{A149C4C8-3C5A-4F93-89B0-640DA5CDD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87" name="TextBox 16">
            <a:extLst>
              <a:ext uri="{FF2B5EF4-FFF2-40B4-BE49-F238E27FC236}">
                <a16:creationId xmlns:a16="http://schemas.microsoft.com/office/drawing/2014/main" id="{7EE17535-524C-43FA-AD23-0A21E5958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88" name="TextBox 16">
            <a:extLst>
              <a:ext uri="{FF2B5EF4-FFF2-40B4-BE49-F238E27FC236}">
                <a16:creationId xmlns:a16="http://schemas.microsoft.com/office/drawing/2014/main" id="{0D6FDC09-1665-43B1-8033-E119AA83A4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89" name="TextBox 16">
            <a:extLst>
              <a:ext uri="{FF2B5EF4-FFF2-40B4-BE49-F238E27FC236}">
                <a16:creationId xmlns:a16="http://schemas.microsoft.com/office/drawing/2014/main" id="{CB61A42E-26AE-4C52-8CB6-4FCC510589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0" name="TextBox 16">
            <a:extLst>
              <a:ext uri="{FF2B5EF4-FFF2-40B4-BE49-F238E27FC236}">
                <a16:creationId xmlns:a16="http://schemas.microsoft.com/office/drawing/2014/main" id="{4AD3329B-359A-49F9-A504-A36CF2514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1" name="TextBox 16">
            <a:extLst>
              <a:ext uri="{FF2B5EF4-FFF2-40B4-BE49-F238E27FC236}">
                <a16:creationId xmlns:a16="http://schemas.microsoft.com/office/drawing/2014/main" id="{3ED0655D-0D72-46C5-8953-D0E86BDBB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2" name="TextBox 16">
            <a:extLst>
              <a:ext uri="{FF2B5EF4-FFF2-40B4-BE49-F238E27FC236}">
                <a16:creationId xmlns:a16="http://schemas.microsoft.com/office/drawing/2014/main" id="{18B2D03A-0939-46B9-AE7B-9A7FDC4AD3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3" name="TextBox 16">
            <a:extLst>
              <a:ext uri="{FF2B5EF4-FFF2-40B4-BE49-F238E27FC236}">
                <a16:creationId xmlns:a16="http://schemas.microsoft.com/office/drawing/2014/main" id="{CC05206E-39ED-49DE-9AAF-C6B6C369DF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4" name="TextBox 16">
            <a:extLst>
              <a:ext uri="{FF2B5EF4-FFF2-40B4-BE49-F238E27FC236}">
                <a16:creationId xmlns:a16="http://schemas.microsoft.com/office/drawing/2014/main" id="{184E9723-6EAE-4F4F-B016-6B693AB19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5" name="TextBox 16">
            <a:extLst>
              <a:ext uri="{FF2B5EF4-FFF2-40B4-BE49-F238E27FC236}">
                <a16:creationId xmlns:a16="http://schemas.microsoft.com/office/drawing/2014/main" id="{8762EB78-0351-40BB-A806-040C210289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6" name="TextBox 16">
            <a:extLst>
              <a:ext uri="{FF2B5EF4-FFF2-40B4-BE49-F238E27FC236}">
                <a16:creationId xmlns:a16="http://schemas.microsoft.com/office/drawing/2014/main" id="{CDB5D012-BD82-4EC0-8BA6-0BCB3CE0F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7" name="TextBox 16">
            <a:extLst>
              <a:ext uri="{FF2B5EF4-FFF2-40B4-BE49-F238E27FC236}">
                <a16:creationId xmlns:a16="http://schemas.microsoft.com/office/drawing/2014/main" id="{B4EB2D3F-B1F1-49B3-9A50-21E750C37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8" name="TextBox 16">
            <a:extLst>
              <a:ext uri="{FF2B5EF4-FFF2-40B4-BE49-F238E27FC236}">
                <a16:creationId xmlns:a16="http://schemas.microsoft.com/office/drawing/2014/main" id="{21505FD3-BEEC-4D75-81DF-070BA9A5D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599" name="TextBox 16">
            <a:extLst>
              <a:ext uri="{FF2B5EF4-FFF2-40B4-BE49-F238E27FC236}">
                <a16:creationId xmlns:a16="http://schemas.microsoft.com/office/drawing/2014/main" id="{91ADEE53-E090-4B9E-9ABD-9CED713E0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600" name="TextBox 16">
            <a:extLst>
              <a:ext uri="{FF2B5EF4-FFF2-40B4-BE49-F238E27FC236}">
                <a16:creationId xmlns:a16="http://schemas.microsoft.com/office/drawing/2014/main" id="{1F3449FF-9495-49FD-8F2A-CAAEFEED5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601" name="TextBox 16">
            <a:extLst>
              <a:ext uri="{FF2B5EF4-FFF2-40B4-BE49-F238E27FC236}">
                <a16:creationId xmlns:a16="http://schemas.microsoft.com/office/drawing/2014/main" id="{74342429-C9FF-4E01-A740-8AB09C486C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602" name="TextBox 16">
            <a:extLst>
              <a:ext uri="{FF2B5EF4-FFF2-40B4-BE49-F238E27FC236}">
                <a16:creationId xmlns:a16="http://schemas.microsoft.com/office/drawing/2014/main" id="{F208CE14-7C3B-403C-B587-681FCA5D5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6603" name="TextBox 16">
            <a:extLst>
              <a:ext uri="{FF2B5EF4-FFF2-40B4-BE49-F238E27FC236}">
                <a16:creationId xmlns:a16="http://schemas.microsoft.com/office/drawing/2014/main" id="{9131BBD4-E902-47DE-A38C-73E0C7282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Line 4">
            <a:extLst>
              <a:ext uri="{FF2B5EF4-FFF2-40B4-BE49-F238E27FC236}">
                <a16:creationId xmlns:a16="http://schemas.microsoft.com/office/drawing/2014/main" id="{B60BA8C1-33BE-49A3-880B-EEC852E7EA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2" name="Freeform 5">
            <a:extLst>
              <a:ext uri="{FF2B5EF4-FFF2-40B4-BE49-F238E27FC236}">
                <a16:creationId xmlns:a16="http://schemas.microsoft.com/office/drawing/2014/main" id="{30C08AD9-CD13-406E-B033-59A6DE80806B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3" name="Freeform 7">
            <a:extLst>
              <a:ext uri="{FF2B5EF4-FFF2-40B4-BE49-F238E27FC236}">
                <a16:creationId xmlns:a16="http://schemas.microsoft.com/office/drawing/2014/main" id="{4C900D6E-3981-4D5A-82CF-0789ACE2D895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4" name="Rectangle 8">
            <a:extLst>
              <a:ext uri="{FF2B5EF4-FFF2-40B4-BE49-F238E27FC236}">
                <a16:creationId xmlns:a16="http://schemas.microsoft.com/office/drawing/2014/main" id="{DFC1F747-5EF3-4E5B-942E-4788AC886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25" name="Rectangle 9">
            <a:extLst>
              <a:ext uri="{FF2B5EF4-FFF2-40B4-BE49-F238E27FC236}">
                <a16:creationId xmlns:a16="http://schemas.microsoft.com/office/drawing/2014/main" id="{C28C34EA-ECF6-45F9-99FE-1214CA6F3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26" name="Rectangle 10">
            <a:extLst>
              <a:ext uri="{FF2B5EF4-FFF2-40B4-BE49-F238E27FC236}">
                <a16:creationId xmlns:a16="http://schemas.microsoft.com/office/drawing/2014/main" id="{8A983ACC-4AB6-4C67-ACC2-E4A036369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27" name="Rectangle 11">
            <a:extLst>
              <a:ext uri="{FF2B5EF4-FFF2-40B4-BE49-F238E27FC236}">
                <a16:creationId xmlns:a16="http://schemas.microsoft.com/office/drawing/2014/main" id="{7D893E63-71E0-4390-ADBE-D6F62F529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28" name="Rectangle 12">
            <a:extLst>
              <a:ext uri="{FF2B5EF4-FFF2-40B4-BE49-F238E27FC236}">
                <a16:creationId xmlns:a16="http://schemas.microsoft.com/office/drawing/2014/main" id="{767F9F12-202B-4CB4-BF8D-3E9D5B48E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29" name="Rectangle 13">
            <a:extLst>
              <a:ext uri="{FF2B5EF4-FFF2-40B4-BE49-F238E27FC236}">
                <a16:creationId xmlns:a16="http://schemas.microsoft.com/office/drawing/2014/main" id="{2D1E23FC-A449-4B58-AEBB-DA8028FC6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0" name="Rectangle 14">
            <a:extLst>
              <a:ext uri="{FF2B5EF4-FFF2-40B4-BE49-F238E27FC236}">
                <a16:creationId xmlns:a16="http://schemas.microsoft.com/office/drawing/2014/main" id="{EA511659-DCC9-41B1-9785-F8B4BEADC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1" name="Rectangle 15">
            <a:extLst>
              <a:ext uri="{FF2B5EF4-FFF2-40B4-BE49-F238E27FC236}">
                <a16:creationId xmlns:a16="http://schemas.microsoft.com/office/drawing/2014/main" id="{CEBCDF26-7B2F-4832-A4D2-7A9CF3F87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2" name="Rectangle 16">
            <a:extLst>
              <a:ext uri="{FF2B5EF4-FFF2-40B4-BE49-F238E27FC236}">
                <a16:creationId xmlns:a16="http://schemas.microsoft.com/office/drawing/2014/main" id="{B48C12CB-D4AA-43F1-A245-C54DD53EC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3" name="Rectangle 17">
            <a:extLst>
              <a:ext uri="{FF2B5EF4-FFF2-40B4-BE49-F238E27FC236}">
                <a16:creationId xmlns:a16="http://schemas.microsoft.com/office/drawing/2014/main" id="{01FF735A-456E-4229-8D42-EB89F521D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4" name="Rectangle 18">
            <a:extLst>
              <a:ext uri="{FF2B5EF4-FFF2-40B4-BE49-F238E27FC236}">
                <a16:creationId xmlns:a16="http://schemas.microsoft.com/office/drawing/2014/main" id="{5081E055-B7A3-44AE-BFD5-2C596B60B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5" name="Rectangle 19">
            <a:extLst>
              <a:ext uri="{FF2B5EF4-FFF2-40B4-BE49-F238E27FC236}">
                <a16:creationId xmlns:a16="http://schemas.microsoft.com/office/drawing/2014/main" id="{DA58F63C-5D7F-4D2F-88AE-E39D0CEA4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6" name="Rectangle 20">
            <a:extLst>
              <a:ext uri="{FF2B5EF4-FFF2-40B4-BE49-F238E27FC236}">
                <a16:creationId xmlns:a16="http://schemas.microsoft.com/office/drawing/2014/main" id="{BF6BA308-53B9-49A3-86A0-E8FA22CE8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37" name="Rectangle 21">
            <a:extLst>
              <a:ext uri="{FF2B5EF4-FFF2-40B4-BE49-F238E27FC236}">
                <a16:creationId xmlns:a16="http://schemas.microsoft.com/office/drawing/2014/main" id="{6EAAB755-C7D7-4D51-B7D2-77FB4DC9D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38" name="Line 22">
            <a:extLst>
              <a:ext uri="{FF2B5EF4-FFF2-40B4-BE49-F238E27FC236}">
                <a16:creationId xmlns:a16="http://schemas.microsoft.com/office/drawing/2014/main" id="{3177F507-0BE0-4FA9-9D91-95A913F5A1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39" name="Rectangle 23">
            <a:extLst>
              <a:ext uri="{FF2B5EF4-FFF2-40B4-BE49-F238E27FC236}">
                <a16:creationId xmlns:a16="http://schemas.microsoft.com/office/drawing/2014/main" id="{0E8E365C-F8EE-4A92-A736-6AEB4E113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40" name="Line 24">
            <a:extLst>
              <a:ext uri="{FF2B5EF4-FFF2-40B4-BE49-F238E27FC236}">
                <a16:creationId xmlns:a16="http://schemas.microsoft.com/office/drawing/2014/main" id="{4CB1F771-4C5B-4F8E-8B6F-41E0204BC210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41" name="Line 25">
            <a:extLst>
              <a:ext uri="{FF2B5EF4-FFF2-40B4-BE49-F238E27FC236}">
                <a16:creationId xmlns:a16="http://schemas.microsoft.com/office/drawing/2014/main" id="{3748FFF8-FB21-40A4-9E2F-0F38D258C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42" name="Line 26">
            <a:extLst>
              <a:ext uri="{FF2B5EF4-FFF2-40B4-BE49-F238E27FC236}">
                <a16:creationId xmlns:a16="http://schemas.microsoft.com/office/drawing/2014/main" id="{E6EB7DE0-2805-4F94-AEAE-97D7CAC497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43" name="Rectangle 27">
            <a:extLst>
              <a:ext uri="{FF2B5EF4-FFF2-40B4-BE49-F238E27FC236}">
                <a16:creationId xmlns:a16="http://schemas.microsoft.com/office/drawing/2014/main" id="{AEAC5EA0-ECAF-4C64-AFA4-D078AF5B7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44" name="Rectangle 28">
            <a:extLst>
              <a:ext uri="{FF2B5EF4-FFF2-40B4-BE49-F238E27FC236}">
                <a16:creationId xmlns:a16="http://schemas.microsoft.com/office/drawing/2014/main" id="{B1EDFE38-51D1-435E-B021-3B4FE38AD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45" name="Rectangle 29">
            <a:extLst>
              <a:ext uri="{FF2B5EF4-FFF2-40B4-BE49-F238E27FC236}">
                <a16:creationId xmlns:a16="http://schemas.microsoft.com/office/drawing/2014/main" id="{E19BA47F-0772-44AC-99AD-039F8E283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46" name="Rectangle 30">
            <a:extLst>
              <a:ext uri="{FF2B5EF4-FFF2-40B4-BE49-F238E27FC236}">
                <a16:creationId xmlns:a16="http://schemas.microsoft.com/office/drawing/2014/main" id="{553A108D-FF45-491F-9AF7-E690B4E51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47" name="Line 31">
            <a:extLst>
              <a:ext uri="{FF2B5EF4-FFF2-40B4-BE49-F238E27FC236}">
                <a16:creationId xmlns:a16="http://schemas.microsoft.com/office/drawing/2014/main" id="{14A1CA5C-0A9D-4B75-8253-E8517F5ECF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48" name="Rectangle 32">
            <a:extLst>
              <a:ext uri="{FF2B5EF4-FFF2-40B4-BE49-F238E27FC236}">
                <a16:creationId xmlns:a16="http://schemas.microsoft.com/office/drawing/2014/main" id="{AC3B5C13-8A27-4620-9F22-D37FFA504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49" name="Rectangle 33">
            <a:extLst>
              <a:ext uri="{FF2B5EF4-FFF2-40B4-BE49-F238E27FC236}">
                <a16:creationId xmlns:a16="http://schemas.microsoft.com/office/drawing/2014/main" id="{7787F521-5542-4997-BF31-54AD2B430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0" name="Rectangle 34">
            <a:extLst>
              <a:ext uri="{FF2B5EF4-FFF2-40B4-BE49-F238E27FC236}">
                <a16:creationId xmlns:a16="http://schemas.microsoft.com/office/drawing/2014/main" id="{E50ECA20-87C2-45CE-AF84-E8979B5C0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1" name="Rectangle 35">
            <a:extLst>
              <a:ext uri="{FF2B5EF4-FFF2-40B4-BE49-F238E27FC236}">
                <a16:creationId xmlns:a16="http://schemas.microsoft.com/office/drawing/2014/main" id="{97A45A3C-B93D-4CAA-90BC-F92991DA6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2" name="Rectangle 36">
            <a:extLst>
              <a:ext uri="{FF2B5EF4-FFF2-40B4-BE49-F238E27FC236}">
                <a16:creationId xmlns:a16="http://schemas.microsoft.com/office/drawing/2014/main" id="{13250351-BA9C-40B9-8146-A15A51532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3" name="Rectangle 37">
            <a:extLst>
              <a:ext uri="{FF2B5EF4-FFF2-40B4-BE49-F238E27FC236}">
                <a16:creationId xmlns:a16="http://schemas.microsoft.com/office/drawing/2014/main" id="{E7F10505-F87F-4201-9977-66E4A0DCF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4" name="Line 38">
            <a:extLst>
              <a:ext uri="{FF2B5EF4-FFF2-40B4-BE49-F238E27FC236}">
                <a16:creationId xmlns:a16="http://schemas.microsoft.com/office/drawing/2014/main" id="{A680D70D-E85D-4681-AAC3-59384F5EA9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5" name="Line 39">
            <a:extLst>
              <a:ext uri="{FF2B5EF4-FFF2-40B4-BE49-F238E27FC236}">
                <a16:creationId xmlns:a16="http://schemas.microsoft.com/office/drawing/2014/main" id="{BCF079F4-E1ED-4680-B745-DAA10EA50B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6" name="Rectangle 40">
            <a:extLst>
              <a:ext uri="{FF2B5EF4-FFF2-40B4-BE49-F238E27FC236}">
                <a16:creationId xmlns:a16="http://schemas.microsoft.com/office/drawing/2014/main" id="{F0939034-0CD2-4EE5-AC9E-42F0492AC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7" name="Rectangle 41">
            <a:extLst>
              <a:ext uri="{FF2B5EF4-FFF2-40B4-BE49-F238E27FC236}">
                <a16:creationId xmlns:a16="http://schemas.microsoft.com/office/drawing/2014/main" id="{C68C05E4-1C83-4325-B40F-451039C6A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58" name="Rectangle 42">
            <a:extLst>
              <a:ext uri="{FF2B5EF4-FFF2-40B4-BE49-F238E27FC236}">
                <a16:creationId xmlns:a16="http://schemas.microsoft.com/office/drawing/2014/main" id="{994BCCE6-1AA1-4D26-A082-7CD4D2FE5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59" name="Line 43">
            <a:extLst>
              <a:ext uri="{FF2B5EF4-FFF2-40B4-BE49-F238E27FC236}">
                <a16:creationId xmlns:a16="http://schemas.microsoft.com/office/drawing/2014/main" id="{8986F945-C990-4A9C-8471-D3CB9C7F253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0" name="Rectangle 44">
            <a:extLst>
              <a:ext uri="{FF2B5EF4-FFF2-40B4-BE49-F238E27FC236}">
                <a16:creationId xmlns:a16="http://schemas.microsoft.com/office/drawing/2014/main" id="{180CED01-A1CC-419B-8A15-EA41F29B9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61" name="Line 45">
            <a:extLst>
              <a:ext uri="{FF2B5EF4-FFF2-40B4-BE49-F238E27FC236}">
                <a16:creationId xmlns:a16="http://schemas.microsoft.com/office/drawing/2014/main" id="{C657E1EE-0F84-4B62-A76A-43A962DF2C0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2" name="Line 46">
            <a:extLst>
              <a:ext uri="{FF2B5EF4-FFF2-40B4-BE49-F238E27FC236}">
                <a16:creationId xmlns:a16="http://schemas.microsoft.com/office/drawing/2014/main" id="{6C8F41FC-E34E-4342-9D5F-49DA04160E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3" name="Line 47">
            <a:extLst>
              <a:ext uri="{FF2B5EF4-FFF2-40B4-BE49-F238E27FC236}">
                <a16:creationId xmlns:a16="http://schemas.microsoft.com/office/drawing/2014/main" id="{5350B5A5-2565-4F82-AD45-26A3EEF2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4" name="Rectangle 48">
            <a:extLst>
              <a:ext uri="{FF2B5EF4-FFF2-40B4-BE49-F238E27FC236}">
                <a16:creationId xmlns:a16="http://schemas.microsoft.com/office/drawing/2014/main" id="{A6006D99-9F4A-4DA9-A7E3-94A937566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65" name="Rectangle 49">
            <a:extLst>
              <a:ext uri="{FF2B5EF4-FFF2-40B4-BE49-F238E27FC236}">
                <a16:creationId xmlns:a16="http://schemas.microsoft.com/office/drawing/2014/main" id="{F820F1F2-44EF-4EB1-BADF-12AD3F941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66" name="Rectangle 50">
            <a:extLst>
              <a:ext uri="{FF2B5EF4-FFF2-40B4-BE49-F238E27FC236}">
                <a16:creationId xmlns:a16="http://schemas.microsoft.com/office/drawing/2014/main" id="{F55B8FEB-3517-4A89-8059-87046BF24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67" name="Rectangle 51">
            <a:extLst>
              <a:ext uri="{FF2B5EF4-FFF2-40B4-BE49-F238E27FC236}">
                <a16:creationId xmlns:a16="http://schemas.microsoft.com/office/drawing/2014/main" id="{9147C952-BBC1-4CF6-9B00-E2776F379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68" name="Line 52">
            <a:extLst>
              <a:ext uri="{FF2B5EF4-FFF2-40B4-BE49-F238E27FC236}">
                <a16:creationId xmlns:a16="http://schemas.microsoft.com/office/drawing/2014/main" id="{9539CFF2-5D43-4BEA-893A-62E59E1870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9" name="Rectangle 53">
            <a:extLst>
              <a:ext uri="{FF2B5EF4-FFF2-40B4-BE49-F238E27FC236}">
                <a16:creationId xmlns:a16="http://schemas.microsoft.com/office/drawing/2014/main" id="{93984D04-1259-42DA-BF85-5D85788C8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70" name="Rectangle 54">
            <a:extLst>
              <a:ext uri="{FF2B5EF4-FFF2-40B4-BE49-F238E27FC236}">
                <a16:creationId xmlns:a16="http://schemas.microsoft.com/office/drawing/2014/main" id="{0E848EB5-4D7A-440D-8CCF-9890F4B64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71" name="Rectangle 55">
            <a:extLst>
              <a:ext uri="{FF2B5EF4-FFF2-40B4-BE49-F238E27FC236}">
                <a16:creationId xmlns:a16="http://schemas.microsoft.com/office/drawing/2014/main" id="{ADEE492A-2C34-40BF-A534-DD7352A8F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72" name="Rectangle 56">
            <a:extLst>
              <a:ext uri="{FF2B5EF4-FFF2-40B4-BE49-F238E27FC236}">
                <a16:creationId xmlns:a16="http://schemas.microsoft.com/office/drawing/2014/main" id="{B4FC21B3-0542-4716-81E0-4781D2AD5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73" name="Rectangle 57">
            <a:extLst>
              <a:ext uri="{FF2B5EF4-FFF2-40B4-BE49-F238E27FC236}">
                <a16:creationId xmlns:a16="http://schemas.microsoft.com/office/drawing/2014/main" id="{9CC3A8DB-E6A2-4D11-9613-A0B6BA7AB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74" name="Rectangle 58">
            <a:extLst>
              <a:ext uri="{FF2B5EF4-FFF2-40B4-BE49-F238E27FC236}">
                <a16:creationId xmlns:a16="http://schemas.microsoft.com/office/drawing/2014/main" id="{D553603E-AAF5-4B73-B280-839A9F8DB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75" name="Line 59">
            <a:extLst>
              <a:ext uri="{FF2B5EF4-FFF2-40B4-BE49-F238E27FC236}">
                <a16:creationId xmlns:a16="http://schemas.microsoft.com/office/drawing/2014/main" id="{CA209906-48B0-4222-B66D-F59D8BB588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6" name="Line 60">
            <a:extLst>
              <a:ext uri="{FF2B5EF4-FFF2-40B4-BE49-F238E27FC236}">
                <a16:creationId xmlns:a16="http://schemas.microsoft.com/office/drawing/2014/main" id="{9B9675D3-50FD-4783-9C31-FB46A2F53B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7" name="Line 61">
            <a:extLst>
              <a:ext uri="{FF2B5EF4-FFF2-40B4-BE49-F238E27FC236}">
                <a16:creationId xmlns:a16="http://schemas.microsoft.com/office/drawing/2014/main" id="{065243F0-E522-4D3C-AA9A-0E24442EDF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8" name="Line 62">
            <a:extLst>
              <a:ext uri="{FF2B5EF4-FFF2-40B4-BE49-F238E27FC236}">
                <a16:creationId xmlns:a16="http://schemas.microsoft.com/office/drawing/2014/main" id="{0B67BD38-5161-44A7-9683-317DD0C378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9" name="Line 63">
            <a:extLst>
              <a:ext uri="{FF2B5EF4-FFF2-40B4-BE49-F238E27FC236}">
                <a16:creationId xmlns:a16="http://schemas.microsoft.com/office/drawing/2014/main" id="{DF514DF7-D076-43B0-AD5D-3861A84F81F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0" name="Rectangle 64">
            <a:extLst>
              <a:ext uri="{FF2B5EF4-FFF2-40B4-BE49-F238E27FC236}">
                <a16:creationId xmlns:a16="http://schemas.microsoft.com/office/drawing/2014/main" id="{146AF0DC-8DC5-4756-8274-8F044B28E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7581" name="Rectangle 65">
            <a:extLst>
              <a:ext uri="{FF2B5EF4-FFF2-40B4-BE49-F238E27FC236}">
                <a16:creationId xmlns:a16="http://schemas.microsoft.com/office/drawing/2014/main" id="{CEA33130-937E-45DA-B951-5BC202650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2" name="Rectangle 66">
            <a:extLst>
              <a:ext uri="{FF2B5EF4-FFF2-40B4-BE49-F238E27FC236}">
                <a16:creationId xmlns:a16="http://schemas.microsoft.com/office/drawing/2014/main" id="{77CC7443-6B3B-4F9B-8274-1FAE662C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3" name="Rectangle 67">
            <a:extLst>
              <a:ext uri="{FF2B5EF4-FFF2-40B4-BE49-F238E27FC236}">
                <a16:creationId xmlns:a16="http://schemas.microsoft.com/office/drawing/2014/main" id="{285FE4A3-F48A-46E5-8BCE-88334B50F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4" name="Rectangle 68">
            <a:extLst>
              <a:ext uri="{FF2B5EF4-FFF2-40B4-BE49-F238E27FC236}">
                <a16:creationId xmlns:a16="http://schemas.microsoft.com/office/drawing/2014/main" id="{F67FAF76-BC2E-4B57-BEA7-B853A8716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5" name="Rectangle 69">
            <a:extLst>
              <a:ext uri="{FF2B5EF4-FFF2-40B4-BE49-F238E27FC236}">
                <a16:creationId xmlns:a16="http://schemas.microsoft.com/office/drawing/2014/main" id="{01C86CEA-E104-4A7B-805C-E991BEA67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6" name="Rectangle 70">
            <a:extLst>
              <a:ext uri="{FF2B5EF4-FFF2-40B4-BE49-F238E27FC236}">
                <a16:creationId xmlns:a16="http://schemas.microsoft.com/office/drawing/2014/main" id="{61792A0B-659D-4A5A-B6EE-6A12E7BC4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7" name="Rectangle 71">
            <a:extLst>
              <a:ext uri="{FF2B5EF4-FFF2-40B4-BE49-F238E27FC236}">
                <a16:creationId xmlns:a16="http://schemas.microsoft.com/office/drawing/2014/main" id="{86ADBD86-77FF-43FB-B5BB-26AD533A9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88" name="Line 72">
            <a:extLst>
              <a:ext uri="{FF2B5EF4-FFF2-40B4-BE49-F238E27FC236}">
                <a16:creationId xmlns:a16="http://schemas.microsoft.com/office/drawing/2014/main" id="{C3A4C06F-306C-4989-A306-60978C5596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9" name="Rectangle 73">
            <a:extLst>
              <a:ext uri="{FF2B5EF4-FFF2-40B4-BE49-F238E27FC236}">
                <a16:creationId xmlns:a16="http://schemas.microsoft.com/office/drawing/2014/main" id="{13804F8A-5569-4C19-BFBE-F3FEF8D51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90" name="Rectangle 74">
            <a:extLst>
              <a:ext uri="{FF2B5EF4-FFF2-40B4-BE49-F238E27FC236}">
                <a16:creationId xmlns:a16="http://schemas.microsoft.com/office/drawing/2014/main" id="{EC6C434D-8442-4180-8CC3-0072A93A4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591" name="Freeform 75">
            <a:extLst>
              <a:ext uri="{FF2B5EF4-FFF2-40B4-BE49-F238E27FC236}">
                <a16:creationId xmlns:a16="http://schemas.microsoft.com/office/drawing/2014/main" id="{037A81DD-F7D2-4D4E-9DA2-7F918550C5E8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7592" name="Freeform 76">
            <a:extLst>
              <a:ext uri="{FF2B5EF4-FFF2-40B4-BE49-F238E27FC236}">
                <a16:creationId xmlns:a16="http://schemas.microsoft.com/office/drawing/2014/main" id="{1266E15D-70EF-455C-A147-97F67984FD54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3" name="Freeform 77">
            <a:extLst>
              <a:ext uri="{FF2B5EF4-FFF2-40B4-BE49-F238E27FC236}">
                <a16:creationId xmlns:a16="http://schemas.microsoft.com/office/drawing/2014/main" id="{D3BC5A1A-FA0E-4415-A6ED-87FC4F1F80DB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7594" name="Freeform 78">
            <a:extLst>
              <a:ext uri="{FF2B5EF4-FFF2-40B4-BE49-F238E27FC236}">
                <a16:creationId xmlns:a16="http://schemas.microsoft.com/office/drawing/2014/main" id="{47C5A245-A19D-4D04-B687-C17973D2527D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5" name="Freeform 79">
            <a:extLst>
              <a:ext uri="{FF2B5EF4-FFF2-40B4-BE49-F238E27FC236}">
                <a16:creationId xmlns:a16="http://schemas.microsoft.com/office/drawing/2014/main" id="{FB33B361-F31A-44D3-B2F0-28976087EE37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7596" name="Freeform 80">
            <a:extLst>
              <a:ext uri="{FF2B5EF4-FFF2-40B4-BE49-F238E27FC236}">
                <a16:creationId xmlns:a16="http://schemas.microsoft.com/office/drawing/2014/main" id="{1EF78AD2-6F67-4FF6-B98E-F8C187E5B41A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7" name="Line 85">
            <a:extLst>
              <a:ext uri="{FF2B5EF4-FFF2-40B4-BE49-F238E27FC236}">
                <a16:creationId xmlns:a16="http://schemas.microsoft.com/office/drawing/2014/main" id="{41EC67B7-D93D-43D9-9DAF-4D657DA015A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8" name="Line 86">
            <a:extLst>
              <a:ext uri="{FF2B5EF4-FFF2-40B4-BE49-F238E27FC236}">
                <a16:creationId xmlns:a16="http://schemas.microsoft.com/office/drawing/2014/main" id="{C2A76162-8A74-40C2-B32D-3541D70E42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9" name="Line 91">
            <a:extLst>
              <a:ext uri="{FF2B5EF4-FFF2-40B4-BE49-F238E27FC236}">
                <a16:creationId xmlns:a16="http://schemas.microsoft.com/office/drawing/2014/main" id="{CE11EBE0-4841-4E4F-80A0-BE5D1F67EB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600" name="Line 92">
            <a:extLst>
              <a:ext uri="{FF2B5EF4-FFF2-40B4-BE49-F238E27FC236}">
                <a16:creationId xmlns:a16="http://schemas.microsoft.com/office/drawing/2014/main" id="{6C9793C0-2CAD-494A-A46F-0F317CC76C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601" name="Line 93">
            <a:extLst>
              <a:ext uri="{FF2B5EF4-FFF2-40B4-BE49-F238E27FC236}">
                <a16:creationId xmlns:a16="http://schemas.microsoft.com/office/drawing/2014/main" id="{AA200F14-1523-4058-B323-2DD98DF597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602" name="Freeform 94">
            <a:extLst>
              <a:ext uri="{FF2B5EF4-FFF2-40B4-BE49-F238E27FC236}">
                <a16:creationId xmlns:a16="http://schemas.microsoft.com/office/drawing/2014/main" id="{78760927-5FFE-4E21-9C5C-B9A742BFF613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7603" name="Freeform 95">
            <a:extLst>
              <a:ext uri="{FF2B5EF4-FFF2-40B4-BE49-F238E27FC236}">
                <a16:creationId xmlns:a16="http://schemas.microsoft.com/office/drawing/2014/main" id="{94F406D4-F13A-4656-B81B-11B69518E83C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604" name="Rectangle 96">
            <a:extLst>
              <a:ext uri="{FF2B5EF4-FFF2-40B4-BE49-F238E27FC236}">
                <a16:creationId xmlns:a16="http://schemas.microsoft.com/office/drawing/2014/main" id="{C17B2029-9AB3-49E2-96C8-BDB767BA6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605" name="Rectangle 97">
            <a:extLst>
              <a:ext uri="{FF2B5EF4-FFF2-40B4-BE49-F238E27FC236}">
                <a16:creationId xmlns:a16="http://schemas.microsoft.com/office/drawing/2014/main" id="{1D665C25-AACA-4B1D-AB91-0DE397397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606" name="AutoShape 99">
            <a:extLst>
              <a:ext uri="{FF2B5EF4-FFF2-40B4-BE49-F238E27FC236}">
                <a16:creationId xmlns:a16="http://schemas.microsoft.com/office/drawing/2014/main" id="{903B2C3E-2100-4A4E-BD9A-6E46075FD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607" name="AutoShape 101">
            <a:extLst>
              <a:ext uri="{FF2B5EF4-FFF2-40B4-BE49-F238E27FC236}">
                <a16:creationId xmlns:a16="http://schemas.microsoft.com/office/drawing/2014/main" id="{E796AB6E-4B25-4ABE-846D-CD1044052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7608" name="Title 1">
            <a:extLst>
              <a:ext uri="{FF2B5EF4-FFF2-40B4-BE49-F238E27FC236}">
                <a16:creationId xmlns:a16="http://schemas.microsoft.com/office/drawing/2014/main" id="{4DEC9398-4D1C-442F-9B3A-401FC30112F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3-to-8 decoder using two 2-to-4 decoders</a:t>
            </a:r>
          </a:p>
        </p:txBody>
      </p:sp>
      <p:sp>
        <p:nvSpPr>
          <p:cNvPr id="107609" name="TextBox 125">
            <a:extLst>
              <a:ext uri="{FF2B5EF4-FFF2-40B4-BE49-F238E27FC236}">
                <a16:creationId xmlns:a16="http://schemas.microsoft.com/office/drawing/2014/main" id="{F5F5B178-CCD9-4D10-B8BD-E2D81BA58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7610" name="TextBox 16">
            <a:extLst>
              <a:ext uri="{FF2B5EF4-FFF2-40B4-BE49-F238E27FC236}">
                <a16:creationId xmlns:a16="http://schemas.microsoft.com/office/drawing/2014/main" id="{5162353D-B5E4-402C-A3D7-706E9C5A9A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1" name="TextBox 16">
            <a:extLst>
              <a:ext uri="{FF2B5EF4-FFF2-40B4-BE49-F238E27FC236}">
                <a16:creationId xmlns:a16="http://schemas.microsoft.com/office/drawing/2014/main" id="{130CF082-EAC8-4AA9-A711-8E398CAA85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2" name="TextBox 16">
            <a:extLst>
              <a:ext uri="{FF2B5EF4-FFF2-40B4-BE49-F238E27FC236}">
                <a16:creationId xmlns:a16="http://schemas.microsoft.com/office/drawing/2014/main" id="{4C0677B6-1818-46D0-B295-0B467F1D60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3" name="TextBox 16">
            <a:extLst>
              <a:ext uri="{FF2B5EF4-FFF2-40B4-BE49-F238E27FC236}">
                <a16:creationId xmlns:a16="http://schemas.microsoft.com/office/drawing/2014/main" id="{E22D9ADC-BC91-4D09-9991-B79F408E3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4" name="TextBox 16">
            <a:extLst>
              <a:ext uri="{FF2B5EF4-FFF2-40B4-BE49-F238E27FC236}">
                <a16:creationId xmlns:a16="http://schemas.microsoft.com/office/drawing/2014/main" id="{026B7E09-0BDE-4775-9109-5D2254479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5" name="TextBox 16">
            <a:extLst>
              <a:ext uri="{FF2B5EF4-FFF2-40B4-BE49-F238E27FC236}">
                <a16:creationId xmlns:a16="http://schemas.microsoft.com/office/drawing/2014/main" id="{83A18151-B83F-4AC6-8A8D-7A52E63C58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6" name="TextBox 16">
            <a:extLst>
              <a:ext uri="{FF2B5EF4-FFF2-40B4-BE49-F238E27FC236}">
                <a16:creationId xmlns:a16="http://schemas.microsoft.com/office/drawing/2014/main" id="{1591261F-DFF7-4175-912D-1A510197B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7" name="TextBox 16">
            <a:extLst>
              <a:ext uri="{FF2B5EF4-FFF2-40B4-BE49-F238E27FC236}">
                <a16:creationId xmlns:a16="http://schemas.microsoft.com/office/drawing/2014/main" id="{A8E9B5E7-11FA-4ED8-AEFC-1A90814408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8" name="TextBox 16">
            <a:extLst>
              <a:ext uri="{FF2B5EF4-FFF2-40B4-BE49-F238E27FC236}">
                <a16:creationId xmlns:a16="http://schemas.microsoft.com/office/drawing/2014/main" id="{617B7E2D-ED51-42D0-B76D-90A8804AC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19" name="TextBox 16">
            <a:extLst>
              <a:ext uri="{FF2B5EF4-FFF2-40B4-BE49-F238E27FC236}">
                <a16:creationId xmlns:a16="http://schemas.microsoft.com/office/drawing/2014/main" id="{1323B89A-8F4D-4F1A-B3A5-DF0B1357A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0" name="TextBox 16">
            <a:extLst>
              <a:ext uri="{FF2B5EF4-FFF2-40B4-BE49-F238E27FC236}">
                <a16:creationId xmlns:a16="http://schemas.microsoft.com/office/drawing/2014/main" id="{96FAF285-F700-4CB2-99BF-D685BB44E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1" name="TextBox 16">
            <a:extLst>
              <a:ext uri="{FF2B5EF4-FFF2-40B4-BE49-F238E27FC236}">
                <a16:creationId xmlns:a16="http://schemas.microsoft.com/office/drawing/2014/main" id="{EB870934-DE9C-437D-9AFA-3129A9DF6A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2" name="TextBox 16">
            <a:extLst>
              <a:ext uri="{FF2B5EF4-FFF2-40B4-BE49-F238E27FC236}">
                <a16:creationId xmlns:a16="http://schemas.microsoft.com/office/drawing/2014/main" id="{0870C0C4-9B0D-4A62-B8A4-65CA6CAAD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3" name="TextBox 16">
            <a:extLst>
              <a:ext uri="{FF2B5EF4-FFF2-40B4-BE49-F238E27FC236}">
                <a16:creationId xmlns:a16="http://schemas.microsoft.com/office/drawing/2014/main" id="{0277BD50-6157-42EE-865A-19E7C24C0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4" name="TextBox 16">
            <a:extLst>
              <a:ext uri="{FF2B5EF4-FFF2-40B4-BE49-F238E27FC236}">
                <a16:creationId xmlns:a16="http://schemas.microsoft.com/office/drawing/2014/main" id="{FE14AC32-3D98-4B71-9A6F-E664528CA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5" name="TextBox 16">
            <a:extLst>
              <a:ext uri="{FF2B5EF4-FFF2-40B4-BE49-F238E27FC236}">
                <a16:creationId xmlns:a16="http://schemas.microsoft.com/office/drawing/2014/main" id="{8D6BF86A-3EBB-4BEF-A0B5-6B534ABEC8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6" name="TextBox 16">
            <a:extLst>
              <a:ext uri="{FF2B5EF4-FFF2-40B4-BE49-F238E27FC236}">
                <a16:creationId xmlns:a16="http://schemas.microsoft.com/office/drawing/2014/main" id="{67838B7F-4512-4BA1-A640-168035E289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7627" name="TextBox 16">
            <a:extLst>
              <a:ext uri="{FF2B5EF4-FFF2-40B4-BE49-F238E27FC236}">
                <a16:creationId xmlns:a16="http://schemas.microsoft.com/office/drawing/2014/main" id="{513F6B31-1FB3-4816-8E1A-684942B51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Line 4">
            <a:extLst>
              <a:ext uri="{FF2B5EF4-FFF2-40B4-BE49-F238E27FC236}">
                <a16:creationId xmlns:a16="http://schemas.microsoft.com/office/drawing/2014/main" id="{018055E6-DE57-4B3D-90EB-EF2EB203937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46" name="Freeform 5">
            <a:extLst>
              <a:ext uri="{FF2B5EF4-FFF2-40B4-BE49-F238E27FC236}">
                <a16:creationId xmlns:a16="http://schemas.microsoft.com/office/drawing/2014/main" id="{E3E47F28-9BB8-44A0-AEC8-FF0EDB604E30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47" name="Freeform 7">
            <a:extLst>
              <a:ext uri="{FF2B5EF4-FFF2-40B4-BE49-F238E27FC236}">
                <a16:creationId xmlns:a16="http://schemas.microsoft.com/office/drawing/2014/main" id="{F554DECD-0969-4092-90D1-90D1D3DDF28D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48" name="Rectangle 8">
            <a:extLst>
              <a:ext uri="{FF2B5EF4-FFF2-40B4-BE49-F238E27FC236}">
                <a16:creationId xmlns:a16="http://schemas.microsoft.com/office/drawing/2014/main" id="{9F8B496C-23E7-405B-B7EF-75A4513BD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49" name="Rectangle 9">
            <a:extLst>
              <a:ext uri="{FF2B5EF4-FFF2-40B4-BE49-F238E27FC236}">
                <a16:creationId xmlns:a16="http://schemas.microsoft.com/office/drawing/2014/main" id="{9307A95F-6F8D-43B1-863F-6273A72A3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0" name="Rectangle 10">
            <a:extLst>
              <a:ext uri="{FF2B5EF4-FFF2-40B4-BE49-F238E27FC236}">
                <a16:creationId xmlns:a16="http://schemas.microsoft.com/office/drawing/2014/main" id="{98807F4B-9A36-4DFA-BBF6-5137B7B1E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1" name="Rectangle 11">
            <a:extLst>
              <a:ext uri="{FF2B5EF4-FFF2-40B4-BE49-F238E27FC236}">
                <a16:creationId xmlns:a16="http://schemas.microsoft.com/office/drawing/2014/main" id="{44D9B86A-9215-46F0-9054-BE4343295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2" name="Rectangle 12">
            <a:extLst>
              <a:ext uri="{FF2B5EF4-FFF2-40B4-BE49-F238E27FC236}">
                <a16:creationId xmlns:a16="http://schemas.microsoft.com/office/drawing/2014/main" id="{622EC1EA-EF34-48B0-B8D5-C4EA0C405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3" name="Rectangle 13">
            <a:extLst>
              <a:ext uri="{FF2B5EF4-FFF2-40B4-BE49-F238E27FC236}">
                <a16:creationId xmlns:a16="http://schemas.microsoft.com/office/drawing/2014/main" id="{703C530D-C0E9-4821-8829-D3C9DFBC2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4" name="Rectangle 14">
            <a:extLst>
              <a:ext uri="{FF2B5EF4-FFF2-40B4-BE49-F238E27FC236}">
                <a16:creationId xmlns:a16="http://schemas.microsoft.com/office/drawing/2014/main" id="{CC10E01A-7F6B-4740-8FE1-7E5565F61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5" name="Rectangle 15">
            <a:extLst>
              <a:ext uri="{FF2B5EF4-FFF2-40B4-BE49-F238E27FC236}">
                <a16:creationId xmlns:a16="http://schemas.microsoft.com/office/drawing/2014/main" id="{0146D6E7-5ABE-4BD6-9182-078D90AA0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6" name="Rectangle 16">
            <a:extLst>
              <a:ext uri="{FF2B5EF4-FFF2-40B4-BE49-F238E27FC236}">
                <a16:creationId xmlns:a16="http://schemas.microsoft.com/office/drawing/2014/main" id="{19262CB0-DD4F-4362-BD4F-E5EE2E4D9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7" name="Rectangle 17">
            <a:extLst>
              <a:ext uri="{FF2B5EF4-FFF2-40B4-BE49-F238E27FC236}">
                <a16:creationId xmlns:a16="http://schemas.microsoft.com/office/drawing/2014/main" id="{8E0D4DE6-AD06-4F27-AEAE-D0C3911BB6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8" name="Rectangle 18">
            <a:extLst>
              <a:ext uri="{FF2B5EF4-FFF2-40B4-BE49-F238E27FC236}">
                <a16:creationId xmlns:a16="http://schemas.microsoft.com/office/drawing/2014/main" id="{192F87D8-A84B-4494-9D86-60A8C6198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59" name="Rectangle 19">
            <a:extLst>
              <a:ext uri="{FF2B5EF4-FFF2-40B4-BE49-F238E27FC236}">
                <a16:creationId xmlns:a16="http://schemas.microsoft.com/office/drawing/2014/main" id="{AC266DA1-7251-4C05-B9EB-0C888B762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60" name="Rectangle 20">
            <a:extLst>
              <a:ext uri="{FF2B5EF4-FFF2-40B4-BE49-F238E27FC236}">
                <a16:creationId xmlns:a16="http://schemas.microsoft.com/office/drawing/2014/main" id="{9E81024D-BD13-4379-BA73-A633280E6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61" name="Rectangle 21">
            <a:extLst>
              <a:ext uri="{FF2B5EF4-FFF2-40B4-BE49-F238E27FC236}">
                <a16:creationId xmlns:a16="http://schemas.microsoft.com/office/drawing/2014/main" id="{17D3D1E8-E00C-49BF-8DF7-DFA208B13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62" name="Line 22">
            <a:extLst>
              <a:ext uri="{FF2B5EF4-FFF2-40B4-BE49-F238E27FC236}">
                <a16:creationId xmlns:a16="http://schemas.microsoft.com/office/drawing/2014/main" id="{03657DB4-F8D9-411C-BC5D-31FCA5DB8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63" name="Rectangle 23">
            <a:extLst>
              <a:ext uri="{FF2B5EF4-FFF2-40B4-BE49-F238E27FC236}">
                <a16:creationId xmlns:a16="http://schemas.microsoft.com/office/drawing/2014/main" id="{90074F43-526E-4750-B4E6-1C1E998C1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64" name="Line 24">
            <a:extLst>
              <a:ext uri="{FF2B5EF4-FFF2-40B4-BE49-F238E27FC236}">
                <a16:creationId xmlns:a16="http://schemas.microsoft.com/office/drawing/2014/main" id="{680D35D2-8304-4750-B490-7BE4899C79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65" name="Line 25">
            <a:extLst>
              <a:ext uri="{FF2B5EF4-FFF2-40B4-BE49-F238E27FC236}">
                <a16:creationId xmlns:a16="http://schemas.microsoft.com/office/drawing/2014/main" id="{B6AA4CC9-A54B-41B6-BDBF-C3F9FBA9CDC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66" name="Line 26">
            <a:extLst>
              <a:ext uri="{FF2B5EF4-FFF2-40B4-BE49-F238E27FC236}">
                <a16:creationId xmlns:a16="http://schemas.microsoft.com/office/drawing/2014/main" id="{D17F1915-36BB-4056-929F-2E2E4105CA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67" name="Rectangle 27">
            <a:extLst>
              <a:ext uri="{FF2B5EF4-FFF2-40B4-BE49-F238E27FC236}">
                <a16:creationId xmlns:a16="http://schemas.microsoft.com/office/drawing/2014/main" id="{AE9982CA-3B23-43BC-9B39-6AF1917E7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68" name="Rectangle 28">
            <a:extLst>
              <a:ext uri="{FF2B5EF4-FFF2-40B4-BE49-F238E27FC236}">
                <a16:creationId xmlns:a16="http://schemas.microsoft.com/office/drawing/2014/main" id="{37BFBFC2-F092-4943-A279-AC536DFC0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69" name="Rectangle 29">
            <a:extLst>
              <a:ext uri="{FF2B5EF4-FFF2-40B4-BE49-F238E27FC236}">
                <a16:creationId xmlns:a16="http://schemas.microsoft.com/office/drawing/2014/main" id="{5AE2F4C6-AE4E-4D73-AB49-B50A7AC49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0" name="Rectangle 30">
            <a:extLst>
              <a:ext uri="{FF2B5EF4-FFF2-40B4-BE49-F238E27FC236}">
                <a16:creationId xmlns:a16="http://schemas.microsoft.com/office/drawing/2014/main" id="{65559A00-2304-4F57-B50A-D775F30E3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1" name="Line 31">
            <a:extLst>
              <a:ext uri="{FF2B5EF4-FFF2-40B4-BE49-F238E27FC236}">
                <a16:creationId xmlns:a16="http://schemas.microsoft.com/office/drawing/2014/main" id="{DE39B5E8-1049-46CC-9DF3-015272DF9E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2" name="Rectangle 32">
            <a:extLst>
              <a:ext uri="{FF2B5EF4-FFF2-40B4-BE49-F238E27FC236}">
                <a16:creationId xmlns:a16="http://schemas.microsoft.com/office/drawing/2014/main" id="{73C9D349-000B-469C-BD72-D21D7C305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3" name="Rectangle 33">
            <a:extLst>
              <a:ext uri="{FF2B5EF4-FFF2-40B4-BE49-F238E27FC236}">
                <a16:creationId xmlns:a16="http://schemas.microsoft.com/office/drawing/2014/main" id="{C6E41E14-49E9-4B72-8BE7-13C88C11C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4" name="Rectangle 34">
            <a:extLst>
              <a:ext uri="{FF2B5EF4-FFF2-40B4-BE49-F238E27FC236}">
                <a16:creationId xmlns:a16="http://schemas.microsoft.com/office/drawing/2014/main" id="{E38BE614-D448-4E53-B7C5-73A85BB99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5" name="Rectangle 35">
            <a:extLst>
              <a:ext uri="{FF2B5EF4-FFF2-40B4-BE49-F238E27FC236}">
                <a16:creationId xmlns:a16="http://schemas.microsoft.com/office/drawing/2014/main" id="{C1161A22-EAEC-4C3B-8328-19F65D2DE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6" name="Rectangle 36">
            <a:extLst>
              <a:ext uri="{FF2B5EF4-FFF2-40B4-BE49-F238E27FC236}">
                <a16:creationId xmlns:a16="http://schemas.microsoft.com/office/drawing/2014/main" id="{C5D2830E-6769-4A58-B1E5-E781C1528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7" name="Rectangle 37">
            <a:extLst>
              <a:ext uri="{FF2B5EF4-FFF2-40B4-BE49-F238E27FC236}">
                <a16:creationId xmlns:a16="http://schemas.microsoft.com/office/drawing/2014/main" id="{E7FE17AD-667A-4A13-8EC6-FC7A03702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78" name="Line 38">
            <a:extLst>
              <a:ext uri="{FF2B5EF4-FFF2-40B4-BE49-F238E27FC236}">
                <a16:creationId xmlns:a16="http://schemas.microsoft.com/office/drawing/2014/main" id="{66B16CA7-5D40-42AA-8424-986BD3EFF8D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9" name="Line 39">
            <a:extLst>
              <a:ext uri="{FF2B5EF4-FFF2-40B4-BE49-F238E27FC236}">
                <a16:creationId xmlns:a16="http://schemas.microsoft.com/office/drawing/2014/main" id="{2D8E3BAD-49D8-4032-B45E-E44C9C33791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80" name="Rectangle 40">
            <a:extLst>
              <a:ext uri="{FF2B5EF4-FFF2-40B4-BE49-F238E27FC236}">
                <a16:creationId xmlns:a16="http://schemas.microsoft.com/office/drawing/2014/main" id="{86506AB0-98B3-457C-8CA9-607B4FCB8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81" name="Rectangle 41">
            <a:extLst>
              <a:ext uri="{FF2B5EF4-FFF2-40B4-BE49-F238E27FC236}">
                <a16:creationId xmlns:a16="http://schemas.microsoft.com/office/drawing/2014/main" id="{CCA15976-07AE-4597-BFC4-95FF5A131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82" name="Rectangle 42">
            <a:extLst>
              <a:ext uri="{FF2B5EF4-FFF2-40B4-BE49-F238E27FC236}">
                <a16:creationId xmlns:a16="http://schemas.microsoft.com/office/drawing/2014/main" id="{6F01BDA7-4AEE-44F9-8E33-DE5DB6262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583" name="Line 43">
            <a:extLst>
              <a:ext uri="{FF2B5EF4-FFF2-40B4-BE49-F238E27FC236}">
                <a16:creationId xmlns:a16="http://schemas.microsoft.com/office/drawing/2014/main" id="{DED18333-84BE-4CE9-8D80-630F1345A2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84" name="Rectangle 44">
            <a:extLst>
              <a:ext uri="{FF2B5EF4-FFF2-40B4-BE49-F238E27FC236}">
                <a16:creationId xmlns:a16="http://schemas.microsoft.com/office/drawing/2014/main" id="{28704E21-CEE5-4478-81E7-DDDA00B48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85" name="Line 45">
            <a:extLst>
              <a:ext uri="{FF2B5EF4-FFF2-40B4-BE49-F238E27FC236}">
                <a16:creationId xmlns:a16="http://schemas.microsoft.com/office/drawing/2014/main" id="{BD809CAC-5491-4CAA-AE2F-B2EF29A09E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86" name="Line 46">
            <a:extLst>
              <a:ext uri="{FF2B5EF4-FFF2-40B4-BE49-F238E27FC236}">
                <a16:creationId xmlns:a16="http://schemas.microsoft.com/office/drawing/2014/main" id="{0D7D5766-CD04-4D03-A882-8D0E1CCE3A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87" name="Line 47">
            <a:extLst>
              <a:ext uri="{FF2B5EF4-FFF2-40B4-BE49-F238E27FC236}">
                <a16:creationId xmlns:a16="http://schemas.microsoft.com/office/drawing/2014/main" id="{3185E3AA-ECB0-400B-A4B2-F1CB5E8932B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88" name="Rectangle 48">
            <a:extLst>
              <a:ext uri="{FF2B5EF4-FFF2-40B4-BE49-F238E27FC236}">
                <a16:creationId xmlns:a16="http://schemas.microsoft.com/office/drawing/2014/main" id="{7C54C065-2574-4CA9-B5A1-26602BE58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89" name="Rectangle 49">
            <a:extLst>
              <a:ext uri="{FF2B5EF4-FFF2-40B4-BE49-F238E27FC236}">
                <a16:creationId xmlns:a16="http://schemas.microsoft.com/office/drawing/2014/main" id="{3CB858A9-54B4-450B-AF49-39999C54D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0" name="Rectangle 50">
            <a:extLst>
              <a:ext uri="{FF2B5EF4-FFF2-40B4-BE49-F238E27FC236}">
                <a16:creationId xmlns:a16="http://schemas.microsoft.com/office/drawing/2014/main" id="{32962981-07A9-41B5-903D-D2462B15C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1" name="Rectangle 51">
            <a:extLst>
              <a:ext uri="{FF2B5EF4-FFF2-40B4-BE49-F238E27FC236}">
                <a16:creationId xmlns:a16="http://schemas.microsoft.com/office/drawing/2014/main" id="{A2981348-1805-4343-9E66-5904A8845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2" name="Line 52">
            <a:extLst>
              <a:ext uri="{FF2B5EF4-FFF2-40B4-BE49-F238E27FC236}">
                <a16:creationId xmlns:a16="http://schemas.microsoft.com/office/drawing/2014/main" id="{8C9B4580-2C4C-4CC2-ABFF-885CA60E0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93" name="Rectangle 53">
            <a:extLst>
              <a:ext uri="{FF2B5EF4-FFF2-40B4-BE49-F238E27FC236}">
                <a16:creationId xmlns:a16="http://schemas.microsoft.com/office/drawing/2014/main" id="{38B0B5ED-783B-42FC-8609-D0C962B7E6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4" name="Rectangle 54">
            <a:extLst>
              <a:ext uri="{FF2B5EF4-FFF2-40B4-BE49-F238E27FC236}">
                <a16:creationId xmlns:a16="http://schemas.microsoft.com/office/drawing/2014/main" id="{55EB2769-DB1C-4FA2-8BCE-8E92596EA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5" name="Rectangle 55">
            <a:extLst>
              <a:ext uri="{FF2B5EF4-FFF2-40B4-BE49-F238E27FC236}">
                <a16:creationId xmlns:a16="http://schemas.microsoft.com/office/drawing/2014/main" id="{31EBAB33-874A-4E7C-9174-670BC055F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6" name="Rectangle 56">
            <a:extLst>
              <a:ext uri="{FF2B5EF4-FFF2-40B4-BE49-F238E27FC236}">
                <a16:creationId xmlns:a16="http://schemas.microsoft.com/office/drawing/2014/main" id="{C047BC74-0B9B-43C4-94F9-E7AB03465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7" name="Rectangle 57">
            <a:extLst>
              <a:ext uri="{FF2B5EF4-FFF2-40B4-BE49-F238E27FC236}">
                <a16:creationId xmlns:a16="http://schemas.microsoft.com/office/drawing/2014/main" id="{B04E79B1-4AF3-4F67-9FE2-AA02FD6C3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8" name="Rectangle 58">
            <a:extLst>
              <a:ext uri="{FF2B5EF4-FFF2-40B4-BE49-F238E27FC236}">
                <a16:creationId xmlns:a16="http://schemas.microsoft.com/office/drawing/2014/main" id="{03B550DF-5C45-4F49-98A1-D9A10BA2D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599" name="Line 59">
            <a:extLst>
              <a:ext uri="{FF2B5EF4-FFF2-40B4-BE49-F238E27FC236}">
                <a16:creationId xmlns:a16="http://schemas.microsoft.com/office/drawing/2014/main" id="{C416C75C-2B25-44E0-9E6E-087F6FA15B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0" name="Line 60">
            <a:extLst>
              <a:ext uri="{FF2B5EF4-FFF2-40B4-BE49-F238E27FC236}">
                <a16:creationId xmlns:a16="http://schemas.microsoft.com/office/drawing/2014/main" id="{037C9053-A556-4C3D-BF58-10455A58AD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1" name="Line 61">
            <a:extLst>
              <a:ext uri="{FF2B5EF4-FFF2-40B4-BE49-F238E27FC236}">
                <a16:creationId xmlns:a16="http://schemas.microsoft.com/office/drawing/2014/main" id="{B3F0C051-480C-4B46-A75A-DE4D0788AD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2" name="Line 62">
            <a:extLst>
              <a:ext uri="{FF2B5EF4-FFF2-40B4-BE49-F238E27FC236}">
                <a16:creationId xmlns:a16="http://schemas.microsoft.com/office/drawing/2014/main" id="{B0A34842-8D7F-4D35-AE52-5690D8316D7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3" name="Line 63">
            <a:extLst>
              <a:ext uri="{FF2B5EF4-FFF2-40B4-BE49-F238E27FC236}">
                <a16:creationId xmlns:a16="http://schemas.microsoft.com/office/drawing/2014/main" id="{7AAF941A-B92A-4090-874A-83A2C64A880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4" name="Rectangle 64">
            <a:extLst>
              <a:ext uri="{FF2B5EF4-FFF2-40B4-BE49-F238E27FC236}">
                <a16:creationId xmlns:a16="http://schemas.microsoft.com/office/drawing/2014/main" id="{8A3AC38D-1DCC-47DC-9FAA-974AA6EDD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8605" name="Rectangle 65">
            <a:extLst>
              <a:ext uri="{FF2B5EF4-FFF2-40B4-BE49-F238E27FC236}">
                <a16:creationId xmlns:a16="http://schemas.microsoft.com/office/drawing/2014/main" id="{AECE2019-6D4A-4BE7-B8E6-E98831AF3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06" name="Rectangle 66">
            <a:extLst>
              <a:ext uri="{FF2B5EF4-FFF2-40B4-BE49-F238E27FC236}">
                <a16:creationId xmlns:a16="http://schemas.microsoft.com/office/drawing/2014/main" id="{3B9DD06C-07C5-41BD-BF7A-F51F2642E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07" name="Rectangle 67">
            <a:extLst>
              <a:ext uri="{FF2B5EF4-FFF2-40B4-BE49-F238E27FC236}">
                <a16:creationId xmlns:a16="http://schemas.microsoft.com/office/drawing/2014/main" id="{C4E66A05-698A-49F4-970D-CDEF6A535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08" name="Rectangle 68">
            <a:extLst>
              <a:ext uri="{FF2B5EF4-FFF2-40B4-BE49-F238E27FC236}">
                <a16:creationId xmlns:a16="http://schemas.microsoft.com/office/drawing/2014/main" id="{5D0D9018-4224-4F2C-A523-71E4DB37B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09" name="Rectangle 69">
            <a:extLst>
              <a:ext uri="{FF2B5EF4-FFF2-40B4-BE49-F238E27FC236}">
                <a16:creationId xmlns:a16="http://schemas.microsoft.com/office/drawing/2014/main" id="{28321AB7-5C28-4E44-AAF2-22D6B9DFA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10" name="Rectangle 70">
            <a:extLst>
              <a:ext uri="{FF2B5EF4-FFF2-40B4-BE49-F238E27FC236}">
                <a16:creationId xmlns:a16="http://schemas.microsoft.com/office/drawing/2014/main" id="{A91ABCCC-3F4F-45E5-B750-27DC2237A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11" name="Rectangle 71">
            <a:extLst>
              <a:ext uri="{FF2B5EF4-FFF2-40B4-BE49-F238E27FC236}">
                <a16:creationId xmlns:a16="http://schemas.microsoft.com/office/drawing/2014/main" id="{9B3CAFAC-0E73-43D1-9086-2BB9774B8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12" name="Line 72">
            <a:extLst>
              <a:ext uri="{FF2B5EF4-FFF2-40B4-BE49-F238E27FC236}">
                <a16:creationId xmlns:a16="http://schemas.microsoft.com/office/drawing/2014/main" id="{4BD062BF-CED6-4F6D-8964-6D666D7C80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13" name="Rectangle 73">
            <a:extLst>
              <a:ext uri="{FF2B5EF4-FFF2-40B4-BE49-F238E27FC236}">
                <a16:creationId xmlns:a16="http://schemas.microsoft.com/office/drawing/2014/main" id="{73F55F92-E79C-4CA6-B15A-23A408107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14" name="Rectangle 74">
            <a:extLst>
              <a:ext uri="{FF2B5EF4-FFF2-40B4-BE49-F238E27FC236}">
                <a16:creationId xmlns:a16="http://schemas.microsoft.com/office/drawing/2014/main" id="{3B1BC29B-2625-4C82-BAE4-8669BE274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15" name="Freeform 75">
            <a:extLst>
              <a:ext uri="{FF2B5EF4-FFF2-40B4-BE49-F238E27FC236}">
                <a16:creationId xmlns:a16="http://schemas.microsoft.com/office/drawing/2014/main" id="{D3665DEB-6ADB-4AEC-BED6-30732D2BFBB8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8616" name="Freeform 76">
            <a:extLst>
              <a:ext uri="{FF2B5EF4-FFF2-40B4-BE49-F238E27FC236}">
                <a16:creationId xmlns:a16="http://schemas.microsoft.com/office/drawing/2014/main" id="{20C9ED2E-68C8-4438-8EAF-F43A54B0E823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17" name="Freeform 77">
            <a:extLst>
              <a:ext uri="{FF2B5EF4-FFF2-40B4-BE49-F238E27FC236}">
                <a16:creationId xmlns:a16="http://schemas.microsoft.com/office/drawing/2014/main" id="{AF299D60-B4EB-4FD5-9A21-08386429A678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8618" name="Freeform 78">
            <a:extLst>
              <a:ext uri="{FF2B5EF4-FFF2-40B4-BE49-F238E27FC236}">
                <a16:creationId xmlns:a16="http://schemas.microsoft.com/office/drawing/2014/main" id="{923DD9A2-2BBE-4013-9395-2AC8609B6819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19" name="Freeform 79">
            <a:extLst>
              <a:ext uri="{FF2B5EF4-FFF2-40B4-BE49-F238E27FC236}">
                <a16:creationId xmlns:a16="http://schemas.microsoft.com/office/drawing/2014/main" id="{11F6CE58-AD25-417D-8DB6-01FC9A6122FA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8620" name="Freeform 80">
            <a:extLst>
              <a:ext uri="{FF2B5EF4-FFF2-40B4-BE49-F238E27FC236}">
                <a16:creationId xmlns:a16="http://schemas.microsoft.com/office/drawing/2014/main" id="{BE1010B4-5A5E-45F9-9EC3-2B1C73F54E7C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1" name="Line 85">
            <a:extLst>
              <a:ext uri="{FF2B5EF4-FFF2-40B4-BE49-F238E27FC236}">
                <a16:creationId xmlns:a16="http://schemas.microsoft.com/office/drawing/2014/main" id="{D5746584-FEAD-4331-9B9E-E38B7A3CA7B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2" name="Line 86">
            <a:extLst>
              <a:ext uri="{FF2B5EF4-FFF2-40B4-BE49-F238E27FC236}">
                <a16:creationId xmlns:a16="http://schemas.microsoft.com/office/drawing/2014/main" id="{363BA74F-9E5A-4110-AAE4-999A5161FF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3" name="Line 91">
            <a:extLst>
              <a:ext uri="{FF2B5EF4-FFF2-40B4-BE49-F238E27FC236}">
                <a16:creationId xmlns:a16="http://schemas.microsoft.com/office/drawing/2014/main" id="{36E6B528-264B-4462-ADDC-10FB4A1544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4" name="Line 92">
            <a:extLst>
              <a:ext uri="{FF2B5EF4-FFF2-40B4-BE49-F238E27FC236}">
                <a16:creationId xmlns:a16="http://schemas.microsoft.com/office/drawing/2014/main" id="{2D91CAA9-BBE0-416F-A41D-4889DCDA1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5" name="Line 93">
            <a:extLst>
              <a:ext uri="{FF2B5EF4-FFF2-40B4-BE49-F238E27FC236}">
                <a16:creationId xmlns:a16="http://schemas.microsoft.com/office/drawing/2014/main" id="{9B3521B8-1848-41DE-ADC5-3006434BEE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6" name="Freeform 94">
            <a:extLst>
              <a:ext uri="{FF2B5EF4-FFF2-40B4-BE49-F238E27FC236}">
                <a16:creationId xmlns:a16="http://schemas.microsoft.com/office/drawing/2014/main" id="{99F0956F-F7B4-4857-8878-7A2E69F98C57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8627" name="Freeform 95">
            <a:extLst>
              <a:ext uri="{FF2B5EF4-FFF2-40B4-BE49-F238E27FC236}">
                <a16:creationId xmlns:a16="http://schemas.microsoft.com/office/drawing/2014/main" id="{FDA64122-DCD7-4CF2-959D-76C93CCBCF7D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28" name="Rectangle 96">
            <a:extLst>
              <a:ext uri="{FF2B5EF4-FFF2-40B4-BE49-F238E27FC236}">
                <a16:creationId xmlns:a16="http://schemas.microsoft.com/office/drawing/2014/main" id="{0E3D2A16-7989-490F-9594-4150CDFE5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29" name="Rectangle 97">
            <a:extLst>
              <a:ext uri="{FF2B5EF4-FFF2-40B4-BE49-F238E27FC236}">
                <a16:creationId xmlns:a16="http://schemas.microsoft.com/office/drawing/2014/main" id="{EE46DD95-22E2-436E-8DCA-42DFDC000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30" name="AutoShape 99">
            <a:extLst>
              <a:ext uri="{FF2B5EF4-FFF2-40B4-BE49-F238E27FC236}">
                <a16:creationId xmlns:a16="http://schemas.microsoft.com/office/drawing/2014/main" id="{032D84F0-F77C-400C-B834-97C4BEFD5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31" name="AutoShape 101">
            <a:extLst>
              <a:ext uri="{FF2B5EF4-FFF2-40B4-BE49-F238E27FC236}">
                <a16:creationId xmlns:a16="http://schemas.microsoft.com/office/drawing/2014/main" id="{6E4611A8-43FC-4C13-9D01-25E8023C7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8632" name="Title 1">
            <a:extLst>
              <a:ext uri="{FF2B5EF4-FFF2-40B4-BE49-F238E27FC236}">
                <a16:creationId xmlns:a16="http://schemas.microsoft.com/office/drawing/2014/main" id="{9F0B7786-0CD8-40DE-9FA3-A37763E823F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08633" name="TextBox 125">
            <a:extLst>
              <a:ext uri="{FF2B5EF4-FFF2-40B4-BE49-F238E27FC236}">
                <a16:creationId xmlns:a16="http://schemas.microsoft.com/office/drawing/2014/main" id="{73896F25-C786-41DB-A0BE-D2E4E01A21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8634" name="TextBox 16">
            <a:extLst>
              <a:ext uri="{FF2B5EF4-FFF2-40B4-BE49-F238E27FC236}">
                <a16:creationId xmlns:a16="http://schemas.microsoft.com/office/drawing/2014/main" id="{C351E209-492A-4BC1-BA5B-35E45919D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35" name="TextBox 16">
            <a:extLst>
              <a:ext uri="{FF2B5EF4-FFF2-40B4-BE49-F238E27FC236}">
                <a16:creationId xmlns:a16="http://schemas.microsoft.com/office/drawing/2014/main" id="{ED726420-A899-4DAC-BC63-FE1D01AB8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36" name="TextBox 16">
            <a:extLst>
              <a:ext uri="{FF2B5EF4-FFF2-40B4-BE49-F238E27FC236}">
                <a16:creationId xmlns:a16="http://schemas.microsoft.com/office/drawing/2014/main" id="{F98FC6E5-9B97-40EE-92B2-FB10CAD56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37" name="TextBox 16">
            <a:extLst>
              <a:ext uri="{FF2B5EF4-FFF2-40B4-BE49-F238E27FC236}">
                <a16:creationId xmlns:a16="http://schemas.microsoft.com/office/drawing/2014/main" id="{56E36362-C1A8-467B-B7D9-2C851CBBC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38" name="TextBox 16">
            <a:extLst>
              <a:ext uri="{FF2B5EF4-FFF2-40B4-BE49-F238E27FC236}">
                <a16:creationId xmlns:a16="http://schemas.microsoft.com/office/drawing/2014/main" id="{5603F4F9-A127-48FA-A0F3-CBAE1957A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39" name="TextBox 16">
            <a:extLst>
              <a:ext uri="{FF2B5EF4-FFF2-40B4-BE49-F238E27FC236}">
                <a16:creationId xmlns:a16="http://schemas.microsoft.com/office/drawing/2014/main" id="{A80E5BB0-C981-40E3-BC3A-982A6B181D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0" name="TextBox 16">
            <a:extLst>
              <a:ext uri="{FF2B5EF4-FFF2-40B4-BE49-F238E27FC236}">
                <a16:creationId xmlns:a16="http://schemas.microsoft.com/office/drawing/2014/main" id="{92D9E0F9-78AA-402E-8144-F105FEC81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1" name="TextBox 16">
            <a:extLst>
              <a:ext uri="{FF2B5EF4-FFF2-40B4-BE49-F238E27FC236}">
                <a16:creationId xmlns:a16="http://schemas.microsoft.com/office/drawing/2014/main" id="{51309AAB-B183-41B9-BDCC-B14EE79DD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2" name="TextBox 16">
            <a:extLst>
              <a:ext uri="{FF2B5EF4-FFF2-40B4-BE49-F238E27FC236}">
                <a16:creationId xmlns:a16="http://schemas.microsoft.com/office/drawing/2014/main" id="{B2A22056-8091-4AF7-BE6E-47E3AA3BC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3" name="TextBox 16">
            <a:extLst>
              <a:ext uri="{FF2B5EF4-FFF2-40B4-BE49-F238E27FC236}">
                <a16:creationId xmlns:a16="http://schemas.microsoft.com/office/drawing/2014/main" id="{50D38865-A3CE-4018-A91D-BBF4A44C1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4" name="TextBox 16">
            <a:extLst>
              <a:ext uri="{FF2B5EF4-FFF2-40B4-BE49-F238E27FC236}">
                <a16:creationId xmlns:a16="http://schemas.microsoft.com/office/drawing/2014/main" id="{C02C5E38-D602-4CE8-92DD-A967111E9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5" name="TextBox 16">
            <a:extLst>
              <a:ext uri="{FF2B5EF4-FFF2-40B4-BE49-F238E27FC236}">
                <a16:creationId xmlns:a16="http://schemas.microsoft.com/office/drawing/2014/main" id="{CF503A78-1ACB-464F-AD44-39CC32F871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6" name="TextBox 16">
            <a:extLst>
              <a:ext uri="{FF2B5EF4-FFF2-40B4-BE49-F238E27FC236}">
                <a16:creationId xmlns:a16="http://schemas.microsoft.com/office/drawing/2014/main" id="{277ED48B-3822-4DE4-A296-229E33FFF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7" name="TextBox 16">
            <a:extLst>
              <a:ext uri="{FF2B5EF4-FFF2-40B4-BE49-F238E27FC236}">
                <a16:creationId xmlns:a16="http://schemas.microsoft.com/office/drawing/2014/main" id="{373D05DF-89CB-4CAE-8710-C69F0ABB1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8" name="TextBox 16">
            <a:extLst>
              <a:ext uri="{FF2B5EF4-FFF2-40B4-BE49-F238E27FC236}">
                <a16:creationId xmlns:a16="http://schemas.microsoft.com/office/drawing/2014/main" id="{BF5F16B6-0D95-480D-85A0-60AED0090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49" name="TextBox 16">
            <a:extLst>
              <a:ext uri="{FF2B5EF4-FFF2-40B4-BE49-F238E27FC236}">
                <a16:creationId xmlns:a16="http://schemas.microsoft.com/office/drawing/2014/main" id="{53B2CBD4-2EE1-4C21-960E-19FD401D4F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50" name="TextBox 16">
            <a:extLst>
              <a:ext uri="{FF2B5EF4-FFF2-40B4-BE49-F238E27FC236}">
                <a16:creationId xmlns:a16="http://schemas.microsoft.com/office/drawing/2014/main" id="{E37A2CF0-84DE-46AD-A144-8B1694375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8651" name="TextBox 16">
            <a:extLst>
              <a:ext uri="{FF2B5EF4-FFF2-40B4-BE49-F238E27FC236}">
                <a16:creationId xmlns:a16="http://schemas.microsoft.com/office/drawing/2014/main" id="{CB80E77E-2272-4073-BA0F-33D5D0826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Line 4">
            <a:extLst>
              <a:ext uri="{FF2B5EF4-FFF2-40B4-BE49-F238E27FC236}">
                <a16:creationId xmlns:a16="http://schemas.microsoft.com/office/drawing/2014/main" id="{C0A0C752-320C-41D4-A71A-5A71CBE84D8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0" name="Freeform 5">
            <a:extLst>
              <a:ext uri="{FF2B5EF4-FFF2-40B4-BE49-F238E27FC236}">
                <a16:creationId xmlns:a16="http://schemas.microsoft.com/office/drawing/2014/main" id="{4E58C6C4-DE37-481D-9774-6140BC7D17E7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1" name="Freeform 7">
            <a:extLst>
              <a:ext uri="{FF2B5EF4-FFF2-40B4-BE49-F238E27FC236}">
                <a16:creationId xmlns:a16="http://schemas.microsoft.com/office/drawing/2014/main" id="{16F70F66-3B05-441B-89BE-C3C7A4829786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2" name="Rectangle 8">
            <a:extLst>
              <a:ext uri="{FF2B5EF4-FFF2-40B4-BE49-F238E27FC236}">
                <a16:creationId xmlns:a16="http://schemas.microsoft.com/office/drawing/2014/main" id="{476493E5-1060-4E9A-9DA6-4F8BB0EBD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3" name="Rectangle 9">
            <a:extLst>
              <a:ext uri="{FF2B5EF4-FFF2-40B4-BE49-F238E27FC236}">
                <a16:creationId xmlns:a16="http://schemas.microsoft.com/office/drawing/2014/main" id="{D00C15FB-6BB2-4F16-B128-684D5835B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4" name="Rectangle 10">
            <a:extLst>
              <a:ext uri="{FF2B5EF4-FFF2-40B4-BE49-F238E27FC236}">
                <a16:creationId xmlns:a16="http://schemas.microsoft.com/office/drawing/2014/main" id="{8436D9CB-15E1-4930-AC44-DC8B2834A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5" name="Rectangle 11">
            <a:extLst>
              <a:ext uri="{FF2B5EF4-FFF2-40B4-BE49-F238E27FC236}">
                <a16:creationId xmlns:a16="http://schemas.microsoft.com/office/drawing/2014/main" id="{FA5A34DD-02D2-45C9-B7FD-7F1029BE0F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6" name="Rectangle 12">
            <a:extLst>
              <a:ext uri="{FF2B5EF4-FFF2-40B4-BE49-F238E27FC236}">
                <a16:creationId xmlns:a16="http://schemas.microsoft.com/office/drawing/2014/main" id="{0C38EC5D-6378-4281-950B-65BBD7BB4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7" name="Rectangle 13">
            <a:extLst>
              <a:ext uri="{FF2B5EF4-FFF2-40B4-BE49-F238E27FC236}">
                <a16:creationId xmlns:a16="http://schemas.microsoft.com/office/drawing/2014/main" id="{BD1B5883-3156-45B1-AF2B-7AD22F32F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8" name="Rectangle 14">
            <a:extLst>
              <a:ext uri="{FF2B5EF4-FFF2-40B4-BE49-F238E27FC236}">
                <a16:creationId xmlns:a16="http://schemas.microsoft.com/office/drawing/2014/main" id="{F6994F35-7BD6-4281-89A8-E08472F8D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79" name="Rectangle 15">
            <a:extLst>
              <a:ext uri="{FF2B5EF4-FFF2-40B4-BE49-F238E27FC236}">
                <a16:creationId xmlns:a16="http://schemas.microsoft.com/office/drawing/2014/main" id="{279248AE-BD5F-4FFC-8463-AAD49BD90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80" name="Rectangle 16">
            <a:extLst>
              <a:ext uri="{FF2B5EF4-FFF2-40B4-BE49-F238E27FC236}">
                <a16:creationId xmlns:a16="http://schemas.microsoft.com/office/drawing/2014/main" id="{7862DF91-994B-4982-87B8-FA6A883B9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81" name="Rectangle 17">
            <a:extLst>
              <a:ext uri="{FF2B5EF4-FFF2-40B4-BE49-F238E27FC236}">
                <a16:creationId xmlns:a16="http://schemas.microsoft.com/office/drawing/2014/main" id="{2E2D43B3-C999-4622-890D-2888A4C4D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82" name="Rectangle 18">
            <a:extLst>
              <a:ext uri="{FF2B5EF4-FFF2-40B4-BE49-F238E27FC236}">
                <a16:creationId xmlns:a16="http://schemas.microsoft.com/office/drawing/2014/main" id="{B4073F13-FA2A-4F6E-93ED-9517AC92D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83" name="Rectangle 19">
            <a:extLst>
              <a:ext uri="{FF2B5EF4-FFF2-40B4-BE49-F238E27FC236}">
                <a16:creationId xmlns:a16="http://schemas.microsoft.com/office/drawing/2014/main" id="{53DA61EB-DCAB-459E-87EE-61DAB25D7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84" name="Rectangle 20">
            <a:extLst>
              <a:ext uri="{FF2B5EF4-FFF2-40B4-BE49-F238E27FC236}">
                <a16:creationId xmlns:a16="http://schemas.microsoft.com/office/drawing/2014/main" id="{9ED4D0F4-2D49-48D4-A487-D4F38FF6A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85" name="Rectangle 21">
            <a:extLst>
              <a:ext uri="{FF2B5EF4-FFF2-40B4-BE49-F238E27FC236}">
                <a16:creationId xmlns:a16="http://schemas.microsoft.com/office/drawing/2014/main" id="{A2F20898-959E-41E3-AFA8-17FEF7076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586" name="Line 22">
            <a:extLst>
              <a:ext uri="{FF2B5EF4-FFF2-40B4-BE49-F238E27FC236}">
                <a16:creationId xmlns:a16="http://schemas.microsoft.com/office/drawing/2014/main" id="{F5F94DDB-2746-48A4-BD0C-CB46EA3ECB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87" name="Rectangle 23">
            <a:extLst>
              <a:ext uri="{FF2B5EF4-FFF2-40B4-BE49-F238E27FC236}">
                <a16:creationId xmlns:a16="http://schemas.microsoft.com/office/drawing/2014/main" id="{FF883C13-B52B-4231-B324-B7999C676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88" name="Line 24">
            <a:extLst>
              <a:ext uri="{FF2B5EF4-FFF2-40B4-BE49-F238E27FC236}">
                <a16:creationId xmlns:a16="http://schemas.microsoft.com/office/drawing/2014/main" id="{6D396A11-905D-4C46-98B0-E3434AC5D93B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89" name="Line 25">
            <a:extLst>
              <a:ext uri="{FF2B5EF4-FFF2-40B4-BE49-F238E27FC236}">
                <a16:creationId xmlns:a16="http://schemas.microsoft.com/office/drawing/2014/main" id="{5EA73B94-C36A-4D0E-B97E-4D28739A77B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0" name="Line 26">
            <a:extLst>
              <a:ext uri="{FF2B5EF4-FFF2-40B4-BE49-F238E27FC236}">
                <a16:creationId xmlns:a16="http://schemas.microsoft.com/office/drawing/2014/main" id="{B03AAD5F-19C5-4365-936F-2F65071D9EB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1" name="Rectangle 27">
            <a:extLst>
              <a:ext uri="{FF2B5EF4-FFF2-40B4-BE49-F238E27FC236}">
                <a16:creationId xmlns:a16="http://schemas.microsoft.com/office/drawing/2014/main" id="{BB6E5D59-7FCF-41BB-8531-90C4C39C3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2" name="Rectangle 28">
            <a:extLst>
              <a:ext uri="{FF2B5EF4-FFF2-40B4-BE49-F238E27FC236}">
                <a16:creationId xmlns:a16="http://schemas.microsoft.com/office/drawing/2014/main" id="{53924FA3-3E7F-4B06-97F3-DCAB4D40A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3" name="Rectangle 29">
            <a:extLst>
              <a:ext uri="{FF2B5EF4-FFF2-40B4-BE49-F238E27FC236}">
                <a16:creationId xmlns:a16="http://schemas.microsoft.com/office/drawing/2014/main" id="{23437BA7-D749-454E-8BB0-F28C0DED8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4" name="Rectangle 30">
            <a:extLst>
              <a:ext uri="{FF2B5EF4-FFF2-40B4-BE49-F238E27FC236}">
                <a16:creationId xmlns:a16="http://schemas.microsoft.com/office/drawing/2014/main" id="{A94FBA5E-AAD5-40E2-B6D1-FA5E9EC07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5" name="Line 31">
            <a:extLst>
              <a:ext uri="{FF2B5EF4-FFF2-40B4-BE49-F238E27FC236}">
                <a16:creationId xmlns:a16="http://schemas.microsoft.com/office/drawing/2014/main" id="{6E436918-6FAD-4764-A981-09C1C8163D7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6" name="Rectangle 32">
            <a:extLst>
              <a:ext uri="{FF2B5EF4-FFF2-40B4-BE49-F238E27FC236}">
                <a16:creationId xmlns:a16="http://schemas.microsoft.com/office/drawing/2014/main" id="{59FD65C3-06EE-4618-A264-0FD31FF3D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7" name="Rectangle 33">
            <a:extLst>
              <a:ext uri="{FF2B5EF4-FFF2-40B4-BE49-F238E27FC236}">
                <a16:creationId xmlns:a16="http://schemas.microsoft.com/office/drawing/2014/main" id="{DE9EDEC7-B802-47B0-A1EA-B15C0EB6E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8" name="Rectangle 34">
            <a:extLst>
              <a:ext uri="{FF2B5EF4-FFF2-40B4-BE49-F238E27FC236}">
                <a16:creationId xmlns:a16="http://schemas.microsoft.com/office/drawing/2014/main" id="{7B346905-48B9-41F1-A543-5F1E5B803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599" name="Rectangle 35">
            <a:extLst>
              <a:ext uri="{FF2B5EF4-FFF2-40B4-BE49-F238E27FC236}">
                <a16:creationId xmlns:a16="http://schemas.microsoft.com/office/drawing/2014/main" id="{F14D1C6E-B52C-4291-A739-C2FA666C5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00" name="Rectangle 36">
            <a:extLst>
              <a:ext uri="{FF2B5EF4-FFF2-40B4-BE49-F238E27FC236}">
                <a16:creationId xmlns:a16="http://schemas.microsoft.com/office/drawing/2014/main" id="{31B6D06F-2220-4A83-8276-AA68F93F7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01" name="Rectangle 37">
            <a:extLst>
              <a:ext uri="{FF2B5EF4-FFF2-40B4-BE49-F238E27FC236}">
                <a16:creationId xmlns:a16="http://schemas.microsoft.com/office/drawing/2014/main" id="{28FB14F9-5597-4D34-AAFD-E80140FE8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02" name="Line 38">
            <a:extLst>
              <a:ext uri="{FF2B5EF4-FFF2-40B4-BE49-F238E27FC236}">
                <a16:creationId xmlns:a16="http://schemas.microsoft.com/office/drawing/2014/main" id="{EE496C06-B152-4FC6-AF8C-E3138A9C91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3" name="Line 39">
            <a:extLst>
              <a:ext uri="{FF2B5EF4-FFF2-40B4-BE49-F238E27FC236}">
                <a16:creationId xmlns:a16="http://schemas.microsoft.com/office/drawing/2014/main" id="{D9A0CBC4-05F4-4FD9-BF06-F4821EB886A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4" name="Rectangle 40">
            <a:extLst>
              <a:ext uri="{FF2B5EF4-FFF2-40B4-BE49-F238E27FC236}">
                <a16:creationId xmlns:a16="http://schemas.microsoft.com/office/drawing/2014/main" id="{3CF42E7F-9701-43F8-8DB7-254E4CA1E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05" name="Rectangle 41">
            <a:extLst>
              <a:ext uri="{FF2B5EF4-FFF2-40B4-BE49-F238E27FC236}">
                <a16:creationId xmlns:a16="http://schemas.microsoft.com/office/drawing/2014/main" id="{0CB9B08B-9A68-4262-805F-CF66D0FB2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06" name="Rectangle 42">
            <a:extLst>
              <a:ext uri="{FF2B5EF4-FFF2-40B4-BE49-F238E27FC236}">
                <a16:creationId xmlns:a16="http://schemas.microsoft.com/office/drawing/2014/main" id="{58908A7B-1339-44DF-A4EB-C716D2AAB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07" name="Line 43">
            <a:extLst>
              <a:ext uri="{FF2B5EF4-FFF2-40B4-BE49-F238E27FC236}">
                <a16:creationId xmlns:a16="http://schemas.microsoft.com/office/drawing/2014/main" id="{F674D880-0418-4E4F-B599-348E362A633F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8" name="Rectangle 44">
            <a:extLst>
              <a:ext uri="{FF2B5EF4-FFF2-40B4-BE49-F238E27FC236}">
                <a16:creationId xmlns:a16="http://schemas.microsoft.com/office/drawing/2014/main" id="{A153363C-ED43-438F-9BC8-1AAF5DAC0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09" name="Line 45">
            <a:extLst>
              <a:ext uri="{FF2B5EF4-FFF2-40B4-BE49-F238E27FC236}">
                <a16:creationId xmlns:a16="http://schemas.microsoft.com/office/drawing/2014/main" id="{42548C3B-73F9-4ED1-BB05-786F25B571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10" name="Line 46">
            <a:extLst>
              <a:ext uri="{FF2B5EF4-FFF2-40B4-BE49-F238E27FC236}">
                <a16:creationId xmlns:a16="http://schemas.microsoft.com/office/drawing/2014/main" id="{82A68E32-679F-4743-AA99-5C2921C43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11" name="Line 47">
            <a:extLst>
              <a:ext uri="{FF2B5EF4-FFF2-40B4-BE49-F238E27FC236}">
                <a16:creationId xmlns:a16="http://schemas.microsoft.com/office/drawing/2014/main" id="{9142A7C1-261E-47C4-8955-7ADD648D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12" name="Rectangle 48">
            <a:extLst>
              <a:ext uri="{FF2B5EF4-FFF2-40B4-BE49-F238E27FC236}">
                <a16:creationId xmlns:a16="http://schemas.microsoft.com/office/drawing/2014/main" id="{A7B51CFD-E510-47FB-8189-9C144212D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13" name="Rectangle 49">
            <a:extLst>
              <a:ext uri="{FF2B5EF4-FFF2-40B4-BE49-F238E27FC236}">
                <a16:creationId xmlns:a16="http://schemas.microsoft.com/office/drawing/2014/main" id="{941EF379-71ED-4D88-B596-D5335E448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14" name="Rectangle 50">
            <a:extLst>
              <a:ext uri="{FF2B5EF4-FFF2-40B4-BE49-F238E27FC236}">
                <a16:creationId xmlns:a16="http://schemas.microsoft.com/office/drawing/2014/main" id="{A7428045-0268-4488-B1A7-C8E02063E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15" name="Rectangle 51">
            <a:extLst>
              <a:ext uri="{FF2B5EF4-FFF2-40B4-BE49-F238E27FC236}">
                <a16:creationId xmlns:a16="http://schemas.microsoft.com/office/drawing/2014/main" id="{9CB62F1A-A307-45F6-8BD3-4886FE699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16" name="Line 52">
            <a:extLst>
              <a:ext uri="{FF2B5EF4-FFF2-40B4-BE49-F238E27FC236}">
                <a16:creationId xmlns:a16="http://schemas.microsoft.com/office/drawing/2014/main" id="{B848D2A4-C4B4-4EE4-8A74-86FB1DBDA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17" name="Rectangle 53">
            <a:extLst>
              <a:ext uri="{FF2B5EF4-FFF2-40B4-BE49-F238E27FC236}">
                <a16:creationId xmlns:a16="http://schemas.microsoft.com/office/drawing/2014/main" id="{E6A0E197-3FFA-495E-9F99-B507642B2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18" name="Rectangle 54">
            <a:extLst>
              <a:ext uri="{FF2B5EF4-FFF2-40B4-BE49-F238E27FC236}">
                <a16:creationId xmlns:a16="http://schemas.microsoft.com/office/drawing/2014/main" id="{7C6789A1-97F2-4C7E-A2CA-21247165A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19" name="Rectangle 55">
            <a:extLst>
              <a:ext uri="{FF2B5EF4-FFF2-40B4-BE49-F238E27FC236}">
                <a16:creationId xmlns:a16="http://schemas.microsoft.com/office/drawing/2014/main" id="{47C35EE9-06F5-48FE-B704-56318B621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20" name="Rectangle 56">
            <a:extLst>
              <a:ext uri="{FF2B5EF4-FFF2-40B4-BE49-F238E27FC236}">
                <a16:creationId xmlns:a16="http://schemas.microsoft.com/office/drawing/2014/main" id="{A4356EAF-4274-4F54-9048-D49D44341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21" name="Rectangle 57">
            <a:extLst>
              <a:ext uri="{FF2B5EF4-FFF2-40B4-BE49-F238E27FC236}">
                <a16:creationId xmlns:a16="http://schemas.microsoft.com/office/drawing/2014/main" id="{9EDEB2F8-FA81-4364-8839-387C216E9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22" name="Rectangle 58">
            <a:extLst>
              <a:ext uri="{FF2B5EF4-FFF2-40B4-BE49-F238E27FC236}">
                <a16:creationId xmlns:a16="http://schemas.microsoft.com/office/drawing/2014/main" id="{58C5D941-39B8-4E46-8B39-70D111E92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23" name="Line 59">
            <a:extLst>
              <a:ext uri="{FF2B5EF4-FFF2-40B4-BE49-F238E27FC236}">
                <a16:creationId xmlns:a16="http://schemas.microsoft.com/office/drawing/2014/main" id="{BC88D4E5-7B8C-468B-8EC3-5445279A8DC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24" name="Line 60">
            <a:extLst>
              <a:ext uri="{FF2B5EF4-FFF2-40B4-BE49-F238E27FC236}">
                <a16:creationId xmlns:a16="http://schemas.microsoft.com/office/drawing/2014/main" id="{6A10EB75-15E0-4319-A557-289A9832DA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25" name="Line 61">
            <a:extLst>
              <a:ext uri="{FF2B5EF4-FFF2-40B4-BE49-F238E27FC236}">
                <a16:creationId xmlns:a16="http://schemas.microsoft.com/office/drawing/2014/main" id="{9C09DBBE-ADD8-45FA-8ED8-0B748F863B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26" name="Line 62">
            <a:extLst>
              <a:ext uri="{FF2B5EF4-FFF2-40B4-BE49-F238E27FC236}">
                <a16:creationId xmlns:a16="http://schemas.microsoft.com/office/drawing/2014/main" id="{02A0731F-9527-4C0E-B8E4-DD72D58C02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27" name="Line 63">
            <a:extLst>
              <a:ext uri="{FF2B5EF4-FFF2-40B4-BE49-F238E27FC236}">
                <a16:creationId xmlns:a16="http://schemas.microsoft.com/office/drawing/2014/main" id="{42186333-7B3D-49A4-8454-C80FDDAF63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28" name="Rectangle 64">
            <a:extLst>
              <a:ext uri="{FF2B5EF4-FFF2-40B4-BE49-F238E27FC236}">
                <a16:creationId xmlns:a16="http://schemas.microsoft.com/office/drawing/2014/main" id="{45D29296-365D-4CE4-B295-C76B57B10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09629" name="Rectangle 65">
            <a:extLst>
              <a:ext uri="{FF2B5EF4-FFF2-40B4-BE49-F238E27FC236}">
                <a16:creationId xmlns:a16="http://schemas.microsoft.com/office/drawing/2014/main" id="{3CF5EBA2-5EB9-4331-9B0E-D4B8BB96E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0" name="Rectangle 66">
            <a:extLst>
              <a:ext uri="{FF2B5EF4-FFF2-40B4-BE49-F238E27FC236}">
                <a16:creationId xmlns:a16="http://schemas.microsoft.com/office/drawing/2014/main" id="{654E50E3-7A79-4266-B04F-5B4F2E03A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1" name="Rectangle 67">
            <a:extLst>
              <a:ext uri="{FF2B5EF4-FFF2-40B4-BE49-F238E27FC236}">
                <a16:creationId xmlns:a16="http://schemas.microsoft.com/office/drawing/2014/main" id="{50841AF9-DD82-44FF-AD8D-C26C45443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2" name="Rectangle 68">
            <a:extLst>
              <a:ext uri="{FF2B5EF4-FFF2-40B4-BE49-F238E27FC236}">
                <a16:creationId xmlns:a16="http://schemas.microsoft.com/office/drawing/2014/main" id="{F9BECC30-3711-452C-9435-C5A4BE5E0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3" name="Rectangle 69">
            <a:extLst>
              <a:ext uri="{FF2B5EF4-FFF2-40B4-BE49-F238E27FC236}">
                <a16:creationId xmlns:a16="http://schemas.microsoft.com/office/drawing/2014/main" id="{CA835CB8-1EB7-4C99-B9C8-F1F598286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4" name="Rectangle 70">
            <a:extLst>
              <a:ext uri="{FF2B5EF4-FFF2-40B4-BE49-F238E27FC236}">
                <a16:creationId xmlns:a16="http://schemas.microsoft.com/office/drawing/2014/main" id="{A245CA4F-31F0-4B9D-8833-8BF146C0F1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5" name="Rectangle 71">
            <a:extLst>
              <a:ext uri="{FF2B5EF4-FFF2-40B4-BE49-F238E27FC236}">
                <a16:creationId xmlns:a16="http://schemas.microsoft.com/office/drawing/2014/main" id="{548EF8D0-0404-41BF-94DA-9E3655E98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6" name="Line 72">
            <a:extLst>
              <a:ext uri="{FF2B5EF4-FFF2-40B4-BE49-F238E27FC236}">
                <a16:creationId xmlns:a16="http://schemas.microsoft.com/office/drawing/2014/main" id="{2D571426-CB42-4291-8B75-2C4A72CC90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37" name="Rectangle 73">
            <a:extLst>
              <a:ext uri="{FF2B5EF4-FFF2-40B4-BE49-F238E27FC236}">
                <a16:creationId xmlns:a16="http://schemas.microsoft.com/office/drawing/2014/main" id="{2D6C2125-4FA1-4C43-A6BA-A2E439B5A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8" name="Rectangle 74">
            <a:extLst>
              <a:ext uri="{FF2B5EF4-FFF2-40B4-BE49-F238E27FC236}">
                <a16:creationId xmlns:a16="http://schemas.microsoft.com/office/drawing/2014/main" id="{7A81CAED-BD11-44D5-B735-9AF3C8A3F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39" name="Freeform 75">
            <a:extLst>
              <a:ext uri="{FF2B5EF4-FFF2-40B4-BE49-F238E27FC236}">
                <a16:creationId xmlns:a16="http://schemas.microsoft.com/office/drawing/2014/main" id="{7BA49B2E-D196-4868-B2DB-BE2F1239CFE0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9640" name="Freeform 76">
            <a:extLst>
              <a:ext uri="{FF2B5EF4-FFF2-40B4-BE49-F238E27FC236}">
                <a16:creationId xmlns:a16="http://schemas.microsoft.com/office/drawing/2014/main" id="{46A7AF88-E9F9-4025-BF5F-E1A8C1A028F6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1" name="Freeform 77">
            <a:extLst>
              <a:ext uri="{FF2B5EF4-FFF2-40B4-BE49-F238E27FC236}">
                <a16:creationId xmlns:a16="http://schemas.microsoft.com/office/drawing/2014/main" id="{D44BBBF9-0517-4257-B765-E99C94B7E9A5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9642" name="Freeform 78">
            <a:extLst>
              <a:ext uri="{FF2B5EF4-FFF2-40B4-BE49-F238E27FC236}">
                <a16:creationId xmlns:a16="http://schemas.microsoft.com/office/drawing/2014/main" id="{01CA539D-F5E7-4A08-A6BF-2D8392365C1C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3" name="Freeform 79">
            <a:extLst>
              <a:ext uri="{FF2B5EF4-FFF2-40B4-BE49-F238E27FC236}">
                <a16:creationId xmlns:a16="http://schemas.microsoft.com/office/drawing/2014/main" id="{E75388CB-7DF9-483F-94F2-638309D77E13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9644" name="Freeform 80">
            <a:extLst>
              <a:ext uri="{FF2B5EF4-FFF2-40B4-BE49-F238E27FC236}">
                <a16:creationId xmlns:a16="http://schemas.microsoft.com/office/drawing/2014/main" id="{63F440FB-2732-405F-BC12-1481ACE99488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5" name="Line 85">
            <a:extLst>
              <a:ext uri="{FF2B5EF4-FFF2-40B4-BE49-F238E27FC236}">
                <a16:creationId xmlns:a16="http://schemas.microsoft.com/office/drawing/2014/main" id="{09F0C139-CE58-4865-9A48-D66DF92CA6F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6" name="Line 86">
            <a:extLst>
              <a:ext uri="{FF2B5EF4-FFF2-40B4-BE49-F238E27FC236}">
                <a16:creationId xmlns:a16="http://schemas.microsoft.com/office/drawing/2014/main" id="{92F0B4DB-361F-48A7-8BA9-259AFC3F0E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7" name="Line 91">
            <a:extLst>
              <a:ext uri="{FF2B5EF4-FFF2-40B4-BE49-F238E27FC236}">
                <a16:creationId xmlns:a16="http://schemas.microsoft.com/office/drawing/2014/main" id="{48265169-853C-413E-AE43-B4EF3BB8E0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8" name="Line 92">
            <a:extLst>
              <a:ext uri="{FF2B5EF4-FFF2-40B4-BE49-F238E27FC236}">
                <a16:creationId xmlns:a16="http://schemas.microsoft.com/office/drawing/2014/main" id="{213D1504-9A89-4F50-83F8-2E0A1484BE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9" name="Line 93">
            <a:extLst>
              <a:ext uri="{FF2B5EF4-FFF2-40B4-BE49-F238E27FC236}">
                <a16:creationId xmlns:a16="http://schemas.microsoft.com/office/drawing/2014/main" id="{78A68CBB-1C9C-44FA-9A4C-01D9BBAA931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50" name="Freeform 94">
            <a:extLst>
              <a:ext uri="{FF2B5EF4-FFF2-40B4-BE49-F238E27FC236}">
                <a16:creationId xmlns:a16="http://schemas.microsoft.com/office/drawing/2014/main" id="{9FEC02D2-5EA2-47CF-A970-A2C205ADBEC3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9651" name="Freeform 95">
            <a:extLst>
              <a:ext uri="{FF2B5EF4-FFF2-40B4-BE49-F238E27FC236}">
                <a16:creationId xmlns:a16="http://schemas.microsoft.com/office/drawing/2014/main" id="{E194B1A6-9DDA-4282-A2BE-1C18F1C8AC11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52" name="Rectangle 96">
            <a:extLst>
              <a:ext uri="{FF2B5EF4-FFF2-40B4-BE49-F238E27FC236}">
                <a16:creationId xmlns:a16="http://schemas.microsoft.com/office/drawing/2014/main" id="{C476F32F-E661-4B25-ACF3-7CCF8536C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53" name="Rectangle 97">
            <a:extLst>
              <a:ext uri="{FF2B5EF4-FFF2-40B4-BE49-F238E27FC236}">
                <a16:creationId xmlns:a16="http://schemas.microsoft.com/office/drawing/2014/main" id="{969CBE8D-5A3C-40D1-9385-5B0832E90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54" name="AutoShape 99">
            <a:extLst>
              <a:ext uri="{FF2B5EF4-FFF2-40B4-BE49-F238E27FC236}">
                <a16:creationId xmlns:a16="http://schemas.microsoft.com/office/drawing/2014/main" id="{B2285E51-D5A9-4DDA-A678-F574E94DFF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55" name="AutoShape 101">
            <a:extLst>
              <a:ext uri="{FF2B5EF4-FFF2-40B4-BE49-F238E27FC236}">
                <a16:creationId xmlns:a16="http://schemas.microsoft.com/office/drawing/2014/main" id="{A35659C0-1D03-463F-9E63-65D4BD743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09656" name="Title 1">
            <a:extLst>
              <a:ext uri="{FF2B5EF4-FFF2-40B4-BE49-F238E27FC236}">
                <a16:creationId xmlns:a16="http://schemas.microsoft.com/office/drawing/2014/main" id="{7F9A5CA7-0BFD-4E5E-8FAF-4E9F441E8D8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09657" name="TextBox 125">
            <a:extLst>
              <a:ext uri="{FF2B5EF4-FFF2-40B4-BE49-F238E27FC236}">
                <a16:creationId xmlns:a16="http://schemas.microsoft.com/office/drawing/2014/main" id="{AA416119-E755-4491-9F3E-C81213608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09658" name="TextBox 16">
            <a:extLst>
              <a:ext uri="{FF2B5EF4-FFF2-40B4-BE49-F238E27FC236}">
                <a16:creationId xmlns:a16="http://schemas.microsoft.com/office/drawing/2014/main" id="{0B02EEEC-B062-4350-A008-DEDC745C2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59" name="TextBox 16">
            <a:extLst>
              <a:ext uri="{FF2B5EF4-FFF2-40B4-BE49-F238E27FC236}">
                <a16:creationId xmlns:a16="http://schemas.microsoft.com/office/drawing/2014/main" id="{83BB5C52-FFD0-42B2-8B0E-B0A72D194E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0" name="TextBox 16">
            <a:extLst>
              <a:ext uri="{FF2B5EF4-FFF2-40B4-BE49-F238E27FC236}">
                <a16:creationId xmlns:a16="http://schemas.microsoft.com/office/drawing/2014/main" id="{9FC5D59F-9376-4C6A-B370-8C866824D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1" name="TextBox 16">
            <a:extLst>
              <a:ext uri="{FF2B5EF4-FFF2-40B4-BE49-F238E27FC236}">
                <a16:creationId xmlns:a16="http://schemas.microsoft.com/office/drawing/2014/main" id="{8C270F3C-C1CA-412B-80A7-32CCCDBB15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2" name="TextBox 16">
            <a:extLst>
              <a:ext uri="{FF2B5EF4-FFF2-40B4-BE49-F238E27FC236}">
                <a16:creationId xmlns:a16="http://schemas.microsoft.com/office/drawing/2014/main" id="{C6408C72-CECB-460F-BA83-6F9809D08F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3" name="TextBox 16">
            <a:extLst>
              <a:ext uri="{FF2B5EF4-FFF2-40B4-BE49-F238E27FC236}">
                <a16:creationId xmlns:a16="http://schemas.microsoft.com/office/drawing/2014/main" id="{FDD87F05-22DF-4C7F-AFCA-247C99DC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4" name="TextBox 16">
            <a:extLst>
              <a:ext uri="{FF2B5EF4-FFF2-40B4-BE49-F238E27FC236}">
                <a16:creationId xmlns:a16="http://schemas.microsoft.com/office/drawing/2014/main" id="{9DD74CB7-BF31-48A4-A045-0E18B1842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5" name="TextBox 16">
            <a:extLst>
              <a:ext uri="{FF2B5EF4-FFF2-40B4-BE49-F238E27FC236}">
                <a16:creationId xmlns:a16="http://schemas.microsoft.com/office/drawing/2014/main" id="{D87DB026-FC48-4715-A6E8-5E0E9F346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6" name="TextBox 16">
            <a:extLst>
              <a:ext uri="{FF2B5EF4-FFF2-40B4-BE49-F238E27FC236}">
                <a16:creationId xmlns:a16="http://schemas.microsoft.com/office/drawing/2014/main" id="{2EFD6462-D9F3-4DD1-B8D9-1567C7CB9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7" name="TextBox 16">
            <a:extLst>
              <a:ext uri="{FF2B5EF4-FFF2-40B4-BE49-F238E27FC236}">
                <a16:creationId xmlns:a16="http://schemas.microsoft.com/office/drawing/2014/main" id="{0034C57F-4B4D-435D-93B6-401945356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8" name="TextBox 16">
            <a:extLst>
              <a:ext uri="{FF2B5EF4-FFF2-40B4-BE49-F238E27FC236}">
                <a16:creationId xmlns:a16="http://schemas.microsoft.com/office/drawing/2014/main" id="{F3CC28F2-F701-4B9E-B222-31BBD8D9C3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69" name="TextBox 16">
            <a:extLst>
              <a:ext uri="{FF2B5EF4-FFF2-40B4-BE49-F238E27FC236}">
                <a16:creationId xmlns:a16="http://schemas.microsoft.com/office/drawing/2014/main" id="{46EA7D4D-3BA5-49C1-B6F7-168FE540AF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70" name="TextBox 16">
            <a:extLst>
              <a:ext uri="{FF2B5EF4-FFF2-40B4-BE49-F238E27FC236}">
                <a16:creationId xmlns:a16="http://schemas.microsoft.com/office/drawing/2014/main" id="{1E957051-747B-48B1-8BBA-206146B632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71" name="TextBox 16">
            <a:extLst>
              <a:ext uri="{FF2B5EF4-FFF2-40B4-BE49-F238E27FC236}">
                <a16:creationId xmlns:a16="http://schemas.microsoft.com/office/drawing/2014/main" id="{C4BAF580-FD6C-49B0-8F8B-03E0D1407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72" name="TextBox 16">
            <a:extLst>
              <a:ext uri="{FF2B5EF4-FFF2-40B4-BE49-F238E27FC236}">
                <a16:creationId xmlns:a16="http://schemas.microsoft.com/office/drawing/2014/main" id="{C0B1121A-24A8-40AE-965F-BD5CE7A216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73" name="TextBox 16">
            <a:extLst>
              <a:ext uri="{FF2B5EF4-FFF2-40B4-BE49-F238E27FC236}">
                <a16:creationId xmlns:a16="http://schemas.microsoft.com/office/drawing/2014/main" id="{FB12D1DC-FF9F-4288-859D-C0EB4B0CB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74" name="TextBox 16">
            <a:extLst>
              <a:ext uri="{FF2B5EF4-FFF2-40B4-BE49-F238E27FC236}">
                <a16:creationId xmlns:a16="http://schemas.microsoft.com/office/drawing/2014/main" id="{390A1588-E90A-4AD6-BB78-8B5DFD7A3A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09675" name="TextBox 16">
            <a:extLst>
              <a:ext uri="{FF2B5EF4-FFF2-40B4-BE49-F238E27FC236}">
                <a16:creationId xmlns:a16="http://schemas.microsoft.com/office/drawing/2014/main" id="{818F26F0-D010-404B-BB8B-3641B7DF2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Line 4">
            <a:extLst>
              <a:ext uri="{FF2B5EF4-FFF2-40B4-BE49-F238E27FC236}">
                <a16:creationId xmlns:a16="http://schemas.microsoft.com/office/drawing/2014/main" id="{A4895D9D-3236-4ED8-9D31-A8DE38DE6E8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4" name="Freeform 5">
            <a:extLst>
              <a:ext uri="{FF2B5EF4-FFF2-40B4-BE49-F238E27FC236}">
                <a16:creationId xmlns:a16="http://schemas.microsoft.com/office/drawing/2014/main" id="{B9A051B3-F0E4-41B4-A1C5-ADBC13930B43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5" name="Freeform 7">
            <a:extLst>
              <a:ext uri="{FF2B5EF4-FFF2-40B4-BE49-F238E27FC236}">
                <a16:creationId xmlns:a16="http://schemas.microsoft.com/office/drawing/2014/main" id="{CBC5276C-2E54-47C6-8EAC-7B9E21647427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6" name="Rectangle 8">
            <a:extLst>
              <a:ext uri="{FF2B5EF4-FFF2-40B4-BE49-F238E27FC236}">
                <a16:creationId xmlns:a16="http://schemas.microsoft.com/office/drawing/2014/main" id="{2FFFB586-A070-402F-B895-4D4C6B359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597" name="Rectangle 9">
            <a:extLst>
              <a:ext uri="{FF2B5EF4-FFF2-40B4-BE49-F238E27FC236}">
                <a16:creationId xmlns:a16="http://schemas.microsoft.com/office/drawing/2014/main" id="{76B28310-AA24-4D0B-8E14-FC957AFD4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598" name="Rectangle 10">
            <a:extLst>
              <a:ext uri="{FF2B5EF4-FFF2-40B4-BE49-F238E27FC236}">
                <a16:creationId xmlns:a16="http://schemas.microsoft.com/office/drawing/2014/main" id="{FF0C6DB6-2C82-4710-BB5D-8B9782A4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599" name="Rectangle 11">
            <a:extLst>
              <a:ext uri="{FF2B5EF4-FFF2-40B4-BE49-F238E27FC236}">
                <a16:creationId xmlns:a16="http://schemas.microsoft.com/office/drawing/2014/main" id="{BC352669-525E-4BD1-8A3B-7764E6ADB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0" name="Rectangle 12">
            <a:extLst>
              <a:ext uri="{FF2B5EF4-FFF2-40B4-BE49-F238E27FC236}">
                <a16:creationId xmlns:a16="http://schemas.microsoft.com/office/drawing/2014/main" id="{CC21532E-5804-41C5-BEB1-D3E3E3873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1" name="Rectangle 13">
            <a:extLst>
              <a:ext uri="{FF2B5EF4-FFF2-40B4-BE49-F238E27FC236}">
                <a16:creationId xmlns:a16="http://schemas.microsoft.com/office/drawing/2014/main" id="{D9429643-F37D-42C8-AE80-6F89BB2E7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2" name="Rectangle 14">
            <a:extLst>
              <a:ext uri="{FF2B5EF4-FFF2-40B4-BE49-F238E27FC236}">
                <a16:creationId xmlns:a16="http://schemas.microsoft.com/office/drawing/2014/main" id="{D8970B60-A56D-452E-B3C5-9B146BE3F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3" name="Rectangle 15">
            <a:extLst>
              <a:ext uri="{FF2B5EF4-FFF2-40B4-BE49-F238E27FC236}">
                <a16:creationId xmlns:a16="http://schemas.microsoft.com/office/drawing/2014/main" id="{E78D9AC9-FF91-4C34-9511-1989C1D2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4" name="Rectangle 16">
            <a:extLst>
              <a:ext uri="{FF2B5EF4-FFF2-40B4-BE49-F238E27FC236}">
                <a16:creationId xmlns:a16="http://schemas.microsoft.com/office/drawing/2014/main" id="{6BFB3FF4-F1CF-41C6-87BB-FDDF9D38F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5" name="Rectangle 17">
            <a:extLst>
              <a:ext uri="{FF2B5EF4-FFF2-40B4-BE49-F238E27FC236}">
                <a16:creationId xmlns:a16="http://schemas.microsoft.com/office/drawing/2014/main" id="{D6D12142-E03A-418D-B734-3ED043908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6" name="Rectangle 18">
            <a:extLst>
              <a:ext uri="{FF2B5EF4-FFF2-40B4-BE49-F238E27FC236}">
                <a16:creationId xmlns:a16="http://schemas.microsoft.com/office/drawing/2014/main" id="{E40C8AD1-451E-4895-BA04-D559D4F6A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7" name="Rectangle 19">
            <a:extLst>
              <a:ext uri="{FF2B5EF4-FFF2-40B4-BE49-F238E27FC236}">
                <a16:creationId xmlns:a16="http://schemas.microsoft.com/office/drawing/2014/main" id="{E7566922-631A-4EDD-B168-913844F89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08" name="Rectangle 20">
            <a:extLst>
              <a:ext uri="{FF2B5EF4-FFF2-40B4-BE49-F238E27FC236}">
                <a16:creationId xmlns:a16="http://schemas.microsoft.com/office/drawing/2014/main" id="{00C4A4E9-D2FA-4935-96CA-9283629D1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09" name="Rectangle 21">
            <a:extLst>
              <a:ext uri="{FF2B5EF4-FFF2-40B4-BE49-F238E27FC236}">
                <a16:creationId xmlns:a16="http://schemas.microsoft.com/office/drawing/2014/main" id="{52B4E024-9ED4-4F1E-B284-2EE4C7E7E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10" name="Line 22">
            <a:extLst>
              <a:ext uri="{FF2B5EF4-FFF2-40B4-BE49-F238E27FC236}">
                <a16:creationId xmlns:a16="http://schemas.microsoft.com/office/drawing/2014/main" id="{520B4636-2B40-447F-A147-9123C04301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11" name="Rectangle 23">
            <a:extLst>
              <a:ext uri="{FF2B5EF4-FFF2-40B4-BE49-F238E27FC236}">
                <a16:creationId xmlns:a16="http://schemas.microsoft.com/office/drawing/2014/main" id="{AD571B45-6583-4404-AAB6-3DCA03836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12" name="Line 24">
            <a:extLst>
              <a:ext uri="{FF2B5EF4-FFF2-40B4-BE49-F238E27FC236}">
                <a16:creationId xmlns:a16="http://schemas.microsoft.com/office/drawing/2014/main" id="{C394D547-BB67-4F7D-9527-B4CB99DED0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13" name="Line 25">
            <a:extLst>
              <a:ext uri="{FF2B5EF4-FFF2-40B4-BE49-F238E27FC236}">
                <a16:creationId xmlns:a16="http://schemas.microsoft.com/office/drawing/2014/main" id="{D940666F-0468-44E7-8553-6049E0962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14" name="Line 26">
            <a:extLst>
              <a:ext uri="{FF2B5EF4-FFF2-40B4-BE49-F238E27FC236}">
                <a16:creationId xmlns:a16="http://schemas.microsoft.com/office/drawing/2014/main" id="{EFEB74D6-D6AD-4E68-8F80-77FE23636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15" name="Rectangle 27">
            <a:extLst>
              <a:ext uri="{FF2B5EF4-FFF2-40B4-BE49-F238E27FC236}">
                <a16:creationId xmlns:a16="http://schemas.microsoft.com/office/drawing/2014/main" id="{136BF3C7-6A43-42BF-A321-56DED8C94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16" name="Rectangle 28">
            <a:extLst>
              <a:ext uri="{FF2B5EF4-FFF2-40B4-BE49-F238E27FC236}">
                <a16:creationId xmlns:a16="http://schemas.microsoft.com/office/drawing/2014/main" id="{2B0A6789-7FC4-44C8-84AD-78FF12ED3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17" name="Rectangle 29">
            <a:extLst>
              <a:ext uri="{FF2B5EF4-FFF2-40B4-BE49-F238E27FC236}">
                <a16:creationId xmlns:a16="http://schemas.microsoft.com/office/drawing/2014/main" id="{CA60DE61-F6DA-4AEA-91AB-362CC29D5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18" name="Rectangle 30">
            <a:extLst>
              <a:ext uri="{FF2B5EF4-FFF2-40B4-BE49-F238E27FC236}">
                <a16:creationId xmlns:a16="http://schemas.microsoft.com/office/drawing/2014/main" id="{E6FD8492-A7FE-406F-A78C-88D8CB6B8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19" name="Line 31">
            <a:extLst>
              <a:ext uri="{FF2B5EF4-FFF2-40B4-BE49-F238E27FC236}">
                <a16:creationId xmlns:a16="http://schemas.microsoft.com/office/drawing/2014/main" id="{2979F6A9-7E16-45B9-A31D-9FCAD9F7BC4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0" name="Rectangle 32">
            <a:extLst>
              <a:ext uri="{FF2B5EF4-FFF2-40B4-BE49-F238E27FC236}">
                <a16:creationId xmlns:a16="http://schemas.microsoft.com/office/drawing/2014/main" id="{C6F2D7E4-4CF0-4B9B-B7D6-CFD094223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1" name="Rectangle 33">
            <a:extLst>
              <a:ext uri="{FF2B5EF4-FFF2-40B4-BE49-F238E27FC236}">
                <a16:creationId xmlns:a16="http://schemas.microsoft.com/office/drawing/2014/main" id="{460C32FB-82C3-451A-B4A8-BB0775E78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2" name="Rectangle 34">
            <a:extLst>
              <a:ext uri="{FF2B5EF4-FFF2-40B4-BE49-F238E27FC236}">
                <a16:creationId xmlns:a16="http://schemas.microsoft.com/office/drawing/2014/main" id="{4AE788C4-B066-408E-9A59-A61ECC8A1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3" name="Rectangle 35">
            <a:extLst>
              <a:ext uri="{FF2B5EF4-FFF2-40B4-BE49-F238E27FC236}">
                <a16:creationId xmlns:a16="http://schemas.microsoft.com/office/drawing/2014/main" id="{9ED9DCAF-87E6-4BEE-8BA4-E0821E38B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4" name="Rectangle 36">
            <a:extLst>
              <a:ext uri="{FF2B5EF4-FFF2-40B4-BE49-F238E27FC236}">
                <a16:creationId xmlns:a16="http://schemas.microsoft.com/office/drawing/2014/main" id="{092E130F-3C3C-4AB5-AF58-CB99141C1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5" name="Rectangle 37">
            <a:extLst>
              <a:ext uri="{FF2B5EF4-FFF2-40B4-BE49-F238E27FC236}">
                <a16:creationId xmlns:a16="http://schemas.microsoft.com/office/drawing/2014/main" id="{03D03802-EB38-48C8-9B91-CD741C885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6" name="Line 38">
            <a:extLst>
              <a:ext uri="{FF2B5EF4-FFF2-40B4-BE49-F238E27FC236}">
                <a16:creationId xmlns:a16="http://schemas.microsoft.com/office/drawing/2014/main" id="{F6A73AD6-D14B-40CE-BA5C-DC112E7F22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7" name="Line 39">
            <a:extLst>
              <a:ext uri="{FF2B5EF4-FFF2-40B4-BE49-F238E27FC236}">
                <a16:creationId xmlns:a16="http://schemas.microsoft.com/office/drawing/2014/main" id="{90BEB508-6701-46A7-A687-7F7EE152F01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8" name="Rectangle 40">
            <a:extLst>
              <a:ext uri="{FF2B5EF4-FFF2-40B4-BE49-F238E27FC236}">
                <a16:creationId xmlns:a16="http://schemas.microsoft.com/office/drawing/2014/main" id="{79212869-1945-409F-8F62-1B189C2BE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29" name="Rectangle 41">
            <a:extLst>
              <a:ext uri="{FF2B5EF4-FFF2-40B4-BE49-F238E27FC236}">
                <a16:creationId xmlns:a16="http://schemas.microsoft.com/office/drawing/2014/main" id="{00D9DE39-3FFA-4499-886F-AF777B801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30" name="Rectangle 42">
            <a:extLst>
              <a:ext uri="{FF2B5EF4-FFF2-40B4-BE49-F238E27FC236}">
                <a16:creationId xmlns:a16="http://schemas.microsoft.com/office/drawing/2014/main" id="{04430474-321E-443F-8807-4B8ECCCF0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31" name="Line 43">
            <a:extLst>
              <a:ext uri="{FF2B5EF4-FFF2-40B4-BE49-F238E27FC236}">
                <a16:creationId xmlns:a16="http://schemas.microsoft.com/office/drawing/2014/main" id="{6BB43F5A-25B4-468C-8B56-7A789E271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32" name="Rectangle 44">
            <a:extLst>
              <a:ext uri="{FF2B5EF4-FFF2-40B4-BE49-F238E27FC236}">
                <a16:creationId xmlns:a16="http://schemas.microsoft.com/office/drawing/2014/main" id="{0A6699B5-AC47-43D8-9571-8E30C18B4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33" name="Line 45">
            <a:extLst>
              <a:ext uri="{FF2B5EF4-FFF2-40B4-BE49-F238E27FC236}">
                <a16:creationId xmlns:a16="http://schemas.microsoft.com/office/drawing/2014/main" id="{536E3DAC-5D13-4D71-A925-05CC111CFB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34" name="Line 46">
            <a:extLst>
              <a:ext uri="{FF2B5EF4-FFF2-40B4-BE49-F238E27FC236}">
                <a16:creationId xmlns:a16="http://schemas.microsoft.com/office/drawing/2014/main" id="{2DC2042E-B47B-466F-880A-191A255F75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35" name="Line 47">
            <a:extLst>
              <a:ext uri="{FF2B5EF4-FFF2-40B4-BE49-F238E27FC236}">
                <a16:creationId xmlns:a16="http://schemas.microsoft.com/office/drawing/2014/main" id="{3C67508A-3A14-4AC4-8F42-DD72DDF1D8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36" name="Rectangle 48">
            <a:extLst>
              <a:ext uri="{FF2B5EF4-FFF2-40B4-BE49-F238E27FC236}">
                <a16:creationId xmlns:a16="http://schemas.microsoft.com/office/drawing/2014/main" id="{C001712E-A0E9-4FFA-9D68-C0965C1AA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37" name="Rectangle 49">
            <a:extLst>
              <a:ext uri="{FF2B5EF4-FFF2-40B4-BE49-F238E27FC236}">
                <a16:creationId xmlns:a16="http://schemas.microsoft.com/office/drawing/2014/main" id="{37646602-E40E-47AE-9CEA-8841174C0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38" name="Rectangle 50">
            <a:extLst>
              <a:ext uri="{FF2B5EF4-FFF2-40B4-BE49-F238E27FC236}">
                <a16:creationId xmlns:a16="http://schemas.microsoft.com/office/drawing/2014/main" id="{74F18658-4A43-4B9E-AED0-BFC793C7D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39" name="Rectangle 51">
            <a:extLst>
              <a:ext uri="{FF2B5EF4-FFF2-40B4-BE49-F238E27FC236}">
                <a16:creationId xmlns:a16="http://schemas.microsoft.com/office/drawing/2014/main" id="{D9AB3DC8-78C1-4612-A12B-C5071B45B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0" name="Line 52">
            <a:extLst>
              <a:ext uri="{FF2B5EF4-FFF2-40B4-BE49-F238E27FC236}">
                <a16:creationId xmlns:a16="http://schemas.microsoft.com/office/drawing/2014/main" id="{EDB40AFF-2D8E-4829-A8CD-D4A2E1A5E2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41" name="Rectangle 53">
            <a:extLst>
              <a:ext uri="{FF2B5EF4-FFF2-40B4-BE49-F238E27FC236}">
                <a16:creationId xmlns:a16="http://schemas.microsoft.com/office/drawing/2014/main" id="{6B20AC5E-7EE9-4AC4-8C5D-E87E08DBA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2" name="Rectangle 54">
            <a:extLst>
              <a:ext uri="{FF2B5EF4-FFF2-40B4-BE49-F238E27FC236}">
                <a16:creationId xmlns:a16="http://schemas.microsoft.com/office/drawing/2014/main" id="{E8CE8190-4BAC-4751-AE1C-7EB4DA163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3" name="Rectangle 55">
            <a:extLst>
              <a:ext uri="{FF2B5EF4-FFF2-40B4-BE49-F238E27FC236}">
                <a16:creationId xmlns:a16="http://schemas.microsoft.com/office/drawing/2014/main" id="{E79684CB-D342-495C-B87A-A3B6FCE99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4" name="Rectangle 56">
            <a:extLst>
              <a:ext uri="{FF2B5EF4-FFF2-40B4-BE49-F238E27FC236}">
                <a16:creationId xmlns:a16="http://schemas.microsoft.com/office/drawing/2014/main" id="{12AD3E44-36AE-454E-91E5-C9F14ED3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5" name="Rectangle 57">
            <a:extLst>
              <a:ext uri="{FF2B5EF4-FFF2-40B4-BE49-F238E27FC236}">
                <a16:creationId xmlns:a16="http://schemas.microsoft.com/office/drawing/2014/main" id="{AC7786AC-DC53-4585-AA83-399FBCF8F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6" name="Rectangle 58">
            <a:extLst>
              <a:ext uri="{FF2B5EF4-FFF2-40B4-BE49-F238E27FC236}">
                <a16:creationId xmlns:a16="http://schemas.microsoft.com/office/drawing/2014/main" id="{382FAB74-783D-4D44-80FC-65EB53270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47" name="Line 59">
            <a:extLst>
              <a:ext uri="{FF2B5EF4-FFF2-40B4-BE49-F238E27FC236}">
                <a16:creationId xmlns:a16="http://schemas.microsoft.com/office/drawing/2014/main" id="{9FD2BBB0-B2B4-4BDC-BC46-6E5D55EDFBE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48" name="Line 60">
            <a:extLst>
              <a:ext uri="{FF2B5EF4-FFF2-40B4-BE49-F238E27FC236}">
                <a16:creationId xmlns:a16="http://schemas.microsoft.com/office/drawing/2014/main" id="{DC8B6636-9B20-4316-9288-918E008755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49" name="Line 61">
            <a:extLst>
              <a:ext uri="{FF2B5EF4-FFF2-40B4-BE49-F238E27FC236}">
                <a16:creationId xmlns:a16="http://schemas.microsoft.com/office/drawing/2014/main" id="{CBAEEB97-E51D-48D7-AF64-3D7E6755A6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50" name="Line 62">
            <a:extLst>
              <a:ext uri="{FF2B5EF4-FFF2-40B4-BE49-F238E27FC236}">
                <a16:creationId xmlns:a16="http://schemas.microsoft.com/office/drawing/2014/main" id="{2BDFD2C4-A93E-421F-A9F3-60284C0E9A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51" name="Line 63">
            <a:extLst>
              <a:ext uri="{FF2B5EF4-FFF2-40B4-BE49-F238E27FC236}">
                <a16:creationId xmlns:a16="http://schemas.microsoft.com/office/drawing/2014/main" id="{EA373AC2-9B2B-46F4-BACA-4F44B78FAF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52" name="Rectangle 64">
            <a:extLst>
              <a:ext uri="{FF2B5EF4-FFF2-40B4-BE49-F238E27FC236}">
                <a16:creationId xmlns:a16="http://schemas.microsoft.com/office/drawing/2014/main" id="{9B6453EF-388D-476A-81C5-7A85287CD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0653" name="Rectangle 65">
            <a:extLst>
              <a:ext uri="{FF2B5EF4-FFF2-40B4-BE49-F238E27FC236}">
                <a16:creationId xmlns:a16="http://schemas.microsoft.com/office/drawing/2014/main" id="{B85DB2C5-B8FC-458A-B9CA-399583441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54" name="Rectangle 66">
            <a:extLst>
              <a:ext uri="{FF2B5EF4-FFF2-40B4-BE49-F238E27FC236}">
                <a16:creationId xmlns:a16="http://schemas.microsoft.com/office/drawing/2014/main" id="{A87E4D12-0BBE-428A-AADE-BBBA2BA79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55" name="Rectangle 67">
            <a:extLst>
              <a:ext uri="{FF2B5EF4-FFF2-40B4-BE49-F238E27FC236}">
                <a16:creationId xmlns:a16="http://schemas.microsoft.com/office/drawing/2014/main" id="{B46C71C1-B357-4EAD-B274-3A3521A14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56" name="Rectangle 68">
            <a:extLst>
              <a:ext uri="{FF2B5EF4-FFF2-40B4-BE49-F238E27FC236}">
                <a16:creationId xmlns:a16="http://schemas.microsoft.com/office/drawing/2014/main" id="{37AE1366-BD49-4F2E-924D-2DFCF8803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57" name="Rectangle 69">
            <a:extLst>
              <a:ext uri="{FF2B5EF4-FFF2-40B4-BE49-F238E27FC236}">
                <a16:creationId xmlns:a16="http://schemas.microsoft.com/office/drawing/2014/main" id="{D88A7937-F108-450C-879F-C46CE7A62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58" name="Rectangle 70">
            <a:extLst>
              <a:ext uri="{FF2B5EF4-FFF2-40B4-BE49-F238E27FC236}">
                <a16:creationId xmlns:a16="http://schemas.microsoft.com/office/drawing/2014/main" id="{AD9E548C-830F-4375-A9C1-5BCD9BF07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59" name="Rectangle 71">
            <a:extLst>
              <a:ext uri="{FF2B5EF4-FFF2-40B4-BE49-F238E27FC236}">
                <a16:creationId xmlns:a16="http://schemas.microsoft.com/office/drawing/2014/main" id="{C211A930-E3F0-489C-93BF-0028D67A7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60" name="Line 72">
            <a:extLst>
              <a:ext uri="{FF2B5EF4-FFF2-40B4-BE49-F238E27FC236}">
                <a16:creationId xmlns:a16="http://schemas.microsoft.com/office/drawing/2014/main" id="{AB63F555-2A9F-4420-AFAD-D3FC4A894CB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61" name="Rectangle 73">
            <a:extLst>
              <a:ext uri="{FF2B5EF4-FFF2-40B4-BE49-F238E27FC236}">
                <a16:creationId xmlns:a16="http://schemas.microsoft.com/office/drawing/2014/main" id="{80681AE9-5A83-44B9-BDB2-4259D1095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62" name="Rectangle 74">
            <a:extLst>
              <a:ext uri="{FF2B5EF4-FFF2-40B4-BE49-F238E27FC236}">
                <a16:creationId xmlns:a16="http://schemas.microsoft.com/office/drawing/2014/main" id="{E6148FB3-D5CC-4F07-A4DF-FE0651189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63" name="Freeform 75">
            <a:extLst>
              <a:ext uri="{FF2B5EF4-FFF2-40B4-BE49-F238E27FC236}">
                <a16:creationId xmlns:a16="http://schemas.microsoft.com/office/drawing/2014/main" id="{4C3EB799-E46E-418D-9000-4C9E2A682C34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0664" name="Freeform 76">
            <a:extLst>
              <a:ext uri="{FF2B5EF4-FFF2-40B4-BE49-F238E27FC236}">
                <a16:creationId xmlns:a16="http://schemas.microsoft.com/office/drawing/2014/main" id="{60640802-0CFB-4A7D-8CD2-CA4E287E7317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65" name="Freeform 77">
            <a:extLst>
              <a:ext uri="{FF2B5EF4-FFF2-40B4-BE49-F238E27FC236}">
                <a16:creationId xmlns:a16="http://schemas.microsoft.com/office/drawing/2014/main" id="{76674B9E-427B-4ABD-AF4D-E2BD9312AD7C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0666" name="Freeform 78">
            <a:extLst>
              <a:ext uri="{FF2B5EF4-FFF2-40B4-BE49-F238E27FC236}">
                <a16:creationId xmlns:a16="http://schemas.microsoft.com/office/drawing/2014/main" id="{B608B4FE-AB75-428F-AC33-DB0E422D70B5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67" name="Freeform 79">
            <a:extLst>
              <a:ext uri="{FF2B5EF4-FFF2-40B4-BE49-F238E27FC236}">
                <a16:creationId xmlns:a16="http://schemas.microsoft.com/office/drawing/2014/main" id="{CCCC673B-490C-4641-B31B-89B3E2CDB828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0668" name="Freeform 80">
            <a:extLst>
              <a:ext uri="{FF2B5EF4-FFF2-40B4-BE49-F238E27FC236}">
                <a16:creationId xmlns:a16="http://schemas.microsoft.com/office/drawing/2014/main" id="{BB3E51A4-D759-4CD1-8391-B87E1B1619CF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69" name="Line 85">
            <a:extLst>
              <a:ext uri="{FF2B5EF4-FFF2-40B4-BE49-F238E27FC236}">
                <a16:creationId xmlns:a16="http://schemas.microsoft.com/office/drawing/2014/main" id="{25AA861C-DADB-4C5D-9527-54366EB6647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70" name="Line 86">
            <a:extLst>
              <a:ext uri="{FF2B5EF4-FFF2-40B4-BE49-F238E27FC236}">
                <a16:creationId xmlns:a16="http://schemas.microsoft.com/office/drawing/2014/main" id="{A9BB5E08-F240-4483-9396-8DB13B8804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71" name="Line 91">
            <a:extLst>
              <a:ext uri="{FF2B5EF4-FFF2-40B4-BE49-F238E27FC236}">
                <a16:creationId xmlns:a16="http://schemas.microsoft.com/office/drawing/2014/main" id="{F26FE6FC-6A84-4BA3-BFD9-BF98CE3178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72" name="Line 92">
            <a:extLst>
              <a:ext uri="{FF2B5EF4-FFF2-40B4-BE49-F238E27FC236}">
                <a16:creationId xmlns:a16="http://schemas.microsoft.com/office/drawing/2014/main" id="{A527E337-3691-4438-BD81-2E464FB8DA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73" name="Line 93">
            <a:extLst>
              <a:ext uri="{FF2B5EF4-FFF2-40B4-BE49-F238E27FC236}">
                <a16:creationId xmlns:a16="http://schemas.microsoft.com/office/drawing/2014/main" id="{DF01FF2E-F7F8-4451-8ECE-459822912F7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74" name="Freeform 94">
            <a:extLst>
              <a:ext uri="{FF2B5EF4-FFF2-40B4-BE49-F238E27FC236}">
                <a16:creationId xmlns:a16="http://schemas.microsoft.com/office/drawing/2014/main" id="{CBC6672D-5E2C-47F7-9A7A-0A790E30E15E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0675" name="Freeform 95">
            <a:extLst>
              <a:ext uri="{FF2B5EF4-FFF2-40B4-BE49-F238E27FC236}">
                <a16:creationId xmlns:a16="http://schemas.microsoft.com/office/drawing/2014/main" id="{F783D57F-B837-4887-8CE1-41DE4780CA92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76" name="Rectangle 96">
            <a:extLst>
              <a:ext uri="{FF2B5EF4-FFF2-40B4-BE49-F238E27FC236}">
                <a16:creationId xmlns:a16="http://schemas.microsoft.com/office/drawing/2014/main" id="{7BB34126-6CDC-4904-8CE5-030C6E3E7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77" name="Rectangle 97">
            <a:extLst>
              <a:ext uri="{FF2B5EF4-FFF2-40B4-BE49-F238E27FC236}">
                <a16:creationId xmlns:a16="http://schemas.microsoft.com/office/drawing/2014/main" id="{863AE09D-4C26-4343-92CF-0A4FF5F8F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78" name="AutoShape 99">
            <a:extLst>
              <a:ext uri="{FF2B5EF4-FFF2-40B4-BE49-F238E27FC236}">
                <a16:creationId xmlns:a16="http://schemas.microsoft.com/office/drawing/2014/main" id="{4C96C411-CB7D-44D6-957A-6B236658F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79" name="AutoShape 101">
            <a:extLst>
              <a:ext uri="{FF2B5EF4-FFF2-40B4-BE49-F238E27FC236}">
                <a16:creationId xmlns:a16="http://schemas.microsoft.com/office/drawing/2014/main" id="{E104EDDA-7A84-41EE-862D-459726E0D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0680" name="Title 1">
            <a:extLst>
              <a:ext uri="{FF2B5EF4-FFF2-40B4-BE49-F238E27FC236}">
                <a16:creationId xmlns:a16="http://schemas.microsoft.com/office/drawing/2014/main" id="{A1C6343E-F6C7-4D84-B5CC-3E7FD5E75E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10681" name="TextBox 125">
            <a:extLst>
              <a:ext uri="{FF2B5EF4-FFF2-40B4-BE49-F238E27FC236}">
                <a16:creationId xmlns:a16="http://schemas.microsoft.com/office/drawing/2014/main" id="{AC58C570-CDE4-416B-AB38-39CC920B11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10682" name="TextBox 16">
            <a:extLst>
              <a:ext uri="{FF2B5EF4-FFF2-40B4-BE49-F238E27FC236}">
                <a16:creationId xmlns:a16="http://schemas.microsoft.com/office/drawing/2014/main" id="{BFFCAECA-53BC-4867-9C50-023AD14AC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3" name="TextBox 16">
            <a:extLst>
              <a:ext uri="{FF2B5EF4-FFF2-40B4-BE49-F238E27FC236}">
                <a16:creationId xmlns:a16="http://schemas.microsoft.com/office/drawing/2014/main" id="{A18D31E8-B753-4864-8603-817CEBDF8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4" name="TextBox 16">
            <a:extLst>
              <a:ext uri="{FF2B5EF4-FFF2-40B4-BE49-F238E27FC236}">
                <a16:creationId xmlns:a16="http://schemas.microsoft.com/office/drawing/2014/main" id="{81548236-D595-46AF-8AA6-99FAEF33A4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5" name="TextBox 16">
            <a:extLst>
              <a:ext uri="{FF2B5EF4-FFF2-40B4-BE49-F238E27FC236}">
                <a16:creationId xmlns:a16="http://schemas.microsoft.com/office/drawing/2014/main" id="{C8633DD4-DEE3-41EE-B8F9-39409C75FC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6" name="TextBox 16">
            <a:extLst>
              <a:ext uri="{FF2B5EF4-FFF2-40B4-BE49-F238E27FC236}">
                <a16:creationId xmlns:a16="http://schemas.microsoft.com/office/drawing/2014/main" id="{23966C9F-21BD-421A-8FE2-D6AF7A86D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7" name="TextBox 16">
            <a:extLst>
              <a:ext uri="{FF2B5EF4-FFF2-40B4-BE49-F238E27FC236}">
                <a16:creationId xmlns:a16="http://schemas.microsoft.com/office/drawing/2014/main" id="{DF0BDBAA-0D83-4826-B1A9-C64F75BFB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8" name="TextBox 16">
            <a:extLst>
              <a:ext uri="{FF2B5EF4-FFF2-40B4-BE49-F238E27FC236}">
                <a16:creationId xmlns:a16="http://schemas.microsoft.com/office/drawing/2014/main" id="{A906A971-8657-429E-BB4F-2A17B6E2A3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89" name="TextBox 16">
            <a:extLst>
              <a:ext uri="{FF2B5EF4-FFF2-40B4-BE49-F238E27FC236}">
                <a16:creationId xmlns:a16="http://schemas.microsoft.com/office/drawing/2014/main" id="{B7BC48CD-1EF2-42DD-858A-D444A904D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0" name="TextBox 16">
            <a:extLst>
              <a:ext uri="{FF2B5EF4-FFF2-40B4-BE49-F238E27FC236}">
                <a16:creationId xmlns:a16="http://schemas.microsoft.com/office/drawing/2014/main" id="{E4C3AE67-F99D-4772-832D-874E60F67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1" name="TextBox 16">
            <a:extLst>
              <a:ext uri="{FF2B5EF4-FFF2-40B4-BE49-F238E27FC236}">
                <a16:creationId xmlns:a16="http://schemas.microsoft.com/office/drawing/2014/main" id="{A1492E8B-2181-4CDA-BA06-575026AB6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2" name="TextBox 16">
            <a:extLst>
              <a:ext uri="{FF2B5EF4-FFF2-40B4-BE49-F238E27FC236}">
                <a16:creationId xmlns:a16="http://schemas.microsoft.com/office/drawing/2014/main" id="{B9750412-7AD2-483B-B046-871FA60BE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3" name="TextBox 16">
            <a:extLst>
              <a:ext uri="{FF2B5EF4-FFF2-40B4-BE49-F238E27FC236}">
                <a16:creationId xmlns:a16="http://schemas.microsoft.com/office/drawing/2014/main" id="{2E69AAC7-CEBC-4111-84EA-06C890D4C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4" name="TextBox 16">
            <a:extLst>
              <a:ext uri="{FF2B5EF4-FFF2-40B4-BE49-F238E27FC236}">
                <a16:creationId xmlns:a16="http://schemas.microsoft.com/office/drawing/2014/main" id="{33E32667-599B-4B06-863C-72FB1EE130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5" name="TextBox 16">
            <a:extLst>
              <a:ext uri="{FF2B5EF4-FFF2-40B4-BE49-F238E27FC236}">
                <a16:creationId xmlns:a16="http://schemas.microsoft.com/office/drawing/2014/main" id="{59BE01E9-3012-4930-8E0A-BB51345EF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6" name="TextBox 16">
            <a:extLst>
              <a:ext uri="{FF2B5EF4-FFF2-40B4-BE49-F238E27FC236}">
                <a16:creationId xmlns:a16="http://schemas.microsoft.com/office/drawing/2014/main" id="{7B2D7090-DF0D-4A5A-AB9F-B48756ACEE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7" name="TextBox 16">
            <a:extLst>
              <a:ext uri="{FF2B5EF4-FFF2-40B4-BE49-F238E27FC236}">
                <a16:creationId xmlns:a16="http://schemas.microsoft.com/office/drawing/2014/main" id="{F001C83D-68EE-41C8-8005-F5ED794ED4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8" name="TextBox 16">
            <a:extLst>
              <a:ext uri="{FF2B5EF4-FFF2-40B4-BE49-F238E27FC236}">
                <a16:creationId xmlns:a16="http://schemas.microsoft.com/office/drawing/2014/main" id="{7CA00E09-BBDE-46BA-99C2-EBA854A7A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0699" name="TextBox 16">
            <a:extLst>
              <a:ext uri="{FF2B5EF4-FFF2-40B4-BE49-F238E27FC236}">
                <a16:creationId xmlns:a16="http://schemas.microsoft.com/office/drawing/2014/main" id="{C7FD53A2-3DB2-47C5-B690-438F13ADF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Line 4">
            <a:extLst>
              <a:ext uri="{FF2B5EF4-FFF2-40B4-BE49-F238E27FC236}">
                <a16:creationId xmlns:a16="http://schemas.microsoft.com/office/drawing/2014/main" id="{C897CD20-F7C0-421F-A71F-17958A3528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44863" y="2638425"/>
            <a:ext cx="2286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18" name="Freeform 5">
            <a:extLst>
              <a:ext uri="{FF2B5EF4-FFF2-40B4-BE49-F238E27FC236}">
                <a16:creationId xmlns:a16="http://schemas.microsoft.com/office/drawing/2014/main" id="{5C0CD2CD-D37E-43BA-8796-D86B515D3B13}"/>
              </a:ext>
            </a:extLst>
          </p:cNvPr>
          <p:cNvSpPr>
            <a:spLocks/>
          </p:cNvSpPr>
          <p:nvPr/>
        </p:nvSpPr>
        <p:spPr bwMode="auto">
          <a:xfrm>
            <a:off x="2909888" y="2476500"/>
            <a:ext cx="320675" cy="320675"/>
          </a:xfrm>
          <a:custGeom>
            <a:avLst/>
            <a:gdLst>
              <a:gd name="T0" fmla="*/ 2147483646 w 404"/>
              <a:gd name="T1" fmla="*/ 2147483646 h 403"/>
              <a:gd name="T2" fmla="*/ 0 w 404"/>
              <a:gd name="T3" fmla="*/ 2147483646 h 403"/>
              <a:gd name="T4" fmla="*/ 0 w 404"/>
              <a:gd name="T5" fmla="*/ 0 h 403"/>
              <a:gd name="T6" fmla="*/ 2147483646 w 404"/>
              <a:gd name="T7" fmla="*/ 2147483646 h 403"/>
              <a:gd name="T8" fmla="*/ 0 60000 65536"/>
              <a:gd name="T9" fmla="*/ 0 60000 65536"/>
              <a:gd name="T10" fmla="*/ 0 60000 65536"/>
              <a:gd name="T11" fmla="*/ 0 60000 65536"/>
              <a:gd name="T12" fmla="*/ 0 w 404"/>
              <a:gd name="T13" fmla="*/ 0 h 403"/>
              <a:gd name="T14" fmla="*/ 404 w 404"/>
              <a:gd name="T15" fmla="*/ 403 h 4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4" h="403">
                <a:moveTo>
                  <a:pt x="404" y="202"/>
                </a:moveTo>
                <a:lnTo>
                  <a:pt x="0" y="403"/>
                </a:lnTo>
                <a:lnTo>
                  <a:pt x="0" y="0"/>
                </a:lnTo>
                <a:lnTo>
                  <a:pt x="404" y="202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19" name="Freeform 7">
            <a:extLst>
              <a:ext uri="{FF2B5EF4-FFF2-40B4-BE49-F238E27FC236}">
                <a16:creationId xmlns:a16="http://schemas.microsoft.com/office/drawing/2014/main" id="{8B23350E-8E48-4AFD-A3B9-B3D7889653A5}"/>
              </a:ext>
            </a:extLst>
          </p:cNvPr>
          <p:cNvSpPr>
            <a:spLocks/>
          </p:cNvSpPr>
          <p:nvPr/>
        </p:nvSpPr>
        <p:spPr bwMode="auto">
          <a:xfrm>
            <a:off x="3251200" y="2589213"/>
            <a:ext cx="103188" cy="103187"/>
          </a:xfrm>
          <a:custGeom>
            <a:avLst/>
            <a:gdLst>
              <a:gd name="T0" fmla="*/ 2147483646 w 130"/>
              <a:gd name="T1" fmla="*/ 0 h 131"/>
              <a:gd name="T2" fmla="*/ 2147483646 w 130"/>
              <a:gd name="T3" fmla="*/ 2147483646 h 131"/>
              <a:gd name="T4" fmla="*/ 2147483646 w 130"/>
              <a:gd name="T5" fmla="*/ 2147483646 h 131"/>
              <a:gd name="T6" fmla="*/ 2147483646 w 130"/>
              <a:gd name="T7" fmla="*/ 2147483646 h 131"/>
              <a:gd name="T8" fmla="*/ 2147483646 w 130"/>
              <a:gd name="T9" fmla="*/ 2147483646 h 131"/>
              <a:gd name="T10" fmla="*/ 2147483646 w 130"/>
              <a:gd name="T11" fmla="*/ 2147483646 h 131"/>
              <a:gd name="T12" fmla="*/ 2147483646 w 130"/>
              <a:gd name="T13" fmla="*/ 2147483646 h 131"/>
              <a:gd name="T14" fmla="*/ 2147483646 w 130"/>
              <a:gd name="T15" fmla="*/ 2147483646 h 131"/>
              <a:gd name="T16" fmla="*/ 2147483646 w 130"/>
              <a:gd name="T17" fmla="*/ 2147483646 h 131"/>
              <a:gd name="T18" fmla="*/ 0 w 130"/>
              <a:gd name="T19" fmla="*/ 2147483646 h 131"/>
              <a:gd name="T20" fmla="*/ 0 w 130"/>
              <a:gd name="T21" fmla="*/ 2147483646 h 131"/>
              <a:gd name="T22" fmla="*/ 0 w 130"/>
              <a:gd name="T23" fmla="*/ 2147483646 h 131"/>
              <a:gd name="T24" fmla="*/ 2147483646 w 130"/>
              <a:gd name="T25" fmla="*/ 2147483646 h 131"/>
              <a:gd name="T26" fmla="*/ 2147483646 w 130"/>
              <a:gd name="T27" fmla="*/ 2147483646 h 131"/>
              <a:gd name="T28" fmla="*/ 2147483646 w 130"/>
              <a:gd name="T29" fmla="*/ 2147483646 h 131"/>
              <a:gd name="T30" fmla="*/ 2147483646 w 130"/>
              <a:gd name="T31" fmla="*/ 2147483646 h 131"/>
              <a:gd name="T32" fmla="*/ 2147483646 w 130"/>
              <a:gd name="T33" fmla="*/ 2147483646 h 131"/>
              <a:gd name="T34" fmla="*/ 2147483646 w 130"/>
              <a:gd name="T35" fmla="*/ 2147483646 h 131"/>
              <a:gd name="T36" fmla="*/ 2147483646 w 130"/>
              <a:gd name="T37" fmla="*/ 2147483646 h 131"/>
              <a:gd name="T38" fmla="*/ 2147483646 w 130"/>
              <a:gd name="T39" fmla="*/ 2147483646 h 131"/>
              <a:gd name="T40" fmla="*/ 2147483646 w 130"/>
              <a:gd name="T41" fmla="*/ 2147483646 h 131"/>
              <a:gd name="T42" fmla="*/ 2147483646 w 130"/>
              <a:gd name="T43" fmla="*/ 2147483646 h 131"/>
              <a:gd name="T44" fmla="*/ 2147483646 w 130"/>
              <a:gd name="T45" fmla="*/ 2147483646 h 131"/>
              <a:gd name="T46" fmla="*/ 2147483646 w 130"/>
              <a:gd name="T47" fmla="*/ 2147483646 h 131"/>
              <a:gd name="T48" fmla="*/ 2147483646 w 130"/>
              <a:gd name="T49" fmla="*/ 2147483646 h 131"/>
              <a:gd name="T50" fmla="*/ 2147483646 w 130"/>
              <a:gd name="T51" fmla="*/ 2147483646 h 131"/>
              <a:gd name="T52" fmla="*/ 2147483646 w 130"/>
              <a:gd name="T53" fmla="*/ 2147483646 h 131"/>
              <a:gd name="T54" fmla="*/ 2147483646 w 130"/>
              <a:gd name="T55" fmla="*/ 2147483646 h 131"/>
              <a:gd name="T56" fmla="*/ 2147483646 w 130"/>
              <a:gd name="T57" fmla="*/ 2147483646 h 131"/>
              <a:gd name="T58" fmla="*/ 2147483646 w 130"/>
              <a:gd name="T59" fmla="*/ 2147483646 h 131"/>
              <a:gd name="T60" fmla="*/ 2147483646 w 130"/>
              <a:gd name="T61" fmla="*/ 2147483646 h 131"/>
              <a:gd name="T62" fmla="*/ 2147483646 w 130"/>
              <a:gd name="T63" fmla="*/ 2147483646 h 131"/>
              <a:gd name="T64" fmla="*/ 2147483646 w 130"/>
              <a:gd name="T65" fmla="*/ 2147483646 h 131"/>
              <a:gd name="T66" fmla="*/ 2147483646 w 130"/>
              <a:gd name="T67" fmla="*/ 2147483646 h 131"/>
              <a:gd name="T68" fmla="*/ 2147483646 w 130"/>
              <a:gd name="T69" fmla="*/ 2147483646 h 131"/>
              <a:gd name="T70" fmla="*/ 2147483646 w 130"/>
              <a:gd name="T71" fmla="*/ 2147483646 h 131"/>
              <a:gd name="T72" fmla="*/ 2147483646 w 130"/>
              <a:gd name="T73" fmla="*/ 2147483646 h 131"/>
              <a:gd name="T74" fmla="*/ 2147483646 w 130"/>
              <a:gd name="T75" fmla="*/ 2147483646 h 131"/>
              <a:gd name="T76" fmla="*/ 2147483646 w 130"/>
              <a:gd name="T77" fmla="*/ 2147483646 h 131"/>
              <a:gd name="T78" fmla="*/ 2147483646 w 130"/>
              <a:gd name="T79" fmla="*/ 2147483646 h 131"/>
              <a:gd name="T80" fmla="*/ 2147483646 w 130"/>
              <a:gd name="T81" fmla="*/ 2147483646 h 131"/>
              <a:gd name="T82" fmla="*/ 2147483646 w 130"/>
              <a:gd name="T83" fmla="*/ 2147483646 h 131"/>
              <a:gd name="T84" fmla="*/ 2147483646 w 130"/>
              <a:gd name="T85" fmla="*/ 0 h 131"/>
              <a:gd name="T86" fmla="*/ 2147483646 w 130"/>
              <a:gd name="T87" fmla="*/ 0 h 13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0"/>
              <a:gd name="T133" fmla="*/ 0 h 131"/>
              <a:gd name="T134" fmla="*/ 130 w 130"/>
              <a:gd name="T135" fmla="*/ 131 h 13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0" h="131">
                <a:moveTo>
                  <a:pt x="65" y="0"/>
                </a:moveTo>
                <a:lnTo>
                  <a:pt x="62" y="0"/>
                </a:lnTo>
                <a:lnTo>
                  <a:pt x="58" y="0"/>
                </a:lnTo>
                <a:lnTo>
                  <a:pt x="55" y="0"/>
                </a:lnTo>
                <a:lnTo>
                  <a:pt x="52" y="2"/>
                </a:lnTo>
                <a:lnTo>
                  <a:pt x="49" y="2"/>
                </a:lnTo>
                <a:lnTo>
                  <a:pt x="45" y="3"/>
                </a:lnTo>
                <a:lnTo>
                  <a:pt x="42" y="5"/>
                </a:lnTo>
                <a:lnTo>
                  <a:pt x="39" y="5"/>
                </a:lnTo>
                <a:lnTo>
                  <a:pt x="36" y="6"/>
                </a:lnTo>
                <a:lnTo>
                  <a:pt x="34" y="7"/>
                </a:lnTo>
                <a:lnTo>
                  <a:pt x="31" y="9"/>
                </a:lnTo>
                <a:lnTo>
                  <a:pt x="29" y="12"/>
                </a:lnTo>
                <a:lnTo>
                  <a:pt x="26" y="13"/>
                </a:lnTo>
                <a:lnTo>
                  <a:pt x="24" y="15"/>
                </a:lnTo>
                <a:lnTo>
                  <a:pt x="21" y="18"/>
                </a:lnTo>
                <a:lnTo>
                  <a:pt x="19" y="19"/>
                </a:lnTo>
                <a:lnTo>
                  <a:pt x="16" y="22"/>
                </a:lnTo>
                <a:lnTo>
                  <a:pt x="15" y="23"/>
                </a:lnTo>
                <a:lnTo>
                  <a:pt x="13" y="26"/>
                </a:lnTo>
                <a:lnTo>
                  <a:pt x="11" y="29"/>
                </a:lnTo>
                <a:lnTo>
                  <a:pt x="9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3" y="43"/>
                </a:lnTo>
                <a:lnTo>
                  <a:pt x="3" y="46"/>
                </a:lnTo>
                <a:lnTo>
                  <a:pt x="2" y="49"/>
                </a:lnTo>
                <a:lnTo>
                  <a:pt x="2" y="52"/>
                </a:lnTo>
                <a:lnTo>
                  <a:pt x="0" y="55"/>
                </a:lnTo>
                <a:lnTo>
                  <a:pt x="0" y="59"/>
                </a:lnTo>
                <a:lnTo>
                  <a:pt x="0" y="62"/>
                </a:lnTo>
                <a:lnTo>
                  <a:pt x="0" y="65"/>
                </a:lnTo>
                <a:lnTo>
                  <a:pt x="0" y="69"/>
                </a:lnTo>
                <a:lnTo>
                  <a:pt x="0" y="72"/>
                </a:lnTo>
                <a:lnTo>
                  <a:pt x="0" y="75"/>
                </a:lnTo>
                <a:lnTo>
                  <a:pt x="2" y="78"/>
                </a:lnTo>
                <a:lnTo>
                  <a:pt x="2" y="82"/>
                </a:lnTo>
                <a:lnTo>
                  <a:pt x="3" y="85"/>
                </a:lnTo>
                <a:lnTo>
                  <a:pt x="3" y="88"/>
                </a:lnTo>
                <a:lnTo>
                  <a:pt x="5" y="91"/>
                </a:lnTo>
                <a:lnTo>
                  <a:pt x="6" y="94"/>
                </a:lnTo>
                <a:lnTo>
                  <a:pt x="8" y="97"/>
                </a:lnTo>
                <a:lnTo>
                  <a:pt x="9" y="100"/>
                </a:lnTo>
                <a:lnTo>
                  <a:pt x="11" y="102"/>
                </a:lnTo>
                <a:lnTo>
                  <a:pt x="13" y="104"/>
                </a:lnTo>
                <a:lnTo>
                  <a:pt x="15" y="107"/>
                </a:lnTo>
                <a:lnTo>
                  <a:pt x="16" y="110"/>
                </a:lnTo>
                <a:lnTo>
                  <a:pt x="19" y="111"/>
                </a:lnTo>
                <a:lnTo>
                  <a:pt x="21" y="114"/>
                </a:lnTo>
                <a:lnTo>
                  <a:pt x="24" y="115"/>
                </a:lnTo>
                <a:lnTo>
                  <a:pt x="26" y="118"/>
                </a:lnTo>
                <a:lnTo>
                  <a:pt x="29" y="120"/>
                </a:lnTo>
                <a:lnTo>
                  <a:pt x="31" y="121"/>
                </a:lnTo>
                <a:lnTo>
                  <a:pt x="34" y="123"/>
                </a:lnTo>
                <a:lnTo>
                  <a:pt x="36" y="124"/>
                </a:lnTo>
                <a:lnTo>
                  <a:pt x="39" y="125"/>
                </a:lnTo>
                <a:lnTo>
                  <a:pt x="42" y="127"/>
                </a:lnTo>
                <a:lnTo>
                  <a:pt x="45" y="128"/>
                </a:lnTo>
                <a:lnTo>
                  <a:pt x="49" y="128"/>
                </a:lnTo>
                <a:lnTo>
                  <a:pt x="52" y="130"/>
                </a:lnTo>
                <a:lnTo>
                  <a:pt x="55" y="130"/>
                </a:lnTo>
                <a:lnTo>
                  <a:pt x="58" y="130"/>
                </a:lnTo>
                <a:lnTo>
                  <a:pt x="62" y="131"/>
                </a:lnTo>
                <a:lnTo>
                  <a:pt x="65" y="131"/>
                </a:lnTo>
                <a:lnTo>
                  <a:pt x="68" y="131"/>
                </a:lnTo>
                <a:lnTo>
                  <a:pt x="72" y="130"/>
                </a:lnTo>
                <a:lnTo>
                  <a:pt x="75" y="130"/>
                </a:lnTo>
                <a:lnTo>
                  <a:pt x="78" y="130"/>
                </a:lnTo>
                <a:lnTo>
                  <a:pt x="81" y="128"/>
                </a:lnTo>
                <a:lnTo>
                  <a:pt x="84" y="128"/>
                </a:lnTo>
                <a:lnTo>
                  <a:pt x="88" y="127"/>
                </a:lnTo>
                <a:lnTo>
                  <a:pt x="91" y="125"/>
                </a:lnTo>
                <a:lnTo>
                  <a:pt x="94" y="124"/>
                </a:lnTo>
                <a:lnTo>
                  <a:pt x="97" y="123"/>
                </a:lnTo>
                <a:lnTo>
                  <a:pt x="100" y="121"/>
                </a:lnTo>
                <a:lnTo>
                  <a:pt x="101" y="120"/>
                </a:lnTo>
                <a:lnTo>
                  <a:pt x="104" y="118"/>
                </a:lnTo>
                <a:lnTo>
                  <a:pt x="107" y="115"/>
                </a:lnTo>
                <a:lnTo>
                  <a:pt x="110" y="114"/>
                </a:lnTo>
                <a:lnTo>
                  <a:pt x="111" y="111"/>
                </a:lnTo>
                <a:lnTo>
                  <a:pt x="114" y="110"/>
                </a:lnTo>
                <a:lnTo>
                  <a:pt x="116" y="107"/>
                </a:lnTo>
                <a:lnTo>
                  <a:pt x="117" y="104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7" y="85"/>
                </a:lnTo>
                <a:lnTo>
                  <a:pt x="129" y="82"/>
                </a:lnTo>
                <a:lnTo>
                  <a:pt x="129" y="78"/>
                </a:lnTo>
                <a:lnTo>
                  <a:pt x="130" y="75"/>
                </a:lnTo>
                <a:lnTo>
                  <a:pt x="130" y="72"/>
                </a:lnTo>
                <a:lnTo>
                  <a:pt x="130" y="69"/>
                </a:lnTo>
                <a:lnTo>
                  <a:pt x="130" y="65"/>
                </a:lnTo>
                <a:lnTo>
                  <a:pt x="130" y="62"/>
                </a:lnTo>
                <a:lnTo>
                  <a:pt x="130" y="59"/>
                </a:lnTo>
                <a:lnTo>
                  <a:pt x="130" y="55"/>
                </a:lnTo>
                <a:lnTo>
                  <a:pt x="129" y="52"/>
                </a:lnTo>
                <a:lnTo>
                  <a:pt x="129" y="49"/>
                </a:lnTo>
                <a:lnTo>
                  <a:pt x="127" y="46"/>
                </a:lnTo>
                <a:lnTo>
                  <a:pt x="127" y="43"/>
                </a:lnTo>
                <a:lnTo>
                  <a:pt x="126" y="41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7" y="26"/>
                </a:lnTo>
                <a:lnTo>
                  <a:pt x="116" y="23"/>
                </a:lnTo>
                <a:lnTo>
                  <a:pt x="114" y="22"/>
                </a:lnTo>
                <a:lnTo>
                  <a:pt x="111" y="19"/>
                </a:lnTo>
                <a:lnTo>
                  <a:pt x="110" y="18"/>
                </a:lnTo>
                <a:lnTo>
                  <a:pt x="107" y="15"/>
                </a:lnTo>
                <a:lnTo>
                  <a:pt x="104" y="13"/>
                </a:lnTo>
                <a:lnTo>
                  <a:pt x="101" y="12"/>
                </a:lnTo>
                <a:lnTo>
                  <a:pt x="100" y="9"/>
                </a:lnTo>
                <a:lnTo>
                  <a:pt x="97" y="7"/>
                </a:lnTo>
                <a:lnTo>
                  <a:pt x="94" y="6"/>
                </a:lnTo>
                <a:lnTo>
                  <a:pt x="91" y="5"/>
                </a:lnTo>
                <a:lnTo>
                  <a:pt x="88" y="5"/>
                </a:lnTo>
                <a:lnTo>
                  <a:pt x="84" y="3"/>
                </a:lnTo>
                <a:lnTo>
                  <a:pt x="81" y="2"/>
                </a:lnTo>
                <a:lnTo>
                  <a:pt x="78" y="2"/>
                </a:lnTo>
                <a:lnTo>
                  <a:pt x="75" y="0"/>
                </a:lnTo>
                <a:lnTo>
                  <a:pt x="72" y="0"/>
                </a:lnTo>
                <a:lnTo>
                  <a:pt x="68" y="0"/>
                </a:lnTo>
                <a:lnTo>
                  <a:pt x="6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0" name="Rectangle 8">
            <a:extLst>
              <a:ext uri="{FF2B5EF4-FFF2-40B4-BE49-F238E27FC236}">
                <a16:creationId xmlns:a16="http://schemas.microsoft.com/office/drawing/2014/main" id="{839F4BEA-B07C-4A6E-A42C-B2261656E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5511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1" name="Rectangle 9">
            <a:extLst>
              <a:ext uri="{FF2B5EF4-FFF2-40B4-BE49-F238E27FC236}">
                <a16:creationId xmlns:a16="http://schemas.microsoft.com/office/drawing/2014/main" id="{866CC27E-2A35-4F01-B011-C96CA49DD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6558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2" name="Rectangle 10">
            <a:extLst>
              <a:ext uri="{FF2B5EF4-FFF2-40B4-BE49-F238E27FC236}">
                <a16:creationId xmlns:a16="http://schemas.microsoft.com/office/drawing/2014/main" id="{279DD7CC-88B1-4B03-B496-1E7E2200E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175736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3" name="Rectangle 11">
            <a:extLst>
              <a:ext uri="{FF2B5EF4-FFF2-40B4-BE49-F238E27FC236}">
                <a16:creationId xmlns:a16="http://schemas.microsoft.com/office/drawing/2014/main" id="{500AFEB8-36BE-421A-B781-977485FE7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186055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4" name="Rectangle 12">
            <a:extLst>
              <a:ext uri="{FF2B5EF4-FFF2-40B4-BE49-F238E27FC236}">
                <a16:creationId xmlns:a16="http://schemas.microsoft.com/office/drawing/2014/main" id="{884AA8BF-B195-439A-B92E-DCD1984FE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7573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5" name="Rectangle 13">
            <a:extLst>
              <a:ext uri="{FF2B5EF4-FFF2-40B4-BE49-F238E27FC236}">
                <a16:creationId xmlns:a16="http://schemas.microsoft.com/office/drawing/2014/main" id="{A21EF282-50CC-4CDC-89C3-7B18B9B0E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18621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6" name="Rectangle 14">
            <a:extLst>
              <a:ext uri="{FF2B5EF4-FFF2-40B4-BE49-F238E27FC236}">
                <a16:creationId xmlns:a16="http://schemas.microsoft.com/office/drawing/2014/main" id="{F09AEC5D-6F53-4115-9A31-69E67937C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05581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7" name="Rectangle 15">
            <a:extLst>
              <a:ext uri="{FF2B5EF4-FFF2-40B4-BE49-F238E27FC236}">
                <a16:creationId xmlns:a16="http://schemas.microsoft.com/office/drawing/2014/main" id="{42524BA8-7A88-411D-8625-B0CA5C109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1605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8" name="Rectangle 16">
            <a:extLst>
              <a:ext uri="{FF2B5EF4-FFF2-40B4-BE49-F238E27FC236}">
                <a16:creationId xmlns:a16="http://schemas.microsoft.com/office/drawing/2014/main" id="{56BC480E-5F3C-4842-A4BB-04C518994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3558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29" name="Rectangle 17">
            <a:extLst>
              <a:ext uri="{FF2B5EF4-FFF2-40B4-BE49-F238E27FC236}">
                <a16:creationId xmlns:a16="http://schemas.microsoft.com/office/drawing/2014/main" id="{32BEF9BA-AE87-42D7-95FF-5B51E0D34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4606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2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30" name="Rectangle 18">
            <a:extLst>
              <a:ext uri="{FF2B5EF4-FFF2-40B4-BE49-F238E27FC236}">
                <a16:creationId xmlns:a16="http://schemas.microsoft.com/office/drawing/2014/main" id="{A366C624-46DB-4B93-973B-B8D5B43AB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26543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31" name="Rectangle 19">
            <a:extLst>
              <a:ext uri="{FF2B5EF4-FFF2-40B4-BE49-F238E27FC236}">
                <a16:creationId xmlns:a16="http://schemas.microsoft.com/office/drawing/2014/main" id="{FDA2D5A4-B699-4AE4-BC7C-08F68F471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2757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3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32" name="Rectangle 20">
            <a:extLst>
              <a:ext uri="{FF2B5EF4-FFF2-40B4-BE49-F238E27FC236}">
                <a16:creationId xmlns:a16="http://schemas.microsoft.com/office/drawing/2014/main" id="{1ECF05E1-6DAA-4389-9770-27BE6B5CF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177800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33" name="Rectangle 21">
            <a:extLst>
              <a:ext uri="{FF2B5EF4-FFF2-40B4-BE49-F238E27FC236}">
                <a16:creationId xmlns:a16="http://schemas.microsoft.com/office/drawing/2014/main" id="{D94E9554-55BA-4AF0-9F16-C2C6EACD2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676400"/>
            <a:ext cx="1050925" cy="1393825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34" name="Line 22">
            <a:extLst>
              <a:ext uri="{FF2B5EF4-FFF2-40B4-BE49-F238E27FC236}">
                <a16:creationId xmlns:a16="http://schemas.microsoft.com/office/drawing/2014/main" id="{DEFD5917-782E-4936-99F8-48CACA7BDFA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1905000"/>
            <a:ext cx="2949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35" name="Rectangle 23">
            <a:extLst>
              <a:ext uri="{FF2B5EF4-FFF2-40B4-BE49-F238E27FC236}">
                <a16:creationId xmlns:a16="http://schemas.microsoft.com/office/drawing/2014/main" id="{0BB4DA3D-A72B-4C5B-B102-71967494E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36" name="Line 24">
            <a:extLst>
              <a:ext uri="{FF2B5EF4-FFF2-40B4-BE49-F238E27FC236}">
                <a16:creationId xmlns:a16="http://schemas.microsoft.com/office/drawing/2014/main" id="{70B3B4B2-7FBA-439B-B4FC-D2F42053E9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797175"/>
            <a:ext cx="9826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37" name="Line 25">
            <a:extLst>
              <a:ext uri="{FF2B5EF4-FFF2-40B4-BE49-F238E27FC236}">
                <a16:creationId xmlns:a16="http://schemas.microsoft.com/office/drawing/2014/main" id="{C6B215E9-0AD5-4303-B8D0-D2A88557285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190500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38" name="Line 26">
            <a:extLst>
              <a:ext uri="{FF2B5EF4-FFF2-40B4-BE49-F238E27FC236}">
                <a16:creationId xmlns:a16="http://schemas.microsoft.com/office/drawing/2014/main" id="{5248A78E-6A84-472D-9E8D-A1C9E6B55E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7971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39" name="Rectangle 27">
            <a:extLst>
              <a:ext uri="{FF2B5EF4-FFF2-40B4-BE49-F238E27FC236}">
                <a16:creationId xmlns:a16="http://schemas.microsoft.com/office/drawing/2014/main" id="{0557D970-3A64-4ADC-AF71-46792BA39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716213"/>
            <a:ext cx="2444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0" name="Rectangle 28">
            <a:extLst>
              <a:ext uri="{FF2B5EF4-FFF2-40B4-BE49-F238E27FC236}">
                <a16:creationId xmlns:a16="http://schemas.microsoft.com/office/drawing/2014/main" id="{597FFDED-6259-4B99-9792-19F099880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800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1" name="Rectangle 29">
            <a:extLst>
              <a:ext uri="{FF2B5EF4-FFF2-40B4-BE49-F238E27FC236}">
                <a16:creationId xmlns:a16="http://schemas.microsoft.com/office/drawing/2014/main" id="{9E5D3701-B381-4B34-A53C-76B6AE6FE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188118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2" name="Rectangle 30">
            <a:extLst>
              <a:ext uri="{FF2B5EF4-FFF2-40B4-BE49-F238E27FC236}">
                <a16:creationId xmlns:a16="http://schemas.microsoft.com/office/drawing/2014/main" id="{DA6E7DEF-0825-44BD-929A-2ACDBB889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2071688"/>
            <a:ext cx="1920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3" name="Line 31">
            <a:extLst>
              <a:ext uri="{FF2B5EF4-FFF2-40B4-BE49-F238E27FC236}">
                <a16:creationId xmlns:a16="http://schemas.microsoft.com/office/drawing/2014/main" id="{E8CEB7F3-3132-4007-AEF2-DCB9100DD4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201863"/>
            <a:ext cx="2949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44" name="Rectangle 32">
            <a:extLst>
              <a:ext uri="{FF2B5EF4-FFF2-40B4-BE49-F238E27FC236}">
                <a16:creationId xmlns:a16="http://schemas.microsoft.com/office/drawing/2014/main" id="{E37FFAB7-82D4-42C3-AD69-FA6A8BF25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5" name="Rectangle 33">
            <a:extLst>
              <a:ext uri="{FF2B5EF4-FFF2-40B4-BE49-F238E27FC236}">
                <a16:creationId xmlns:a16="http://schemas.microsoft.com/office/drawing/2014/main" id="{0DD33549-B8F2-4C5F-87C8-230A77E51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07168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6" name="Rectangle 34">
            <a:extLst>
              <a:ext uri="{FF2B5EF4-FFF2-40B4-BE49-F238E27FC236}">
                <a16:creationId xmlns:a16="http://schemas.microsoft.com/office/drawing/2014/main" id="{09ED94C3-CE49-400A-A142-F4F0806BA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17646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7" name="Rectangle 35">
            <a:extLst>
              <a:ext uri="{FF2B5EF4-FFF2-40B4-BE49-F238E27FC236}">
                <a16:creationId xmlns:a16="http://schemas.microsoft.com/office/drawing/2014/main" id="{73D9FB81-D195-4D4F-9A94-DAC0254D8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3653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8" name="Rectangle 36">
            <a:extLst>
              <a:ext uri="{FF2B5EF4-FFF2-40B4-BE49-F238E27FC236}">
                <a16:creationId xmlns:a16="http://schemas.microsoft.com/office/drawing/2014/main" id="{8845641A-3895-4FFE-8EE9-69DEDE30B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4701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49" name="Rectangle 37">
            <a:extLst>
              <a:ext uri="{FF2B5EF4-FFF2-40B4-BE49-F238E27FC236}">
                <a16:creationId xmlns:a16="http://schemas.microsoft.com/office/drawing/2014/main" id="{F41BA788-1505-47E7-A050-6B2CBF445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26606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50" name="Line 38">
            <a:extLst>
              <a:ext uri="{FF2B5EF4-FFF2-40B4-BE49-F238E27FC236}">
                <a16:creationId xmlns:a16="http://schemas.microsoft.com/office/drawing/2014/main" id="{8AD58A54-6E47-4ADD-8755-B2E2C4C513F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52253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1" name="Line 39">
            <a:extLst>
              <a:ext uri="{FF2B5EF4-FFF2-40B4-BE49-F238E27FC236}">
                <a16:creationId xmlns:a16="http://schemas.microsoft.com/office/drawing/2014/main" id="{9A69E9D5-E310-4712-B1EF-59A2B20155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222567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2" name="Rectangle 40">
            <a:extLst>
              <a:ext uri="{FF2B5EF4-FFF2-40B4-BE49-F238E27FC236}">
                <a16:creationId xmlns:a16="http://schemas.microsoft.com/office/drawing/2014/main" id="{DCD1CC25-4A7C-465C-B48A-3A44DB3CB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27654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53" name="Rectangle 41">
            <a:extLst>
              <a:ext uri="{FF2B5EF4-FFF2-40B4-BE49-F238E27FC236}">
                <a16:creationId xmlns:a16="http://schemas.microsoft.com/office/drawing/2014/main" id="{111D119D-3C13-44F4-9251-D595A9476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609975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54" name="Rectangle 42">
            <a:extLst>
              <a:ext uri="{FF2B5EF4-FFF2-40B4-BE49-F238E27FC236}">
                <a16:creationId xmlns:a16="http://schemas.microsoft.com/office/drawing/2014/main" id="{D441C8E7-BB3D-443D-BA07-AAF3E3E8B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505200"/>
            <a:ext cx="1050925" cy="1392238"/>
          </a:xfrm>
          <a:prstGeom prst="rect">
            <a:avLst/>
          </a:prstGeom>
          <a:noFill/>
          <a:ln w="222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55" name="Line 43">
            <a:extLst>
              <a:ext uri="{FF2B5EF4-FFF2-40B4-BE49-F238E27FC236}">
                <a16:creationId xmlns:a16="http://schemas.microsoft.com/office/drawing/2014/main" id="{1E836A06-259C-4DBD-B9B9-66613D2DA5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0763" y="3756025"/>
            <a:ext cx="342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6" name="Rectangle 44">
            <a:extLst>
              <a:ext uri="{FF2B5EF4-FFF2-40B4-BE49-F238E27FC236}">
                <a16:creationId xmlns:a16="http://schemas.microsoft.com/office/drawing/2014/main" id="{7533665D-9F9A-4B63-80C2-D514CE5D0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57" name="Line 45">
            <a:extLst>
              <a:ext uri="{FF2B5EF4-FFF2-40B4-BE49-F238E27FC236}">
                <a16:creationId xmlns:a16="http://schemas.microsoft.com/office/drawing/2014/main" id="{686A97D7-B35D-47FE-9BA8-CBED9B40E6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4646613"/>
            <a:ext cx="9826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8" name="Line 46">
            <a:extLst>
              <a:ext uri="{FF2B5EF4-FFF2-40B4-BE49-F238E27FC236}">
                <a16:creationId xmlns:a16="http://schemas.microsoft.com/office/drawing/2014/main" id="{56999477-08D4-43B8-9120-3E5FEF63A3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3756025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9" name="Line 47">
            <a:extLst>
              <a:ext uri="{FF2B5EF4-FFF2-40B4-BE49-F238E27FC236}">
                <a16:creationId xmlns:a16="http://schemas.microsoft.com/office/drawing/2014/main" id="{9E5D11B2-4F37-436E-8885-29EEDC753BE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646613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60" name="Rectangle 48">
            <a:extLst>
              <a:ext uri="{FF2B5EF4-FFF2-40B4-BE49-F238E27FC236}">
                <a16:creationId xmlns:a16="http://schemas.microsoft.com/office/drawing/2014/main" id="{068709B6-6EAF-4E77-B49F-B7FFCFD2C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4549775"/>
            <a:ext cx="244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En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1" name="Rectangle 49">
            <a:extLst>
              <a:ext uri="{FF2B5EF4-FFF2-40B4-BE49-F238E27FC236}">
                <a16:creationId xmlns:a16="http://schemas.microsoft.com/office/drawing/2014/main" id="{157C4A83-8437-420B-8FF5-27C202B72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609975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2" name="Rectangle 50">
            <a:extLst>
              <a:ext uri="{FF2B5EF4-FFF2-40B4-BE49-F238E27FC236}">
                <a16:creationId xmlns:a16="http://schemas.microsoft.com/office/drawing/2014/main" id="{4E8559E0-EE23-433B-ADE4-F14D30034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71475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0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3" name="Rectangle 51">
            <a:extLst>
              <a:ext uri="{FF2B5EF4-FFF2-40B4-BE49-F238E27FC236}">
                <a16:creationId xmlns:a16="http://schemas.microsoft.com/office/drawing/2014/main" id="{60070A08-AA6C-475F-8DAF-AB8BB345F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9388" y="3905250"/>
            <a:ext cx="1920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w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4" name="Line 52">
            <a:extLst>
              <a:ext uri="{FF2B5EF4-FFF2-40B4-BE49-F238E27FC236}">
                <a16:creationId xmlns:a16="http://schemas.microsoft.com/office/drawing/2014/main" id="{E98CE80E-692A-4C6B-AAA9-5C6507A37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30663"/>
            <a:ext cx="61753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65" name="Rectangle 53">
            <a:extLst>
              <a:ext uri="{FF2B5EF4-FFF2-40B4-BE49-F238E27FC236}">
                <a16:creationId xmlns:a16="http://schemas.microsoft.com/office/drawing/2014/main" id="{91FA2D9A-7828-4DEA-8D44-A829411F9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6" name="Rectangle 54">
            <a:extLst>
              <a:ext uri="{FF2B5EF4-FFF2-40B4-BE49-F238E27FC236}">
                <a16:creationId xmlns:a16="http://schemas.microsoft.com/office/drawing/2014/main" id="{6ED42FDA-21DD-4013-AF44-4A710E8D0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3905250"/>
            <a:ext cx="1460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7" name="Rectangle 55">
            <a:extLst>
              <a:ext uri="{FF2B5EF4-FFF2-40B4-BE49-F238E27FC236}">
                <a16:creationId xmlns:a16="http://schemas.microsoft.com/office/drawing/2014/main" id="{87FC5FF8-61A1-4A78-B8E6-CBBC41B2B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010025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1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8" name="Rectangle 56">
            <a:extLst>
              <a:ext uri="{FF2B5EF4-FFF2-40B4-BE49-F238E27FC236}">
                <a16:creationId xmlns:a16="http://schemas.microsoft.com/office/drawing/2014/main" id="{E98DD014-199E-420C-92C4-CAB45B09D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98938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69" name="Rectangle 57">
            <a:extLst>
              <a:ext uri="{FF2B5EF4-FFF2-40B4-BE49-F238E27FC236}">
                <a16:creationId xmlns:a16="http://schemas.microsoft.com/office/drawing/2014/main" id="{C46D154E-F6F9-41DF-A42A-EE531CE8B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303713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2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70" name="Rectangle 58">
            <a:extLst>
              <a:ext uri="{FF2B5EF4-FFF2-40B4-BE49-F238E27FC236}">
                <a16:creationId xmlns:a16="http://schemas.microsoft.com/office/drawing/2014/main" id="{A0E73661-6065-48C9-A93D-61EDB4958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494213"/>
            <a:ext cx="1460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FF"/>
                </a:solidFill>
                <a:latin typeface="Times-Roman" charset="0"/>
              </a:rPr>
              <a:t>y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71" name="Line 59">
            <a:extLst>
              <a:ext uri="{FF2B5EF4-FFF2-40B4-BE49-F238E27FC236}">
                <a16:creationId xmlns:a16="http://schemas.microsoft.com/office/drawing/2014/main" id="{ACC9A8DD-0C6F-4A66-A8FE-48AC47992C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349750"/>
            <a:ext cx="6635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2" name="Line 60">
            <a:extLst>
              <a:ext uri="{FF2B5EF4-FFF2-40B4-BE49-F238E27FC236}">
                <a16:creationId xmlns:a16="http://schemas.microsoft.com/office/drawing/2014/main" id="{656510D2-26DE-46B3-A2C8-326FF69CD8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30763" y="1905000"/>
            <a:ext cx="1587" cy="1851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3" name="Line 61">
            <a:extLst>
              <a:ext uri="{FF2B5EF4-FFF2-40B4-BE49-F238E27FC236}">
                <a16:creationId xmlns:a16="http://schemas.microsoft.com/office/drawing/2014/main" id="{9DDE0E4F-2EBD-4812-8CAD-07699BFB8E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6125" y="2201863"/>
            <a:ext cx="1588" cy="18288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4" name="Line 62">
            <a:extLst>
              <a:ext uri="{FF2B5EF4-FFF2-40B4-BE49-F238E27FC236}">
                <a16:creationId xmlns:a16="http://schemas.microsoft.com/office/drawing/2014/main" id="{850FEAEE-2CF6-4562-A450-3DAF0907741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2636838"/>
            <a:ext cx="6858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5" name="Line 63">
            <a:extLst>
              <a:ext uri="{FF2B5EF4-FFF2-40B4-BE49-F238E27FC236}">
                <a16:creationId xmlns:a16="http://schemas.microsoft.com/office/drawing/2014/main" id="{7735F3AD-35CD-4273-840B-20BE0CCFD0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8575" y="2636838"/>
            <a:ext cx="0" cy="21463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6" name="Rectangle 64">
            <a:extLst>
              <a:ext uri="{FF2B5EF4-FFF2-40B4-BE49-F238E27FC236}">
                <a16:creationId xmlns:a16="http://schemas.microsoft.com/office/drawing/2014/main" id="{80D93BCC-EB32-4954-977C-C319D5F27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4597400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FF"/>
                </a:solidFill>
                <a:latin typeface="Times-Roman" charset="0"/>
              </a:rPr>
              <a:t>3 </a:t>
            </a:r>
            <a:endParaRPr lang="en-US" altLang="en-US" b="0">
              <a:solidFill>
                <a:srgbClr val="0000FF"/>
              </a:solidFill>
              <a:latin typeface="Times" panose="02020603050405020304" pitchFamily="18" charset="0"/>
            </a:endParaRPr>
          </a:p>
        </p:txBody>
      </p:sp>
      <p:sp>
        <p:nvSpPr>
          <p:cNvPr id="111677" name="Rectangle 65">
            <a:extLst>
              <a:ext uri="{FF2B5EF4-FFF2-40B4-BE49-F238E27FC236}">
                <a16:creationId xmlns:a16="http://schemas.microsoft.com/office/drawing/2014/main" id="{7FFEDE88-FCA9-4E44-B6FD-51D86B1D0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5941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78" name="Rectangle 66">
            <a:extLst>
              <a:ext uri="{FF2B5EF4-FFF2-40B4-BE49-F238E27FC236}">
                <a16:creationId xmlns:a16="http://schemas.microsoft.com/office/drawing/2014/main" id="{017079EB-D188-424C-9A7E-56B9B3A79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697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4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79" name="Rectangle 67">
            <a:extLst>
              <a:ext uri="{FF2B5EF4-FFF2-40B4-BE49-F238E27FC236}">
                <a16:creationId xmlns:a16="http://schemas.microsoft.com/office/drawing/2014/main" id="{2D54EB71-1562-4BE9-9FC0-7EF3B72C1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38925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0" name="Rectangle 68">
            <a:extLst>
              <a:ext uri="{FF2B5EF4-FFF2-40B4-BE49-F238E27FC236}">
                <a16:creationId xmlns:a16="http://schemas.microsoft.com/office/drawing/2014/main" id="{B036A198-BAA2-4ABE-B12C-0650BE806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39973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5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1" name="Rectangle 69">
            <a:extLst>
              <a:ext uri="{FF2B5EF4-FFF2-40B4-BE49-F238E27FC236}">
                <a16:creationId xmlns:a16="http://schemas.microsoft.com/office/drawing/2014/main" id="{2432F534-A5F7-4AB1-93E3-9BAD6E363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1910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2" name="Rectangle 70">
            <a:extLst>
              <a:ext uri="{FF2B5EF4-FFF2-40B4-BE49-F238E27FC236}">
                <a16:creationId xmlns:a16="http://schemas.microsoft.com/office/drawing/2014/main" id="{35933BB3-15A8-4D88-A1A7-BB3B2552C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29577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6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3" name="Rectangle 71">
            <a:extLst>
              <a:ext uri="{FF2B5EF4-FFF2-40B4-BE49-F238E27FC236}">
                <a16:creationId xmlns:a16="http://schemas.microsoft.com/office/drawing/2014/main" id="{8F914768-404D-4515-9ED2-21624BEFD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448945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y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4" name="Line 72">
            <a:extLst>
              <a:ext uri="{FF2B5EF4-FFF2-40B4-BE49-F238E27FC236}">
                <a16:creationId xmlns:a16="http://schemas.microsoft.com/office/drawing/2014/main" id="{A65B34A3-4D1A-4C16-B64A-2AFEDB7897D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4588" y="4052888"/>
            <a:ext cx="6635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85" name="Rectangle 73">
            <a:extLst>
              <a:ext uri="{FF2B5EF4-FFF2-40B4-BE49-F238E27FC236}">
                <a16:creationId xmlns:a16="http://schemas.microsoft.com/office/drawing/2014/main" id="{AF99B1FC-AEEA-4BE3-9DCC-BD7ABBA4F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2638" y="4594225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7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6" name="Rectangle 74">
            <a:extLst>
              <a:ext uri="{FF2B5EF4-FFF2-40B4-BE49-F238E27FC236}">
                <a16:creationId xmlns:a16="http://schemas.microsoft.com/office/drawing/2014/main" id="{73148F74-671F-4DAA-AA41-94119F173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0" y="2054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687" name="Freeform 75">
            <a:extLst>
              <a:ext uri="{FF2B5EF4-FFF2-40B4-BE49-F238E27FC236}">
                <a16:creationId xmlns:a16="http://schemas.microsoft.com/office/drawing/2014/main" id="{67BFA93B-FF14-4403-83E3-6A19BD3169C6}"/>
              </a:ext>
            </a:extLst>
          </p:cNvPr>
          <p:cNvSpPr>
            <a:spLocks/>
          </p:cNvSpPr>
          <p:nvPr/>
        </p:nvSpPr>
        <p:spPr bwMode="auto">
          <a:xfrm>
            <a:off x="4806950" y="1882775"/>
            <a:ext cx="46038" cy="46038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8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1688" name="Freeform 76">
            <a:extLst>
              <a:ext uri="{FF2B5EF4-FFF2-40B4-BE49-F238E27FC236}">
                <a16:creationId xmlns:a16="http://schemas.microsoft.com/office/drawing/2014/main" id="{B67D1515-7275-4A7B-92F7-5E1B9CCAB377}"/>
              </a:ext>
            </a:extLst>
          </p:cNvPr>
          <p:cNvSpPr>
            <a:spLocks/>
          </p:cNvSpPr>
          <p:nvPr/>
        </p:nvSpPr>
        <p:spPr bwMode="auto">
          <a:xfrm>
            <a:off x="4816475" y="1892300"/>
            <a:ext cx="55563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1"/>
                </a:lnTo>
                <a:lnTo>
                  <a:pt x="10" y="11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7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70"/>
                </a:lnTo>
                <a:lnTo>
                  <a:pt x="25" y="70"/>
                </a:lnTo>
                <a:lnTo>
                  <a:pt x="26" y="70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70"/>
                </a:lnTo>
                <a:lnTo>
                  <a:pt x="46" y="70"/>
                </a:lnTo>
                <a:lnTo>
                  <a:pt x="48" y="70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7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1"/>
                </a:lnTo>
                <a:lnTo>
                  <a:pt x="59" y="11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89" name="Freeform 77">
            <a:extLst>
              <a:ext uri="{FF2B5EF4-FFF2-40B4-BE49-F238E27FC236}">
                <a16:creationId xmlns:a16="http://schemas.microsoft.com/office/drawing/2014/main" id="{410DD121-6118-4474-AE58-D2D5CDDC5DE6}"/>
              </a:ext>
            </a:extLst>
          </p:cNvPr>
          <p:cNvSpPr>
            <a:spLocks/>
          </p:cNvSpPr>
          <p:nvPr/>
        </p:nvSpPr>
        <p:spPr bwMode="auto">
          <a:xfrm>
            <a:off x="4533900" y="2179638"/>
            <a:ext cx="44450" cy="46037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0 w 58"/>
              <a:gd name="T21" fmla="*/ 2147483646 h 58"/>
              <a:gd name="T22" fmla="*/ 0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2147483646 w 58"/>
              <a:gd name="T53" fmla="*/ 2147483646 h 58"/>
              <a:gd name="T54" fmla="*/ 2147483646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2147483646 h 58"/>
              <a:gd name="T80" fmla="*/ 2147483646 w 58"/>
              <a:gd name="T81" fmla="*/ 2147483646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8"/>
              <a:gd name="T136" fmla="*/ 0 h 58"/>
              <a:gd name="T137" fmla="*/ 58 w 58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8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5" y="2"/>
                </a:lnTo>
                <a:lnTo>
                  <a:pt x="23" y="2"/>
                </a:lnTo>
                <a:lnTo>
                  <a:pt x="22" y="2"/>
                </a:lnTo>
                <a:lnTo>
                  <a:pt x="20" y="2"/>
                </a:lnTo>
                <a:lnTo>
                  <a:pt x="19" y="3"/>
                </a:lnTo>
                <a:lnTo>
                  <a:pt x="17" y="3"/>
                </a:lnTo>
                <a:lnTo>
                  <a:pt x="16" y="4"/>
                </a:lnTo>
                <a:lnTo>
                  <a:pt x="14" y="4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2" y="22"/>
                </a:lnTo>
                <a:lnTo>
                  <a:pt x="2" y="23"/>
                </a:lnTo>
                <a:lnTo>
                  <a:pt x="2" y="25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2" y="35"/>
                </a:lnTo>
                <a:lnTo>
                  <a:pt x="2" y="36"/>
                </a:lnTo>
                <a:lnTo>
                  <a:pt x="2" y="38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9" y="50"/>
                </a:lnTo>
                <a:lnTo>
                  <a:pt x="10" y="50"/>
                </a:lnTo>
                <a:lnTo>
                  <a:pt x="12" y="52"/>
                </a:lnTo>
                <a:lnTo>
                  <a:pt x="12" y="53"/>
                </a:lnTo>
                <a:lnTo>
                  <a:pt x="13" y="53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9" y="56"/>
                </a:lnTo>
                <a:lnTo>
                  <a:pt x="20" y="58"/>
                </a:lnTo>
                <a:lnTo>
                  <a:pt x="22" y="58"/>
                </a:lnTo>
                <a:lnTo>
                  <a:pt x="23" y="58"/>
                </a:lnTo>
                <a:lnTo>
                  <a:pt x="25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2" y="58"/>
                </a:lnTo>
                <a:lnTo>
                  <a:pt x="33" y="58"/>
                </a:lnTo>
                <a:lnTo>
                  <a:pt x="35" y="58"/>
                </a:lnTo>
                <a:lnTo>
                  <a:pt x="36" y="58"/>
                </a:lnTo>
                <a:lnTo>
                  <a:pt x="38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5" y="55"/>
                </a:lnTo>
                <a:lnTo>
                  <a:pt x="45" y="53"/>
                </a:lnTo>
                <a:lnTo>
                  <a:pt x="46" y="53"/>
                </a:lnTo>
                <a:lnTo>
                  <a:pt x="48" y="52"/>
                </a:lnTo>
                <a:lnTo>
                  <a:pt x="49" y="50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5" y="43"/>
                </a:lnTo>
                <a:lnTo>
                  <a:pt x="55" y="42"/>
                </a:lnTo>
                <a:lnTo>
                  <a:pt x="56" y="40"/>
                </a:lnTo>
                <a:lnTo>
                  <a:pt x="56" y="39"/>
                </a:lnTo>
                <a:lnTo>
                  <a:pt x="56" y="38"/>
                </a:lnTo>
                <a:lnTo>
                  <a:pt x="58" y="36"/>
                </a:lnTo>
                <a:lnTo>
                  <a:pt x="58" y="35"/>
                </a:lnTo>
                <a:lnTo>
                  <a:pt x="58" y="33"/>
                </a:lnTo>
                <a:lnTo>
                  <a:pt x="58" y="32"/>
                </a:lnTo>
                <a:lnTo>
                  <a:pt x="58" y="29"/>
                </a:lnTo>
                <a:lnTo>
                  <a:pt x="58" y="27"/>
                </a:lnTo>
                <a:lnTo>
                  <a:pt x="58" y="26"/>
                </a:lnTo>
                <a:lnTo>
                  <a:pt x="58" y="25"/>
                </a:lnTo>
                <a:lnTo>
                  <a:pt x="58" y="23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5" y="17"/>
                </a:lnTo>
                <a:lnTo>
                  <a:pt x="55" y="16"/>
                </a:lnTo>
                <a:lnTo>
                  <a:pt x="53" y="14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8" y="7"/>
                </a:lnTo>
                <a:lnTo>
                  <a:pt x="46" y="6"/>
                </a:lnTo>
                <a:lnTo>
                  <a:pt x="45" y="6"/>
                </a:lnTo>
                <a:lnTo>
                  <a:pt x="45" y="4"/>
                </a:lnTo>
                <a:lnTo>
                  <a:pt x="43" y="4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8" y="2"/>
                </a:lnTo>
                <a:lnTo>
                  <a:pt x="36" y="2"/>
                </a:lnTo>
                <a:lnTo>
                  <a:pt x="35" y="2"/>
                </a:lnTo>
                <a:lnTo>
                  <a:pt x="33" y="2"/>
                </a:lnTo>
                <a:lnTo>
                  <a:pt x="32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1690" name="Freeform 78">
            <a:extLst>
              <a:ext uri="{FF2B5EF4-FFF2-40B4-BE49-F238E27FC236}">
                <a16:creationId xmlns:a16="http://schemas.microsoft.com/office/drawing/2014/main" id="{9DE4047B-3435-46CA-8379-90A727491D44}"/>
              </a:ext>
            </a:extLst>
          </p:cNvPr>
          <p:cNvSpPr>
            <a:spLocks/>
          </p:cNvSpPr>
          <p:nvPr/>
        </p:nvSpPr>
        <p:spPr bwMode="auto">
          <a:xfrm>
            <a:off x="4519613" y="2189163"/>
            <a:ext cx="55562" cy="55562"/>
          </a:xfrm>
          <a:custGeom>
            <a:avLst/>
            <a:gdLst>
              <a:gd name="T0" fmla="*/ 2147483646 w 70"/>
              <a:gd name="T1" fmla="*/ 0 h 70"/>
              <a:gd name="T2" fmla="*/ 2147483646 w 70"/>
              <a:gd name="T3" fmla="*/ 2147483646 h 70"/>
              <a:gd name="T4" fmla="*/ 2147483646 w 70"/>
              <a:gd name="T5" fmla="*/ 2147483646 h 70"/>
              <a:gd name="T6" fmla="*/ 2147483646 w 70"/>
              <a:gd name="T7" fmla="*/ 2147483646 h 70"/>
              <a:gd name="T8" fmla="*/ 2147483646 w 70"/>
              <a:gd name="T9" fmla="*/ 2147483646 h 70"/>
              <a:gd name="T10" fmla="*/ 2147483646 w 70"/>
              <a:gd name="T11" fmla="*/ 2147483646 h 70"/>
              <a:gd name="T12" fmla="*/ 2147483646 w 70"/>
              <a:gd name="T13" fmla="*/ 2147483646 h 70"/>
              <a:gd name="T14" fmla="*/ 2147483646 w 70"/>
              <a:gd name="T15" fmla="*/ 2147483646 h 70"/>
              <a:gd name="T16" fmla="*/ 2147483646 w 70"/>
              <a:gd name="T17" fmla="*/ 2147483646 h 70"/>
              <a:gd name="T18" fmla="*/ 0 w 70"/>
              <a:gd name="T19" fmla="*/ 2147483646 h 70"/>
              <a:gd name="T20" fmla="*/ 0 w 70"/>
              <a:gd name="T21" fmla="*/ 2147483646 h 70"/>
              <a:gd name="T22" fmla="*/ 0 w 70"/>
              <a:gd name="T23" fmla="*/ 2147483646 h 70"/>
              <a:gd name="T24" fmla="*/ 2147483646 w 70"/>
              <a:gd name="T25" fmla="*/ 2147483646 h 70"/>
              <a:gd name="T26" fmla="*/ 2147483646 w 70"/>
              <a:gd name="T27" fmla="*/ 2147483646 h 70"/>
              <a:gd name="T28" fmla="*/ 2147483646 w 70"/>
              <a:gd name="T29" fmla="*/ 2147483646 h 70"/>
              <a:gd name="T30" fmla="*/ 2147483646 w 70"/>
              <a:gd name="T31" fmla="*/ 2147483646 h 70"/>
              <a:gd name="T32" fmla="*/ 2147483646 w 70"/>
              <a:gd name="T33" fmla="*/ 2147483646 h 70"/>
              <a:gd name="T34" fmla="*/ 2147483646 w 70"/>
              <a:gd name="T35" fmla="*/ 2147483646 h 70"/>
              <a:gd name="T36" fmla="*/ 2147483646 w 70"/>
              <a:gd name="T37" fmla="*/ 2147483646 h 70"/>
              <a:gd name="T38" fmla="*/ 2147483646 w 70"/>
              <a:gd name="T39" fmla="*/ 2147483646 h 70"/>
              <a:gd name="T40" fmla="*/ 2147483646 w 70"/>
              <a:gd name="T41" fmla="*/ 2147483646 h 70"/>
              <a:gd name="T42" fmla="*/ 2147483646 w 70"/>
              <a:gd name="T43" fmla="*/ 2147483646 h 70"/>
              <a:gd name="T44" fmla="*/ 2147483646 w 70"/>
              <a:gd name="T45" fmla="*/ 2147483646 h 70"/>
              <a:gd name="T46" fmla="*/ 2147483646 w 70"/>
              <a:gd name="T47" fmla="*/ 2147483646 h 70"/>
              <a:gd name="T48" fmla="*/ 2147483646 w 70"/>
              <a:gd name="T49" fmla="*/ 2147483646 h 70"/>
              <a:gd name="T50" fmla="*/ 2147483646 w 70"/>
              <a:gd name="T51" fmla="*/ 2147483646 h 70"/>
              <a:gd name="T52" fmla="*/ 2147483646 w 70"/>
              <a:gd name="T53" fmla="*/ 2147483646 h 70"/>
              <a:gd name="T54" fmla="*/ 2147483646 w 70"/>
              <a:gd name="T55" fmla="*/ 2147483646 h 70"/>
              <a:gd name="T56" fmla="*/ 2147483646 w 70"/>
              <a:gd name="T57" fmla="*/ 2147483646 h 70"/>
              <a:gd name="T58" fmla="*/ 2147483646 w 70"/>
              <a:gd name="T59" fmla="*/ 2147483646 h 70"/>
              <a:gd name="T60" fmla="*/ 2147483646 w 70"/>
              <a:gd name="T61" fmla="*/ 2147483646 h 70"/>
              <a:gd name="T62" fmla="*/ 2147483646 w 70"/>
              <a:gd name="T63" fmla="*/ 2147483646 h 70"/>
              <a:gd name="T64" fmla="*/ 2147483646 w 70"/>
              <a:gd name="T65" fmla="*/ 2147483646 h 70"/>
              <a:gd name="T66" fmla="*/ 2147483646 w 70"/>
              <a:gd name="T67" fmla="*/ 2147483646 h 70"/>
              <a:gd name="T68" fmla="*/ 2147483646 w 70"/>
              <a:gd name="T69" fmla="*/ 2147483646 h 70"/>
              <a:gd name="T70" fmla="*/ 2147483646 w 70"/>
              <a:gd name="T71" fmla="*/ 2147483646 h 70"/>
              <a:gd name="T72" fmla="*/ 2147483646 w 70"/>
              <a:gd name="T73" fmla="*/ 2147483646 h 70"/>
              <a:gd name="T74" fmla="*/ 2147483646 w 70"/>
              <a:gd name="T75" fmla="*/ 2147483646 h 70"/>
              <a:gd name="T76" fmla="*/ 2147483646 w 70"/>
              <a:gd name="T77" fmla="*/ 2147483646 h 70"/>
              <a:gd name="T78" fmla="*/ 2147483646 w 70"/>
              <a:gd name="T79" fmla="*/ 2147483646 h 70"/>
              <a:gd name="T80" fmla="*/ 2147483646 w 70"/>
              <a:gd name="T81" fmla="*/ 2147483646 h 70"/>
              <a:gd name="T82" fmla="*/ 2147483646 w 70"/>
              <a:gd name="T83" fmla="*/ 2147483646 h 70"/>
              <a:gd name="T84" fmla="*/ 2147483646 w 70"/>
              <a:gd name="T85" fmla="*/ 2147483646 h 70"/>
              <a:gd name="T86" fmla="*/ 2147483646 w 70"/>
              <a:gd name="T87" fmla="*/ 0 h 7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0"/>
              <a:gd name="T133" fmla="*/ 0 h 70"/>
              <a:gd name="T134" fmla="*/ 70 w 70"/>
              <a:gd name="T135" fmla="*/ 70 h 7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0" h="70">
                <a:moveTo>
                  <a:pt x="34" y="0"/>
                </a:moveTo>
                <a:lnTo>
                  <a:pt x="33" y="0"/>
                </a:lnTo>
                <a:lnTo>
                  <a:pt x="31" y="0"/>
                </a:lnTo>
                <a:lnTo>
                  <a:pt x="30" y="1"/>
                </a:lnTo>
                <a:lnTo>
                  <a:pt x="29" y="1"/>
                </a:lnTo>
                <a:lnTo>
                  <a:pt x="26" y="1"/>
                </a:lnTo>
                <a:lnTo>
                  <a:pt x="24" y="1"/>
                </a:lnTo>
                <a:lnTo>
                  <a:pt x="23" y="2"/>
                </a:lnTo>
                <a:lnTo>
                  <a:pt x="21" y="2"/>
                </a:lnTo>
                <a:lnTo>
                  <a:pt x="20" y="4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4" y="7"/>
                </a:lnTo>
                <a:lnTo>
                  <a:pt x="13" y="8"/>
                </a:lnTo>
                <a:lnTo>
                  <a:pt x="11" y="10"/>
                </a:lnTo>
                <a:lnTo>
                  <a:pt x="10" y="10"/>
                </a:lnTo>
                <a:lnTo>
                  <a:pt x="8" y="11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7"/>
                </a:lnTo>
                <a:lnTo>
                  <a:pt x="4" y="18"/>
                </a:lnTo>
                <a:lnTo>
                  <a:pt x="3" y="20"/>
                </a:lnTo>
                <a:lnTo>
                  <a:pt x="3" y="21"/>
                </a:lnTo>
                <a:lnTo>
                  <a:pt x="3" y="23"/>
                </a:lnTo>
                <a:lnTo>
                  <a:pt x="1" y="24"/>
                </a:lnTo>
                <a:lnTo>
                  <a:pt x="1" y="27"/>
                </a:lnTo>
                <a:lnTo>
                  <a:pt x="1" y="28"/>
                </a:lnTo>
                <a:lnTo>
                  <a:pt x="0" y="30"/>
                </a:lnTo>
                <a:lnTo>
                  <a:pt x="0" y="31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1" y="43"/>
                </a:lnTo>
                <a:lnTo>
                  <a:pt x="1" y="44"/>
                </a:lnTo>
                <a:lnTo>
                  <a:pt x="1" y="46"/>
                </a:lnTo>
                <a:lnTo>
                  <a:pt x="3" y="47"/>
                </a:lnTo>
                <a:lnTo>
                  <a:pt x="3" y="49"/>
                </a:lnTo>
                <a:lnTo>
                  <a:pt x="3" y="50"/>
                </a:lnTo>
                <a:lnTo>
                  <a:pt x="4" y="51"/>
                </a:lnTo>
                <a:lnTo>
                  <a:pt x="6" y="53"/>
                </a:lnTo>
                <a:lnTo>
                  <a:pt x="6" y="54"/>
                </a:lnTo>
                <a:lnTo>
                  <a:pt x="7" y="56"/>
                </a:lnTo>
                <a:lnTo>
                  <a:pt x="8" y="57"/>
                </a:lnTo>
                <a:lnTo>
                  <a:pt x="8" y="59"/>
                </a:lnTo>
                <a:lnTo>
                  <a:pt x="10" y="60"/>
                </a:lnTo>
                <a:lnTo>
                  <a:pt x="11" y="61"/>
                </a:lnTo>
                <a:lnTo>
                  <a:pt x="13" y="63"/>
                </a:lnTo>
                <a:lnTo>
                  <a:pt x="14" y="63"/>
                </a:lnTo>
                <a:lnTo>
                  <a:pt x="16" y="64"/>
                </a:lnTo>
                <a:lnTo>
                  <a:pt x="17" y="66"/>
                </a:lnTo>
                <a:lnTo>
                  <a:pt x="19" y="66"/>
                </a:lnTo>
                <a:lnTo>
                  <a:pt x="20" y="67"/>
                </a:lnTo>
                <a:lnTo>
                  <a:pt x="21" y="67"/>
                </a:lnTo>
                <a:lnTo>
                  <a:pt x="23" y="69"/>
                </a:lnTo>
                <a:lnTo>
                  <a:pt x="24" y="69"/>
                </a:lnTo>
                <a:lnTo>
                  <a:pt x="26" y="69"/>
                </a:lnTo>
                <a:lnTo>
                  <a:pt x="29" y="70"/>
                </a:lnTo>
                <a:lnTo>
                  <a:pt x="30" y="70"/>
                </a:lnTo>
                <a:lnTo>
                  <a:pt x="31" y="70"/>
                </a:lnTo>
                <a:lnTo>
                  <a:pt x="33" y="70"/>
                </a:lnTo>
                <a:lnTo>
                  <a:pt x="34" y="70"/>
                </a:lnTo>
                <a:lnTo>
                  <a:pt x="37" y="70"/>
                </a:lnTo>
                <a:lnTo>
                  <a:pt x="39" y="70"/>
                </a:lnTo>
                <a:lnTo>
                  <a:pt x="40" y="70"/>
                </a:lnTo>
                <a:lnTo>
                  <a:pt x="42" y="70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9" y="67"/>
                </a:lnTo>
                <a:lnTo>
                  <a:pt x="50" y="67"/>
                </a:lnTo>
                <a:lnTo>
                  <a:pt x="52" y="66"/>
                </a:lnTo>
                <a:lnTo>
                  <a:pt x="53" y="66"/>
                </a:lnTo>
                <a:lnTo>
                  <a:pt x="55" y="64"/>
                </a:lnTo>
                <a:lnTo>
                  <a:pt x="56" y="63"/>
                </a:lnTo>
                <a:lnTo>
                  <a:pt x="57" y="63"/>
                </a:lnTo>
                <a:lnTo>
                  <a:pt x="59" y="61"/>
                </a:lnTo>
                <a:lnTo>
                  <a:pt x="60" y="60"/>
                </a:lnTo>
                <a:lnTo>
                  <a:pt x="62" y="59"/>
                </a:lnTo>
                <a:lnTo>
                  <a:pt x="62" y="57"/>
                </a:lnTo>
                <a:lnTo>
                  <a:pt x="63" y="56"/>
                </a:lnTo>
                <a:lnTo>
                  <a:pt x="65" y="54"/>
                </a:lnTo>
                <a:lnTo>
                  <a:pt x="65" y="53"/>
                </a:lnTo>
                <a:lnTo>
                  <a:pt x="66" y="51"/>
                </a:lnTo>
                <a:lnTo>
                  <a:pt x="66" y="50"/>
                </a:lnTo>
                <a:lnTo>
                  <a:pt x="67" y="49"/>
                </a:lnTo>
                <a:lnTo>
                  <a:pt x="67" y="47"/>
                </a:lnTo>
                <a:lnTo>
                  <a:pt x="69" y="46"/>
                </a:lnTo>
                <a:lnTo>
                  <a:pt x="69" y="44"/>
                </a:lnTo>
                <a:lnTo>
                  <a:pt x="69" y="43"/>
                </a:lnTo>
                <a:lnTo>
                  <a:pt x="70" y="40"/>
                </a:lnTo>
                <a:lnTo>
                  <a:pt x="70" y="38"/>
                </a:lnTo>
                <a:lnTo>
                  <a:pt x="70" y="37"/>
                </a:lnTo>
                <a:lnTo>
                  <a:pt x="70" y="36"/>
                </a:lnTo>
                <a:lnTo>
                  <a:pt x="70" y="33"/>
                </a:lnTo>
                <a:lnTo>
                  <a:pt x="70" y="31"/>
                </a:lnTo>
                <a:lnTo>
                  <a:pt x="70" y="30"/>
                </a:lnTo>
                <a:lnTo>
                  <a:pt x="69" y="28"/>
                </a:lnTo>
                <a:lnTo>
                  <a:pt x="69" y="27"/>
                </a:lnTo>
                <a:lnTo>
                  <a:pt x="69" y="24"/>
                </a:lnTo>
                <a:lnTo>
                  <a:pt x="67" y="23"/>
                </a:lnTo>
                <a:lnTo>
                  <a:pt x="67" y="21"/>
                </a:lnTo>
                <a:lnTo>
                  <a:pt x="66" y="20"/>
                </a:lnTo>
                <a:lnTo>
                  <a:pt x="66" y="18"/>
                </a:lnTo>
                <a:lnTo>
                  <a:pt x="65" y="17"/>
                </a:lnTo>
                <a:lnTo>
                  <a:pt x="65" y="15"/>
                </a:lnTo>
                <a:lnTo>
                  <a:pt x="63" y="14"/>
                </a:lnTo>
                <a:lnTo>
                  <a:pt x="62" y="13"/>
                </a:lnTo>
                <a:lnTo>
                  <a:pt x="62" y="11"/>
                </a:lnTo>
                <a:lnTo>
                  <a:pt x="60" y="10"/>
                </a:lnTo>
                <a:lnTo>
                  <a:pt x="59" y="10"/>
                </a:lnTo>
                <a:lnTo>
                  <a:pt x="57" y="8"/>
                </a:lnTo>
                <a:lnTo>
                  <a:pt x="56" y="7"/>
                </a:lnTo>
                <a:lnTo>
                  <a:pt x="55" y="5"/>
                </a:lnTo>
                <a:lnTo>
                  <a:pt x="53" y="5"/>
                </a:lnTo>
                <a:lnTo>
                  <a:pt x="52" y="4"/>
                </a:lnTo>
                <a:lnTo>
                  <a:pt x="50" y="4"/>
                </a:lnTo>
                <a:lnTo>
                  <a:pt x="49" y="2"/>
                </a:lnTo>
                <a:lnTo>
                  <a:pt x="47" y="2"/>
                </a:lnTo>
                <a:lnTo>
                  <a:pt x="46" y="1"/>
                </a:lnTo>
                <a:lnTo>
                  <a:pt x="44" y="1"/>
                </a:lnTo>
                <a:lnTo>
                  <a:pt x="42" y="1"/>
                </a:lnTo>
                <a:lnTo>
                  <a:pt x="40" y="1"/>
                </a:lnTo>
                <a:lnTo>
                  <a:pt x="39" y="0"/>
                </a:lnTo>
                <a:lnTo>
                  <a:pt x="37" y="0"/>
                </a:lnTo>
                <a:lnTo>
                  <a:pt x="34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1" name="Freeform 79">
            <a:extLst>
              <a:ext uri="{FF2B5EF4-FFF2-40B4-BE49-F238E27FC236}">
                <a16:creationId xmlns:a16="http://schemas.microsoft.com/office/drawing/2014/main" id="{B1E8CCE3-5CD9-4AAE-9F3D-4FCF634D1F90}"/>
              </a:ext>
            </a:extLst>
          </p:cNvPr>
          <p:cNvSpPr>
            <a:spLocks/>
          </p:cNvSpPr>
          <p:nvPr/>
        </p:nvSpPr>
        <p:spPr bwMode="auto">
          <a:xfrm>
            <a:off x="2544763" y="2613025"/>
            <a:ext cx="46037" cy="46038"/>
          </a:xfrm>
          <a:custGeom>
            <a:avLst/>
            <a:gdLst>
              <a:gd name="T0" fmla="*/ 2147483646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0 w 57"/>
              <a:gd name="T21" fmla="*/ 2147483646 h 57"/>
              <a:gd name="T22" fmla="*/ 0 w 57"/>
              <a:gd name="T23" fmla="*/ 2147483646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7"/>
              <a:gd name="T137" fmla="*/ 57 w 57"/>
              <a:gd name="T138" fmla="*/ 57 h 5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7">
                <a:moveTo>
                  <a:pt x="28" y="29"/>
                </a:moveTo>
                <a:lnTo>
                  <a:pt x="28" y="0"/>
                </a:lnTo>
                <a:lnTo>
                  <a:pt x="27" y="1"/>
                </a:lnTo>
                <a:lnTo>
                  <a:pt x="26" y="1"/>
                </a:lnTo>
                <a:lnTo>
                  <a:pt x="24" y="1"/>
                </a:lnTo>
                <a:lnTo>
                  <a:pt x="23" y="1"/>
                </a:lnTo>
                <a:lnTo>
                  <a:pt x="21" y="1"/>
                </a:lnTo>
                <a:lnTo>
                  <a:pt x="20" y="1"/>
                </a:lnTo>
                <a:lnTo>
                  <a:pt x="18" y="3"/>
                </a:lnTo>
                <a:lnTo>
                  <a:pt x="17" y="3"/>
                </a:lnTo>
                <a:lnTo>
                  <a:pt x="15" y="4"/>
                </a:lnTo>
                <a:lnTo>
                  <a:pt x="14" y="4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5" y="13"/>
                </a:lnTo>
                <a:lnTo>
                  <a:pt x="4" y="14"/>
                </a:lnTo>
                <a:lnTo>
                  <a:pt x="4" y="16"/>
                </a:lnTo>
                <a:lnTo>
                  <a:pt x="3" y="17"/>
                </a:lnTo>
                <a:lnTo>
                  <a:pt x="3" y="19"/>
                </a:lnTo>
                <a:lnTo>
                  <a:pt x="3" y="20"/>
                </a:lnTo>
                <a:lnTo>
                  <a:pt x="1" y="21"/>
                </a:lnTo>
                <a:lnTo>
                  <a:pt x="1" y="23"/>
                </a:lnTo>
                <a:lnTo>
                  <a:pt x="1" y="24"/>
                </a:lnTo>
                <a:lnTo>
                  <a:pt x="0" y="26"/>
                </a:lnTo>
                <a:lnTo>
                  <a:pt x="0" y="27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6"/>
                </a:lnTo>
                <a:lnTo>
                  <a:pt x="1" y="37"/>
                </a:lnTo>
                <a:lnTo>
                  <a:pt x="3" y="39"/>
                </a:lnTo>
                <a:lnTo>
                  <a:pt x="3" y="40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5" y="46"/>
                </a:lnTo>
                <a:lnTo>
                  <a:pt x="7" y="47"/>
                </a:lnTo>
                <a:lnTo>
                  <a:pt x="7" y="49"/>
                </a:lnTo>
                <a:lnTo>
                  <a:pt x="8" y="50"/>
                </a:lnTo>
                <a:lnTo>
                  <a:pt x="10" y="50"/>
                </a:lnTo>
                <a:lnTo>
                  <a:pt x="11" y="52"/>
                </a:lnTo>
                <a:lnTo>
                  <a:pt x="11" y="53"/>
                </a:lnTo>
                <a:lnTo>
                  <a:pt x="13" y="53"/>
                </a:lnTo>
                <a:lnTo>
                  <a:pt x="14" y="55"/>
                </a:lnTo>
                <a:lnTo>
                  <a:pt x="15" y="55"/>
                </a:lnTo>
                <a:lnTo>
                  <a:pt x="17" y="56"/>
                </a:lnTo>
                <a:lnTo>
                  <a:pt x="18" y="56"/>
                </a:lnTo>
                <a:lnTo>
                  <a:pt x="20" y="57"/>
                </a:lnTo>
                <a:lnTo>
                  <a:pt x="21" y="57"/>
                </a:lnTo>
                <a:lnTo>
                  <a:pt x="23" y="57"/>
                </a:lnTo>
                <a:lnTo>
                  <a:pt x="24" y="57"/>
                </a:lnTo>
                <a:lnTo>
                  <a:pt x="26" y="57"/>
                </a:lnTo>
                <a:lnTo>
                  <a:pt x="27" y="57"/>
                </a:lnTo>
                <a:lnTo>
                  <a:pt x="28" y="57"/>
                </a:lnTo>
                <a:lnTo>
                  <a:pt x="30" y="57"/>
                </a:lnTo>
                <a:lnTo>
                  <a:pt x="31" y="57"/>
                </a:lnTo>
                <a:lnTo>
                  <a:pt x="33" y="57"/>
                </a:lnTo>
                <a:lnTo>
                  <a:pt x="34" y="57"/>
                </a:lnTo>
                <a:lnTo>
                  <a:pt x="36" y="57"/>
                </a:lnTo>
                <a:lnTo>
                  <a:pt x="37" y="57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3" y="55"/>
                </a:lnTo>
                <a:lnTo>
                  <a:pt x="44" y="55"/>
                </a:lnTo>
                <a:lnTo>
                  <a:pt x="44" y="53"/>
                </a:lnTo>
                <a:lnTo>
                  <a:pt x="46" y="53"/>
                </a:lnTo>
                <a:lnTo>
                  <a:pt x="47" y="52"/>
                </a:lnTo>
                <a:lnTo>
                  <a:pt x="49" y="50"/>
                </a:lnTo>
                <a:lnTo>
                  <a:pt x="50" y="49"/>
                </a:lnTo>
                <a:lnTo>
                  <a:pt x="51" y="47"/>
                </a:lnTo>
                <a:lnTo>
                  <a:pt x="51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0"/>
                </a:lnTo>
                <a:lnTo>
                  <a:pt x="56" y="39"/>
                </a:lnTo>
                <a:lnTo>
                  <a:pt x="56" y="37"/>
                </a:lnTo>
                <a:lnTo>
                  <a:pt x="57" y="36"/>
                </a:lnTo>
                <a:lnTo>
                  <a:pt x="57" y="34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7"/>
                </a:lnTo>
                <a:lnTo>
                  <a:pt x="57" y="26"/>
                </a:lnTo>
                <a:lnTo>
                  <a:pt x="57" y="24"/>
                </a:lnTo>
                <a:lnTo>
                  <a:pt x="57" y="23"/>
                </a:lnTo>
                <a:lnTo>
                  <a:pt x="56" y="21"/>
                </a:lnTo>
                <a:lnTo>
                  <a:pt x="56" y="20"/>
                </a:lnTo>
                <a:lnTo>
                  <a:pt x="56" y="19"/>
                </a:lnTo>
                <a:lnTo>
                  <a:pt x="54" y="17"/>
                </a:lnTo>
                <a:lnTo>
                  <a:pt x="54" y="16"/>
                </a:lnTo>
                <a:lnTo>
                  <a:pt x="53" y="14"/>
                </a:lnTo>
                <a:lnTo>
                  <a:pt x="53" y="13"/>
                </a:lnTo>
                <a:lnTo>
                  <a:pt x="51" y="13"/>
                </a:lnTo>
                <a:lnTo>
                  <a:pt x="51" y="11"/>
                </a:lnTo>
                <a:lnTo>
                  <a:pt x="50" y="10"/>
                </a:lnTo>
                <a:lnTo>
                  <a:pt x="49" y="9"/>
                </a:lnTo>
                <a:lnTo>
                  <a:pt x="47" y="7"/>
                </a:lnTo>
                <a:lnTo>
                  <a:pt x="46" y="6"/>
                </a:lnTo>
                <a:lnTo>
                  <a:pt x="44" y="6"/>
                </a:lnTo>
                <a:lnTo>
                  <a:pt x="44" y="4"/>
                </a:lnTo>
                <a:lnTo>
                  <a:pt x="43" y="4"/>
                </a:lnTo>
                <a:lnTo>
                  <a:pt x="41" y="3"/>
                </a:lnTo>
                <a:lnTo>
                  <a:pt x="40" y="3"/>
                </a:lnTo>
                <a:lnTo>
                  <a:pt x="39" y="3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1"/>
                </a:lnTo>
                <a:lnTo>
                  <a:pt x="31" y="1"/>
                </a:lnTo>
                <a:lnTo>
                  <a:pt x="30" y="1"/>
                </a:lnTo>
                <a:lnTo>
                  <a:pt x="28" y="0"/>
                </a:lnTo>
                <a:lnTo>
                  <a:pt x="28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1692" name="Freeform 80">
            <a:extLst>
              <a:ext uri="{FF2B5EF4-FFF2-40B4-BE49-F238E27FC236}">
                <a16:creationId xmlns:a16="http://schemas.microsoft.com/office/drawing/2014/main" id="{69B3C959-FBBB-416E-AEE3-CA34B7152285}"/>
              </a:ext>
            </a:extLst>
          </p:cNvPr>
          <p:cNvSpPr>
            <a:spLocks/>
          </p:cNvSpPr>
          <p:nvPr/>
        </p:nvSpPr>
        <p:spPr bwMode="auto">
          <a:xfrm>
            <a:off x="2554288" y="2622550"/>
            <a:ext cx="55562" cy="55563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0" y="2"/>
                </a:lnTo>
                <a:lnTo>
                  <a:pt x="29" y="2"/>
                </a:lnTo>
                <a:lnTo>
                  <a:pt x="26" y="2"/>
                </a:lnTo>
                <a:lnTo>
                  <a:pt x="25" y="2"/>
                </a:lnTo>
                <a:lnTo>
                  <a:pt x="23" y="3"/>
                </a:lnTo>
                <a:lnTo>
                  <a:pt x="22" y="3"/>
                </a:lnTo>
                <a:lnTo>
                  <a:pt x="20" y="5"/>
                </a:lnTo>
                <a:lnTo>
                  <a:pt x="19" y="5"/>
                </a:lnTo>
                <a:lnTo>
                  <a:pt x="17" y="6"/>
                </a:lnTo>
                <a:lnTo>
                  <a:pt x="16" y="6"/>
                </a:lnTo>
                <a:lnTo>
                  <a:pt x="15" y="8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5"/>
                </a:lnTo>
                <a:lnTo>
                  <a:pt x="6" y="16"/>
                </a:lnTo>
                <a:lnTo>
                  <a:pt x="6" y="18"/>
                </a:lnTo>
                <a:lnTo>
                  <a:pt x="4" y="19"/>
                </a:lnTo>
                <a:lnTo>
                  <a:pt x="3" y="21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8"/>
                </a:lnTo>
                <a:lnTo>
                  <a:pt x="2" y="29"/>
                </a:lnTo>
                <a:lnTo>
                  <a:pt x="0" y="31"/>
                </a:lnTo>
                <a:lnTo>
                  <a:pt x="0" y="32"/>
                </a:lnTo>
                <a:lnTo>
                  <a:pt x="0" y="34"/>
                </a:lnTo>
                <a:lnTo>
                  <a:pt x="0" y="36"/>
                </a:lnTo>
                <a:lnTo>
                  <a:pt x="0" y="38"/>
                </a:lnTo>
                <a:lnTo>
                  <a:pt x="0" y="39"/>
                </a:lnTo>
                <a:lnTo>
                  <a:pt x="0" y="41"/>
                </a:lnTo>
                <a:lnTo>
                  <a:pt x="2" y="44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4" y="52"/>
                </a:lnTo>
                <a:lnTo>
                  <a:pt x="6" y="54"/>
                </a:lnTo>
                <a:lnTo>
                  <a:pt x="6" y="55"/>
                </a:lnTo>
                <a:lnTo>
                  <a:pt x="7" y="57"/>
                </a:lnTo>
                <a:lnTo>
                  <a:pt x="9" y="58"/>
                </a:lnTo>
                <a:lnTo>
                  <a:pt x="9" y="59"/>
                </a:lnTo>
                <a:lnTo>
                  <a:pt x="10" y="61"/>
                </a:lnTo>
                <a:lnTo>
                  <a:pt x="12" y="62"/>
                </a:lnTo>
                <a:lnTo>
                  <a:pt x="13" y="64"/>
                </a:lnTo>
                <a:lnTo>
                  <a:pt x="15" y="64"/>
                </a:lnTo>
                <a:lnTo>
                  <a:pt x="16" y="65"/>
                </a:lnTo>
                <a:lnTo>
                  <a:pt x="17" y="67"/>
                </a:lnTo>
                <a:lnTo>
                  <a:pt x="19" y="67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0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0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7"/>
                </a:lnTo>
                <a:lnTo>
                  <a:pt x="53" y="67"/>
                </a:lnTo>
                <a:lnTo>
                  <a:pt x="55" y="65"/>
                </a:lnTo>
                <a:lnTo>
                  <a:pt x="56" y="64"/>
                </a:lnTo>
                <a:lnTo>
                  <a:pt x="58" y="64"/>
                </a:lnTo>
                <a:lnTo>
                  <a:pt x="59" y="62"/>
                </a:lnTo>
                <a:lnTo>
                  <a:pt x="61" y="61"/>
                </a:lnTo>
                <a:lnTo>
                  <a:pt x="62" y="59"/>
                </a:lnTo>
                <a:lnTo>
                  <a:pt x="62" y="58"/>
                </a:lnTo>
                <a:lnTo>
                  <a:pt x="64" y="57"/>
                </a:lnTo>
                <a:lnTo>
                  <a:pt x="65" y="55"/>
                </a:lnTo>
                <a:lnTo>
                  <a:pt x="65" y="54"/>
                </a:lnTo>
                <a:lnTo>
                  <a:pt x="66" y="52"/>
                </a:lnTo>
                <a:lnTo>
                  <a:pt x="66" y="51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4"/>
                </a:lnTo>
                <a:lnTo>
                  <a:pt x="71" y="41"/>
                </a:lnTo>
                <a:lnTo>
                  <a:pt x="71" y="39"/>
                </a:lnTo>
                <a:lnTo>
                  <a:pt x="71" y="38"/>
                </a:lnTo>
                <a:lnTo>
                  <a:pt x="71" y="36"/>
                </a:lnTo>
                <a:lnTo>
                  <a:pt x="71" y="34"/>
                </a:lnTo>
                <a:lnTo>
                  <a:pt x="71" y="32"/>
                </a:lnTo>
                <a:lnTo>
                  <a:pt x="71" y="31"/>
                </a:lnTo>
                <a:lnTo>
                  <a:pt x="69" y="29"/>
                </a:lnTo>
                <a:lnTo>
                  <a:pt x="69" y="28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6" y="21"/>
                </a:lnTo>
                <a:lnTo>
                  <a:pt x="66" y="19"/>
                </a:lnTo>
                <a:lnTo>
                  <a:pt x="65" y="18"/>
                </a:lnTo>
                <a:lnTo>
                  <a:pt x="65" y="16"/>
                </a:lnTo>
                <a:lnTo>
                  <a:pt x="64" y="15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8"/>
                </a:lnTo>
                <a:lnTo>
                  <a:pt x="55" y="6"/>
                </a:lnTo>
                <a:lnTo>
                  <a:pt x="53" y="6"/>
                </a:lnTo>
                <a:lnTo>
                  <a:pt x="52" y="5"/>
                </a:lnTo>
                <a:lnTo>
                  <a:pt x="51" y="5"/>
                </a:lnTo>
                <a:lnTo>
                  <a:pt x="49" y="3"/>
                </a:lnTo>
                <a:lnTo>
                  <a:pt x="48" y="3"/>
                </a:lnTo>
                <a:lnTo>
                  <a:pt x="46" y="2"/>
                </a:lnTo>
                <a:lnTo>
                  <a:pt x="45" y="2"/>
                </a:lnTo>
                <a:lnTo>
                  <a:pt x="42" y="2"/>
                </a:lnTo>
                <a:lnTo>
                  <a:pt x="40" y="2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3" name="Line 85">
            <a:extLst>
              <a:ext uri="{FF2B5EF4-FFF2-40B4-BE49-F238E27FC236}">
                <a16:creationId xmlns:a16="http://schemas.microsoft.com/office/drawing/2014/main" id="{3987E123-6F51-45D3-966A-7396B9E2AF8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30563" y="2981325"/>
            <a:ext cx="3429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4" name="Line 86">
            <a:extLst>
              <a:ext uri="{FF2B5EF4-FFF2-40B4-BE49-F238E27FC236}">
                <a16:creationId xmlns:a16="http://schemas.microsoft.com/office/drawing/2014/main" id="{4BFDB695-9356-46EE-81AE-E4C5C09E93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3263" y="4486275"/>
            <a:ext cx="3190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5" name="Line 91">
            <a:extLst>
              <a:ext uri="{FF2B5EF4-FFF2-40B4-BE49-F238E27FC236}">
                <a16:creationId xmlns:a16="http://schemas.microsoft.com/office/drawing/2014/main" id="{F7C5F941-8547-467D-B0F9-9A189CE495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688" y="4781550"/>
            <a:ext cx="9826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6" name="Line 92">
            <a:extLst>
              <a:ext uri="{FF2B5EF4-FFF2-40B4-BE49-F238E27FC236}">
                <a16:creationId xmlns:a16="http://schemas.microsoft.com/office/drawing/2014/main" id="{55B62C59-8ED1-4ADB-93F4-5A65B2E538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0563" y="2979738"/>
            <a:ext cx="1587" cy="15065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7" name="Line 93">
            <a:extLst>
              <a:ext uri="{FF2B5EF4-FFF2-40B4-BE49-F238E27FC236}">
                <a16:creationId xmlns:a16="http://schemas.microsoft.com/office/drawing/2014/main" id="{CADE50D7-BD0A-4A15-9D03-8AB81EA85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4088" y="3733800"/>
            <a:ext cx="10064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98" name="Freeform 94">
            <a:extLst>
              <a:ext uri="{FF2B5EF4-FFF2-40B4-BE49-F238E27FC236}">
                <a16:creationId xmlns:a16="http://schemas.microsoft.com/office/drawing/2014/main" id="{825C696C-C848-4EC0-8D65-95AAD6471443}"/>
              </a:ext>
            </a:extLst>
          </p:cNvPr>
          <p:cNvSpPr>
            <a:spLocks/>
          </p:cNvSpPr>
          <p:nvPr/>
        </p:nvSpPr>
        <p:spPr bwMode="auto">
          <a:xfrm>
            <a:off x="3206750" y="3709988"/>
            <a:ext cx="46038" cy="46037"/>
          </a:xfrm>
          <a:custGeom>
            <a:avLst/>
            <a:gdLst>
              <a:gd name="T0" fmla="*/ 2147483646 w 57"/>
              <a:gd name="T1" fmla="*/ 2147483646 h 58"/>
              <a:gd name="T2" fmla="*/ 2147483646 w 57"/>
              <a:gd name="T3" fmla="*/ 2147483646 h 58"/>
              <a:gd name="T4" fmla="*/ 2147483646 w 57"/>
              <a:gd name="T5" fmla="*/ 2147483646 h 58"/>
              <a:gd name="T6" fmla="*/ 2147483646 w 57"/>
              <a:gd name="T7" fmla="*/ 2147483646 h 58"/>
              <a:gd name="T8" fmla="*/ 2147483646 w 57"/>
              <a:gd name="T9" fmla="*/ 2147483646 h 58"/>
              <a:gd name="T10" fmla="*/ 2147483646 w 57"/>
              <a:gd name="T11" fmla="*/ 2147483646 h 58"/>
              <a:gd name="T12" fmla="*/ 2147483646 w 57"/>
              <a:gd name="T13" fmla="*/ 2147483646 h 58"/>
              <a:gd name="T14" fmla="*/ 2147483646 w 57"/>
              <a:gd name="T15" fmla="*/ 2147483646 h 58"/>
              <a:gd name="T16" fmla="*/ 2147483646 w 57"/>
              <a:gd name="T17" fmla="*/ 2147483646 h 58"/>
              <a:gd name="T18" fmla="*/ 2147483646 w 57"/>
              <a:gd name="T19" fmla="*/ 2147483646 h 58"/>
              <a:gd name="T20" fmla="*/ 0 w 57"/>
              <a:gd name="T21" fmla="*/ 2147483646 h 58"/>
              <a:gd name="T22" fmla="*/ 0 w 57"/>
              <a:gd name="T23" fmla="*/ 2147483646 h 58"/>
              <a:gd name="T24" fmla="*/ 2147483646 w 57"/>
              <a:gd name="T25" fmla="*/ 2147483646 h 58"/>
              <a:gd name="T26" fmla="*/ 2147483646 w 57"/>
              <a:gd name="T27" fmla="*/ 2147483646 h 58"/>
              <a:gd name="T28" fmla="*/ 2147483646 w 57"/>
              <a:gd name="T29" fmla="*/ 2147483646 h 58"/>
              <a:gd name="T30" fmla="*/ 2147483646 w 57"/>
              <a:gd name="T31" fmla="*/ 2147483646 h 58"/>
              <a:gd name="T32" fmla="*/ 2147483646 w 57"/>
              <a:gd name="T33" fmla="*/ 2147483646 h 58"/>
              <a:gd name="T34" fmla="*/ 2147483646 w 57"/>
              <a:gd name="T35" fmla="*/ 2147483646 h 58"/>
              <a:gd name="T36" fmla="*/ 2147483646 w 57"/>
              <a:gd name="T37" fmla="*/ 2147483646 h 58"/>
              <a:gd name="T38" fmla="*/ 2147483646 w 57"/>
              <a:gd name="T39" fmla="*/ 2147483646 h 58"/>
              <a:gd name="T40" fmla="*/ 2147483646 w 57"/>
              <a:gd name="T41" fmla="*/ 2147483646 h 58"/>
              <a:gd name="T42" fmla="*/ 2147483646 w 57"/>
              <a:gd name="T43" fmla="*/ 2147483646 h 58"/>
              <a:gd name="T44" fmla="*/ 2147483646 w 57"/>
              <a:gd name="T45" fmla="*/ 2147483646 h 58"/>
              <a:gd name="T46" fmla="*/ 2147483646 w 57"/>
              <a:gd name="T47" fmla="*/ 2147483646 h 58"/>
              <a:gd name="T48" fmla="*/ 2147483646 w 57"/>
              <a:gd name="T49" fmla="*/ 2147483646 h 58"/>
              <a:gd name="T50" fmla="*/ 2147483646 w 57"/>
              <a:gd name="T51" fmla="*/ 2147483646 h 58"/>
              <a:gd name="T52" fmla="*/ 2147483646 w 57"/>
              <a:gd name="T53" fmla="*/ 2147483646 h 58"/>
              <a:gd name="T54" fmla="*/ 2147483646 w 57"/>
              <a:gd name="T55" fmla="*/ 2147483646 h 58"/>
              <a:gd name="T56" fmla="*/ 2147483646 w 57"/>
              <a:gd name="T57" fmla="*/ 2147483646 h 58"/>
              <a:gd name="T58" fmla="*/ 2147483646 w 57"/>
              <a:gd name="T59" fmla="*/ 2147483646 h 58"/>
              <a:gd name="T60" fmla="*/ 2147483646 w 57"/>
              <a:gd name="T61" fmla="*/ 2147483646 h 58"/>
              <a:gd name="T62" fmla="*/ 2147483646 w 57"/>
              <a:gd name="T63" fmla="*/ 2147483646 h 58"/>
              <a:gd name="T64" fmla="*/ 2147483646 w 57"/>
              <a:gd name="T65" fmla="*/ 2147483646 h 58"/>
              <a:gd name="T66" fmla="*/ 2147483646 w 57"/>
              <a:gd name="T67" fmla="*/ 2147483646 h 58"/>
              <a:gd name="T68" fmla="*/ 2147483646 w 57"/>
              <a:gd name="T69" fmla="*/ 2147483646 h 58"/>
              <a:gd name="T70" fmla="*/ 2147483646 w 57"/>
              <a:gd name="T71" fmla="*/ 2147483646 h 58"/>
              <a:gd name="T72" fmla="*/ 2147483646 w 57"/>
              <a:gd name="T73" fmla="*/ 2147483646 h 58"/>
              <a:gd name="T74" fmla="*/ 2147483646 w 57"/>
              <a:gd name="T75" fmla="*/ 2147483646 h 58"/>
              <a:gd name="T76" fmla="*/ 2147483646 w 57"/>
              <a:gd name="T77" fmla="*/ 2147483646 h 58"/>
              <a:gd name="T78" fmla="*/ 2147483646 w 57"/>
              <a:gd name="T79" fmla="*/ 2147483646 h 58"/>
              <a:gd name="T80" fmla="*/ 2147483646 w 57"/>
              <a:gd name="T81" fmla="*/ 2147483646 h 58"/>
              <a:gd name="T82" fmla="*/ 2147483646 w 57"/>
              <a:gd name="T83" fmla="*/ 2147483646 h 58"/>
              <a:gd name="T84" fmla="*/ 2147483646 w 57"/>
              <a:gd name="T85" fmla="*/ 2147483646 h 58"/>
              <a:gd name="T86" fmla="*/ 2147483646 w 57"/>
              <a:gd name="T87" fmla="*/ 2147483646 h 58"/>
              <a:gd name="T88" fmla="*/ 2147483646 w 57"/>
              <a:gd name="T89" fmla="*/ 2147483646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7"/>
              <a:gd name="T136" fmla="*/ 0 h 58"/>
              <a:gd name="T137" fmla="*/ 57 w 57"/>
              <a:gd name="T138" fmla="*/ 58 h 5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7" h="58">
                <a:moveTo>
                  <a:pt x="29" y="29"/>
                </a:moveTo>
                <a:lnTo>
                  <a:pt x="29" y="0"/>
                </a:lnTo>
                <a:lnTo>
                  <a:pt x="27" y="2"/>
                </a:lnTo>
                <a:lnTo>
                  <a:pt x="26" y="2"/>
                </a:lnTo>
                <a:lnTo>
                  <a:pt x="24" y="2"/>
                </a:lnTo>
                <a:lnTo>
                  <a:pt x="23" y="2"/>
                </a:lnTo>
                <a:lnTo>
                  <a:pt x="21" y="2"/>
                </a:lnTo>
                <a:lnTo>
                  <a:pt x="20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11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7" y="12"/>
                </a:lnTo>
                <a:lnTo>
                  <a:pt x="6" y="13"/>
                </a:lnTo>
                <a:lnTo>
                  <a:pt x="4" y="15"/>
                </a:lnTo>
                <a:lnTo>
                  <a:pt x="4" y="16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2"/>
                </a:lnTo>
                <a:lnTo>
                  <a:pt x="0" y="33"/>
                </a:lnTo>
                <a:lnTo>
                  <a:pt x="1" y="35"/>
                </a:lnTo>
                <a:lnTo>
                  <a:pt x="1" y="36"/>
                </a:lnTo>
                <a:lnTo>
                  <a:pt x="1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4" y="43"/>
                </a:lnTo>
                <a:lnTo>
                  <a:pt x="4" y="45"/>
                </a:lnTo>
                <a:lnTo>
                  <a:pt x="6" y="46"/>
                </a:lnTo>
                <a:lnTo>
                  <a:pt x="7" y="48"/>
                </a:lnTo>
                <a:lnTo>
                  <a:pt x="7" y="49"/>
                </a:lnTo>
                <a:lnTo>
                  <a:pt x="8" y="51"/>
                </a:lnTo>
                <a:lnTo>
                  <a:pt x="10" y="51"/>
                </a:lnTo>
                <a:lnTo>
                  <a:pt x="11" y="52"/>
                </a:lnTo>
                <a:lnTo>
                  <a:pt x="11" y="54"/>
                </a:lnTo>
                <a:lnTo>
                  <a:pt x="13" y="54"/>
                </a:lnTo>
                <a:lnTo>
                  <a:pt x="14" y="55"/>
                </a:lnTo>
                <a:lnTo>
                  <a:pt x="16" y="55"/>
                </a:lnTo>
                <a:lnTo>
                  <a:pt x="17" y="56"/>
                </a:lnTo>
                <a:lnTo>
                  <a:pt x="18" y="56"/>
                </a:lnTo>
                <a:lnTo>
                  <a:pt x="20" y="58"/>
                </a:lnTo>
                <a:lnTo>
                  <a:pt x="21" y="58"/>
                </a:lnTo>
                <a:lnTo>
                  <a:pt x="23" y="58"/>
                </a:lnTo>
                <a:lnTo>
                  <a:pt x="24" y="58"/>
                </a:lnTo>
                <a:lnTo>
                  <a:pt x="26" y="58"/>
                </a:lnTo>
                <a:lnTo>
                  <a:pt x="27" y="58"/>
                </a:lnTo>
                <a:lnTo>
                  <a:pt x="29" y="58"/>
                </a:lnTo>
                <a:lnTo>
                  <a:pt x="30" y="58"/>
                </a:lnTo>
                <a:lnTo>
                  <a:pt x="31" y="58"/>
                </a:lnTo>
                <a:lnTo>
                  <a:pt x="33" y="58"/>
                </a:lnTo>
                <a:lnTo>
                  <a:pt x="34" y="58"/>
                </a:lnTo>
                <a:lnTo>
                  <a:pt x="36" y="58"/>
                </a:lnTo>
                <a:lnTo>
                  <a:pt x="37" y="58"/>
                </a:lnTo>
                <a:lnTo>
                  <a:pt x="39" y="56"/>
                </a:lnTo>
                <a:lnTo>
                  <a:pt x="40" y="56"/>
                </a:lnTo>
                <a:lnTo>
                  <a:pt x="42" y="56"/>
                </a:lnTo>
                <a:lnTo>
                  <a:pt x="43" y="55"/>
                </a:lnTo>
                <a:lnTo>
                  <a:pt x="44" y="55"/>
                </a:lnTo>
                <a:lnTo>
                  <a:pt x="44" y="54"/>
                </a:lnTo>
                <a:lnTo>
                  <a:pt x="46" y="54"/>
                </a:lnTo>
                <a:lnTo>
                  <a:pt x="47" y="52"/>
                </a:lnTo>
                <a:lnTo>
                  <a:pt x="49" y="51"/>
                </a:lnTo>
                <a:lnTo>
                  <a:pt x="50" y="49"/>
                </a:lnTo>
                <a:lnTo>
                  <a:pt x="52" y="48"/>
                </a:lnTo>
                <a:lnTo>
                  <a:pt x="52" y="46"/>
                </a:lnTo>
                <a:lnTo>
                  <a:pt x="53" y="46"/>
                </a:lnTo>
                <a:lnTo>
                  <a:pt x="53" y="45"/>
                </a:lnTo>
                <a:lnTo>
                  <a:pt x="54" y="43"/>
                </a:lnTo>
                <a:lnTo>
                  <a:pt x="54" y="42"/>
                </a:lnTo>
                <a:lnTo>
                  <a:pt x="56" y="41"/>
                </a:lnTo>
                <a:lnTo>
                  <a:pt x="56" y="39"/>
                </a:lnTo>
                <a:lnTo>
                  <a:pt x="56" y="38"/>
                </a:lnTo>
                <a:lnTo>
                  <a:pt x="57" y="36"/>
                </a:lnTo>
                <a:lnTo>
                  <a:pt x="57" y="35"/>
                </a:lnTo>
                <a:lnTo>
                  <a:pt x="57" y="33"/>
                </a:lnTo>
                <a:lnTo>
                  <a:pt x="57" y="32"/>
                </a:lnTo>
                <a:lnTo>
                  <a:pt x="57" y="29"/>
                </a:lnTo>
                <a:lnTo>
                  <a:pt x="57" y="28"/>
                </a:lnTo>
                <a:lnTo>
                  <a:pt x="57" y="26"/>
                </a:lnTo>
                <a:lnTo>
                  <a:pt x="57" y="25"/>
                </a:lnTo>
                <a:lnTo>
                  <a:pt x="57" y="23"/>
                </a:lnTo>
                <a:lnTo>
                  <a:pt x="57" y="22"/>
                </a:lnTo>
                <a:lnTo>
                  <a:pt x="56" y="22"/>
                </a:lnTo>
                <a:lnTo>
                  <a:pt x="56" y="20"/>
                </a:lnTo>
                <a:lnTo>
                  <a:pt x="56" y="19"/>
                </a:lnTo>
                <a:lnTo>
                  <a:pt x="54" y="18"/>
                </a:lnTo>
                <a:lnTo>
                  <a:pt x="54" y="16"/>
                </a:lnTo>
                <a:lnTo>
                  <a:pt x="53" y="15"/>
                </a:lnTo>
                <a:lnTo>
                  <a:pt x="53" y="13"/>
                </a:lnTo>
                <a:lnTo>
                  <a:pt x="52" y="13"/>
                </a:lnTo>
                <a:lnTo>
                  <a:pt x="52" y="12"/>
                </a:lnTo>
                <a:lnTo>
                  <a:pt x="50" y="10"/>
                </a:lnTo>
                <a:lnTo>
                  <a:pt x="49" y="9"/>
                </a:lnTo>
                <a:lnTo>
                  <a:pt x="47" y="8"/>
                </a:lnTo>
                <a:lnTo>
                  <a:pt x="46" y="6"/>
                </a:lnTo>
                <a:lnTo>
                  <a:pt x="44" y="6"/>
                </a:lnTo>
                <a:lnTo>
                  <a:pt x="44" y="5"/>
                </a:lnTo>
                <a:lnTo>
                  <a:pt x="43" y="5"/>
                </a:lnTo>
                <a:lnTo>
                  <a:pt x="42" y="3"/>
                </a:lnTo>
                <a:lnTo>
                  <a:pt x="40" y="3"/>
                </a:lnTo>
                <a:lnTo>
                  <a:pt x="39" y="3"/>
                </a:lnTo>
                <a:lnTo>
                  <a:pt x="37" y="2"/>
                </a:lnTo>
                <a:lnTo>
                  <a:pt x="36" y="2"/>
                </a:lnTo>
                <a:lnTo>
                  <a:pt x="34" y="2"/>
                </a:lnTo>
                <a:lnTo>
                  <a:pt x="33" y="2"/>
                </a:lnTo>
                <a:lnTo>
                  <a:pt x="31" y="2"/>
                </a:lnTo>
                <a:lnTo>
                  <a:pt x="30" y="2"/>
                </a:lnTo>
                <a:lnTo>
                  <a:pt x="29" y="0"/>
                </a:lnTo>
                <a:lnTo>
                  <a:pt x="29" y="2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1699" name="Freeform 95">
            <a:extLst>
              <a:ext uri="{FF2B5EF4-FFF2-40B4-BE49-F238E27FC236}">
                <a16:creationId xmlns:a16="http://schemas.microsoft.com/office/drawing/2014/main" id="{DF4FF4D6-D437-4267-BEF6-83FBDA337ACA}"/>
              </a:ext>
            </a:extLst>
          </p:cNvPr>
          <p:cNvSpPr>
            <a:spLocks/>
          </p:cNvSpPr>
          <p:nvPr/>
        </p:nvSpPr>
        <p:spPr bwMode="auto">
          <a:xfrm>
            <a:off x="3216275" y="3697288"/>
            <a:ext cx="55563" cy="55562"/>
          </a:xfrm>
          <a:custGeom>
            <a:avLst/>
            <a:gdLst>
              <a:gd name="T0" fmla="*/ 2147483646 w 71"/>
              <a:gd name="T1" fmla="*/ 0 h 71"/>
              <a:gd name="T2" fmla="*/ 2147483646 w 71"/>
              <a:gd name="T3" fmla="*/ 2147483646 h 71"/>
              <a:gd name="T4" fmla="*/ 2147483646 w 71"/>
              <a:gd name="T5" fmla="*/ 2147483646 h 71"/>
              <a:gd name="T6" fmla="*/ 2147483646 w 71"/>
              <a:gd name="T7" fmla="*/ 2147483646 h 71"/>
              <a:gd name="T8" fmla="*/ 2147483646 w 71"/>
              <a:gd name="T9" fmla="*/ 2147483646 h 71"/>
              <a:gd name="T10" fmla="*/ 2147483646 w 71"/>
              <a:gd name="T11" fmla="*/ 2147483646 h 71"/>
              <a:gd name="T12" fmla="*/ 2147483646 w 71"/>
              <a:gd name="T13" fmla="*/ 2147483646 h 71"/>
              <a:gd name="T14" fmla="*/ 2147483646 w 71"/>
              <a:gd name="T15" fmla="*/ 2147483646 h 71"/>
              <a:gd name="T16" fmla="*/ 2147483646 w 71"/>
              <a:gd name="T17" fmla="*/ 2147483646 h 71"/>
              <a:gd name="T18" fmla="*/ 0 w 71"/>
              <a:gd name="T19" fmla="*/ 2147483646 h 71"/>
              <a:gd name="T20" fmla="*/ 0 w 71"/>
              <a:gd name="T21" fmla="*/ 2147483646 h 71"/>
              <a:gd name="T22" fmla="*/ 0 w 71"/>
              <a:gd name="T23" fmla="*/ 2147483646 h 71"/>
              <a:gd name="T24" fmla="*/ 2147483646 w 71"/>
              <a:gd name="T25" fmla="*/ 2147483646 h 71"/>
              <a:gd name="T26" fmla="*/ 2147483646 w 71"/>
              <a:gd name="T27" fmla="*/ 2147483646 h 71"/>
              <a:gd name="T28" fmla="*/ 2147483646 w 71"/>
              <a:gd name="T29" fmla="*/ 2147483646 h 71"/>
              <a:gd name="T30" fmla="*/ 2147483646 w 71"/>
              <a:gd name="T31" fmla="*/ 2147483646 h 71"/>
              <a:gd name="T32" fmla="*/ 2147483646 w 71"/>
              <a:gd name="T33" fmla="*/ 2147483646 h 71"/>
              <a:gd name="T34" fmla="*/ 2147483646 w 71"/>
              <a:gd name="T35" fmla="*/ 2147483646 h 71"/>
              <a:gd name="T36" fmla="*/ 2147483646 w 71"/>
              <a:gd name="T37" fmla="*/ 2147483646 h 71"/>
              <a:gd name="T38" fmla="*/ 2147483646 w 71"/>
              <a:gd name="T39" fmla="*/ 2147483646 h 71"/>
              <a:gd name="T40" fmla="*/ 2147483646 w 71"/>
              <a:gd name="T41" fmla="*/ 2147483646 h 71"/>
              <a:gd name="T42" fmla="*/ 2147483646 w 71"/>
              <a:gd name="T43" fmla="*/ 2147483646 h 71"/>
              <a:gd name="T44" fmla="*/ 2147483646 w 71"/>
              <a:gd name="T45" fmla="*/ 2147483646 h 71"/>
              <a:gd name="T46" fmla="*/ 2147483646 w 71"/>
              <a:gd name="T47" fmla="*/ 2147483646 h 71"/>
              <a:gd name="T48" fmla="*/ 2147483646 w 71"/>
              <a:gd name="T49" fmla="*/ 2147483646 h 71"/>
              <a:gd name="T50" fmla="*/ 2147483646 w 71"/>
              <a:gd name="T51" fmla="*/ 2147483646 h 71"/>
              <a:gd name="T52" fmla="*/ 2147483646 w 71"/>
              <a:gd name="T53" fmla="*/ 2147483646 h 71"/>
              <a:gd name="T54" fmla="*/ 2147483646 w 71"/>
              <a:gd name="T55" fmla="*/ 2147483646 h 71"/>
              <a:gd name="T56" fmla="*/ 2147483646 w 71"/>
              <a:gd name="T57" fmla="*/ 2147483646 h 71"/>
              <a:gd name="T58" fmla="*/ 2147483646 w 71"/>
              <a:gd name="T59" fmla="*/ 2147483646 h 71"/>
              <a:gd name="T60" fmla="*/ 2147483646 w 71"/>
              <a:gd name="T61" fmla="*/ 2147483646 h 71"/>
              <a:gd name="T62" fmla="*/ 2147483646 w 71"/>
              <a:gd name="T63" fmla="*/ 2147483646 h 71"/>
              <a:gd name="T64" fmla="*/ 2147483646 w 71"/>
              <a:gd name="T65" fmla="*/ 2147483646 h 71"/>
              <a:gd name="T66" fmla="*/ 2147483646 w 71"/>
              <a:gd name="T67" fmla="*/ 2147483646 h 71"/>
              <a:gd name="T68" fmla="*/ 2147483646 w 71"/>
              <a:gd name="T69" fmla="*/ 2147483646 h 71"/>
              <a:gd name="T70" fmla="*/ 2147483646 w 71"/>
              <a:gd name="T71" fmla="*/ 2147483646 h 71"/>
              <a:gd name="T72" fmla="*/ 2147483646 w 71"/>
              <a:gd name="T73" fmla="*/ 2147483646 h 71"/>
              <a:gd name="T74" fmla="*/ 2147483646 w 71"/>
              <a:gd name="T75" fmla="*/ 2147483646 h 71"/>
              <a:gd name="T76" fmla="*/ 2147483646 w 71"/>
              <a:gd name="T77" fmla="*/ 2147483646 h 71"/>
              <a:gd name="T78" fmla="*/ 2147483646 w 71"/>
              <a:gd name="T79" fmla="*/ 2147483646 h 71"/>
              <a:gd name="T80" fmla="*/ 2147483646 w 71"/>
              <a:gd name="T81" fmla="*/ 2147483646 h 71"/>
              <a:gd name="T82" fmla="*/ 2147483646 w 71"/>
              <a:gd name="T83" fmla="*/ 2147483646 h 71"/>
              <a:gd name="T84" fmla="*/ 2147483646 w 71"/>
              <a:gd name="T85" fmla="*/ 2147483646 h 71"/>
              <a:gd name="T86" fmla="*/ 2147483646 w 71"/>
              <a:gd name="T87" fmla="*/ 0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71"/>
              <a:gd name="T133" fmla="*/ 0 h 71"/>
              <a:gd name="T134" fmla="*/ 71 w 71"/>
              <a:gd name="T135" fmla="*/ 71 h 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71" h="71">
                <a:moveTo>
                  <a:pt x="35" y="0"/>
                </a:moveTo>
                <a:lnTo>
                  <a:pt x="33" y="0"/>
                </a:lnTo>
                <a:lnTo>
                  <a:pt x="32" y="0"/>
                </a:lnTo>
                <a:lnTo>
                  <a:pt x="31" y="1"/>
                </a:lnTo>
                <a:lnTo>
                  <a:pt x="29" y="1"/>
                </a:lnTo>
                <a:lnTo>
                  <a:pt x="26" y="1"/>
                </a:lnTo>
                <a:lnTo>
                  <a:pt x="25" y="1"/>
                </a:lnTo>
                <a:lnTo>
                  <a:pt x="23" y="3"/>
                </a:lnTo>
                <a:lnTo>
                  <a:pt x="22" y="3"/>
                </a:lnTo>
                <a:lnTo>
                  <a:pt x="20" y="4"/>
                </a:lnTo>
                <a:lnTo>
                  <a:pt x="19" y="4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9"/>
                </a:lnTo>
                <a:lnTo>
                  <a:pt x="12" y="10"/>
                </a:lnTo>
                <a:lnTo>
                  <a:pt x="10" y="10"/>
                </a:lnTo>
                <a:lnTo>
                  <a:pt x="9" y="12"/>
                </a:lnTo>
                <a:lnTo>
                  <a:pt x="9" y="13"/>
                </a:lnTo>
                <a:lnTo>
                  <a:pt x="7" y="14"/>
                </a:lnTo>
                <a:lnTo>
                  <a:pt x="6" y="16"/>
                </a:lnTo>
                <a:lnTo>
                  <a:pt x="6" y="17"/>
                </a:lnTo>
                <a:lnTo>
                  <a:pt x="5" y="19"/>
                </a:lnTo>
                <a:lnTo>
                  <a:pt x="3" y="20"/>
                </a:lnTo>
                <a:lnTo>
                  <a:pt x="3" y="22"/>
                </a:lnTo>
                <a:lnTo>
                  <a:pt x="3" y="23"/>
                </a:lnTo>
                <a:lnTo>
                  <a:pt x="2" y="25"/>
                </a:lnTo>
                <a:lnTo>
                  <a:pt x="2" y="27"/>
                </a:lnTo>
                <a:lnTo>
                  <a:pt x="2" y="29"/>
                </a:lnTo>
                <a:lnTo>
                  <a:pt x="0" y="30"/>
                </a:lnTo>
                <a:lnTo>
                  <a:pt x="0" y="32"/>
                </a:lnTo>
                <a:lnTo>
                  <a:pt x="0" y="33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2" y="43"/>
                </a:lnTo>
                <a:lnTo>
                  <a:pt x="2" y="45"/>
                </a:lnTo>
                <a:lnTo>
                  <a:pt x="2" y="46"/>
                </a:lnTo>
                <a:lnTo>
                  <a:pt x="3" y="48"/>
                </a:lnTo>
                <a:lnTo>
                  <a:pt x="3" y="49"/>
                </a:lnTo>
                <a:lnTo>
                  <a:pt x="3" y="50"/>
                </a:lnTo>
                <a:lnTo>
                  <a:pt x="5" y="52"/>
                </a:lnTo>
                <a:lnTo>
                  <a:pt x="6" y="53"/>
                </a:lnTo>
                <a:lnTo>
                  <a:pt x="6" y="55"/>
                </a:lnTo>
                <a:lnTo>
                  <a:pt x="7" y="56"/>
                </a:lnTo>
                <a:lnTo>
                  <a:pt x="9" y="58"/>
                </a:lnTo>
                <a:lnTo>
                  <a:pt x="9" y="59"/>
                </a:lnTo>
                <a:lnTo>
                  <a:pt x="10" y="60"/>
                </a:lnTo>
                <a:lnTo>
                  <a:pt x="12" y="62"/>
                </a:lnTo>
                <a:lnTo>
                  <a:pt x="13" y="63"/>
                </a:lnTo>
                <a:lnTo>
                  <a:pt x="15" y="63"/>
                </a:lnTo>
                <a:lnTo>
                  <a:pt x="16" y="65"/>
                </a:lnTo>
                <a:lnTo>
                  <a:pt x="18" y="66"/>
                </a:lnTo>
                <a:lnTo>
                  <a:pt x="19" y="66"/>
                </a:lnTo>
                <a:lnTo>
                  <a:pt x="20" y="68"/>
                </a:lnTo>
                <a:lnTo>
                  <a:pt x="22" y="68"/>
                </a:lnTo>
                <a:lnTo>
                  <a:pt x="23" y="69"/>
                </a:lnTo>
                <a:lnTo>
                  <a:pt x="25" y="69"/>
                </a:lnTo>
                <a:lnTo>
                  <a:pt x="26" y="69"/>
                </a:lnTo>
                <a:lnTo>
                  <a:pt x="29" y="71"/>
                </a:lnTo>
                <a:lnTo>
                  <a:pt x="31" y="71"/>
                </a:lnTo>
                <a:lnTo>
                  <a:pt x="32" y="71"/>
                </a:lnTo>
                <a:lnTo>
                  <a:pt x="33" y="71"/>
                </a:lnTo>
                <a:lnTo>
                  <a:pt x="35" y="71"/>
                </a:lnTo>
                <a:lnTo>
                  <a:pt x="38" y="71"/>
                </a:lnTo>
                <a:lnTo>
                  <a:pt x="39" y="71"/>
                </a:lnTo>
                <a:lnTo>
                  <a:pt x="41" y="71"/>
                </a:lnTo>
                <a:lnTo>
                  <a:pt x="42" y="71"/>
                </a:lnTo>
                <a:lnTo>
                  <a:pt x="45" y="69"/>
                </a:lnTo>
                <a:lnTo>
                  <a:pt x="46" y="69"/>
                </a:lnTo>
                <a:lnTo>
                  <a:pt x="48" y="69"/>
                </a:lnTo>
                <a:lnTo>
                  <a:pt x="49" y="68"/>
                </a:lnTo>
                <a:lnTo>
                  <a:pt x="51" y="68"/>
                </a:lnTo>
                <a:lnTo>
                  <a:pt x="52" y="66"/>
                </a:lnTo>
                <a:lnTo>
                  <a:pt x="54" y="66"/>
                </a:lnTo>
                <a:lnTo>
                  <a:pt x="55" y="65"/>
                </a:lnTo>
                <a:lnTo>
                  <a:pt x="56" y="63"/>
                </a:lnTo>
                <a:lnTo>
                  <a:pt x="58" y="63"/>
                </a:lnTo>
                <a:lnTo>
                  <a:pt x="59" y="62"/>
                </a:lnTo>
                <a:lnTo>
                  <a:pt x="61" y="60"/>
                </a:lnTo>
                <a:lnTo>
                  <a:pt x="62" y="59"/>
                </a:lnTo>
                <a:lnTo>
                  <a:pt x="62" y="58"/>
                </a:lnTo>
                <a:lnTo>
                  <a:pt x="64" y="56"/>
                </a:lnTo>
                <a:lnTo>
                  <a:pt x="65" y="55"/>
                </a:lnTo>
                <a:lnTo>
                  <a:pt x="65" y="53"/>
                </a:lnTo>
                <a:lnTo>
                  <a:pt x="67" y="52"/>
                </a:lnTo>
                <a:lnTo>
                  <a:pt x="67" y="50"/>
                </a:lnTo>
                <a:lnTo>
                  <a:pt x="68" y="49"/>
                </a:lnTo>
                <a:lnTo>
                  <a:pt x="68" y="48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71" y="40"/>
                </a:lnTo>
                <a:lnTo>
                  <a:pt x="71" y="39"/>
                </a:lnTo>
                <a:lnTo>
                  <a:pt x="71" y="37"/>
                </a:lnTo>
                <a:lnTo>
                  <a:pt x="71" y="36"/>
                </a:lnTo>
                <a:lnTo>
                  <a:pt x="71" y="33"/>
                </a:lnTo>
                <a:lnTo>
                  <a:pt x="71" y="32"/>
                </a:lnTo>
                <a:lnTo>
                  <a:pt x="71" y="30"/>
                </a:lnTo>
                <a:lnTo>
                  <a:pt x="69" y="29"/>
                </a:lnTo>
                <a:lnTo>
                  <a:pt x="69" y="27"/>
                </a:lnTo>
                <a:lnTo>
                  <a:pt x="69" y="25"/>
                </a:lnTo>
                <a:lnTo>
                  <a:pt x="68" y="23"/>
                </a:lnTo>
                <a:lnTo>
                  <a:pt x="68" y="22"/>
                </a:lnTo>
                <a:lnTo>
                  <a:pt x="67" y="20"/>
                </a:lnTo>
                <a:lnTo>
                  <a:pt x="67" y="19"/>
                </a:lnTo>
                <a:lnTo>
                  <a:pt x="65" y="17"/>
                </a:lnTo>
                <a:lnTo>
                  <a:pt x="65" y="16"/>
                </a:lnTo>
                <a:lnTo>
                  <a:pt x="64" y="14"/>
                </a:lnTo>
                <a:lnTo>
                  <a:pt x="62" y="13"/>
                </a:lnTo>
                <a:lnTo>
                  <a:pt x="62" y="12"/>
                </a:lnTo>
                <a:lnTo>
                  <a:pt x="61" y="10"/>
                </a:lnTo>
                <a:lnTo>
                  <a:pt x="59" y="10"/>
                </a:lnTo>
                <a:lnTo>
                  <a:pt x="58" y="9"/>
                </a:lnTo>
                <a:lnTo>
                  <a:pt x="56" y="7"/>
                </a:lnTo>
                <a:lnTo>
                  <a:pt x="55" y="6"/>
                </a:lnTo>
                <a:lnTo>
                  <a:pt x="54" y="6"/>
                </a:lnTo>
                <a:lnTo>
                  <a:pt x="52" y="4"/>
                </a:lnTo>
                <a:lnTo>
                  <a:pt x="51" y="4"/>
                </a:lnTo>
                <a:lnTo>
                  <a:pt x="49" y="3"/>
                </a:lnTo>
                <a:lnTo>
                  <a:pt x="48" y="3"/>
                </a:lnTo>
                <a:lnTo>
                  <a:pt x="46" y="1"/>
                </a:lnTo>
                <a:lnTo>
                  <a:pt x="45" y="1"/>
                </a:lnTo>
                <a:lnTo>
                  <a:pt x="42" y="1"/>
                </a:lnTo>
                <a:lnTo>
                  <a:pt x="41" y="1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700" name="Rectangle 96">
            <a:extLst>
              <a:ext uri="{FF2B5EF4-FFF2-40B4-BE49-F238E27FC236}">
                <a16:creationId xmlns:a16="http://schemas.microsoft.com/office/drawing/2014/main" id="{B5E179CB-1EF6-4BB6-8247-185FA831F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59000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3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701" name="Rectangle 97">
            <a:extLst>
              <a:ext uri="{FF2B5EF4-FFF2-40B4-BE49-F238E27FC236}">
                <a16:creationId xmlns:a16="http://schemas.microsoft.com/office/drawing/2014/main" id="{79DAFA24-8825-4806-8067-5F26ACFE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643313"/>
            <a:ext cx="3270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En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702" name="AutoShape 99">
            <a:extLst>
              <a:ext uri="{FF2B5EF4-FFF2-40B4-BE49-F238E27FC236}">
                <a16:creationId xmlns:a16="http://schemas.microsoft.com/office/drawing/2014/main" id="{7FA89E14-DA34-4BCA-8DF0-6B06B04A3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463" y="253047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703" name="AutoShape 101">
            <a:extLst>
              <a:ext uri="{FF2B5EF4-FFF2-40B4-BE49-F238E27FC236}">
                <a16:creationId xmlns:a16="http://schemas.microsoft.com/office/drawing/2014/main" id="{C50D4A5A-8020-4ED7-8FF0-70963F700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3878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11704" name="Title 1">
            <a:extLst>
              <a:ext uri="{FF2B5EF4-FFF2-40B4-BE49-F238E27FC236}">
                <a16:creationId xmlns:a16="http://schemas.microsoft.com/office/drawing/2014/main" id="{4D989A40-B5FC-4084-A679-A7C604E2282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3-to-8 decoder using two 2-to-4 decoders</a:t>
            </a:r>
          </a:p>
        </p:txBody>
      </p:sp>
      <p:sp>
        <p:nvSpPr>
          <p:cNvPr id="111705" name="TextBox 125">
            <a:extLst>
              <a:ext uri="{FF2B5EF4-FFF2-40B4-BE49-F238E27FC236}">
                <a16:creationId xmlns:a16="http://schemas.microsoft.com/office/drawing/2014/main" id="{4FF24DD3-F69A-4EEA-BB15-3B0B2CA00A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4.15 from the textbook ]</a:t>
            </a:r>
          </a:p>
        </p:txBody>
      </p:sp>
      <p:sp>
        <p:nvSpPr>
          <p:cNvPr id="111706" name="TextBox 16">
            <a:extLst>
              <a:ext uri="{FF2B5EF4-FFF2-40B4-BE49-F238E27FC236}">
                <a16:creationId xmlns:a16="http://schemas.microsoft.com/office/drawing/2014/main" id="{3F256785-0D6F-4897-BE0C-F6E931EC5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89388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07" name="TextBox 16">
            <a:extLst>
              <a:ext uri="{FF2B5EF4-FFF2-40B4-BE49-F238E27FC236}">
                <a16:creationId xmlns:a16="http://schemas.microsoft.com/office/drawing/2014/main" id="{3D1EBEB2-17C1-44E8-8D03-AC1C18BE5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2082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08" name="TextBox 16">
            <a:extLst>
              <a:ext uri="{FF2B5EF4-FFF2-40B4-BE49-F238E27FC236}">
                <a16:creationId xmlns:a16="http://schemas.microsoft.com/office/drawing/2014/main" id="{376E1136-58CE-4FE3-B966-9964CAC61E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15557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09" name="TextBox 16">
            <a:extLst>
              <a:ext uri="{FF2B5EF4-FFF2-40B4-BE49-F238E27FC236}">
                <a16:creationId xmlns:a16="http://schemas.microsoft.com/office/drawing/2014/main" id="{FF0D5C2D-23B3-4438-976C-EAFB9AAD6F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3" y="24796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0" name="TextBox 16">
            <a:extLst>
              <a:ext uri="{FF2B5EF4-FFF2-40B4-BE49-F238E27FC236}">
                <a16:creationId xmlns:a16="http://schemas.microsoft.com/office/drawing/2014/main" id="{0AD7B176-5CFE-43E0-88D8-A7A7807B3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3703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1" name="TextBox 16">
            <a:extLst>
              <a:ext uri="{FF2B5EF4-FFF2-40B4-BE49-F238E27FC236}">
                <a16:creationId xmlns:a16="http://schemas.microsoft.com/office/drawing/2014/main" id="{FFD506ED-B559-4C68-ABEC-46C4ECF97E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40179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2" name="TextBox 16">
            <a:extLst>
              <a:ext uri="{FF2B5EF4-FFF2-40B4-BE49-F238E27FC236}">
                <a16:creationId xmlns:a16="http://schemas.microsoft.com/office/drawing/2014/main" id="{AED1A50E-E34F-4C5F-8290-55092974B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3394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3" name="TextBox 16">
            <a:extLst>
              <a:ext uri="{FF2B5EF4-FFF2-40B4-BE49-F238E27FC236}">
                <a16:creationId xmlns:a16="http://schemas.microsoft.com/office/drawing/2014/main" id="{92F5FBA8-F31A-4AFD-AFF6-C392F8499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4" name="TextBox 16">
            <a:extLst>
              <a:ext uri="{FF2B5EF4-FFF2-40B4-BE49-F238E27FC236}">
                <a16:creationId xmlns:a16="http://schemas.microsoft.com/office/drawing/2014/main" id="{609F217D-EDD8-4B30-9212-758380582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1388" y="3389313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5" name="TextBox 16">
            <a:extLst>
              <a:ext uri="{FF2B5EF4-FFF2-40B4-BE49-F238E27FC236}">
                <a16:creationId xmlns:a16="http://schemas.microsoft.com/office/drawing/2014/main" id="{28AB9D75-E4B6-409D-8F75-C6FC3061CA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15287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6" name="TextBox 16">
            <a:extLst>
              <a:ext uri="{FF2B5EF4-FFF2-40B4-BE49-F238E27FC236}">
                <a16:creationId xmlns:a16="http://schemas.microsoft.com/office/drawing/2014/main" id="{DAB1FB58-DA84-49C6-ACF1-AE59F321EE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18748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7" name="TextBox 16">
            <a:extLst>
              <a:ext uri="{FF2B5EF4-FFF2-40B4-BE49-F238E27FC236}">
                <a16:creationId xmlns:a16="http://schemas.microsoft.com/office/drawing/2014/main" id="{F16D59AA-7187-4760-B6EB-E09911863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3450" y="22907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8" name="TextBox 16">
            <a:extLst>
              <a:ext uri="{FF2B5EF4-FFF2-40B4-BE49-F238E27FC236}">
                <a16:creationId xmlns:a16="http://schemas.microsoft.com/office/drawing/2014/main" id="{0EE70CA9-75B5-4C56-AAD2-C00C09EC5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24701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19" name="TextBox 16">
            <a:extLst>
              <a:ext uri="{FF2B5EF4-FFF2-40B4-BE49-F238E27FC236}">
                <a16:creationId xmlns:a16="http://schemas.microsoft.com/office/drawing/2014/main" id="{F15D2FB2-9AD2-4F02-92EE-D49A63583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318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20" name="TextBox 16">
            <a:extLst>
              <a:ext uri="{FF2B5EF4-FFF2-40B4-BE49-F238E27FC236}">
                <a16:creationId xmlns:a16="http://schemas.microsoft.com/office/drawing/2014/main" id="{0E9F5395-9838-4FED-B88C-4114FDC40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29765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21" name="TextBox 16">
            <a:extLst>
              <a:ext uri="{FF2B5EF4-FFF2-40B4-BE49-F238E27FC236}">
                <a16:creationId xmlns:a16="http://schemas.microsoft.com/office/drawing/2014/main" id="{117368EA-1ED1-498C-9DFF-82BE663A3F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4146550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22" name="TextBox 16">
            <a:extLst>
              <a:ext uri="{FF2B5EF4-FFF2-40B4-BE49-F238E27FC236}">
                <a16:creationId xmlns:a16="http://schemas.microsoft.com/office/drawing/2014/main" id="{37A42D2D-A110-4120-B0C3-82CE484E62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4791075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1723" name="TextBox 16">
            <a:extLst>
              <a:ext uri="{FF2B5EF4-FFF2-40B4-BE49-F238E27FC236}">
                <a16:creationId xmlns:a16="http://schemas.microsoft.com/office/drawing/2014/main" id="{7FBBB7A4-BC2F-4260-AD90-FB6927573D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5175" y="23066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Title 1">
            <a:extLst>
              <a:ext uri="{FF2B5EF4-FFF2-40B4-BE49-F238E27FC236}">
                <a16:creationId xmlns:a16="http://schemas.microsoft.com/office/drawing/2014/main" id="{6FAD807D-63E3-4472-B661-CB326AF3578C}"/>
              </a:ext>
            </a:extLst>
          </p:cNvPr>
          <p:cNvSpPr txBox="1">
            <a:spLocks/>
          </p:cNvSpPr>
          <p:nvPr/>
        </p:nvSpPr>
        <p:spPr bwMode="auto">
          <a:xfrm>
            <a:off x="0" y="76201"/>
            <a:ext cx="9144000" cy="3841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dirty="0"/>
              <a:t>A 4-to-16 decoder built using a decoder tree</a:t>
            </a:r>
          </a:p>
        </p:txBody>
      </p:sp>
      <p:sp>
        <p:nvSpPr>
          <p:cNvPr id="112642" name="TextBox 125">
            <a:extLst>
              <a:ext uri="{FF2B5EF4-FFF2-40B4-BE49-F238E27FC236}">
                <a16:creationId xmlns:a16="http://schemas.microsoft.com/office/drawing/2014/main" id="{D4924E89-A355-4DCA-ADD2-D73E68554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77" y="641985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dirty="0">
                <a:latin typeface="Times" panose="02020603050405020304" pitchFamily="18" charset="0"/>
              </a:rPr>
              <a:t>[ Figure 4.16 from the textbook ]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DBD0691-68B5-43D6-883A-5DEEA77395CD}"/>
              </a:ext>
            </a:extLst>
          </p:cNvPr>
          <p:cNvGrpSpPr/>
          <p:nvPr/>
        </p:nvGrpSpPr>
        <p:grpSpPr>
          <a:xfrm>
            <a:off x="6705600" y="685800"/>
            <a:ext cx="1600202" cy="1143000"/>
            <a:chOff x="6232523" y="2797175"/>
            <a:chExt cx="2057402" cy="1392238"/>
          </a:xfrm>
        </p:grpSpPr>
        <p:sp>
          <p:nvSpPr>
            <p:cNvPr id="160" name="Rectangle 41">
              <a:extLst>
                <a:ext uri="{FF2B5EF4-FFF2-40B4-BE49-F238E27FC236}">
                  <a16:creationId xmlns:a16="http://schemas.microsoft.com/office/drawing/2014/main" id="{8540E2F3-8A35-4D05-B94B-D07FCF55D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2901950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61" name="Rectangle 42">
              <a:extLst>
                <a:ext uri="{FF2B5EF4-FFF2-40B4-BE49-F238E27FC236}">
                  <a16:creationId xmlns:a16="http://schemas.microsoft.com/office/drawing/2014/main" id="{1C742AC1-0FFB-48D5-962F-555D3796A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797175"/>
              <a:ext cx="1050925" cy="1392238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62" name="Line 43">
              <a:extLst>
                <a:ext uri="{FF2B5EF4-FFF2-40B4-BE49-F238E27FC236}">
                  <a16:creationId xmlns:a16="http://schemas.microsoft.com/office/drawing/2014/main" id="{2C6A8189-174E-4917-9FB8-09DBFC58F1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5" y="3048000"/>
              <a:ext cx="342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Rectangle 44">
              <a:extLst>
                <a:ext uri="{FF2B5EF4-FFF2-40B4-BE49-F238E27FC236}">
                  <a16:creationId xmlns:a16="http://schemas.microsoft.com/office/drawing/2014/main" id="{428B0EA0-509D-4887-98B0-615CB5333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64" name="Line 45">
              <a:extLst>
                <a:ext uri="{FF2B5EF4-FFF2-40B4-BE49-F238E27FC236}">
                  <a16:creationId xmlns:a16="http://schemas.microsoft.com/office/drawing/2014/main" id="{8C46B39C-A221-4C29-9200-28146D517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3" y="3935413"/>
              <a:ext cx="342901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990CD31F-8925-45BC-A35A-A5422933B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048000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Line 47">
              <a:extLst>
                <a:ext uri="{FF2B5EF4-FFF2-40B4-BE49-F238E27FC236}">
                  <a16:creationId xmlns:a16="http://schemas.microsoft.com/office/drawing/2014/main" id="{17E745B5-8648-4E1F-A72F-0BE9148F23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938588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Rectangle 48">
              <a:extLst>
                <a:ext uri="{FF2B5EF4-FFF2-40B4-BE49-F238E27FC236}">
                  <a16:creationId xmlns:a16="http://schemas.microsoft.com/office/drawing/2014/main" id="{D2DEDD5D-08E5-4C0A-9DDB-522765547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841750"/>
              <a:ext cx="24447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68" name="Rectangle 49">
              <a:extLst>
                <a:ext uri="{FF2B5EF4-FFF2-40B4-BE49-F238E27FC236}">
                  <a16:creationId xmlns:a16="http://schemas.microsoft.com/office/drawing/2014/main" id="{AFB85047-C607-47FE-9B36-9DB3BB7E5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2901950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69" name="Rectangle 50">
              <a:extLst>
                <a:ext uri="{FF2B5EF4-FFF2-40B4-BE49-F238E27FC236}">
                  <a16:creationId xmlns:a16="http://schemas.microsoft.com/office/drawing/2014/main" id="{65107D7D-B999-4119-A1D9-AF91FFE27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0" name="Rectangle 51">
              <a:extLst>
                <a:ext uri="{FF2B5EF4-FFF2-40B4-BE49-F238E27FC236}">
                  <a16:creationId xmlns:a16="http://schemas.microsoft.com/office/drawing/2014/main" id="{DEEDD987-BF85-4221-BF97-8A4A1F79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197225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1" name="Line 52">
              <a:extLst>
                <a:ext uri="{FF2B5EF4-FFF2-40B4-BE49-F238E27FC236}">
                  <a16:creationId xmlns:a16="http://schemas.microsoft.com/office/drawing/2014/main" id="{A160148C-4DB1-4D8A-9C70-CE27C86A3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3637" y="3319462"/>
              <a:ext cx="331788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Rectangle 53">
              <a:extLst>
                <a:ext uri="{FF2B5EF4-FFF2-40B4-BE49-F238E27FC236}">
                  <a16:creationId xmlns:a16="http://schemas.microsoft.com/office/drawing/2014/main" id="{C4082365-01F5-4715-9452-018F3B5C1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3" name="Rectangle 54">
              <a:extLst>
                <a:ext uri="{FF2B5EF4-FFF2-40B4-BE49-F238E27FC236}">
                  <a16:creationId xmlns:a16="http://schemas.microsoft.com/office/drawing/2014/main" id="{2F6F6295-C546-4E40-A512-CF9DAD123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197225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4" name="Rectangle 55">
              <a:extLst>
                <a:ext uri="{FF2B5EF4-FFF2-40B4-BE49-F238E27FC236}">
                  <a16:creationId xmlns:a16="http://schemas.microsoft.com/office/drawing/2014/main" id="{D79405FD-5598-4988-ABDD-CEF4D3DB7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5" name="Rectangle 56">
              <a:extLst>
                <a:ext uri="{FF2B5EF4-FFF2-40B4-BE49-F238E27FC236}">
                  <a16:creationId xmlns:a16="http://schemas.microsoft.com/office/drawing/2014/main" id="{4EBD0DEB-CF95-453D-A9BF-EA31E259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490913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6" name="Rectangle 57">
              <a:extLst>
                <a:ext uri="{FF2B5EF4-FFF2-40B4-BE49-F238E27FC236}">
                  <a16:creationId xmlns:a16="http://schemas.microsoft.com/office/drawing/2014/main" id="{19272A1B-B26C-4835-A841-FE104C142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595688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7" name="Rectangle 58">
              <a:extLst>
                <a:ext uri="{FF2B5EF4-FFF2-40B4-BE49-F238E27FC236}">
                  <a16:creationId xmlns:a16="http://schemas.microsoft.com/office/drawing/2014/main" id="{EC051C23-3A55-4220-B3D1-1F02496AE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786188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78" name="Line 59">
              <a:extLst>
                <a:ext uri="{FF2B5EF4-FFF2-40B4-BE49-F238E27FC236}">
                  <a16:creationId xmlns:a16="http://schemas.microsoft.com/office/drawing/2014/main" id="{69C96001-F2F6-4D65-9A81-FE5DEC211E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641725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64">
              <a:extLst>
                <a:ext uri="{FF2B5EF4-FFF2-40B4-BE49-F238E27FC236}">
                  <a16:creationId xmlns:a16="http://schemas.microsoft.com/office/drawing/2014/main" id="{2F453825-0835-4B24-9EE6-AC3903A33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88937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80" name="Line 72">
              <a:extLst>
                <a:ext uri="{FF2B5EF4-FFF2-40B4-BE49-F238E27FC236}">
                  <a16:creationId xmlns:a16="http://schemas.microsoft.com/office/drawing/2014/main" id="{2403B001-C539-4894-8F1C-370E1A87D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344863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80111F9-CD60-488B-A023-F444FE13447D}"/>
              </a:ext>
            </a:extLst>
          </p:cNvPr>
          <p:cNvGrpSpPr/>
          <p:nvPr/>
        </p:nvGrpSpPr>
        <p:grpSpPr>
          <a:xfrm>
            <a:off x="6705600" y="1984545"/>
            <a:ext cx="1600202" cy="1143000"/>
            <a:chOff x="6232523" y="2797175"/>
            <a:chExt cx="2057402" cy="1392238"/>
          </a:xfrm>
        </p:grpSpPr>
        <p:sp>
          <p:nvSpPr>
            <p:cNvPr id="293" name="Rectangle 41">
              <a:extLst>
                <a:ext uri="{FF2B5EF4-FFF2-40B4-BE49-F238E27FC236}">
                  <a16:creationId xmlns:a16="http://schemas.microsoft.com/office/drawing/2014/main" id="{DC437A23-B1CC-4241-B466-7174CB39D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2901950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294" name="Rectangle 42">
              <a:extLst>
                <a:ext uri="{FF2B5EF4-FFF2-40B4-BE49-F238E27FC236}">
                  <a16:creationId xmlns:a16="http://schemas.microsoft.com/office/drawing/2014/main" id="{24E1701C-9681-4FD3-9C6C-8DDE72F78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797175"/>
              <a:ext cx="1050925" cy="1392238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295" name="Line 43">
              <a:extLst>
                <a:ext uri="{FF2B5EF4-FFF2-40B4-BE49-F238E27FC236}">
                  <a16:creationId xmlns:a16="http://schemas.microsoft.com/office/drawing/2014/main" id="{71B828B2-EBA1-4485-8E00-E164EBF86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5" y="3048000"/>
              <a:ext cx="342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Rectangle 44">
              <a:extLst>
                <a:ext uri="{FF2B5EF4-FFF2-40B4-BE49-F238E27FC236}">
                  <a16:creationId xmlns:a16="http://schemas.microsoft.com/office/drawing/2014/main" id="{850C403F-97FA-4CBF-8E66-419ACA952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297" name="Line 45">
              <a:extLst>
                <a:ext uri="{FF2B5EF4-FFF2-40B4-BE49-F238E27FC236}">
                  <a16:creationId xmlns:a16="http://schemas.microsoft.com/office/drawing/2014/main" id="{B7A03DE6-3C70-4AB0-95C0-4A24DCA33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3" y="3935413"/>
              <a:ext cx="342901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Line 46">
              <a:extLst>
                <a:ext uri="{FF2B5EF4-FFF2-40B4-BE49-F238E27FC236}">
                  <a16:creationId xmlns:a16="http://schemas.microsoft.com/office/drawing/2014/main" id="{525AD8C2-4955-4478-9B97-A1CA4562F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048000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Line 47">
              <a:extLst>
                <a:ext uri="{FF2B5EF4-FFF2-40B4-BE49-F238E27FC236}">
                  <a16:creationId xmlns:a16="http://schemas.microsoft.com/office/drawing/2014/main" id="{575CA975-5902-4AB6-A0AD-F8B44CFAA1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938588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Rectangle 48">
              <a:extLst>
                <a:ext uri="{FF2B5EF4-FFF2-40B4-BE49-F238E27FC236}">
                  <a16:creationId xmlns:a16="http://schemas.microsoft.com/office/drawing/2014/main" id="{7454A946-D9D4-4B8C-9723-5776D521A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841750"/>
              <a:ext cx="24447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1" name="Rectangle 49">
              <a:extLst>
                <a:ext uri="{FF2B5EF4-FFF2-40B4-BE49-F238E27FC236}">
                  <a16:creationId xmlns:a16="http://schemas.microsoft.com/office/drawing/2014/main" id="{77CE0200-F216-46FE-90E9-271A56019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2901950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2" name="Rectangle 50">
              <a:extLst>
                <a:ext uri="{FF2B5EF4-FFF2-40B4-BE49-F238E27FC236}">
                  <a16:creationId xmlns:a16="http://schemas.microsoft.com/office/drawing/2014/main" id="{D830B679-243D-4FF2-A169-3D16D5E6E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3" name="Rectangle 51">
              <a:extLst>
                <a:ext uri="{FF2B5EF4-FFF2-40B4-BE49-F238E27FC236}">
                  <a16:creationId xmlns:a16="http://schemas.microsoft.com/office/drawing/2014/main" id="{621A95F1-EE67-44D2-915E-3C3C9168E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197225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4" name="Line 52">
              <a:extLst>
                <a:ext uri="{FF2B5EF4-FFF2-40B4-BE49-F238E27FC236}">
                  <a16:creationId xmlns:a16="http://schemas.microsoft.com/office/drawing/2014/main" id="{7810C451-370A-495E-BF96-E78F676C5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3637" y="3319462"/>
              <a:ext cx="331788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Rectangle 53">
              <a:extLst>
                <a:ext uri="{FF2B5EF4-FFF2-40B4-BE49-F238E27FC236}">
                  <a16:creationId xmlns:a16="http://schemas.microsoft.com/office/drawing/2014/main" id="{4EAAEE28-4420-46E7-AA63-8C784315B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6" name="Rectangle 54">
              <a:extLst>
                <a:ext uri="{FF2B5EF4-FFF2-40B4-BE49-F238E27FC236}">
                  <a16:creationId xmlns:a16="http://schemas.microsoft.com/office/drawing/2014/main" id="{652A1D68-7444-44EB-9B41-60BB446B8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197225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7" name="Rectangle 55">
              <a:extLst>
                <a:ext uri="{FF2B5EF4-FFF2-40B4-BE49-F238E27FC236}">
                  <a16:creationId xmlns:a16="http://schemas.microsoft.com/office/drawing/2014/main" id="{746FB609-3AB1-4808-A9A8-AFA997DCC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8" name="Rectangle 56">
              <a:extLst>
                <a:ext uri="{FF2B5EF4-FFF2-40B4-BE49-F238E27FC236}">
                  <a16:creationId xmlns:a16="http://schemas.microsoft.com/office/drawing/2014/main" id="{A84CC7EE-E418-4702-BEC5-EA77D6B4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490913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09" name="Rectangle 57">
              <a:extLst>
                <a:ext uri="{FF2B5EF4-FFF2-40B4-BE49-F238E27FC236}">
                  <a16:creationId xmlns:a16="http://schemas.microsoft.com/office/drawing/2014/main" id="{88B2EB69-8201-4172-BBA5-C1B308336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595688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10" name="Rectangle 58">
              <a:extLst>
                <a:ext uri="{FF2B5EF4-FFF2-40B4-BE49-F238E27FC236}">
                  <a16:creationId xmlns:a16="http://schemas.microsoft.com/office/drawing/2014/main" id="{A9B550C1-5E75-4091-859C-B0C267A3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786188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11" name="Line 59">
              <a:extLst>
                <a:ext uri="{FF2B5EF4-FFF2-40B4-BE49-F238E27FC236}">
                  <a16:creationId xmlns:a16="http://schemas.microsoft.com/office/drawing/2014/main" id="{A9D9A41C-EAA0-4649-8551-A8BDC5245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641725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Rectangle 64">
              <a:extLst>
                <a:ext uri="{FF2B5EF4-FFF2-40B4-BE49-F238E27FC236}">
                  <a16:creationId xmlns:a16="http://schemas.microsoft.com/office/drawing/2014/main" id="{DC801810-538D-4F63-9064-287F9B74C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88937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13" name="Line 72">
              <a:extLst>
                <a:ext uri="{FF2B5EF4-FFF2-40B4-BE49-F238E27FC236}">
                  <a16:creationId xmlns:a16="http://schemas.microsoft.com/office/drawing/2014/main" id="{F9630B91-7E17-48A7-8A9B-29AC86CB10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344863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18638B36-9DF9-49E4-B9A0-81C2F466D8AB}"/>
              </a:ext>
            </a:extLst>
          </p:cNvPr>
          <p:cNvGrpSpPr/>
          <p:nvPr/>
        </p:nvGrpSpPr>
        <p:grpSpPr>
          <a:xfrm>
            <a:off x="6700492" y="3263068"/>
            <a:ext cx="1600202" cy="1143000"/>
            <a:chOff x="6232523" y="2797175"/>
            <a:chExt cx="2057402" cy="1392238"/>
          </a:xfrm>
        </p:grpSpPr>
        <p:sp>
          <p:nvSpPr>
            <p:cNvPr id="359" name="Rectangle 41">
              <a:extLst>
                <a:ext uri="{FF2B5EF4-FFF2-40B4-BE49-F238E27FC236}">
                  <a16:creationId xmlns:a16="http://schemas.microsoft.com/office/drawing/2014/main" id="{3FE6D334-07B9-4FC0-9F70-55C1BA856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2901950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60" name="Rectangle 42">
              <a:extLst>
                <a:ext uri="{FF2B5EF4-FFF2-40B4-BE49-F238E27FC236}">
                  <a16:creationId xmlns:a16="http://schemas.microsoft.com/office/drawing/2014/main" id="{BCBC787A-6EB4-4EDC-8861-22ADB3593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797175"/>
              <a:ext cx="1050925" cy="1392238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361" name="Line 43">
              <a:extLst>
                <a:ext uri="{FF2B5EF4-FFF2-40B4-BE49-F238E27FC236}">
                  <a16:creationId xmlns:a16="http://schemas.microsoft.com/office/drawing/2014/main" id="{48505839-F27B-4F2B-9430-6151BA51E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5" y="3048000"/>
              <a:ext cx="342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Rectangle 44">
              <a:extLst>
                <a:ext uri="{FF2B5EF4-FFF2-40B4-BE49-F238E27FC236}">
                  <a16:creationId xmlns:a16="http://schemas.microsoft.com/office/drawing/2014/main" id="{C4DA0150-E241-4DAB-A613-5FD2A731F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63" name="Line 45">
              <a:extLst>
                <a:ext uri="{FF2B5EF4-FFF2-40B4-BE49-F238E27FC236}">
                  <a16:creationId xmlns:a16="http://schemas.microsoft.com/office/drawing/2014/main" id="{C23D202D-E8D3-4BCC-9E84-CA550480E2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3" y="3935413"/>
              <a:ext cx="342901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Line 46">
              <a:extLst>
                <a:ext uri="{FF2B5EF4-FFF2-40B4-BE49-F238E27FC236}">
                  <a16:creationId xmlns:a16="http://schemas.microsoft.com/office/drawing/2014/main" id="{055C0557-A45E-46BE-9025-27F681DE3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048000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Line 47">
              <a:extLst>
                <a:ext uri="{FF2B5EF4-FFF2-40B4-BE49-F238E27FC236}">
                  <a16:creationId xmlns:a16="http://schemas.microsoft.com/office/drawing/2014/main" id="{0C34485F-6D34-46CA-8828-449E3BDC6B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938588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Rectangle 48">
              <a:extLst>
                <a:ext uri="{FF2B5EF4-FFF2-40B4-BE49-F238E27FC236}">
                  <a16:creationId xmlns:a16="http://schemas.microsoft.com/office/drawing/2014/main" id="{6A9C1569-34FA-4D03-9CD7-4685A925D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841750"/>
              <a:ext cx="24447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67" name="Rectangle 49">
              <a:extLst>
                <a:ext uri="{FF2B5EF4-FFF2-40B4-BE49-F238E27FC236}">
                  <a16:creationId xmlns:a16="http://schemas.microsoft.com/office/drawing/2014/main" id="{8A187BEF-7392-4AF7-BD53-E98ADFE6C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2901950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68" name="Rectangle 50">
              <a:extLst>
                <a:ext uri="{FF2B5EF4-FFF2-40B4-BE49-F238E27FC236}">
                  <a16:creationId xmlns:a16="http://schemas.microsoft.com/office/drawing/2014/main" id="{CDFF5DBF-756B-447D-9ABF-0DE415C18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69" name="Rectangle 51">
              <a:extLst>
                <a:ext uri="{FF2B5EF4-FFF2-40B4-BE49-F238E27FC236}">
                  <a16:creationId xmlns:a16="http://schemas.microsoft.com/office/drawing/2014/main" id="{01861508-5F3D-4F6D-8BB8-9FDBE2521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197225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0" name="Line 52">
              <a:extLst>
                <a:ext uri="{FF2B5EF4-FFF2-40B4-BE49-F238E27FC236}">
                  <a16:creationId xmlns:a16="http://schemas.microsoft.com/office/drawing/2014/main" id="{0DA192D2-A9FD-4963-989A-858D7388CA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3637" y="3319462"/>
              <a:ext cx="331788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Rectangle 53">
              <a:extLst>
                <a:ext uri="{FF2B5EF4-FFF2-40B4-BE49-F238E27FC236}">
                  <a16:creationId xmlns:a16="http://schemas.microsoft.com/office/drawing/2014/main" id="{A2AE3EA1-3423-4784-ACB4-D3C7FC736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2" name="Rectangle 54">
              <a:extLst>
                <a:ext uri="{FF2B5EF4-FFF2-40B4-BE49-F238E27FC236}">
                  <a16:creationId xmlns:a16="http://schemas.microsoft.com/office/drawing/2014/main" id="{4583E742-BA3D-4DEF-BD2D-5D6913F29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197225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3" name="Rectangle 55">
              <a:extLst>
                <a:ext uri="{FF2B5EF4-FFF2-40B4-BE49-F238E27FC236}">
                  <a16:creationId xmlns:a16="http://schemas.microsoft.com/office/drawing/2014/main" id="{80FDD1ED-B149-4183-98DC-33D3D82D0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4" name="Rectangle 56">
              <a:extLst>
                <a:ext uri="{FF2B5EF4-FFF2-40B4-BE49-F238E27FC236}">
                  <a16:creationId xmlns:a16="http://schemas.microsoft.com/office/drawing/2014/main" id="{FF484912-35F0-4595-A3FF-622905DA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490913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5" name="Rectangle 57">
              <a:extLst>
                <a:ext uri="{FF2B5EF4-FFF2-40B4-BE49-F238E27FC236}">
                  <a16:creationId xmlns:a16="http://schemas.microsoft.com/office/drawing/2014/main" id="{22064272-4A70-46E2-B795-423FB2A7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595688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6" name="Rectangle 58">
              <a:extLst>
                <a:ext uri="{FF2B5EF4-FFF2-40B4-BE49-F238E27FC236}">
                  <a16:creationId xmlns:a16="http://schemas.microsoft.com/office/drawing/2014/main" id="{F3FC61D0-B1D4-4F14-8378-460B65BA6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786188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7" name="Line 59">
              <a:extLst>
                <a:ext uri="{FF2B5EF4-FFF2-40B4-BE49-F238E27FC236}">
                  <a16:creationId xmlns:a16="http://schemas.microsoft.com/office/drawing/2014/main" id="{3315EDC7-BD3E-4456-8BF3-29B3D165DA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641725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Rectangle 64">
              <a:extLst>
                <a:ext uri="{FF2B5EF4-FFF2-40B4-BE49-F238E27FC236}">
                  <a16:creationId xmlns:a16="http://schemas.microsoft.com/office/drawing/2014/main" id="{47E85C97-B68B-4014-8415-237FC389A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88937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79" name="Line 72">
              <a:extLst>
                <a:ext uri="{FF2B5EF4-FFF2-40B4-BE49-F238E27FC236}">
                  <a16:creationId xmlns:a16="http://schemas.microsoft.com/office/drawing/2014/main" id="{251BCA60-B9F0-4636-A808-DACD62D13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344863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A09BB09A-C150-4CCA-B739-33AE0F9FB8ED}"/>
              </a:ext>
            </a:extLst>
          </p:cNvPr>
          <p:cNvGrpSpPr/>
          <p:nvPr/>
        </p:nvGrpSpPr>
        <p:grpSpPr>
          <a:xfrm>
            <a:off x="6700492" y="4561813"/>
            <a:ext cx="1600202" cy="1143000"/>
            <a:chOff x="6232523" y="2797175"/>
            <a:chExt cx="2057402" cy="1392238"/>
          </a:xfrm>
        </p:grpSpPr>
        <p:sp>
          <p:nvSpPr>
            <p:cNvPr id="381" name="Rectangle 41">
              <a:extLst>
                <a:ext uri="{FF2B5EF4-FFF2-40B4-BE49-F238E27FC236}">
                  <a16:creationId xmlns:a16="http://schemas.microsoft.com/office/drawing/2014/main" id="{92AFAB12-1E26-417D-9700-AAC4D87A9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2901950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82" name="Rectangle 42">
              <a:extLst>
                <a:ext uri="{FF2B5EF4-FFF2-40B4-BE49-F238E27FC236}">
                  <a16:creationId xmlns:a16="http://schemas.microsoft.com/office/drawing/2014/main" id="{BC3FCBD2-9C2B-4559-912F-C8F8C0478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797175"/>
              <a:ext cx="1050925" cy="1392238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383" name="Line 43">
              <a:extLst>
                <a:ext uri="{FF2B5EF4-FFF2-40B4-BE49-F238E27FC236}">
                  <a16:creationId xmlns:a16="http://schemas.microsoft.com/office/drawing/2014/main" id="{D3968A0A-CCE3-4EAB-89E8-073EF31EDB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5" y="3048000"/>
              <a:ext cx="342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Rectangle 44">
              <a:extLst>
                <a:ext uri="{FF2B5EF4-FFF2-40B4-BE49-F238E27FC236}">
                  <a16:creationId xmlns:a16="http://schemas.microsoft.com/office/drawing/2014/main" id="{0C615FF5-E96C-4CD3-A797-8A70637A3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85" name="Line 45">
              <a:extLst>
                <a:ext uri="{FF2B5EF4-FFF2-40B4-BE49-F238E27FC236}">
                  <a16:creationId xmlns:a16="http://schemas.microsoft.com/office/drawing/2014/main" id="{F47AE99B-9C3D-423F-8760-69252C0156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3" y="3935413"/>
              <a:ext cx="342901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Line 46">
              <a:extLst>
                <a:ext uri="{FF2B5EF4-FFF2-40B4-BE49-F238E27FC236}">
                  <a16:creationId xmlns:a16="http://schemas.microsoft.com/office/drawing/2014/main" id="{A688270B-64CA-4946-A24B-E0F48D98B8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048000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Line 47">
              <a:extLst>
                <a:ext uri="{FF2B5EF4-FFF2-40B4-BE49-F238E27FC236}">
                  <a16:creationId xmlns:a16="http://schemas.microsoft.com/office/drawing/2014/main" id="{D877A040-B146-47CE-9941-77C15325FF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938588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Rectangle 48">
              <a:extLst>
                <a:ext uri="{FF2B5EF4-FFF2-40B4-BE49-F238E27FC236}">
                  <a16:creationId xmlns:a16="http://schemas.microsoft.com/office/drawing/2014/main" id="{69DE3893-E539-40C3-ABCA-AA39C2AFB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841750"/>
              <a:ext cx="24447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89" name="Rectangle 49">
              <a:extLst>
                <a:ext uri="{FF2B5EF4-FFF2-40B4-BE49-F238E27FC236}">
                  <a16:creationId xmlns:a16="http://schemas.microsoft.com/office/drawing/2014/main" id="{EF052269-C088-4E5A-8470-BD082BAE4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2901950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0" name="Rectangle 50">
              <a:extLst>
                <a:ext uri="{FF2B5EF4-FFF2-40B4-BE49-F238E27FC236}">
                  <a16:creationId xmlns:a16="http://schemas.microsoft.com/office/drawing/2014/main" id="{4CA4B157-3A95-497F-82BB-CBB9958C8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1" name="Rectangle 51">
              <a:extLst>
                <a:ext uri="{FF2B5EF4-FFF2-40B4-BE49-F238E27FC236}">
                  <a16:creationId xmlns:a16="http://schemas.microsoft.com/office/drawing/2014/main" id="{F1EDB28F-2808-4601-B57B-BD931BCDA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197225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2" name="Line 52">
              <a:extLst>
                <a:ext uri="{FF2B5EF4-FFF2-40B4-BE49-F238E27FC236}">
                  <a16:creationId xmlns:a16="http://schemas.microsoft.com/office/drawing/2014/main" id="{C9DE6E93-2C49-4257-9025-B7DFF8D9C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3637" y="3319462"/>
              <a:ext cx="331788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Rectangle 53">
              <a:extLst>
                <a:ext uri="{FF2B5EF4-FFF2-40B4-BE49-F238E27FC236}">
                  <a16:creationId xmlns:a16="http://schemas.microsoft.com/office/drawing/2014/main" id="{A1628F3D-E934-4456-87C8-63927D568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4" name="Rectangle 54">
              <a:extLst>
                <a:ext uri="{FF2B5EF4-FFF2-40B4-BE49-F238E27FC236}">
                  <a16:creationId xmlns:a16="http://schemas.microsoft.com/office/drawing/2014/main" id="{092FCAF3-2F68-4867-A0BF-9259ED856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197225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5" name="Rectangle 55">
              <a:extLst>
                <a:ext uri="{FF2B5EF4-FFF2-40B4-BE49-F238E27FC236}">
                  <a16:creationId xmlns:a16="http://schemas.microsoft.com/office/drawing/2014/main" id="{B6739F1D-F73F-4175-98AF-A843A90D7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6" name="Rectangle 56">
              <a:extLst>
                <a:ext uri="{FF2B5EF4-FFF2-40B4-BE49-F238E27FC236}">
                  <a16:creationId xmlns:a16="http://schemas.microsoft.com/office/drawing/2014/main" id="{3FB30353-E873-4375-961B-45C02035D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490913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 dirty="0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 dirty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7" name="Rectangle 57">
              <a:extLst>
                <a:ext uri="{FF2B5EF4-FFF2-40B4-BE49-F238E27FC236}">
                  <a16:creationId xmlns:a16="http://schemas.microsoft.com/office/drawing/2014/main" id="{AA02043B-1D38-4ECF-9DA8-995C8C2E5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595688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8" name="Rectangle 58">
              <a:extLst>
                <a:ext uri="{FF2B5EF4-FFF2-40B4-BE49-F238E27FC236}">
                  <a16:creationId xmlns:a16="http://schemas.microsoft.com/office/drawing/2014/main" id="{F681EDEF-D7BC-40D0-8522-7DE25EE39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786188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399" name="Line 59">
              <a:extLst>
                <a:ext uri="{FF2B5EF4-FFF2-40B4-BE49-F238E27FC236}">
                  <a16:creationId xmlns:a16="http://schemas.microsoft.com/office/drawing/2014/main" id="{21F83DA6-76D3-4EAA-8983-0D9EF71DAE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641725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" name="Rectangle 64">
              <a:extLst>
                <a:ext uri="{FF2B5EF4-FFF2-40B4-BE49-F238E27FC236}">
                  <a16:creationId xmlns:a16="http://schemas.microsoft.com/office/drawing/2014/main" id="{7C913710-8889-4B0C-BC42-6282A67E0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88937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01" name="Line 72">
              <a:extLst>
                <a:ext uri="{FF2B5EF4-FFF2-40B4-BE49-F238E27FC236}">
                  <a16:creationId xmlns:a16="http://schemas.microsoft.com/office/drawing/2014/main" id="{066DADD9-AFA9-45C2-875E-C4234166D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344863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5B5C8995-0412-44A8-8351-DA306A485C52}"/>
              </a:ext>
            </a:extLst>
          </p:cNvPr>
          <p:cNvGrpSpPr/>
          <p:nvPr/>
        </p:nvGrpSpPr>
        <p:grpSpPr>
          <a:xfrm>
            <a:off x="4180591" y="2083596"/>
            <a:ext cx="1600202" cy="1143000"/>
            <a:chOff x="6232523" y="2797175"/>
            <a:chExt cx="2057402" cy="1392238"/>
          </a:xfrm>
        </p:grpSpPr>
        <p:sp>
          <p:nvSpPr>
            <p:cNvPr id="403" name="Rectangle 41">
              <a:extLst>
                <a:ext uri="{FF2B5EF4-FFF2-40B4-BE49-F238E27FC236}">
                  <a16:creationId xmlns:a16="http://schemas.microsoft.com/office/drawing/2014/main" id="{1C0D37FB-8399-47DB-8D2C-5BA45DF4D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2901950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04" name="Rectangle 42">
              <a:extLst>
                <a:ext uri="{FF2B5EF4-FFF2-40B4-BE49-F238E27FC236}">
                  <a16:creationId xmlns:a16="http://schemas.microsoft.com/office/drawing/2014/main" id="{A82002D3-1738-4DF9-AE73-87D9B258D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797175"/>
              <a:ext cx="1050925" cy="1392238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405" name="Line 43">
              <a:extLst>
                <a:ext uri="{FF2B5EF4-FFF2-40B4-BE49-F238E27FC236}">
                  <a16:creationId xmlns:a16="http://schemas.microsoft.com/office/drawing/2014/main" id="{5EBF5EC5-6AAB-4053-BF18-B766864BC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5" y="3048000"/>
              <a:ext cx="342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Rectangle 44">
              <a:extLst>
                <a:ext uri="{FF2B5EF4-FFF2-40B4-BE49-F238E27FC236}">
                  <a16:creationId xmlns:a16="http://schemas.microsoft.com/office/drawing/2014/main" id="{3E9D6AE7-C171-4341-A32E-D5AE08834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07" name="Line 45">
              <a:extLst>
                <a:ext uri="{FF2B5EF4-FFF2-40B4-BE49-F238E27FC236}">
                  <a16:creationId xmlns:a16="http://schemas.microsoft.com/office/drawing/2014/main" id="{467DB4A6-78A4-41B6-B80C-DF59F2F730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2523" y="3935413"/>
              <a:ext cx="342901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Line 46">
              <a:extLst>
                <a:ext uri="{FF2B5EF4-FFF2-40B4-BE49-F238E27FC236}">
                  <a16:creationId xmlns:a16="http://schemas.microsoft.com/office/drawing/2014/main" id="{C5CE9A27-F1C0-45D1-8EE6-57C2384933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048000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Line 47">
              <a:extLst>
                <a:ext uri="{FF2B5EF4-FFF2-40B4-BE49-F238E27FC236}">
                  <a16:creationId xmlns:a16="http://schemas.microsoft.com/office/drawing/2014/main" id="{D38E7C83-772B-43B0-989B-0EF597D585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938588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Rectangle 48">
              <a:extLst>
                <a:ext uri="{FF2B5EF4-FFF2-40B4-BE49-F238E27FC236}">
                  <a16:creationId xmlns:a16="http://schemas.microsoft.com/office/drawing/2014/main" id="{BAE0FB6B-3D1A-45AD-ACF2-97387323E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841750"/>
              <a:ext cx="24447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1" name="Rectangle 49">
              <a:extLst>
                <a:ext uri="{FF2B5EF4-FFF2-40B4-BE49-F238E27FC236}">
                  <a16:creationId xmlns:a16="http://schemas.microsoft.com/office/drawing/2014/main" id="{3F8F9102-6E03-4536-B025-26A72F34C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2901950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2" name="Rectangle 50">
              <a:extLst>
                <a:ext uri="{FF2B5EF4-FFF2-40B4-BE49-F238E27FC236}">
                  <a16:creationId xmlns:a16="http://schemas.microsoft.com/office/drawing/2014/main" id="{C113F1B8-0ACF-49A8-A9B3-D4A4C01AA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00672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3" name="Rectangle 51">
              <a:extLst>
                <a:ext uri="{FF2B5EF4-FFF2-40B4-BE49-F238E27FC236}">
                  <a16:creationId xmlns:a16="http://schemas.microsoft.com/office/drawing/2014/main" id="{968BB3CC-4518-4AEC-84F0-0A85F83B7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3197225"/>
              <a:ext cx="19208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4" name="Line 52">
              <a:extLst>
                <a:ext uri="{FF2B5EF4-FFF2-40B4-BE49-F238E27FC236}">
                  <a16:creationId xmlns:a16="http://schemas.microsoft.com/office/drawing/2014/main" id="{284635BF-7C95-4A52-8D18-C96BDACEC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3637" y="3319462"/>
              <a:ext cx="331788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Rectangle 53">
              <a:extLst>
                <a:ext uri="{FF2B5EF4-FFF2-40B4-BE49-F238E27FC236}">
                  <a16:creationId xmlns:a16="http://schemas.microsoft.com/office/drawing/2014/main" id="{FF40D5FC-32EC-4015-8DCE-400E61DB8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6" name="Rectangle 54">
              <a:extLst>
                <a:ext uri="{FF2B5EF4-FFF2-40B4-BE49-F238E27FC236}">
                  <a16:creationId xmlns:a16="http://schemas.microsoft.com/office/drawing/2014/main" id="{9C777304-B241-4551-B486-5EA0957D0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197225"/>
              <a:ext cx="1460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7" name="Rectangle 55">
              <a:extLst>
                <a:ext uri="{FF2B5EF4-FFF2-40B4-BE49-F238E27FC236}">
                  <a16:creationId xmlns:a16="http://schemas.microsoft.com/office/drawing/2014/main" id="{8D621455-4E6C-44C1-A002-136955B82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302000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8" name="Rectangle 56">
              <a:extLst>
                <a:ext uri="{FF2B5EF4-FFF2-40B4-BE49-F238E27FC236}">
                  <a16:creationId xmlns:a16="http://schemas.microsoft.com/office/drawing/2014/main" id="{370ED0C4-9D1F-43CF-85EC-2E19F5959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490913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 dirty="0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 dirty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19" name="Rectangle 57">
              <a:extLst>
                <a:ext uri="{FF2B5EF4-FFF2-40B4-BE49-F238E27FC236}">
                  <a16:creationId xmlns:a16="http://schemas.microsoft.com/office/drawing/2014/main" id="{C468DE49-7976-4D28-9A6D-BA75F79F4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595688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20" name="Rectangle 58">
              <a:extLst>
                <a:ext uri="{FF2B5EF4-FFF2-40B4-BE49-F238E27FC236}">
                  <a16:creationId xmlns:a16="http://schemas.microsoft.com/office/drawing/2014/main" id="{B163219F-A84E-49CA-B1A2-6C9880453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8537" y="3786188"/>
              <a:ext cx="146050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21" name="Line 59">
              <a:extLst>
                <a:ext uri="{FF2B5EF4-FFF2-40B4-BE49-F238E27FC236}">
                  <a16:creationId xmlns:a16="http://schemas.microsoft.com/office/drawing/2014/main" id="{CACF23ED-3A76-4AB6-8C39-0C6C6D61C1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641725"/>
              <a:ext cx="6635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Rectangle 64">
              <a:extLst>
                <a:ext uri="{FF2B5EF4-FFF2-40B4-BE49-F238E27FC236}">
                  <a16:creationId xmlns:a16="http://schemas.microsoft.com/office/drawing/2014/main" id="{E41B7B3A-0E01-43A0-9269-96307C8A6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8550" y="3889375"/>
              <a:ext cx="84137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423" name="Line 72">
              <a:extLst>
                <a:ext uri="{FF2B5EF4-FFF2-40B4-BE49-F238E27FC236}">
                  <a16:creationId xmlns:a16="http://schemas.microsoft.com/office/drawing/2014/main" id="{FD03A78E-DF3D-4512-A9B2-6B7D34A1C3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6350" y="3344863"/>
              <a:ext cx="6635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D3E7D7BB-B068-4BE7-83F9-432C8A336985}"/>
                  </a:ext>
                </a:extLst>
              </p14:cNvPr>
              <p14:cNvContentPartPr/>
              <p14:nvPr/>
            </p14:nvContentPartPr>
            <p14:xfrm>
              <a:off x="3092400" y="585000"/>
              <a:ext cx="5913360" cy="524772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D3E7D7BB-B068-4BE7-83F9-432C8A33698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3040" y="575640"/>
                <a:ext cx="5932080" cy="5266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Title 1">
            <a:extLst>
              <a:ext uri="{FF2B5EF4-FFF2-40B4-BE49-F238E27FC236}">
                <a16:creationId xmlns:a16="http://schemas.microsoft.com/office/drawing/2014/main" id="{6FAD807D-63E3-4472-B661-CB326AF3578C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/>
              <a:t>A 4-to-16 decoder built using a decoder tree</a:t>
            </a:r>
          </a:p>
        </p:txBody>
      </p:sp>
      <p:sp>
        <p:nvSpPr>
          <p:cNvPr id="112642" name="TextBox 125">
            <a:extLst>
              <a:ext uri="{FF2B5EF4-FFF2-40B4-BE49-F238E27FC236}">
                <a16:creationId xmlns:a16="http://schemas.microsoft.com/office/drawing/2014/main" id="{D4924E89-A355-4DCA-ADD2-D73E68554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77" y="641985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dirty="0">
                <a:latin typeface="Times" panose="02020603050405020304" pitchFamily="18" charset="0"/>
              </a:rPr>
              <a:t>[ Figure 4.16 from the textbook ]</a:t>
            </a:r>
          </a:p>
        </p:txBody>
      </p:sp>
      <p:grpSp>
        <p:nvGrpSpPr>
          <p:cNvPr id="112643" name="Group 2">
            <a:extLst>
              <a:ext uri="{FF2B5EF4-FFF2-40B4-BE49-F238E27FC236}">
                <a16:creationId xmlns:a16="http://schemas.microsoft.com/office/drawing/2014/main" id="{54A2E77F-861C-417D-B1B9-6B4CE5B78D90}"/>
              </a:ext>
            </a:extLst>
          </p:cNvPr>
          <p:cNvGrpSpPr>
            <a:grpSpLocks/>
          </p:cNvGrpSpPr>
          <p:nvPr/>
        </p:nvGrpSpPr>
        <p:grpSpPr bwMode="auto">
          <a:xfrm>
            <a:off x="1887538" y="685800"/>
            <a:ext cx="4852987" cy="5540375"/>
            <a:chOff x="1887538" y="1143000"/>
            <a:chExt cx="4852987" cy="5540375"/>
          </a:xfrm>
        </p:grpSpPr>
        <p:sp>
          <p:nvSpPr>
            <p:cNvPr id="112644" name="Rectangle 4">
              <a:extLst>
                <a:ext uri="{FF2B5EF4-FFF2-40B4-BE49-F238E27FC236}">
                  <a16:creationId xmlns:a16="http://schemas.microsoft.com/office/drawing/2014/main" id="{1BCC75D6-68AC-4533-AEF8-4EA542B8B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738" y="4148137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45" name="Rectangle 5">
              <a:extLst>
                <a:ext uri="{FF2B5EF4-FFF2-40B4-BE49-F238E27FC236}">
                  <a16:creationId xmlns:a16="http://schemas.microsoft.com/office/drawing/2014/main" id="{7C00C622-36F6-4BBB-B587-ECA1B4B10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888" y="4056062"/>
              <a:ext cx="876300" cy="11620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646" name="Line 6">
              <a:extLst>
                <a:ext uri="{FF2B5EF4-FFF2-40B4-BE49-F238E27FC236}">
                  <a16:creationId xmlns:a16="http://schemas.microsoft.com/office/drawing/2014/main" id="{B4CF0536-660B-42FB-A271-AB7D9BD82F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5188" y="4265612"/>
              <a:ext cx="2667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47" name="Rectangle 7">
              <a:extLst>
                <a:ext uri="{FF2B5EF4-FFF2-40B4-BE49-F238E27FC236}">
                  <a16:creationId xmlns:a16="http://schemas.microsoft.com/office/drawing/2014/main" id="{1878C60B-6A62-4C5A-A98C-7C4E6891F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2388" y="423386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48" name="Line 8">
              <a:extLst>
                <a:ext uri="{FF2B5EF4-FFF2-40B4-BE49-F238E27FC236}">
                  <a16:creationId xmlns:a16="http://schemas.microsoft.com/office/drawing/2014/main" id="{7C42EDFE-B5D2-4A40-9FEC-A2EBD5907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8188" y="4265612"/>
              <a:ext cx="5524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49" name="Line 9">
              <a:extLst>
                <a:ext uri="{FF2B5EF4-FFF2-40B4-BE49-F238E27FC236}">
                  <a16:creationId xmlns:a16="http://schemas.microsoft.com/office/drawing/2014/main" id="{6B346F34-D3DF-4D3E-8E65-5AF41E177E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5008562"/>
              <a:ext cx="552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0" name="Rectangle 10">
              <a:extLst>
                <a:ext uri="{FF2B5EF4-FFF2-40B4-BE49-F238E27FC236}">
                  <a16:creationId xmlns:a16="http://schemas.microsoft.com/office/drawing/2014/main" id="{AA738121-450D-4D47-8ABE-834A94740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738" y="4929187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1" name="Rectangle 11">
              <a:extLst>
                <a:ext uri="{FF2B5EF4-FFF2-40B4-BE49-F238E27FC236}">
                  <a16:creationId xmlns:a16="http://schemas.microsoft.com/office/drawing/2014/main" id="{9CC69D12-E942-4439-BB78-652173BAD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414813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2" name="Rectangle 12">
              <a:extLst>
                <a:ext uri="{FF2B5EF4-FFF2-40B4-BE49-F238E27FC236}">
                  <a16:creationId xmlns:a16="http://schemas.microsoft.com/office/drawing/2014/main" id="{B1A5CE69-FA1D-41B0-9484-A6D0CDEFA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7375" y="423386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3" name="Rectangle 13">
              <a:extLst>
                <a:ext uri="{FF2B5EF4-FFF2-40B4-BE49-F238E27FC236}">
                  <a16:creationId xmlns:a16="http://schemas.microsoft.com/office/drawing/2014/main" id="{C8403FE0-7195-4BCC-AD0C-9EC12A673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738" y="4392612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4" name="Line 14">
              <a:extLst>
                <a:ext uri="{FF2B5EF4-FFF2-40B4-BE49-F238E27FC236}">
                  <a16:creationId xmlns:a16="http://schemas.microsoft.com/office/drawing/2014/main" id="{D4F9B165-9979-4AE8-92AB-2E400048C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538" y="4513262"/>
              <a:ext cx="514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5" name="Rectangle 15">
              <a:extLst>
                <a:ext uri="{FF2B5EF4-FFF2-40B4-BE49-F238E27FC236}">
                  <a16:creationId xmlns:a16="http://schemas.microsoft.com/office/drawing/2014/main" id="{168DA5A1-F236-4856-8D7F-33CDE26B8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2388" y="44799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6" name="Rectangle 16">
              <a:extLst>
                <a:ext uri="{FF2B5EF4-FFF2-40B4-BE49-F238E27FC236}">
                  <a16:creationId xmlns:a16="http://schemas.microsoft.com/office/drawing/2014/main" id="{D39471DB-406B-436C-A431-365982B5F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4392612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7" name="Rectangle 17">
              <a:extLst>
                <a:ext uri="{FF2B5EF4-FFF2-40B4-BE49-F238E27FC236}">
                  <a16:creationId xmlns:a16="http://schemas.microsoft.com/office/drawing/2014/main" id="{4B21A5AD-5384-4359-877B-FB65CBD6A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7375" y="44799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8" name="Rectangle 18">
              <a:extLst>
                <a:ext uri="{FF2B5EF4-FFF2-40B4-BE49-F238E27FC236}">
                  <a16:creationId xmlns:a16="http://schemas.microsoft.com/office/drawing/2014/main" id="{1FE4EB4F-3E82-4EE2-8EED-49846C73B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463708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59" name="Rectangle 19">
              <a:extLst>
                <a:ext uri="{FF2B5EF4-FFF2-40B4-BE49-F238E27FC236}">
                  <a16:creationId xmlns:a16="http://schemas.microsoft.com/office/drawing/2014/main" id="{72BA96E8-4F09-4B65-9EAB-A4E15A9AB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7375" y="47244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60" name="Rectangle 20">
              <a:extLst>
                <a:ext uri="{FF2B5EF4-FFF2-40B4-BE49-F238E27FC236}">
                  <a16:creationId xmlns:a16="http://schemas.microsoft.com/office/drawing/2014/main" id="{FA1EBA2A-1E42-484E-B88F-53C871BED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48831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61" name="Line 21">
              <a:extLst>
                <a:ext uri="{FF2B5EF4-FFF2-40B4-BE49-F238E27FC236}">
                  <a16:creationId xmlns:a16="http://schemas.microsoft.com/office/drawing/2014/main" id="{78761FAD-0EF0-4645-81D3-34319D6B11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4760912"/>
              <a:ext cx="552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2" name="Rectangle 22">
              <a:extLst>
                <a:ext uri="{FF2B5EF4-FFF2-40B4-BE49-F238E27FC236}">
                  <a16:creationId xmlns:a16="http://schemas.microsoft.com/office/drawing/2014/main" id="{81FE7219-B923-4E55-8B43-91491B72D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7375" y="496887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63" name="Rectangle 23">
              <a:extLst>
                <a:ext uri="{FF2B5EF4-FFF2-40B4-BE49-F238E27FC236}">
                  <a16:creationId xmlns:a16="http://schemas.microsoft.com/office/drawing/2014/main" id="{BA2B4F41-D7D1-4290-8FF2-7F112274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1288" y="4143375"/>
              <a:ext cx="141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64" name="Rectangle 24">
              <a:extLst>
                <a:ext uri="{FF2B5EF4-FFF2-40B4-BE49-F238E27FC236}">
                  <a16:creationId xmlns:a16="http://schemas.microsoft.com/office/drawing/2014/main" id="{5B289C91-10C7-4641-B0D1-B424B0EE9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2250" y="4229100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8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65" name="Rectangle 25">
              <a:extLst>
                <a:ext uri="{FF2B5EF4-FFF2-40B4-BE49-F238E27FC236}">
                  <a16:creationId xmlns:a16="http://schemas.microsoft.com/office/drawing/2014/main" id="{8F6CA8B6-0967-48CB-AD04-ACE8D73EF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439102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66" name="Rectangle 26">
              <a:extLst>
                <a:ext uri="{FF2B5EF4-FFF2-40B4-BE49-F238E27FC236}">
                  <a16:creationId xmlns:a16="http://schemas.microsoft.com/office/drawing/2014/main" id="{E7A45B59-21E9-4FB2-B790-C9AFBB690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447833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9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67" name="Rectangle 27">
              <a:extLst>
                <a:ext uri="{FF2B5EF4-FFF2-40B4-BE49-F238E27FC236}">
                  <a16:creationId xmlns:a16="http://schemas.microsoft.com/office/drawing/2014/main" id="{95ADD092-CB72-4A0F-B2B6-FCD710C17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4640262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68" name="Rectangle 28">
              <a:extLst>
                <a:ext uri="{FF2B5EF4-FFF2-40B4-BE49-F238E27FC236}">
                  <a16:creationId xmlns:a16="http://schemas.microsoft.com/office/drawing/2014/main" id="{B4623FF9-A322-461C-8277-2DE017D48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4727575"/>
              <a:ext cx="165100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69" name="Rectangle 29">
              <a:extLst>
                <a:ext uri="{FF2B5EF4-FFF2-40B4-BE49-F238E27FC236}">
                  <a16:creationId xmlns:a16="http://schemas.microsoft.com/office/drawing/2014/main" id="{13269F15-FFAA-4FDC-941B-3BE25B470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4889500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70" name="Line 30">
              <a:extLst>
                <a:ext uri="{FF2B5EF4-FFF2-40B4-BE49-F238E27FC236}">
                  <a16:creationId xmlns:a16="http://schemas.microsoft.com/office/drawing/2014/main" id="{58CA63A5-72F7-4A11-B700-81F4B2C388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4513262"/>
              <a:ext cx="552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1" name="Freeform 31">
              <a:extLst>
                <a:ext uri="{FF2B5EF4-FFF2-40B4-BE49-F238E27FC236}">
                  <a16:creationId xmlns:a16="http://schemas.microsoft.com/office/drawing/2014/main" id="{0248798B-C0E2-4B85-88C5-1A99F7F7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246562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3" y="37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5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3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5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8" y="44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5" y="34"/>
                  </a:lnTo>
                  <a:lnTo>
                    <a:pt x="45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20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5" y="17"/>
                  </a:lnTo>
                  <a:lnTo>
                    <a:pt x="45" y="16"/>
                  </a:lnTo>
                  <a:lnTo>
                    <a:pt x="45" y="15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39" y="7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3" y="3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672" name="Freeform 32">
              <a:extLst>
                <a:ext uri="{FF2B5EF4-FFF2-40B4-BE49-F238E27FC236}">
                  <a16:creationId xmlns:a16="http://schemas.microsoft.com/office/drawing/2014/main" id="{2ECA498E-992E-4363-8A7D-CA8BFDFB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025" y="4254500"/>
              <a:ext cx="46038" cy="46037"/>
            </a:xfrm>
            <a:custGeom>
              <a:avLst/>
              <a:gdLst>
                <a:gd name="T0" fmla="*/ 2147483646 w 59"/>
                <a:gd name="T1" fmla="*/ 0 h 58"/>
                <a:gd name="T2" fmla="*/ 2147483646 w 59"/>
                <a:gd name="T3" fmla="*/ 2147483646 h 58"/>
                <a:gd name="T4" fmla="*/ 2147483646 w 59"/>
                <a:gd name="T5" fmla="*/ 2147483646 h 58"/>
                <a:gd name="T6" fmla="*/ 2147483646 w 59"/>
                <a:gd name="T7" fmla="*/ 2147483646 h 58"/>
                <a:gd name="T8" fmla="*/ 2147483646 w 59"/>
                <a:gd name="T9" fmla="*/ 2147483646 h 58"/>
                <a:gd name="T10" fmla="*/ 2147483646 w 59"/>
                <a:gd name="T11" fmla="*/ 2147483646 h 58"/>
                <a:gd name="T12" fmla="*/ 2147483646 w 59"/>
                <a:gd name="T13" fmla="*/ 2147483646 h 58"/>
                <a:gd name="T14" fmla="*/ 2147483646 w 59"/>
                <a:gd name="T15" fmla="*/ 2147483646 h 58"/>
                <a:gd name="T16" fmla="*/ 2147483646 w 59"/>
                <a:gd name="T17" fmla="*/ 2147483646 h 58"/>
                <a:gd name="T18" fmla="*/ 2147483646 w 59"/>
                <a:gd name="T19" fmla="*/ 2147483646 h 58"/>
                <a:gd name="T20" fmla="*/ 0 w 59"/>
                <a:gd name="T21" fmla="*/ 2147483646 h 58"/>
                <a:gd name="T22" fmla="*/ 2147483646 w 59"/>
                <a:gd name="T23" fmla="*/ 2147483646 h 58"/>
                <a:gd name="T24" fmla="*/ 2147483646 w 59"/>
                <a:gd name="T25" fmla="*/ 2147483646 h 58"/>
                <a:gd name="T26" fmla="*/ 2147483646 w 59"/>
                <a:gd name="T27" fmla="*/ 2147483646 h 58"/>
                <a:gd name="T28" fmla="*/ 2147483646 w 59"/>
                <a:gd name="T29" fmla="*/ 2147483646 h 58"/>
                <a:gd name="T30" fmla="*/ 2147483646 w 59"/>
                <a:gd name="T31" fmla="*/ 2147483646 h 58"/>
                <a:gd name="T32" fmla="*/ 2147483646 w 59"/>
                <a:gd name="T33" fmla="*/ 2147483646 h 58"/>
                <a:gd name="T34" fmla="*/ 2147483646 w 59"/>
                <a:gd name="T35" fmla="*/ 2147483646 h 58"/>
                <a:gd name="T36" fmla="*/ 2147483646 w 59"/>
                <a:gd name="T37" fmla="*/ 2147483646 h 58"/>
                <a:gd name="T38" fmla="*/ 2147483646 w 59"/>
                <a:gd name="T39" fmla="*/ 2147483646 h 58"/>
                <a:gd name="T40" fmla="*/ 2147483646 w 59"/>
                <a:gd name="T41" fmla="*/ 2147483646 h 58"/>
                <a:gd name="T42" fmla="*/ 2147483646 w 59"/>
                <a:gd name="T43" fmla="*/ 2147483646 h 58"/>
                <a:gd name="T44" fmla="*/ 2147483646 w 59"/>
                <a:gd name="T45" fmla="*/ 2147483646 h 58"/>
                <a:gd name="T46" fmla="*/ 2147483646 w 59"/>
                <a:gd name="T47" fmla="*/ 2147483646 h 58"/>
                <a:gd name="T48" fmla="*/ 2147483646 w 59"/>
                <a:gd name="T49" fmla="*/ 2147483646 h 58"/>
                <a:gd name="T50" fmla="*/ 2147483646 w 59"/>
                <a:gd name="T51" fmla="*/ 2147483646 h 58"/>
                <a:gd name="T52" fmla="*/ 2147483646 w 59"/>
                <a:gd name="T53" fmla="*/ 2147483646 h 58"/>
                <a:gd name="T54" fmla="*/ 2147483646 w 59"/>
                <a:gd name="T55" fmla="*/ 2147483646 h 58"/>
                <a:gd name="T56" fmla="*/ 2147483646 w 59"/>
                <a:gd name="T57" fmla="*/ 2147483646 h 58"/>
                <a:gd name="T58" fmla="*/ 2147483646 w 59"/>
                <a:gd name="T59" fmla="*/ 2147483646 h 58"/>
                <a:gd name="T60" fmla="*/ 2147483646 w 59"/>
                <a:gd name="T61" fmla="*/ 2147483646 h 58"/>
                <a:gd name="T62" fmla="*/ 2147483646 w 59"/>
                <a:gd name="T63" fmla="*/ 2147483646 h 58"/>
                <a:gd name="T64" fmla="*/ 2147483646 w 59"/>
                <a:gd name="T65" fmla="*/ 2147483646 h 58"/>
                <a:gd name="T66" fmla="*/ 2147483646 w 59"/>
                <a:gd name="T67" fmla="*/ 2147483646 h 58"/>
                <a:gd name="T68" fmla="*/ 2147483646 w 59"/>
                <a:gd name="T69" fmla="*/ 2147483646 h 58"/>
                <a:gd name="T70" fmla="*/ 2147483646 w 59"/>
                <a:gd name="T71" fmla="*/ 2147483646 h 58"/>
                <a:gd name="T72" fmla="*/ 2147483646 w 59"/>
                <a:gd name="T73" fmla="*/ 2147483646 h 58"/>
                <a:gd name="T74" fmla="*/ 2147483646 w 59"/>
                <a:gd name="T75" fmla="*/ 2147483646 h 58"/>
                <a:gd name="T76" fmla="*/ 2147483646 w 59"/>
                <a:gd name="T77" fmla="*/ 2147483646 h 58"/>
                <a:gd name="T78" fmla="*/ 2147483646 w 59"/>
                <a:gd name="T79" fmla="*/ 2147483646 h 58"/>
                <a:gd name="T80" fmla="*/ 2147483646 w 59"/>
                <a:gd name="T81" fmla="*/ 2147483646 h 58"/>
                <a:gd name="T82" fmla="*/ 2147483646 w 59"/>
                <a:gd name="T83" fmla="*/ 2147483646 h 58"/>
                <a:gd name="T84" fmla="*/ 2147483646 w 59"/>
                <a:gd name="T85" fmla="*/ 2147483646 h 58"/>
                <a:gd name="T86" fmla="*/ 2147483646 w 59"/>
                <a:gd name="T87" fmla="*/ 0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8"/>
                <a:gd name="T134" fmla="*/ 59 w 59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8">
                  <a:moveTo>
                    <a:pt x="30" y="0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9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3" y="38"/>
                  </a:lnTo>
                  <a:lnTo>
                    <a:pt x="3" y="39"/>
                  </a:lnTo>
                  <a:lnTo>
                    <a:pt x="3" y="40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6" y="45"/>
                  </a:lnTo>
                  <a:lnTo>
                    <a:pt x="6" y="46"/>
                  </a:lnTo>
                  <a:lnTo>
                    <a:pt x="7" y="48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2" y="52"/>
                  </a:lnTo>
                  <a:lnTo>
                    <a:pt x="13" y="54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19" y="57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8"/>
                  </a:lnTo>
                  <a:lnTo>
                    <a:pt x="25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3" y="58"/>
                  </a:lnTo>
                  <a:lnTo>
                    <a:pt x="35" y="58"/>
                  </a:lnTo>
                  <a:lnTo>
                    <a:pt x="36" y="58"/>
                  </a:lnTo>
                  <a:lnTo>
                    <a:pt x="37" y="57"/>
                  </a:lnTo>
                  <a:lnTo>
                    <a:pt x="39" y="57"/>
                  </a:lnTo>
                  <a:lnTo>
                    <a:pt x="40" y="57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7" y="54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9" y="51"/>
                  </a:lnTo>
                  <a:lnTo>
                    <a:pt x="51" y="50"/>
                  </a:lnTo>
                  <a:lnTo>
                    <a:pt x="52" y="49"/>
                  </a:lnTo>
                  <a:lnTo>
                    <a:pt x="53" y="48"/>
                  </a:lnTo>
                  <a:lnTo>
                    <a:pt x="53" y="46"/>
                  </a:lnTo>
                  <a:lnTo>
                    <a:pt x="54" y="45"/>
                  </a:lnTo>
                  <a:lnTo>
                    <a:pt x="55" y="44"/>
                  </a:lnTo>
                  <a:lnTo>
                    <a:pt x="55" y="43"/>
                  </a:lnTo>
                  <a:lnTo>
                    <a:pt x="57" y="42"/>
                  </a:lnTo>
                  <a:lnTo>
                    <a:pt x="57" y="40"/>
                  </a:lnTo>
                  <a:lnTo>
                    <a:pt x="58" y="39"/>
                  </a:lnTo>
                  <a:lnTo>
                    <a:pt x="58" y="38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3"/>
                  </a:lnTo>
                  <a:lnTo>
                    <a:pt x="59" y="32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27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7" y="18"/>
                  </a:lnTo>
                  <a:lnTo>
                    <a:pt x="57" y="16"/>
                  </a:lnTo>
                  <a:lnTo>
                    <a:pt x="55" y="15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0"/>
                  </a:lnTo>
                  <a:lnTo>
                    <a:pt x="52" y="9"/>
                  </a:lnTo>
                  <a:lnTo>
                    <a:pt x="51" y="8"/>
                  </a:lnTo>
                  <a:lnTo>
                    <a:pt x="49" y="8"/>
                  </a:lnTo>
                  <a:lnTo>
                    <a:pt x="48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3" name="Freeform 33">
              <a:extLst>
                <a:ext uri="{FF2B5EF4-FFF2-40B4-BE49-F238E27FC236}">
                  <a16:creationId xmlns:a16="http://schemas.microsoft.com/office/drawing/2014/main" id="{9C2B0D3F-E9B9-48EF-AC37-79B224639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488" y="4494212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8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7" y="44"/>
                  </a:lnTo>
                  <a:lnTo>
                    <a:pt x="38" y="44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5" y="33"/>
                  </a:lnTo>
                  <a:lnTo>
                    <a:pt x="45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7" y="20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5" y="17"/>
                  </a:lnTo>
                  <a:lnTo>
                    <a:pt x="45" y="15"/>
                  </a:lnTo>
                  <a:lnTo>
                    <a:pt x="45" y="14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1" y="7"/>
                  </a:lnTo>
                  <a:lnTo>
                    <a:pt x="39" y="7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674" name="Freeform 34">
              <a:extLst>
                <a:ext uri="{FF2B5EF4-FFF2-40B4-BE49-F238E27FC236}">
                  <a16:creationId xmlns:a16="http://schemas.microsoft.com/office/drawing/2014/main" id="{75BBD2E2-6A77-406D-BC5B-EB951B74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375" y="4483100"/>
              <a:ext cx="46038" cy="46037"/>
            </a:xfrm>
            <a:custGeom>
              <a:avLst/>
              <a:gdLst>
                <a:gd name="T0" fmla="*/ 2147483646 w 59"/>
                <a:gd name="T1" fmla="*/ 0 h 58"/>
                <a:gd name="T2" fmla="*/ 2147483646 w 59"/>
                <a:gd name="T3" fmla="*/ 2147483646 h 58"/>
                <a:gd name="T4" fmla="*/ 2147483646 w 59"/>
                <a:gd name="T5" fmla="*/ 2147483646 h 58"/>
                <a:gd name="T6" fmla="*/ 2147483646 w 59"/>
                <a:gd name="T7" fmla="*/ 2147483646 h 58"/>
                <a:gd name="T8" fmla="*/ 2147483646 w 59"/>
                <a:gd name="T9" fmla="*/ 2147483646 h 58"/>
                <a:gd name="T10" fmla="*/ 2147483646 w 59"/>
                <a:gd name="T11" fmla="*/ 2147483646 h 58"/>
                <a:gd name="T12" fmla="*/ 2147483646 w 59"/>
                <a:gd name="T13" fmla="*/ 2147483646 h 58"/>
                <a:gd name="T14" fmla="*/ 2147483646 w 59"/>
                <a:gd name="T15" fmla="*/ 2147483646 h 58"/>
                <a:gd name="T16" fmla="*/ 2147483646 w 59"/>
                <a:gd name="T17" fmla="*/ 2147483646 h 58"/>
                <a:gd name="T18" fmla="*/ 2147483646 w 59"/>
                <a:gd name="T19" fmla="*/ 2147483646 h 58"/>
                <a:gd name="T20" fmla="*/ 0 w 59"/>
                <a:gd name="T21" fmla="*/ 2147483646 h 58"/>
                <a:gd name="T22" fmla="*/ 2147483646 w 59"/>
                <a:gd name="T23" fmla="*/ 2147483646 h 58"/>
                <a:gd name="T24" fmla="*/ 2147483646 w 59"/>
                <a:gd name="T25" fmla="*/ 2147483646 h 58"/>
                <a:gd name="T26" fmla="*/ 2147483646 w 59"/>
                <a:gd name="T27" fmla="*/ 2147483646 h 58"/>
                <a:gd name="T28" fmla="*/ 2147483646 w 59"/>
                <a:gd name="T29" fmla="*/ 2147483646 h 58"/>
                <a:gd name="T30" fmla="*/ 2147483646 w 59"/>
                <a:gd name="T31" fmla="*/ 2147483646 h 58"/>
                <a:gd name="T32" fmla="*/ 2147483646 w 59"/>
                <a:gd name="T33" fmla="*/ 2147483646 h 58"/>
                <a:gd name="T34" fmla="*/ 2147483646 w 59"/>
                <a:gd name="T35" fmla="*/ 2147483646 h 58"/>
                <a:gd name="T36" fmla="*/ 2147483646 w 59"/>
                <a:gd name="T37" fmla="*/ 2147483646 h 58"/>
                <a:gd name="T38" fmla="*/ 2147483646 w 59"/>
                <a:gd name="T39" fmla="*/ 2147483646 h 58"/>
                <a:gd name="T40" fmla="*/ 2147483646 w 59"/>
                <a:gd name="T41" fmla="*/ 2147483646 h 58"/>
                <a:gd name="T42" fmla="*/ 2147483646 w 59"/>
                <a:gd name="T43" fmla="*/ 2147483646 h 58"/>
                <a:gd name="T44" fmla="*/ 2147483646 w 59"/>
                <a:gd name="T45" fmla="*/ 2147483646 h 58"/>
                <a:gd name="T46" fmla="*/ 2147483646 w 59"/>
                <a:gd name="T47" fmla="*/ 2147483646 h 58"/>
                <a:gd name="T48" fmla="*/ 2147483646 w 59"/>
                <a:gd name="T49" fmla="*/ 2147483646 h 58"/>
                <a:gd name="T50" fmla="*/ 2147483646 w 59"/>
                <a:gd name="T51" fmla="*/ 2147483646 h 58"/>
                <a:gd name="T52" fmla="*/ 2147483646 w 59"/>
                <a:gd name="T53" fmla="*/ 2147483646 h 58"/>
                <a:gd name="T54" fmla="*/ 2147483646 w 59"/>
                <a:gd name="T55" fmla="*/ 2147483646 h 58"/>
                <a:gd name="T56" fmla="*/ 2147483646 w 59"/>
                <a:gd name="T57" fmla="*/ 2147483646 h 58"/>
                <a:gd name="T58" fmla="*/ 2147483646 w 59"/>
                <a:gd name="T59" fmla="*/ 2147483646 h 58"/>
                <a:gd name="T60" fmla="*/ 2147483646 w 59"/>
                <a:gd name="T61" fmla="*/ 2147483646 h 58"/>
                <a:gd name="T62" fmla="*/ 2147483646 w 59"/>
                <a:gd name="T63" fmla="*/ 2147483646 h 58"/>
                <a:gd name="T64" fmla="*/ 2147483646 w 59"/>
                <a:gd name="T65" fmla="*/ 2147483646 h 58"/>
                <a:gd name="T66" fmla="*/ 2147483646 w 59"/>
                <a:gd name="T67" fmla="*/ 2147483646 h 58"/>
                <a:gd name="T68" fmla="*/ 2147483646 w 59"/>
                <a:gd name="T69" fmla="*/ 2147483646 h 58"/>
                <a:gd name="T70" fmla="*/ 2147483646 w 59"/>
                <a:gd name="T71" fmla="*/ 2147483646 h 58"/>
                <a:gd name="T72" fmla="*/ 2147483646 w 59"/>
                <a:gd name="T73" fmla="*/ 2147483646 h 58"/>
                <a:gd name="T74" fmla="*/ 2147483646 w 59"/>
                <a:gd name="T75" fmla="*/ 2147483646 h 58"/>
                <a:gd name="T76" fmla="*/ 2147483646 w 59"/>
                <a:gd name="T77" fmla="*/ 2147483646 h 58"/>
                <a:gd name="T78" fmla="*/ 2147483646 w 59"/>
                <a:gd name="T79" fmla="*/ 2147483646 h 58"/>
                <a:gd name="T80" fmla="*/ 2147483646 w 59"/>
                <a:gd name="T81" fmla="*/ 2147483646 h 58"/>
                <a:gd name="T82" fmla="*/ 2147483646 w 59"/>
                <a:gd name="T83" fmla="*/ 2147483646 h 58"/>
                <a:gd name="T84" fmla="*/ 2147483646 w 59"/>
                <a:gd name="T85" fmla="*/ 2147483646 h 58"/>
                <a:gd name="T86" fmla="*/ 2147483646 w 59"/>
                <a:gd name="T87" fmla="*/ 0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8"/>
                <a:gd name="T134" fmla="*/ 59 w 59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8">
                  <a:moveTo>
                    <a:pt x="30" y="0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3" y="39"/>
                  </a:lnTo>
                  <a:lnTo>
                    <a:pt x="3" y="40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6" y="45"/>
                  </a:lnTo>
                  <a:lnTo>
                    <a:pt x="6" y="46"/>
                  </a:lnTo>
                  <a:lnTo>
                    <a:pt x="8" y="47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2" y="52"/>
                  </a:lnTo>
                  <a:lnTo>
                    <a:pt x="14" y="53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20" y="57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5" y="58"/>
                  </a:lnTo>
                  <a:lnTo>
                    <a:pt x="36" y="58"/>
                  </a:lnTo>
                  <a:lnTo>
                    <a:pt x="38" y="57"/>
                  </a:lnTo>
                  <a:lnTo>
                    <a:pt x="39" y="57"/>
                  </a:lnTo>
                  <a:lnTo>
                    <a:pt x="40" y="57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9" y="51"/>
                  </a:lnTo>
                  <a:lnTo>
                    <a:pt x="51" y="50"/>
                  </a:lnTo>
                  <a:lnTo>
                    <a:pt x="52" y="49"/>
                  </a:lnTo>
                  <a:lnTo>
                    <a:pt x="53" y="47"/>
                  </a:lnTo>
                  <a:lnTo>
                    <a:pt x="53" y="46"/>
                  </a:lnTo>
                  <a:lnTo>
                    <a:pt x="54" y="45"/>
                  </a:lnTo>
                  <a:lnTo>
                    <a:pt x="55" y="44"/>
                  </a:lnTo>
                  <a:lnTo>
                    <a:pt x="55" y="43"/>
                  </a:lnTo>
                  <a:lnTo>
                    <a:pt x="57" y="41"/>
                  </a:lnTo>
                  <a:lnTo>
                    <a:pt x="57" y="40"/>
                  </a:lnTo>
                  <a:lnTo>
                    <a:pt x="58" y="39"/>
                  </a:lnTo>
                  <a:lnTo>
                    <a:pt x="58" y="38"/>
                  </a:lnTo>
                  <a:lnTo>
                    <a:pt x="59" y="37"/>
                  </a:lnTo>
                  <a:lnTo>
                    <a:pt x="59" y="35"/>
                  </a:lnTo>
                  <a:lnTo>
                    <a:pt x="59" y="33"/>
                  </a:lnTo>
                  <a:lnTo>
                    <a:pt x="59" y="32"/>
                  </a:lnTo>
                  <a:lnTo>
                    <a:pt x="59" y="31"/>
                  </a:lnTo>
                  <a:lnTo>
                    <a:pt x="59" y="29"/>
                  </a:lnTo>
                  <a:lnTo>
                    <a:pt x="59" y="27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2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7" y="17"/>
                  </a:lnTo>
                  <a:lnTo>
                    <a:pt x="57" y="16"/>
                  </a:lnTo>
                  <a:lnTo>
                    <a:pt x="55" y="15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0"/>
                  </a:lnTo>
                  <a:lnTo>
                    <a:pt x="52" y="9"/>
                  </a:lnTo>
                  <a:lnTo>
                    <a:pt x="51" y="8"/>
                  </a:lnTo>
                  <a:lnTo>
                    <a:pt x="49" y="8"/>
                  </a:lnTo>
                  <a:lnTo>
                    <a:pt x="48" y="7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4"/>
                  </a:lnTo>
                  <a:lnTo>
                    <a:pt x="45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5" name="Rectangle 35">
              <a:extLst>
                <a:ext uri="{FF2B5EF4-FFF2-40B4-BE49-F238E27FC236}">
                  <a16:creationId xmlns:a16="http://schemas.microsoft.com/office/drawing/2014/main" id="{CF9937AF-D7D1-4B76-8B0F-92928820F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4975225"/>
              <a:ext cx="165100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76" name="Rectangle 36">
              <a:extLst>
                <a:ext uri="{FF2B5EF4-FFF2-40B4-BE49-F238E27FC236}">
                  <a16:creationId xmlns:a16="http://schemas.microsoft.com/office/drawing/2014/main" id="{E3F9D069-507F-4B46-A412-715AE2583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713" y="3355975"/>
              <a:ext cx="18573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77" name="Rectangle 37">
              <a:extLst>
                <a:ext uri="{FF2B5EF4-FFF2-40B4-BE49-F238E27FC236}">
                  <a16:creationId xmlns:a16="http://schemas.microsoft.com/office/drawing/2014/main" id="{10039746-6D22-41A7-BF91-D24F9BFFE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363" y="34432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78" name="Rectangle 38">
              <a:extLst>
                <a:ext uri="{FF2B5EF4-FFF2-40B4-BE49-F238E27FC236}">
                  <a16:creationId xmlns:a16="http://schemas.microsoft.com/office/drawing/2014/main" id="{B57B60E1-66BA-41B8-B216-3C76CD289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713" y="1209675"/>
              <a:ext cx="18573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79" name="Rectangle 39">
              <a:extLst>
                <a:ext uri="{FF2B5EF4-FFF2-40B4-BE49-F238E27FC236}">
                  <a16:creationId xmlns:a16="http://schemas.microsoft.com/office/drawing/2014/main" id="{5494A3A1-7727-498B-A4CC-243A0F209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363" y="12969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0" name="Rectangle 40">
              <a:extLst>
                <a:ext uri="{FF2B5EF4-FFF2-40B4-BE49-F238E27FC236}">
                  <a16:creationId xmlns:a16="http://schemas.microsoft.com/office/drawing/2014/main" id="{C258DEBC-228F-4F19-B76E-7779B3173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1211262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1" name="Rectangle 41">
              <a:extLst>
                <a:ext uri="{FF2B5EF4-FFF2-40B4-BE49-F238E27FC236}">
                  <a16:creationId xmlns:a16="http://schemas.microsoft.com/office/drawing/2014/main" id="{EDB0F81F-E514-4DE3-B5AC-B678785E9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1298575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2" name="Rectangle 42">
              <a:extLst>
                <a:ext uri="{FF2B5EF4-FFF2-40B4-BE49-F238E27FC236}">
                  <a16:creationId xmlns:a16="http://schemas.microsoft.com/office/drawing/2014/main" id="{86BBC3C1-B686-4D6E-ADA1-EDA265500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1458912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3" name="Rectangle 43">
              <a:extLst>
                <a:ext uri="{FF2B5EF4-FFF2-40B4-BE49-F238E27FC236}">
                  <a16:creationId xmlns:a16="http://schemas.microsoft.com/office/drawing/2014/main" id="{7891E1CA-E0F6-4D2C-B0CA-5C870B765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1546225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4" name="Rectangle 44">
              <a:extLst>
                <a:ext uri="{FF2B5EF4-FFF2-40B4-BE49-F238E27FC236}">
                  <a16:creationId xmlns:a16="http://schemas.microsoft.com/office/drawing/2014/main" id="{63A06379-A6FB-4366-85B2-13175D398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1708150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5" name="Rectangle 45">
              <a:extLst>
                <a:ext uri="{FF2B5EF4-FFF2-40B4-BE49-F238E27FC236}">
                  <a16:creationId xmlns:a16="http://schemas.microsoft.com/office/drawing/2014/main" id="{1E05D8C9-367B-4970-B068-07D49CC14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1795462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6" name="Rectangle 46">
              <a:extLst>
                <a:ext uri="{FF2B5EF4-FFF2-40B4-BE49-F238E27FC236}">
                  <a16:creationId xmlns:a16="http://schemas.microsoft.com/office/drawing/2014/main" id="{58301185-F4ED-4D95-BD6A-632160669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1957387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7" name="Rectangle 47">
              <a:extLst>
                <a:ext uri="{FF2B5EF4-FFF2-40B4-BE49-F238E27FC236}">
                  <a16:creationId xmlns:a16="http://schemas.microsoft.com/office/drawing/2014/main" id="{D3358FE0-55E1-48D2-97A2-8F9C5AA42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044700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688" name="Rectangle 48">
              <a:extLst>
                <a:ext uri="{FF2B5EF4-FFF2-40B4-BE49-F238E27FC236}">
                  <a16:creationId xmlns:a16="http://schemas.microsoft.com/office/drawing/2014/main" id="{56CCD5F0-696B-4D1F-AEBC-4C2A72E6D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1228725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89" name="Rectangle 49">
              <a:extLst>
                <a:ext uri="{FF2B5EF4-FFF2-40B4-BE49-F238E27FC236}">
                  <a16:creationId xmlns:a16="http://schemas.microsoft.com/office/drawing/2014/main" id="{945A9086-E8B6-42DF-AC54-01946085F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888" y="1143000"/>
              <a:ext cx="876300" cy="116205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690" name="Line 50">
              <a:extLst>
                <a:ext uri="{FF2B5EF4-FFF2-40B4-BE49-F238E27FC236}">
                  <a16:creationId xmlns:a16="http://schemas.microsoft.com/office/drawing/2014/main" id="{C28F9DD5-7E93-4256-ADE5-35BDD31411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225" y="1333500"/>
              <a:ext cx="27606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1" name="Rectangle 51">
              <a:extLst>
                <a:ext uri="{FF2B5EF4-FFF2-40B4-BE49-F238E27FC236}">
                  <a16:creationId xmlns:a16="http://schemas.microsoft.com/office/drawing/2014/main" id="{FC90370B-E588-4817-819A-4FA2E9F2F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1314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92" name="Freeform 52">
              <a:extLst>
                <a:ext uri="{FF2B5EF4-FFF2-40B4-BE49-F238E27FC236}">
                  <a16:creationId xmlns:a16="http://schemas.microsoft.com/office/drawing/2014/main" id="{0668499C-52DD-4D23-9085-3478A619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2076450"/>
              <a:ext cx="1370013" cy="1465262"/>
            </a:xfrm>
            <a:custGeom>
              <a:avLst/>
              <a:gdLst>
                <a:gd name="T0" fmla="*/ 0 w 1727"/>
                <a:gd name="T1" fmla="*/ 2147483646 h 1847"/>
                <a:gd name="T2" fmla="*/ 2147483646 w 1727"/>
                <a:gd name="T3" fmla="*/ 2147483646 h 1847"/>
                <a:gd name="T4" fmla="*/ 2147483646 w 1727"/>
                <a:gd name="T5" fmla="*/ 0 h 1847"/>
                <a:gd name="T6" fmla="*/ 2147483646 w 1727"/>
                <a:gd name="T7" fmla="*/ 0 h 18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27"/>
                <a:gd name="T13" fmla="*/ 0 h 1847"/>
                <a:gd name="T14" fmla="*/ 1727 w 1727"/>
                <a:gd name="T15" fmla="*/ 1847 h 18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27" h="1847">
                  <a:moveTo>
                    <a:pt x="0" y="1847"/>
                  </a:moveTo>
                  <a:lnTo>
                    <a:pt x="359" y="1847"/>
                  </a:lnTo>
                  <a:lnTo>
                    <a:pt x="359" y="0"/>
                  </a:lnTo>
                  <a:lnTo>
                    <a:pt x="172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3" name="Line 53">
              <a:extLst>
                <a:ext uri="{FF2B5EF4-FFF2-40B4-BE49-F238E27FC236}">
                  <a16:creationId xmlns:a16="http://schemas.microsoft.com/office/drawing/2014/main" id="{FB35F9C5-0A51-45F7-9DEF-C76F3A952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1333500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4" name="Line 54">
              <a:extLst>
                <a:ext uri="{FF2B5EF4-FFF2-40B4-BE49-F238E27FC236}">
                  <a16:creationId xmlns:a16="http://schemas.microsoft.com/office/drawing/2014/main" id="{5FE975D3-F3EE-4C43-ADAC-9048985EE8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2076450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5" name="Rectangle 55">
              <a:extLst>
                <a:ext uri="{FF2B5EF4-FFF2-40B4-BE49-F238E27FC236}">
                  <a16:creationId xmlns:a16="http://schemas.microsoft.com/office/drawing/2014/main" id="{6CA1B085-DD24-47FA-A3F6-005DAF8F5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20097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96" name="Rectangle 56">
              <a:extLst>
                <a:ext uri="{FF2B5EF4-FFF2-40B4-BE49-F238E27FC236}">
                  <a16:creationId xmlns:a16="http://schemas.microsoft.com/office/drawing/2014/main" id="{A19ECB96-A3A3-43BF-8DB1-D8E84DD41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12287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97" name="Rectangle 57">
              <a:extLst>
                <a:ext uri="{FF2B5EF4-FFF2-40B4-BE49-F238E27FC236}">
                  <a16:creationId xmlns:a16="http://schemas.microsoft.com/office/drawing/2014/main" id="{E5F396E0-D26D-4BE8-8683-07DDD1F0E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1314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98" name="Rectangle 58">
              <a:extLst>
                <a:ext uri="{FF2B5EF4-FFF2-40B4-BE49-F238E27FC236}">
                  <a16:creationId xmlns:a16="http://schemas.microsoft.com/office/drawing/2014/main" id="{D7AADED7-CC65-4269-A69B-15E8933A0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147320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699" name="Line 59">
              <a:extLst>
                <a:ext uri="{FF2B5EF4-FFF2-40B4-BE49-F238E27FC236}">
                  <a16:creationId xmlns:a16="http://schemas.microsoft.com/office/drawing/2014/main" id="{5A9B422A-BDE7-4E13-8AF5-A423EC406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225" y="1581150"/>
              <a:ext cx="27606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0" name="Rectangle 60">
              <a:extLst>
                <a:ext uri="{FF2B5EF4-FFF2-40B4-BE49-F238E27FC236}">
                  <a16:creationId xmlns:a16="http://schemas.microsoft.com/office/drawing/2014/main" id="{D67764E8-B2E6-4A33-A6F3-97F694075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156051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1" name="Rectangle 61">
              <a:extLst>
                <a:ext uri="{FF2B5EF4-FFF2-40B4-BE49-F238E27FC236}">
                  <a16:creationId xmlns:a16="http://schemas.microsoft.com/office/drawing/2014/main" id="{1525FD90-959E-46D5-9785-5EEEBFA77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147320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2" name="Rectangle 62">
              <a:extLst>
                <a:ext uri="{FF2B5EF4-FFF2-40B4-BE49-F238E27FC236}">
                  <a16:creationId xmlns:a16="http://schemas.microsoft.com/office/drawing/2014/main" id="{761134C3-0298-4844-AAAC-C5C20B02D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156051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3" name="Rectangle 63">
              <a:extLst>
                <a:ext uri="{FF2B5EF4-FFF2-40B4-BE49-F238E27FC236}">
                  <a16:creationId xmlns:a16="http://schemas.microsoft.com/office/drawing/2014/main" id="{12430884-9EFD-4CD3-BEAA-3C880DDFA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171767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4" name="Rectangle 64">
              <a:extLst>
                <a:ext uri="{FF2B5EF4-FFF2-40B4-BE49-F238E27FC236}">
                  <a16:creationId xmlns:a16="http://schemas.microsoft.com/office/drawing/2014/main" id="{817F2F97-0C66-4021-82D3-5DADFDA9C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180498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5" name="Rectangle 65">
              <a:extLst>
                <a:ext uri="{FF2B5EF4-FFF2-40B4-BE49-F238E27FC236}">
                  <a16:creationId xmlns:a16="http://schemas.microsoft.com/office/drawing/2014/main" id="{450A741E-FBB3-4C4F-9B8D-1B7E15291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196373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6" name="Line 66">
              <a:extLst>
                <a:ext uri="{FF2B5EF4-FFF2-40B4-BE49-F238E27FC236}">
                  <a16:creationId xmlns:a16="http://schemas.microsoft.com/office/drawing/2014/main" id="{5C22F6EE-36DB-4901-B359-0ACEEB2CD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1847850"/>
              <a:ext cx="5524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7" name="Line 67">
              <a:extLst>
                <a:ext uri="{FF2B5EF4-FFF2-40B4-BE49-F238E27FC236}">
                  <a16:creationId xmlns:a16="http://schemas.microsoft.com/office/drawing/2014/main" id="{4B4E8AF8-4701-45A1-9130-5FC03D539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1600200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8" name="Rectangle 68">
              <a:extLst>
                <a:ext uri="{FF2B5EF4-FFF2-40B4-BE49-F238E27FC236}">
                  <a16:creationId xmlns:a16="http://schemas.microsoft.com/office/drawing/2014/main" id="{294F756D-A564-44A9-AA8E-2B0EBFF1F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204946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09" name="Rectangle 69">
              <a:extLst>
                <a:ext uri="{FF2B5EF4-FFF2-40B4-BE49-F238E27FC236}">
                  <a16:creationId xmlns:a16="http://schemas.microsoft.com/office/drawing/2014/main" id="{1BCA4CC7-4186-4C7E-AE20-1062C4003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2687637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10" name="Rectangle 70">
              <a:extLst>
                <a:ext uri="{FF2B5EF4-FFF2-40B4-BE49-F238E27FC236}">
                  <a16:creationId xmlns:a16="http://schemas.microsoft.com/office/drawing/2014/main" id="{03282441-A126-40BB-92BB-D17FF6660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888" y="2609850"/>
              <a:ext cx="876300" cy="11604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711" name="Line 71">
              <a:extLst>
                <a:ext uri="{FF2B5EF4-FFF2-40B4-BE49-F238E27FC236}">
                  <a16:creationId xmlns:a16="http://schemas.microsoft.com/office/drawing/2014/main" id="{196E4111-A956-4EF6-9B3F-55D736BA74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5188" y="2819400"/>
              <a:ext cx="2667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2" name="Rectangle 72">
              <a:extLst>
                <a:ext uri="{FF2B5EF4-FFF2-40B4-BE49-F238E27FC236}">
                  <a16:creationId xmlns:a16="http://schemas.microsoft.com/office/drawing/2014/main" id="{324A6DC2-7D94-4A39-8F7D-E30DF6272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27749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13" name="Freeform 73">
              <a:extLst>
                <a:ext uri="{FF2B5EF4-FFF2-40B4-BE49-F238E27FC236}">
                  <a16:creationId xmlns:a16="http://schemas.microsoft.com/office/drawing/2014/main" id="{3BC64170-9120-4322-AE4E-31F97F130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560762"/>
              <a:ext cx="1370013" cy="228600"/>
            </a:xfrm>
            <a:custGeom>
              <a:avLst/>
              <a:gdLst>
                <a:gd name="T0" fmla="*/ 0 w 1727"/>
                <a:gd name="T1" fmla="*/ 2147483646 h 288"/>
                <a:gd name="T2" fmla="*/ 2147483646 w 1727"/>
                <a:gd name="T3" fmla="*/ 2147483646 h 288"/>
                <a:gd name="T4" fmla="*/ 2147483646 w 1727"/>
                <a:gd name="T5" fmla="*/ 0 h 288"/>
                <a:gd name="T6" fmla="*/ 2147483646 w 1727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27"/>
                <a:gd name="T13" fmla="*/ 0 h 288"/>
                <a:gd name="T14" fmla="*/ 1727 w 1727"/>
                <a:gd name="T15" fmla="*/ 288 h 2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27" h="288">
                  <a:moveTo>
                    <a:pt x="0" y="288"/>
                  </a:moveTo>
                  <a:lnTo>
                    <a:pt x="647" y="288"/>
                  </a:lnTo>
                  <a:lnTo>
                    <a:pt x="647" y="0"/>
                  </a:lnTo>
                  <a:lnTo>
                    <a:pt x="172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4" name="Line 74">
              <a:extLst>
                <a:ext uri="{FF2B5EF4-FFF2-40B4-BE49-F238E27FC236}">
                  <a16:creationId xmlns:a16="http://schemas.microsoft.com/office/drawing/2014/main" id="{DD202B6C-FFF4-42CA-907E-1BA35FD37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2819400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5" name="Line 75">
              <a:extLst>
                <a:ext uri="{FF2B5EF4-FFF2-40B4-BE49-F238E27FC236}">
                  <a16:creationId xmlns:a16="http://schemas.microsoft.com/office/drawing/2014/main" id="{DEE1A581-00C5-401F-8737-B8363025E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3560762"/>
              <a:ext cx="552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6" name="Rectangle 76">
              <a:extLst>
                <a:ext uri="{FF2B5EF4-FFF2-40B4-BE49-F238E27FC236}">
                  <a16:creationId xmlns:a16="http://schemas.microsoft.com/office/drawing/2014/main" id="{03244249-5B89-4E0D-A387-10118EFBF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34702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17" name="Rectangle 77">
              <a:extLst>
                <a:ext uri="{FF2B5EF4-FFF2-40B4-BE49-F238E27FC236}">
                  <a16:creationId xmlns:a16="http://schemas.microsoft.com/office/drawing/2014/main" id="{3DA0A7DA-EDA3-4EC9-B121-B15701D2B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268763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18" name="Rectangle 78">
              <a:extLst>
                <a:ext uri="{FF2B5EF4-FFF2-40B4-BE49-F238E27FC236}">
                  <a16:creationId xmlns:a16="http://schemas.microsoft.com/office/drawing/2014/main" id="{40611ECF-6D92-4027-A4D9-3BB81CE0A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27749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19" name="Rectangle 79">
              <a:extLst>
                <a:ext uri="{FF2B5EF4-FFF2-40B4-BE49-F238E27FC236}">
                  <a16:creationId xmlns:a16="http://schemas.microsoft.com/office/drawing/2014/main" id="{D4E498CC-6EFD-457B-8C03-458944712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293370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0" name="Line 80">
              <a:extLst>
                <a:ext uri="{FF2B5EF4-FFF2-40B4-BE49-F238E27FC236}">
                  <a16:creationId xmlns:a16="http://schemas.microsoft.com/office/drawing/2014/main" id="{6BDB6688-CC17-47CC-949B-4FFD783CB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538" y="3048000"/>
              <a:ext cx="5143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1" name="Rectangle 81">
              <a:extLst>
                <a:ext uri="{FF2B5EF4-FFF2-40B4-BE49-F238E27FC236}">
                  <a16:creationId xmlns:a16="http://schemas.microsoft.com/office/drawing/2014/main" id="{409ED81B-F644-4ACB-9195-4CDD3E145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302101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2" name="Rectangle 82">
              <a:extLst>
                <a:ext uri="{FF2B5EF4-FFF2-40B4-BE49-F238E27FC236}">
                  <a16:creationId xmlns:a16="http://schemas.microsoft.com/office/drawing/2014/main" id="{88215970-4B32-4029-8584-609A0B982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293370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3" name="Rectangle 83">
              <a:extLst>
                <a:ext uri="{FF2B5EF4-FFF2-40B4-BE49-F238E27FC236}">
                  <a16:creationId xmlns:a16="http://schemas.microsoft.com/office/drawing/2014/main" id="{AC690138-88D3-48BE-AB4D-95DB79A22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302101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4" name="Rectangle 84">
              <a:extLst>
                <a:ext uri="{FF2B5EF4-FFF2-40B4-BE49-F238E27FC236}">
                  <a16:creationId xmlns:a16="http://schemas.microsoft.com/office/drawing/2014/main" id="{3C989E19-1162-451B-AFD8-079C1FD32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317817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5" name="Rectangle 85">
              <a:extLst>
                <a:ext uri="{FF2B5EF4-FFF2-40B4-BE49-F238E27FC236}">
                  <a16:creationId xmlns:a16="http://schemas.microsoft.com/office/drawing/2014/main" id="{A3F8CB0C-A1B4-4CCC-A854-4BDC7D60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326548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6" name="Rectangle 86">
              <a:extLst>
                <a:ext uri="{FF2B5EF4-FFF2-40B4-BE49-F238E27FC236}">
                  <a16:creationId xmlns:a16="http://schemas.microsoft.com/office/drawing/2014/main" id="{F4F2D764-54A0-4C00-B311-3AAB30344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342423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27" name="Line 87">
              <a:extLst>
                <a:ext uri="{FF2B5EF4-FFF2-40B4-BE49-F238E27FC236}">
                  <a16:creationId xmlns:a16="http://schemas.microsoft.com/office/drawing/2014/main" id="{52665841-165E-4BDA-BA62-D53C0CE49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3313112"/>
              <a:ext cx="552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8" name="Freeform 88">
              <a:extLst>
                <a:ext uri="{FF2B5EF4-FFF2-40B4-BE49-F238E27FC236}">
                  <a16:creationId xmlns:a16="http://schemas.microsoft.com/office/drawing/2014/main" id="{4B793771-523A-42F5-AFEC-C1BC45B1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1352550"/>
              <a:ext cx="266700" cy="4378325"/>
            </a:xfrm>
            <a:custGeom>
              <a:avLst/>
              <a:gdLst>
                <a:gd name="T0" fmla="*/ 2147483646 w 336"/>
                <a:gd name="T1" fmla="*/ 2147483646 h 5516"/>
                <a:gd name="T2" fmla="*/ 0 w 336"/>
                <a:gd name="T3" fmla="*/ 2147483646 h 5516"/>
                <a:gd name="T4" fmla="*/ 0 w 336"/>
                <a:gd name="T5" fmla="*/ 0 h 5516"/>
                <a:gd name="T6" fmla="*/ 0 60000 65536"/>
                <a:gd name="T7" fmla="*/ 0 60000 65536"/>
                <a:gd name="T8" fmla="*/ 0 60000 65536"/>
                <a:gd name="T9" fmla="*/ 0 w 336"/>
                <a:gd name="T10" fmla="*/ 0 h 5516"/>
                <a:gd name="T11" fmla="*/ 336 w 336"/>
                <a:gd name="T12" fmla="*/ 5516 h 55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5516">
                  <a:moveTo>
                    <a:pt x="336" y="5516"/>
                  </a:moveTo>
                  <a:lnTo>
                    <a:pt x="0" y="551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9" name="Freeform 89">
              <a:extLst>
                <a:ext uri="{FF2B5EF4-FFF2-40B4-BE49-F238E27FC236}">
                  <a16:creationId xmlns:a16="http://schemas.microsoft.com/office/drawing/2014/main" id="{8D72981A-074E-47E0-B80A-98BE3E4A8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581150"/>
              <a:ext cx="514350" cy="4397375"/>
            </a:xfrm>
            <a:custGeom>
              <a:avLst/>
              <a:gdLst>
                <a:gd name="T0" fmla="*/ 2147483646 w 648"/>
                <a:gd name="T1" fmla="*/ 2147483646 h 5541"/>
                <a:gd name="T2" fmla="*/ 0 w 648"/>
                <a:gd name="T3" fmla="*/ 2147483646 h 5541"/>
                <a:gd name="T4" fmla="*/ 0 w 648"/>
                <a:gd name="T5" fmla="*/ 0 h 5541"/>
                <a:gd name="T6" fmla="*/ 0 60000 65536"/>
                <a:gd name="T7" fmla="*/ 0 60000 65536"/>
                <a:gd name="T8" fmla="*/ 0 60000 65536"/>
                <a:gd name="T9" fmla="*/ 0 w 648"/>
                <a:gd name="T10" fmla="*/ 0 h 5541"/>
                <a:gd name="T11" fmla="*/ 648 w 648"/>
                <a:gd name="T12" fmla="*/ 5541 h 55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48" h="5541">
                  <a:moveTo>
                    <a:pt x="648" y="5541"/>
                  </a:moveTo>
                  <a:lnTo>
                    <a:pt x="0" y="5541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0" name="Rectangle 90">
              <a:extLst>
                <a:ext uri="{FF2B5EF4-FFF2-40B4-BE49-F238E27FC236}">
                  <a16:creationId xmlns:a16="http://schemas.microsoft.com/office/drawing/2014/main" id="{8171FBEE-0E65-4CC5-B9F8-36FFBE346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35115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31" name="Rectangle 91">
              <a:extLst>
                <a:ext uri="{FF2B5EF4-FFF2-40B4-BE49-F238E27FC236}">
                  <a16:creationId xmlns:a16="http://schemas.microsoft.com/office/drawing/2014/main" id="{2B500A40-D8AF-4D9F-8F34-2A654C546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26828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2" name="Rectangle 92">
              <a:extLst>
                <a:ext uri="{FF2B5EF4-FFF2-40B4-BE49-F238E27FC236}">
                  <a16:creationId xmlns:a16="http://schemas.microsoft.com/office/drawing/2014/main" id="{EAF19C08-8982-4E6F-BAC9-F5E0681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2770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4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3" name="Rectangle 93">
              <a:extLst>
                <a:ext uri="{FF2B5EF4-FFF2-40B4-BE49-F238E27FC236}">
                  <a16:creationId xmlns:a16="http://schemas.microsoft.com/office/drawing/2014/main" id="{0997B9E7-4A0E-4AFB-A617-9EA98413F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2933700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4" name="Rectangle 94">
              <a:extLst>
                <a:ext uri="{FF2B5EF4-FFF2-40B4-BE49-F238E27FC236}">
                  <a16:creationId xmlns:a16="http://schemas.microsoft.com/office/drawing/2014/main" id="{F9EA451C-7D60-481D-96CE-245F22CB9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3019425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5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5" name="Rectangle 95">
              <a:extLst>
                <a:ext uri="{FF2B5EF4-FFF2-40B4-BE49-F238E27FC236}">
                  <a16:creationId xmlns:a16="http://schemas.microsoft.com/office/drawing/2014/main" id="{4C72DC7A-9BC2-455A-AFEA-FED609A5A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3181350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6" name="Rectangle 96">
              <a:extLst>
                <a:ext uri="{FF2B5EF4-FFF2-40B4-BE49-F238E27FC236}">
                  <a16:creationId xmlns:a16="http://schemas.microsoft.com/office/drawing/2014/main" id="{3D5ED319-9E84-4200-BD54-970488214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3268662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6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7" name="Rectangle 97">
              <a:extLst>
                <a:ext uri="{FF2B5EF4-FFF2-40B4-BE49-F238E27FC236}">
                  <a16:creationId xmlns:a16="http://schemas.microsoft.com/office/drawing/2014/main" id="{E60F0B70-791E-4B81-AD3F-F9571CCFF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3430587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38" name="Line 98">
              <a:extLst>
                <a:ext uri="{FF2B5EF4-FFF2-40B4-BE49-F238E27FC236}">
                  <a16:creationId xmlns:a16="http://schemas.microsoft.com/office/drawing/2014/main" id="{05003656-DB68-47B9-B049-473527556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3067050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9" name="Rectangle 99">
              <a:extLst>
                <a:ext uri="{FF2B5EF4-FFF2-40B4-BE49-F238E27FC236}">
                  <a16:creationId xmlns:a16="http://schemas.microsoft.com/office/drawing/2014/main" id="{C9AF31C8-3130-4599-8252-C3913AC86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3517900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7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40" name="Rectangle 100">
              <a:extLst>
                <a:ext uri="{FF2B5EF4-FFF2-40B4-BE49-F238E27FC236}">
                  <a16:creationId xmlns:a16="http://schemas.microsoft.com/office/drawing/2014/main" id="{64B099BE-3673-4C5A-9E5F-DC458D16E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713" y="1457325"/>
              <a:ext cx="18573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41" name="Freeform 101">
              <a:extLst>
                <a:ext uri="{FF2B5EF4-FFF2-40B4-BE49-F238E27FC236}">
                  <a16:creationId xmlns:a16="http://schemas.microsoft.com/office/drawing/2014/main" id="{97EE0C22-4BB0-4B15-9CA1-AD3CE237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131445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9" y="4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4"/>
                  </a:lnTo>
                  <a:lnTo>
                    <a:pt x="2" y="36"/>
                  </a:lnTo>
                  <a:lnTo>
                    <a:pt x="3" y="37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2"/>
                  </a:lnTo>
                  <a:lnTo>
                    <a:pt x="8" y="43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3" y="46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6"/>
                  </a:lnTo>
                  <a:lnTo>
                    <a:pt x="33" y="46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7" y="44"/>
                  </a:lnTo>
                  <a:lnTo>
                    <a:pt x="38" y="44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0"/>
                  </a:lnTo>
                  <a:lnTo>
                    <a:pt x="42" y="39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5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7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7" y="20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5" y="16"/>
                  </a:lnTo>
                  <a:lnTo>
                    <a:pt x="45" y="15"/>
                  </a:lnTo>
                  <a:lnTo>
                    <a:pt x="45" y="14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1" y="7"/>
                  </a:lnTo>
                  <a:lnTo>
                    <a:pt x="39" y="7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42" name="Freeform 102">
              <a:extLst>
                <a:ext uri="{FF2B5EF4-FFF2-40B4-BE49-F238E27FC236}">
                  <a16:creationId xmlns:a16="http://schemas.microsoft.com/office/drawing/2014/main" id="{DA381F40-68E9-4A1A-B51F-38D1234E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025" y="1322387"/>
              <a:ext cx="46038" cy="46038"/>
            </a:xfrm>
            <a:custGeom>
              <a:avLst/>
              <a:gdLst>
                <a:gd name="T0" fmla="*/ 2147483646 w 59"/>
                <a:gd name="T1" fmla="*/ 0 h 59"/>
                <a:gd name="T2" fmla="*/ 2147483646 w 59"/>
                <a:gd name="T3" fmla="*/ 2147483646 h 59"/>
                <a:gd name="T4" fmla="*/ 2147483646 w 59"/>
                <a:gd name="T5" fmla="*/ 2147483646 h 59"/>
                <a:gd name="T6" fmla="*/ 2147483646 w 59"/>
                <a:gd name="T7" fmla="*/ 2147483646 h 59"/>
                <a:gd name="T8" fmla="*/ 2147483646 w 59"/>
                <a:gd name="T9" fmla="*/ 2147483646 h 59"/>
                <a:gd name="T10" fmla="*/ 2147483646 w 59"/>
                <a:gd name="T11" fmla="*/ 2147483646 h 59"/>
                <a:gd name="T12" fmla="*/ 2147483646 w 59"/>
                <a:gd name="T13" fmla="*/ 2147483646 h 59"/>
                <a:gd name="T14" fmla="*/ 2147483646 w 59"/>
                <a:gd name="T15" fmla="*/ 2147483646 h 59"/>
                <a:gd name="T16" fmla="*/ 2147483646 w 59"/>
                <a:gd name="T17" fmla="*/ 2147483646 h 59"/>
                <a:gd name="T18" fmla="*/ 2147483646 w 59"/>
                <a:gd name="T19" fmla="*/ 2147483646 h 59"/>
                <a:gd name="T20" fmla="*/ 0 w 59"/>
                <a:gd name="T21" fmla="*/ 2147483646 h 59"/>
                <a:gd name="T22" fmla="*/ 2147483646 w 59"/>
                <a:gd name="T23" fmla="*/ 2147483646 h 59"/>
                <a:gd name="T24" fmla="*/ 2147483646 w 59"/>
                <a:gd name="T25" fmla="*/ 2147483646 h 59"/>
                <a:gd name="T26" fmla="*/ 2147483646 w 59"/>
                <a:gd name="T27" fmla="*/ 2147483646 h 59"/>
                <a:gd name="T28" fmla="*/ 2147483646 w 59"/>
                <a:gd name="T29" fmla="*/ 2147483646 h 59"/>
                <a:gd name="T30" fmla="*/ 2147483646 w 59"/>
                <a:gd name="T31" fmla="*/ 2147483646 h 59"/>
                <a:gd name="T32" fmla="*/ 2147483646 w 59"/>
                <a:gd name="T33" fmla="*/ 2147483646 h 59"/>
                <a:gd name="T34" fmla="*/ 2147483646 w 59"/>
                <a:gd name="T35" fmla="*/ 2147483646 h 59"/>
                <a:gd name="T36" fmla="*/ 2147483646 w 59"/>
                <a:gd name="T37" fmla="*/ 2147483646 h 59"/>
                <a:gd name="T38" fmla="*/ 2147483646 w 59"/>
                <a:gd name="T39" fmla="*/ 2147483646 h 59"/>
                <a:gd name="T40" fmla="*/ 2147483646 w 59"/>
                <a:gd name="T41" fmla="*/ 2147483646 h 59"/>
                <a:gd name="T42" fmla="*/ 2147483646 w 59"/>
                <a:gd name="T43" fmla="*/ 2147483646 h 59"/>
                <a:gd name="T44" fmla="*/ 2147483646 w 59"/>
                <a:gd name="T45" fmla="*/ 2147483646 h 59"/>
                <a:gd name="T46" fmla="*/ 2147483646 w 59"/>
                <a:gd name="T47" fmla="*/ 2147483646 h 59"/>
                <a:gd name="T48" fmla="*/ 2147483646 w 59"/>
                <a:gd name="T49" fmla="*/ 2147483646 h 59"/>
                <a:gd name="T50" fmla="*/ 2147483646 w 59"/>
                <a:gd name="T51" fmla="*/ 2147483646 h 59"/>
                <a:gd name="T52" fmla="*/ 2147483646 w 59"/>
                <a:gd name="T53" fmla="*/ 2147483646 h 59"/>
                <a:gd name="T54" fmla="*/ 2147483646 w 59"/>
                <a:gd name="T55" fmla="*/ 2147483646 h 59"/>
                <a:gd name="T56" fmla="*/ 2147483646 w 59"/>
                <a:gd name="T57" fmla="*/ 2147483646 h 59"/>
                <a:gd name="T58" fmla="*/ 2147483646 w 59"/>
                <a:gd name="T59" fmla="*/ 2147483646 h 59"/>
                <a:gd name="T60" fmla="*/ 2147483646 w 59"/>
                <a:gd name="T61" fmla="*/ 2147483646 h 59"/>
                <a:gd name="T62" fmla="*/ 2147483646 w 59"/>
                <a:gd name="T63" fmla="*/ 2147483646 h 59"/>
                <a:gd name="T64" fmla="*/ 2147483646 w 59"/>
                <a:gd name="T65" fmla="*/ 2147483646 h 59"/>
                <a:gd name="T66" fmla="*/ 2147483646 w 59"/>
                <a:gd name="T67" fmla="*/ 2147483646 h 59"/>
                <a:gd name="T68" fmla="*/ 2147483646 w 59"/>
                <a:gd name="T69" fmla="*/ 2147483646 h 59"/>
                <a:gd name="T70" fmla="*/ 2147483646 w 59"/>
                <a:gd name="T71" fmla="*/ 2147483646 h 59"/>
                <a:gd name="T72" fmla="*/ 2147483646 w 59"/>
                <a:gd name="T73" fmla="*/ 2147483646 h 59"/>
                <a:gd name="T74" fmla="*/ 2147483646 w 59"/>
                <a:gd name="T75" fmla="*/ 2147483646 h 59"/>
                <a:gd name="T76" fmla="*/ 2147483646 w 59"/>
                <a:gd name="T77" fmla="*/ 2147483646 h 59"/>
                <a:gd name="T78" fmla="*/ 2147483646 w 59"/>
                <a:gd name="T79" fmla="*/ 2147483646 h 59"/>
                <a:gd name="T80" fmla="*/ 2147483646 w 59"/>
                <a:gd name="T81" fmla="*/ 2147483646 h 59"/>
                <a:gd name="T82" fmla="*/ 2147483646 w 59"/>
                <a:gd name="T83" fmla="*/ 2147483646 h 59"/>
                <a:gd name="T84" fmla="*/ 2147483646 w 59"/>
                <a:gd name="T85" fmla="*/ 2147483646 h 59"/>
                <a:gd name="T86" fmla="*/ 2147483646 w 59"/>
                <a:gd name="T87" fmla="*/ 0 h 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9"/>
                <a:gd name="T134" fmla="*/ 59 w 59"/>
                <a:gd name="T135" fmla="*/ 59 h 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9">
                  <a:moveTo>
                    <a:pt x="30" y="0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9"/>
                  </a:lnTo>
                  <a:lnTo>
                    <a:pt x="9" y="10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3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5" y="45"/>
                  </a:lnTo>
                  <a:lnTo>
                    <a:pt x="6" y="46"/>
                  </a:lnTo>
                  <a:lnTo>
                    <a:pt x="6" y="47"/>
                  </a:lnTo>
                  <a:lnTo>
                    <a:pt x="7" y="48"/>
                  </a:lnTo>
                  <a:lnTo>
                    <a:pt x="9" y="49"/>
                  </a:lnTo>
                  <a:lnTo>
                    <a:pt x="10" y="51"/>
                  </a:lnTo>
                  <a:lnTo>
                    <a:pt x="10" y="52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3" y="54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7"/>
                  </a:lnTo>
                  <a:lnTo>
                    <a:pt x="18" y="57"/>
                  </a:lnTo>
                  <a:lnTo>
                    <a:pt x="19" y="58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7" y="59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1" y="59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6" y="59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40" y="58"/>
                  </a:lnTo>
                  <a:lnTo>
                    <a:pt x="41" y="57"/>
                  </a:lnTo>
                  <a:lnTo>
                    <a:pt x="42" y="57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9" y="52"/>
                  </a:lnTo>
                  <a:lnTo>
                    <a:pt x="51" y="51"/>
                  </a:lnTo>
                  <a:lnTo>
                    <a:pt x="52" y="49"/>
                  </a:lnTo>
                  <a:lnTo>
                    <a:pt x="53" y="48"/>
                  </a:lnTo>
                  <a:lnTo>
                    <a:pt x="53" y="47"/>
                  </a:lnTo>
                  <a:lnTo>
                    <a:pt x="54" y="46"/>
                  </a:lnTo>
                  <a:lnTo>
                    <a:pt x="55" y="45"/>
                  </a:lnTo>
                  <a:lnTo>
                    <a:pt x="55" y="43"/>
                  </a:lnTo>
                  <a:lnTo>
                    <a:pt x="57" y="42"/>
                  </a:lnTo>
                  <a:lnTo>
                    <a:pt x="57" y="41"/>
                  </a:lnTo>
                  <a:lnTo>
                    <a:pt x="58" y="40"/>
                  </a:lnTo>
                  <a:lnTo>
                    <a:pt x="58" y="39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59" y="33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9" y="23"/>
                  </a:lnTo>
                  <a:lnTo>
                    <a:pt x="58" y="21"/>
                  </a:lnTo>
                  <a:lnTo>
                    <a:pt x="58" y="19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5" y="16"/>
                  </a:lnTo>
                  <a:lnTo>
                    <a:pt x="55" y="15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2" y="10"/>
                  </a:lnTo>
                  <a:lnTo>
                    <a:pt x="51" y="9"/>
                  </a:lnTo>
                  <a:lnTo>
                    <a:pt x="49" y="9"/>
                  </a:lnTo>
                  <a:lnTo>
                    <a:pt x="48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2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3" name="Freeform 103">
              <a:extLst>
                <a:ext uri="{FF2B5EF4-FFF2-40B4-BE49-F238E27FC236}">
                  <a16:creationId xmlns:a16="http://schemas.microsoft.com/office/drawing/2014/main" id="{B13E9009-C81A-487B-AE5B-CE5F2FE04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488" y="156210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39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21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5" y="17"/>
                  </a:lnTo>
                  <a:lnTo>
                    <a:pt x="45" y="16"/>
                  </a:lnTo>
                  <a:lnTo>
                    <a:pt x="45" y="15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41" y="8"/>
                  </a:lnTo>
                  <a:lnTo>
                    <a:pt x="39" y="8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3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44" name="Freeform 104">
              <a:extLst>
                <a:ext uri="{FF2B5EF4-FFF2-40B4-BE49-F238E27FC236}">
                  <a16:creationId xmlns:a16="http://schemas.microsoft.com/office/drawing/2014/main" id="{A93CABEC-4EE6-4B1E-B927-30EE4E5F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375" y="1570037"/>
              <a:ext cx="46038" cy="46038"/>
            </a:xfrm>
            <a:custGeom>
              <a:avLst/>
              <a:gdLst>
                <a:gd name="T0" fmla="*/ 2147483646 w 59"/>
                <a:gd name="T1" fmla="*/ 0 h 59"/>
                <a:gd name="T2" fmla="*/ 2147483646 w 59"/>
                <a:gd name="T3" fmla="*/ 2147483646 h 59"/>
                <a:gd name="T4" fmla="*/ 2147483646 w 59"/>
                <a:gd name="T5" fmla="*/ 2147483646 h 59"/>
                <a:gd name="T6" fmla="*/ 2147483646 w 59"/>
                <a:gd name="T7" fmla="*/ 2147483646 h 59"/>
                <a:gd name="T8" fmla="*/ 2147483646 w 59"/>
                <a:gd name="T9" fmla="*/ 2147483646 h 59"/>
                <a:gd name="T10" fmla="*/ 2147483646 w 59"/>
                <a:gd name="T11" fmla="*/ 2147483646 h 59"/>
                <a:gd name="T12" fmla="*/ 2147483646 w 59"/>
                <a:gd name="T13" fmla="*/ 2147483646 h 59"/>
                <a:gd name="T14" fmla="*/ 2147483646 w 59"/>
                <a:gd name="T15" fmla="*/ 2147483646 h 59"/>
                <a:gd name="T16" fmla="*/ 2147483646 w 59"/>
                <a:gd name="T17" fmla="*/ 2147483646 h 59"/>
                <a:gd name="T18" fmla="*/ 2147483646 w 59"/>
                <a:gd name="T19" fmla="*/ 2147483646 h 59"/>
                <a:gd name="T20" fmla="*/ 0 w 59"/>
                <a:gd name="T21" fmla="*/ 2147483646 h 59"/>
                <a:gd name="T22" fmla="*/ 2147483646 w 59"/>
                <a:gd name="T23" fmla="*/ 2147483646 h 59"/>
                <a:gd name="T24" fmla="*/ 2147483646 w 59"/>
                <a:gd name="T25" fmla="*/ 2147483646 h 59"/>
                <a:gd name="T26" fmla="*/ 2147483646 w 59"/>
                <a:gd name="T27" fmla="*/ 2147483646 h 59"/>
                <a:gd name="T28" fmla="*/ 2147483646 w 59"/>
                <a:gd name="T29" fmla="*/ 2147483646 h 59"/>
                <a:gd name="T30" fmla="*/ 2147483646 w 59"/>
                <a:gd name="T31" fmla="*/ 2147483646 h 59"/>
                <a:gd name="T32" fmla="*/ 2147483646 w 59"/>
                <a:gd name="T33" fmla="*/ 2147483646 h 59"/>
                <a:gd name="T34" fmla="*/ 2147483646 w 59"/>
                <a:gd name="T35" fmla="*/ 2147483646 h 59"/>
                <a:gd name="T36" fmla="*/ 2147483646 w 59"/>
                <a:gd name="T37" fmla="*/ 2147483646 h 59"/>
                <a:gd name="T38" fmla="*/ 2147483646 w 59"/>
                <a:gd name="T39" fmla="*/ 2147483646 h 59"/>
                <a:gd name="T40" fmla="*/ 2147483646 w 59"/>
                <a:gd name="T41" fmla="*/ 2147483646 h 59"/>
                <a:gd name="T42" fmla="*/ 2147483646 w 59"/>
                <a:gd name="T43" fmla="*/ 2147483646 h 59"/>
                <a:gd name="T44" fmla="*/ 2147483646 w 59"/>
                <a:gd name="T45" fmla="*/ 2147483646 h 59"/>
                <a:gd name="T46" fmla="*/ 2147483646 w 59"/>
                <a:gd name="T47" fmla="*/ 2147483646 h 59"/>
                <a:gd name="T48" fmla="*/ 2147483646 w 59"/>
                <a:gd name="T49" fmla="*/ 2147483646 h 59"/>
                <a:gd name="T50" fmla="*/ 2147483646 w 59"/>
                <a:gd name="T51" fmla="*/ 2147483646 h 59"/>
                <a:gd name="T52" fmla="*/ 2147483646 w 59"/>
                <a:gd name="T53" fmla="*/ 2147483646 h 59"/>
                <a:gd name="T54" fmla="*/ 2147483646 w 59"/>
                <a:gd name="T55" fmla="*/ 2147483646 h 59"/>
                <a:gd name="T56" fmla="*/ 2147483646 w 59"/>
                <a:gd name="T57" fmla="*/ 2147483646 h 59"/>
                <a:gd name="T58" fmla="*/ 2147483646 w 59"/>
                <a:gd name="T59" fmla="*/ 2147483646 h 59"/>
                <a:gd name="T60" fmla="*/ 2147483646 w 59"/>
                <a:gd name="T61" fmla="*/ 2147483646 h 59"/>
                <a:gd name="T62" fmla="*/ 2147483646 w 59"/>
                <a:gd name="T63" fmla="*/ 2147483646 h 59"/>
                <a:gd name="T64" fmla="*/ 2147483646 w 59"/>
                <a:gd name="T65" fmla="*/ 2147483646 h 59"/>
                <a:gd name="T66" fmla="*/ 2147483646 w 59"/>
                <a:gd name="T67" fmla="*/ 2147483646 h 59"/>
                <a:gd name="T68" fmla="*/ 2147483646 w 59"/>
                <a:gd name="T69" fmla="*/ 2147483646 h 59"/>
                <a:gd name="T70" fmla="*/ 2147483646 w 59"/>
                <a:gd name="T71" fmla="*/ 2147483646 h 59"/>
                <a:gd name="T72" fmla="*/ 2147483646 w 59"/>
                <a:gd name="T73" fmla="*/ 2147483646 h 59"/>
                <a:gd name="T74" fmla="*/ 2147483646 w 59"/>
                <a:gd name="T75" fmla="*/ 2147483646 h 59"/>
                <a:gd name="T76" fmla="*/ 2147483646 w 59"/>
                <a:gd name="T77" fmla="*/ 2147483646 h 59"/>
                <a:gd name="T78" fmla="*/ 2147483646 w 59"/>
                <a:gd name="T79" fmla="*/ 2147483646 h 59"/>
                <a:gd name="T80" fmla="*/ 2147483646 w 59"/>
                <a:gd name="T81" fmla="*/ 2147483646 h 59"/>
                <a:gd name="T82" fmla="*/ 2147483646 w 59"/>
                <a:gd name="T83" fmla="*/ 2147483646 h 59"/>
                <a:gd name="T84" fmla="*/ 2147483646 w 59"/>
                <a:gd name="T85" fmla="*/ 2147483646 h 59"/>
                <a:gd name="T86" fmla="*/ 2147483646 w 59"/>
                <a:gd name="T87" fmla="*/ 0 h 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9"/>
                <a:gd name="T134" fmla="*/ 59 w 59"/>
                <a:gd name="T135" fmla="*/ 59 h 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9">
                  <a:moveTo>
                    <a:pt x="30" y="0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6" y="46"/>
                  </a:lnTo>
                  <a:lnTo>
                    <a:pt x="6" y="47"/>
                  </a:lnTo>
                  <a:lnTo>
                    <a:pt x="8" y="48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4" y="54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9"/>
                  </a:lnTo>
                  <a:lnTo>
                    <a:pt x="26" y="59"/>
                  </a:lnTo>
                  <a:lnTo>
                    <a:pt x="27" y="59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2" y="59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6" y="59"/>
                  </a:lnTo>
                  <a:lnTo>
                    <a:pt x="38" y="58"/>
                  </a:lnTo>
                  <a:lnTo>
                    <a:pt x="39" y="58"/>
                  </a:lnTo>
                  <a:lnTo>
                    <a:pt x="40" y="58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9" y="52"/>
                  </a:lnTo>
                  <a:lnTo>
                    <a:pt x="51" y="50"/>
                  </a:lnTo>
                  <a:lnTo>
                    <a:pt x="52" y="49"/>
                  </a:lnTo>
                  <a:lnTo>
                    <a:pt x="53" y="48"/>
                  </a:lnTo>
                  <a:lnTo>
                    <a:pt x="53" y="47"/>
                  </a:lnTo>
                  <a:lnTo>
                    <a:pt x="54" y="46"/>
                  </a:lnTo>
                  <a:lnTo>
                    <a:pt x="55" y="44"/>
                  </a:lnTo>
                  <a:lnTo>
                    <a:pt x="55" y="43"/>
                  </a:lnTo>
                  <a:lnTo>
                    <a:pt x="57" y="42"/>
                  </a:lnTo>
                  <a:lnTo>
                    <a:pt x="57" y="41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59" y="32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9" y="23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5" y="16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2" y="10"/>
                  </a:lnTo>
                  <a:lnTo>
                    <a:pt x="51" y="8"/>
                  </a:lnTo>
                  <a:lnTo>
                    <a:pt x="49" y="8"/>
                  </a:lnTo>
                  <a:lnTo>
                    <a:pt x="48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5" name="Freeform 105">
              <a:extLst>
                <a:ext uri="{FF2B5EF4-FFF2-40B4-BE49-F238E27FC236}">
                  <a16:creationId xmlns:a16="http://schemas.microsoft.com/office/drawing/2014/main" id="{140F0E8A-C717-436A-A457-42799D67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280035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3" y="38"/>
                  </a:lnTo>
                  <a:lnTo>
                    <a:pt x="3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4"/>
                  </a:lnTo>
                  <a:lnTo>
                    <a:pt x="9" y="45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5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39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21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5" y="17"/>
                  </a:lnTo>
                  <a:lnTo>
                    <a:pt x="45" y="16"/>
                  </a:lnTo>
                  <a:lnTo>
                    <a:pt x="45" y="15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41" y="8"/>
                  </a:lnTo>
                  <a:lnTo>
                    <a:pt x="39" y="8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3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46" name="Freeform 106">
              <a:extLst>
                <a:ext uri="{FF2B5EF4-FFF2-40B4-BE49-F238E27FC236}">
                  <a16:creationId xmlns:a16="http://schemas.microsoft.com/office/drawing/2014/main" id="{8E95B0BF-3992-4C56-8FF0-54587078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025" y="2787650"/>
              <a:ext cx="46038" cy="47625"/>
            </a:xfrm>
            <a:custGeom>
              <a:avLst/>
              <a:gdLst>
                <a:gd name="T0" fmla="*/ 2147483646 w 59"/>
                <a:gd name="T1" fmla="*/ 0 h 59"/>
                <a:gd name="T2" fmla="*/ 2147483646 w 59"/>
                <a:gd name="T3" fmla="*/ 2147483646 h 59"/>
                <a:gd name="T4" fmla="*/ 2147483646 w 59"/>
                <a:gd name="T5" fmla="*/ 2147483646 h 59"/>
                <a:gd name="T6" fmla="*/ 2147483646 w 59"/>
                <a:gd name="T7" fmla="*/ 2147483646 h 59"/>
                <a:gd name="T8" fmla="*/ 2147483646 w 59"/>
                <a:gd name="T9" fmla="*/ 2147483646 h 59"/>
                <a:gd name="T10" fmla="*/ 2147483646 w 59"/>
                <a:gd name="T11" fmla="*/ 2147483646 h 59"/>
                <a:gd name="T12" fmla="*/ 2147483646 w 59"/>
                <a:gd name="T13" fmla="*/ 2147483646 h 59"/>
                <a:gd name="T14" fmla="*/ 2147483646 w 59"/>
                <a:gd name="T15" fmla="*/ 2147483646 h 59"/>
                <a:gd name="T16" fmla="*/ 2147483646 w 59"/>
                <a:gd name="T17" fmla="*/ 2147483646 h 59"/>
                <a:gd name="T18" fmla="*/ 2147483646 w 59"/>
                <a:gd name="T19" fmla="*/ 2147483646 h 59"/>
                <a:gd name="T20" fmla="*/ 0 w 59"/>
                <a:gd name="T21" fmla="*/ 2147483646 h 59"/>
                <a:gd name="T22" fmla="*/ 2147483646 w 59"/>
                <a:gd name="T23" fmla="*/ 2147483646 h 59"/>
                <a:gd name="T24" fmla="*/ 2147483646 w 59"/>
                <a:gd name="T25" fmla="*/ 2147483646 h 59"/>
                <a:gd name="T26" fmla="*/ 2147483646 w 59"/>
                <a:gd name="T27" fmla="*/ 2147483646 h 59"/>
                <a:gd name="T28" fmla="*/ 2147483646 w 59"/>
                <a:gd name="T29" fmla="*/ 2147483646 h 59"/>
                <a:gd name="T30" fmla="*/ 2147483646 w 59"/>
                <a:gd name="T31" fmla="*/ 2147483646 h 59"/>
                <a:gd name="T32" fmla="*/ 2147483646 w 59"/>
                <a:gd name="T33" fmla="*/ 2147483646 h 59"/>
                <a:gd name="T34" fmla="*/ 2147483646 w 59"/>
                <a:gd name="T35" fmla="*/ 2147483646 h 59"/>
                <a:gd name="T36" fmla="*/ 2147483646 w 59"/>
                <a:gd name="T37" fmla="*/ 2147483646 h 59"/>
                <a:gd name="T38" fmla="*/ 2147483646 w 59"/>
                <a:gd name="T39" fmla="*/ 2147483646 h 59"/>
                <a:gd name="T40" fmla="*/ 2147483646 w 59"/>
                <a:gd name="T41" fmla="*/ 2147483646 h 59"/>
                <a:gd name="T42" fmla="*/ 2147483646 w 59"/>
                <a:gd name="T43" fmla="*/ 2147483646 h 59"/>
                <a:gd name="T44" fmla="*/ 2147483646 w 59"/>
                <a:gd name="T45" fmla="*/ 2147483646 h 59"/>
                <a:gd name="T46" fmla="*/ 2147483646 w 59"/>
                <a:gd name="T47" fmla="*/ 2147483646 h 59"/>
                <a:gd name="T48" fmla="*/ 2147483646 w 59"/>
                <a:gd name="T49" fmla="*/ 2147483646 h 59"/>
                <a:gd name="T50" fmla="*/ 2147483646 w 59"/>
                <a:gd name="T51" fmla="*/ 2147483646 h 59"/>
                <a:gd name="T52" fmla="*/ 2147483646 w 59"/>
                <a:gd name="T53" fmla="*/ 2147483646 h 59"/>
                <a:gd name="T54" fmla="*/ 2147483646 w 59"/>
                <a:gd name="T55" fmla="*/ 2147483646 h 59"/>
                <a:gd name="T56" fmla="*/ 2147483646 w 59"/>
                <a:gd name="T57" fmla="*/ 2147483646 h 59"/>
                <a:gd name="T58" fmla="*/ 2147483646 w 59"/>
                <a:gd name="T59" fmla="*/ 2147483646 h 59"/>
                <a:gd name="T60" fmla="*/ 2147483646 w 59"/>
                <a:gd name="T61" fmla="*/ 2147483646 h 59"/>
                <a:gd name="T62" fmla="*/ 2147483646 w 59"/>
                <a:gd name="T63" fmla="*/ 2147483646 h 59"/>
                <a:gd name="T64" fmla="*/ 2147483646 w 59"/>
                <a:gd name="T65" fmla="*/ 2147483646 h 59"/>
                <a:gd name="T66" fmla="*/ 2147483646 w 59"/>
                <a:gd name="T67" fmla="*/ 2147483646 h 59"/>
                <a:gd name="T68" fmla="*/ 2147483646 w 59"/>
                <a:gd name="T69" fmla="*/ 2147483646 h 59"/>
                <a:gd name="T70" fmla="*/ 2147483646 w 59"/>
                <a:gd name="T71" fmla="*/ 2147483646 h 59"/>
                <a:gd name="T72" fmla="*/ 2147483646 w 59"/>
                <a:gd name="T73" fmla="*/ 2147483646 h 59"/>
                <a:gd name="T74" fmla="*/ 2147483646 w 59"/>
                <a:gd name="T75" fmla="*/ 2147483646 h 59"/>
                <a:gd name="T76" fmla="*/ 2147483646 w 59"/>
                <a:gd name="T77" fmla="*/ 2147483646 h 59"/>
                <a:gd name="T78" fmla="*/ 2147483646 w 59"/>
                <a:gd name="T79" fmla="*/ 2147483646 h 59"/>
                <a:gd name="T80" fmla="*/ 2147483646 w 59"/>
                <a:gd name="T81" fmla="*/ 2147483646 h 59"/>
                <a:gd name="T82" fmla="*/ 2147483646 w 59"/>
                <a:gd name="T83" fmla="*/ 2147483646 h 59"/>
                <a:gd name="T84" fmla="*/ 2147483646 w 59"/>
                <a:gd name="T85" fmla="*/ 2147483646 h 59"/>
                <a:gd name="T86" fmla="*/ 2147483646 w 59"/>
                <a:gd name="T87" fmla="*/ 0 h 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9"/>
                <a:gd name="T134" fmla="*/ 59 w 59"/>
                <a:gd name="T135" fmla="*/ 59 h 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9">
                  <a:moveTo>
                    <a:pt x="30" y="0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10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3" y="38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6" y="46"/>
                  </a:lnTo>
                  <a:lnTo>
                    <a:pt x="6" y="47"/>
                  </a:lnTo>
                  <a:lnTo>
                    <a:pt x="7" y="48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3" y="54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19" y="58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7" y="59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1" y="59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6" y="59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40" y="58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9" y="52"/>
                  </a:lnTo>
                  <a:lnTo>
                    <a:pt x="51" y="50"/>
                  </a:lnTo>
                  <a:lnTo>
                    <a:pt x="52" y="49"/>
                  </a:lnTo>
                  <a:lnTo>
                    <a:pt x="53" y="48"/>
                  </a:lnTo>
                  <a:lnTo>
                    <a:pt x="53" y="47"/>
                  </a:lnTo>
                  <a:lnTo>
                    <a:pt x="54" y="46"/>
                  </a:lnTo>
                  <a:lnTo>
                    <a:pt x="55" y="44"/>
                  </a:lnTo>
                  <a:lnTo>
                    <a:pt x="55" y="43"/>
                  </a:lnTo>
                  <a:lnTo>
                    <a:pt x="57" y="42"/>
                  </a:lnTo>
                  <a:lnTo>
                    <a:pt x="57" y="41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59" y="32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9" y="23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5" y="16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2" y="10"/>
                  </a:lnTo>
                  <a:lnTo>
                    <a:pt x="51" y="8"/>
                  </a:lnTo>
                  <a:lnTo>
                    <a:pt x="49" y="8"/>
                  </a:lnTo>
                  <a:lnTo>
                    <a:pt x="48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7" name="Rectangle 107">
              <a:extLst>
                <a:ext uri="{FF2B5EF4-FFF2-40B4-BE49-F238E27FC236}">
                  <a16:creationId xmlns:a16="http://schemas.microsoft.com/office/drawing/2014/main" id="{CCE1FBD9-4646-435F-9938-FF9FB3280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363" y="154463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48" name="Rectangle 108">
              <a:extLst>
                <a:ext uri="{FF2B5EF4-FFF2-40B4-BE49-F238E27FC236}">
                  <a16:creationId xmlns:a16="http://schemas.microsoft.com/office/drawing/2014/main" id="{4F42A90F-1BBA-4419-8A1F-847392503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5610225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49" name="Rectangle 109">
              <a:extLst>
                <a:ext uri="{FF2B5EF4-FFF2-40B4-BE49-F238E27FC236}">
                  <a16:creationId xmlns:a16="http://schemas.microsoft.com/office/drawing/2014/main" id="{8F929FA4-CECE-49FE-8D58-ACE582D36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888" y="5522912"/>
              <a:ext cx="876300" cy="1160463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750" name="Rectangle 110">
              <a:extLst>
                <a:ext uri="{FF2B5EF4-FFF2-40B4-BE49-F238E27FC236}">
                  <a16:creationId xmlns:a16="http://schemas.microsoft.com/office/drawing/2014/main" id="{EF82B9A4-BE6D-4345-ACE1-9F60D2C3D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569753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1" name="Rectangle 111">
              <a:extLst>
                <a:ext uri="{FF2B5EF4-FFF2-40B4-BE49-F238E27FC236}">
                  <a16:creationId xmlns:a16="http://schemas.microsoft.com/office/drawing/2014/main" id="{BCB7C40C-E731-4271-A988-F3F04111E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6392862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2" name="Rectangle 112">
              <a:extLst>
                <a:ext uri="{FF2B5EF4-FFF2-40B4-BE49-F238E27FC236}">
                  <a16:creationId xmlns:a16="http://schemas.microsoft.com/office/drawing/2014/main" id="{44EA9038-677A-4C56-95C9-7B04E130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56102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3" name="Rectangle 113">
              <a:extLst>
                <a:ext uri="{FF2B5EF4-FFF2-40B4-BE49-F238E27FC236}">
                  <a16:creationId xmlns:a16="http://schemas.microsoft.com/office/drawing/2014/main" id="{721C458B-76AA-4407-AA15-07E0ABB27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569753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4" name="Rectangle 114">
              <a:extLst>
                <a:ext uri="{FF2B5EF4-FFF2-40B4-BE49-F238E27FC236}">
                  <a16:creationId xmlns:a16="http://schemas.microsoft.com/office/drawing/2014/main" id="{EDFF5E65-8FC8-4C69-B8B3-6871F8494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913" y="5856287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5" name="Rectangle 115">
              <a:extLst>
                <a:ext uri="{FF2B5EF4-FFF2-40B4-BE49-F238E27FC236}">
                  <a16:creationId xmlns:a16="http://schemas.microsoft.com/office/drawing/2014/main" id="{7348B2C6-B254-4E10-AD65-81CA9CE1E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59436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6" name="Rectangle 116">
              <a:extLst>
                <a:ext uri="{FF2B5EF4-FFF2-40B4-BE49-F238E27FC236}">
                  <a16:creationId xmlns:a16="http://schemas.microsoft.com/office/drawing/2014/main" id="{0880EBD1-515A-4E75-8D2B-1FA02861F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585628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7" name="Rectangle 117">
              <a:extLst>
                <a:ext uri="{FF2B5EF4-FFF2-40B4-BE49-F238E27FC236}">
                  <a16:creationId xmlns:a16="http://schemas.microsoft.com/office/drawing/2014/main" id="{8D133774-D3F6-40B6-869F-3CC524F6B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59436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8" name="Rectangle 118">
              <a:extLst>
                <a:ext uri="{FF2B5EF4-FFF2-40B4-BE49-F238E27FC236}">
                  <a16:creationId xmlns:a16="http://schemas.microsoft.com/office/drawing/2014/main" id="{945A0068-041F-4C82-8EE1-8672DD8CC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6100762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59" name="Rectangle 119">
              <a:extLst>
                <a:ext uri="{FF2B5EF4-FFF2-40B4-BE49-F238E27FC236}">
                  <a16:creationId xmlns:a16="http://schemas.microsoft.com/office/drawing/2014/main" id="{2EB50853-D42C-4A58-996D-8706624FE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618807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60" name="Rectangle 120">
              <a:extLst>
                <a:ext uri="{FF2B5EF4-FFF2-40B4-BE49-F238E27FC236}">
                  <a16:creationId xmlns:a16="http://schemas.microsoft.com/office/drawing/2014/main" id="{F606FE68-F8A6-4152-9540-8490EFB18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8000" y="63468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61" name="Freeform 121">
              <a:extLst>
                <a:ext uri="{FF2B5EF4-FFF2-40B4-BE49-F238E27FC236}">
                  <a16:creationId xmlns:a16="http://schemas.microsoft.com/office/drawing/2014/main" id="{D6E2849F-7E06-4734-8547-D06FDF90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488" y="3028950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3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39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5" y="35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21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5" y="17"/>
                  </a:lnTo>
                  <a:lnTo>
                    <a:pt x="45" y="16"/>
                  </a:lnTo>
                  <a:lnTo>
                    <a:pt x="45" y="15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39" y="7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3" y="3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62" name="Freeform 122">
              <a:extLst>
                <a:ext uri="{FF2B5EF4-FFF2-40B4-BE49-F238E27FC236}">
                  <a16:creationId xmlns:a16="http://schemas.microsoft.com/office/drawing/2014/main" id="{81EE28E6-49A0-43D7-B71F-FD7F4E681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375" y="3035300"/>
              <a:ext cx="46038" cy="47625"/>
            </a:xfrm>
            <a:custGeom>
              <a:avLst/>
              <a:gdLst>
                <a:gd name="T0" fmla="*/ 2147483646 w 59"/>
                <a:gd name="T1" fmla="*/ 0 h 59"/>
                <a:gd name="T2" fmla="*/ 2147483646 w 59"/>
                <a:gd name="T3" fmla="*/ 2147483646 h 59"/>
                <a:gd name="T4" fmla="*/ 2147483646 w 59"/>
                <a:gd name="T5" fmla="*/ 2147483646 h 59"/>
                <a:gd name="T6" fmla="*/ 2147483646 w 59"/>
                <a:gd name="T7" fmla="*/ 2147483646 h 59"/>
                <a:gd name="T8" fmla="*/ 2147483646 w 59"/>
                <a:gd name="T9" fmla="*/ 2147483646 h 59"/>
                <a:gd name="T10" fmla="*/ 2147483646 w 59"/>
                <a:gd name="T11" fmla="*/ 2147483646 h 59"/>
                <a:gd name="T12" fmla="*/ 2147483646 w 59"/>
                <a:gd name="T13" fmla="*/ 2147483646 h 59"/>
                <a:gd name="T14" fmla="*/ 2147483646 w 59"/>
                <a:gd name="T15" fmla="*/ 2147483646 h 59"/>
                <a:gd name="T16" fmla="*/ 2147483646 w 59"/>
                <a:gd name="T17" fmla="*/ 2147483646 h 59"/>
                <a:gd name="T18" fmla="*/ 2147483646 w 59"/>
                <a:gd name="T19" fmla="*/ 2147483646 h 59"/>
                <a:gd name="T20" fmla="*/ 0 w 59"/>
                <a:gd name="T21" fmla="*/ 2147483646 h 59"/>
                <a:gd name="T22" fmla="*/ 2147483646 w 59"/>
                <a:gd name="T23" fmla="*/ 2147483646 h 59"/>
                <a:gd name="T24" fmla="*/ 2147483646 w 59"/>
                <a:gd name="T25" fmla="*/ 2147483646 h 59"/>
                <a:gd name="T26" fmla="*/ 2147483646 w 59"/>
                <a:gd name="T27" fmla="*/ 2147483646 h 59"/>
                <a:gd name="T28" fmla="*/ 2147483646 w 59"/>
                <a:gd name="T29" fmla="*/ 2147483646 h 59"/>
                <a:gd name="T30" fmla="*/ 2147483646 w 59"/>
                <a:gd name="T31" fmla="*/ 2147483646 h 59"/>
                <a:gd name="T32" fmla="*/ 2147483646 w 59"/>
                <a:gd name="T33" fmla="*/ 2147483646 h 59"/>
                <a:gd name="T34" fmla="*/ 2147483646 w 59"/>
                <a:gd name="T35" fmla="*/ 2147483646 h 59"/>
                <a:gd name="T36" fmla="*/ 2147483646 w 59"/>
                <a:gd name="T37" fmla="*/ 2147483646 h 59"/>
                <a:gd name="T38" fmla="*/ 2147483646 w 59"/>
                <a:gd name="T39" fmla="*/ 2147483646 h 59"/>
                <a:gd name="T40" fmla="*/ 2147483646 w 59"/>
                <a:gd name="T41" fmla="*/ 2147483646 h 59"/>
                <a:gd name="T42" fmla="*/ 2147483646 w 59"/>
                <a:gd name="T43" fmla="*/ 2147483646 h 59"/>
                <a:gd name="T44" fmla="*/ 2147483646 w 59"/>
                <a:gd name="T45" fmla="*/ 2147483646 h 59"/>
                <a:gd name="T46" fmla="*/ 2147483646 w 59"/>
                <a:gd name="T47" fmla="*/ 2147483646 h 59"/>
                <a:gd name="T48" fmla="*/ 2147483646 w 59"/>
                <a:gd name="T49" fmla="*/ 2147483646 h 59"/>
                <a:gd name="T50" fmla="*/ 2147483646 w 59"/>
                <a:gd name="T51" fmla="*/ 2147483646 h 59"/>
                <a:gd name="T52" fmla="*/ 2147483646 w 59"/>
                <a:gd name="T53" fmla="*/ 2147483646 h 59"/>
                <a:gd name="T54" fmla="*/ 2147483646 w 59"/>
                <a:gd name="T55" fmla="*/ 2147483646 h 59"/>
                <a:gd name="T56" fmla="*/ 2147483646 w 59"/>
                <a:gd name="T57" fmla="*/ 2147483646 h 59"/>
                <a:gd name="T58" fmla="*/ 2147483646 w 59"/>
                <a:gd name="T59" fmla="*/ 2147483646 h 59"/>
                <a:gd name="T60" fmla="*/ 2147483646 w 59"/>
                <a:gd name="T61" fmla="*/ 2147483646 h 59"/>
                <a:gd name="T62" fmla="*/ 2147483646 w 59"/>
                <a:gd name="T63" fmla="*/ 2147483646 h 59"/>
                <a:gd name="T64" fmla="*/ 2147483646 w 59"/>
                <a:gd name="T65" fmla="*/ 2147483646 h 59"/>
                <a:gd name="T66" fmla="*/ 2147483646 w 59"/>
                <a:gd name="T67" fmla="*/ 2147483646 h 59"/>
                <a:gd name="T68" fmla="*/ 2147483646 w 59"/>
                <a:gd name="T69" fmla="*/ 2147483646 h 59"/>
                <a:gd name="T70" fmla="*/ 2147483646 w 59"/>
                <a:gd name="T71" fmla="*/ 2147483646 h 59"/>
                <a:gd name="T72" fmla="*/ 2147483646 w 59"/>
                <a:gd name="T73" fmla="*/ 2147483646 h 59"/>
                <a:gd name="T74" fmla="*/ 2147483646 w 59"/>
                <a:gd name="T75" fmla="*/ 2147483646 h 59"/>
                <a:gd name="T76" fmla="*/ 2147483646 w 59"/>
                <a:gd name="T77" fmla="*/ 2147483646 h 59"/>
                <a:gd name="T78" fmla="*/ 2147483646 w 59"/>
                <a:gd name="T79" fmla="*/ 2147483646 h 59"/>
                <a:gd name="T80" fmla="*/ 2147483646 w 59"/>
                <a:gd name="T81" fmla="*/ 2147483646 h 59"/>
                <a:gd name="T82" fmla="*/ 2147483646 w 59"/>
                <a:gd name="T83" fmla="*/ 2147483646 h 59"/>
                <a:gd name="T84" fmla="*/ 2147483646 w 59"/>
                <a:gd name="T85" fmla="*/ 2147483646 h 59"/>
                <a:gd name="T86" fmla="*/ 2147483646 w 59"/>
                <a:gd name="T87" fmla="*/ 0 h 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"/>
                <a:gd name="T133" fmla="*/ 0 h 59"/>
                <a:gd name="T134" fmla="*/ 59 w 59"/>
                <a:gd name="T135" fmla="*/ 59 h 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" h="59">
                  <a:moveTo>
                    <a:pt x="30" y="0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5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6" y="45"/>
                  </a:lnTo>
                  <a:lnTo>
                    <a:pt x="6" y="47"/>
                  </a:lnTo>
                  <a:lnTo>
                    <a:pt x="8" y="48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4" y="54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20" y="57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9"/>
                  </a:lnTo>
                  <a:lnTo>
                    <a:pt x="26" y="59"/>
                  </a:lnTo>
                  <a:lnTo>
                    <a:pt x="27" y="59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2" y="59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6" y="59"/>
                  </a:lnTo>
                  <a:lnTo>
                    <a:pt x="38" y="57"/>
                  </a:lnTo>
                  <a:lnTo>
                    <a:pt x="39" y="57"/>
                  </a:lnTo>
                  <a:lnTo>
                    <a:pt x="40" y="57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9" y="51"/>
                  </a:lnTo>
                  <a:lnTo>
                    <a:pt x="51" y="50"/>
                  </a:lnTo>
                  <a:lnTo>
                    <a:pt x="52" y="49"/>
                  </a:lnTo>
                  <a:lnTo>
                    <a:pt x="53" y="48"/>
                  </a:lnTo>
                  <a:lnTo>
                    <a:pt x="53" y="47"/>
                  </a:lnTo>
                  <a:lnTo>
                    <a:pt x="54" y="45"/>
                  </a:lnTo>
                  <a:lnTo>
                    <a:pt x="55" y="44"/>
                  </a:lnTo>
                  <a:lnTo>
                    <a:pt x="55" y="43"/>
                  </a:lnTo>
                  <a:lnTo>
                    <a:pt x="57" y="42"/>
                  </a:lnTo>
                  <a:lnTo>
                    <a:pt x="57" y="41"/>
                  </a:lnTo>
                  <a:lnTo>
                    <a:pt x="58" y="39"/>
                  </a:lnTo>
                  <a:lnTo>
                    <a:pt x="58" y="38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3"/>
                  </a:lnTo>
                  <a:lnTo>
                    <a:pt x="59" y="32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27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9" y="23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5" y="15"/>
                  </a:lnTo>
                  <a:lnTo>
                    <a:pt x="55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2" y="9"/>
                  </a:lnTo>
                  <a:lnTo>
                    <a:pt x="51" y="8"/>
                  </a:lnTo>
                  <a:lnTo>
                    <a:pt x="49" y="8"/>
                  </a:lnTo>
                  <a:lnTo>
                    <a:pt x="48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5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3" name="Line 123">
              <a:extLst>
                <a:ext uri="{FF2B5EF4-FFF2-40B4-BE49-F238E27FC236}">
                  <a16:creationId xmlns:a16="http://schemas.microsoft.com/office/drawing/2014/main" id="{B18DF43F-42E7-4926-A421-100DB8F825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5730875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4" name="Line 124">
              <a:extLst>
                <a:ext uri="{FF2B5EF4-FFF2-40B4-BE49-F238E27FC236}">
                  <a16:creationId xmlns:a16="http://schemas.microsoft.com/office/drawing/2014/main" id="{F7CA5345-5679-495E-BAC5-E709F15D5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6473825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5" name="Line 125">
              <a:extLst>
                <a:ext uri="{FF2B5EF4-FFF2-40B4-BE49-F238E27FC236}">
                  <a16:creationId xmlns:a16="http://schemas.microsoft.com/office/drawing/2014/main" id="{087E95BD-1824-4C44-99C7-BE85A3D20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6226175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6" name="Rectangle 126">
              <a:extLst>
                <a:ext uri="{FF2B5EF4-FFF2-40B4-BE49-F238E27FC236}">
                  <a16:creationId xmlns:a16="http://schemas.microsoft.com/office/drawing/2014/main" id="{327A3A72-717C-4194-A45C-8C152E5D7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0" y="64325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67" name="Rectangle 127">
              <a:extLst>
                <a:ext uri="{FF2B5EF4-FFF2-40B4-BE49-F238E27FC236}">
                  <a16:creationId xmlns:a16="http://schemas.microsoft.com/office/drawing/2014/main" id="{C981A871-D966-42B0-B45A-CC324EC7C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5605462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68" name="Rectangle 128">
              <a:extLst>
                <a:ext uri="{FF2B5EF4-FFF2-40B4-BE49-F238E27FC236}">
                  <a16:creationId xmlns:a16="http://schemas.microsoft.com/office/drawing/2014/main" id="{F5D13990-C08C-43DC-AF06-F853DA11F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5692775"/>
              <a:ext cx="165100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12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69" name="Rectangle 129">
              <a:extLst>
                <a:ext uri="{FF2B5EF4-FFF2-40B4-BE49-F238E27FC236}">
                  <a16:creationId xmlns:a16="http://schemas.microsoft.com/office/drawing/2014/main" id="{A600FB4B-7D9D-4D7D-8509-D519AD4ED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5854700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70" name="Rectangle 130">
              <a:extLst>
                <a:ext uri="{FF2B5EF4-FFF2-40B4-BE49-F238E27FC236}">
                  <a16:creationId xmlns:a16="http://schemas.microsoft.com/office/drawing/2014/main" id="{96560C94-E5C8-4BD3-A9D9-23F5E0CDA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5942012"/>
              <a:ext cx="165100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13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71" name="Rectangle 131">
              <a:extLst>
                <a:ext uri="{FF2B5EF4-FFF2-40B4-BE49-F238E27FC236}">
                  <a16:creationId xmlns:a16="http://schemas.microsoft.com/office/drawing/2014/main" id="{6F98CD0A-371E-4375-8D19-9CF45C576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6103937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72" name="Rectangle 132">
              <a:extLst>
                <a:ext uri="{FF2B5EF4-FFF2-40B4-BE49-F238E27FC236}">
                  <a16:creationId xmlns:a16="http://schemas.microsoft.com/office/drawing/2014/main" id="{5F98C9F2-B97B-4C75-95D9-B8FBCD645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6191250"/>
              <a:ext cx="165100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14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73" name="Rectangle 133">
              <a:extLst>
                <a:ext uri="{FF2B5EF4-FFF2-40B4-BE49-F238E27FC236}">
                  <a16:creationId xmlns:a16="http://schemas.microsoft.com/office/drawing/2014/main" id="{B3373E39-CB50-48B9-8702-269115B8E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875" y="63531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74" name="Line 134">
              <a:extLst>
                <a:ext uri="{FF2B5EF4-FFF2-40B4-BE49-F238E27FC236}">
                  <a16:creationId xmlns:a16="http://schemas.microsoft.com/office/drawing/2014/main" id="{A21EE8B9-9B69-4C21-8D9E-11D84B44B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188" y="5978525"/>
              <a:ext cx="552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5" name="Rectangle 135">
              <a:extLst>
                <a:ext uri="{FF2B5EF4-FFF2-40B4-BE49-F238E27FC236}">
                  <a16:creationId xmlns:a16="http://schemas.microsoft.com/office/drawing/2014/main" id="{13D52AE6-6542-41C5-8C64-E2A34A1D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6440487"/>
              <a:ext cx="165100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15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76" name="Rectangle 136">
              <a:extLst>
                <a:ext uri="{FF2B5EF4-FFF2-40B4-BE49-F238E27FC236}">
                  <a16:creationId xmlns:a16="http://schemas.microsoft.com/office/drawing/2014/main" id="{755D9F73-3CC4-4D27-A082-87DF799E0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125" y="3417887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77" name="Rectangle 137">
              <a:extLst>
                <a:ext uri="{FF2B5EF4-FFF2-40B4-BE49-F238E27FC236}">
                  <a16:creationId xmlns:a16="http://schemas.microsoft.com/office/drawing/2014/main" id="{014440C0-9F11-47E6-AE71-81D66E17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575" y="3332162"/>
              <a:ext cx="876300" cy="116205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78" name="Line 138">
              <a:extLst>
                <a:ext uri="{FF2B5EF4-FFF2-40B4-BE49-F238E27FC236}">
                  <a16:creationId xmlns:a16="http://schemas.microsoft.com/office/drawing/2014/main" id="{025BA74C-5DF9-4DA4-BBFD-C61958B134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225" y="3541712"/>
              <a:ext cx="514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9" name="Rectangle 139">
              <a:extLst>
                <a:ext uri="{FF2B5EF4-FFF2-40B4-BE49-F238E27FC236}">
                  <a16:creationId xmlns:a16="http://schemas.microsoft.com/office/drawing/2014/main" id="{97DA3A04-37E6-4CF0-9841-7108E7049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775" y="35052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0" name="Line 140">
              <a:extLst>
                <a:ext uri="{FF2B5EF4-FFF2-40B4-BE49-F238E27FC236}">
                  <a16:creationId xmlns:a16="http://schemas.microsoft.com/office/drawing/2014/main" id="{B8C69705-7FFE-4CCB-960C-BF5783EF54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225" y="4284662"/>
              <a:ext cx="514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1" name="Freeform 141">
              <a:extLst>
                <a:ext uri="{FF2B5EF4-FFF2-40B4-BE49-F238E27FC236}">
                  <a16:creationId xmlns:a16="http://schemas.microsoft.com/office/drawing/2014/main" id="{FE1ADB36-37AB-486F-B7EA-C760840F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4284662"/>
              <a:ext cx="1370013" cy="2189163"/>
            </a:xfrm>
            <a:custGeom>
              <a:avLst/>
              <a:gdLst>
                <a:gd name="T0" fmla="*/ 0 w 1727"/>
                <a:gd name="T1" fmla="*/ 0 h 2758"/>
                <a:gd name="T2" fmla="*/ 2147483646 w 1727"/>
                <a:gd name="T3" fmla="*/ 0 h 2758"/>
                <a:gd name="T4" fmla="*/ 2147483646 w 1727"/>
                <a:gd name="T5" fmla="*/ 2147483646 h 2758"/>
                <a:gd name="T6" fmla="*/ 2147483646 w 1727"/>
                <a:gd name="T7" fmla="*/ 2147483646 h 27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27"/>
                <a:gd name="T13" fmla="*/ 0 h 2758"/>
                <a:gd name="T14" fmla="*/ 1727 w 1727"/>
                <a:gd name="T15" fmla="*/ 2758 h 27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27" h="2758">
                  <a:moveTo>
                    <a:pt x="0" y="0"/>
                  </a:moveTo>
                  <a:lnTo>
                    <a:pt x="359" y="0"/>
                  </a:lnTo>
                  <a:lnTo>
                    <a:pt x="359" y="2758"/>
                  </a:lnTo>
                  <a:lnTo>
                    <a:pt x="1727" y="275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2" name="Rectangle 142">
              <a:extLst>
                <a:ext uri="{FF2B5EF4-FFF2-40B4-BE49-F238E27FC236}">
                  <a16:creationId xmlns:a16="http://schemas.microsoft.com/office/drawing/2014/main" id="{B75BC64A-BE3C-4A2E-B0DE-A1ABD4BAC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125" y="420052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3" name="Rectangle 143">
              <a:extLst>
                <a:ext uri="{FF2B5EF4-FFF2-40B4-BE49-F238E27FC236}">
                  <a16:creationId xmlns:a16="http://schemas.microsoft.com/office/drawing/2014/main" id="{B71F461F-D4AE-456C-A190-35EC6B7A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213" y="341788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4" name="Rectangle 144">
              <a:extLst>
                <a:ext uri="{FF2B5EF4-FFF2-40B4-BE49-F238E27FC236}">
                  <a16:creationId xmlns:a16="http://schemas.microsoft.com/office/drawing/2014/main" id="{84A06721-1AB6-491E-871B-1D244C54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763" y="35052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5" name="Rectangle 145">
              <a:extLst>
                <a:ext uri="{FF2B5EF4-FFF2-40B4-BE49-F238E27FC236}">
                  <a16:creationId xmlns:a16="http://schemas.microsoft.com/office/drawing/2014/main" id="{87D8EBF8-F7E1-4F7B-A382-17F9C7762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125" y="3662362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6" name="Line 146">
              <a:extLst>
                <a:ext uri="{FF2B5EF4-FFF2-40B4-BE49-F238E27FC236}">
                  <a16:creationId xmlns:a16="http://schemas.microsoft.com/office/drawing/2014/main" id="{A98C100E-C406-455C-85B2-6593ADF2D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225" y="3789362"/>
              <a:ext cx="514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7" name="Rectangle 147">
              <a:extLst>
                <a:ext uri="{FF2B5EF4-FFF2-40B4-BE49-F238E27FC236}">
                  <a16:creationId xmlns:a16="http://schemas.microsoft.com/office/drawing/2014/main" id="{DA7198EB-08AA-451D-85E1-EA82A1145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775" y="374967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8" name="Rectangle 148">
              <a:extLst>
                <a:ext uri="{FF2B5EF4-FFF2-40B4-BE49-F238E27FC236}">
                  <a16:creationId xmlns:a16="http://schemas.microsoft.com/office/drawing/2014/main" id="{1F364F32-14D7-4C7D-9A14-0F649ADD1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213" y="3662362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89" name="Rectangle 149">
              <a:extLst>
                <a:ext uri="{FF2B5EF4-FFF2-40B4-BE49-F238E27FC236}">
                  <a16:creationId xmlns:a16="http://schemas.microsoft.com/office/drawing/2014/main" id="{85971AA0-9788-4C4A-89AB-AFD6B033E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763" y="374967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90" name="Rectangle 150">
              <a:extLst>
                <a:ext uri="{FF2B5EF4-FFF2-40B4-BE49-F238E27FC236}">
                  <a16:creationId xmlns:a16="http://schemas.microsoft.com/office/drawing/2014/main" id="{D7B751C4-C2AA-4EFD-A451-489807604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213" y="39084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91" name="Rectangle 151">
              <a:extLst>
                <a:ext uri="{FF2B5EF4-FFF2-40B4-BE49-F238E27FC236}">
                  <a16:creationId xmlns:a16="http://schemas.microsoft.com/office/drawing/2014/main" id="{640E0CD8-21DB-4DB5-83A4-71DBADF0B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763" y="399573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92" name="Rectangle 152">
              <a:extLst>
                <a:ext uri="{FF2B5EF4-FFF2-40B4-BE49-F238E27FC236}">
                  <a16:creationId xmlns:a16="http://schemas.microsoft.com/office/drawing/2014/main" id="{D29BF45F-921F-4DFF-B23F-1B02A3175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213" y="415290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93" name="Freeform 153">
              <a:extLst>
                <a:ext uri="{FF2B5EF4-FFF2-40B4-BE49-F238E27FC236}">
                  <a16:creationId xmlns:a16="http://schemas.microsoft.com/office/drawing/2014/main" id="{3913AAA0-B71A-4327-AE4D-A8A7153A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4037012"/>
              <a:ext cx="1370013" cy="971550"/>
            </a:xfrm>
            <a:custGeom>
              <a:avLst/>
              <a:gdLst>
                <a:gd name="T0" fmla="*/ 0 w 1727"/>
                <a:gd name="T1" fmla="*/ 0 h 1223"/>
                <a:gd name="T2" fmla="*/ 2147483646 w 1727"/>
                <a:gd name="T3" fmla="*/ 0 h 1223"/>
                <a:gd name="T4" fmla="*/ 2147483646 w 1727"/>
                <a:gd name="T5" fmla="*/ 2147483646 h 1223"/>
                <a:gd name="T6" fmla="*/ 2147483646 w 1727"/>
                <a:gd name="T7" fmla="*/ 2147483646 h 12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27"/>
                <a:gd name="T13" fmla="*/ 0 h 1223"/>
                <a:gd name="T14" fmla="*/ 1727 w 1727"/>
                <a:gd name="T15" fmla="*/ 1223 h 12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27" h="1223">
                  <a:moveTo>
                    <a:pt x="0" y="0"/>
                  </a:moveTo>
                  <a:lnTo>
                    <a:pt x="647" y="0"/>
                  </a:lnTo>
                  <a:lnTo>
                    <a:pt x="647" y="1223"/>
                  </a:lnTo>
                  <a:lnTo>
                    <a:pt x="1727" y="122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4" name="Rectangle 154">
              <a:extLst>
                <a:ext uri="{FF2B5EF4-FFF2-40B4-BE49-F238E27FC236}">
                  <a16:creationId xmlns:a16="http://schemas.microsoft.com/office/drawing/2014/main" id="{89C00C15-2433-4644-A469-797490E8C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763" y="424021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12795" name="Rectangle 155">
              <a:extLst>
                <a:ext uri="{FF2B5EF4-FFF2-40B4-BE49-F238E27FC236}">
                  <a16:creationId xmlns:a16="http://schemas.microsoft.com/office/drawing/2014/main" id="{38095501-2702-4FEE-8071-91A553781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713" y="3662362"/>
              <a:ext cx="18573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96" name="Rectangle 156">
              <a:extLst>
                <a:ext uri="{FF2B5EF4-FFF2-40B4-BE49-F238E27FC236}">
                  <a16:creationId xmlns:a16="http://schemas.microsoft.com/office/drawing/2014/main" id="{2C01EC31-0E06-4568-A825-0D4F7001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363" y="3749675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97" name="Rectangle 157">
              <a:extLst>
                <a:ext uri="{FF2B5EF4-FFF2-40B4-BE49-F238E27FC236}">
                  <a16:creationId xmlns:a16="http://schemas.microsoft.com/office/drawing/2014/main" id="{6D8AAB4E-9DA0-4F5B-AD8D-8BA1ED95A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538" y="4197350"/>
              <a:ext cx="2254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En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12798" name="Rectangle 13">
              <a:extLst>
                <a:ext uri="{FF2B5EF4-FFF2-40B4-BE49-F238E27FC236}">
                  <a16:creationId xmlns:a16="http://schemas.microsoft.com/office/drawing/2014/main" id="{EF868C68-4130-47FD-AD08-F7171FCF4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0912" y="419100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sz="2800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508030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Title 1">
            <a:extLst>
              <a:ext uri="{FF2B5EF4-FFF2-40B4-BE49-F238E27FC236}">
                <a16:creationId xmlns:a16="http://schemas.microsoft.com/office/drawing/2014/main" id="{1257AFD4-4501-4B29-9164-B18CD4EA5F27}"/>
              </a:ext>
            </a:extLst>
          </p:cNvPr>
          <p:cNvSpPr txBox="1">
            <a:spLocks/>
          </p:cNvSpPr>
          <p:nvPr/>
        </p:nvSpPr>
        <p:spPr bwMode="auto">
          <a:xfrm>
            <a:off x="31750" y="11113"/>
            <a:ext cx="335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Let’s build a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5-to-32 decoder</a:t>
            </a:r>
          </a:p>
        </p:txBody>
      </p:sp>
      <p:pic>
        <p:nvPicPr>
          <p:cNvPr id="113666" name="Picture 3" descr="Screen shot 2013-10-16 at 3.34.28 PM.png">
            <a:extLst>
              <a:ext uri="{FF2B5EF4-FFF2-40B4-BE49-F238E27FC236}">
                <a16:creationId xmlns:a16="http://schemas.microsoft.com/office/drawing/2014/main" id="{390E9BDF-1FE3-48B8-ACAD-ED5DCE66477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2209800"/>
            <a:ext cx="3378200" cy="311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3667" name="Picture 1" descr="Screen shot 2015-10-12 at 3.28.30 PM.png">
            <a:extLst>
              <a:ext uri="{FF2B5EF4-FFF2-40B4-BE49-F238E27FC236}">
                <a16:creationId xmlns:a16="http://schemas.microsoft.com/office/drawing/2014/main" id="{976D939F-1C9B-4A05-AF81-5130BDA292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-7938"/>
            <a:ext cx="2533650" cy="3429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3668" name="Picture 6" descr="Screen shot 2015-10-12 at 3.28.30 PM.png">
            <a:extLst>
              <a:ext uri="{FF2B5EF4-FFF2-40B4-BE49-F238E27FC236}">
                <a16:creationId xmlns:a16="http://schemas.microsoft.com/office/drawing/2014/main" id="{06FB2737-B435-4D2D-BFC7-B62FA79E5B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0" y="3429000"/>
            <a:ext cx="253365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Title 1">
            <a:extLst>
              <a:ext uri="{FF2B5EF4-FFF2-40B4-BE49-F238E27FC236}">
                <a16:creationId xmlns:a16="http://schemas.microsoft.com/office/drawing/2014/main" id="{498241B3-C971-48BE-8BC8-F77D7F1ABB84}"/>
              </a:ext>
            </a:extLst>
          </p:cNvPr>
          <p:cNvSpPr txBox="1">
            <a:spLocks/>
          </p:cNvSpPr>
          <p:nvPr/>
        </p:nvSpPr>
        <p:spPr bwMode="auto">
          <a:xfrm>
            <a:off x="31750" y="11113"/>
            <a:ext cx="335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Let’s build a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5-to-32 decoder</a:t>
            </a:r>
          </a:p>
        </p:txBody>
      </p:sp>
      <p:pic>
        <p:nvPicPr>
          <p:cNvPr id="114690" name="Picture 3" descr="Screen shot 2013-10-16 at 3.34.28 PM.png">
            <a:extLst>
              <a:ext uri="{FF2B5EF4-FFF2-40B4-BE49-F238E27FC236}">
                <a16:creationId xmlns:a16="http://schemas.microsoft.com/office/drawing/2014/main" id="{3B9152BE-0C67-4B8C-960E-72411B1905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2209800"/>
            <a:ext cx="3378200" cy="311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691" name="Picture 1" descr="Screen shot 2015-10-12 at 3.28.30 PM.png">
            <a:extLst>
              <a:ext uri="{FF2B5EF4-FFF2-40B4-BE49-F238E27FC236}">
                <a16:creationId xmlns:a16="http://schemas.microsoft.com/office/drawing/2014/main" id="{EC6024C7-0EB0-4AD7-A712-F3F153F084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-7938"/>
            <a:ext cx="2533650" cy="3429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692" name="Picture 6" descr="Screen shot 2015-10-12 at 3.28.30 PM.png">
            <a:extLst>
              <a:ext uri="{FF2B5EF4-FFF2-40B4-BE49-F238E27FC236}">
                <a16:creationId xmlns:a16="http://schemas.microsoft.com/office/drawing/2014/main" id="{926E5E96-2A2F-458B-9650-23B30A5FF1B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0" y="3429000"/>
            <a:ext cx="253365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3" name="Freeform 142">
            <a:extLst>
              <a:ext uri="{FF2B5EF4-FFF2-40B4-BE49-F238E27FC236}">
                <a16:creationId xmlns:a16="http://schemas.microsoft.com/office/drawing/2014/main" id="{A618117E-9606-4E74-AAA2-6D2236B2A8A9}"/>
              </a:ext>
            </a:extLst>
          </p:cNvPr>
          <p:cNvSpPr>
            <a:spLocks/>
          </p:cNvSpPr>
          <p:nvPr/>
        </p:nvSpPr>
        <p:spPr bwMode="auto">
          <a:xfrm>
            <a:off x="7673975" y="168275"/>
            <a:ext cx="366713" cy="3186113"/>
          </a:xfrm>
          <a:custGeom>
            <a:avLst/>
            <a:gdLst>
              <a:gd name="T0" fmla="*/ 2147483646 w 247"/>
              <a:gd name="T1" fmla="*/ 2147483646 h 1217"/>
              <a:gd name="T2" fmla="*/ 2147483646 w 247"/>
              <a:gd name="T3" fmla="*/ 2147483646 h 1217"/>
              <a:gd name="T4" fmla="*/ 2147483646 w 247"/>
              <a:gd name="T5" fmla="*/ 2147483646 h 1217"/>
              <a:gd name="T6" fmla="*/ 2147483646 w 247"/>
              <a:gd name="T7" fmla="*/ 2147483646 h 1217"/>
              <a:gd name="T8" fmla="*/ 2147483646 w 247"/>
              <a:gd name="T9" fmla="*/ 2147483646 h 1217"/>
              <a:gd name="T10" fmla="*/ 2147483646 w 247"/>
              <a:gd name="T11" fmla="*/ 2147483646 h 1217"/>
              <a:gd name="T12" fmla="*/ 2147483646 w 247"/>
              <a:gd name="T13" fmla="*/ 2147483646 h 1217"/>
              <a:gd name="T14" fmla="*/ 2147483646 w 247"/>
              <a:gd name="T15" fmla="*/ 2147483646 h 1217"/>
              <a:gd name="T16" fmla="*/ 2147483646 w 247"/>
              <a:gd name="T17" fmla="*/ 2147483646 h 1217"/>
              <a:gd name="T18" fmla="*/ 2147483646 w 247"/>
              <a:gd name="T19" fmla="*/ 2147483646 h 1217"/>
              <a:gd name="T20" fmla="*/ 2147483646 w 247"/>
              <a:gd name="T21" fmla="*/ 2147483646 h 1217"/>
              <a:gd name="T22" fmla="*/ 2147483646 w 247"/>
              <a:gd name="T23" fmla="*/ 2147483646 h 1217"/>
              <a:gd name="T24" fmla="*/ 2147483646 w 247"/>
              <a:gd name="T25" fmla="*/ 2147483646 h 1217"/>
              <a:gd name="T26" fmla="*/ 2147483646 w 247"/>
              <a:gd name="T27" fmla="*/ 2147483646 h 1217"/>
              <a:gd name="T28" fmla="*/ 2147483646 w 247"/>
              <a:gd name="T29" fmla="*/ 2147483646 h 1217"/>
              <a:gd name="T30" fmla="*/ 2147483646 w 247"/>
              <a:gd name="T31" fmla="*/ 2147483646 h 1217"/>
              <a:gd name="T32" fmla="*/ 2147483646 w 247"/>
              <a:gd name="T33" fmla="*/ 2147483646 h 1217"/>
              <a:gd name="T34" fmla="*/ 2147483646 w 247"/>
              <a:gd name="T35" fmla="*/ 2147483646 h 1217"/>
              <a:gd name="T36" fmla="*/ 2147483646 w 247"/>
              <a:gd name="T37" fmla="*/ 2147483646 h 1217"/>
              <a:gd name="T38" fmla="*/ 2147483646 w 247"/>
              <a:gd name="T39" fmla="*/ 2147483646 h 1217"/>
              <a:gd name="T40" fmla="*/ 2147483646 w 247"/>
              <a:gd name="T41" fmla="*/ 2147483646 h 1217"/>
              <a:gd name="T42" fmla="*/ 2147483646 w 247"/>
              <a:gd name="T43" fmla="*/ 2147483646 h 1217"/>
              <a:gd name="T44" fmla="*/ 2147483646 w 247"/>
              <a:gd name="T45" fmla="*/ 2147483646 h 1217"/>
              <a:gd name="T46" fmla="*/ 2147483646 w 247"/>
              <a:gd name="T47" fmla="*/ 2147483646 h 1217"/>
              <a:gd name="T48" fmla="*/ 2147483646 w 247"/>
              <a:gd name="T49" fmla="*/ 2147483646 h 1217"/>
              <a:gd name="T50" fmla="*/ 2147483646 w 247"/>
              <a:gd name="T51" fmla="*/ 2147483646 h 1217"/>
              <a:gd name="T52" fmla="*/ 2147483646 w 247"/>
              <a:gd name="T53" fmla="*/ 2147483646 h 1217"/>
              <a:gd name="T54" fmla="*/ 2147483646 w 247"/>
              <a:gd name="T55" fmla="*/ 2147483646 h 1217"/>
              <a:gd name="T56" fmla="*/ 2147483646 w 247"/>
              <a:gd name="T57" fmla="*/ 2147483646 h 1217"/>
              <a:gd name="T58" fmla="*/ 2147483646 w 247"/>
              <a:gd name="T59" fmla="*/ 2147483646 h 1217"/>
              <a:gd name="T60" fmla="*/ 2147483646 w 247"/>
              <a:gd name="T61" fmla="*/ 2147483646 h 1217"/>
              <a:gd name="T62" fmla="*/ 2147483646 w 247"/>
              <a:gd name="T63" fmla="*/ 2147483646 h 1217"/>
              <a:gd name="T64" fmla="*/ 0 w 247"/>
              <a:gd name="T65" fmla="*/ 2147483646 h 121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7"/>
              <a:gd name="T100" fmla="*/ 0 h 1217"/>
              <a:gd name="T101" fmla="*/ 247 w 247"/>
              <a:gd name="T102" fmla="*/ 1217 h 1217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7" h="1217">
                <a:moveTo>
                  <a:pt x="0" y="0"/>
                </a:moveTo>
                <a:lnTo>
                  <a:pt x="29" y="3"/>
                </a:lnTo>
                <a:lnTo>
                  <a:pt x="53" y="7"/>
                </a:lnTo>
                <a:lnTo>
                  <a:pt x="75" y="16"/>
                </a:lnTo>
                <a:lnTo>
                  <a:pt x="92" y="27"/>
                </a:lnTo>
                <a:lnTo>
                  <a:pt x="106" y="40"/>
                </a:lnTo>
                <a:lnTo>
                  <a:pt x="118" y="57"/>
                </a:lnTo>
                <a:lnTo>
                  <a:pt x="126" y="75"/>
                </a:lnTo>
                <a:lnTo>
                  <a:pt x="132" y="96"/>
                </a:lnTo>
                <a:lnTo>
                  <a:pt x="135" y="118"/>
                </a:lnTo>
                <a:lnTo>
                  <a:pt x="138" y="142"/>
                </a:lnTo>
                <a:lnTo>
                  <a:pt x="138" y="167"/>
                </a:lnTo>
                <a:lnTo>
                  <a:pt x="136" y="194"/>
                </a:lnTo>
                <a:lnTo>
                  <a:pt x="135" y="220"/>
                </a:lnTo>
                <a:lnTo>
                  <a:pt x="131" y="249"/>
                </a:lnTo>
                <a:lnTo>
                  <a:pt x="128" y="276"/>
                </a:lnTo>
                <a:lnTo>
                  <a:pt x="123" y="305"/>
                </a:lnTo>
                <a:lnTo>
                  <a:pt x="121" y="333"/>
                </a:lnTo>
                <a:lnTo>
                  <a:pt x="116" y="362"/>
                </a:lnTo>
                <a:lnTo>
                  <a:pt x="113" y="389"/>
                </a:lnTo>
                <a:lnTo>
                  <a:pt x="112" y="417"/>
                </a:lnTo>
                <a:lnTo>
                  <a:pt x="111" y="443"/>
                </a:lnTo>
                <a:lnTo>
                  <a:pt x="111" y="469"/>
                </a:lnTo>
                <a:lnTo>
                  <a:pt x="112" y="491"/>
                </a:lnTo>
                <a:lnTo>
                  <a:pt x="116" y="514"/>
                </a:lnTo>
                <a:lnTo>
                  <a:pt x="122" y="535"/>
                </a:lnTo>
                <a:lnTo>
                  <a:pt x="131" y="553"/>
                </a:lnTo>
                <a:lnTo>
                  <a:pt x="142" y="569"/>
                </a:lnTo>
                <a:lnTo>
                  <a:pt x="157" y="583"/>
                </a:lnTo>
                <a:lnTo>
                  <a:pt x="174" y="594"/>
                </a:lnTo>
                <a:lnTo>
                  <a:pt x="194" y="602"/>
                </a:lnTo>
                <a:lnTo>
                  <a:pt x="218" y="608"/>
                </a:lnTo>
                <a:lnTo>
                  <a:pt x="247" y="609"/>
                </a:lnTo>
                <a:lnTo>
                  <a:pt x="218" y="611"/>
                </a:lnTo>
                <a:lnTo>
                  <a:pt x="194" y="617"/>
                </a:lnTo>
                <a:lnTo>
                  <a:pt x="174" y="624"/>
                </a:lnTo>
                <a:lnTo>
                  <a:pt x="157" y="635"/>
                </a:lnTo>
                <a:lnTo>
                  <a:pt x="142" y="648"/>
                </a:lnTo>
                <a:lnTo>
                  <a:pt x="131" y="665"/>
                </a:lnTo>
                <a:lnTo>
                  <a:pt x="122" y="684"/>
                </a:lnTo>
                <a:lnTo>
                  <a:pt x="116" y="704"/>
                </a:lnTo>
                <a:lnTo>
                  <a:pt x="112" y="726"/>
                </a:lnTo>
                <a:lnTo>
                  <a:pt x="111" y="750"/>
                </a:lnTo>
                <a:lnTo>
                  <a:pt x="111" y="775"/>
                </a:lnTo>
                <a:lnTo>
                  <a:pt x="112" y="802"/>
                </a:lnTo>
                <a:lnTo>
                  <a:pt x="113" y="829"/>
                </a:lnTo>
                <a:lnTo>
                  <a:pt x="116" y="857"/>
                </a:lnTo>
                <a:lnTo>
                  <a:pt x="121" y="885"/>
                </a:lnTo>
                <a:lnTo>
                  <a:pt x="123" y="913"/>
                </a:lnTo>
                <a:lnTo>
                  <a:pt x="128" y="941"/>
                </a:lnTo>
                <a:lnTo>
                  <a:pt x="131" y="970"/>
                </a:lnTo>
                <a:lnTo>
                  <a:pt x="135" y="997"/>
                </a:lnTo>
                <a:lnTo>
                  <a:pt x="136" y="1025"/>
                </a:lnTo>
                <a:lnTo>
                  <a:pt x="138" y="1051"/>
                </a:lnTo>
                <a:lnTo>
                  <a:pt x="138" y="1076"/>
                </a:lnTo>
                <a:lnTo>
                  <a:pt x="135" y="1101"/>
                </a:lnTo>
                <a:lnTo>
                  <a:pt x="132" y="1122"/>
                </a:lnTo>
                <a:lnTo>
                  <a:pt x="126" y="1143"/>
                </a:lnTo>
                <a:lnTo>
                  <a:pt x="118" y="1161"/>
                </a:lnTo>
                <a:lnTo>
                  <a:pt x="106" y="1177"/>
                </a:lnTo>
                <a:lnTo>
                  <a:pt x="92" y="1191"/>
                </a:lnTo>
                <a:lnTo>
                  <a:pt x="75" y="1203"/>
                </a:lnTo>
                <a:lnTo>
                  <a:pt x="53" y="1210"/>
                </a:lnTo>
                <a:lnTo>
                  <a:pt x="29" y="1216"/>
                </a:lnTo>
                <a:lnTo>
                  <a:pt x="0" y="1217"/>
                </a:lnTo>
              </a:path>
            </a:pathLst>
          </a:cu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4" name="Freeform 142">
            <a:extLst>
              <a:ext uri="{FF2B5EF4-FFF2-40B4-BE49-F238E27FC236}">
                <a16:creationId xmlns:a16="http://schemas.microsoft.com/office/drawing/2014/main" id="{C8514CD7-AF9A-4E18-8B9D-ACB5BD2682C9}"/>
              </a:ext>
            </a:extLst>
          </p:cNvPr>
          <p:cNvSpPr>
            <a:spLocks/>
          </p:cNvSpPr>
          <p:nvPr/>
        </p:nvSpPr>
        <p:spPr bwMode="auto">
          <a:xfrm>
            <a:off x="7689850" y="3600450"/>
            <a:ext cx="366713" cy="3186113"/>
          </a:xfrm>
          <a:custGeom>
            <a:avLst/>
            <a:gdLst>
              <a:gd name="T0" fmla="*/ 2147483646 w 247"/>
              <a:gd name="T1" fmla="*/ 2147483646 h 1217"/>
              <a:gd name="T2" fmla="*/ 2147483646 w 247"/>
              <a:gd name="T3" fmla="*/ 2147483646 h 1217"/>
              <a:gd name="T4" fmla="*/ 2147483646 w 247"/>
              <a:gd name="T5" fmla="*/ 2147483646 h 1217"/>
              <a:gd name="T6" fmla="*/ 2147483646 w 247"/>
              <a:gd name="T7" fmla="*/ 2147483646 h 1217"/>
              <a:gd name="T8" fmla="*/ 2147483646 w 247"/>
              <a:gd name="T9" fmla="*/ 2147483646 h 1217"/>
              <a:gd name="T10" fmla="*/ 2147483646 w 247"/>
              <a:gd name="T11" fmla="*/ 2147483646 h 1217"/>
              <a:gd name="T12" fmla="*/ 2147483646 w 247"/>
              <a:gd name="T13" fmla="*/ 2147483646 h 1217"/>
              <a:gd name="T14" fmla="*/ 2147483646 w 247"/>
              <a:gd name="T15" fmla="*/ 2147483646 h 1217"/>
              <a:gd name="T16" fmla="*/ 2147483646 w 247"/>
              <a:gd name="T17" fmla="*/ 2147483646 h 1217"/>
              <a:gd name="T18" fmla="*/ 2147483646 w 247"/>
              <a:gd name="T19" fmla="*/ 2147483646 h 1217"/>
              <a:gd name="T20" fmla="*/ 2147483646 w 247"/>
              <a:gd name="T21" fmla="*/ 2147483646 h 1217"/>
              <a:gd name="T22" fmla="*/ 2147483646 w 247"/>
              <a:gd name="T23" fmla="*/ 2147483646 h 1217"/>
              <a:gd name="T24" fmla="*/ 2147483646 w 247"/>
              <a:gd name="T25" fmla="*/ 2147483646 h 1217"/>
              <a:gd name="T26" fmla="*/ 2147483646 w 247"/>
              <a:gd name="T27" fmla="*/ 2147483646 h 1217"/>
              <a:gd name="T28" fmla="*/ 2147483646 w 247"/>
              <a:gd name="T29" fmla="*/ 2147483646 h 1217"/>
              <a:gd name="T30" fmla="*/ 2147483646 w 247"/>
              <a:gd name="T31" fmla="*/ 2147483646 h 1217"/>
              <a:gd name="T32" fmla="*/ 2147483646 w 247"/>
              <a:gd name="T33" fmla="*/ 2147483646 h 1217"/>
              <a:gd name="T34" fmla="*/ 2147483646 w 247"/>
              <a:gd name="T35" fmla="*/ 2147483646 h 1217"/>
              <a:gd name="T36" fmla="*/ 2147483646 w 247"/>
              <a:gd name="T37" fmla="*/ 2147483646 h 1217"/>
              <a:gd name="T38" fmla="*/ 2147483646 w 247"/>
              <a:gd name="T39" fmla="*/ 2147483646 h 1217"/>
              <a:gd name="T40" fmla="*/ 2147483646 w 247"/>
              <a:gd name="T41" fmla="*/ 2147483646 h 1217"/>
              <a:gd name="T42" fmla="*/ 2147483646 w 247"/>
              <a:gd name="T43" fmla="*/ 2147483646 h 1217"/>
              <a:gd name="T44" fmla="*/ 2147483646 w 247"/>
              <a:gd name="T45" fmla="*/ 2147483646 h 1217"/>
              <a:gd name="T46" fmla="*/ 2147483646 w 247"/>
              <a:gd name="T47" fmla="*/ 2147483646 h 1217"/>
              <a:gd name="T48" fmla="*/ 2147483646 w 247"/>
              <a:gd name="T49" fmla="*/ 2147483646 h 1217"/>
              <a:gd name="T50" fmla="*/ 2147483646 w 247"/>
              <a:gd name="T51" fmla="*/ 2147483646 h 1217"/>
              <a:gd name="T52" fmla="*/ 2147483646 w 247"/>
              <a:gd name="T53" fmla="*/ 2147483646 h 1217"/>
              <a:gd name="T54" fmla="*/ 2147483646 w 247"/>
              <a:gd name="T55" fmla="*/ 2147483646 h 1217"/>
              <a:gd name="T56" fmla="*/ 2147483646 w 247"/>
              <a:gd name="T57" fmla="*/ 2147483646 h 1217"/>
              <a:gd name="T58" fmla="*/ 2147483646 w 247"/>
              <a:gd name="T59" fmla="*/ 2147483646 h 1217"/>
              <a:gd name="T60" fmla="*/ 2147483646 w 247"/>
              <a:gd name="T61" fmla="*/ 2147483646 h 1217"/>
              <a:gd name="T62" fmla="*/ 2147483646 w 247"/>
              <a:gd name="T63" fmla="*/ 2147483646 h 1217"/>
              <a:gd name="T64" fmla="*/ 0 w 247"/>
              <a:gd name="T65" fmla="*/ 2147483646 h 121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7"/>
              <a:gd name="T100" fmla="*/ 0 h 1217"/>
              <a:gd name="T101" fmla="*/ 247 w 247"/>
              <a:gd name="T102" fmla="*/ 1217 h 1217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7" h="1217">
                <a:moveTo>
                  <a:pt x="0" y="0"/>
                </a:moveTo>
                <a:lnTo>
                  <a:pt x="29" y="3"/>
                </a:lnTo>
                <a:lnTo>
                  <a:pt x="53" y="7"/>
                </a:lnTo>
                <a:lnTo>
                  <a:pt x="75" y="16"/>
                </a:lnTo>
                <a:lnTo>
                  <a:pt x="92" y="27"/>
                </a:lnTo>
                <a:lnTo>
                  <a:pt x="106" y="40"/>
                </a:lnTo>
                <a:lnTo>
                  <a:pt x="118" y="57"/>
                </a:lnTo>
                <a:lnTo>
                  <a:pt x="126" y="75"/>
                </a:lnTo>
                <a:lnTo>
                  <a:pt x="132" y="96"/>
                </a:lnTo>
                <a:lnTo>
                  <a:pt x="135" y="118"/>
                </a:lnTo>
                <a:lnTo>
                  <a:pt x="138" y="142"/>
                </a:lnTo>
                <a:lnTo>
                  <a:pt x="138" y="167"/>
                </a:lnTo>
                <a:lnTo>
                  <a:pt x="136" y="194"/>
                </a:lnTo>
                <a:lnTo>
                  <a:pt x="135" y="220"/>
                </a:lnTo>
                <a:lnTo>
                  <a:pt x="131" y="249"/>
                </a:lnTo>
                <a:lnTo>
                  <a:pt x="128" y="276"/>
                </a:lnTo>
                <a:lnTo>
                  <a:pt x="123" y="305"/>
                </a:lnTo>
                <a:lnTo>
                  <a:pt x="121" y="333"/>
                </a:lnTo>
                <a:lnTo>
                  <a:pt x="116" y="362"/>
                </a:lnTo>
                <a:lnTo>
                  <a:pt x="113" y="389"/>
                </a:lnTo>
                <a:lnTo>
                  <a:pt x="112" y="417"/>
                </a:lnTo>
                <a:lnTo>
                  <a:pt x="111" y="443"/>
                </a:lnTo>
                <a:lnTo>
                  <a:pt x="111" y="469"/>
                </a:lnTo>
                <a:lnTo>
                  <a:pt x="112" y="491"/>
                </a:lnTo>
                <a:lnTo>
                  <a:pt x="116" y="514"/>
                </a:lnTo>
                <a:lnTo>
                  <a:pt x="122" y="535"/>
                </a:lnTo>
                <a:lnTo>
                  <a:pt x="131" y="553"/>
                </a:lnTo>
                <a:lnTo>
                  <a:pt x="142" y="569"/>
                </a:lnTo>
                <a:lnTo>
                  <a:pt x="157" y="583"/>
                </a:lnTo>
                <a:lnTo>
                  <a:pt x="174" y="594"/>
                </a:lnTo>
                <a:lnTo>
                  <a:pt x="194" y="602"/>
                </a:lnTo>
                <a:lnTo>
                  <a:pt x="218" y="608"/>
                </a:lnTo>
                <a:lnTo>
                  <a:pt x="247" y="609"/>
                </a:lnTo>
                <a:lnTo>
                  <a:pt x="218" y="611"/>
                </a:lnTo>
                <a:lnTo>
                  <a:pt x="194" y="617"/>
                </a:lnTo>
                <a:lnTo>
                  <a:pt x="174" y="624"/>
                </a:lnTo>
                <a:lnTo>
                  <a:pt x="157" y="635"/>
                </a:lnTo>
                <a:lnTo>
                  <a:pt x="142" y="648"/>
                </a:lnTo>
                <a:lnTo>
                  <a:pt x="131" y="665"/>
                </a:lnTo>
                <a:lnTo>
                  <a:pt x="122" y="684"/>
                </a:lnTo>
                <a:lnTo>
                  <a:pt x="116" y="704"/>
                </a:lnTo>
                <a:lnTo>
                  <a:pt x="112" y="726"/>
                </a:lnTo>
                <a:lnTo>
                  <a:pt x="111" y="750"/>
                </a:lnTo>
                <a:lnTo>
                  <a:pt x="111" y="775"/>
                </a:lnTo>
                <a:lnTo>
                  <a:pt x="112" y="802"/>
                </a:lnTo>
                <a:lnTo>
                  <a:pt x="113" y="829"/>
                </a:lnTo>
                <a:lnTo>
                  <a:pt x="116" y="857"/>
                </a:lnTo>
                <a:lnTo>
                  <a:pt x="121" y="885"/>
                </a:lnTo>
                <a:lnTo>
                  <a:pt x="123" y="913"/>
                </a:lnTo>
                <a:lnTo>
                  <a:pt x="128" y="941"/>
                </a:lnTo>
                <a:lnTo>
                  <a:pt x="131" y="970"/>
                </a:lnTo>
                <a:lnTo>
                  <a:pt x="135" y="997"/>
                </a:lnTo>
                <a:lnTo>
                  <a:pt x="136" y="1025"/>
                </a:lnTo>
                <a:lnTo>
                  <a:pt x="138" y="1051"/>
                </a:lnTo>
                <a:lnTo>
                  <a:pt x="138" y="1076"/>
                </a:lnTo>
                <a:lnTo>
                  <a:pt x="135" y="1101"/>
                </a:lnTo>
                <a:lnTo>
                  <a:pt x="132" y="1122"/>
                </a:lnTo>
                <a:lnTo>
                  <a:pt x="126" y="1143"/>
                </a:lnTo>
                <a:lnTo>
                  <a:pt x="118" y="1161"/>
                </a:lnTo>
                <a:lnTo>
                  <a:pt x="106" y="1177"/>
                </a:lnTo>
                <a:lnTo>
                  <a:pt x="92" y="1191"/>
                </a:lnTo>
                <a:lnTo>
                  <a:pt x="75" y="1203"/>
                </a:lnTo>
                <a:lnTo>
                  <a:pt x="53" y="1210"/>
                </a:lnTo>
                <a:lnTo>
                  <a:pt x="29" y="1216"/>
                </a:lnTo>
                <a:lnTo>
                  <a:pt x="0" y="1217"/>
                </a:lnTo>
              </a:path>
            </a:pathLst>
          </a:cu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5" name="TextBox 2">
            <a:extLst>
              <a:ext uri="{FF2B5EF4-FFF2-40B4-BE49-F238E27FC236}">
                <a16:creationId xmlns:a16="http://schemas.microsoft.com/office/drawing/2014/main" id="{DC68685E-C818-4D87-86B3-E066798BFF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0050" y="1428750"/>
            <a:ext cx="11080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– 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15</a:t>
            </a:r>
          </a:p>
        </p:txBody>
      </p:sp>
      <p:sp>
        <p:nvSpPr>
          <p:cNvPr id="114696" name="TextBox 8">
            <a:extLst>
              <a:ext uri="{FF2B5EF4-FFF2-40B4-BE49-F238E27FC236}">
                <a16:creationId xmlns:a16="http://schemas.microsoft.com/office/drawing/2014/main" id="{70D308A1-D572-4EB8-9FCD-E3ECA22A7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0525" y="4872038"/>
            <a:ext cx="12112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16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– 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31</a:t>
            </a:r>
          </a:p>
        </p:txBody>
      </p:sp>
      <p:sp>
        <p:nvSpPr>
          <p:cNvPr id="114697" name="TextBox 3">
            <a:extLst>
              <a:ext uri="{FF2B5EF4-FFF2-40B4-BE49-F238E27FC236}">
                <a16:creationId xmlns:a16="http://schemas.microsoft.com/office/drawing/2014/main" id="{4CCE508A-388B-4E3A-BACC-1D78BEA852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448050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En</a:t>
            </a:r>
          </a:p>
        </p:txBody>
      </p:sp>
      <p:cxnSp>
        <p:nvCxnSpPr>
          <p:cNvPr id="114698" name="Straight Connector 20">
            <a:extLst>
              <a:ext uri="{FF2B5EF4-FFF2-40B4-BE49-F238E27FC236}">
                <a16:creationId xmlns:a16="http://schemas.microsoft.com/office/drawing/2014/main" id="{7FB8F0DF-9A0E-4D2B-A231-4C388E9463D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27488" y="1982788"/>
            <a:ext cx="13763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699" name="Straight Connector 25">
            <a:extLst>
              <a:ext uri="{FF2B5EF4-FFF2-40B4-BE49-F238E27FC236}">
                <a16:creationId xmlns:a16="http://schemas.microsoft.com/office/drawing/2014/main" id="{1873A44D-99CC-48B9-AB78-A4B4D6E6918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46538" y="1981200"/>
            <a:ext cx="1587" cy="7429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700" name="Straight Connector 27">
            <a:extLst>
              <a:ext uri="{FF2B5EF4-FFF2-40B4-BE49-F238E27FC236}">
                <a16:creationId xmlns:a16="http://schemas.microsoft.com/office/drawing/2014/main" id="{C59CC555-4819-46AE-837A-96CDF1C32D5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38600" y="5419725"/>
            <a:ext cx="137636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701" name="Straight Connector 28">
            <a:extLst>
              <a:ext uri="{FF2B5EF4-FFF2-40B4-BE49-F238E27FC236}">
                <a16:creationId xmlns:a16="http://schemas.microsoft.com/office/drawing/2014/main" id="{A60882BA-F752-45AE-A538-BD67A19F354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57650" y="4695825"/>
            <a:ext cx="3175" cy="7429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Title 1">
            <a:extLst>
              <a:ext uri="{FF2B5EF4-FFF2-40B4-BE49-F238E27FC236}">
                <a16:creationId xmlns:a16="http://schemas.microsoft.com/office/drawing/2014/main" id="{17D87191-5FCC-4458-BF4F-8196B4A4E67D}"/>
              </a:ext>
            </a:extLst>
          </p:cNvPr>
          <p:cNvSpPr txBox="1">
            <a:spLocks/>
          </p:cNvSpPr>
          <p:nvPr/>
        </p:nvSpPr>
        <p:spPr bwMode="auto">
          <a:xfrm>
            <a:off x="31750" y="11113"/>
            <a:ext cx="335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Let’s build a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5-to-32 decoder</a:t>
            </a:r>
          </a:p>
        </p:txBody>
      </p:sp>
      <p:pic>
        <p:nvPicPr>
          <p:cNvPr id="115714" name="Picture 3" descr="Screen shot 2013-10-16 at 3.34.28 PM.png">
            <a:extLst>
              <a:ext uri="{FF2B5EF4-FFF2-40B4-BE49-F238E27FC236}">
                <a16:creationId xmlns:a16="http://schemas.microsoft.com/office/drawing/2014/main" id="{0B708BF0-85C6-491F-A220-B72AE6DD04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2209800"/>
            <a:ext cx="3378200" cy="311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5715" name="Picture 1" descr="Screen shot 2015-10-12 at 3.28.30 PM.png">
            <a:extLst>
              <a:ext uri="{FF2B5EF4-FFF2-40B4-BE49-F238E27FC236}">
                <a16:creationId xmlns:a16="http://schemas.microsoft.com/office/drawing/2014/main" id="{2B331FFF-0225-464C-8EA4-8F194F3453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-7938"/>
            <a:ext cx="2533650" cy="3429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5716" name="Picture 6" descr="Screen shot 2015-10-12 at 3.28.30 PM.png">
            <a:extLst>
              <a:ext uri="{FF2B5EF4-FFF2-40B4-BE49-F238E27FC236}">
                <a16:creationId xmlns:a16="http://schemas.microsoft.com/office/drawing/2014/main" id="{B5FBA7F7-76C9-46FB-A2AF-A363919A28E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0" y="3429000"/>
            <a:ext cx="253365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7" name="Freeform 142">
            <a:extLst>
              <a:ext uri="{FF2B5EF4-FFF2-40B4-BE49-F238E27FC236}">
                <a16:creationId xmlns:a16="http://schemas.microsoft.com/office/drawing/2014/main" id="{7097A4B6-5694-4788-8074-112631215000}"/>
              </a:ext>
            </a:extLst>
          </p:cNvPr>
          <p:cNvSpPr>
            <a:spLocks/>
          </p:cNvSpPr>
          <p:nvPr/>
        </p:nvSpPr>
        <p:spPr bwMode="auto">
          <a:xfrm>
            <a:off x="7673975" y="168275"/>
            <a:ext cx="366713" cy="3186113"/>
          </a:xfrm>
          <a:custGeom>
            <a:avLst/>
            <a:gdLst>
              <a:gd name="T0" fmla="*/ 2147483646 w 247"/>
              <a:gd name="T1" fmla="*/ 2147483646 h 1217"/>
              <a:gd name="T2" fmla="*/ 2147483646 w 247"/>
              <a:gd name="T3" fmla="*/ 2147483646 h 1217"/>
              <a:gd name="T4" fmla="*/ 2147483646 w 247"/>
              <a:gd name="T5" fmla="*/ 2147483646 h 1217"/>
              <a:gd name="T6" fmla="*/ 2147483646 w 247"/>
              <a:gd name="T7" fmla="*/ 2147483646 h 1217"/>
              <a:gd name="T8" fmla="*/ 2147483646 w 247"/>
              <a:gd name="T9" fmla="*/ 2147483646 h 1217"/>
              <a:gd name="T10" fmla="*/ 2147483646 w 247"/>
              <a:gd name="T11" fmla="*/ 2147483646 h 1217"/>
              <a:gd name="T12" fmla="*/ 2147483646 w 247"/>
              <a:gd name="T13" fmla="*/ 2147483646 h 1217"/>
              <a:gd name="T14" fmla="*/ 2147483646 w 247"/>
              <a:gd name="T15" fmla="*/ 2147483646 h 1217"/>
              <a:gd name="T16" fmla="*/ 2147483646 w 247"/>
              <a:gd name="T17" fmla="*/ 2147483646 h 1217"/>
              <a:gd name="T18" fmla="*/ 2147483646 w 247"/>
              <a:gd name="T19" fmla="*/ 2147483646 h 1217"/>
              <a:gd name="T20" fmla="*/ 2147483646 w 247"/>
              <a:gd name="T21" fmla="*/ 2147483646 h 1217"/>
              <a:gd name="T22" fmla="*/ 2147483646 w 247"/>
              <a:gd name="T23" fmla="*/ 2147483646 h 1217"/>
              <a:gd name="T24" fmla="*/ 2147483646 w 247"/>
              <a:gd name="T25" fmla="*/ 2147483646 h 1217"/>
              <a:gd name="T26" fmla="*/ 2147483646 w 247"/>
              <a:gd name="T27" fmla="*/ 2147483646 h 1217"/>
              <a:gd name="T28" fmla="*/ 2147483646 w 247"/>
              <a:gd name="T29" fmla="*/ 2147483646 h 1217"/>
              <a:gd name="T30" fmla="*/ 2147483646 w 247"/>
              <a:gd name="T31" fmla="*/ 2147483646 h 1217"/>
              <a:gd name="T32" fmla="*/ 2147483646 w 247"/>
              <a:gd name="T33" fmla="*/ 2147483646 h 1217"/>
              <a:gd name="T34" fmla="*/ 2147483646 w 247"/>
              <a:gd name="T35" fmla="*/ 2147483646 h 1217"/>
              <a:gd name="T36" fmla="*/ 2147483646 w 247"/>
              <a:gd name="T37" fmla="*/ 2147483646 h 1217"/>
              <a:gd name="T38" fmla="*/ 2147483646 w 247"/>
              <a:gd name="T39" fmla="*/ 2147483646 h 1217"/>
              <a:gd name="T40" fmla="*/ 2147483646 w 247"/>
              <a:gd name="T41" fmla="*/ 2147483646 h 1217"/>
              <a:gd name="T42" fmla="*/ 2147483646 w 247"/>
              <a:gd name="T43" fmla="*/ 2147483646 h 1217"/>
              <a:gd name="T44" fmla="*/ 2147483646 w 247"/>
              <a:gd name="T45" fmla="*/ 2147483646 h 1217"/>
              <a:gd name="T46" fmla="*/ 2147483646 w 247"/>
              <a:gd name="T47" fmla="*/ 2147483646 h 1217"/>
              <a:gd name="T48" fmla="*/ 2147483646 w 247"/>
              <a:gd name="T49" fmla="*/ 2147483646 h 1217"/>
              <a:gd name="T50" fmla="*/ 2147483646 w 247"/>
              <a:gd name="T51" fmla="*/ 2147483646 h 1217"/>
              <a:gd name="T52" fmla="*/ 2147483646 w 247"/>
              <a:gd name="T53" fmla="*/ 2147483646 h 1217"/>
              <a:gd name="T54" fmla="*/ 2147483646 w 247"/>
              <a:gd name="T55" fmla="*/ 2147483646 h 1217"/>
              <a:gd name="T56" fmla="*/ 2147483646 w 247"/>
              <a:gd name="T57" fmla="*/ 2147483646 h 1217"/>
              <a:gd name="T58" fmla="*/ 2147483646 w 247"/>
              <a:gd name="T59" fmla="*/ 2147483646 h 1217"/>
              <a:gd name="T60" fmla="*/ 2147483646 w 247"/>
              <a:gd name="T61" fmla="*/ 2147483646 h 1217"/>
              <a:gd name="T62" fmla="*/ 2147483646 w 247"/>
              <a:gd name="T63" fmla="*/ 2147483646 h 1217"/>
              <a:gd name="T64" fmla="*/ 0 w 247"/>
              <a:gd name="T65" fmla="*/ 2147483646 h 121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7"/>
              <a:gd name="T100" fmla="*/ 0 h 1217"/>
              <a:gd name="T101" fmla="*/ 247 w 247"/>
              <a:gd name="T102" fmla="*/ 1217 h 1217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7" h="1217">
                <a:moveTo>
                  <a:pt x="0" y="0"/>
                </a:moveTo>
                <a:lnTo>
                  <a:pt x="29" y="3"/>
                </a:lnTo>
                <a:lnTo>
                  <a:pt x="53" y="7"/>
                </a:lnTo>
                <a:lnTo>
                  <a:pt x="75" y="16"/>
                </a:lnTo>
                <a:lnTo>
                  <a:pt x="92" y="27"/>
                </a:lnTo>
                <a:lnTo>
                  <a:pt x="106" y="40"/>
                </a:lnTo>
                <a:lnTo>
                  <a:pt x="118" y="57"/>
                </a:lnTo>
                <a:lnTo>
                  <a:pt x="126" y="75"/>
                </a:lnTo>
                <a:lnTo>
                  <a:pt x="132" y="96"/>
                </a:lnTo>
                <a:lnTo>
                  <a:pt x="135" y="118"/>
                </a:lnTo>
                <a:lnTo>
                  <a:pt x="138" y="142"/>
                </a:lnTo>
                <a:lnTo>
                  <a:pt x="138" y="167"/>
                </a:lnTo>
                <a:lnTo>
                  <a:pt x="136" y="194"/>
                </a:lnTo>
                <a:lnTo>
                  <a:pt x="135" y="220"/>
                </a:lnTo>
                <a:lnTo>
                  <a:pt x="131" y="249"/>
                </a:lnTo>
                <a:lnTo>
                  <a:pt x="128" y="276"/>
                </a:lnTo>
                <a:lnTo>
                  <a:pt x="123" y="305"/>
                </a:lnTo>
                <a:lnTo>
                  <a:pt x="121" y="333"/>
                </a:lnTo>
                <a:lnTo>
                  <a:pt x="116" y="362"/>
                </a:lnTo>
                <a:lnTo>
                  <a:pt x="113" y="389"/>
                </a:lnTo>
                <a:lnTo>
                  <a:pt x="112" y="417"/>
                </a:lnTo>
                <a:lnTo>
                  <a:pt x="111" y="443"/>
                </a:lnTo>
                <a:lnTo>
                  <a:pt x="111" y="469"/>
                </a:lnTo>
                <a:lnTo>
                  <a:pt x="112" y="491"/>
                </a:lnTo>
                <a:lnTo>
                  <a:pt x="116" y="514"/>
                </a:lnTo>
                <a:lnTo>
                  <a:pt x="122" y="535"/>
                </a:lnTo>
                <a:lnTo>
                  <a:pt x="131" y="553"/>
                </a:lnTo>
                <a:lnTo>
                  <a:pt x="142" y="569"/>
                </a:lnTo>
                <a:lnTo>
                  <a:pt x="157" y="583"/>
                </a:lnTo>
                <a:lnTo>
                  <a:pt x="174" y="594"/>
                </a:lnTo>
                <a:lnTo>
                  <a:pt x="194" y="602"/>
                </a:lnTo>
                <a:lnTo>
                  <a:pt x="218" y="608"/>
                </a:lnTo>
                <a:lnTo>
                  <a:pt x="247" y="609"/>
                </a:lnTo>
                <a:lnTo>
                  <a:pt x="218" y="611"/>
                </a:lnTo>
                <a:lnTo>
                  <a:pt x="194" y="617"/>
                </a:lnTo>
                <a:lnTo>
                  <a:pt x="174" y="624"/>
                </a:lnTo>
                <a:lnTo>
                  <a:pt x="157" y="635"/>
                </a:lnTo>
                <a:lnTo>
                  <a:pt x="142" y="648"/>
                </a:lnTo>
                <a:lnTo>
                  <a:pt x="131" y="665"/>
                </a:lnTo>
                <a:lnTo>
                  <a:pt x="122" y="684"/>
                </a:lnTo>
                <a:lnTo>
                  <a:pt x="116" y="704"/>
                </a:lnTo>
                <a:lnTo>
                  <a:pt x="112" y="726"/>
                </a:lnTo>
                <a:lnTo>
                  <a:pt x="111" y="750"/>
                </a:lnTo>
                <a:lnTo>
                  <a:pt x="111" y="775"/>
                </a:lnTo>
                <a:lnTo>
                  <a:pt x="112" y="802"/>
                </a:lnTo>
                <a:lnTo>
                  <a:pt x="113" y="829"/>
                </a:lnTo>
                <a:lnTo>
                  <a:pt x="116" y="857"/>
                </a:lnTo>
                <a:lnTo>
                  <a:pt x="121" y="885"/>
                </a:lnTo>
                <a:lnTo>
                  <a:pt x="123" y="913"/>
                </a:lnTo>
                <a:lnTo>
                  <a:pt x="128" y="941"/>
                </a:lnTo>
                <a:lnTo>
                  <a:pt x="131" y="970"/>
                </a:lnTo>
                <a:lnTo>
                  <a:pt x="135" y="997"/>
                </a:lnTo>
                <a:lnTo>
                  <a:pt x="136" y="1025"/>
                </a:lnTo>
                <a:lnTo>
                  <a:pt x="138" y="1051"/>
                </a:lnTo>
                <a:lnTo>
                  <a:pt x="138" y="1076"/>
                </a:lnTo>
                <a:lnTo>
                  <a:pt x="135" y="1101"/>
                </a:lnTo>
                <a:lnTo>
                  <a:pt x="132" y="1122"/>
                </a:lnTo>
                <a:lnTo>
                  <a:pt x="126" y="1143"/>
                </a:lnTo>
                <a:lnTo>
                  <a:pt x="118" y="1161"/>
                </a:lnTo>
                <a:lnTo>
                  <a:pt x="106" y="1177"/>
                </a:lnTo>
                <a:lnTo>
                  <a:pt x="92" y="1191"/>
                </a:lnTo>
                <a:lnTo>
                  <a:pt x="75" y="1203"/>
                </a:lnTo>
                <a:lnTo>
                  <a:pt x="53" y="1210"/>
                </a:lnTo>
                <a:lnTo>
                  <a:pt x="29" y="1216"/>
                </a:lnTo>
                <a:lnTo>
                  <a:pt x="0" y="1217"/>
                </a:lnTo>
              </a:path>
            </a:pathLst>
          </a:cu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18" name="Freeform 142">
            <a:extLst>
              <a:ext uri="{FF2B5EF4-FFF2-40B4-BE49-F238E27FC236}">
                <a16:creationId xmlns:a16="http://schemas.microsoft.com/office/drawing/2014/main" id="{097B5425-97EC-428C-8584-E92F70B01535}"/>
              </a:ext>
            </a:extLst>
          </p:cNvPr>
          <p:cNvSpPr>
            <a:spLocks/>
          </p:cNvSpPr>
          <p:nvPr/>
        </p:nvSpPr>
        <p:spPr bwMode="auto">
          <a:xfrm>
            <a:off x="7689850" y="3600450"/>
            <a:ext cx="366713" cy="3186113"/>
          </a:xfrm>
          <a:custGeom>
            <a:avLst/>
            <a:gdLst>
              <a:gd name="T0" fmla="*/ 2147483646 w 247"/>
              <a:gd name="T1" fmla="*/ 2147483646 h 1217"/>
              <a:gd name="T2" fmla="*/ 2147483646 w 247"/>
              <a:gd name="T3" fmla="*/ 2147483646 h 1217"/>
              <a:gd name="T4" fmla="*/ 2147483646 w 247"/>
              <a:gd name="T5" fmla="*/ 2147483646 h 1217"/>
              <a:gd name="T6" fmla="*/ 2147483646 w 247"/>
              <a:gd name="T7" fmla="*/ 2147483646 h 1217"/>
              <a:gd name="T8" fmla="*/ 2147483646 w 247"/>
              <a:gd name="T9" fmla="*/ 2147483646 h 1217"/>
              <a:gd name="T10" fmla="*/ 2147483646 w 247"/>
              <a:gd name="T11" fmla="*/ 2147483646 h 1217"/>
              <a:gd name="T12" fmla="*/ 2147483646 w 247"/>
              <a:gd name="T13" fmla="*/ 2147483646 h 1217"/>
              <a:gd name="T14" fmla="*/ 2147483646 w 247"/>
              <a:gd name="T15" fmla="*/ 2147483646 h 1217"/>
              <a:gd name="T16" fmla="*/ 2147483646 w 247"/>
              <a:gd name="T17" fmla="*/ 2147483646 h 1217"/>
              <a:gd name="T18" fmla="*/ 2147483646 w 247"/>
              <a:gd name="T19" fmla="*/ 2147483646 h 1217"/>
              <a:gd name="T20" fmla="*/ 2147483646 w 247"/>
              <a:gd name="T21" fmla="*/ 2147483646 h 1217"/>
              <a:gd name="T22" fmla="*/ 2147483646 w 247"/>
              <a:gd name="T23" fmla="*/ 2147483646 h 1217"/>
              <a:gd name="T24" fmla="*/ 2147483646 w 247"/>
              <a:gd name="T25" fmla="*/ 2147483646 h 1217"/>
              <a:gd name="T26" fmla="*/ 2147483646 w 247"/>
              <a:gd name="T27" fmla="*/ 2147483646 h 1217"/>
              <a:gd name="T28" fmla="*/ 2147483646 w 247"/>
              <a:gd name="T29" fmla="*/ 2147483646 h 1217"/>
              <a:gd name="T30" fmla="*/ 2147483646 w 247"/>
              <a:gd name="T31" fmla="*/ 2147483646 h 1217"/>
              <a:gd name="T32" fmla="*/ 2147483646 w 247"/>
              <a:gd name="T33" fmla="*/ 2147483646 h 1217"/>
              <a:gd name="T34" fmla="*/ 2147483646 w 247"/>
              <a:gd name="T35" fmla="*/ 2147483646 h 1217"/>
              <a:gd name="T36" fmla="*/ 2147483646 w 247"/>
              <a:gd name="T37" fmla="*/ 2147483646 h 1217"/>
              <a:gd name="T38" fmla="*/ 2147483646 w 247"/>
              <a:gd name="T39" fmla="*/ 2147483646 h 1217"/>
              <a:gd name="T40" fmla="*/ 2147483646 w 247"/>
              <a:gd name="T41" fmla="*/ 2147483646 h 1217"/>
              <a:gd name="T42" fmla="*/ 2147483646 w 247"/>
              <a:gd name="T43" fmla="*/ 2147483646 h 1217"/>
              <a:gd name="T44" fmla="*/ 2147483646 w 247"/>
              <a:gd name="T45" fmla="*/ 2147483646 h 1217"/>
              <a:gd name="T46" fmla="*/ 2147483646 w 247"/>
              <a:gd name="T47" fmla="*/ 2147483646 h 1217"/>
              <a:gd name="T48" fmla="*/ 2147483646 w 247"/>
              <a:gd name="T49" fmla="*/ 2147483646 h 1217"/>
              <a:gd name="T50" fmla="*/ 2147483646 w 247"/>
              <a:gd name="T51" fmla="*/ 2147483646 h 1217"/>
              <a:gd name="T52" fmla="*/ 2147483646 w 247"/>
              <a:gd name="T53" fmla="*/ 2147483646 h 1217"/>
              <a:gd name="T54" fmla="*/ 2147483646 w 247"/>
              <a:gd name="T55" fmla="*/ 2147483646 h 1217"/>
              <a:gd name="T56" fmla="*/ 2147483646 w 247"/>
              <a:gd name="T57" fmla="*/ 2147483646 h 1217"/>
              <a:gd name="T58" fmla="*/ 2147483646 w 247"/>
              <a:gd name="T59" fmla="*/ 2147483646 h 1217"/>
              <a:gd name="T60" fmla="*/ 2147483646 w 247"/>
              <a:gd name="T61" fmla="*/ 2147483646 h 1217"/>
              <a:gd name="T62" fmla="*/ 2147483646 w 247"/>
              <a:gd name="T63" fmla="*/ 2147483646 h 1217"/>
              <a:gd name="T64" fmla="*/ 0 w 247"/>
              <a:gd name="T65" fmla="*/ 2147483646 h 121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7"/>
              <a:gd name="T100" fmla="*/ 0 h 1217"/>
              <a:gd name="T101" fmla="*/ 247 w 247"/>
              <a:gd name="T102" fmla="*/ 1217 h 1217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7" h="1217">
                <a:moveTo>
                  <a:pt x="0" y="0"/>
                </a:moveTo>
                <a:lnTo>
                  <a:pt x="29" y="3"/>
                </a:lnTo>
                <a:lnTo>
                  <a:pt x="53" y="7"/>
                </a:lnTo>
                <a:lnTo>
                  <a:pt x="75" y="16"/>
                </a:lnTo>
                <a:lnTo>
                  <a:pt x="92" y="27"/>
                </a:lnTo>
                <a:lnTo>
                  <a:pt x="106" y="40"/>
                </a:lnTo>
                <a:lnTo>
                  <a:pt x="118" y="57"/>
                </a:lnTo>
                <a:lnTo>
                  <a:pt x="126" y="75"/>
                </a:lnTo>
                <a:lnTo>
                  <a:pt x="132" y="96"/>
                </a:lnTo>
                <a:lnTo>
                  <a:pt x="135" y="118"/>
                </a:lnTo>
                <a:lnTo>
                  <a:pt x="138" y="142"/>
                </a:lnTo>
                <a:lnTo>
                  <a:pt x="138" y="167"/>
                </a:lnTo>
                <a:lnTo>
                  <a:pt x="136" y="194"/>
                </a:lnTo>
                <a:lnTo>
                  <a:pt x="135" y="220"/>
                </a:lnTo>
                <a:lnTo>
                  <a:pt x="131" y="249"/>
                </a:lnTo>
                <a:lnTo>
                  <a:pt x="128" y="276"/>
                </a:lnTo>
                <a:lnTo>
                  <a:pt x="123" y="305"/>
                </a:lnTo>
                <a:lnTo>
                  <a:pt x="121" y="333"/>
                </a:lnTo>
                <a:lnTo>
                  <a:pt x="116" y="362"/>
                </a:lnTo>
                <a:lnTo>
                  <a:pt x="113" y="389"/>
                </a:lnTo>
                <a:lnTo>
                  <a:pt x="112" y="417"/>
                </a:lnTo>
                <a:lnTo>
                  <a:pt x="111" y="443"/>
                </a:lnTo>
                <a:lnTo>
                  <a:pt x="111" y="469"/>
                </a:lnTo>
                <a:lnTo>
                  <a:pt x="112" y="491"/>
                </a:lnTo>
                <a:lnTo>
                  <a:pt x="116" y="514"/>
                </a:lnTo>
                <a:lnTo>
                  <a:pt x="122" y="535"/>
                </a:lnTo>
                <a:lnTo>
                  <a:pt x="131" y="553"/>
                </a:lnTo>
                <a:lnTo>
                  <a:pt x="142" y="569"/>
                </a:lnTo>
                <a:lnTo>
                  <a:pt x="157" y="583"/>
                </a:lnTo>
                <a:lnTo>
                  <a:pt x="174" y="594"/>
                </a:lnTo>
                <a:lnTo>
                  <a:pt x="194" y="602"/>
                </a:lnTo>
                <a:lnTo>
                  <a:pt x="218" y="608"/>
                </a:lnTo>
                <a:lnTo>
                  <a:pt x="247" y="609"/>
                </a:lnTo>
                <a:lnTo>
                  <a:pt x="218" y="611"/>
                </a:lnTo>
                <a:lnTo>
                  <a:pt x="194" y="617"/>
                </a:lnTo>
                <a:lnTo>
                  <a:pt x="174" y="624"/>
                </a:lnTo>
                <a:lnTo>
                  <a:pt x="157" y="635"/>
                </a:lnTo>
                <a:lnTo>
                  <a:pt x="142" y="648"/>
                </a:lnTo>
                <a:lnTo>
                  <a:pt x="131" y="665"/>
                </a:lnTo>
                <a:lnTo>
                  <a:pt x="122" y="684"/>
                </a:lnTo>
                <a:lnTo>
                  <a:pt x="116" y="704"/>
                </a:lnTo>
                <a:lnTo>
                  <a:pt x="112" y="726"/>
                </a:lnTo>
                <a:lnTo>
                  <a:pt x="111" y="750"/>
                </a:lnTo>
                <a:lnTo>
                  <a:pt x="111" y="775"/>
                </a:lnTo>
                <a:lnTo>
                  <a:pt x="112" y="802"/>
                </a:lnTo>
                <a:lnTo>
                  <a:pt x="113" y="829"/>
                </a:lnTo>
                <a:lnTo>
                  <a:pt x="116" y="857"/>
                </a:lnTo>
                <a:lnTo>
                  <a:pt x="121" y="885"/>
                </a:lnTo>
                <a:lnTo>
                  <a:pt x="123" y="913"/>
                </a:lnTo>
                <a:lnTo>
                  <a:pt x="128" y="941"/>
                </a:lnTo>
                <a:lnTo>
                  <a:pt x="131" y="970"/>
                </a:lnTo>
                <a:lnTo>
                  <a:pt x="135" y="997"/>
                </a:lnTo>
                <a:lnTo>
                  <a:pt x="136" y="1025"/>
                </a:lnTo>
                <a:lnTo>
                  <a:pt x="138" y="1051"/>
                </a:lnTo>
                <a:lnTo>
                  <a:pt x="138" y="1076"/>
                </a:lnTo>
                <a:lnTo>
                  <a:pt x="135" y="1101"/>
                </a:lnTo>
                <a:lnTo>
                  <a:pt x="132" y="1122"/>
                </a:lnTo>
                <a:lnTo>
                  <a:pt x="126" y="1143"/>
                </a:lnTo>
                <a:lnTo>
                  <a:pt x="118" y="1161"/>
                </a:lnTo>
                <a:lnTo>
                  <a:pt x="106" y="1177"/>
                </a:lnTo>
                <a:lnTo>
                  <a:pt x="92" y="1191"/>
                </a:lnTo>
                <a:lnTo>
                  <a:pt x="75" y="1203"/>
                </a:lnTo>
                <a:lnTo>
                  <a:pt x="53" y="1210"/>
                </a:lnTo>
                <a:lnTo>
                  <a:pt x="29" y="1216"/>
                </a:lnTo>
                <a:lnTo>
                  <a:pt x="0" y="1217"/>
                </a:lnTo>
              </a:path>
            </a:pathLst>
          </a:cu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19" name="TextBox 2">
            <a:extLst>
              <a:ext uri="{FF2B5EF4-FFF2-40B4-BE49-F238E27FC236}">
                <a16:creationId xmlns:a16="http://schemas.microsoft.com/office/drawing/2014/main" id="{5CED3AF5-B50B-4B8B-87A8-FAD6E2E2F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0050" y="1428750"/>
            <a:ext cx="11080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– 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15</a:t>
            </a:r>
          </a:p>
        </p:txBody>
      </p:sp>
      <p:sp>
        <p:nvSpPr>
          <p:cNvPr id="115720" name="TextBox 8">
            <a:extLst>
              <a:ext uri="{FF2B5EF4-FFF2-40B4-BE49-F238E27FC236}">
                <a16:creationId xmlns:a16="http://schemas.microsoft.com/office/drawing/2014/main" id="{19F1889B-DEDA-4A7A-B7D8-3752067ED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0525" y="4872038"/>
            <a:ext cx="12112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16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– y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31</a:t>
            </a:r>
          </a:p>
        </p:txBody>
      </p:sp>
      <p:sp>
        <p:nvSpPr>
          <p:cNvPr id="115721" name="TextBox 3">
            <a:extLst>
              <a:ext uri="{FF2B5EF4-FFF2-40B4-BE49-F238E27FC236}">
                <a16:creationId xmlns:a16="http://schemas.microsoft.com/office/drawing/2014/main" id="{46C9EB98-65CF-4A14-AF4B-EF8AE011D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448050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En</a:t>
            </a:r>
          </a:p>
        </p:txBody>
      </p:sp>
      <p:sp>
        <p:nvSpPr>
          <p:cNvPr id="115722" name="TextBox 4">
            <a:extLst>
              <a:ext uri="{FF2B5EF4-FFF2-40B4-BE49-F238E27FC236}">
                <a16:creationId xmlns:a16="http://schemas.microsoft.com/office/drawing/2014/main" id="{A12A16DF-1D00-49CB-AA14-63679C9ABC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286000"/>
            <a:ext cx="5095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="0" baseline="-25000">
                <a:solidFill>
                  <a:srgbClr val="FF0000"/>
                </a:solidFill>
                <a:latin typeface="Times" panose="02020603050405020304" pitchFamily="18" charset="0"/>
              </a:rPr>
              <a:t>4</a:t>
            </a:r>
          </a:p>
        </p:txBody>
      </p:sp>
      <p:sp>
        <p:nvSpPr>
          <p:cNvPr id="115723" name="TextBox 11">
            <a:extLst>
              <a:ext uri="{FF2B5EF4-FFF2-40B4-BE49-F238E27FC236}">
                <a16:creationId xmlns:a16="http://schemas.microsoft.com/office/drawing/2014/main" id="{A4F896D4-3F64-4E47-AC10-76814155C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7900" y="-15875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115724" name="TextBox 12">
            <a:extLst>
              <a:ext uri="{FF2B5EF4-FFF2-40B4-BE49-F238E27FC236}">
                <a16:creationId xmlns:a16="http://schemas.microsoft.com/office/drawing/2014/main" id="{117FBBF0-7FC6-4B91-9757-19BF52EEB6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5838" y="239713"/>
            <a:ext cx="4286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="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5725" name="TextBox 13">
            <a:extLst>
              <a:ext uri="{FF2B5EF4-FFF2-40B4-BE49-F238E27FC236}">
                <a16:creationId xmlns:a16="http://schemas.microsoft.com/office/drawing/2014/main" id="{0E344BF8-78AC-48A3-ACAF-171FFAD51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7425" y="3429000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115726" name="TextBox 14">
            <a:extLst>
              <a:ext uri="{FF2B5EF4-FFF2-40B4-BE49-F238E27FC236}">
                <a16:creationId xmlns:a16="http://schemas.microsoft.com/office/drawing/2014/main" id="{F42F8A35-A44E-4911-A9E4-4582ED8D4A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5363" y="3684588"/>
            <a:ext cx="4286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="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5727" name="TextBox 15">
            <a:extLst>
              <a:ext uri="{FF2B5EF4-FFF2-40B4-BE49-F238E27FC236}">
                <a16:creationId xmlns:a16="http://schemas.microsoft.com/office/drawing/2014/main" id="{157A99CB-9902-4EE7-A38D-24A18CDB8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25" y="1228725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2</a:t>
            </a:r>
          </a:p>
        </p:txBody>
      </p:sp>
      <p:sp>
        <p:nvSpPr>
          <p:cNvPr id="115728" name="TextBox 16">
            <a:extLst>
              <a:ext uri="{FF2B5EF4-FFF2-40B4-BE49-F238E27FC236}">
                <a16:creationId xmlns:a16="http://schemas.microsoft.com/office/drawing/2014/main" id="{27DE85BD-65C3-478B-9FCF-AD788E706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563" y="1484313"/>
            <a:ext cx="427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3</a:t>
            </a:r>
            <a:endParaRPr lang="en-US" altLang="en-US" b="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15729" name="TextBox 17">
            <a:extLst>
              <a:ext uri="{FF2B5EF4-FFF2-40B4-BE49-F238E27FC236}">
                <a16:creationId xmlns:a16="http://schemas.microsoft.com/office/drawing/2014/main" id="{1BAE4456-F0F6-47AD-BB9A-8757CBC9AA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9975" y="4648200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2</a:t>
            </a:r>
          </a:p>
        </p:txBody>
      </p:sp>
      <p:sp>
        <p:nvSpPr>
          <p:cNvPr id="115730" name="TextBox 18">
            <a:extLst>
              <a:ext uri="{FF2B5EF4-FFF2-40B4-BE49-F238E27FC236}">
                <a16:creationId xmlns:a16="http://schemas.microsoft.com/office/drawing/2014/main" id="{9FE3F6BA-742F-4F26-8F90-686FAB24A9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25" y="4903788"/>
            <a:ext cx="4286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sz="1800" b="0" baseline="-25000">
                <a:solidFill>
                  <a:srgbClr val="FF0000"/>
                </a:solidFill>
                <a:latin typeface="Times" panose="02020603050405020304" pitchFamily="18" charset="0"/>
              </a:rPr>
              <a:t>3</a:t>
            </a:r>
            <a:endParaRPr lang="en-US" altLang="en-US" b="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cxnSp>
        <p:nvCxnSpPr>
          <p:cNvPr id="115731" name="Straight Connector 20">
            <a:extLst>
              <a:ext uri="{FF2B5EF4-FFF2-40B4-BE49-F238E27FC236}">
                <a16:creationId xmlns:a16="http://schemas.microsoft.com/office/drawing/2014/main" id="{6D1108B7-A575-4CC7-BECF-D1E346388A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27488" y="1982788"/>
            <a:ext cx="13763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32" name="Straight Connector 25">
            <a:extLst>
              <a:ext uri="{FF2B5EF4-FFF2-40B4-BE49-F238E27FC236}">
                <a16:creationId xmlns:a16="http://schemas.microsoft.com/office/drawing/2014/main" id="{0B239A32-7C67-4E91-9AF2-C3FBCB7B64A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46538" y="1981200"/>
            <a:ext cx="1587" cy="7429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33" name="Straight Connector 27">
            <a:extLst>
              <a:ext uri="{FF2B5EF4-FFF2-40B4-BE49-F238E27FC236}">
                <a16:creationId xmlns:a16="http://schemas.microsoft.com/office/drawing/2014/main" id="{25E75196-90E9-4B14-ABA7-9B654C60662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38600" y="5419725"/>
            <a:ext cx="137636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34" name="Straight Connector 28">
            <a:extLst>
              <a:ext uri="{FF2B5EF4-FFF2-40B4-BE49-F238E27FC236}">
                <a16:creationId xmlns:a16="http://schemas.microsoft.com/office/drawing/2014/main" id="{26A4AC98-10C5-45BB-BCB1-D788C38CB0A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57650" y="4695825"/>
            <a:ext cx="3175" cy="7429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62D17AD-BA77-E14A-8A4E-2AD767E859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Demultiplexers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Title 1">
            <a:extLst>
              <a:ext uri="{FF2B5EF4-FFF2-40B4-BE49-F238E27FC236}">
                <a16:creationId xmlns:a16="http://schemas.microsoft.com/office/drawing/2014/main" id="{30F87DC0-5A8E-4351-8A9A-FEDBFA57C9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381000"/>
          </a:xfrm>
        </p:spPr>
        <p:txBody>
          <a:bodyPr/>
          <a:lstStyle/>
          <a:p>
            <a:r>
              <a:rPr lang="en-US" altLang="en-US" sz="3400" dirty="0"/>
              <a:t>Demultiplexer (Definition)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A5701D-CBA6-2C4E-BA6D-E36BDB03FC5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200" y="685800"/>
            <a:ext cx="8991600" cy="2971800"/>
          </a:xfrm>
        </p:spPr>
        <p:txBody>
          <a:bodyPr/>
          <a:lstStyle/>
          <a:p>
            <a:pPr algn="just">
              <a:spcBef>
                <a:spcPts val="0"/>
              </a:spcBef>
              <a:defRPr/>
            </a:pPr>
            <a:r>
              <a:rPr lang="en-US" sz="2400" dirty="0"/>
              <a:t>The purpose of the multiplexer circuit is to multiplex the n data inputs onto the single data output under control of the select inputs.</a:t>
            </a:r>
          </a:p>
          <a:p>
            <a:pPr algn="just">
              <a:spcBef>
                <a:spcPts val="0"/>
              </a:spcBef>
              <a:defRPr/>
            </a:pPr>
            <a:endParaRPr lang="en-US" sz="2400" dirty="0"/>
          </a:p>
          <a:p>
            <a:pPr algn="just">
              <a:spcBef>
                <a:spcPts val="1200"/>
              </a:spcBef>
              <a:defRPr/>
            </a:pPr>
            <a:r>
              <a:rPr lang="en-US" sz="2400" dirty="0"/>
              <a:t>A circuit that performs the opposite function, namely, placing the value of a single data input onto multiple data outputs, is called a demultiplexer.</a:t>
            </a:r>
          </a:p>
          <a:p>
            <a:pPr marL="0" indent="0" algn="just">
              <a:buNone/>
              <a:defRPr/>
            </a:pPr>
            <a:endParaRPr lang="en-US" sz="1500" dirty="0"/>
          </a:p>
        </p:txBody>
      </p:sp>
    </p:spTree>
    <p:extLst>
      <p:ext uri="{BB962C8B-B14F-4D97-AF65-F5344CB8AC3E}">
        <p14:creationId xmlns:p14="http://schemas.microsoft.com/office/powerpoint/2010/main" val="242782685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Title 1">
            <a:extLst>
              <a:ext uri="{FF2B5EF4-FFF2-40B4-BE49-F238E27FC236}">
                <a16:creationId xmlns:a16="http://schemas.microsoft.com/office/drawing/2014/main" id="{30F87DC0-5A8E-4351-8A9A-FEDBFA57C9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381000"/>
          </a:xfrm>
        </p:spPr>
        <p:txBody>
          <a:bodyPr/>
          <a:lstStyle/>
          <a:p>
            <a:r>
              <a:rPr lang="en-US" altLang="en-US" sz="3400" dirty="0"/>
              <a:t>1-to-4 Demultiplexer (Definition)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A5701D-CBA6-2C4E-BA6D-E36BDB03FC5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200" y="685800"/>
            <a:ext cx="8991600" cy="4038600"/>
          </a:xfrm>
        </p:spPr>
        <p:txBody>
          <a:bodyPr/>
          <a:lstStyle/>
          <a:p>
            <a:pPr>
              <a:defRPr/>
            </a:pPr>
            <a:r>
              <a:rPr lang="en-US" sz="2400" dirty="0"/>
              <a:t>Has one data input line: D</a:t>
            </a:r>
          </a:p>
          <a:p>
            <a:pPr>
              <a:defRPr/>
            </a:pPr>
            <a:r>
              <a:rPr lang="en-US" sz="2400" dirty="0"/>
              <a:t>Has two output select lines: w</a:t>
            </a:r>
            <a:r>
              <a:rPr lang="en-US" sz="2400" baseline="-25000" dirty="0"/>
              <a:t>1</a:t>
            </a:r>
            <a:r>
              <a:rPr lang="en-US" sz="2400" dirty="0"/>
              <a:t> and w</a:t>
            </a:r>
            <a:r>
              <a:rPr lang="en-US" sz="2400" baseline="-25000" dirty="0"/>
              <a:t>0</a:t>
            </a:r>
          </a:p>
          <a:p>
            <a:pPr>
              <a:defRPr/>
            </a:pPr>
            <a:r>
              <a:rPr lang="en-US" sz="2400" dirty="0"/>
              <a:t>Has four outputs: y</a:t>
            </a:r>
            <a:r>
              <a:rPr lang="en-US" sz="2400" baseline="-25000" dirty="0"/>
              <a:t>0</a:t>
            </a:r>
            <a:r>
              <a:rPr lang="en-US" sz="2400" dirty="0"/>
              <a:t> , y</a:t>
            </a:r>
            <a:r>
              <a:rPr lang="en-US" sz="2400" baseline="-25000" dirty="0"/>
              <a:t>1 , </a:t>
            </a:r>
            <a:r>
              <a:rPr lang="en-US" sz="2400" dirty="0"/>
              <a:t>y</a:t>
            </a:r>
            <a:r>
              <a:rPr lang="en-US" sz="2400" baseline="-25000" dirty="0"/>
              <a:t>2</a:t>
            </a:r>
            <a:r>
              <a:rPr lang="en-US" sz="2400" dirty="0"/>
              <a:t> , and y</a:t>
            </a:r>
            <a:r>
              <a:rPr lang="en-US" sz="2400" baseline="-25000" dirty="0"/>
              <a:t>3</a:t>
            </a:r>
          </a:p>
          <a:p>
            <a:pPr>
              <a:defRPr/>
            </a:pPr>
            <a:endParaRPr lang="en-US" sz="2400" dirty="0"/>
          </a:p>
          <a:p>
            <a:pPr>
              <a:defRPr/>
            </a:pPr>
            <a:r>
              <a:rPr lang="en-US" sz="2400" dirty="0"/>
              <a:t>If w</a:t>
            </a:r>
            <a:r>
              <a:rPr lang="en-US" sz="2400" baseline="-25000" dirty="0"/>
              <a:t>1</a:t>
            </a:r>
            <a:r>
              <a:rPr lang="en-US" sz="2400" dirty="0"/>
              <a:t>=0 and w</a:t>
            </a:r>
            <a:r>
              <a:rPr lang="en-US" sz="2400" baseline="-25000" dirty="0"/>
              <a:t>0</a:t>
            </a:r>
            <a:r>
              <a:rPr lang="en-US" sz="2400" dirty="0"/>
              <a:t>=0, then the output y</a:t>
            </a:r>
            <a:r>
              <a:rPr lang="en-US" sz="2400" baseline="-25000" dirty="0"/>
              <a:t>0</a:t>
            </a:r>
            <a:r>
              <a:rPr lang="en-US" sz="2400" dirty="0"/>
              <a:t> is set to D</a:t>
            </a:r>
            <a:endParaRPr lang="en-US" sz="2400" baseline="-25000" dirty="0"/>
          </a:p>
          <a:p>
            <a:pPr>
              <a:defRPr/>
            </a:pPr>
            <a:r>
              <a:rPr lang="en-US" sz="2400" dirty="0"/>
              <a:t>If w</a:t>
            </a:r>
            <a:r>
              <a:rPr lang="en-US" sz="2400" baseline="-25000" dirty="0"/>
              <a:t>1</a:t>
            </a:r>
            <a:r>
              <a:rPr lang="en-US" sz="2400" dirty="0"/>
              <a:t>=0 and w</a:t>
            </a:r>
            <a:r>
              <a:rPr lang="en-US" sz="2400" baseline="-25000" dirty="0"/>
              <a:t>0</a:t>
            </a:r>
            <a:r>
              <a:rPr lang="en-US" sz="2400" dirty="0"/>
              <a:t>=1, then the output y</a:t>
            </a:r>
            <a:r>
              <a:rPr lang="en-US" sz="2400" baseline="-25000" dirty="0"/>
              <a:t>1</a:t>
            </a:r>
            <a:r>
              <a:rPr lang="en-US" sz="2400" dirty="0"/>
              <a:t> is set to D</a:t>
            </a:r>
            <a:endParaRPr lang="en-US" sz="2400" baseline="-25000" dirty="0"/>
          </a:p>
          <a:p>
            <a:pPr>
              <a:defRPr/>
            </a:pPr>
            <a:r>
              <a:rPr lang="en-US" sz="2400" dirty="0"/>
              <a:t>If w</a:t>
            </a:r>
            <a:r>
              <a:rPr lang="en-US" sz="2400" baseline="-25000" dirty="0"/>
              <a:t>1</a:t>
            </a:r>
            <a:r>
              <a:rPr lang="en-US" sz="2400" dirty="0"/>
              <a:t>=1 and w</a:t>
            </a:r>
            <a:r>
              <a:rPr lang="en-US" sz="2400" baseline="-25000" dirty="0"/>
              <a:t>0</a:t>
            </a:r>
            <a:r>
              <a:rPr lang="en-US" sz="2400" dirty="0"/>
              <a:t>=0, then the output y</a:t>
            </a:r>
            <a:r>
              <a:rPr lang="en-US" sz="2400" baseline="-25000" dirty="0"/>
              <a:t>2</a:t>
            </a:r>
            <a:r>
              <a:rPr lang="en-US" sz="2400" dirty="0"/>
              <a:t> is set to D</a:t>
            </a:r>
            <a:endParaRPr lang="en-US" sz="2400" baseline="-25000" dirty="0"/>
          </a:p>
          <a:p>
            <a:pPr>
              <a:defRPr/>
            </a:pPr>
            <a:r>
              <a:rPr lang="en-US" sz="2400" dirty="0"/>
              <a:t>If w</a:t>
            </a:r>
            <a:r>
              <a:rPr lang="en-US" sz="2400" baseline="-25000" dirty="0"/>
              <a:t>1</a:t>
            </a:r>
            <a:r>
              <a:rPr lang="en-US" sz="2400" dirty="0"/>
              <a:t>=1 and w</a:t>
            </a:r>
            <a:r>
              <a:rPr lang="en-US" sz="2400" baseline="-25000" dirty="0"/>
              <a:t>0</a:t>
            </a:r>
            <a:r>
              <a:rPr lang="en-US" sz="2400" dirty="0"/>
              <a:t>=1, then the output y</a:t>
            </a:r>
            <a:r>
              <a:rPr lang="en-US" sz="2400" baseline="-25000" dirty="0"/>
              <a:t>3</a:t>
            </a:r>
            <a:r>
              <a:rPr lang="en-US" sz="2400" dirty="0"/>
              <a:t> is set to D</a:t>
            </a:r>
          </a:p>
          <a:p>
            <a:pPr>
              <a:defRPr/>
            </a:pPr>
            <a:r>
              <a:rPr lang="en-US" sz="2400" dirty="0"/>
              <a:t>Only one output is set to D. All others are set to 0.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5B9F0B0-7E42-4CC1-A38E-9FE64C7782E4}"/>
                  </a:ext>
                </a:extLst>
              </p14:cNvPr>
              <p14:cNvContentPartPr/>
              <p14:nvPr/>
            </p14:nvContentPartPr>
            <p14:xfrm>
              <a:off x="6363000" y="300960"/>
              <a:ext cx="2296440" cy="48546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5B9F0B0-7E42-4CC1-A38E-9FE64C7782E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3640" y="291600"/>
                <a:ext cx="2315160" cy="4873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Title 1">
            <a:extLst>
              <a:ext uri="{FF2B5EF4-FFF2-40B4-BE49-F238E27FC236}">
                <a16:creationId xmlns:a16="http://schemas.microsoft.com/office/drawing/2014/main" id="{BA63781A-5A3B-49D3-A6F8-C41BF32B4446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1-to-4 demultiplexer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built with a 2-to-4 decoder</a:t>
            </a:r>
          </a:p>
        </p:txBody>
      </p:sp>
      <p:sp>
        <p:nvSpPr>
          <p:cNvPr id="118786" name="TextBox 125">
            <a:extLst>
              <a:ext uri="{FF2B5EF4-FFF2-40B4-BE49-F238E27FC236}">
                <a16:creationId xmlns:a16="http://schemas.microsoft.com/office/drawing/2014/main" id="{BCBCDBFE-66DE-4863-B82C-B032255B0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4.14c from the textbook ]</a:t>
            </a:r>
          </a:p>
        </p:txBody>
      </p:sp>
      <p:pic>
        <p:nvPicPr>
          <p:cNvPr id="118787" name="Picture 1" descr="Screen shot 2013-10-16 at 3.50.15 PM.png">
            <a:extLst>
              <a:ext uri="{FF2B5EF4-FFF2-40B4-BE49-F238E27FC236}">
                <a16:creationId xmlns:a16="http://schemas.microsoft.com/office/drawing/2014/main" id="{C21D32A5-F637-4820-BE15-8E170C8DD44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5013" y="1628775"/>
            <a:ext cx="5233987" cy="454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7D3F207-968D-404D-8ECC-E3EB6506B24D}"/>
                  </a:ext>
                </a:extLst>
              </p14:cNvPr>
              <p14:cNvContentPartPr/>
              <p14:nvPr/>
            </p14:nvContentPartPr>
            <p14:xfrm>
              <a:off x="1947960" y="1449720"/>
              <a:ext cx="1265760" cy="49669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7D3F207-968D-404D-8ECC-E3EB6506B24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938600" y="1440360"/>
                <a:ext cx="1284480" cy="49856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Title 1">
            <a:extLst>
              <a:ext uri="{FF2B5EF4-FFF2-40B4-BE49-F238E27FC236}">
                <a16:creationId xmlns:a16="http://schemas.microsoft.com/office/drawing/2014/main" id="{D1001A4F-CFEC-4D5F-89B5-7A6915E4E93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1-to-4 demultiplexer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built with a 2-to-4 decoder</a:t>
            </a:r>
          </a:p>
        </p:txBody>
      </p:sp>
      <p:sp>
        <p:nvSpPr>
          <p:cNvPr id="119810" name="TextBox 125">
            <a:extLst>
              <a:ext uri="{FF2B5EF4-FFF2-40B4-BE49-F238E27FC236}">
                <a16:creationId xmlns:a16="http://schemas.microsoft.com/office/drawing/2014/main" id="{3DEC75A7-A6BF-4299-B860-A2E5705E8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4.14c from the textbook ]</a:t>
            </a:r>
          </a:p>
        </p:txBody>
      </p:sp>
      <p:pic>
        <p:nvPicPr>
          <p:cNvPr id="119811" name="Picture 1" descr="Screen shot 2013-10-16 at 3.50.15 PM.png">
            <a:extLst>
              <a:ext uri="{FF2B5EF4-FFF2-40B4-BE49-F238E27FC236}">
                <a16:creationId xmlns:a16="http://schemas.microsoft.com/office/drawing/2014/main" id="{0167B5B2-5769-4DEC-8BC9-51297C5DCE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5013" y="1628775"/>
            <a:ext cx="5233987" cy="454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9812" name="TextBox 2">
            <a:extLst>
              <a:ext uri="{FF2B5EF4-FFF2-40B4-BE49-F238E27FC236}">
                <a16:creationId xmlns:a16="http://schemas.microsoft.com/office/drawing/2014/main" id="{B2222D98-3DA9-4214-BC37-8D126354C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676400"/>
            <a:ext cx="979488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output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select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lines</a:t>
            </a:r>
          </a:p>
        </p:txBody>
      </p:sp>
      <p:sp>
        <p:nvSpPr>
          <p:cNvPr id="119813" name="TextBox 95">
            <a:extLst>
              <a:ext uri="{FF2B5EF4-FFF2-40B4-BE49-F238E27FC236}">
                <a16:creationId xmlns:a16="http://schemas.microsoft.com/office/drawing/2014/main" id="{26F9643B-D751-478C-A224-359C3D3D6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3048000"/>
            <a:ext cx="9794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the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four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output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lines</a:t>
            </a:r>
          </a:p>
        </p:txBody>
      </p:sp>
      <p:sp>
        <p:nvSpPr>
          <p:cNvPr id="119814" name="TextBox 96">
            <a:extLst>
              <a:ext uri="{FF2B5EF4-FFF2-40B4-BE49-F238E27FC236}">
                <a16:creationId xmlns:a16="http://schemas.microsoft.com/office/drawing/2014/main" id="{A2AE164F-B7E3-4178-87D8-4E065C760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8" y="5368925"/>
            <a:ext cx="8255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data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input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line</a:t>
            </a:r>
          </a:p>
        </p:txBody>
      </p:sp>
      <p:sp>
        <p:nvSpPr>
          <p:cNvPr id="119815" name="TextBox 7">
            <a:extLst>
              <a:ext uri="{FF2B5EF4-FFF2-40B4-BE49-F238E27FC236}">
                <a16:creationId xmlns:a16="http://schemas.microsoft.com/office/drawing/2014/main" id="{6447F53A-DE79-44B5-8B82-AE5C6541C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257800"/>
            <a:ext cx="4064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D</a:t>
            </a:r>
          </a:p>
        </p:txBody>
      </p:sp>
      <p:cxnSp>
        <p:nvCxnSpPr>
          <p:cNvPr id="119816" name="Straight Connector 4">
            <a:extLst>
              <a:ext uri="{FF2B5EF4-FFF2-40B4-BE49-F238E27FC236}">
                <a16:creationId xmlns:a16="http://schemas.microsoft.com/office/drawing/2014/main" id="{A4E99EBF-1424-41E7-843C-4225C0A3EBE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981200" y="5791200"/>
            <a:ext cx="415925" cy="3063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803DB2-DC3B-4245-A04B-FB0965CEBF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Demultiplexer vs Decoder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75328B3-5AA2-49EE-8550-0AFE13AF0F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97966BF-D65F-4E28-A407-653B2DF03F01}" type="slidenum">
              <a:rPr lang="en-US" altLang="zh-CN" smtClean="0"/>
              <a:pPr>
                <a:defRPr/>
              </a:pPr>
              <a:t>51</a:t>
            </a:fld>
            <a:endParaRPr lang="en-US" altLang="zh-CN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E9640B4-7F7E-47D3-935A-05A80180DC4C}"/>
              </a:ext>
            </a:extLst>
          </p:cNvPr>
          <p:cNvSpPr/>
          <p:nvPr/>
        </p:nvSpPr>
        <p:spPr>
          <a:xfrm>
            <a:off x="76200" y="1036409"/>
            <a:ext cx="8991600" cy="20928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 algn="just">
              <a:buFont typeface="Arial" panose="020B0604020202020204" pitchFamily="34" charset="0"/>
              <a:buChar char="•"/>
            </a:pPr>
            <a:r>
              <a:rPr lang="en-US" sz="2600" dirty="0"/>
              <a:t>In general, an n-to-2</a:t>
            </a:r>
            <a:r>
              <a:rPr lang="en-US" sz="2600" baseline="30000" dirty="0"/>
              <a:t>n</a:t>
            </a:r>
            <a:r>
              <a:rPr lang="en-US" sz="2600" dirty="0"/>
              <a:t> decoder circuit can be used as a 1-to-n demultiplexer. </a:t>
            </a:r>
          </a:p>
          <a:p>
            <a:pPr marL="457200" indent="-457200" algn="just">
              <a:buFont typeface="Arial" panose="020B0604020202020204" pitchFamily="34" charset="0"/>
              <a:buChar char="•"/>
            </a:pPr>
            <a:endParaRPr lang="en-US" sz="2600" dirty="0"/>
          </a:p>
          <a:p>
            <a:pPr marL="457200" indent="-457200" algn="just">
              <a:buFont typeface="Arial" panose="020B0604020202020204" pitchFamily="34" charset="0"/>
              <a:buChar char="•"/>
            </a:pPr>
            <a:r>
              <a:rPr lang="en-US" sz="2600" dirty="0"/>
              <a:t>However, in practice decoder circuits are used much more often as decoders rather than as demultiplexers.</a:t>
            </a:r>
          </a:p>
        </p:txBody>
      </p:sp>
    </p:spTree>
    <p:extLst>
      <p:ext uri="{BB962C8B-B14F-4D97-AF65-F5344CB8AC3E}">
        <p14:creationId xmlns:p14="http://schemas.microsoft.com/office/powerpoint/2010/main" val="241192139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B8F1CABB-60A5-4905-949D-51D7DDB5B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Synthesis of Logic Circuits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Using Decoders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TextBox 125">
            <a:extLst>
              <a:ext uri="{FF2B5EF4-FFF2-40B4-BE49-F238E27FC236}">
                <a16:creationId xmlns:a16="http://schemas.microsoft.com/office/drawing/2014/main" id="{38A04670-4173-49FE-AE4D-CBB21755F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4.7 from the textbook ]</a:t>
            </a:r>
          </a:p>
        </p:txBody>
      </p:sp>
      <p:sp>
        <p:nvSpPr>
          <p:cNvPr id="94210" name="Line 51">
            <a:extLst>
              <a:ext uri="{FF2B5EF4-FFF2-40B4-BE49-F238E27FC236}">
                <a16:creationId xmlns:a16="http://schemas.microsoft.com/office/drawing/2014/main" id="{052B8D5E-90F5-47FE-99B3-569CD46639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8588" y="1595437"/>
            <a:ext cx="13700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1" name="Line 52">
            <a:extLst>
              <a:ext uri="{FF2B5EF4-FFF2-40B4-BE49-F238E27FC236}">
                <a16:creationId xmlns:a16="http://schemas.microsoft.com/office/drawing/2014/main" id="{F6FAFAAD-C798-4897-B9D0-8006E86F5C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9338" y="1274586"/>
            <a:ext cx="1587" cy="280035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2" name="Rectangle 54">
            <a:extLst>
              <a:ext uri="{FF2B5EF4-FFF2-40B4-BE49-F238E27FC236}">
                <a16:creationId xmlns:a16="http://schemas.microsoft.com/office/drawing/2014/main" id="{446A37D0-C0B5-42E5-906A-D331C333D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16367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3" name="Rectangle 55">
            <a:extLst>
              <a:ext uri="{FF2B5EF4-FFF2-40B4-BE49-F238E27FC236}">
                <a16:creationId xmlns:a16="http://schemas.microsoft.com/office/drawing/2014/main" id="{BC63758D-AAF0-494B-9E45-861C49BD0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16367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4" name="Rectangle 56">
            <a:extLst>
              <a:ext uri="{FF2B5EF4-FFF2-40B4-BE49-F238E27FC236}">
                <a16:creationId xmlns:a16="http://schemas.microsoft.com/office/drawing/2014/main" id="{448ADA01-6856-4399-98EB-17F9B2C6D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19192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5" name="Rectangle 57">
            <a:extLst>
              <a:ext uri="{FF2B5EF4-FFF2-40B4-BE49-F238E27FC236}">
                <a16:creationId xmlns:a16="http://schemas.microsoft.com/office/drawing/2014/main" id="{A439EC50-E591-4FDE-AC8C-5BFD5A1DF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19192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6" name="Rectangle 58">
            <a:extLst>
              <a:ext uri="{FF2B5EF4-FFF2-40B4-BE49-F238E27FC236}">
                <a16:creationId xmlns:a16="http://schemas.microsoft.com/office/drawing/2014/main" id="{3D42BC5F-65F6-4A63-A1CE-DDB31E629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220027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7" name="Rectangle 59">
            <a:extLst>
              <a:ext uri="{FF2B5EF4-FFF2-40B4-BE49-F238E27FC236}">
                <a16:creationId xmlns:a16="http://schemas.microsoft.com/office/drawing/2014/main" id="{76086AEF-079D-4486-B3C8-BB9506FCB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220027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8" name="Rectangle 60">
            <a:extLst>
              <a:ext uri="{FF2B5EF4-FFF2-40B4-BE49-F238E27FC236}">
                <a16:creationId xmlns:a16="http://schemas.microsoft.com/office/drawing/2014/main" id="{126111DB-8792-4F3E-B8A3-00FAB6854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248126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9" name="Rectangle 61">
            <a:extLst>
              <a:ext uri="{FF2B5EF4-FFF2-40B4-BE49-F238E27FC236}">
                <a16:creationId xmlns:a16="http://schemas.microsoft.com/office/drawing/2014/main" id="{32BE5AD5-06FC-44E3-9A5A-847984E7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248126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0" name="Rectangle 62">
            <a:extLst>
              <a:ext uri="{FF2B5EF4-FFF2-40B4-BE49-F238E27FC236}">
                <a16:creationId xmlns:a16="http://schemas.microsoft.com/office/drawing/2014/main" id="{034CDB7E-64D9-4D0C-9F4E-918E925C0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16367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1" name="Rectangle 63">
            <a:extLst>
              <a:ext uri="{FF2B5EF4-FFF2-40B4-BE49-F238E27FC236}">
                <a16:creationId xmlns:a16="http://schemas.microsoft.com/office/drawing/2014/main" id="{9EAB45D1-FFBC-472E-9D9B-5C64EB250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19192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2" name="Rectangle 64">
            <a:extLst>
              <a:ext uri="{FF2B5EF4-FFF2-40B4-BE49-F238E27FC236}">
                <a16:creationId xmlns:a16="http://schemas.microsoft.com/office/drawing/2014/main" id="{23053AE2-AC3A-422B-8522-A54333AD8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220027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3" name="Rectangle 65">
            <a:extLst>
              <a:ext uri="{FF2B5EF4-FFF2-40B4-BE49-F238E27FC236}">
                <a16:creationId xmlns:a16="http://schemas.microsoft.com/office/drawing/2014/main" id="{84C64CF1-A178-4126-93CE-8AE94C911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248126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4" name="Rectangle 66">
            <a:extLst>
              <a:ext uri="{FF2B5EF4-FFF2-40B4-BE49-F238E27FC236}">
                <a16:creationId xmlns:a16="http://schemas.microsoft.com/office/drawing/2014/main" id="{AA9A45B6-CEFE-424D-B351-FAF1D651F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27638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5" name="Rectangle 67">
            <a:extLst>
              <a:ext uri="{FF2B5EF4-FFF2-40B4-BE49-F238E27FC236}">
                <a16:creationId xmlns:a16="http://schemas.microsoft.com/office/drawing/2014/main" id="{88DAC3A4-0AB7-4F66-8DA3-9652BA7F6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27638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6" name="Rectangle 68">
            <a:extLst>
              <a:ext uri="{FF2B5EF4-FFF2-40B4-BE49-F238E27FC236}">
                <a16:creationId xmlns:a16="http://schemas.microsoft.com/office/drawing/2014/main" id="{65FF2284-10A4-4421-8B5C-399FB0DE3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304482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7" name="Rectangle 69">
            <a:extLst>
              <a:ext uri="{FF2B5EF4-FFF2-40B4-BE49-F238E27FC236}">
                <a16:creationId xmlns:a16="http://schemas.microsoft.com/office/drawing/2014/main" id="{23740CF7-01D4-4AC3-B126-F3681FEDE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304482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8" name="Rectangle 70">
            <a:extLst>
              <a:ext uri="{FF2B5EF4-FFF2-40B4-BE49-F238E27FC236}">
                <a16:creationId xmlns:a16="http://schemas.microsoft.com/office/drawing/2014/main" id="{852C4551-BD38-4439-A788-DB1F667E9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33258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9" name="Rectangle 71">
            <a:extLst>
              <a:ext uri="{FF2B5EF4-FFF2-40B4-BE49-F238E27FC236}">
                <a16:creationId xmlns:a16="http://schemas.microsoft.com/office/drawing/2014/main" id="{C3ACCBD9-A869-4CEE-B57D-81CAD9C2E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33258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0" name="Rectangle 72">
            <a:extLst>
              <a:ext uri="{FF2B5EF4-FFF2-40B4-BE49-F238E27FC236}">
                <a16:creationId xmlns:a16="http://schemas.microsoft.com/office/drawing/2014/main" id="{D6475F93-5F57-4720-AC4C-1C04AD794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888" y="36083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1" name="Rectangle 73">
            <a:extLst>
              <a:ext uri="{FF2B5EF4-FFF2-40B4-BE49-F238E27FC236}">
                <a16:creationId xmlns:a16="http://schemas.microsoft.com/office/drawing/2014/main" id="{AB06F34F-B287-471A-88CB-B301FE7B8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36083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2" name="Rectangle 74">
            <a:extLst>
              <a:ext uri="{FF2B5EF4-FFF2-40B4-BE49-F238E27FC236}">
                <a16:creationId xmlns:a16="http://schemas.microsoft.com/office/drawing/2014/main" id="{17062771-2039-4B83-8D36-A528DF712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27638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3" name="Rectangle 75">
            <a:extLst>
              <a:ext uri="{FF2B5EF4-FFF2-40B4-BE49-F238E27FC236}">
                <a16:creationId xmlns:a16="http://schemas.microsoft.com/office/drawing/2014/main" id="{6CAEB0C4-B5C9-466A-A9D3-BC2B8B648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304482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4" name="Rectangle 76">
            <a:extLst>
              <a:ext uri="{FF2B5EF4-FFF2-40B4-BE49-F238E27FC236}">
                <a16:creationId xmlns:a16="http://schemas.microsoft.com/office/drawing/2014/main" id="{015983ED-2415-47E6-B6EE-4B37A56B2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33258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5" name="Rectangle 77">
            <a:extLst>
              <a:ext uri="{FF2B5EF4-FFF2-40B4-BE49-F238E27FC236}">
                <a16:creationId xmlns:a16="http://schemas.microsoft.com/office/drawing/2014/main" id="{0EDB16B6-996A-480D-ABFE-BF7C7D606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825" y="36083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6" name="Rectangle 78">
            <a:extLst>
              <a:ext uri="{FF2B5EF4-FFF2-40B4-BE49-F238E27FC236}">
                <a16:creationId xmlns:a16="http://schemas.microsoft.com/office/drawing/2014/main" id="{BC6300AA-BAE7-4651-9D03-46A9575D2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8113" y="1219200"/>
            <a:ext cx="17152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7" name="Rectangle 79">
            <a:extLst>
              <a:ext uri="{FF2B5EF4-FFF2-40B4-BE49-F238E27FC236}">
                <a16:creationId xmlns:a16="http://schemas.microsoft.com/office/drawing/2014/main" id="{4D9E62A4-BF93-4243-8F8C-B7808B7EC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3050" y="13160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8" name="Rectangle 80">
            <a:extLst>
              <a:ext uri="{FF2B5EF4-FFF2-40B4-BE49-F238E27FC236}">
                <a16:creationId xmlns:a16="http://schemas.microsoft.com/office/drawing/2014/main" id="{FA181446-4C12-418E-B0FD-6C5BC71A6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8625" y="1219200"/>
            <a:ext cx="17152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9" name="Rectangle 81">
            <a:extLst>
              <a:ext uri="{FF2B5EF4-FFF2-40B4-BE49-F238E27FC236}">
                <a16:creationId xmlns:a16="http://schemas.microsoft.com/office/drawing/2014/main" id="{B2067DF1-1246-4A2E-8D63-F4F31CB80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13160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0" name="Rectangle 82">
            <a:extLst>
              <a:ext uri="{FF2B5EF4-FFF2-40B4-BE49-F238E27FC236}">
                <a16:creationId xmlns:a16="http://schemas.microsoft.com/office/drawing/2014/main" id="{9F15F040-9FA0-413D-AC5B-9FC1C923D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1219200"/>
            <a:ext cx="17152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1" name="Rectangle 83">
            <a:extLst>
              <a:ext uri="{FF2B5EF4-FFF2-40B4-BE49-F238E27FC236}">
                <a16:creationId xmlns:a16="http://schemas.microsoft.com/office/drawing/2014/main" id="{082A69D2-B8B4-4A05-8147-880826E1C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9313" y="13160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2" name="Rectangle 84">
            <a:extLst>
              <a:ext uri="{FF2B5EF4-FFF2-40B4-BE49-F238E27FC236}">
                <a16:creationId xmlns:a16="http://schemas.microsoft.com/office/drawing/2014/main" id="{1A3BC083-6F23-4FB1-88F8-832AD857F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0" y="1219200"/>
            <a:ext cx="705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3" name="Rectangle 85">
            <a:extLst>
              <a:ext uri="{FF2B5EF4-FFF2-40B4-BE49-F238E27FC236}">
                <a16:creationId xmlns:a16="http://schemas.microsoft.com/office/drawing/2014/main" id="{09AE15C6-F3EA-4874-A51A-AD884C159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16367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4" name="Rectangle 86">
            <a:extLst>
              <a:ext uri="{FF2B5EF4-FFF2-40B4-BE49-F238E27FC236}">
                <a16:creationId xmlns:a16="http://schemas.microsoft.com/office/drawing/2014/main" id="{4BD42D11-D73E-49DF-9A60-F4866881A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19192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5" name="Rectangle 87">
            <a:extLst>
              <a:ext uri="{FF2B5EF4-FFF2-40B4-BE49-F238E27FC236}">
                <a16:creationId xmlns:a16="http://schemas.microsoft.com/office/drawing/2014/main" id="{62180319-72E4-4564-89AA-D5F22BD3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220027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6" name="Rectangle 88">
            <a:extLst>
              <a:ext uri="{FF2B5EF4-FFF2-40B4-BE49-F238E27FC236}">
                <a16:creationId xmlns:a16="http://schemas.microsoft.com/office/drawing/2014/main" id="{5F7D436B-E6E8-41E3-8739-C2483E1DD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248126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7" name="Rectangle 89">
            <a:extLst>
              <a:ext uri="{FF2B5EF4-FFF2-40B4-BE49-F238E27FC236}">
                <a16:creationId xmlns:a16="http://schemas.microsoft.com/office/drawing/2014/main" id="{688F72F0-3079-4BC3-AEA1-0745E21F3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276383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8" name="Rectangle 90">
            <a:extLst>
              <a:ext uri="{FF2B5EF4-FFF2-40B4-BE49-F238E27FC236}">
                <a16:creationId xmlns:a16="http://schemas.microsoft.com/office/drawing/2014/main" id="{E4F77E4B-CAF5-42F3-816A-02E300D0D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3044825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9" name="Rectangle 91">
            <a:extLst>
              <a:ext uri="{FF2B5EF4-FFF2-40B4-BE49-F238E27FC236}">
                <a16:creationId xmlns:a16="http://schemas.microsoft.com/office/drawing/2014/main" id="{4D1524F9-2606-4D5D-A034-D99ABCF4B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3325813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50" name="Rectangle 98">
            <a:extLst>
              <a:ext uri="{FF2B5EF4-FFF2-40B4-BE49-F238E27FC236}">
                <a16:creationId xmlns:a16="http://schemas.microsoft.com/office/drawing/2014/main" id="{DD0849A7-D9A3-48C7-80DB-C5CB7B8A0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3608388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51" name="Title 1">
            <a:extLst>
              <a:ext uri="{FF2B5EF4-FFF2-40B4-BE49-F238E27FC236}">
                <a16:creationId xmlns:a16="http://schemas.microsoft.com/office/drawing/2014/main" id="{A2EB55CC-427C-40A3-91C1-C8657E5486F0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Example: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Implement f using one 3-to-8 decoder and a minimal number of logic gates.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TextBox 125">
            <a:extLst>
              <a:ext uri="{FF2B5EF4-FFF2-40B4-BE49-F238E27FC236}">
                <a16:creationId xmlns:a16="http://schemas.microsoft.com/office/drawing/2014/main" id="{38A04670-4173-49FE-AE4D-CBB21755F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4.7 from the textbook ]</a:t>
            </a:r>
          </a:p>
        </p:txBody>
      </p:sp>
      <p:sp>
        <p:nvSpPr>
          <p:cNvPr id="94210" name="Line 51">
            <a:extLst>
              <a:ext uri="{FF2B5EF4-FFF2-40B4-BE49-F238E27FC236}">
                <a16:creationId xmlns:a16="http://schemas.microsoft.com/office/drawing/2014/main" id="{052B8D5E-90F5-47FE-99B3-569CD46639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10445" y="1360311"/>
            <a:ext cx="13700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1" name="Line 52">
            <a:extLst>
              <a:ext uri="{FF2B5EF4-FFF2-40B4-BE49-F238E27FC236}">
                <a16:creationId xmlns:a16="http://schemas.microsoft.com/office/drawing/2014/main" id="{F6FAFAAD-C798-4897-B9D0-8006E86F5C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31195" y="1039460"/>
            <a:ext cx="1587" cy="280035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2" name="Rectangle 54">
            <a:extLst>
              <a:ext uri="{FF2B5EF4-FFF2-40B4-BE49-F238E27FC236}">
                <a16:creationId xmlns:a16="http://schemas.microsoft.com/office/drawing/2014/main" id="{446A37D0-C0B5-42E5-906A-D331C333D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14015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3" name="Rectangle 55">
            <a:extLst>
              <a:ext uri="{FF2B5EF4-FFF2-40B4-BE49-F238E27FC236}">
                <a16:creationId xmlns:a16="http://schemas.microsoft.com/office/drawing/2014/main" id="{BC63758D-AAF0-494B-9E45-861C49BD0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14015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4" name="Rectangle 56">
            <a:extLst>
              <a:ext uri="{FF2B5EF4-FFF2-40B4-BE49-F238E27FC236}">
                <a16:creationId xmlns:a16="http://schemas.microsoft.com/office/drawing/2014/main" id="{448ADA01-6856-4399-98EB-17F9B2C6D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16841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5" name="Rectangle 57">
            <a:extLst>
              <a:ext uri="{FF2B5EF4-FFF2-40B4-BE49-F238E27FC236}">
                <a16:creationId xmlns:a16="http://schemas.microsoft.com/office/drawing/2014/main" id="{A439EC50-E591-4FDE-AC8C-5BFD5A1DF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16841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6" name="Rectangle 58">
            <a:extLst>
              <a:ext uri="{FF2B5EF4-FFF2-40B4-BE49-F238E27FC236}">
                <a16:creationId xmlns:a16="http://schemas.microsoft.com/office/drawing/2014/main" id="{3D42BC5F-65F6-4A63-A1CE-DDB31E629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196514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7" name="Rectangle 59">
            <a:extLst>
              <a:ext uri="{FF2B5EF4-FFF2-40B4-BE49-F238E27FC236}">
                <a16:creationId xmlns:a16="http://schemas.microsoft.com/office/drawing/2014/main" id="{76086AEF-079D-4486-B3C8-BB9506FCB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196514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8" name="Rectangle 60">
            <a:extLst>
              <a:ext uri="{FF2B5EF4-FFF2-40B4-BE49-F238E27FC236}">
                <a16:creationId xmlns:a16="http://schemas.microsoft.com/office/drawing/2014/main" id="{126111DB-8792-4F3E-B8A3-00FAB6854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224613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19" name="Rectangle 61">
            <a:extLst>
              <a:ext uri="{FF2B5EF4-FFF2-40B4-BE49-F238E27FC236}">
                <a16:creationId xmlns:a16="http://schemas.microsoft.com/office/drawing/2014/main" id="{32BE5AD5-06FC-44E3-9A5A-847984E7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224613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0" name="Rectangle 62">
            <a:extLst>
              <a:ext uri="{FF2B5EF4-FFF2-40B4-BE49-F238E27FC236}">
                <a16:creationId xmlns:a16="http://schemas.microsoft.com/office/drawing/2014/main" id="{034CDB7E-64D9-4D0C-9F4E-918E925C0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14015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1" name="Rectangle 63">
            <a:extLst>
              <a:ext uri="{FF2B5EF4-FFF2-40B4-BE49-F238E27FC236}">
                <a16:creationId xmlns:a16="http://schemas.microsoft.com/office/drawing/2014/main" id="{9EAB45D1-FFBC-472E-9D9B-5C64EB250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16841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2" name="Rectangle 64">
            <a:extLst>
              <a:ext uri="{FF2B5EF4-FFF2-40B4-BE49-F238E27FC236}">
                <a16:creationId xmlns:a16="http://schemas.microsoft.com/office/drawing/2014/main" id="{23053AE2-AC3A-422B-8522-A54333AD8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196514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3" name="Rectangle 65">
            <a:extLst>
              <a:ext uri="{FF2B5EF4-FFF2-40B4-BE49-F238E27FC236}">
                <a16:creationId xmlns:a16="http://schemas.microsoft.com/office/drawing/2014/main" id="{84C64CF1-A178-4126-93CE-8AE94C911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224613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4" name="Rectangle 66">
            <a:extLst>
              <a:ext uri="{FF2B5EF4-FFF2-40B4-BE49-F238E27FC236}">
                <a16:creationId xmlns:a16="http://schemas.microsoft.com/office/drawing/2014/main" id="{AA9A45B6-CEFE-424D-B351-FAF1D651F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25287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5" name="Rectangle 67">
            <a:extLst>
              <a:ext uri="{FF2B5EF4-FFF2-40B4-BE49-F238E27FC236}">
                <a16:creationId xmlns:a16="http://schemas.microsoft.com/office/drawing/2014/main" id="{88DAC3A4-0AB7-4F66-8DA3-9652BA7F6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25287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6" name="Rectangle 68">
            <a:extLst>
              <a:ext uri="{FF2B5EF4-FFF2-40B4-BE49-F238E27FC236}">
                <a16:creationId xmlns:a16="http://schemas.microsoft.com/office/drawing/2014/main" id="{65FF2284-10A4-4421-8B5C-399FB0DE3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280969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7" name="Rectangle 69">
            <a:extLst>
              <a:ext uri="{FF2B5EF4-FFF2-40B4-BE49-F238E27FC236}">
                <a16:creationId xmlns:a16="http://schemas.microsoft.com/office/drawing/2014/main" id="{23740CF7-01D4-4AC3-B126-F3681FEDE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280969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8" name="Rectangle 70">
            <a:extLst>
              <a:ext uri="{FF2B5EF4-FFF2-40B4-BE49-F238E27FC236}">
                <a16:creationId xmlns:a16="http://schemas.microsoft.com/office/drawing/2014/main" id="{852C4551-BD38-4439-A788-DB1F667E9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30906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29" name="Rectangle 71">
            <a:extLst>
              <a:ext uri="{FF2B5EF4-FFF2-40B4-BE49-F238E27FC236}">
                <a16:creationId xmlns:a16="http://schemas.microsoft.com/office/drawing/2014/main" id="{C3ACCBD9-A869-4CEE-B57D-81CAD9C2E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30906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0" name="Rectangle 72">
            <a:extLst>
              <a:ext uri="{FF2B5EF4-FFF2-40B4-BE49-F238E27FC236}">
                <a16:creationId xmlns:a16="http://schemas.microsoft.com/office/drawing/2014/main" id="{D6475F93-5F57-4720-AC4C-1C04AD794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8745" y="33732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1" name="Rectangle 73">
            <a:extLst>
              <a:ext uri="{FF2B5EF4-FFF2-40B4-BE49-F238E27FC236}">
                <a16:creationId xmlns:a16="http://schemas.microsoft.com/office/drawing/2014/main" id="{AB06F34F-B287-471A-88CB-B301FE7B8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495" y="33732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2" name="Rectangle 74">
            <a:extLst>
              <a:ext uri="{FF2B5EF4-FFF2-40B4-BE49-F238E27FC236}">
                <a16:creationId xmlns:a16="http://schemas.microsoft.com/office/drawing/2014/main" id="{17062771-2039-4B83-8D36-A528DF712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25287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3" name="Rectangle 75">
            <a:extLst>
              <a:ext uri="{FF2B5EF4-FFF2-40B4-BE49-F238E27FC236}">
                <a16:creationId xmlns:a16="http://schemas.microsoft.com/office/drawing/2014/main" id="{6CAEB0C4-B5C9-466A-A9D3-BC2B8B648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280969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4" name="Rectangle 76">
            <a:extLst>
              <a:ext uri="{FF2B5EF4-FFF2-40B4-BE49-F238E27FC236}">
                <a16:creationId xmlns:a16="http://schemas.microsoft.com/office/drawing/2014/main" id="{015983ED-2415-47E6-B6EE-4B37A56B2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30906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5" name="Rectangle 77">
            <a:extLst>
              <a:ext uri="{FF2B5EF4-FFF2-40B4-BE49-F238E27FC236}">
                <a16:creationId xmlns:a16="http://schemas.microsoft.com/office/drawing/2014/main" id="{0EDB16B6-996A-480D-ABFE-BF7C7D606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8682" y="33732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6" name="Rectangle 78">
            <a:extLst>
              <a:ext uri="{FF2B5EF4-FFF2-40B4-BE49-F238E27FC236}">
                <a16:creationId xmlns:a16="http://schemas.microsoft.com/office/drawing/2014/main" id="{BC6300AA-BAE7-4651-9D03-46A9575D2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70" y="984074"/>
            <a:ext cx="17152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7" name="Rectangle 79">
            <a:extLst>
              <a:ext uri="{FF2B5EF4-FFF2-40B4-BE49-F238E27FC236}">
                <a16:creationId xmlns:a16="http://schemas.microsoft.com/office/drawing/2014/main" id="{4D9E62A4-BF93-4243-8F8C-B7808B7EC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4907" y="10809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8" name="Rectangle 80">
            <a:extLst>
              <a:ext uri="{FF2B5EF4-FFF2-40B4-BE49-F238E27FC236}">
                <a16:creationId xmlns:a16="http://schemas.microsoft.com/office/drawing/2014/main" id="{FA181446-4C12-418E-B0FD-6C5BC71A6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0482" y="984074"/>
            <a:ext cx="17152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39" name="Rectangle 81">
            <a:extLst>
              <a:ext uri="{FF2B5EF4-FFF2-40B4-BE49-F238E27FC236}">
                <a16:creationId xmlns:a16="http://schemas.microsoft.com/office/drawing/2014/main" id="{B2067DF1-1246-4A2E-8D63-F4F31CB80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7007" y="10809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0" name="Rectangle 82">
            <a:extLst>
              <a:ext uri="{FF2B5EF4-FFF2-40B4-BE49-F238E27FC236}">
                <a16:creationId xmlns:a16="http://schemas.microsoft.com/office/drawing/2014/main" id="{9F15F040-9FA0-413D-AC5B-9FC1C923D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6232" y="984074"/>
            <a:ext cx="17152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1" name="Rectangle 83">
            <a:extLst>
              <a:ext uri="{FF2B5EF4-FFF2-40B4-BE49-F238E27FC236}">
                <a16:creationId xmlns:a16="http://schemas.microsoft.com/office/drawing/2014/main" id="{082A69D2-B8B4-4A05-8147-880826E1C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170" y="10809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2" name="Rectangle 84">
            <a:extLst>
              <a:ext uri="{FF2B5EF4-FFF2-40B4-BE49-F238E27FC236}">
                <a16:creationId xmlns:a16="http://schemas.microsoft.com/office/drawing/2014/main" id="{1A3BC083-6F23-4FB1-88F8-832AD857F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8207" y="984074"/>
            <a:ext cx="705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3" name="Rectangle 85">
            <a:extLst>
              <a:ext uri="{FF2B5EF4-FFF2-40B4-BE49-F238E27FC236}">
                <a16:creationId xmlns:a16="http://schemas.microsoft.com/office/drawing/2014/main" id="{09AE15C6-F3EA-4874-A51A-AD884C159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14015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4" name="Rectangle 86">
            <a:extLst>
              <a:ext uri="{FF2B5EF4-FFF2-40B4-BE49-F238E27FC236}">
                <a16:creationId xmlns:a16="http://schemas.microsoft.com/office/drawing/2014/main" id="{4BD42D11-D73E-49DF-9A60-F4866881A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16841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5" name="Rectangle 87">
            <a:extLst>
              <a:ext uri="{FF2B5EF4-FFF2-40B4-BE49-F238E27FC236}">
                <a16:creationId xmlns:a16="http://schemas.microsoft.com/office/drawing/2014/main" id="{62180319-72E4-4564-89AA-D5F22BD3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196514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6" name="Rectangle 88">
            <a:extLst>
              <a:ext uri="{FF2B5EF4-FFF2-40B4-BE49-F238E27FC236}">
                <a16:creationId xmlns:a16="http://schemas.microsoft.com/office/drawing/2014/main" id="{5F7D436B-E6E8-41E3-8739-C2483E1DD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224613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7" name="Rectangle 89">
            <a:extLst>
              <a:ext uri="{FF2B5EF4-FFF2-40B4-BE49-F238E27FC236}">
                <a16:creationId xmlns:a16="http://schemas.microsoft.com/office/drawing/2014/main" id="{688F72F0-3079-4BC3-AEA1-0745E21F3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252871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8" name="Rectangle 90">
            <a:extLst>
              <a:ext uri="{FF2B5EF4-FFF2-40B4-BE49-F238E27FC236}">
                <a16:creationId xmlns:a16="http://schemas.microsoft.com/office/drawing/2014/main" id="{E4F77E4B-CAF5-42F3-816A-02E300D0D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2809699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49" name="Rectangle 91">
            <a:extLst>
              <a:ext uri="{FF2B5EF4-FFF2-40B4-BE49-F238E27FC236}">
                <a16:creationId xmlns:a16="http://schemas.microsoft.com/office/drawing/2014/main" id="{4D1524F9-2606-4D5D-A034-D99ABCF4B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3090687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50" name="Rectangle 98">
            <a:extLst>
              <a:ext uri="{FF2B5EF4-FFF2-40B4-BE49-F238E27FC236}">
                <a16:creationId xmlns:a16="http://schemas.microsoft.com/office/drawing/2014/main" id="{DD0849A7-D9A3-48C7-80DB-C5CB7B8A0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8232" y="3373262"/>
            <a:ext cx="1282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4251" name="Title 1">
            <a:extLst>
              <a:ext uri="{FF2B5EF4-FFF2-40B4-BE49-F238E27FC236}">
                <a16:creationId xmlns:a16="http://schemas.microsoft.com/office/drawing/2014/main" id="{A2EB55CC-427C-40A3-91C1-C8657E5486F0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Example: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Implement f using one 3-to-8 decoder and a minimal number of logic gates.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C71D677-35D9-49FD-BF55-7646562E7005}"/>
              </a:ext>
            </a:extLst>
          </p:cNvPr>
          <p:cNvGrpSpPr/>
          <p:nvPr/>
        </p:nvGrpSpPr>
        <p:grpSpPr>
          <a:xfrm>
            <a:off x="4997451" y="1219200"/>
            <a:ext cx="1708149" cy="2589389"/>
            <a:chOff x="5167313" y="1979437"/>
            <a:chExt cx="1708149" cy="2589389"/>
          </a:xfrm>
        </p:grpSpPr>
        <p:sp>
          <p:nvSpPr>
            <p:cNvPr id="46" name="Rectangle 28">
              <a:extLst>
                <a:ext uri="{FF2B5EF4-FFF2-40B4-BE49-F238E27FC236}">
                  <a16:creationId xmlns:a16="http://schemas.microsoft.com/office/drawing/2014/main" id="{A1EA3B7D-0263-44DE-AF3A-457127FC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7525" y="2076275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Rectangle 29">
              <a:extLst>
                <a:ext uri="{FF2B5EF4-FFF2-40B4-BE49-F238E27FC236}">
                  <a16:creationId xmlns:a16="http://schemas.microsoft.com/office/drawing/2014/main" id="{793C9CDF-DC2C-4630-80C7-3719DA7D7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862" y="1979437"/>
              <a:ext cx="1050925" cy="2589389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4DA2E30B-28BB-4C47-9816-13B549FB6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2209625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Rectangle 31">
              <a:extLst>
                <a:ext uri="{FF2B5EF4-FFF2-40B4-BE49-F238E27FC236}">
                  <a16:creationId xmlns:a16="http://schemas.microsoft.com/office/drawing/2014/main" id="{8732C876-7D92-49D2-BFAF-2102CC1F0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1987" y="21810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Line 32">
              <a:extLst>
                <a:ext uri="{FF2B5EF4-FFF2-40B4-BE49-F238E27FC236}">
                  <a16:creationId xmlns:a16="http://schemas.microsoft.com/office/drawing/2014/main" id="{1BDA5AB7-198A-4DB0-8AA5-374FCC4B7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775" y="419893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Line 33">
              <a:extLst>
                <a:ext uri="{FF2B5EF4-FFF2-40B4-BE49-F238E27FC236}">
                  <a16:creationId xmlns:a16="http://schemas.microsoft.com/office/drawing/2014/main" id="{C0F4402F-D859-4B59-84C9-6BA701399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4787" y="2208037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Line 34">
              <a:extLst>
                <a:ext uri="{FF2B5EF4-FFF2-40B4-BE49-F238E27FC236}">
                  <a16:creationId xmlns:a16="http://schemas.microsoft.com/office/drawing/2014/main" id="{48CD1439-BFB7-4C03-BB35-A8D9550BED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4786" y="3122613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" name="Rectangle 35">
              <a:extLst>
                <a:ext uri="{FF2B5EF4-FFF2-40B4-BE49-F238E27FC236}">
                  <a16:creationId xmlns:a16="http://schemas.microsoft.com/office/drawing/2014/main" id="{BBA9E03C-721B-4010-ADCA-6ACB40745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7525" y="4114800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" name="Rectangle 36">
              <a:extLst>
                <a:ext uri="{FF2B5EF4-FFF2-40B4-BE49-F238E27FC236}">
                  <a16:creationId xmlns:a16="http://schemas.microsoft.com/office/drawing/2014/main" id="{0D0E551E-B581-4A9E-8F07-3EB9CD841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4912" y="207627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Rectangle 37">
              <a:extLst>
                <a:ext uri="{FF2B5EF4-FFF2-40B4-BE49-F238E27FC236}">
                  <a16:creationId xmlns:a16="http://schemas.microsoft.com/office/drawing/2014/main" id="{7931A5C6-B0BF-4526-AAEF-ABE28EC2D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1810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Rectangle 38">
              <a:extLst>
                <a:ext uri="{FF2B5EF4-FFF2-40B4-BE49-F238E27FC236}">
                  <a16:creationId xmlns:a16="http://schemas.microsoft.com/office/drawing/2014/main" id="{6A99820C-0FCC-43A8-B9DF-AD1C89F3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7525" y="2369962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Line 39">
              <a:extLst>
                <a:ext uri="{FF2B5EF4-FFF2-40B4-BE49-F238E27FC236}">
                  <a16:creationId xmlns:a16="http://schemas.microsoft.com/office/drawing/2014/main" id="{2DC352A3-6199-4571-AC1C-B6D3105496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775" y="2504900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Rectangle 40">
              <a:extLst>
                <a:ext uri="{FF2B5EF4-FFF2-40B4-BE49-F238E27FC236}">
                  <a16:creationId xmlns:a16="http://schemas.microsoft.com/office/drawing/2014/main" id="{27546B13-7E18-43D7-AAF6-58D759ED6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1987" y="247473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Rectangle 41">
              <a:extLst>
                <a:ext uri="{FF2B5EF4-FFF2-40B4-BE49-F238E27FC236}">
                  <a16:creationId xmlns:a16="http://schemas.microsoft.com/office/drawing/2014/main" id="{F8D9A003-46DD-4DF9-9506-C2A04470E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4912" y="2369962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Rectangle 42">
              <a:extLst>
                <a:ext uri="{FF2B5EF4-FFF2-40B4-BE49-F238E27FC236}">
                  <a16:creationId xmlns:a16="http://schemas.microsoft.com/office/drawing/2014/main" id="{57A0FFCD-6C1B-4613-8963-E6881D3B8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474737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" name="Rectangle 43">
              <a:extLst>
                <a:ext uri="{FF2B5EF4-FFF2-40B4-BE49-F238E27FC236}">
                  <a16:creationId xmlns:a16="http://schemas.microsoft.com/office/drawing/2014/main" id="{46309758-931C-4D4C-8A59-AF23B56C8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4912" y="266523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Rectangle 44">
              <a:extLst>
                <a:ext uri="{FF2B5EF4-FFF2-40B4-BE49-F238E27FC236}">
                  <a16:creationId xmlns:a16="http://schemas.microsoft.com/office/drawing/2014/main" id="{D147FEE7-945E-4107-B984-D3F1EEB96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768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" name="Rectangle 45">
              <a:extLst>
                <a:ext uri="{FF2B5EF4-FFF2-40B4-BE49-F238E27FC236}">
                  <a16:creationId xmlns:a16="http://schemas.microsoft.com/office/drawing/2014/main" id="{7BD60F9C-1852-4FD3-9F7E-3FDAA2D84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4912" y="295733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" name="Rectangle 49">
              <a:extLst>
                <a:ext uri="{FF2B5EF4-FFF2-40B4-BE49-F238E27FC236}">
                  <a16:creationId xmlns:a16="http://schemas.microsoft.com/office/drawing/2014/main" id="{73924B08-5002-4580-8852-C6AFDCB5A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3062112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5" name="Line 33">
              <a:extLst>
                <a:ext uri="{FF2B5EF4-FFF2-40B4-BE49-F238E27FC236}">
                  <a16:creationId xmlns:a16="http://schemas.microsoft.com/office/drawing/2014/main" id="{0AA013DF-72ED-4210-88BB-41E4B1022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7325" y="251460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" name="Line 33">
              <a:extLst>
                <a:ext uri="{FF2B5EF4-FFF2-40B4-BE49-F238E27FC236}">
                  <a16:creationId xmlns:a16="http://schemas.microsoft.com/office/drawing/2014/main" id="{81B68009-EB46-42C1-86D3-3C6BDB7D0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4786" y="281940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" name="Line 33">
              <a:extLst>
                <a:ext uri="{FF2B5EF4-FFF2-40B4-BE49-F238E27FC236}">
                  <a16:creationId xmlns:a16="http://schemas.microsoft.com/office/drawing/2014/main" id="{1F0DBDF7-460D-466B-B036-87B1C8CBF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7325" y="3408362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" name="Line 34">
              <a:extLst>
                <a:ext uri="{FF2B5EF4-FFF2-40B4-BE49-F238E27FC236}">
                  <a16:creationId xmlns:a16="http://schemas.microsoft.com/office/drawing/2014/main" id="{0DD3D6C8-4598-411F-8BC7-E4033F9DED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7324" y="43229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" name="Rectangle 36">
              <a:extLst>
                <a:ext uri="{FF2B5EF4-FFF2-40B4-BE49-F238E27FC236}">
                  <a16:creationId xmlns:a16="http://schemas.microsoft.com/office/drawing/2014/main" id="{C8F3F9AD-C821-40CA-BC82-5379D3F4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7660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" name="Rectangle 37">
              <a:extLst>
                <a:ext uri="{FF2B5EF4-FFF2-40B4-BE49-F238E27FC236}">
                  <a16:creationId xmlns:a16="http://schemas.microsoft.com/office/drawing/2014/main" id="{5DC0A334-F3FE-427D-923E-8A39089E2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463" y="338137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" name="Rectangle 41">
              <a:extLst>
                <a:ext uri="{FF2B5EF4-FFF2-40B4-BE49-F238E27FC236}">
                  <a16:creationId xmlns:a16="http://schemas.microsoft.com/office/drawing/2014/main" id="{BDC2D9EC-13F8-4883-B4A2-4F45B2DF6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7450" y="3570287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" name="Rectangle 42">
              <a:extLst>
                <a:ext uri="{FF2B5EF4-FFF2-40B4-BE49-F238E27FC236}">
                  <a16:creationId xmlns:a16="http://schemas.microsoft.com/office/drawing/2014/main" id="{B9CCBE61-63E9-467A-B970-16DA07E62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463" y="367506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" name="Rectangle 43">
              <a:extLst>
                <a:ext uri="{FF2B5EF4-FFF2-40B4-BE49-F238E27FC236}">
                  <a16:creationId xmlns:a16="http://schemas.microsoft.com/office/drawing/2014/main" id="{16A59200-8613-45B2-9247-BE34B6683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7450" y="3865562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" name="Rectangle 44">
              <a:extLst>
                <a:ext uri="{FF2B5EF4-FFF2-40B4-BE49-F238E27FC236}">
                  <a16:creationId xmlns:a16="http://schemas.microsoft.com/office/drawing/2014/main" id="{2EA960C3-277B-4AF5-9F7B-1EA1B8C11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463" y="3968750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" name="Rectangle 45">
              <a:extLst>
                <a:ext uri="{FF2B5EF4-FFF2-40B4-BE49-F238E27FC236}">
                  <a16:creationId xmlns:a16="http://schemas.microsoft.com/office/drawing/2014/main" id="{04AB2607-938C-42EE-A406-885D70131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7450" y="4157662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" name="Rectangle 49">
              <a:extLst>
                <a:ext uri="{FF2B5EF4-FFF2-40B4-BE49-F238E27FC236}">
                  <a16:creationId xmlns:a16="http://schemas.microsoft.com/office/drawing/2014/main" id="{144E0D12-B879-4D1A-9029-6896E31F6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463" y="426243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" name="Line 33">
              <a:extLst>
                <a:ext uri="{FF2B5EF4-FFF2-40B4-BE49-F238E27FC236}">
                  <a16:creationId xmlns:a16="http://schemas.microsoft.com/office/drawing/2014/main" id="{1E71B84D-C119-4805-8E96-CA0D57829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7325" y="37149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" name="Line 33">
              <a:extLst>
                <a:ext uri="{FF2B5EF4-FFF2-40B4-BE49-F238E27FC236}">
                  <a16:creationId xmlns:a16="http://schemas.microsoft.com/office/drawing/2014/main" id="{9D793A06-EDA1-4BB3-A12E-A2E2204A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7324" y="40197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" name="Rectangle 38">
              <a:extLst>
                <a:ext uri="{FF2B5EF4-FFF2-40B4-BE49-F238E27FC236}">
                  <a16:creationId xmlns:a16="http://schemas.microsoft.com/office/drawing/2014/main" id="{E53FD449-9D9E-4EB8-9E93-67F4387C7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0" y="266697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" name="Line 39">
              <a:extLst>
                <a:ext uri="{FF2B5EF4-FFF2-40B4-BE49-F238E27FC236}">
                  <a16:creationId xmlns:a16="http://schemas.microsoft.com/office/drawing/2014/main" id="{0F987EEA-4CCC-479B-9AED-849381BD07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7313" y="2801761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" name="Rectangle 40">
              <a:extLst>
                <a:ext uri="{FF2B5EF4-FFF2-40B4-BE49-F238E27FC236}">
                  <a16:creationId xmlns:a16="http://schemas.microsoft.com/office/drawing/2014/main" id="{E530D2EF-6E7D-431C-B64F-43BD76985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2" y="277174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67D054E-6B51-4497-9EC1-BC66F9ADA15C}"/>
                  </a:ext>
                </a:extLst>
              </p14:cNvPr>
              <p14:cNvContentPartPr/>
              <p14:nvPr/>
            </p14:nvContentPartPr>
            <p14:xfrm>
              <a:off x="3466440" y="1465920"/>
              <a:ext cx="5781600" cy="231696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67D054E-6B51-4497-9EC1-BC66F9ADA15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57080" y="1456560"/>
                <a:ext cx="5800320" cy="2335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5706107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213CFC66-7B93-BF45-AB3C-89898ADAB2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362200"/>
            <a:ext cx="9144000" cy="1295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Multiplexers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(Implemented with Decoders)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Title 1">
            <a:extLst>
              <a:ext uri="{FF2B5EF4-FFF2-40B4-BE49-F238E27FC236}">
                <a16:creationId xmlns:a16="http://schemas.microsoft.com/office/drawing/2014/main" id="{55740E33-4FC9-4D15-8F28-5E41CF515D7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4-to-1 multiplexer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built using a 2-to-4 decoder</a:t>
            </a:r>
          </a:p>
        </p:txBody>
      </p:sp>
      <p:sp>
        <p:nvSpPr>
          <p:cNvPr id="121859" name="TextBox 125">
            <a:extLst>
              <a:ext uri="{FF2B5EF4-FFF2-40B4-BE49-F238E27FC236}">
                <a16:creationId xmlns:a16="http://schemas.microsoft.com/office/drawing/2014/main" id="{299D3B5C-DA0C-421C-A698-9BC16BF27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4.17 from the textbook ]</a:t>
            </a:r>
          </a:p>
        </p:txBody>
      </p:sp>
      <p:pic>
        <p:nvPicPr>
          <p:cNvPr id="65" name="Picture 64">
            <a:extLst>
              <a:ext uri="{FF2B5EF4-FFF2-40B4-BE49-F238E27FC236}">
                <a16:creationId xmlns:a16="http://schemas.microsoft.com/office/drawing/2014/main" id="{D5674C6B-64BF-4D72-932D-5F0B040434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2350" y="1023477"/>
            <a:ext cx="8080375" cy="798374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9E656812-3D53-4F6B-B897-E05D448D6545}"/>
              </a:ext>
            </a:extLst>
          </p:cNvPr>
          <p:cNvGrpSpPr/>
          <p:nvPr/>
        </p:nvGrpSpPr>
        <p:grpSpPr>
          <a:xfrm>
            <a:off x="2590800" y="3025775"/>
            <a:ext cx="1707972" cy="1393825"/>
            <a:chOff x="3216275" y="2848150"/>
            <a:chExt cx="1707972" cy="1393825"/>
          </a:xfrm>
        </p:grpSpPr>
        <p:sp>
          <p:nvSpPr>
            <p:cNvPr id="121872" name="Rectangle 28">
              <a:extLst>
                <a:ext uri="{FF2B5EF4-FFF2-40B4-BE49-F238E27FC236}">
                  <a16:creationId xmlns:a16="http://schemas.microsoft.com/office/drawing/2014/main" id="{39B98F71-A857-4A39-A92C-30323C0C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2944988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3" name="Rectangle 29">
              <a:extLst>
                <a:ext uri="{FF2B5EF4-FFF2-40B4-BE49-F238E27FC236}">
                  <a16:creationId xmlns:a16="http://schemas.microsoft.com/office/drawing/2014/main" id="{BAD245D7-FE93-4D7C-8BAC-ADBDA3F5F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537" y="2848150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4" name="Line 30">
              <a:extLst>
                <a:ext uri="{FF2B5EF4-FFF2-40B4-BE49-F238E27FC236}">
                  <a16:creationId xmlns:a16="http://schemas.microsoft.com/office/drawing/2014/main" id="{025A2561-5E80-4A02-BBD2-64C8DD584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5" y="3078338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5" name="Rectangle 31">
              <a:extLst>
                <a:ext uri="{FF2B5EF4-FFF2-40B4-BE49-F238E27FC236}">
                  <a16:creationId xmlns:a16="http://schemas.microsoft.com/office/drawing/2014/main" id="{94D3162D-1BC7-4136-8FE6-CF51AB891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2" y="304976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6" name="Line 32">
              <a:extLst>
                <a:ext uri="{FF2B5EF4-FFF2-40B4-BE49-F238E27FC236}">
                  <a16:creationId xmlns:a16="http://schemas.microsoft.com/office/drawing/2014/main" id="{C7F4E1CF-3DB2-4FA6-AF5A-EB2F77342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450" y="396733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7" name="Line 33">
              <a:extLst>
                <a:ext uri="{FF2B5EF4-FFF2-40B4-BE49-F238E27FC236}">
                  <a16:creationId xmlns:a16="http://schemas.microsoft.com/office/drawing/2014/main" id="{D3B772F5-4B10-4B8E-822F-C15ADFDDD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2" y="307675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8" name="Line 34">
              <a:extLst>
                <a:ext uri="{FF2B5EF4-FFF2-40B4-BE49-F238E27FC236}">
                  <a16:creationId xmlns:a16="http://schemas.microsoft.com/office/drawing/2014/main" id="{A8DE2862-F778-4604-B947-33A199B93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2" y="39673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9" name="Rectangle 35">
              <a:extLst>
                <a:ext uri="{FF2B5EF4-FFF2-40B4-BE49-F238E27FC236}">
                  <a16:creationId xmlns:a16="http://schemas.microsoft.com/office/drawing/2014/main" id="{A2FA5A28-A2FD-4BDE-B348-2B5988EC7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3883200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0" name="Rectangle 36">
              <a:extLst>
                <a:ext uri="{FF2B5EF4-FFF2-40B4-BE49-F238E27FC236}">
                  <a16:creationId xmlns:a16="http://schemas.microsoft.com/office/drawing/2014/main" id="{5F19ED00-915D-444F-87ED-BAB760C0C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2944988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1" name="Rectangle 37">
              <a:extLst>
                <a:ext uri="{FF2B5EF4-FFF2-40B4-BE49-F238E27FC236}">
                  <a16:creationId xmlns:a16="http://schemas.microsoft.com/office/drawing/2014/main" id="{F07CE3A4-FE9A-48B5-BDB4-2639AE6F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04976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2" name="Rectangle 38">
              <a:extLst>
                <a:ext uri="{FF2B5EF4-FFF2-40B4-BE49-F238E27FC236}">
                  <a16:creationId xmlns:a16="http://schemas.microsoft.com/office/drawing/2014/main" id="{650B206B-78BA-4569-A11B-0E9AE2584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3238675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3" name="Line 39">
              <a:extLst>
                <a:ext uri="{FF2B5EF4-FFF2-40B4-BE49-F238E27FC236}">
                  <a16:creationId xmlns:a16="http://schemas.microsoft.com/office/drawing/2014/main" id="{4626D322-83CD-4DD6-86A1-3390BF5EE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450" y="33736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4" name="Rectangle 40">
              <a:extLst>
                <a:ext uri="{FF2B5EF4-FFF2-40B4-BE49-F238E27FC236}">
                  <a16:creationId xmlns:a16="http://schemas.microsoft.com/office/drawing/2014/main" id="{460F2CC0-53DC-433D-A7CB-9994742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2" y="3343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5" name="Rectangle 41">
              <a:extLst>
                <a:ext uri="{FF2B5EF4-FFF2-40B4-BE49-F238E27FC236}">
                  <a16:creationId xmlns:a16="http://schemas.microsoft.com/office/drawing/2014/main" id="{B3D9B9B8-0FA7-4CA8-AB25-C41E335CA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23867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6" name="Rectangle 42">
              <a:extLst>
                <a:ext uri="{FF2B5EF4-FFF2-40B4-BE49-F238E27FC236}">
                  <a16:creationId xmlns:a16="http://schemas.microsoft.com/office/drawing/2014/main" id="{BDFF5347-97A0-4ACD-B00D-C18392F8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343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7" name="Rectangle 43">
              <a:extLst>
                <a:ext uri="{FF2B5EF4-FFF2-40B4-BE49-F238E27FC236}">
                  <a16:creationId xmlns:a16="http://schemas.microsoft.com/office/drawing/2014/main" id="{9F40D3F9-2299-4EFB-B505-6FBF05C53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5339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8" name="Rectangle 44">
              <a:extLst>
                <a:ext uri="{FF2B5EF4-FFF2-40B4-BE49-F238E27FC236}">
                  <a16:creationId xmlns:a16="http://schemas.microsoft.com/office/drawing/2014/main" id="{944FECFD-BBDC-4136-ADAA-3684FBF0F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6371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9" name="Rectangle 45">
              <a:extLst>
                <a:ext uri="{FF2B5EF4-FFF2-40B4-BE49-F238E27FC236}">
                  <a16:creationId xmlns:a16="http://schemas.microsoft.com/office/drawing/2014/main" id="{E3156226-0B91-40C0-86EC-6F5D055B3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8260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3" name="Rectangle 49">
              <a:extLst>
                <a:ext uri="{FF2B5EF4-FFF2-40B4-BE49-F238E27FC236}">
                  <a16:creationId xmlns:a16="http://schemas.microsoft.com/office/drawing/2014/main" id="{F8E40D15-C6FE-478F-B4A5-F824D87F6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9308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" name="Line 33">
              <a:extLst>
                <a:ext uri="{FF2B5EF4-FFF2-40B4-BE49-F238E27FC236}">
                  <a16:creationId xmlns:a16="http://schemas.microsoft.com/office/drawing/2014/main" id="{BA8E8C64-5E81-46EA-985A-752954D36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572" y="342900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" name="Line 33">
              <a:extLst>
                <a:ext uri="{FF2B5EF4-FFF2-40B4-BE49-F238E27FC236}">
                  <a16:creationId xmlns:a16="http://schemas.microsoft.com/office/drawing/2014/main" id="{26D69245-ED7E-4CF9-8B1F-7B8F3D6C1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1" y="373716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671514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Title 1">
            <a:extLst>
              <a:ext uri="{FF2B5EF4-FFF2-40B4-BE49-F238E27FC236}">
                <a16:creationId xmlns:a16="http://schemas.microsoft.com/office/drawing/2014/main" id="{55740E33-4FC9-4D15-8F28-5E41CF515D7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4-to-1 multiplexer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built using a 2-to-4 decoder</a:t>
            </a:r>
          </a:p>
        </p:txBody>
      </p:sp>
      <p:sp>
        <p:nvSpPr>
          <p:cNvPr id="121859" name="TextBox 125">
            <a:extLst>
              <a:ext uri="{FF2B5EF4-FFF2-40B4-BE49-F238E27FC236}">
                <a16:creationId xmlns:a16="http://schemas.microsoft.com/office/drawing/2014/main" id="{299D3B5C-DA0C-421C-A698-9BC16BF27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4.17 from the textbook ]</a:t>
            </a:r>
          </a:p>
        </p:txBody>
      </p:sp>
      <p:pic>
        <p:nvPicPr>
          <p:cNvPr id="65" name="Picture 64">
            <a:extLst>
              <a:ext uri="{FF2B5EF4-FFF2-40B4-BE49-F238E27FC236}">
                <a16:creationId xmlns:a16="http://schemas.microsoft.com/office/drawing/2014/main" id="{D5674C6B-64BF-4D72-932D-5F0B040434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2350" y="1023477"/>
            <a:ext cx="8080375" cy="798374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9E656812-3D53-4F6B-B897-E05D448D6545}"/>
              </a:ext>
            </a:extLst>
          </p:cNvPr>
          <p:cNvGrpSpPr/>
          <p:nvPr/>
        </p:nvGrpSpPr>
        <p:grpSpPr>
          <a:xfrm>
            <a:off x="2590800" y="3025775"/>
            <a:ext cx="1707972" cy="1393825"/>
            <a:chOff x="3216275" y="2848150"/>
            <a:chExt cx="1707972" cy="1393825"/>
          </a:xfrm>
        </p:grpSpPr>
        <p:sp>
          <p:nvSpPr>
            <p:cNvPr id="121872" name="Rectangle 28">
              <a:extLst>
                <a:ext uri="{FF2B5EF4-FFF2-40B4-BE49-F238E27FC236}">
                  <a16:creationId xmlns:a16="http://schemas.microsoft.com/office/drawing/2014/main" id="{39B98F71-A857-4A39-A92C-30323C0C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2944988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3" name="Rectangle 29">
              <a:extLst>
                <a:ext uri="{FF2B5EF4-FFF2-40B4-BE49-F238E27FC236}">
                  <a16:creationId xmlns:a16="http://schemas.microsoft.com/office/drawing/2014/main" id="{BAD245D7-FE93-4D7C-8BAC-ADBDA3F5F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537" y="2848150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4" name="Line 30">
              <a:extLst>
                <a:ext uri="{FF2B5EF4-FFF2-40B4-BE49-F238E27FC236}">
                  <a16:creationId xmlns:a16="http://schemas.microsoft.com/office/drawing/2014/main" id="{025A2561-5E80-4A02-BBD2-64C8DD584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5" y="3078338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5" name="Rectangle 31">
              <a:extLst>
                <a:ext uri="{FF2B5EF4-FFF2-40B4-BE49-F238E27FC236}">
                  <a16:creationId xmlns:a16="http://schemas.microsoft.com/office/drawing/2014/main" id="{94D3162D-1BC7-4136-8FE6-CF51AB891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2" y="304976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6" name="Line 32">
              <a:extLst>
                <a:ext uri="{FF2B5EF4-FFF2-40B4-BE49-F238E27FC236}">
                  <a16:creationId xmlns:a16="http://schemas.microsoft.com/office/drawing/2014/main" id="{C7F4E1CF-3DB2-4FA6-AF5A-EB2F77342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450" y="396733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7" name="Line 33">
              <a:extLst>
                <a:ext uri="{FF2B5EF4-FFF2-40B4-BE49-F238E27FC236}">
                  <a16:creationId xmlns:a16="http://schemas.microsoft.com/office/drawing/2014/main" id="{D3B772F5-4B10-4B8E-822F-C15ADFDDD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2" y="307675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8" name="Line 34">
              <a:extLst>
                <a:ext uri="{FF2B5EF4-FFF2-40B4-BE49-F238E27FC236}">
                  <a16:creationId xmlns:a16="http://schemas.microsoft.com/office/drawing/2014/main" id="{A8DE2862-F778-4604-B947-33A199B93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2" y="39673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9" name="Rectangle 35">
              <a:extLst>
                <a:ext uri="{FF2B5EF4-FFF2-40B4-BE49-F238E27FC236}">
                  <a16:creationId xmlns:a16="http://schemas.microsoft.com/office/drawing/2014/main" id="{A2FA5A28-A2FD-4BDE-B348-2B5988EC7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3883200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0" name="Rectangle 36">
              <a:extLst>
                <a:ext uri="{FF2B5EF4-FFF2-40B4-BE49-F238E27FC236}">
                  <a16:creationId xmlns:a16="http://schemas.microsoft.com/office/drawing/2014/main" id="{5F19ED00-915D-444F-87ED-BAB760C0C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2944988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1" name="Rectangle 37">
              <a:extLst>
                <a:ext uri="{FF2B5EF4-FFF2-40B4-BE49-F238E27FC236}">
                  <a16:creationId xmlns:a16="http://schemas.microsoft.com/office/drawing/2014/main" id="{F07CE3A4-FE9A-48B5-BDB4-2639AE6F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04976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2" name="Rectangle 38">
              <a:extLst>
                <a:ext uri="{FF2B5EF4-FFF2-40B4-BE49-F238E27FC236}">
                  <a16:creationId xmlns:a16="http://schemas.microsoft.com/office/drawing/2014/main" id="{650B206B-78BA-4569-A11B-0E9AE2584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3238675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3" name="Line 39">
              <a:extLst>
                <a:ext uri="{FF2B5EF4-FFF2-40B4-BE49-F238E27FC236}">
                  <a16:creationId xmlns:a16="http://schemas.microsoft.com/office/drawing/2014/main" id="{4626D322-83CD-4DD6-86A1-3390BF5EE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450" y="33736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4" name="Rectangle 40">
              <a:extLst>
                <a:ext uri="{FF2B5EF4-FFF2-40B4-BE49-F238E27FC236}">
                  <a16:creationId xmlns:a16="http://schemas.microsoft.com/office/drawing/2014/main" id="{460F2CC0-53DC-433D-A7CB-9994742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2" y="3343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5" name="Rectangle 41">
              <a:extLst>
                <a:ext uri="{FF2B5EF4-FFF2-40B4-BE49-F238E27FC236}">
                  <a16:creationId xmlns:a16="http://schemas.microsoft.com/office/drawing/2014/main" id="{B3D9B9B8-0FA7-4CA8-AB25-C41E335CA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23867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6" name="Rectangle 42">
              <a:extLst>
                <a:ext uri="{FF2B5EF4-FFF2-40B4-BE49-F238E27FC236}">
                  <a16:creationId xmlns:a16="http://schemas.microsoft.com/office/drawing/2014/main" id="{BDFF5347-97A0-4ACD-B00D-C18392F8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343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7" name="Rectangle 43">
              <a:extLst>
                <a:ext uri="{FF2B5EF4-FFF2-40B4-BE49-F238E27FC236}">
                  <a16:creationId xmlns:a16="http://schemas.microsoft.com/office/drawing/2014/main" id="{9F40D3F9-2299-4EFB-B505-6FBF05C53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5339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8" name="Rectangle 44">
              <a:extLst>
                <a:ext uri="{FF2B5EF4-FFF2-40B4-BE49-F238E27FC236}">
                  <a16:creationId xmlns:a16="http://schemas.microsoft.com/office/drawing/2014/main" id="{944FECFD-BBDC-4136-ADAA-3684FBF0F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6371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9" name="Rectangle 45">
              <a:extLst>
                <a:ext uri="{FF2B5EF4-FFF2-40B4-BE49-F238E27FC236}">
                  <a16:creationId xmlns:a16="http://schemas.microsoft.com/office/drawing/2014/main" id="{E3156226-0B91-40C0-86EC-6F5D055B3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8260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3" name="Rectangle 49">
              <a:extLst>
                <a:ext uri="{FF2B5EF4-FFF2-40B4-BE49-F238E27FC236}">
                  <a16:creationId xmlns:a16="http://schemas.microsoft.com/office/drawing/2014/main" id="{F8E40D15-C6FE-478F-B4A5-F824D87F6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9308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" name="Line 33">
              <a:extLst>
                <a:ext uri="{FF2B5EF4-FFF2-40B4-BE49-F238E27FC236}">
                  <a16:creationId xmlns:a16="http://schemas.microsoft.com/office/drawing/2014/main" id="{BA8E8C64-5E81-46EA-985A-752954D36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572" y="342900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" name="Line 33">
              <a:extLst>
                <a:ext uri="{FF2B5EF4-FFF2-40B4-BE49-F238E27FC236}">
                  <a16:creationId xmlns:a16="http://schemas.microsoft.com/office/drawing/2014/main" id="{26D69245-ED7E-4CF9-8B1F-7B8F3D6C1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1" y="373716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F75E5AC-8647-499C-8C1C-AF7543A9FEAB}"/>
                  </a:ext>
                </a:extLst>
              </p14:cNvPr>
              <p14:cNvContentPartPr/>
              <p14:nvPr/>
            </p14:nvContentPartPr>
            <p14:xfrm>
              <a:off x="2264040" y="1307880"/>
              <a:ext cx="6795360" cy="24530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F75E5AC-8647-499C-8C1C-AF7543A9FEA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54680" y="1298520"/>
                <a:ext cx="6814080" cy="2471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7877217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Title 1">
            <a:extLst>
              <a:ext uri="{FF2B5EF4-FFF2-40B4-BE49-F238E27FC236}">
                <a16:creationId xmlns:a16="http://schemas.microsoft.com/office/drawing/2014/main" id="{55740E33-4FC9-4D15-8F28-5E41CF515D7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4-to-1 multiplexer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built using a 2-to-4 decoder</a:t>
            </a:r>
          </a:p>
        </p:txBody>
      </p:sp>
      <p:sp>
        <p:nvSpPr>
          <p:cNvPr id="121859" name="TextBox 125">
            <a:extLst>
              <a:ext uri="{FF2B5EF4-FFF2-40B4-BE49-F238E27FC236}">
                <a16:creationId xmlns:a16="http://schemas.microsoft.com/office/drawing/2014/main" id="{299D3B5C-DA0C-421C-A698-9BC16BF27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4.17 from the textbook ]</a:t>
            </a:r>
          </a:p>
        </p:txBody>
      </p:sp>
      <p:pic>
        <p:nvPicPr>
          <p:cNvPr id="65" name="Picture 64">
            <a:extLst>
              <a:ext uri="{FF2B5EF4-FFF2-40B4-BE49-F238E27FC236}">
                <a16:creationId xmlns:a16="http://schemas.microsoft.com/office/drawing/2014/main" id="{D5674C6B-64BF-4D72-932D-5F0B040434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2350" y="1023477"/>
            <a:ext cx="8080375" cy="798374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9E656812-3D53-4F6B-B897-E05D448D6545}"/>
              </a:ext>
            </a:extLst>
          </p:cNvPr>
          <p:cNvGrpSpPr/>
          <p:nvPr/>
        </p:nvGrpSpPr>
        <p:grpSpPr>
          <a:xfrm>
            <a:off x="2590800" y="3025775"/>
            <a:ext cx="1707972" cy="1393825"/>
            <a:chOff x="3216275" y="2848150"/>
            <a:chExt cx="1707972" cy="1393825"/>
          </a:xfrm>
        </p:grpSpPr>
        <p:sp>
          <p:nvSpPr>
            <p:cNvPr id="121872" name="Rectangle 28">
              <a:extLst>
                <a:ext uri="{FF2B5EF4-FFF2-40B4-BE49-F238E27FC236}">
                  <a16:creationId xmlns:a16="http://schemas.microsoft.com/office/drawing/2014/main" id="{39B98F71-A857-4A39-A92C-30323C0C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2944988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3" name="Rectangle 29">
              <a:extLst>
                <a:ext uri="{FF2B5EF4-FFF2-40B4-BE49-F238E27FC236}">
                  <a16:creationId xmlns:a16="http://schemas.microsoft.com/office/drawing/2014/main" id="{BAD245D7-FE93-4D7C-8BAC-ADBDA3F5F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537" y="2848150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4" name="Line 30">
              <a:extLst>
                <a:ext uri="{FF2B5EF4-FFF2-40B4-BE49-F238E27FC236}">
                  <a16:creationId xmlns:a16="http://schemas.microsoft.com/office/drawing/2014/main" id="{025A2561-5E80-4A02-BBD2-64C8DD584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5" y="3078338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5" name="Rectangle 31">
              <a:extLst>
                <a:ext uri="{FF2B5EF4-FFF2-40B4-BE49-F238E27FC236}">
                  <a16:creationId xmlns:a16="http://schemas.microsoft.com/office/drawing/2014/main" id="{94D3162D-1BC7-4136-8FE6-CF51AB891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2" y="304976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6" name="Line 32">
              <a:extLst>
                <a:ext uri="{FF2B5EF4-FFF2-40B4-BE49-F238E27FC236}">
                  <a16:creationId xmlns:a16="http://schemas.microsoft.com/office/drawing/2014/main" id="{C7F4E1CF-3DB2-4FA6-AF5A-EB2F77342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450" y="396733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7" name="Line 33">
              <a:extLst>
                <a:ext uri="{FF2B5EF4-FFF2-40B4-BE49-F238E27FC236}">
                  <a16:creationId xmlns:a16="http://schemas.microsoft.com/office/drawing/2014/main" id="{D3B772F5-4B10-4B8E-822F-C15ADFDDD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2" y="307675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8" name="Line 34">
              <a:extLst>
                <a:ext uri="{FF2B5EF4-FFF2-40B4-BE49-F238E27FC236}">
                  <a16:creationId xmlns:a16="http://schemas.microsoft.com/office/drawing/2014/main" id="{A8DE2862-F778-4604-B947-33A199B93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2" y="39673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9" name="Rectangle 35">
              <a:extLst>
                <a:ext uri="{FF2B5EF4-FFF2-40B4-BE49-F238E27FC236}">
                  <a16:creationId xmlns:a16="http://schemas.microsoft.com/office/drawing/2014/main" id="{A2FA5A28-A2FD-4BDE-B348-2B5988EC7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3883200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0" name="Rectangle 36">
              <a:extLst>
                <a:ext uri="{FF2B5EF4-FFF2-40B4-BE49-F238E27FC236}">
                  <a16:creationId xmlns:a16="http://schemas.microsoft.com/office/drawing/2014/main" id="{5F19ED00-915D-444F-87ED-BAB760C0C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2944988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1" name="Rectangle 37">
              <a:extLst>
                <a:ext uri="{FF2B5EF4-FFF2-40B4-BE49-F238E27FC236}">
                  <a16:creationId xmlns:a16="http://schemas.microsoft.com/office/drawing/2014/main" id="{F07CE3A4-FE9A-48B5-BDB4-2639AE6F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04976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2" name="Rectangle 38">
              <a:extLst>
                <a:ext uri="{FF2B5EF4-FFF2-40B4-BE49-F238E27FC236}">
                  <a16:creationId xmlns:a16="http://schemas.microsoft.com/office/drawing/2014/main" id="{650B206B-78BA-4569-A11B-0E9AE2584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200" y="3238675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3" name="Line 39">
              <a:extLst>
                <a:ext uri="{FF2B5EF4-FFF2-40B4-BE49-F238E27FC236}">
                  <a16:creationId xmlns:a16="http://schemas.microsoft.com/office/drawing/2014/main" id="{4626D322-83CD-4DD6-86A1-3390BF5EE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450" y="33736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4" name="Rectangle 40">
              <a:extLst>
                <a:ext uri="{FF2B5EF4-FFF2-40B4-BE49-F238E27FC236}">
                  <a16:creationId xmlns:a16="http://schemas.microsoft.com/office/drawing/2014/main" id="{460F2CC0-53DC-433D-A7CB-9994742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2" y="3343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5" name="Rectangle 41">
              <a:extLst>
                <a:ext uri="{FF2B5EF4-FFF2-40B4-BE49-F238E27FC236}">
                  <a16:creationId xmlns:a16="http://schemas.microsoft.com/office/drawing/2014/main" id="{B3D9B9B8-0FA7-4CA8-AB25-C41E335CA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23867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6" name="Rectangle 42">
              <a:extLst>
                <a:ext uri="{FF2B5EF4-FFF2-40B4-BE49-F238E27FC236}">
                  <a16:creationId xmlns:a16="http://schemas.microsoft.com/office/drawing/2014/main" id="{BDFF5347-97A0-4ACD-B00D-C18392F8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343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7" name="Rectangle 43">
              <a:extLst>
                <a:ext uri="{FF2B5EF4-FFF2-40B4-BE49-F238E27FC236}">
                  <a16:creationId xmlns:a16="http://schemas.microsoft.com/office/drawing/2014/main" id="{9F40D3F9-2299-4EFB-B505-6FBF05C53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5339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8" name="Rectangle 44">
              <a:extLst>
                <a:ext uri="{FF2B5EF4-FFF2-40B4-BE49-F238E27FC236}">
                  <a16:creationId xmlns:a16="http://schemas.microsoft.com/office/drawing/2014/main" id="{944FECFD-BBDC-4136-ADAA-3684FBF0F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6371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9" name="Rectangle 45">
              <a:extLst>
                <a:ext uri="{FF2B5EF4-FFF2-40B4-BE49-F238E27FC236}">
                  <a16:creationId xmlns:a16="http://schemas.microsoft.com/office/drawing/2014/main" id="{E3156226-0B91-40C0-86EC-6F5D055B3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7" y="38260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3" name="Rectangle 49">
              <a:extLst>
                <a:ext uri="{FF2B5EF4-FFF2-40B4-BE49-F238E27FC236}">
                  <a16:creationId xmlns:a16="http://schemas.microsoft.com/office/drawing/2014/main" id="{F8E40D15-C6FE-478F-B4A5-F824D87F6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9308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" name="Line 33">
              <a:extLst>
                <a:ext uri="{FF2B5EF4-FFF2-40B4-BE49-F238E27FC236}">
                  <a16:creationId xmlns:a16="http://schemas.microsoft.com/office/drawing/2014/main" id="{BA8E8C64-5E81-46EA-985A-752954D36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572" y="3429000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" name="Line 33">
              <a:extLst>
                <a:ext uri="{FF2B5EF4-FFF2-40B4-BE49-F238E27FC236}">
                  <a16:creationId xmlns:a16="http://schemas.microsoft.com/office/drawing/2014/main" id="{26D69245-ED7E-4CF9-8B1F-7B8F3D6C1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9461" y="373716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7" name="Line 20">
            <a:extLst>
              <a:ext uri="{FF2B5EF4-FFF2-40B4-BE49-F238E27FC236}">
                <a16:creationId xmlns:a16="http://schemas.microsoft.com/office/drawing/2014/main" id="{9DCF8609-87B9-43F0-87EB-9C202B8378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4038" y="4154488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8" name="Line 21">
            <a:extLst>
              <a:ext uri="{FF2B5EF4-FFF2-40B4-BE49-F238E27FC236}">
                <a16:creationId xmlns:a16="http://schemas.microsoft.com/office/drawing/2014/main" id="{4B23FD56-D750-41D5-A77E-6D7E61675F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34038" y="2212975"/>
            <a:ext cx="36512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9" name="Line 23">
            <a:extLst>
              <a:ext uri="{FF2B5EF4-FFF2-40B4-BE49-F238E27FC236}">
                <a16:creationId xmlns:a16="http://schemas.microsoft.com/office/drawing/2014/main" id="{D1DE32A3-2A8A-46BB-9162-79F9C44B98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4038" y="3195638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0" name="Line 48">
            <a:extLst>
              <a:ext uri="{FF2B5EF4-FFF2-40B4-BE49-F238E27FC236}">
                <a16:creationId xmlns:a16="http://schemas.microsoft.com/office/drawing/2014/main" id="{C08AB364-AFCF-47E5-9456-B2B6C0BCEF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34038" y="5135563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1" name="AutoShape 73">
            <a:extLst>
              <a:ext uri="{FF2B5EF4-FFF2-40B4-BE49-F238E27FC236}">
                <a16:creationId xmlns:a16="http://schemas.microsoft.com/office/drawing/2014/main" id="{BE9A32B3-EF3C-4CFD-8E11-16D0D3C71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8050" y="21272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" name="AutoShape 75">
            <a:extLst>
              <a:ext uri="{FF2B5EF4-FFF2-40B4-BE49-F238E27FC236}">
                <a16:creationId xmlns:a16="http://schemas.microsoft.com/office/drawing/2014/main" id="{B7C6ABD6-078F-45BF-981E-C3C5D3399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7575" y="3094038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AutoShape 77">
            <a:extLst>
              <a:ext uri="{FF2B5EF4-FFF2-40B4-BE49-F238E27FC236}">
                <a16:creationId xmlns:a16="http://schemas.microsoft.com/office/drawing/2014/main" id="{FACBB2AD-A2C6-49F1-BC71-3918AF5B1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8050" y="4073525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" name="AutoShape 79">
            <a:extLst>
              <a:ext uri="{FF2B5EF4-FFF2-40B4-BE49-F238E27FC236}">
                <a16:creationId xmlns:a16="http://schemas.microsoft.com/office/drawing/2014/main" id="{71A353D1-A958-4543-8234-012204C1B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0750" y="5035550"/>
            <a:ext cx="628650" cy="52705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5" name="Line 20">
            <a:extLst>
              <a:ext uri="{FF2B5EF4-FFF2-40B4-BE49-F238E27FC236}">
                <a16:creationId xmlns:a16="http://schemas.microsoft.com/office/drawing/2014/main" id="{AB2B7DB4-8D96-416E-A11D-45C27F66B7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09872" y="4442698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6" name="Line 20">
            <a:extLst>
              <a:ext uri="{FF2B5EF4-FFF2-40B4-BE49-F238E27FC236}">
                <a16:creationId xmlns:a16="http://schemas.microsoft.com/office/drawing/2014/main" id="{317FD8BE-F6A2-40E4-A272-F56BF2D4D6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1338" y="5427663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7" name="Line 20">
            <a:extLst>
              <a:ext uri="{FF2B5EF4-FFF2-40B4-BE49-F238E27FC236}">
                <a16:creationId xmlns:a16="http://schemas.microsoft.com/office/drawing/2014/main" id="{F5BF97E7-C344-4A02-999E-250B9450D5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450" y="3511552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" name="Line 20">
            <a:extLst>
              <a:ext uri="{FF2B5EF4-FFF2-40B4-BE49-F238E27FC236}">
                <a16:creationId xmlns:a16="http://schemas.microsoft.com/office/drawing/2014/main" id="{EF345E67-8DB9-42A9-B904-E5470F7E5F9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09870" y="2530476"/>
            <a:ext cx="3651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9" name="Line 47">
            <a:extLst>
              <a:ext uri="{FF2B5EF4-FFF2-40B4-BE49-F238E27FC236}">
                <a16:creationId xmlns:a16="http://schemas.microsoft.com/office/drawing/2014/main" id="{BDCA3EDF-0E08-402D-9BA2-9829C6FB7C9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6700" y="2390775"/>
            <a:ext cx="6397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" name="Line 47">
            <a:extLst>
              <a:ext uri="{FF2B5EF4-FFF2-40B4-BE49-F238E27FC236}">
                <a16:creationId xmlns:a16="http://schemas.microsoft.com/office/drawing/2014/main" id="{C4281BB9-B887-4D5D-8D48-F50C97FB121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6225" y="3347651"/>
            <a:ext cx="6397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" name="Line 47">
            <a:extLst>
              <a:ext uri="{FF2B5EF4-FFF2-40B4-BE49-F238E27FC236}">
                <a16:creationId xmlns:a16="http://schemas.microsoft.com/office/drawing/2014/main" id="{20831864-5645-4786-A068-309663E85C2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6225" y="4337050"/>
            <a:ext cx="6397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2" name="Line 47">
            <a:extLst>
              <a:ext uri="{FF2B5EF4-FFF2-40B4-BE49-F238E27FC236}">
                <a16:creationId xmlns:a16="http://schemas.microsoft.com/office/drawing/2014/main" id="{853600F9-3BB7-4482-9CAE-649863F08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631" y="5303521"/>
            <a:ext cx="6397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12E6DFFB-AAB4-4EBA-B401-3C13AAC32FC9}"/>
                  </a:ext>
                </a:extLst>
              </p14:cNvPr>
              <p14:cNvContentPartPr/>
              <p14:nvPr/>
            </p14:nvContentPartPr>
            <p14:xfrm>
              <a:off x="2264040" y="1307880"/>
              <a:ext cx="6795360" cy="24530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12E6DFFB-AAB4-4EBA-B401-3C13AAC32FC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54680" y="1298520"/>
                <a:ext cx="6814080" cy="247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BEF3EE1-52E6-4CBD-935D-BEB1251D38A1}"/>
                  </a:ext>
                </a:extLst>
              </p14:cNvPr>
              <p14:cNvContentPartPr/>
              <p14:nvPr/>
            </p14:nvContentPartPr>
            <p14:xfrm>
              <a:off x="4248720" y="2081520"/>
              <a:ext cx="4870440" cy="33732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BEF3EE1-52E6-4CBD-935D-BEB1251D38A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9360" y="2072160"/>
                <a:ext cx="4889160" cy="3391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301711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57" name="Group 1">
            <a:extLst>
              <a:ext uri="{FF2B5EF4-FFF2-40B4-BE49-F238E27FC236}">
                <a16:creationId xmlns:a16="http://schemas.microsoft.com/office/drawing/2014/main" id="{323A7D72-F6E3-49F1-A82C-0FAA61CE69BF}"/>
              </a:ext>
            </a:extLst>
          </p:cNvPr>
          <p:cNvGrpSpPr>
            <a:grpSpLocks/>
          </p:cNvGrpSpPr>
          <p:nvPr/>
        </p:nvGrpSpPr>
        <p:grpSpPr bwMode="auto">
          <a:xfrm>
            <a:off x="2312988" y="1981200"/>
            <a:ext cx="6297612" cy="3487737"/>
            <a:chOff x="1779588" y="2074863"/>
            <a:chExt cx="6297612" cy="3487737"/>
          </a:xfrm>
        </p:grpSpPr>
        <p:sp>
          <p:nvSpPr>
            <p:cNvPr id="121860" name="Freeform 4">
              <a:extLst>
                <a:ext uri="{FF2B5EF4-FFF2-40B4-BE49-F238E27FC236}">
                  <a16:creationId xmlns:a16="http://schemas.microsoft.com/office/drawing/2014/main" id="{9D2D4811-C0D6-4059-84FF-DB30EA9A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395538"/>
              <a:ext cx="1004887" cy="1255712"/>
            </a:xfrm>
            <a:custGeom>
              <a:avLst/>
              <a:gdLst>
                <a:gd name="T0" fmla="*/ 2147483646 w 1267"/>
                <a:gd name="T1" fmla="*/ 2147483646 h 1583"/>
                <a:gd name="T2" fmla="*/ 2147483646 w 1267"/>
                <a:gd name="T3" fmla="*/ 2147483646 h 1583"/>
                <a:gd name="T4" fmla="*/ 2147483646 w 1267"/>
                <a:gd name="T5" fmla="*/ 0 h 1583"/>
                <a:gd name="T6" fmla="*/ 0 w 1267"/>
                <a:gd name="T7" fmla="*/ 0 h 1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7"/>
                <a:gd name="T13" fmla="*/ 0 h 1583"/>
                <a:gd name="T14" fmla="*/ 1267 w 1267"/>
                <a:gd name="T15" fmla="*/ 1583 h 1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7" h="1583">
                  <a:moveTo>
                    <a:pt x="1267" y="1583"/>
                  </a:moveTo>
                  <a:lnTo>
                    <a:pt x="864" y="1583"/>
                  </a:lnTo>
                  <a:lnTo>
                    <a:pt x="864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1" name="Rectangle 17">
              <a:extLst>
                <a:ext uri="{FF2B5EF4-FFF2-40B4-BE49-F238E27FC236}">
                  <a16:creationId xmlns:a16="http://schemas.microsoft.com/office/drawing/2014/main" id="{664CF7C9-808E-404E-A591-FAF4C62BA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3048000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2" name="Rectangle 18">
              <a:extLst>
                <a:ext uri="{FF2B5EF4-FFF2-40B4-BE49-F238E27FC236}">
                  <a16:creationId xmlns:a16="http://schemas.microsoft.com/office/drawing/2014/main" id="{61BC9AC3-6365-4BC6-967F-59D3AE2DE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31527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3" name="Rectangle 19">
              <a:extLst>
                <a:ext uri="{FF2B5EF4-FFF2-40B4-BE49-F238E27FC236}">
                  <a16:creationId xmlns:a16="http://schemas.microsoft.com/office/drawing/2014/main" id="{7C5FBF52-3A7D-4319-BD04-0875E6694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20748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4" name="Line 20">
              <a:extLst>
                <a:ext uri="{FF2B5EF4-FFF2-40B4-BE49-F238E27FC236}">
                  <a16:creationId xmlns:a16="http://schemas.microsoft.com/office/drawing/2014/main" id="{93BAAC98-771F-4EC0-A59E-372ABCC71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415448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5" name="Line 21">
              <a:extLst>
                <a:ext uri="{FF2B5EF4-FFF2-40B4-BE49-F238E27FC236}">
                  <a16:creationId xmlns:a16="http://schemas.microsoft.com/office/drawing/2014/main" id="{32EAB05B-387D-4B42-968B-101A958D7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2212975"/>
              <a:ext cx="3651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6" name="Line 22">
              <a:extLst>
                <a:ext uri="{FF2B5EF4-FFF2-40B4-BE49-F238E27FC236}">
                  <a16:creationId xmlns:a16="http://schemas.microsoft.com/office/drawing/2014/main" id="{296F00FA-331C-4D68-B651-3CCCC5FE9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7138" y="2555875"/>
              <a:ext cx="13017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7" name="Line 23">
              <a:extLst>
                <a:ext uri="{FF2B5EF4-FFF2-40B4-BE49-F238E27FC236}">
                  <a16:creationId xmlns:a16="http://schemas.microsoft.com/office/drawing/2014/main" id="{203BDF60-F1B2-4715-97F7-707CA5B2D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319563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8" name="Line 24">
              <a:extLst>
                <a:ext uri="{FF2B5EF4-FFF2-40B4-BE49-F238E27FC236}">
                  <a16:creationId xmlns:a16="http://schemas.microsoft.com/office/drawing/2014/main" id="{ECCC47F8-6240-4040-9845-5C17B5558F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6226" y="3516313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69" name="Line 25">
              <a:extLst>
                <a:ext uri="{FF2B5EF4-FFF2-40B4-BE49-F238E27FC236}">
                  <a16:creationId xmlns:a16="http://schemas.microsoft.com/office/drawing/2014/main" id="{E2488BDA-B2B9-4619-89FD-9AF2746D6F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226" y="4473575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0" name="Line 26">
              <a:extLst>
                <a:ext uri="{FF2B5EF4-FFF2-40B4-BE49-F238E27FC236}">
                  <a16:creationId xmlns:a16="http://schemas.microsoft.com/office/drawing/2014/main" id="{AE9236AD-023A-4DEE-B1B5-4C077F6701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5456238"/>
              <a:ext cx="13017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1" name="Rectangle 27">
              <a:extLst>
                <a:ext uri="{FF2B5EF4-FFF2-40B4-BE49-F238E27FC236}">
                  <a16:creationId xmlns:a16="http://schemas.microsoft.com/office/drawing/2014/main" id="{2D8E36DD-6B02-45D4-B544-21B000736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2179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2" name="Rectangle 28">
              <a:extLst>
                <a:ext uri="{FF2B5EF4-FFF2-40B4-BE49-F238E27FC236}">
                  <a16:creationId xmlns:a16="http://schemas.microsoft.com/office/drawing/2014/main" id="{39B98F71-A857-4A39-A92C-30323C0C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382963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3" name="Rectangle 29">
              <a:extLst>
                <a:ext uri="{FF2B5EF4-FFF2-40B4-BE49-F238E27FC236}">
                  <a16:creationId xmlns:a16="http://schemas.microsoft.com/office/drawing/2014/main" id="{BAD245D7-FE93-4D7C-8BAC-ADBDA3F5F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538" y="3286125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4" name="Line 30">
              <a:extLst>
                <a:ext uri="{FF2B5EF4-FFF2-40B4-BE49-F238E27FC236}">
                  <a16:creationId xmlns:a16="http://schemas.microsoft.com/office/drawing/2014/main" id="{025A2561-5E80-4A02-BBD2-64C8DD584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276" y="3516313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5" name="Rectangle 31">
              <a:extLst>
                <a:ext uri="{FF2B5EF4-FFF2-40B4-BE49-F238E27FC236}">
                  <a16:creationId xmlns:a16="http://schemas.microsoft.com/office/drawing/2014/main" id="{94D3162D-1BC7-4136-8FE6-CF51AB891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6" name="Line 32">
              <a:extLst>
                <a:ext uri="{FF2B5EF4-FFF2-40B4-BE49-F238E27FC236}">
                  <a16:creationId xmlns:a16="http://schemas.microsoft.com/office/drawing/2014/main" id="{C7F4E1CF-3DB2-4FA6-AF5A-EB2F77342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44053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7" name="Line 33">
              <a:extLst>
                <a:ext uri="{FF2B5EF4-FFF2-40B4-BE49-F238E27FC236}">
                  <a16:creationId xmlns:a16="http://schemas.microsoft.com/office/drawing/2014/main" id="{D3B772F5-4B10-4B8E-822F-C15ADFDDD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5147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8" name="Line 34">
              <a:extLst>
                <a:ext uri="{FF2B5EF4-FFF2-40B4-BE49-F238E27FC236}">
                  <a16:creationId xmlns:a16="http://schemas.microsoft.com/office/drawing/2014/main" id="{A8DE2862-F778-4604-B947-33A199B93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405313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9" name="Rectangle 35">
              <a:extLst>
                <a:ext uri="{FF2B5EF4-FFF2-40B4-BE49-F238E27FC236}">
                  <a16:creationId xmlns:a16="http://schemas.microsoft.com/office/drawing/2014/main" id="{A2FA5A28-A2FD-4BDE-B348-2B5988EC7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43211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0" name="Rectangle 36">
              <a:extLst>
                <a:ext uri="{FF2B5EF4-FFF2-40B4-BE49-F238E27FC236}">
                  <a16:creationId xmlns:a16="http://schemas.microsoft.com/office/drawing/2014/main" id="{5F19ED00-915D-444F-87ED-BAB760C0C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382963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1" name="Rectangle 37">
              <a:extLst>
                <a:ext uri="{FF2B5EF4-FFF2-40B4-BE49-F238E27FC236}">
                  <a16:creationId xmlns:a16="http://schemas.microsoft.com/office/drawing/2014/main" id="{F07CE3A4-FE9A-48B5-BDB4-2639AE6F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2" name="Rectangle 38">
              <a:extLst>
                <a:ext uri="{FF2B5EF4-FFF2-40B4-BE49-F238E27FC236}">
                  <a16:creationId xmlns:a16="http://schemas.microsoft.com/office/drawing/2014/main" id="{650B206B-78BA-4569-A11B-0E9AE2584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67665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3" name="Line 39">
              <a:extLst>
                <a:ext uri="{FF2B5EF4-FFF2-40B4-BE49-F238E27FC236}">
                  <a16:creationId xmlns:a16="http://schemas.microsoft.com/office/drawing/2014/main" id="{4626D322-83CD-4DD6-86A1-3390BF5EE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381158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4" name="Rectangle 40">
              <a:extLst>
                <a:ext uri="{FF2B5EF4-FFF2-40B4-BE49-F238E27FC236}">
                  <a16:creationId xmlns:a16="http://schemas.microsoft.com/office/drawing/2014/main" id="{460F2CC0-53DC-433D-A7CB-9994742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5" name="Rectangle 41">
              <a:extLst>
                <a:ext uri="{FF2B5EF4-FFF2-40B4-BE49-F238E27FC236}">
                  <a16:creationId xmlns:a16="http://schemas.microsoft.com/office/drawing/2014/main" id="{B3D9B9B8-0FA7-4CA8-AB25-C41E335CA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6766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6" name="Rectangle 42">
              <a:extLst>
                <a:ext uri="{FF2B5EF4-FFF2-40B4-BE49-F238E27FC236}">
                  <a16:creationId xmlns:a16="http://schemas.microsoft.com/office/drawing/2014/main" id="{BDFF5347-97A0-4ACD-B00D-C18392F8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7" name="Rectangle 43">
              <a:extLst>
                <a:ext uri="{FF2B5EF4-FFF2-40B4-BE49-F238E27FC236}">
                  <a16:creationId xmlns:a16="http://schemas.microsoft.com/office/drawing/2014/main" id="{9F40D3F9-2299-4EFB-B505-6FBF05C53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9719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8" name="Rectangle 44">
              <a:extLst>
                <a:ext uri="{FF2B5EF4-FFF2-40B4-BE49-F238E27FC236}">
                  <a16:creationId xmlns:a16="http://schemas.microsoft.com/office/drawing/2014/main" id="{944FECFD-BBDC-4136-ADAA-3684FBF0F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07511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9" name="Rectangle 45">
              <a:extLst>
                <a:ext uri="{FF2B5EF4-FFF2-40B4-BE49-F238E27FC236}">
                  <a16:creationId xmlns:a16="http://schemas.microsoft.com/office/drawing/2014/main" id="{E3156226-0B91-40C0-86EC-6F5D055B3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42640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0" name="Line 46">
              <a:extLst>
                <a:ext uri="{FF2B5EF4-FFF2-40B4-BE49-F238E27FC236}">
                  <a16:creationId xmlns:a16="http://schemas.microsoft.com/office/drawing/2014/main" id="{66104E22-3677-49A0-8B83-895E8B672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130675"/>
              <a:ext cx="6397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1" name="Line 47">
              <a:extLst>
                <a:ext uri="{FF2B5EF4-FFF2-40B4-BE49-F238E27FC236}">
                  <a16:creationId xmlns:a16="http://schemas.microsoft.com/office/drawing/2014/main" id="{1674F69B-E311-4B6F-9825-69942F937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833813"/>
              <a:ext cx="6397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2" name="Line 48">
              <a:extLst>
                <a:ext uri="{FF2B5EF4-FFF2-40B4-BE49-F238E27FC236}">
                  <a16:creationId xmlns:a16="http://schemas.microsoft.com/office/drawing/2014/main" id="{74EBE59F-6A3A-4C4C-A789-081328C1C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5135563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3" name="Rectangle 49">
              <a:extLst>
                <a:ext uri="{FF2B5EF4-FFF2-40B4-BE49-F238E27FC236}">
                  <a16:creationId xmlns:a16="http://schemas.microsoft.com/office/drawing/2014/main" id="{F8E40D15-C6FE-478F-B4A5-F824D87F6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3688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4" name="Rectangle 50">
              <a:extLst>
                <a:ext uri="{FF2B5EF4-FFF2-40B4-BE49-F238E27FC236}">
                  <a16:creationId xmlns:a16="http://schemas.microsoft.com/office/drawing/2014/main" id="{D667E69A-B124-4893-B29A-1B846C488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008438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5" name="Rectangle 51">
              <a:extLst>
                <a:ext uri="{FF2B5EF4-FFF2-40B4-BE49-F238E27FC236}">
                  <a16:creationId xmlns:a16="http://schemas.microsoft.com/office/drawing/2014/main" id="{7EC54F5B-4A25-4910-86DC-1942271C0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4111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6" name="Rectangle 52">
              <a:extLst>
                <a:ext uri="{FF2B5EF4-FFF2-40B4-BE49-F238E27FC236}">
                  <a16:creationId xmlns:a16="http://schemas.microsoft.com/office/drawing/2014/main" id="{51BF97B9-BABA-4086-95C5-7808F4045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98792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7" name="Line 53">
              <a:extLst>
                <a:ext uri="{FF2B5EF4-FFF2-40B4-BE49-F238E27FC236}">
                  <a16:creationId xmlns:a16="http://schemas.microsoft.com/office/drawing/2014/main" id="{09ED5E48-1701-4B5F-B759-D279A78DF8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2555875"/>
              <a:ext cx="1588" cy="958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8" name="Line 54">
              <a:extLst>
                <a:ext uri="{FF2B5EF4-FFF2-40B4-BE49-F238E27FC236}">
                  <a16:creationId xmlns:a16="http://schemas.microsoft.com/office/drawing/2014/main" id="{6BB5A6A3-1756-4070-95F8-123370C57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3514725"/>
              <a:ext cx="1587" cy="3190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9" name="Line 55">
              <a:extLst>
                <a:ext uri="{FF2B5EF4-FFF2-40B4-BE49-F238E27FC236}">
                  <a16:creationId xmlns:a16="http://schemas.microsoft.com/office/drawing/2014/main" id="{A9D1B42D-CDE8-4440-A1E9-AF27FEBCD3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4130675"/>
              <a:ext cx="1587" cy="342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0" name="Line 56">
              <a:extLst>
                <a:ext uri="{FF2B5EF4-FFF2-40B4-BE49-F238E27FC236}">
                  <a16:creationId xmlns:a16="http://schemas.microsoft.com/office/drawing/2014/main" id="{A8849AC0-FD7B-4029-952B-CD96ED5785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138" y="4405313"/>
              <a:ext cx="1588" cy="10509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1" name="Line 57">
              <a:extLst>
                <a:ext uri="{FF2B5EF4-FFF2-40B4-BE49-F238E27FC236}">
                  <a16:creationId xmlns:a16="http://schemas.microsoft.com/office/drawing/2014/main" id="{3BAA68A2-D419-47F1-BF75-085F2EFEC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53300" y="3833813"/>
              <a:ext cx="3667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2" name="Freeform 58">
              <a:extLst>
                <a:ext uri="{FF2B5EF4-FFF2-40B4-BE49-F238E27FC236}">
                  <a16:creationId xmlns:a16="http://schemas.microsoft.com/office/drawing/2014/main" id="{FD434F82-72CB-4BED-8A5E-A79825164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563938"/>
              <a:ext cx="682625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5" y="0"/>
                  </a:lnTo>
                  <a:lnTo>
                    <a:pt x="94" y="0"/>
                  </a:lnTo>
                  <a:lnTo>
                    <a:pt x="120" y="0"/>
                  </a:lnTo>
                  <a:lnTo>
                    <a:pt x="146" y="0"/>
                  </a:lnTo>
                  <a:lnTo>
                    <a:pt x="169" y="0"/>
                  </a:lnTo>
                  <a:lnTo>
                    <a:pt x="190" y="0"/>
                  </a:lnTo>
                  <a:lnTo>
                    <a:pt x="210" y="0"/>
                  </a:lnTo>
                  <a:lnTo>
                    <a:pt x="229" y="0"/>
                  </a:lnTo>
                  <a:lnTo>
                    <a:pt x="246" y="0"/>
                  </a:lnTo>
                  <a:lnTo>
                    <a:pt x="261" y="0"/>
                  </a:lnTo>
                  <a:lnTo>
                    <a:pt x="275" y="1"/>
                  </a:lnTo>
                  <a:lnTo>
                    <a:pt x="288" y="1"/>
                  </a:lnTo>
                  <a:lnTo>
                    <a:pt x="301" y="1"/>
                  </a:lnTo>
                  <a:lnTo>
                    <a:pt x="311" y="1"/>
                  </a:lnTo>
                  <a:lnTo>
                    <a:pt x="321" y="1"/>
                  </a:lnTo>
                  <a:lnTo>
                    <a:pt x="330" y="1"/>
                  </a:lnTo>
                  <a:lnTo>
                    <a:pt x="337" y="1"/>
                  </a:lnTo>
                  <a:lnTo>
                    <a:pt x="344" y="1"/>
                  </a:lnTo>
                  <a:lnTo>
                    <a:pt x="350" y="1"/>
                  </a:lnTo>
                  <a:lnTo>
                    <a:pt x="356" y="1"/>
                  </a:lnTo>
                  <a:lnTo>
                    <a:pt x="360" y="1"/>
                  </a:lnTo>
                  <a:lnTo>
                    <a:pt x="364" y="1"/>
                  </a:lnTo>
                  <a:lnTo>
                    <a:pt x="367" y="1"/>
                  </a:lnTo>
                  <a:lnTo>
                    <a:pt x="372" y="1"/>
                  </a:lnTo>
                  <a:lnTo>
                    <a:pt x="374" y="1"/>
                  </a:lnTo>
                  <a:lnTo>
                    <a:pt x="377" y="1"/>
                  </a:lnTo>
                  <a:lnTo>
                    <a:pt x="379" y="1"/>
                  </a:lnTo>
                  <a:lnTo>
                    <a:pt x="382" y="1"/>
                  </a:lnTo>
                  <a:lnTo>
                    <a:pt x="385" y="1"/>
                  </a:lnTo>
                  <a:lnTo>
                    <a:pt x="386" y="3"/>
                  </a:lnTo>
                  <a:lnTo>
                    <a:pt x="389" y="3"/>
                  </a:lnTo>
                  <a:lnTo>
                    <a:pt x="392" y="3"/>
                  </a:lnTo>
                  <a:lnTo>
                    <a:pt x="393" y="3"/>
                  </a:lnTo>
                  <a:lnTo>
                    <a:pt x="396" y="3"/>
                  </a:lnTo>
                  <a:lnTo>
                    <a:pt x="397" y="3"/>
                  </a:lnTo>
                  <a:lnTo>
                    <a:pt x="399" y="3"/>
                  </a:lnTo>
                  <a:lnTo>
                    <a:pt x="400" y="3"/>
                  </a:lnTo>
                  <a:lnTo>
                    <a:pt x="402" y="3"/>
                  </a:lnTo>
                  <a:lnTo>
                    <a:pt x="405" y="3"/>
                  </a:lnTo>
                  <a:lnTo>
                    <a:pt x="406" y="4"/>
                  </a:lnTo>
                  <a:lnTo>
                    <a:pt x="408" y="4"/>
                  </a:lnTo>
                  <a:lnTo>
                    <a:pt x="409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3" y="4"/>
                  </a:lnTo>
                  <a:lnTo>
                    <a:pt x="415" y="4"/>
                  </a:lnTo>
                  <a:lnTo>
                    <a:pt x="416" y="4"/>
                  </a:lnTo>
                  <a:lnTo>
                    <a:pt x="418" y="4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3" y="5"/>
                  </a:lnTo>
                  <a:lnTo>
                    <a:pt x="425" y="5"/>
                  </a:lnTo>
                  <a:lnTo>
                    <a:pt x="426" y="5"/>
                  </a:lnTo>
                  <a:lnTo>
                    <a:pt x="428" y="5"/>
                  </a:lnTo>
                  <a:lnTo>
                    <a:pt x="429" y="5"/>
                  </a:lnTo>
                  <a:lnTo>
                    <a:pt x="432" y="7"/>
                  </a:lnTo>
                  <a:lnTo>
                    <a:pt x="433" y="7"/>
                  </a:lnTo>
                  <a:lnTo>
                    <a:pt x="435" y="7"/>
                  </a:lnTo>
                  <a:lnTo>
                    <a:pt x="438" y="7"/>
                  </a:lnTo>
                  <a:lnTo>
                    <a:pt x="439" y="7"/>
                  </a:lnTo>
                  <a:lnTo>
                    <a:pt x="442" y="8"/>
                  </a:lnTo>
                  <a:lnTo>
                    <a:pt x="445" y="8"/>
                  </a:lnTo>
                  <a:lnTo>
                    <a:pt x="446" y="8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5" y="10"/>
                  </a:lnTo>
                  <a:lnTo>
                    <a:pt x="456" y="10"/>
                  </a:lnTo>
                  <a:lnTo>
                    <a:pt x="458" y="10"/>
                  </a:lnTo>
                  <a:lnTo>
                    <a:pt x="459" y="11"/>
                  </a:lnTo>
                  <a:lnTo>
                    <a:pt x="461" y="11"/>
                  </a:lnTo>
                  <a:lnTo>
                    <a:pt x="462" y="11"/>
                  </a:lnTo>
                  <a:lnTo>
                    <a:pt x="464" y="11"/>
                  </a:lnTo>
                  <a:lnTo>
                    <a:pt x="465" y="11"/>
                  </a:lnTo>
                  <a:lnTo>
                    <a:pt x="467" y="13"/>
                  </a:lnTo>
                  <a:lnTo>
                    <a:pt x="468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2" y="14"/>
                  </a:lnTo>
                  <a:lnTo>
                    <a:pt x="474" y="14"/>
                  </a:lnTo>
                  <a:lnTo>
                    <a:pt x="475" y="14"/>
                  </a:lnTo>
                  <a:lnTo>
                    <a:pt x="477" y="16"/>
                  </a:lnTo>
                  <a:lnTo>
                    <a:pt x="478" y="16"/>
                  </a:lnTo>
                  <a:lnTo>
                    <a:pt x="480" y="16"/>
                  </a:lnTo>
                  <a:lnTo>
                    <a:pt x="482" y="17"/>
                  </a:lnTo>
                  <a:lnTo>
                    <a:pt x="484" y="17"/>
                  </a:lnTo>
                  <a:lnTo>
                    <a:pt x="487" y="18"/>
                  </a:lnTo>
                  <a:lnTo>
                    <a:pt x="488" y="18"/>
                  </a:lnTo>
                  <a:lnTo>
                    <a:pt x="491" y="20"/>
                  </a:lnTo>
                  <a:lnTo>
                    <a:pt x="494" y="20"/>
                  </a:lnTo>
                  <a:lnTo>
                    <a:pt x="497" y="21"/>
                  </a:lnTo>
                  <a:lnTo>
                    <a:pt x="498" y="21"/>
                  </a:lnTo>
                  <a:lnTo>
                    <a:pt x="501" y="23"/>
                  </a:lnTo>
                  <a:lnTo>
                    <a:pt x="504" y="23"/>
                  </a:lnTo>
                  <a:lnTo>
                    <a:pt x="505" y="24"/>
                  </a:lnTo>
                  <a:lnTo>
                    <a:pt x="507" y="24"/>
                  </a:lnTo>
                  <a:lnTo>
                    <a:pt x="510" y="26"/>
                  </a:lnTo>
                  <a:lnTo>
                    <a:pt x="511" y="26"/>
                  </a:lnTo>
                  <a:lnTo>
                    <a:pt x="513" y="26"/>
                  </a:lnTo>
                  <a:lnTo>
                    <a:pt x="514" y="27"/>
                  </a:lnTo>
                  <a:lnTo>
                    <a:pt x="516" y="27"/>
                  </a:lnTo>
                  <a:lnTo>
                    <a:pt x="517" y="27"/>
                  </a:lnTo>
                  <a:lnTo>
                    <a:pt x="518" y="28"/>
                  </a:lnTo>
                  <a:lnTo>
                    <a:pt x="520" y="28"/>
                  </a:lnTo>
                  <a:lnTo>
                    <a:pt x="521" y="28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6" y="31"/>
                  </a:lnTo>
                  <a:lnTo>
                    <a:pt x="527" y="31"/>
                  </a:lnTo>
                  <a:lnTo>
                    <a:pt x="528" y="33"/>
                  </a:lnTo>
                  <a:lnTo>
                    <a:pt x="530" y="33"/>
                  </a:lnTo>
                  <a:lnTo>
                    <a:pt x="531" y="34"/>
                  </a:lnTo>
                  <a:lnTo>
                    <a:pt x="533" y="34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7" y="37"/>
                  </a:lnTo>
                  <a:lnTo>
                    <a:pt x="540" y="37"/>
                  </a:lnTo>
                  <a:lnTo>
                    <a:pt x="541" y="39"/>
                  </a:lnTo>
                  <a:lnTo>
                    <a:pt x="543" y="40"/>
                  </a:lnTo>
                  <a:lnTo>
                    <a:pt x="546" y="40"/>
                  </a:lnTo>
                  <a:lnTo>
                    <a:pt x="547" y="41"/>
                  </a:lnTo>
                  <a:lnTo>
                    <a:pt x="550" y="43"/>
                  </a:lnTo>
                  <a:lnTo>
                    <a:pt x="553" y="44"/>
                  </a:lnTo>
                  <a:lnTo>
                    <a:pt x="554" y="44"/>
                  </a:lnTo>
                  <a:lnTo>
                    <a:pt x="556" y="46"/>
                  </a:lnTo>
                  <a:lnTo>
                    <a:pt x="557" y="47"/>
                  </a:lnTo>
                  <a:lnTo>
                    <a:pt x="560" y="47"/>
                  </a:lnTo>
                  <a:lnTo>
                    <a:pt x="562" y="49"/>
                  </a:lnTo>
                  <a:lnTo>
                    <a:pt x="563" y="49"/>
                  </a:lnTo>
                  <a:lnTo>
                    <a:pt x="564" y="50"/>
                  </a:lnTo>
                  <a:lnTo>
                    <a:pt x="566" y="50"/>
                  </a:lnTo>
                  <a:lnTo>
                    <a:pt x="567" y="52"/>
                  </a:lnTo>
                  <a:lnTo>
                    <a:pt x="569" y="53"/>
                  </a:lnTo>
                  <a:lnTo>
                    <a:pt x="570" y="53"/>
                  </a:lnTo>
                  <a:lnTo>
                    <a:pt x="572" y="54"/>
                  </a:lnTo>
                  <a:lnTo>
                    <a:pt x="573" y="54"/>
                  </a:lnTo>
                  <a:lnTo>
                    <a:pt x="575" y="56"/>
                  </a:lnTo>
                  <a:lnTo>
                    <a:pt x="576" y="56"/>
                  </a:lnTo>
                  <a:lnTo>
                    <a:pt x="577" y="57"/>
                  </a:lnTo>
                  <a:lnTo>
                    <a:pt x="579" y="57"/>
                  </a:lnTo>
                  <a:lnTo>
                    <a:pt x="579" y="59"/>
                  </a:lnTo>
                  <a:lnTo>
                    <a:pt x="580" y="59"/>
                  </a:lnTo>
                  <a:lnTo>
                    <a:pt x="582" y="60"/>
                  </a:lnTo>
                  <a:lnTo>
                    <a:pt x="583" y="60"/>
                  </a:lnTo>
                  <a:lnTo>
                    <a:pt x="585" y="62"/>
                  </a:lnTo>
                  <a:lnTo>
                    <a:pt x="586" y="62"/>
                  </a:lnTo>
                  <a:lnTo>
                    <a:pt x="587" y="63"/>
                  </a:lnTo>
                  <a:lnTo>
                    <a:pt x="589" y="63"/>
                  </a:lnTo>
                  <a:lnTo>
                    <a:pt x="592" y="64"/>
                  </a:lnTo>
                  <a:lnTo>
                    <a:pt x="593" y="66"/>
                  </a:lnTo>
                  <a:lnTo>
                    <a:pt x="595" y="67"/>
                  </a:lnTo>
                  <a:lnTo>
                    <a:pt x="598" y="67"/>
                  </a:lnTo>
                  <a:lnTo>
                    <a:pt x="599" y="69"/>
                  </a:lnTo>
                  <a:lnTo>
                    <a:pt x="602" y="70"/>
                  </a:lnTo>
                  <a:lnTo>
                    <a:pt x="603" y="72"/>
                  </a:lnTo>
                  <a:lnTo>
                    <a:pt x="605" y="72"/>
                  </a:lnTo>
                  <a:lnTo>
                    <a:pt x="606" y="73"/>
                  </a:lnTo>
                  <a:lnTo>
                    <a:pt x="608" y="73"/>
                  </a:lnTo>
                  <a:lnTo>
                    <a:pt x="609" y="75"/>
                  </a:lnTo>
                  <a:lnTo>
                    <a:pt x="610" y="75"/>
                  </a:lnTo>
                  <a:lnTo>
                    <a:pt x="612" y="76"/>
                  </a:lnTo>
                  <a:lnTo>
                    <a:pt x="613" y="77"/>
                  </a:lnTo>
                  <a:lnTo>
                    <a:pt x="615" y="77"/>
                  </a:lnTo>
                  <a:lnTo>
                    <a:pt x="616" y="79"/>
                  </a:lnTo>
                  <a:lnTo>
                    <a:pt x="618" y="79"/>
                  </a:lnTo>
                  <a:lnTo>
                    <a:pt x="619" y="80"/>
                  </a:lnTo>
                  <a:lnTo>
                    <a:pt x="621" y="82"/>
                  </a:lnTo>
                  <a:lnTo>
                    <a:pt x="622" y="82"/>
                  </a:lnTo>
                  <a:lnTo>
                    <a:pt x="623" y="83"/>
                  </a:lnTo>
                  <a:lnTo>
                    <a:pt x="625" y="83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8" y="86"/>
                  </a:lnTo>
                  <a:lnTo>
                    <a:pt x="629" y="86"/>
                  </a:lnTo>
                  <a:lnTo>
                    <a:pt x="631" y="87"/>
                  </a:lnTo>
                  <a:lnTo>
                    <a:pt x="632" y="89"/>
                  </a:lnTo>
                  <a:lnTo>
                    <a:pt x="635" y="90"/>
                  </a:lnTo>
                  <a:lnTo>
                    <a:pt x="636" y="92"/>
                  </a:lnTo>
                  <a:lnTo>
                    <a:pt x="638" y="92"/>
                  </a:lnTo>
                  <a:lnTo>
                    <a:pt x="639" y="93"/>
                  </a:lnTo>
                  <a:lnTo>
                    <a:pt x="641" y="95"/>
                  </a:lnTo>
                  <a:lnTo>
                    <a:pt x="642" y="95"/>
                  </a:lnTo>
                  <a:lnTo>
                    <a:pt x="644" y="96"/>
                  </a:lnTo>
                  <a:lnTo>
                    <a:pt x="645" y="96"/>
                  </a:lnTo>
                  <a:lnTo>
                    <a:pt x="645" y="98"/>
                  </a:lnTo>
                  <a:lnTo>
                    <a:pt x="646" y="98"/>
                  </a:lnTo>
                  <a:lnTo>
                    <a:pt x="648" y="99"/>
                  </a:lnTo>
                  <a:lnTo>
                    <a:pt x="649" y="100"/>
                  </a:lnTo>
                  <a:lnTo>
                    <a:pt x="651" y="100"/>
                  </a:lnTo>
                  <a:lnTo>
                    <a:pt x="652" y="102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55" y="105"/>
                  </a:lnTo>
                  <a:lnTo>
                    <a:pt x="657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59" y="108"/>
                  </a:lnTo>
                  <a:lnTo>
                    <a:pt x="661" y="108"/>
                  </a:lnTo>
                  <a:lnTo>
                    <a:pt x="661" y="109"/>
                  </a:lnTo>
                  <a:lnTo>
                    <a:pt x="662" y="109"/>
                  </a:lnTo>
                  <a:lnTo>
                    <a:pt x="664" y="111"/>
                  </a:lnTo>
                  <a:lnTo>
                    <a:pt x="665" y="112"/>
                  </a:lnTo>
                  <a:lnTo>
                    <a:pt x="667" y="113"/>
                  </a:lnTo>
                  <a:lnTo>
                    <a:pt x="668" y="113"/>
                  </a:lnTo>
                  <a:lnTo>
                    <a:pt x="668" y="115"/>
                  </a:lnTo>
                  <a:lnTo>
                    <a:pt x="670" y="115"/>
                  </a:lnTo>
                  <a:lnTo>
                    <a:pt x="671" y="116"/>
                  </a:lnTo>
                  <a:lnTo>
                    <a:pt x="672" y="118"/>
                  </a:lnTo>
                  <a:lnTo>
                    <a:pt x="674" y="118"/>
                  </a:lnTo>
                  <a:lnTo>
                    <a:pt x="674" y="119"/>
                  </a:lnTo>
                  <a:lnTo>
                    <a:pt x="675" y="119"/>
                  </a:lnTo>
                  <a:lnTo>
                    <a:pt x="677" y="121"/>
                  </a:lnTo>
                  <a:lnTo>
                    <a:pt x="678" y="121"/>
                  </a:lnTo>
                  <a:lnTo>
                    <a:pt x="678" y="122"/>
                  </a:lnTo>
                  <a:lnTo>
                    <a:pt x="680" y="122"/>
                  </a:lnTo>
                  <a:lnTo>
                    <a:pt x="680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5" y="128"/>
                  </a:lnTo>
                  <a:lnTo>
                    <a:pt x="687" y="128"/>
                  </a:lnTo>
                  <a:lnTo>
                    <a:pt x="688" y="129"/>
                  </a:lnTo>
                  <a:lnTo>
                    <a:pt x="690" y="131"/>
                  </a:lnTo>
                  <a:lnTo>
                    <a:pt x="691" y="131"/>
                  </a:lnTo>
                  <a:lnTo>
                    <a:pt x="693" y="132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5" y="135"/>
                  </a:lnTo>
                  <a:lnTo>
                    <a:pt x="697" y="135"/>
                  </a:lnTo>
                  <a:lnTo>
                    <a:pt x="698" y="136"/>
                  </a:lnTo>
                  <a:lnTo>
                    <a:pt x="700" y="136"/>
                  </a:lnTo>
                  <a:lnTo>
                    <a:pt x="700" y="138"/>
                  </a:lnTo>
                  <a:lnTo>
                    <a:pt x="701" y="138"/>
                  </a:lnTo>
                  <a:lnTo>
                    <a:pt x="703" y="139"/>
                  </a:lnTo>
                  <a:lnTo>
                    <a:pt x="704" y="139"/>
                  </a:lnTo>
                  <a:lnTo>
                    <a:pt x="704" y="141"/>
                  </a:lnTo>
                  <a:lnTo>
                    <a:pt x="705" y="141"/>
                  </a:lnTo>
                  <a:lnTo>
                    <a:pt x="705" y="142"/>
                  </a:lnTo>
                  <a:lnTo>
                    <a:pt x="707" y="142"/>
                  </a:lnTo>
                  <a:lnTo>
                    <a:pt x="708" y="144"/>
                  </a:lnTo>
                  <a:lnTo>
                    <a:pt x="710" y="145"/>
                  </a:lnTo>
                  <a:lnTo>
                    <a:pt x="711" y="146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1"/>
                  </a:lnTo>
                  <a:lnTo>
                    <a:pt x="717" y="152"/>
                  </a:lnTo>
                  <a:lnTo>
                    <a:pt x="718" y="154"/>
                  </a:lnTo>
                  <a:lnTo>
                    <a:pt x="720" y="155"/>
                  </a:lnTo>
                  <a:lnTo>
                    <a:pt x="721" y="157"/>
                  </a:lnTo>
                  <a:lnTo>
                    <a:pt x="723" y="158"/>
                  </a:lnTo>
                  <a:lnTo>
                    <a:pt x="724" y="159"/>
                  </a:lnTo>
                  <a:lnTo>
                    <a:pt x="726" y="161"/>
                  </a:lnTo>
                  <a:lnTo>
                    <a:pt x="727" y="162"/>
                  </a:lnTo>
                  <a:lnTo>
                    <a:pt x="729" y="164"/>
                  </a:lnTo>
                  <a:lnTo>
                    <a:pt x="730" y="165"/>
                  </a:lnTo>
                  <a:lnTo>
                    <a:pt x="730" y="167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3" y="169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6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9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1" y="180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4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9" y="187"/>
                  </a:lnTo>
                  <a:lnTo>
                    <a:pt x="749" y="188"/>
                  </a:lnTo>
                  <a:lnTo>
                    <a:pt x="750" y="190"/>
                  </a:lnTo>
                  <a:lnTo>
                    <a:pt x="752" y="191"/>
                  </a:lnTo>
                  <a:lnTo>
                    <a:pt x="753" y="193"/>
                  </a:lnTo>
                  <a:lnTo>
                    <a:pt x="754" y="194"/>
                  </a:lnTo>
                  <a:lnTo>
                    <a:pt x="756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2" y="201"/>
                  </a:lnTo>
                  <a:lnTo>
                    <a:pt x="763" y="204"/>
                  </a:lnTo>
                  <a:lnTo>
                    <a:pt x="763" y="205"/>
                  </a:lnTo>
                  <a:lnTo>
                    <a:pt x="764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0"/>
                  </a:lnTo>
                  <a:lnTo>
                    <a:pt x="769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6"/>
                  </a:lnTo>
                  <a:lnTo>
                    <a:pt x="773" y="216"/>
                  </a:lnTo>
                  <a:lnTo>
                    <a:pt x="773" y="217"/>
                  </a:lnTo>
                  <a:lnTo>
                    <a:pt x="775" y="218"/>
                  </a:lnTo>
                  <a:lnTo>
                    <a:pt x="775" y="220"/>
                  </a:lnTo>
                  <a:lnTo>
                    <a:pt x="776" y="221"/>
                  </a:lnTo>
                  <a:lnTo>
                    <a:pt x="777" y="221"/>
                  </a:lnTo>
                  <a:lnTo>
                    <a:pt x="777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0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5" y="233"/>
                  </a:lnTo>
                  <a:lnTo>
                    <a:pt x="786" y="234"/>
                  </a:lnTo>
                  <a:lnTo>
                    <a:pt x="788" y="237"/>
                  </a:lnTo>
                  <a:lnTo>
                    <a:pt x="789" y="239"/>
                  </a:lnTo>
                  <a:lnTo>
                    <a:pt x="790" y="241"/>
                  </a:lnTo>
                  <a:lnTo>
                    <a:pt x="792" y="243"/>
                  </a:lnTo>
                  <a:lnTo>
                    <a:pt x="795" y="246"/>
                  </a:lnTo>
                  <a:lnTo>
                    <a:pt x="796" y="247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799" y="253"/>
                  </a:lnTo>
                  <a:lnTo>
                    <a:pt x="800" y="254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5" y="262"/>
                  </a:lnTo>
                  <a:lnTo>
                    <a:pt x="806" y="262"/>
                  </a:lnTo>
                  <a:lnTo>
                    <a:pt x="808" y="263"/>
                  </a:lnTo>
                  <a:lnTo>
                    <a:pt x="808" y="264"/>
                  </a:lnTo>
                  <a:lnTo>
                    <a:pt x="809" y="266"/>
                  </a:lnTo>
                  <a:lnTo>
                    <a:pt x="809" y="267"/>
                  </a:lnTo>
                  <a:lnTo>
                    <a:pt x="811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3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7"/>
                  </a:lnTo>
                  <a:lnTo>
                    <a:pt x="818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4" y="286"/>
                  </a:lnTo>
                  <a:lnTo>
                    <a:pt x="825" y="287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6"/>
                  </a:lnTo>
                  <a:lnTo>
                    <a:pt x="832" y="299"/>
                  </a:lnTo>
                  <a:lnTo>
                    <a:pt x="834" y="302"/>
                  </a:lnTo>
                  <a:lnTo>
                    <a:pt x="835" y="303"/>
                  </a:lnTo>
                  <a:lnTo>
                    <a:pt x="836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0"/>
                  </a:lnTo>
                  <a:lnTo>
                    <a:pt x="842" y="312"/>
                  </a:lnTo>
                  <a:lnTo>
                    <a:pt x="842" y="313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3"/>
                  </a:lnTo>
                  <a:lnTo>
                    <a:pt x="851" y="325"/>
                  </a:lnTo>
                  <a:lnTo>
                    <a:pt x="851" y="326"/>
                  </a:lnTo>
                  <a:lnTo>
                    <a:pt x="852" y="326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4" y="331"/>
                  </a:lnTo>
                  <a:lnTo>
                    <a:pt x="855" y="332"/>
                  </a:lnTo>
                  <a:lnTo>
                    <a:pt x="855" y="334"/>
                  </a:lnTo>
                  <a:lnTo>
                    <a:pt x="857" y="335"/>
                  </a:lnTo>
                  <a:lnTo>
                    <a:pt x="858" y="336"/>
                  </a:lnTo>
                  <a:lnTo>
                    <a:pt x="858" y="338"/>
                  </a:lnTo>
                  <a:lnTo>
                    <a:pt x="859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3" name="Freeform 59">
              <a:extLst>
                <a:ext uri="{FF2B5EF4-FFF2-40B4-BE49-F238E27FC236}">
                  <a16:creationId xmlns:a16="http://schemas.microsoft.com/office/drawing/2014/main" id="{450DA77D-44BA-4D51-8A84-AD340850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836988"/>
              <a:ext cx="682625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5" y="342"/>
                  </a:lnTo>
                  <a:lnTo>
                    <a:pt x="94" y="342"/>
                  </a:lnTo>
                  <a:lnTo>
                    <a:pt x="120" y="342"/>
                  </a:lnTo>
                  <a:lnTo>
                    <a:pt x="146" y="342"/>
                  </a:lnTo>
                  <a:lnTo>
                    <a:pt x="169" y="342"/>
                  </a:lnTo>
                  <a:lnTo>
                    <a:pt x="190" y="342"/>
                  </a:lnTo>
                  <a:lnTo>
                    <a:pt x="210" y="342"/>
                  </a:lnTo>
                  <a:lnTo>
                    <a:pt x="229" y="342"/>
                  </a:lnTo>
                  <a:lnTo>
                    <a:pt x="246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1" y="342"/>
                  </a:lnTo>
                  <a:lnTo>
                    <a:pt x="311" y="342"/>
                  </a:lnTo>
                  <a:lnTo>
                    <a:pt x="321" y="341"/>
                  </a:lnTo>
                  <a:lnTo>
                    <a:pt x="330" y="341"/>
                  </a:lnTo>
                  <a:lnTo>
                    <a:pt x="337" y="341"/>
                  </a:lnTo>
                  <a:lnTo>
                    <a:pt x="344" y="341"/>
                  </a:lnTo>
                  <a:lnTo>
                    <a:pt x="350" y="341"/>
                  </a:lnTo>
                  <a:lnTo>
                    <a:pt x="356" y="341"/>
                  </a:lnTo>
                  <a:lnTo>
                    <a:pt x="360" y="341"/>
                  </a:lnTo>
                  <a:lnTo>
                    <a:pt x="364" y="341"/>
                  </a:lnTo>
                  <a:lnTo>
                    <a:pt x="367" y="341"/>
                  </a:lnTo>
                  <a:lnTo>
                    <a:pt x="372" y="341"/>
                  </a:lnTo>
                  <a:lnTo>
                    <a:pt x="374" y="341"/>
                  </a:lnTo>
                  <a:lnTo>
                    <a:pt x="377" y="341"/>
                  </a:lnTo>
                  <a:lnTo>
                    <a:pt x="379" y="341"/>
                  </a:lnTo>
                  <a:lnTo>
                    <a:pt x="382" y="341"/>
                  </a:lnTo>
                  <a:lnTo>
                    <a:pt x="385" y="341"/>
                  </a:lnTo>
                  <a:lnTo>
                    <a:pt x="386" y="341"/>
                  </a:lnTo>
                  <a:lnTo>
                    <a:pt x="389" y="339"/>
                  </a:lnTo>
                  <a:lnTo>
                    <a:pt x="392" y="339"/>
                  </a:lnTo>
                  <a:lnTo>
                    <a:pt x="393" y="339"/>
                  </a:lnTo>
                  <a:lnTo>
                    <a:pt x="396" y="339"/>
                  </a:lnTo>
                  <a:lnTo>
                    <a:pt x="397" y="339"/>
                  </a:lnTo>
                  <a:lnTo>
                    <a:pt x="399" y="339"/>
                  </a:lnTo>
                  <a:lnTo>
                    <a:pt x="400" y="339"/>
                  </a:lnTo>
                  <a:lnTo>
                    <a:pt x="402" y="339"/>
                  </a:lnTo>
                  <a:lnTo>
                    <a:pt x="405" y="339"/>
                  </a:lnTo>
                  <a:lnTo>
                    <a:pt x="406" y="339"/>
                  </a:lnTo>
                  <a:lnTo>
                    <a:pt x="408" y="339"/>
                  </a:lnTo>
                  <a:lnTo>
                    <a:pt x="409" y="338"/>
                  </a:lnTo>
                  <a:lnTo>
                    <a:pt x="410" y="338"/>
                  </a:lnTo>
                  <a:lnTo>
                    <a:pt x="412" y="338"/>
                  </a:lnTo>
                  <a:lnTo>
                    <a:pt x="413" y="338"/>
                  </a:lnTo>
                  <a:lnTo>
                    <a:pt x="415" y="338"/>
                  </a:lnTo>
                  <a:lnTo>
                    <a:pt x="416" y="338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6"/>
                  </a:lnTo>
                  <a:lnTo>
                    <a:pt x="423" y="336"/>
                  </a:lnTo>
                  <a:lnTo>
                    <a:pt x="425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29" y="336"/>
                  </a:lnTo>
                  <a:lnTo>
                    <a:pt x="432" y="335"/>
                  </a:lnTo>
                  <a:lnTo>
                    <a:pt x="433" y="335"/>
                  </a:lnTo>
                  <a:lnTo>
                    <a:pt x="435" y="335"/>
                  </a:lnTo>
                  <a:lnTo>
                    <a:pt x="438" y="335"/>
                  </a:lnTo>
                  <a:lnTo>
                    <a:pt x="439" y="335"/>
                  </a:lnTo>
                  <a:lnTo>
                    <a:pt x="442" y="333"/>
                  </a:lnTo>
                  <a:lnTo>
                    <a:pt x="445" y="333"/>
                  </a:lnTo>
                  <a:lnTo>
                    <a:pt x="446" y="333"/>
                  </a:lnTo>
                  <a:lnTo>
                    <a:pt x="448" y="333"/>
                  </a:lnTo>
                  <a:lnTo>
                    <a:pt x="451" y="333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5" y="332"/>
                  </a:lnTo>
                  <a:lnTo>
                    <a:pt x="456" y="332"/>
                  </a:lnTo>
                  <a:lnTo>
                    <a:pt x="458" y="332"/>
                  </a:lnTo>
                  <a:lnTo>
                    <a:pt x="459" y="332"/>
                  </a:lnTo>
                  <a:lnTo>
                    <a:pt x="461" y="330"/>
                  </a:lnTo>
                  <a:lnTo>
                    <a:pt x="462" y="330"/>
                  </a:lnTo>
                  <a:lnTo>
                    <a:pt x="464" y="330"/>
                  </a:lnTo>
                  <a:lnTo>
                    <a:pt x="465" y="330"/>
                  </a:lnTo>
                  <a:lnTo>
                    <a:pt x="467" y="330"/>
                  </a:lnTo>
                  <a:lnTo>
                    <a:pt x="468" y="329"/>
                  </a:lnTo>
                  <a:lnTo>
                    <a:pt x="469" y="329"/>
                  </a:lnTo>
                  <a:lnTo>
                    <a:pt x="471" y="329"/>
                  </a:lnTo>
                  <a:lnTo>
                    <a:pt x="472" y="329"/>
                  </a:lnTo>
                  <a:lnTo>
                    <a:pt x="474" y="328"/>
                  </a:lnTo>
                  <a:lnTo>
                    <a:pt x="475" y="328"/>
                  </a:lnTo>
                  <a:lnTo>
                    <a:pt x="477" y="328"/>
                  </a:lnTo>
                  <a:lnTo>
                    <a:pt x="478" y="326"/>
                  </a:lnTo>
                  <a:lnTo>
                    <a:pt x="480" y="326"/>
                  </a:lnTo>
                  <a:lnTo>
                    <a:pt x="482" y="326"/>
                  </a:lnTo>
                  <a:lnTo>
                    <a:pt x="484" y="325"/>
                  </a:lnTo>
                  <a:lnTo>
                    <a:pt x="487" y="325"/>
                  </a:lnTo>
                  <a:lnTo>
                    <a:pt x="488" y="323"/>
                  </a:lnTo>
                  <a:lnTo>
                    <a:pt x="491" y="323"/>
                  </a:lnTo>
                  <a:lnTo>
                    <a:pt x="494" y="322"/>
                  </a:lnTo>
                  <a:lnTo>
                    <a:pt x="497" y="320"/>
                  </a:lnTo>
                  <a:lnTo>
                    <a:pt x="498" y="320"/>
                  </a:lnTo>
                  <a:lnTo>
                    <a:pt x="501" y="319"/>
                  </a:lnTo>
                  <a:lnTo>
                    <a:pt x="504" y="319"/>
                  </a:lnTo>
                  <a:lnTo>
                    <a:pt x="505" y="318"/>
                  </a:lnTo>
                  <a:lnTo>
                    <a:pt x="507" y="318"/>
                  </a:lnTo>
                  <a:lnTo>
                    <a:pt x="510" y="318"/>
                  </a:lnTo>
                  <a:lnTo>
                    <a:pt x="511" y="316"/>
                  </a:lnTo>
                  <a:lnTo>
                    <a:pt x="513" y="316"/>
                  </a:lnTo>
                  <a:lnTo>
                    <a:pt x="514" y="315"/>
                  </a:lnTo>
                  <a:lnTo>
                    <a:pt x="516" y="315"/>
                  </a:lnTo>
                  <a:lnTo>
                    <a:pt x="517" y="315"/>
                  </a:lnTo>
                  <a:lnTo>
                    <a:pt x="518" y="313"/>
                  </a:lnTo>
                  <a:lnTo>
                    <a:pt x="520" y="313"/>
                  </a:lnTo>
                  <a:lnTo>
                    <a:pt x="521" y="313"/>
                  </a:lnTo>
                  <a:lnTo>
                    <a:pt x="523" y="312"/>
                  </a:lnTo>
                  <a:lnTo>
                    <a:pt x="524" y="312"/>
                  </a:lnTo>
                  <a:lnTo>
                    <a:pt x="526" y="310"/>
                  </a:lnTo>
                  <a:lnTo>
                    <a:pt x="527" y="310"/>
                  </a:lnTo>
                  <a:lnTo>
                    <a:pt x="528" y="309"/>
                  </a:lnTo>
                  <a:lnTo>
                    <a:pt x="530" y="309"/>
                  </a:lnTo>
                  <a:lnTo>
                    <a:pt x="531" y="309"/>
                  </a:lnTo>
                  <a:lnTo>
                    <a:pt x="533" y="307"/>
                  </a:lnTo>
                  <a:lnTo>
                    <a:pt x="534" y="307"/>
                  </a:lnTo>
                  <a:lnTo>
                    <a:pt x="536" y="306"/>
                  </a:lnTo>
                  <a:lnTo>
                    <a:pt x="537" y="305"/>
                  </a:lnTo>
                  <a:lnTo>
                    <a:pt x="540" y="305"/>
                  </a:lnTo>
                  <a:lnTo>
                    <a:pt x="541" y="303"/>
                  </a:lnTo>
                  <a:lnTo>
                    <a:pt x="543" y="303"/>
                  </a:lnTo>
                  <a:lnTo>
                    <a:pt x="546" y="302"/>
                  </a:lnTo>
                  <a:lnTo>
                    <a:pt x="547" y="300"/>
                  </a:lnTo>
                  <a:lnTo>
                    <a:pt x="550" y="299"/>
                  </a:lnTo>
                  <a:lnTo>
                    <a:pt x="553" y="297"/>
                  </a:lnTo>
                  <a:lnTo>
                    <a:pt x="554" y="297"/>
                  </a:lnTo>
                  <a:lnTo>
                    <a:pt x="556" y="296"/>
                  </a:lnTo>
                  <a:lnTo>
                    <a:pt x="557" y="295"/>
                  </a:lnTo>
                  <a:lnTo>
                    <a:pt x="560" y="295"/>
                  </a:lnTo>
                  <a:lnTo>
                    <a:pt x="562" y="293"/>
                  </a:lnTo>
                  <a:lnTo>
                    <a:pt x="563" y="293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7" y="290"/>
                  </a:lnTo>
                  <a:lnTo>
                    <a:pt x="569" y="289"/>
                  </a:lnTo>
                  <a:lnTo>
                    <a:pt x="570" y="289"/>
                  </a:lnTo>
                  <a:lnTo>
                    <a:pt x="572" y="289"/>
                  </a:lnTo>
                  <a:lnTo>
                    <a:pt x="573" y="287"/>
                  </a:lnTo>
                  <a:lnTo>
                    <a:pt x="575" y="286"/>
                  </a:lnTo>
                  <a:lnTo>
                    <a:pt x="576" y="286"/>
                  </a:lnTo>
                  <a:lnTo>
                    <a:pt x="577" y="286"/>
                  </a:lnTo>
                  <a:lnTo>
                    <a:pt x="579" y="284"/>
                  </a:lnTo>
                  <a:lnTo>
                    <a:pt x="580" y="283"/>
                  </a:lnTo>
                  <a:lnTo>
                    <a:pt x="582" y="283"/>
                  </a:lnTo>
                  <a:lnTo>
                    <a:pt x="583" y="282"/>
                  </a:lnTo>
                  <a:lnTo>
                    <a:pt x="585" y="282"/>
                  </a:lnTo>
                  <a:lnTo>
                    <a:pt x="586" y="280"/>
                  </a:lnTo>
                  <a:lnTo>
                    <a:pt x="587" y="279"/>
                  </a:lnTo>
                  <a:lnTo>
                    <a:pt x="589" y="279"/>
                  </a:lnTo>
                  <a:lnTo>
                    <a:pt x="592" y="277"/>
                  </a:lnTo>
                  <a:lnTo>
                    <a:pt x="593" y="276"/>
                  </a:lnTo>
                  <a:lnTo>
                    <a:pt x="595" y="274"/>
                  </a:lnTo>
                  <a:lnTo>
                    <a:pt x="598" y="274"/>
                  </a:lnTo>
                  <a:lnTo>
                    <a:pt x="599" y="273"/>
                  </a:lnTo>
                  <a:lnTo>
                    <a:pt x="602" y="272"/>
                  </a:lnTo>
                  <a:lnTo>
                    <a:pt x="603" y="272"/>
                  </a:lnTo>
                  <a:lnTo>
                    <a:pt x="605" y="270"/>
                  </a:lnTo>
                  <a:lnTo>
                    <a:pt x="606" y="269"/>
                  </a:lnTo>
                  <a:lnTo>
                    <a:pt x="608" y="269"/>
                  </a:lnTo>
                  <a:lnTo>
                    <a:pt x="609" y="267"/>
                  </a:lnTo>
                  <a:lnTo>
                    <a:pt x="610" y="267"/>
                  </a:lnTo>
                  <a:lnTo>
                    <a:pt x="612" y="266"/>
                  </a:lnTo>
                  <a:lnTo>
                    <a:pt x="613" y="264"/>
                  </a:lnTo>
                  <a:lnTo>
                    <a:pt x="615" y="264"/>
                  </a:lnTo>
                  <a:lnTo>
                    <a:pt x="616" y="264"/>
                  </a:lnTo>
                  <a:lnTo>
                    <a:pt x="616" y="263"/>
                  </a:lnTo>
                  <a:lnTo>
                    <a:pt x="618" y="263"/>
                  </a:lnTo>
                  <a:lnTo>
                    <a:pt x="619" y="261"/>
                  </a:lnTo>
                  <a:lnTo>
                    <a:pt x="621" y="261"/>
                  </a:lnTo>
                  <a:lnTo>
                    <a:pt x="621" y="260"/>
                  </a:lnTo>
                  <a:lnTo>
                    <a:pt x="622" y="260"/>
                  </a:lnTo>
                  <a:lnTo>
                    <a:pt x="623" y="259"/>
                  </a:lnTo>
                  <a:lnTo>
                    <a:pt x="625" y="259"/>
                  </a:lnTo>
                  <a:lnTo>
                    <a:pt x="625" y="257"/>
                  </a:lnTo>
                  <a:lnTo>
                    <a:pt x="626" y="257"/>
                  </a:lnTo>
                  <a:lnTo>
                    <a:pt x="628" y="256"/>
                  </a:lnTo>
                  <a:lnTo>
                    <a:pt x="629" y="256"/>
                  </a:lnTo>
                  <a:lnTo>
                    <a:pt x="631" y="254"/>
                  </a:lnTo>
                  <a:lnTo>
                    <a:pt x="632" y="254"/>
                  </a:lnTo>
                  <a:lnTo>
                    <a:pt x="632" y="253"/>
                  </a:lnTo>
                  <a:lnTo>
                    <a:pt x="635" y="251"/>
                  </a:lnTo>
                  <a:lnTo>
                    <a:pt x="636" y="251"/>
                  </a:lnTo>
                  <a:lnTo>
                    <a:pt x="638" y="250"/>
                  </a:lnTo>
                  <a:lnTo>
                    <a:pt x="639" y="248"/>
                  </a:lnTo>
                  <a:lnTo>
                    <a:pt x="641" y="248"/>
                  </a:lnTo>
                  <a:lnTo>
                    <a:pt x="642" y="247"/>
                  </a:lnTo>
                  <a:lnTo>
                    <a:pt x="644" y="246"/>
                  </a:lnTo>
                  <a:lnTo>
                    <a:pt x="645" y="246"/>
                  </a:lnTo>
                  <a:lnTo>
                    <a:pt x="645" y="244"/>
                  </a:lnTo>
                  <a:lnTo>
                    <a:pt x="646" y="244"/>
                  </a:lnTo>
                  <a:lnTo>
                    <a:pt x="648" y="243"/>
                  </a:lnTo>
                  <a:lnTo>
                    <a:pt x="649" y="241"/>
                  </a:lnTo>
                  <a:lnTo>
                    <a:pt x="651" y="241"/>
                  </a:lnTo>
                  <a:lnTo>
                    <a:pt x="652" y="240"/>
                  </a:lnTo>
                  <a:lnTo>
                    <a:pt x="654" y="240"/>
                  </a:lnTo>
                  <a:lnTo>
                    <a:pt x="654" y="238"/>
                  </a:lnTo>
                  <a:lnTo>
                    <a:pt x="655" y="238"/>
                  </a:lnTo>
                  <a:lnTo>
                    <a:pt x="657" y="237"/>
                  </a:lnTo>
                  <a:lnTo>
                    <a:pt x="658" y="236"/>
                  </a:lnTo>
                  <a:lnTo>
                    <a:pt x="659" y="236"/>
                  </a:lnTo>
                  <a:lnTo>
                    <a:pt x="659" y="234"/>
                  </a:lnTo>
                  <a:lnTo>
                    <a:pt x="661" y="234"/>
                  </a:lnTo>
                  <a:lnTo>
                    <a:pt x="661" y="233"/>
                  </a:lnTo>
                  <a:lnTo>
                    <a:pt x="662" y="233"/>
                  </a:lnTo>
                  <a:lnTo>
                    <a:pt x="664" y="231"/>
                  </a:lnTo>
                  <a:lnTo>
                    <a:pt x="665" y="230"/>
                  </a:lnTo>
                  <a:lnTo>
                    <a:pt x="667" y="230"/>
                  </a:lnTo>
                  <a:lnTo>
                    <a:pt x="668" y="228"/>
                  </a:lnTo>
                  <a:lnTo>
                    <a:pt x="668" y="227"/>
                  </a:lnTo>
                  <a:lnTo>
                    <a:pt x="670" y="227"/>
                  </a:lnTo>
                  <a:lnTo>
                    <a:pt x="671" y="225"/>
                  </a:lnTo>
                  <a:lnTo>
                    <a:pt x="672" y="224"/>
                  </a:lnTo>
                  <a:lnTo>
                    <a:pt x="674" y="224"/>
                  </a:lnTo>
                  <a:lnTo>
                    <a:pt x="674" y="223"/>
                  </a:lnTo>
                  <a:lnTo>
                    <a:pt x="675" y="223"/>
                  </a:lnTo>
                  <a:lnTo>
                    <a:pt x="677" y="221"/>
                  </a:lnTo>
                  <a:lnTo>
                    <a:pt x="678" y="221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18"/>
                  </a:lnTo>
                  <a:lnTo>
                    <a:pt x="681" y="218"/>
                  </a:lnTo>
                  <a:lnTo>
                    <a:pt x="682" y="217"/>
                  </a:lnTo>
                  <a:lnTo>
                    <a:pt x="684" y="217"/>
                  </a:lnTo>
                  <a:lnTo>
                    <a:pt x="684" y="215"/>
                  </a:lnTo>
                  <a:lnTo>
                    <a:pt x="685" y="215"/>
                  </a:lnTo>
                  <a:lnTo>
                    <a:pt x="685" y="214"/>
                  </a:lnTo>
                  <a:lnTo>
                    <a:pt x="687" y="214"/>
                  </a:lnTo>
                  <a:lnTo>
                    <a:pt x="688" y="214"/>
                  </a:lnTo>
                  <a:lnTo>
                    <a:pt x="688" y="213"/>
                  </a:lnTo>
                  <a:lnTo>
                    <a:pt x="690" y="213"/>
                  </a:lnTo>
                  <a:lnTo>
                    <a:pt x="691" y="211"/>
                  </a:lnTo>
                  <a:lnTo>
                    <a:pt x="693" y="210"/>
                  </a:lnTo>
                  <a:lnTo>
                    <a:pt x="694" y="210"/>
                  </a:lnTo>
                  <a:lnTo>
                    <a:pt x="695" y="208"/>
                  </a:lnTo>
                  <a:lnTo>
                    <a:pt x="697" y="207"/>
                  </a:lnTo>
                  <a:lnTo>
                    <a:pt x="698" y="207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3" y="204"/>
                  </a:lnTo>
                  <a:lnTo>
                    <a:pt x="703" y="202"/>
                  </a:lnTo>
                  <a:lnTo>
                    <a:pt x="704" y="202"/>
                  </a:lnTo>
                  <a:lnTo>
                    <a:pt x="704" y="201"/>
                  </a:lnTo>
                  <a:lnTo>
                    <a:pt x="705" y="201"/>
                  </a:lnTo>
                  <a:lnTo>
                    <a:pt x="707" y="200"/>
                  </a:lnTo>
                  <a:lnTo>
                    <a:pt x="708" y="198"/>
                  </a:lnTo>
                  <a:lnTo>
                    <a:pt x="710" y="198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5"/>
                  </a:lnTo>
                  <a:lnTo>
                    <a:pt x="713" y="195"/>
                  </a:lnTo>
                  <a:lnTo>
                    <a:pt x="713" y="194"/>
                  </a:lnTo>
                  <a:lnTo>
                    <a:pt x="714" y="192"/>
                  </a:lnTo>
                  <a:lnTo>
                    <a:pt x="716" y="192"/>
                  </a:lnTo>
                  <a:lnTo>
                    <a:pt x="716" y="191"/>
                  </a:lnTo>
                  <a:lnTo>
                    <a:pt x="717" y="189"/>
                  </a:lnTo>
                  <a:lnTo>
                    <a:pt x="718" y="188"/>
                  </a:lnTo>
                  <a:lnTo>
                    <a:pt x="720" y="188"/>
                  </a:lnTo>
                  <a:lnTo>
                    <a:pt x="720" y="187"/>
                  </a:lnTo>
                  <a:lnTo>
                    <a:pt x="721" y="185"/>
                  </a:lnTo>
                  <a:lnTo>
                    <a:pt x="723" y="184"/>
                  </a:lnTo>
                  <a:lnTo>
                    <a:pt x="724" y="182"/>
                  </a:lnTo>
                  <a:lnTo>
                    <a:pt x="726" y="181"/>
                  </a:lnTo>
                  <a:lnTo>
                    <a:pt x="727" y="179"/>
                  </a:lnTo>
                  <a:lnTo>
                    <a:pt x="729" y="178"/>
                  </a:lnTo>
                  <a:lnTo>
                    <a:pt x="730" y="177"/>
                  </a:lnTo>
                  <a:lnTo>
                    <a:pt x="730" y="175"/>
                  </a:lnTo>
                  <a:lnTo>
                    <a:pt x="731" y="175"/>
                  </a:lnTo>
                  <a:lnTo>
                    <a:pt x="733" y="174"/>
                  </a:lnTo>
                  <a:lnTo>
                    <a:pt x="733" y="172"/>
                  </a:lnTo>
                  <a:lnTo>
                    <a:pt x="734" y="172"/>
                  </a:lnTo>
                  <a:lnTo>
                    <a:pt x="734" y="171"/>
                  </a:lnTo>
                  <a:lnTo>
                    <a:pt x="736" y="169"/>
                  </a:lnTo>
                  <a:lnTo>
                    <a:pt x="737" y="169"/>
                  </a:lnTo>
                  <a:lnTo>
                    <a:pt x="737" y="168"/>
                  </a:lnTo>
                  <a:lnTo>
                    <a:pt x="739" y="168"/>
                  </a:lnTo>
                  <a:lnTo>
                    <a:pt x="739" y="166"/>
                  </a:lnTo>
                  <a:lnTo>
                    <a:pt x="740" y="165"/>
                  </a:lnTo>
                  <a:lnTo>
                    <a:pt x="741" y="164"/>
                  </a:lnTo>
                  <a:lnTo>
                    <a:pt x="741" y="162"/>
                  </a:lnTo>
                  <a:lnTo>
                    <a:pt x="743" y="162"/>
                  </a:lnTo>
                  <a:lnTo>
                    <a:pt x="744" y="161"/>
                  </a:lnTo>
                  <a:lnTo>
                    <a:pt x="744" y="159"/>
                  </a:lnTo>
                  <a:lnTo>
                    <a:pt x="746" y="158"/>
                  </a:lnTo>
                  <a:lnTo>
                    <a:pt x="747" y="156"/>
                  </a:lnTo>
                  <a:lnTo>
                    <a:pt x="749" y="155"/>
                  </a:lnTo>
                  <a:lnTo>
                    <a:pt x="749" y="154"/>
                  </a:lnTo>
                  <a:lnTo>
                    <a:pt x="750" y="152"/>
                  </a:lnTo>
                  <a:lnTo>
                    <a:pt x="752" y="151"/>
                  </a:lnTo>
                  <a:lnTo>
                    <a:pt x="753" y="149"/>
                  </a:lnTo>
                  <a:lnTo>
                    <a:pt x="754" y="148"/>
                  </a:lnTo>
                  <a:lnTo>
                    <a:pt x="756" y="145"/>
                  </a:lnTo>
                  <a:lnTo>
                    <a:pt x="759" y="143"/>
                  </a:lnTo>
                  <a:lnTo>
                    <a:pt x="760" y="142"/>
                  </a:lnTo>
                  <a:lnTo>
                    <a:pt x="762" y="141"/>
                  </a:lnTo>
                  <a:lnTo>
                    <a:pt x="763" y="138"/>
                  </a:lnTo>
                  <a:lnTo>
                    <a:pt x="763" y="136"/>
                  </a:lnTo>
                  <a:lnTo>
                    <a:pt x="764" y="135"/>
                  </a:lnTo>
                  <a:lnTo>
                    <a:pt x="766" y="133"/>
                  </a:lnTo>
                  <a:lnTo>
                    <a:pt x="767" y="132"/>
                  </a:lnTo>
                  <a:lnTo>
                    <a:pt x="769" y="132"/>
                  </a:lnTo>
                  <a:lnTo>
                    <a:pt x="769" y="131"/>
                  </a:lnTo>
                  <a:lnTo>
                    <a:pt x="770" y="129"/>
                  </a:lnTo>
                  <a:lnTo>
                    <a:pt x="772" y="128"/>
                  </a:lnTo>
                  <a:lnTo>
                    <a:pt x="772" y="126"/>
                  </a:lnTo>
                  <a:lnTo>
                    <a:pt x="773" y="126"/>
                  </a:lnTo>
                  <a:lnTo>
                    <a:pt x="773" y="125"/>
                  </a:lnTo>
                  <a:lnTo>
                    <a:pt x="775" y="123"/>
                  </a:lnTo>
                  <a:lnTo>
                    <a:pt x="775" y="122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7" y="119"/>
                  </a:lnTo>
                  <a:lnTo>
                    <a:pt x="779" y="118"/>
                  </a:lnTo>
                  <a:lnTo>
                    <a:pt x="780" y="116"/>
                  </a:lnTo>
                  <a:lnTo>
                    <a:pt x="780" y="115"/>
                  </a:lnTo>
                  <a:lnTo>
                    <a:pt x="782" y="113"/>
                  </a:lnTo>
                  <a:lnTo>
                    <a:pt x="783" y="112"/>
                  </a:lnTo>
                  <a:lnTo>
                    <a:pt x="785" y="110"/>
                  </a:lnTo>
                  <a:lnTo>
                    <a:pt x="785" y="109"/>
                  </a:lnTo>
                  <a:lnTo>
                    <a:pt x="786" y="107"/>
                  </a:lnTo>
                  <a:lnTo>
                    <a:pt x="788" y="105"/>
                  </a:lnTo>
                  <a:lnTo>
                    <a:pt x="789" y="103"/>
                  </a:lnTo>
                  <a:lnTo>
                    <a:pt x="790" y="102"/>
                  </a:lnTo>
                  <a:lnTo>
                    <a:pt x="792" y="99"/>
                  </a:lnTo>
                  <a:lnTo>
                    <a:pt x="795" y="96"/>
                  </a:lnTo>
                  <a:lnTo>
                    <a:pt x="796" y="95"/>
                  </a:lnTo>
                  <a:lnTo>
                    <a:pt x="798" y="93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0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5" y="82"/>
                  </a:lnTo>
                  <a:lnTo>
                    <a:pt x="806" y="80"/>
                  </a:lnTo>
                  <a:lnTo>
                    <a:pt x="808" y="79"/>
                  </a:lnTo>
                  <a:lnTo>
                    <a:pt x="808" y="77"/>
                  </a:lnTo>
                  <a:lnTo>
                    <a:pt x="809" y="76"/>
                  </a:lnTo>
                  <a:lnTo>
                    <a:pt x="809" y="74"/>
                  </a:lnTo>
                  <a:lnTo>
                    <a:pt x="811" y="73"/>
                  </a:lnTo>
                  <a:lnTo>
                    <a:pt x="812" y="73"/>
                  </a:lnTo>
                  <a:lnTo>
                    <a:pt x="812" y="72"/>
                  </a:lnTo>
                  <a:lnTo>
                    <a:pt x="813" y="70"/>
                  </a:lnTo>
                  <a:lnTo>
                    <a:pt x="813" y="69"/>
                  </a:lnTo>
                  <a:lnTo>
                    <a:pt x="815" y="67"/>
                  </a:lnTo>
                  <a:lnTo>
                    <a:pt x="816" y="66"/>
                  </a:lnTo>
                  <a:lnTo>
                    <a:pt x="818" y="64"/>
                  </a:lnTo>
                  <a:lnTo>
                    <a:pt x="818" y="63"/>
                  </a:lnTo>
                  <a:lnTo>
                    <a:pt x="819" y="61"/>
                  </a:lnTo>
                  <a:lnTo>
                    <a:pt x="821" y="60"/>
                  </a:lnTo>
                  <a:lnTo>
                    <a:pt x="822" y="59"/>
                  </a:lnTo>
                  <a:lnTo>
                    <a:pt x="824" y="56"/>
                  </a:lnTo>
                  <a:lnTo>
                    <a:pt x="825" y="54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7"/>
                  </a:lnTo>
                  <a:lnTo>
                    <a:pt x="831" y="46"/>
                  </a:lnTo>
                  <a:lnTo>
                    <a:pt x="832" y="43"/>
                  </a:lnTo>
                  <a:lnTo>
                    <a:pt x="834" y="41"/>
                  </a:lnTo>
                  <a:lnTo>
                    <a:pt x="835" y="38"/>
                  </a:lnTo>
                  <a:lnTo>
                    <a:pt x="836" y="37"/>
                  </a:lnTo>
                  <a:lnTo>
                    <a:pt x="838" y="36"/>
                  </a:lnTo>
                  <a:lnTo>
                    <a:pt x="839" y="34"/>
                  </a:lnTo>
                  <a:lnTo>
                    <a:pt x="841" y="33"/>
                  </a:lnTo>
                  <a:lnTo>
                    <a:pt x="842" y="31"/>
                  </a:lnTo>
                  <a:lnTo>
                    <a:pt x="842" y="30"/>
                  </a:lnTo>
                  <a:lnTo>
                    <a:pt x="844" y="28"/>
                  </a:lnTo>
                  <a:lnTo>
                    <a:pt x="845" y="27"/>
                  </a:lnTo>
                  <a:lnTo>
                    <a:pt x="845" y="25"/>
                  </a:lnTo>
                  <a:lnTo>
                    <a:pt x="847" y="24"/>
                  </a:lnTo>
                  <a:lnTo>
                    <a:pt x="847" y="23"/>
                  </a:lnTo>
                  <a:lnTo>
                    <a:pt x="848" y="23"/>
                  </a:lnTo>
                  <a:lnTo>
                    <a:pt x="848" y="21"/>
                  </a:lnTo>
                  <a:lnTo>
                    <a:pt x="849" y="20"/>
                  </a:lnTo>
                  <a:lnTo>
                    <a:pt x="849" y="18"/>
                  </a:lnTo>
                  <a:lnTo>
                    <a:pt x="851" y="18"/>
                  </a:lnTo>
                  <a:lnTo>
                    <a:pt x="851" y="17"/>
                  </a:lnTo>
                  <a:lnTo>
                    <a:pt x="852" y="15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4" y="11"/>
                  </a:lnTo>
                  <a:lnTo>
                    <a:pt x="855" y="10"/>
                  </a:lnTo>
                  <a:lnTo>
                    <a:pt x="855" y="8"/>
                  </a:lnTo>
                  <a:lnTo>
                    <a:pt x="857" y="7"/>
                  </a:lnTo>
                  <a:lnTo>
                    <a:pt x="858" y="5"/>
                  </a:lnTo>
                  <a:lnTo>
                    <a:pt x="858" y="4"/>
                  </a:lnTo>
                  <a:lnTo>
                    <a:pt x="859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4" name="Freeform 60">
              <a:extLst>
                <a:ext uri="{FF2B5EF4-FFF2-40B4-BE49-F238E27FC236}">
                  <a16:creationId xmlns:a16="http://schemas.microsoft.com/office/drawing/2014/main" id="{3672C5D9-0331-4070-96F9-AF05E596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5639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8"/>
                  </a:lnTo>
                  <a:lnTo>
                    <a:pt x="5" y="11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3" y="63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0" y="83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4" y="95"/>
                  </a:lnTo>
                  <a:lnTo>
                    <a:pt x="46" y="96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2"/>
                  </a:lnTo>
                  <a:lnTo>
                    <a:pt x="49" y="105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1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59" y="132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2" y="141"/>
                  </a:lnTo>
                  <a:lnTo>
                    <a:pt x="63" y="142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6" y="155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9" y="161"/>
                  </a:lnTo>
                  <a:lnTo>
                    <a:pt x="69" y="164"/>
                  </a:lnTo>
                  <a:lnTo>
                    <a:pt x="70" y="165"/>
                  </a:lnTo>
                  <a:lnTo>
                    <a:pt x="70" y="168"/>
                  </a:lnTo>
                  <a:lnTo>
                    <a:pt x="72" y="169"/>
                  </a:lnTo>
                  <a:lnTo>
                    <a:pt x="72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4" y="178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6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7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79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0" y="200"/>
                  </a:lnTo>
                  <a:lnTo>
                    <a:pt x="80" y="201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3" y="211"/>
                  </a:lnTo>
                  <a:lnTo>
                    <a:pt x="85" y="213"/>
                  </a:lnTo>
                  <a:lnTo>
                    <a:pt x="85" y="216"/>
                  </a:lnTo>
                  <a:lnTo>
                    <a:pt x="86" y="217"/>
                  </a:lnTo>
                  <a:lnTo>
                    <a:pt x="87" y="220"/>
                  </a:lnTo>
                  <a:lnTo>
                    <a:pt x="87" y="223"/>
                  </a:lnTo>
                  <a:lnTo>
                    <a:pt x="87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0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5" y="262"/>
                  </a:lnTo>
                  <a:lnTo>
                    <a:pt x="95" y="264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6" y="277"/>
                  </a:lnTo>
                  <a:lnTo>
                    <a:pt x="96" y="279"/>
                  </a:lnTo>
                  <a:lnTo>
                    <a:pt x="96" y="280"/>
                  </a:lnTo>
                  <a:lnTo>
                    <a:pt x="96" y="282"/>
                  </a:lnTo>
                  <a:lnTo>
                    <a:pt x="97" y="283"/>
                  </a:lnTo>
                  <a:lnTo>
                    <a:pt x="97" y="285"/>
                  </a:lnTo>
                  <a:lnTo>
                    <a:pt x="97" y="286"/>
                  </a:lnTo>
                  <a:lnTo>
                    <a:pt x="97" y="287"/>
                  </a:lnTo>
                  <a:lnTo>
                    <a:pt x="97" y="289"/>
                  </a:lnTo>
                  <a:lnTo>
                    <a:pt x="97" y="290"/>
                  </a:lnTo>
                  <a:lnTo>
                    <a:pt x="97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100" y="300"/>
                  </a:lnTo>
                  <a:lnTo>
                    <a:pt x="100" y="302"/>
                  </a:lnTo>
                  <a:lnTo>
                    <a:pt x="100" y="303"/>
                  </a:lnTo>
                  <a:lnTo>
                    <a:pt x="100" y="305"/>
                  </a:lnTo>
                  <a:lnTo>
                    <a:pt x="100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0"/>
                  </a:lnTo>
                  <a:lnTo>
                    <a:pt x="102" y="312"/>
                  </a:lnTo>
                  <a:lnTo>
                    <a:pt x="102" y="313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3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0" y="339"/>
                  </a:lnTo>
                  <a:lnTo>
                    <a:pt x="100" y="341"/>
                  </a:lnTo>
                  <a:lnTo>
                    <a:pt x="100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5" name="Freeform 61">
              <a:extLst>
                <a:ext uri="{FF2B5EF4-FFF2-40B4-BE49-F238E27FC236}">
                  <a16:creationId xmlns:a16="http://schemas.microsoft.com/office/drawing/2014/main" id="{D6D53037-9C12-49DB-BE86-1850D4EB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835400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344"/>
                  </a:moveTo>
                  <a:lnTo>
                    <a:pt x="2" y="340"/>
                  </a:lnTo>
                  <a:lnTo>
                    <a:pt x="4" y="337"/>
                  </a:lnTo>
                  <a:lnTo>
                    <a:pt x="5" y="332"/>
                  </a:lnTo>
                  <a:lnTo>
                    <a:pt x="8" y="330"/>
                  </a:lnTo>
                  <a:lnTo>
                    <a:pt x="10" y="327"/>
                  </a:lnTo>
                  <a:lnTo>
                    <a:pt x="11" y="324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5" y="315"/>
                  </a:lnTo>
                  <a:lnTo>
                    <a:pt x="17" y="314"/>
                  </a:lnTo>
                  <a:lnTo>
                    <a:pt x="18" y="311"/>
                  </a:lnTo>
                  <a:lnTo>
                    <a:pt x="20" y="309"/>
                  </a:lnTo>
                  <a:lnTo>
                    <a:pt x="20" y="308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23" y="304"/>
                  </a:lnTo>
                  <a:lnTo>
                    <a:pt x="23" y="302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6" y="298"/>
                  </a:lnTo>
                  <a:lnTo>
                    <a:pt x="26" y="297"/>
                  </a:lnTo>
                  <a:lnTo>
                    <a:pt x="26" y="295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8" y="291"/>
                  </a:lnTo>
                  <a:lnTo>
                    <a:pt x="28" y="289"/>
                  </a:lnTo>
                  <a:lnTo>
                    <a:pt x="30" y="288"/>
                  </a:lnTo>
                  <a:lnTo>
                    <a:pt x="30" y="286"/>
                  </a:lnTo>
                  <a:lnTo>
                    <a:pt x="31" y="285"/>
                  </a:lnTo>
                  <a:lnTo>
                    <a:pt x="31" y="282"/>
                  </a:lnTo>
                  <a:lnTo>
                    <a:pt x="33" y="281"/>
                  </a:lnTo>
                  <a:lnTo>
                    <a:pt x="33" y="279"/>
                  </a:lnTo>
                  <a:lnTo>
                    <a:pt x="34" y="276"/>
                  </a:lnTo>
                  <a:lnTo>
                    <a:pt x="34" y="275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7" y="271"/>
                  </a:lnTo>
                  <a:lnTo>
                    <a:pt x="37" y="269"/>
                  </a:lnTo>
                  <a:lnTo>
                    <a:pt x="37" y="268"/>
                  </a:lnTo>
                  <a:lnTo>
                    <a:pt x="38" y="266"/>
                  </a:lnTo>
                  <a:lnTo>
                    <a:pt x="38" y="265"/>
                  </a:lnTo>
                  <a:lnTo>
                    <a:pt x="40" y="263"/>
                  </a:lnTo>
                  <a:lnTo>
                    <a:pt x="40" y="262"/>
                  </a:lnTo>
                  <a:lnTo>
                    <a:pt x="40" y="261"/>
                  </a:lnTo>
                  <a:lnTo>
                    <a:pt x="41" y="259"/>
                  </a:lnTo>
                  <a:lnTo>
                    <a:pt x="41" y="258"/>
                  </a:lnTo>
                  <a:lnTo>
                    <a:pt x="43" y="256"/>
                  </a:lnTo>
                  <a:lnTo>
                    <a:pt x="43" y="255"/>
                  </a:lnTo>
                  <a:lnTo>
                    <a:pt x="43" y="253"/>
                  </a:lnTo>
                  <a:lnTo>
                    <a:pt x="44" y="253"/>
                  </a:lnTo>
                  <a:lnTo>
                    <a:pt x="44" y="252"/>
                  </a:lnTo>
                  <a:lnTo>
                    <a:pt x="44" y="250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7" y="245"/>
                  </a:lnTo>
                  <a:lnTo>
                    <a:pt x="47" y="243"/>
                  </a:lnTo>
                  <a:lnTo>
                    <a:pt x="49" y="242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3"/>
                  </a:lnTo>
                  <a:lnTo>
                    <a:pt x="53" y="230"/>
                  </a:lnTo>
                  <a:lnTo>
                    <a:pt x="53" y="229"/>
                  </a:lnTo>
                  <a:lnTo>
                    <a:pt x="54" y="226"/>
                  </a:lnTo>
                  <a:lnTo>
                    <a:pt x="54" y="225"/>
                  </a:lnTo>
                  <a:lnTo>
                    <a:pt x="56" y="223"/>
                  </a:lnTo>
                  <a:lnTo>
                    <a:pt x="56" y="220"/>
                  </a:lnTo>
                  <a:lnTo>
                    <a:pt x="57" y="219"/>
                  </a:lnTo>
                  <a:lnTo>
                    <a:pt x="57" y="217"/>
                  </a:lnTo>
                  <a:lnTo>
                    <a:pt x="57" y="216"/>
                  </a:lnTo>
                  <a:lnTo>
                    <a:pt x="59" y="215"/>
                  </a:lnTo>
                  <a:lnTo>
                    <a:pt x="59" y="213"/>
                  </a:lnTo>
                  <a:lnTo>
                    <a:pt x="59" y="212"/>
                  </a:lnTo>
                  <a:lnTo>
                    <a:pt x="60" y="210"/>
                  </a:lnTo>
                  <a:lnTo>
                    <a:pt x="60" y="209"/>
                  </a:lnTo>
                  <a:lnTo>
                    <a:pt x="62" y="20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62" y="203"/>
                  </a:lnTo>
                  <a:lnTo>
                    <a:pt x="63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4" y="197"/>
                  </a:lnTo>
                  <a:lnTo>
                    <a:pt x="64" y="196"/>
                  </a:lnTo>
                  <a:lnTo>
                    <a:pt x="64" y="194"/>
                  </a:lnTo>
                  <a:lnTo>
                    <a:pt x="66" y="193"/>
                  </a:lnTo>
                  <a:lnTo>
                    <a:pt x="66" y="191"/>
                  </a:lnTo>
                  <a:lnTo>
                    <a:pt x="66" y="190"/>
                  </a:lnTo>
                  <a:lnTo>
                    <a:pt x="67" y="187"/>
                  </a:lnTo>
                  <a:lnTo>
                    <a:pt x="67" y="186"/>
                  </a:lnTo>
                  <a:lnTo>
                    <a:pt x="69" y="183"/>
                  </a:lnTo>
                  <a:lnTo>
                    <a:pt x="69" y="181"/>
                  </a:lnTo>
                  <a:lnTo>
                    <a:pt x="70" y="179"/>
                  </a:lnTo>
                  <a:lnTo>
                    <a:pt x="70" y="176"/>
                  </a:lnTo>
                  <a:lnTo>
                    <a:pt x="72" y="174"/>
                  </a:lnTo>
                  <a:lnTo>
                    <a:pt x="72" y="173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3" y="167"/>
                  </a:lnTo>
                  <a:lnTo>
                    <a:pt x="74" y="166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6" y="161"/>
                  </a:lnTo>
                  <a:lnTo>
                    <a:pt x="76" y="160"/>
                  </a:lnTo>
                  <a:lnTo>
                    <a:pt x="76" y="158"/>
                  </a:lnTo>
                  <a:lnTo>
                    <a:pt x="76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79" y="148"/>
                  </a:lnTo>
                  <a:lnTo>
                    <a:pt x="80" y="147"/>
                  </a:lnTo>
                  <a:lnTo>
                    <a:pt x="80" y="145"/>
                  </a:lnTo>
                  <a:lnTo>
                    <a:pt x="80" y="144"/>
                  </a:lnTo>
                  <a:lnTo>
                    <a:pt x="80" y="143"/>
                  </a:lnTo>
                  <a:lnTo>
                    <a:pt x="82" y="141"/>
                  </a:lnTo>
                  <a:lnTo>
                    <a:pt x="82" y="140"/>
                  </a:lnTo>
                  <a:lnTo>
                    <a:pt x="83" y="137"/>
                  </a:lnTo>
                  <a:lnTo>
                    <a:pt x="83" y="135"/>
                  </a:lnTo>
                  <a:lnTo>
                    <a:pt x="83" y="134"/>
                  </a:lnTo>
                  <a:lnTo>
                    <a:pt x="85" y="131"/>
                  </a:lnTo>
                  <a:lnTo>
                    <a:pt x="85" y="128"/>
                  </a:lnTo>
                  <a:lnTo>
                    <a:pt x="86" y="127"/>
                  </a:lnTo>
                  <a:lnTo>
                    <a:pt x="87" y="124"/>
                  </a:lnTo>
                  <a:lnTo>
                    <a:pt x="87" y="122"/>
                  </a:lnTo>
                  <a:lnTo>
                    <a:pt x="87" y="120"/>
                  </a:lnTo>
                  <a:lnTo>
                    <a:pt x="89" y="118"/>
                  </a:lnTo>
                  <a:lnTo>
                    <a:pt x="89" y="117"/>
                  </a:lnTo>
                  <a:lnTo>
                    <a:pt x="90" y="115"/>
                  </a:lnTo>
                  <a:lnTo>
                    <a:pt x="90" y="114"/>
                  </a:lnTo>
                  <a:lnTo>
                    <a:pt x="90" y="112"/>
                  </a:lnTo>
                  <a:lnTo>
                    <a:pt x="90" y="111"/>
                  </a:lnTo>
                  <a:lnTo>
                    <a:pt x="92" y="109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2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8"/>
                  </a:lnTo>
                  <a:lnTo>
                    <a:pt x="95" y="86"/>
                  </a:lnTo>
                  <a:lnTo>
                    <a:pt x="95" y="84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6" y="78"/>
                  </a:lnTo>
                  <a:lnTo>
                    <a:pt x="96" y="76"/>
                  </a:lnTo>
                  <a:lnTo>
                    <a:pt x="96" y="75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6" y="66"/>
                  </a:lnTo>
                  <a:lnTo>
                    <a:pt x="96" y="65"/>
                  </a:lnTo>
                  <a:lnTo>
                    <a:pt x="96" y="63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1"/>
                  </a:lnTo>
                  <a:lnTo>
                    <a:pt x="97" y="59"/>
                  </a:lnTo>
                  <a:lnTo>
                    <a:pt x="97" y="58"/>
                  </a:lnTo>
                  <a:lnTo>
                    <a:pt x="97" y="56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0" y="6"/>
                  </a:lnTo>
                  <a:lnTo>
                    <a:pt x="100" y="3"/>
                  </a:lnTo>
                  <a:lnTo>
                    <a:pt x="10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6" name="Rectangle 62">
              <a:extLst>
                <a:ext uri="{FF2B5EF4-FFF2-40B4-BE49-F238E27FC236}">
                  <a16:creationId xmlns:a16="http://schemas.microsoft.com/office/drawing/2014/main" id="{0209E340-C5FA-4DCA-85A5-E2B28E84C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50927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7" name="Freeform 63">
              <a:extLst>
                <a:ext uri="{FF2B5EF4-FFF2-40B4-BE49-F238E27FC236}">
                  <a16:creationId xmlns:a16="http://schemas.microsoft.com/office/drawing/2014/main" id="{AB8272FD-AE4F-413E-8A2D-44913EC6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3354388"/>
              <a:ext cx="1050925" cy="411162"/>
            </a:xfrm>
            <a:custGeom>
              <a:avLst/>
              <a:gdLst>
                <a:gd name="T0" fmla="*/ 2147483646 w 1324"/>
                <a:gd name="T1" fmla="*/ 2147483646 h 518"/>
                <a:gd name="T2" fmla="*/ 2147483646 w 1324"/>
                <a:gd name="T3" fmla="*/ 2147483646 h 518"/>
                <a:gd name="T4" fmla="*/ 2147483646 w 1324"/>
                <a:gd name="T5" fmla="*/ 0 h 518"/>
                <a:gd name="T6" fmla="*/ 0 w 1324"/>
                <a:gd name="T7" fmla="*/ 0 h 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4"/>
                <a:gd name="T13" fmla="*/ 0 h 518"/>
                <a:gd name="T14" fmla="*/ 1324 w 1324"/>
                <a:gd name="T15" fmla="*/ 518 h 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4" h="518">
                  <a:moveTo>
                    <a:pt x="1324" y="518"/>
                  </a:moveTo>
                  <a:lnTo>
                    <a:pt x="461" y="518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8" name="Freeform 64">
              <a:extLst>
                <a:ext uri="{FF2B5EF4-FFF2-40B4-BE49-F238E27FC236}">
                  <a16:creationId xmlns:a16="http://schemas.microsoft.com/office/drawing/2014/main" id="{38DF15A2-F647-41BA-9F77-CC0C79B2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3903663"/>
              <a:ext cx="1028700" cy="433387"/>
            </a:xfrm>
            <a:custGeom>
              <a:avLst/>
              <a:gdLst>
                <a:gd name="T0" fmla="*/ 2147483646 w 1295"/>
                <a:gd name="T1" fmla="*/ 0 h 547"/>
                <a:gd name="T2" fmla="*/ 2147483646 w 1295"/>
                <a:gd name="T3" fmla="*/ 0 h 547"/>
                <a:gd name="T4" fmla="*/ 2147483646 w 1295"/>
                <a:gd name="T5" fmla="*/ 2147483646 h 547"/>
                <a:gd name="T6" fmla="*/ 0 w 1295"/>
                <a:gd name="T7" fmla="*/ 2147483646 h 5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95"/>
                <a:gd name="T13" fmla="*/ 0 h 547"/>
                <a:gd name="T14" fmla="*/ 1295 w 1295"/>
                <a:gd name="T15" fmla="*/ 547 h 5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95" h="547">
                  <a:moveTo>
                    <a:pt x="1295" y="0"/>
                  </a:moveTo>
                  <a:lnTo>
                    <a:pt x="432" y="0"/>
                  </a:lnTo>
                  <a:lnTo>
                    <a:pt x="432" y="547"/>
                  </a:lnTo>
                  <a:lnTo>
                    <a:pt x="0" y="54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9" name="Freeform 65">
              <a:extLst>
                <a:ext uri="{FF2B5EF4-FFF2-40B4-BE49-F238E27FC236}">
                  <a16:creationId xmlns:a16="http://schemas.microsoft.com/office/drawing/2014/main" id="{FC4ED860-36C5-4D86-B8AC-235FF7B4C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4040188"/>
              <a:ext cx="982662" cy="1255712"/>
            </a:xfrm>
            <a:custGeom>
              <a:avLst/>
              <a:gdLst>
                <a:gd name="T0" fmla="*/ 2147483646 w 1238"/>
                <a:gd name="T1" fmla="*/ 0 h 1582"/>
                <a:gd name="T2" fmla="*/ 2147483646 w 1238"/>
                <a:gd name="T3" fmla="*/ 0 h 1582"/>
                <a:gd name="T4" fmla="*/ 2147483646 w 1238"/>
                <a:gd name="T5" fmla="*/ 2147483646 h 1582"/>
                <a:gd name="T6" fmla="*/ 0 w 1238"/>
                <a:gd name="T7" fmla="*/ 2147483646 h 15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"/>
                <a:gd name="T13" fmla="*/ 0 h 1582"/>
                <a:gd name="T14" fmla="*/ 1238 w 1238"/>
                <a:gd name="T15" fmla="*/ 1582 h 15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" h="1582">
                  <a:moveTo>
                    <a:pt x="1238" y="0"/>
                  </a:moveTo>
                  <a:lnTo>
                    <a:pt x="835" y="0"/>
                  </a:lnTo>
                  <a:lnTo>
                    <a:pt x="835" y="1582"/>
                  </a:lnTo>
                  <a:lnTo>
                    <a:pt x="0" y="158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0" name="Rectangle 66">
              <a:extLst>
                <a:ext uri="{FF2B5EF4-FFF2-40B4-BE49-F238E27FC236}">
                  <a16:creationId xmlns:a16="http://schemas.microsoft.com/office/drawing/2014/main" id="{1EBD9263-9C7F-4C73-9F00-79E21142B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5587" y="3711575"/>
              <a:ext cx="2016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1" name="Rectangle 67">
              <a:extLst>
                <a:ext uri="{FF2B5EF4-FFF2-40B4-BE49-F238E27FC236}">
                  <a16:creationId xmlns:a16="http://schemas.microsoft.com/office/drawing/2014/main" id="{DFF21090-E794-4124-8307-D138A599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379788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2" name="Rectangle 68">
              <a:extLst>
                <a:ext uri="{FF2B5EF4-FFF2-40B4-BE49-F238E27FC236}">
                  <a16:creationId xmlns:a16="http://schemas.microsoft.com/office/drawing/2014/main" id="{5AE942AD-86A0-492D-8561-765870977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4845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3" name="Rectangle 69">
              <a:extLst>
                <a:ext uri="{FF2B5EF4-FFF2-40B4-BE49-F238E27FC236}">
                  <a16:creationId xmlns:a16="http://schemas.microsoft.com/office/drawing/2014/main" id="{6F9A6391-7920-451E-B0E1-15826DE8B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6623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4" name="Rectangle 70">
              <a:extLst>
                <a:ext uri="{FF2B5EF4-FFF2-40B4-BE49-F238E27FC236}">
                  <a16:creationId xmlns:a16="http://schemas.microsoft.com/office/drawing/2014/main" id="{A2009E8A-3FC3-421E-B721-9583A76D0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7671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5" name="Rectangle 71">
              <a:extLst>
                <a:ext uri="{FF2B5EF4-FFF2-40B4-BE49-F238E27FC236}">
                  <a16:creationId xmlns:a16="http://schemas.microsoft.com/office/drawing/2014/main" id="{06567129-80A8-48E2-93C8-1BA3F4B06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038" y="4333875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6" name="AutoShape 73">
              <a:extLst>
                <a:ext uri="{FF2B5EF4-FFF2-40B4-BE49-F238E27FC236}">
                  <a16:creationId xmlns:a16="http://schemas.microsoft.com/office/drawing/2014/main" id="{66041A94-06A2-4C65-9619-FC9CF3EA0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21272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7" name="AutoShape 75">
              <a:extLst>
                <a:ext uri="{FF2B5EF4-FFF2-40B4-BE49-F238E27FC236}">
                  <a16:creationId xmlns:a16="http://schemas.microsoft.com/office/drawing/2014/main" id="{AB953AF6-8D12-4B07-9CFD-12F73AC54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0" y="3094038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8" name="AutoShape 77">
              <a:extLst>
                <a:ext uri="{FF2B5EF4-FFF2-40B4-BE49-F238E27FC236}">
                  <a16:creationId xmlns:a16="http://schemas.microsoft.com/office/drawing/2014/main" id="{14C1C63B-A2B2-4F03-8D61-FF4F60427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4073525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9" name="AutoShape 79">
              <a:extLst>
                <a:ext uri="{FF2B5EF4-FFF2-40B4-BE49-F238E27FC236}">
                  <a16:creationId xmlns:a16="http://schemas.microsoft.com/office/drawing/2014/main" id="{80B89192-8FAE-4D45-9744-7729E126C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50355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1858" name="Title 1">
            <a:extLst>
              <a:ext uri="{FF2B5EF4-FFF2-40B4-BE49-F238E27FC236}">
                <a16:creationId xmlns:a16="http://schemas.microsoft.com/office/drawing/2014/main" id="{55740E33-4FC9-4D15-8F28-5E41CF515D7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4-to-1 multiplexer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built using a 2-to-4 decoder</a:t>
            </a:r>
          </a:p>
        </p:txBody>
      </p:sp>
      <p:sp>
        <p:nvSpPr>
          <p:cNvPr id="121859" name="TextBox 125">
            <a:extLst>
              <a:ext uri="{FF2B5EF4-FFF2-40B4-BE49-F238E27FC236}">
                <a16:creationId xmlns:a16="http://schemas.microsoft.com/office/drawing/2014/main" id="{299D3B5C-DA0C-421C-A698-9BC16BF27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4.17 from the textbook ]</a:t>
            </a:r>
          </a:p>
        </p:txBody>
      </p:sp>
      <p:pic>
        <p:nvPicPr>
          <p:cNvPr id="65" name="Picture 64">
            <a:extLst>
              <a:ext uri="{FF2B5EF4-FFF2-40B4-BE49-F238E27FC236}">
                <a16:creationId xmlns:a16="http://schemas.microsoft.com/office/drawing/2014/main" id="{90212564-B3BF-4D98-92EE-C5FA53760A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2350" y="1023477"/>
            <a:ext cx="8080375" cy="798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021098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81" name="Group 1">
            <a:extLst>
              <a:ext uri="{FF2B5EF4-FFF2-40B4-BE49-F238E27FC236}">
                <a16:creationId xmlns:a16="http://schemas.microsoft.com/office/drawing/2014/main" id="{098C14CC-C350-414E-9E40-858D5B1A1F49}"/>
              </a:ext>
            </a:extLst>
          </p:cNvPr>
          <p:cNvGrpSpPr>
            <a:grpSpLocks/>
          </p:cNvGrpSpPr>
          <p:nvPr/>
        </p:nvGrpSpPr>
        <p:grpSpPr bwMode="auto">
          <a:xfrm>
            <a:off x="1779588" y="2074863"/>
            <a:ext cx="6297612" cy="3487737"/>
            <a:chOff x="1779588" y="2074863"/>
            <a:chExt cx="6297612" cy="3487737"/>
          </a:xfrm>
        </p:grpSpPr>
        <p:sp>
          <p:nvSpPr>
            <p:cNvPr id="122895" name="Freeform 4">
              <a:extLst>
                <a:ext uri="{FF2B5EF4-FFF2-40B4-BE49-F238E27FC236}">
                  <a16:creationId xmlns:a16="http://schemas.microsoft.com/office/drawing/2014/main" id="{DAC0A393-C4CE-4423-8794-3B2EA2CF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395538"/>
              <a:ext cx="1004887" cy="1255712"/>
            </a:xfrm>
            <a:custGeom>
              <a:avLst/>
              <a:gdLst>
                <a:gd name="T0" fmla="*/ 2147483646 w 1267"/>
                <a:gd name="T1" fmla="*/ 2147483646 h 1583"/>
                <a:gd name="T2" fmla="*/ 2147483646 w 1267"/>
                <a:gd name="T3" fmla="*/ 2147483646 h 1583"/>
                <a:gd name="T4" fmla="*/ 2147483646 w 1267"/>
                <a:gd name="T5" fmla="*/ 0 h 1583"/>
                <a:gd name="T6" fmla="*/ 0 w 1267"/>
                <a:gd name="T7" fmla="*/ 0 h 1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7"/>
                <a:gd name="T13" fmla="*/ 0 h 1583"/>
                <a:gd name="T14" fmla="*/ 1267 w 1267"/>
                <a:gd name="T15" fmla="*/ 1583 h 1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7" h="1583">
                  <a:moveTo>
                    <a:pt x="1267" y="1583"/>
                  </a:moveTo>
                  <a:lnTo>
                    <a:pt x="864" y="1583"/>
                  </a:lnTo>
                  <a:lnTo>
                    <a:pt x="864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6" name="Rectangle 17">
              <a:extLst>
                <a:ext uri="{FF2B5EF4-FFF2-40B4-BE49-F238E27FC236}">
                  <a16:creationId xmlns:a16="http://schemas.microsoft.com/office/drawing/2014/main" id="{75036D56-D87A-42C4-9D00-EE973CBB3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3048000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897" name="Rectangle 18">
              <a:extLst>
                <a:ext uri="{FF2B5EF4-FFF2-40B4-BE49-F238E27FC236}">
                  <a16:creationId xmlns:a16="http://schemas.microsoft.com/office/drawing/2014/main" id="{538F32E2-43A9-4375-916D-25C56274C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31527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898" name="Rectangle 19">
              <a:extLst>
                <a:ext uri="{FF2B5EF4-FFF2-40B4-BE49-F238E27FC236}">
                  <a16:creationId xmlns:a16="http://schemas.microsoft.com/office/drawing/2014/main" id="{D22ADE53-2321-4419-A633-3ADE86EFA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20748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899" name="Line 20">
              <a:extLst>
                <a:ext uri="{FF2B5EF4-FFF2-40B4-BE49-F238E27FC236}">
                  <a16:creationId xmlns:a16="http://schemas.microsoft.com/office/drawing/2014/main" id="{15591E8A-4B64-4F6A-8EB0-743A71B3D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415448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0" name="Line 21">
              <a:extLst>
                <a:ext uri="{FF2B5EF4-FFF2-40B4-BE49-F238E27FC236}">
                  <a16:creationId xmlns:a16="http://schemas.microsoft.com/office/drawing/2014/main" id="{FACC201C-8074-440E-82F3-F150D94D76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2212975"/>
              <a:ext cx="3651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1" name="Line 22">
              <a:extLst>
                <a:ext uri="{FF2B5EF4-FFF2-40B4-BE49-F238E27FC236}">
                  <a16:creationId xmlns:a16="http://schemas.microsoft.com/office/drawing/2014/main" id="{96412DA4-E519-4921-8FD0-CB89E7B210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7138" y="2555875"/>
              <a:ext cx="13017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2" name="Line 23">
              <a:extLst>
                <a:ext uri="{FF2B5EF4-FFF2-40B4-BE49-F238E27FC236}">
                  <a16:creationId xmlns:a16="http://schemas.microsoft.com/office/drawing/2014/main" id="{8654F5AB-8A2B-4831-A712-3FE21B323E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319563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3" name="Line 24">
              <a:extLst>
                <a:ext uri="{FF2B5EF4-FFF2-40B4-BE49-F238E27FC236}">
                  <a16:creationId xmlns:a16="http://schemas.microsoft.com/office/drawing/2014/main" id="{EC7AB00D-3120-40DF-99C3-CAF9FFBEDD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6226" y="3516313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4" name="Line 25">
              <a:extLst>
                <a:ext uri="{FF2B5EF4-FFF2-40B4-BE49-F238E27FC236}">
                  <a16:creationId xmlns:a16="http://schemas.microsoft.com/office/drawing/2014/main" id="{BF033961-5816-4C99-8291-499C1441F9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226" y="4473575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5" name="Line 26">
              <a:extLst>
                <a:ext uri="{FF2B5EF4-FFF2-40B4-BE49-F238E27FC236}">
                  <a16:creationId xmlns:a16="http://schemas.microsoft.com/office/drawing/2014/main" id="{B99E984A-8C79-41A0-B278-D90788D5A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5456238"/>
              <a:ext cx="13017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6" name="Rectangle 27">
              <a:extLst>
                <a:ext uri="{FF2B5EF4-FFF2-40B4-BE49-F238E27FC236}">
                  <a16:creationId xmlns:a16="http://schemas.microsoft.com/office/drawing/2014/main" id="{9EF15455-A7A8-4BB3-99F6-50886B53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2179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07" name="Rectangle 28">
              <a:extLst>
                <a:ext uri="{FF2B5EF4-FFF2-40B4-BE49-F238E27FC236}">
                  <a16:creationId xmlns:a16="http://schemas.microsoft.com/office/drawing/2014/main" id="{61E90C51-327B-471E-B848-BDB0A37AA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382963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08" name="Rectangle 29">
              <a:extLst>
                <a:ext uri="{FF2B5EF4-FFF2-40B4-BE49-F238E27FC236}">
                  <a16:creationId xmlns:a16="http://schemas.microsoft.com/office/drawing/2014/main" id="{F6CB0A8E-A937-450B-85A8-113032A6F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538" y="3286125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09" name="Line 30">
              <a:extLst>
                <a:ext uri="{FF2B5EF4-FFF2-40B4-BE49-F238E27FC236}">
                  <a16:creationId xmlns:a16="http://schemas.microsoft.com/office/drawing/2014/main" id="{56A102AB-C6F0-4341-B0E2-546DA6A4D6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276" y="3516313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10" name="Rectangle 31">
              <a:extLst>
                <a:ext uri="{FF2B5EF4-FFF2-40B4-BE49-F238E27FC236}">
                  <a16:creationId xmlns:a16="http://schemas.microsoft.com/office/drawing/2014/main" id="{E481BF57-60DF-4CCB-B012-2E36297CF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11" name="Line 32">
              <a:extLst>
                <a:ext uri="{FF2B5EF4-FFF2-40B4-BE49-F238E27FC236}">
                  <a16:creationId xmlns:a16="http://schemas.microsoft.com/office/drawing/2014/main" id="{D84F8DF2-230F-436D-8A7F-852B98CE5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44053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12" name="Line 33">
              <a:extLst>
                <a:ext uri="{FF2B5EF4-FFF2-40B4-BE49-F238E27FC236}">
                  <a16:creationId xmlns:a16="http://schemas.microsoft.com/office/drawing/2014/main" id="{79A91DCE-5445-4B47-9115-0CD5444752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5147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13" name="Line 34">
              <a:extLst>
                <a:ext uri="{FF2B5EF4-FFF2-40B4-BE49-F238E27FC236}">
                  <a16:creationId xmlns:a16="http://schemas.microsoft.com/office/drawing/2014/main" id="{5F9C4046-6534-4192-A120-0E87D9E9C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405313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14" name="Rectangle 35">
              <a:extLst>
                <a:ext uri="{FF2B5EF4-FFF2-40B4-BE49-F238E27FC236}">
                  <a16:creationId xmlns:a16="http://schemas.microsoft.com/office/drawing/2014/main" id="{3B0FA50D-5C96-4C61-965A-C55D44DD2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43211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15" name="Rectangle 36">
              <a:extLst>
                <a:ext uri="{FF2B5EF4-FFF2-40B4-BE49-F238E27FC236}">
                  <a16:creationId xmlns:a16="http://schemas.microsoft.com/office/drawing/2014/main" id="{7CE498BD-B7B1-4F44-92B5-D501FD9B8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382963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16" name="Rectangle 37">
              <a:extLst>
                <a:ext uri="{FF2B5EF4-FFF2-40B4-BE49-F238E27FC236}">
                  <a16:creationId xmlns:a16="http://schemas.microsoft.com/office/drawing/2014/main" id="{FA15A0AA-1758-4BFB-97A1-912B23A00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17" name="Rectangle 38">
              <a:extLst>
                <a:ext uri="{FF2B5EF4-FFF2-40B4-BE49-F238E27FC236}">
                  <a16:creationId xmlns:a16="http://schemas.microsoft.com/office/drawing/2014/main" id="{F8BDB32E-9EFE-45D7-87DD-9D3F98055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67665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18" name="Line 39">
              <a:extLst>
                <a:ext uri="{FF2B5EF4-FFF2-40B4-BE49-F238E27FC236}">
                  <a16:creationId xmlns:a16="http://schemas.microsoft.com/office/drawing/2014/main" id="{90296039-C63D-41E2-A285-F2DB6EEDC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381158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19" name="Rectangle 40">
              <a:extLst>
                <a:ext uri="{FF2B5EF4-FFF2-40B4-BE49-F238E27FC236}">
                  <a16:creationId xmlns:a16="http://schemas.microsoft.com/office/drawing/2014/main" id="{7F3F789E-E55B-43BE-8B59-C52B09DDD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0" name="Rectangle 41">
              <a:extLst>
                <a:ext uri="{FF2B5EF4-FFF2-40B4-BE49-F238E27FC236}">
                  <a16:creationId xmlns:a16="http://schemas.microsoft.com/office/drawing/2014/main" id="{44AE1FF8-36E7-4C95-91FC-773EFAC01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6766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1" name="Rectangle 42">
              <a:extLst>
                <a:ext uri="{FF2B5EF4-FFF2-40B4-BE49-F238E27FC236}">
                  <a16:creationId xmlns:a16="http://schemas.microsoft.com/office/drawing/2014/main" id="{4838DA67-050F-442F-B537-964204B8E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2" name="Rectangle 43">
              <a:extLst>
                <a:ext uri="{FF2B5EF4-FFF2-40B4-BE49-F238E27FC236}">
                  <a16:creationId xmlns:a16="http://schemas.microsoft.com/office/drawing/2014/main" id="{B51417B2-9D6A-493D-8A7F-48C53E493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9719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3" name="Rectangle 44">
              <a:extLst>
                <a:ext uri="{FF2B5EF4-FFF2-40B4-BE49-F238E27FC236}">
                  <a16:creationId xmlns:a16="http://schemas.microsoft.com/office/drawing/2014/main" id="{970CF31D-92AC-4466-A05B-50275A227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07511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4" name="Rectangle 45">
              <a:extLst>
                <a:ext uri="{FF2B5EF4-FFF2-40B4-BE49-F238E27FC236}">
                  <a16:creationId xmlns:a16="http://schemas.microsoft.com/office/drawing/2014/main" id="{C51E795D-F994-47BA-A144-D11719C0B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42640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5" name="Line 46">
              <a:extLst>
                <a:ext uri="{FF2B5EF4-FFF2-40B4-BE49-F238E27FC236}">
                  <a16:creationId xmlns:a16="http://schemas.microsoft.com/office/drawing/2014/main" id="{BE06EA28-5B64-4786-8F86-4B7389221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130675"/>
              <a:ext cx="6397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26" name="Line 47">
              <a:extLst>
                <a:ext uri="{FF2B5EF4-FFF2-40B4-BE49-F238E27FC236}">
                  <a16:creationId xmlns:a16="http://schemas.microsoft.com/office/drawing/2014/main" id="{0ECE9547-6523-41DC-998A-4A1D2C05FC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833813"/>
              <a:ext cx="6397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27" name="Line 48">
              <a:extLst>
                <a:ext uri="{FF2B5EF4-FFF2-40B4-BE49-F238E27FC236}">
                  <a16:creationId xmlns:a16="http://schemas.microsoft.com/office/drawing/2014/main" id="{464D5F7D-2F2D-4F4D-9E61-B1E1F9A2E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5135563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28" name="Rectangle 49">
              <a:extLst>
                <a:ext uri="{FF2B5EF4-FFF2-40B4-BE49-F238E27FC236}">
                  <a16:creationId xmlns:a16="http://schemas.microsoft.com/office/drawing/2014/main" id="{5711382E-94EA-4E0B-9C86-E31323B41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3688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2929" name="Rectangle 50">
              <a:extLst>
                <a:ext uri="{FF2B5EF4-FFF2-40B4-BE49-F238E27FC236}">
                  <a16:creationId xmlns:a16="http://schemas.microsoft.com/office/drawing/2014/main" id="{4394FC24-4633-4E7A-83B4-A1AE37BB2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008438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30" name="Rectangle 51">
              <a:extLst>
                <a:ext uri="{FF2B5EF4-FFF2-40B4-BE49-F238E27FC236}">
                  <a16:creationId xmlns:a16="http://schemas.microsoft.com/office/drawing/2014/main" id="{A0665004-B3C2-4BE8-818A-10285E8FA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4111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31" name="Rectangle 52">
              <a:extLst>
                <a:ext uri="{FF2B5EF4-FFF2-40B4-BE49-F238E27FC236}">
                  <a16:creationId xmlns:a16="http://schemas.microsoft.com/office/drawing/2014/main" id="{3702649C-E2EC-46AD-AD8C-6438DAD2E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98792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32" name="Line 53">
              <a:extLst>
                <a:ext uri="{FF2B5EF4-FFF2-40B4-BE49-F238E27FC236}">
                  <a16:creationId xmlns:a16="http://schemas.microsoft.com/office/drawing/2014/main" id="{CFEC1125-ACE1-43A8-B200-B1AE01C98D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2555875"/>
              <a:ext cx="1588" cy="958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3" name="Line 54">
              <a:extLst>
                <a:ext uri="{FF2B5EF4-FFF2-40B4-BE49-F238E27FC236}">
                  <a16:creationId xmlns:a16="http://schemas.microsoft.com/office/drawing/2014/main" id="{1958CE11-1A4C-41C6-B25C-BAF3F81CD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3514725"/>
              <a:ext cx="1587" cy="3190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4" name="Line 55">
              <a:extLst>
                <a:ext uri="{FF2B5EF4-FFF2-40B4-BE49-F238E27FC236}">
                  <a16:creationId xmlns:a16="http://schemas.microsoft.com/office/drawing/2014/main" id="{6B7CAF68-D000-4194-9B45-133F9316ED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4130675"/>
              <a:ext cx="1587" cy="342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5" name="Line 56">
              <a:extLst>
                <a:ext uri="{FF2B5EF4-FFF2-40B4-BE49-F238E27FC236}">
                  <a16:creationId xmlns:a16="http://schemas.microsoft.com/office/drawing/2014/main" id="{1B31A644-FDF9-46D8-B91D-FFE090E13C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138" y="4405313"/>
              <a:ext cx="1588" cy="10509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6" name="Line 57">
              <a:extLst>
                <a:ext uri="{FF2B5EF4-FFF2-40B4-BE49-F238E27FC236}">
                  <a16:creationId xmlns:a16="http://schemas.microsoft.com/office/drawing/2014/main" id="{9B30FEAB-1492-406B-83E5-B589F5D3E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53300" y="3833813"/>
              <a:ext cx="3667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7" name="Freeform 58">
              <a:extLst>
                <a:ext uri="{FF2B5EF4-FFF2-40B4-BE49-F238E27FC236}">
                  <a16:creationId xmlns:a16="http://schemas.microsoft.com/office/drawing/2014/main" id="{88962705-5B0F-4153-808E-8D0300B3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563938"/>
              <a:ext cx="682625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5" y="0"/>
                  </a:lnTo>
                  <a:lnTo>
                    <a:pt x="94" y="0"/>
                  </a:lnTo>
                  <a:lnTo>
                    <a:pt x="120" y="0"/>
                  </a:lnTo>
                  <a:lnTo>
                    <a:pt x="146" y="0"/>
                  </a:lnTo>
                  <a:lnTo>
                    <a:pt x="169" y="0"/>
                  </a:lnTo>
                  <a:lnTo>
                    <a:pt x="190" y="0"/>
                  </a:lnTo>
                  <a:lnTo>
                    <a:pt x="210" y="0"/>
                  </a:lnTo>
                  <a:lnTo>
                    <a:pt x="229" y="0"/>
                  </a:lnTo>
                  <a:lnTo>
                    <a:pt x="246" y="0"/>
                  </a:lnTo>
                  <a:lnTo>
                    <a:pt x="261" y="0"/>
                  </a:lnTo>
                  <a:lnTo>
                    <a:pt x="275" y="1"/>
                  </a:lnTo>
                  <a:lnTo>
                    <a:pt x="288" y="1"/>
                  </a:lnTo>
                  <a:lnTo>
                    <a:pt x="301" y="1"/>
                  </a:lnTo>
                  <a:lnTo>
                    <a:pt x="311" y="1"/>
                  </a:lnTo>
                  <a:lnTo>
                    <a:pt x="321" y="1"/>
                  </a:lnTo>
                  <a:lnTo>
                    <a:pt x="330" y="1"/>
                  </a:lnTo>
                  <a:lnTo>
                    <a:pt x="337" y="1"/>
                  </a:lnTo>
                  <a:lnTo>
                    <a:pt x="344" y="1"/>
                  </a:lnTo>
                  <a:lnTo>
                    <a:pt x="350" y="1"/>
                  </a:lnTo>
                  <a:lnTo>
                    <a:pt x="356" y="1"/>
                  </a:lnTo>
                  <a:lnTo>
                    <a:pt x="360" y="1"/>
                  </a:lnTo>
                  <a:lnTo>
                    <a:pt x="364" y="1"/>
                  </a:lnTo>
                  <a:lnTo>
                    <a:pt x="367" y="1"/>
                  </a:lnTo>
                  <a:lnTo>
                    <a:pt x="372" y="1"/>
                  </a:lnTo>
                  <a:lnTo>
                    <a:pt x="374" y="1"/>
                  </a:lnTo>
                  <a:lnTo>
                    <a:pt x="377" y="1"/>
                  </a:lnTo>
                  <a:lnTo>
                    <a:pt x="379" y="1"/>
                  </a:lnTo>
                  <a:lnTo>
                    <a:pt x="382" y="1"/>
                  </a:lnTo>
                  <a:lnTo>
                    <a:pt x="385" y="1"/>
                  </a:lnTo>
                  <a:lnTo>
                    <a:pt x="386" y="3"/>
                  </a:lnTo>
                  <a:lnTo>
                    <a:pt x="389" y="3"/>
                  </a:lnTo>
                  <a:lnTo>
                    <a:pt x="392" y="3"/>
                  </a:lnTo>
                  <a:lnTo>
                    <a:pt x="393" y="3"/>
                  </a:lnTo>
                  <a:lnTo>
                    <a:pt x="396" y="3"/>
                  </a:lnTo>
                  <a:lnTo>
                    <a:pt x="397" y="3"/>
                  </a:lnTo>
                  <a:lnTo>
                    <a:pt x="399" y="3"/>
                  </a:lnTo>
                  <a:lnTo>
                    <a:pt x="400" y="3"/>
                  </a:lnTo>
                  <a:lnTo>
                    <a:pt x="402" y="3"/>
                  </a:lnTo>
                  <a:lnTo>
                    <a:pt x="405" y="3"/>
                  </a:lnTo>
                  <a:lnTo>
                    <a:pt x="406" y="4"/>
                  </a:lnTo>
                  <a:lnTo>
                    <a:pt x="408" y="4"/>
                  </a:lnTo>
                  <a:lnTo>
                    <a:pt x="409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3" y="4"/>
                  </a:lnTo>
                  <a:lnTo>
                    <a:pt x="415" y="4"/>
                  </a:lnTo>
                  <a:lnTo>
                    <a:pt x="416" y="4"/>
                  </a:lnTo>
                  <a:lnTo>
                    <a:pt x="418" y="4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3" y="5"/>
                  </a:lnTo>
                  <a:lnTo>
                    <a:pt x="425" y="5"/>
                  </a:lnTo>
                  <a:lnTo>
                    <a:pt x="426" y="5"/>
                  </a:lnTo>
                  <a:lnTo>
                    <a:pt x="428" y="5"/>
                  </a:lnTo>
                  <a:lnTo>
                    <a:pt x="429" y="5"/>
                  </a:lnTo>
                  <a:lnTo>
                    <a:pt x="432" y="7"/>
                  </a:lnTo>
                  <a:lnTo>
                    <a:pt x="433" y="7"/>
                  </a:lnTo>
                  <a:lnTo>
                    <a:pt x="435" y="7"/>
                  </a:lnTo>
                  <a:lnTo>
                    <a:pt x="438" y="7"/>
                  </a:lnTo>
                  <a:lnTo>
                    <a:pt x="439" y="7"/>
                  </a:lnTo>
                  <a:lnTo>
                    <a:pt x="442" y="8"/>
                  </a:lnTo>
                  <a:lnTo>
                    <a:pt x="445" y="8"/>
                  </a:lnTo>
                  <a:lnTo>
                    <a:pt x="446" y="8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5" y="10"/>
                  </a:lnTo>
                  <a:lnTo>
                    <a:pt x="456" y="10"/>
                  </a:lnTo>
                  <a:lnTo>
                    <a:pt x="458" y="10"/>
                  </a:lnTo>
                  <a:lnTo>
                    <a:pt x="459" y="11"/>
                  </a:lnTo>
                  <a:lnTo>
                    <a:pt x="461" y="11"/>
                  </a:lnTo>
                  <a:lnTo>
                    <a:pt x="462" y="11"/>
                  </a:lnTo>
                  <a:lnTo>
                    <a:pt x="464" y="11"/>
                  </a:lnTo>
                  <a:lnTo>
                    <a:pt x="465" y="11"/>
                  </a:lnTo>
                  <a:lnTo>
                    <a:pt x="467" y="13"/>
                  </a:lnTo>
                  <a:lnTo>
                    <a:pt x="468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2" y="14"/>
                  </a:lnTo>
                  <a:lnTo>
                    <a:pt x="474" y="14"/>
                  </a:lnTo>
                  <a:lnTo>
                    <a:pt x="475" y="14"/>
                  </a:lnTo>
                  <a:lnTo>
                    <a:pt x="477" y="16"/>
                  </a:lnTo>
                  <a:lnTo>
                    <a:pt x="478" y="16"/>
                  </a:lnTo>
                  <a:lnTo>
                    <a:pt x="480" y="16"/>
                  </a:lnTo>
                  <a:lnTo>
                    <a:pt x="482" y="17"/>
                  </a:lnTo>
                  <a:lnTo>
                    <a:pt x="484" y="17"/>
                  </a:lnTo>
                  <a:lnTo>
                    <a:pt x="487" y="18"/>
                  </a:lnTo>
                  <a:lnTo>
                    <a:pt x="488" y="18"/>
                  </a:lnTo>
                  <a:lnTo>
                    <a:pt x="491" y="20"/>
                  </a:lnTo>
                  <a:lnTo>
                    <a:pt x="494" y="20"/>
                  </a:lnTo>
                  <a:lnTo>
                    <a:pt x="497" y="21"/>
                  </a:lnTo>
                  <a:lnTo>
                    <a:pt x="498" y="21"/>
                  </a:lnTo>
                  <a:lnTo>
                    <a:pt x="501" y="23"/>
                  </a:lnTo>
                  <a:lnTo>
                    <a:pt x="504" y="23"/>
                  </a:lnTo>
                  <a:lnTo>
                    <a:pt x="505" y="24"/>
                  </a:lnTo>
                  <a:lnTo>
                    <a:pt x="507" y="24"/>
                  </a:lnTo>
                  <a:lnTo>
                    <a:pt x="510" y="26"/>
                  </a:lnTo>
                  <a:lnTo>
                    <a:pt x="511" y="26"/>
                  </a:lnTo>
                  <a:lnTo>
                    <a:pt x="513" y="26"/>
                  </a:lnTo>
                  <a:lnTo>
                    <a:pt x="514" y="27"/>
                  </a:lnTo>
                  <a:lnTo>
                    <a:pt x="516" y="27"/>
                  </a:lnTo>
                  <a:lnTo>
                    <a:pt x="517" y="27"/>
                  </a:lnTo>
                  <a:lnTo>
                    <a:pt x="518" y="28"/>
                  </a:lnTo>
                  <a:lnTo>
                    <a:pt x="520" y="28"/>
                  </a:lnTo>
                  <a:lnTo>
                    <a:pt x="521" y="28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6" y="31"/>
                  </a:lnTo>
                  <a:lnTo>
                    <a:pt x="527" y="31"/>
                  </a:lnTo>
                  <a:lnTo>
                    <a:pt x="528" y="33"/>
                  </a:lnTo>
                  <a:lnTo>
                    <a:pt x="530" y="33"/>
                  </a:lnTo>
                  <a:lnTo>
                    <a:pt x="531" y="34"/>
                  </a:lnTo>
                  <a:lnTo>
                    <a:pt x="533" y="34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7" y="37"/>
                  </a:lnTo>
                  <a:lnTo>
                    <a:pt x="540" y="37"/>
                  </a:lnTo>
                  <a:lnTo>
                    <a:pt x="541" y="39"/>
                  </a:lnTo>
                  <a:lnTo>
                    <a:pt x="543" y="40"/>
                  </a:lnTo>
                  <a:lnTo>
                    <a:pt x="546" y="40"/>
                  </a:lnTo>
                  <a:lnTo>
                    <a:pt x="547" y="41"/>
                  </a:lnTo>
                  <a:lnTo>
                    <a:pt x="550" y="43"/>
                  </a:lnTo>
                  <a:lnTo>
                    <a:pt x="553" y="44"/>
                  </a:lnTo>
                  <a:lnTo>
                    <a:pt x="554" y="44"/>
                  </a:lnTo>
                  <a:lnTo>
                    <a:pt x="556" y="46"/>
                  </a:lnTo>
                  <a:lnTo>
                    <a:pt x="557" y="47"/>
                  </a:lnTo>
                  <a:lnTo>
                    <a:pt x="560" y="47"/>
                  </a:lnTo>
                  <a:lnTo>
                    <a:pt x="562" y="49"/>
                  </a:lnTo>
                  <a:lnTo>
                    <a:pt x="563" y="49"/>
                  </a:lnTo>
                  <a:lnTo>
                    <a:pt x="564" y="50"/>
                  </a:lnTo>
                  <a:lnTo>
                    <a:pt x="566" y="50"/>
                  </a:lnTo>
                  <a:lnTo>
                    <a:pt x="567" y="52"/>
                  </a:lnTo>
                  <a:lnTo>
                    <a:pt x="569" y="53"/>
                  </a:lnTo>
                  <a:lnTo>
                    <a:pt x="570" y="53"/>
                  </a:lnTo>
                  <a:lnTo>
                    <a:pt x="572" y="54"/>
                  </a:lnTo>
                  <a:lnTo>
                    <a:pt x="573" y="54"/>
                  </a:lnTo>
                  <a:lnTo>
                    <a:pt x="575" y="56"/>
                  </a:lnTo>
                  <a:lnTo>
                    <a:pt x="576" y="56"/>
                  </a:lnTo>
                  <a:lnTo>
                    <a:pt x="577" y="57"/>
                  </a:lnTo>
                  <a:lnTo>
                    <a:pt x="579" y="57"/>
                  </a:lnTo>
                  <a:lnTo>
                    <a:pt x="579" y="59"/>
                  </a:lnTo>
                  <a:lnTo>
                    <a:pt x="580" y="59"/>
                  </a:lnTo>
                  <a:lnTo>
                    <a:pt x="582" y="60"/>
                  </a:lnTo>
                  <a:lnTo>
                    <a:pt x="583" y="60"/>
                  </a:lnTo>
                  <a:lnTo>
                    <a:pt x="585" y="62"/>
                  </a:lnTo>
                  <a:lnTo>
                    <a:pt x="586" y="62"/>
                  </a:lnTo>
                  <a:lnTo>
                    <a:pt x="587" y="63"/>
                  </a:lnTo>
                  <a:lnTo>
                    <a:pt x="589" y="63"/>
                  </a:lnTo>
                  <a:lnTo>
                    <a:pt x="592" y="64"/>
                  </a:lnTo>
                  <a:lnTo>
                    <a:pt x="593" y="66"/>
                  </a:lnTo>
                  <a:lnTo>
                    <a:pt x="595" y="67"/>
                  </a:lnTo>
                  <a:lnTo>
                    <a:pt x="598" y="67"/>
                  </a:lnTo>
                  <a:lnTo>
                    <a:pt x="599" y="69"/>
                  </a:lnTo>
                  <a:lnTo>
                    <a:pt x="602" y="70"/>
                  </a:lnTo>
                  <a:lnTo>
                    <a:pt x="603" y="72"/>
                  </a:lnTo>
                  <a:lnTo>
                    <a:pt x="605" y="72"/>
                  </a:lnTo>
                  <a:lnTo>
                    <a:pt x="606" y="73"/>
                  </a:lnTo>
                  <a:lnTo>
                    <a:pt x="608" y="73"/>
                  </a:lnTo>
                  <a:lnTo>
                    <a:pt x="609" y="75"/>
                  </a:lnTo>
                  <a:lnTo>
                    <a:pt x="610" y="75"/>
                  </a:lnTo>
                  <a:lnTo>
                    <a:pt x="612" y="76"/>
                  </a:lnTo>
                  <a:lnTo>
                    <a:pt x="613" y="77"/>
                  </a:lnTo>
                  <a:lnTo>
                    <a:pt x="615" y="77"/>
                  </a:lnTo>
                  <a:lnTo>
                    <a:pt x="616" y="79"/>
                  </a:lnTo>
                  <a:lnTo>
                    <a:pt x="618" y="79"/>
                  </a:lnTo>
                  <a:lnTo>
                    <a:pt x="619" y="80"/>
                  </a:lnTo>
                  <a:lnTo>
                    <a:pt x="621" y="82"/>
                  </a:lnTo>
                  <a:lnTo>
                    <a:pt x="622" y="82"/>
                  </a:lnTo>
                  <a:lnTo>
                    <a:pt x="623" y="83"/>
                  </a:lnTo>
                  <a:lnTo>
                    <a:pt x="625" y="83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8" y="86"/>
                  </a:lnTo>
                  <a:lnTo>
                    <a:pt x="629" y="86"/>
                  </a:lnTo>
                  <a:lnTo>
                    <a:pt x="631" y="87"/>
                  </a:lnTo>
                  <a:lnTo>
                    <a:pt x="632" y="89"/>
                  </a:lnTo>
                  <a:lnTo>
                    <a:pt x="635" y="90"/>
                  </a:lnTo>
                  <a:lnTo>
                    <a:pt x="636" y="92"/>
                  </a:lnTo>
                  <a:lnTo>
                    <a:pt x="638" y="92"/>
                  </a:lnTo>
                  <a:lnTo>
                    <a:pt x="639" y="93"/>
                  </a:lnTo>
                  <a:lnTo>
                    <a:pt x="641" y="95"/>
                  </a:lnTo>
                  <a:lnTo>
                    <a:pt x="642" y="95"/>
                  </a:lnTo>
                  <a:lnTo>
                    <a:pt x="644" y="96"/>
                  </a:lnTo>
                  <a:lnTo>
                    <a:pt x="645" y="96"/>
                  </a:lnTo>
                  <a:lnTo>
                    <a:pt x="645" y="98"/>
                  </a:lnTo>
                  <a:lnTo>
                    <a:pt x="646" y="98"/>
                  </a:lnTo>
                  <a:lnTo>
                    <a:pt x="648" y="99"/>
                  </a:lnTo>
                  <a:lnTo>
                    <a:pt x="649" y="100"/>
                  </a:lnTo>
                  <a:lnTo>
                    <a:pt x="651" y="100"/>
                  </a:lnTo>
                  <a:lnTo>
                    <a:pt x="652" y="102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55" y="105"/>
                  </a:lnTo>
                  <a:lnTo>
                    <a:pt x="657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59" y="108"/>
                  </a:lnTo>
                  <a:lnTo>
                    <a:pt x="661" y="108"/>
                  </a:lnTo>
                  <a:lnTo>
                    <a:pt x="661" y="109"/>
                  </a:lnTo>
                  <a:lnTo>
                    <a:pt x="662" y="109"/>
                  </a:lnTo>
                  <a:lnTo>
                    <a:pt x="664" y="111"/>
                  </a:lnTo>
                  <a:lnTo>
                    <a:pt x="665" y="112"/>
                  </a:lnTo>
                  <a:lnTo>
                    <a:pt x="667" y="113"/>
                  </a:lnTo>
                  <a:lnTo>
                    <a:pt x="668" y="113"/>
                  </a:lnTo>
                  <a:lnTo>
                    <a:pt x="668" y="115"/>
                  </a:lnTo>
                  <a:lnTo>
                    <a:pt x="670" y="115"/>
                  </a:lnTo>
                  <a:lnTo>
                    <a:pt x="671" y="116"/>
                  </a:lnTo>
                  <a:lnTo>
                    <a:pt x="672" y="118"/>
                  </a:lnTo>
                  <a:lnTo>
                    <a:pt x="674" y="118"/>
                  </a:lnTo>
                  <a:lnTo>
                    <a:pt x="674" y="119"/>
                  </a:lnTo>
                  <a:lnTo>
                    <a:pt x="675" y="119"/>
                  </a:lnTo>
                  <a:lnTo>
                    <a:pt x="677" y="121"/>
                  </a:lnTo>
                  <a:lnTo>
                    <a:pt x="678" y="121"/>
                  </a:lnTo>
                  <a:lnTo>
                    <a:pt x="678" y="122"/>
                  </a:lnTo>
                  <a:lnTo>
                    <a:pt x="680" y="122"/>
                  </a:lnTo>
                  <a:lnTo>
                    <a:pt x="680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5" y="128"/>
                  </a:lnTo>
                  <a:lnTo>
                    <a:pt x="687" y="128"/>
                  </a:lnTo>
                  <a:lnTo>
                    <a:pt x="688" y="129"/>
                  </a:lnTo>
                  <a:lnTo>
                    <a:pt x="690" y="131"/>
                  </a:lnTo>
                  <a:lnTo>
                    <a:pt x="691" y="131"/>
                  </a:lnTo>
                  <a:lnTo>
                    <a:pt x="693" y="132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5" y="135"/>
                  </a:lnTo>
                  <a:lnTo>
                    <a:pt x="697" y="135"/>
                  </a:lnTo>
                  <a:lnTo>
                    <a:pt x="698" y="136"/>
                  </a:lnTo>
                  <a:lnTo>
                    <a:pt x="700" y="136"/>
                  </a:lnTo>
                  <a:lnTo>
                    <a:pt x="700" y="138"/>
                  </a:lnTo>
                  <a:lnTo>
                    <a:pt x="701" y="138"/>
                  </a:lnTo>
                  <a:lnTo>
                    <a:pt x="703" y="139"/>
                  </a:lnTo>
                  <a:lnTo>
                    <a:pt x="704" y="139"/>
                  </a:lnTo>
                  <a:lnTo>
                    <a:pt x="704" y="141"/>
                  </a:lnTo>
                  <a:lnTo>
                    <a:pt x="705" y="141"/>
                  </a:lnTo>
                  <a:lnTo>
                    <a:pt x="705" y="142"/>
                  </a:lnTo>
                  <a:lnTo>
                    <a:pt x="707" y="142"/>
                  </a:lnTo>
                  <a:lnTo>
                    <a:pt x="708" y="144"/>
                  </a:lnTo>
                  <a:lnTo>
                    <a:pt x="710" y="145"/>
                  </a:lnTo>
                  <a:lnTo>
                    <a:pt x="711" y="146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1"/>
                  </a:lnTo>
                  <a:lnTo>
                    <a:pt x="717" y="152"/>
                  </a:lnTo>
                  <a:lnTo>
                    <a:pt x="718" y="154"/>
                  </a:lnTo>
                  <a:lnTo>
                    <a:pt x="720" y="155"/>
                  </a:lnTo>
                  <a:lnTo>
                    <a:pt x="721" y="157"/>
                  </a:lnTo>
                  <a:lnTo>
                    <a:pt x="723" y="158"/>
                  </a:lnTo>
                  <a:lnTo>
                    <a:pt x="724" y="159"/>
                  </a:lnTo>
                  <a:lnTo>
                    <a:pt x="726" y="161"/>
                  </a:lnTo>
                  <a:lnTo>
                    <a:pt x="727" y="162"/>
                  </a:lnTo>
                  <a:lnTo>
                    <a:pt x="729" y="164"/>
                  </a:lnTo>
                  <a:lnTo>
                    <a:pt x="730" y="165"/>
                  </a:lnTo>
                  <a:lnTo>
                    <a:pt x="730" y="167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3" y="169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6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9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1" y="180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4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9" y="187"/>
                  </a:lnTo>
                  <a:lnTo>
                    <a:pt x="749" y="188"/>
                  </a:lnTo>
                  <a:lnTo>
                    <a:pt x="750" y="190"/>
                  </a:lnTo>
                  <a:lnTo>
                    <a:pt x="752" y="191"/>
                  </a:lnTo>
                  <a:lnTo>
                    <a:pt x="753" y="193"/>
                  </a:lnTo>
                  <a:lnTo>
                    <a:pt x="754" y="194"/>
                  </a:lnTo>
                  <a:lnTo>
                    <a:pt x="756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2" y="201"/>
                  </a:lnTo>
                  <a:lnTo>
                    <a:pt x="763" y="204"/>
                  </a:lnTo>
                  <a:lnTo>
                    <a:pt x="763" y="205"/>
                  </a:lnTo>
                  <a:lnTo>
                    <a:pt x="764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0"/>
                  </a:lnTo>
                  <a:lnTo>
                    <a:pt x="769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6"/>
                  </a:lnTo>
                  <a:lnTo>
                    <a:pt x="773" y="216"/>
                  </a:lnTo>
                  <a:lnTo>
                    <a:pt x="773" y="217"/>
                  </a:lnTo>
                  <a:lnTo>
                    <a:pt x="775" y="218"/>
                  </a:lnTo>
                  <a:lnTo>
                    <a:pt x="775" y="220"/>
                  </a:lnTo>
                  <a:lnTo>
                    <a:pt x="776" y="221"/>
                  </a:lnTo>
                  <a:lnTo>
                    <a:pt x="777" y="221"/>
                  </a:lnTo>
                  <a:lnTo>
                    <a:pt x="777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0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5" y="233"/>
                  </a:lnTo>
                  <a:lnTo>
                    <a:pt x="786" y="234"/>
                  </a:lnTo>
                  <a:lnTo>
                    <a:pt x="788" y="237"/>
                  </a:lnTo>
                  <a:lnTo>
                    <a:pt x="789" y="239"/>
                  </a:lnTo>
                  <a:lnTo>
                    <a:pt x="790" y="241"/>
                  </a:lnTo>
                  <a:lnTo>
                    <a:pt x="792" y="243"/>
                  </a:lnTo>
                  <a:lnTo>
                    <a:pt x="795" y="246"/>
                  </a:lnTo>
                  <a:lnTo>
                    <a:pt x="796" y="247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799" y="253"/>
                  </a:lnTo>
                  <a:lnTo>
                    <a:pt x="800" y="254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5" y="262"/>
                  </a:lnTo>
                  <a:lnTo>
                    <a:pt x="806" y="262"/>
                  </a:lnTo>
                  <a:lnTo>
                    <a:pt x="808" y="263"/>
                  </a:lnTo>
                  <a:lnTo>
                    <a:pt x="808" y="264"/>
                  </a:lnTo>
                  <a:lnTo>
                    <a:pt x="809" y="266"/>
                  </a:lnTo>
                  <a:lnTo>
                    <a:pt x="809" y="267"/>
                  </a:lnTo>
                  <a:lnTo>
                    <a:pt x="811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3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7"/>
                  </a:lnTo>
                  <a:lnTo>
                    <a:pt x="818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4" y="286"/>
                  </a:lnTo>
                  <a:lnTo>
                    <a:pt x="825" y="287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6"/>
                  </a:lnTo>
                  <a:lnTo>
                    <a:pt x="832" y="299"/>
                  </a:lnTo>
                  <a:lnTo>
                    <a:pt x="834" y="302"/>
                  </a:lnTo>
                  <a:lnTo>
                    <a:pt x="835" y="303"/>
                  </a:lnTo>
                  <a:lnTo>
                    <a:pt x="836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0"/>
                  </a:lnTo>
                  <a:lnTo>
                    <a:pt x="842" y="312"/>
                  </a:lnTo>
                  <a:lnTo>
                    <a:pt x="842" y="313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3"/>
                  </a:lnTo>
                  <a:lnTo>
                    <a:pt x="851" y="325"/>
                  </a:lnTo>
                  <a:lnTo>
                    <a:pt x="851" y="326"/>
                  </a:lnTo>
                  <a:lnTo>
                    <a:pt x="852" y="326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4" y="331"/>
                  </a:lnTo>
                  <a:lnTo>
                    <a:pt x="855" y="332"/>
                  </a:lnTo>
                  <a:lnTo>
                    <a:pt x="855" y="334"/>
                  </a:lnTo>
                  <a:lnTo>
                    <a:pt x="857" y="335"/>
                  </a:lnTo>
                  <a:lnTo>
                    <a:pt x="858" y="336"/>
                  </a:lnTo>
                  <a:lnTo>
                    <a:pt x="858" y="338"/>
                  </a:lnTo>
                  <a:lnTo>
                    <a:pt x="859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8" name="Freeform 59">
              <a:extLst>
                <a:ext uri="{FF2B5EF4-FFF2-40B4-BE49-F238E27FC236}">
                  <a16:creationId xmlns:a16="http://schemas.microsoft.com/office/drawing/2014/main" id="{1F630359-6212-4399-8A54-C78DFF3A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836988"/>
              <a:ext cx="682625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5" y="342"/>
                  </a:lnTo>
                  <a:lnTo>
                    <a:pt x="94" y="342"/>
                  </a:lnTo>
                  <a:lnTo>
                    <a:pt x="120" y="342"/>
                  </a:lnTo>
                  <a:lnTo>
                    <a:pt x="146" y="342"/>
                  </a:lnTo>
                  <a:lnTo>
                    <a:pt x="169" y="342"/>
                  </a:lnTo>
                  <a:lnTo>
                    <a:pt x="190" y="342"/>
                  </a:lnTo>
                  <a:lnTo>
                    <a:pt x="210" y="342"/>
                  </a:lnTo>
                  <a:lnTo>
                    <a:pt x="229" y="342"/>
                  </a:lnTo>
                  <a:lnTo>
                    <a:pt x="246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1" y="342"/>
                  </a:lnTo>
                  <a:lnTo>
                    <a:pt x="311" y="342"/>
                  </a:lnTo>
                  <a:lnTo>
                    <a:pt x="321" y="341"/>
                  </a:lnTo>
                  <a:lnTo>
                    <a:pt x="330" y="341"/>
                  </a:lnTo>
                  <a:lnTo>
                    <a:pt x="337" y="341"/>
                  </a:lnTo>
                  <a:lnTo>
                    <a:pt x="344" y="341"/>
                  </a:lnTo>
                  <a:lnTo>
                    <a:pt x="350" y="341"/>
                  </a:lnTo>
                  <a:lnTo>
                    <a:pt x="356" y="341"/>
                  </a:lnTo>
                  <a:lnTo>
                    <a:pt x="360" y="341"/>
                  </a:lnTo>
                  <a:lnTo>
                    <a:pt x="364" y="341"/>
                  </a:lnTo>
                  <a:lnTo>
                    <a:pt x="367" y="341"/>
                  </a:lnTo>
                  <a:lnTo>
                    <a:pt x="372" y="341"/>
                  </a:lnTo>
                  <a:lnTo>
                    <a:pt x="374" y="341"/>
                  </a:lnTo>
                  <a:lnTo>
                    <a:pt x="377" y="341"/>
                  </a:lnTo>
                  <a:lnTo>
                    <a:pt x="379" y="341"/>
                  </a:lnTo>
                  <a:lnTo>
                    <a:pt x="382" y="341"/>
                  </a:lnTo>
                  <a:lnTo>
                    <a:pt x="385" y="341"/>
                  </a:lnTo>
                  <a:lnTo>
                    <a:pt x="386" y="341"/>
                  </a:lnTo>
                  <a:lnTo>
                    <a:pt x="389" y="339"/>
                  </a:lnTo>
                  <a:lnTo>
                    <a:pt x="392" y="339"/>
                  </a:lnTo>
                  <a:lnTo>
                    <a:pt x="393" y="339"/>
                  </a:lnTo>
                  <a:lnTo>
                    <a:pt x="396" y="339"/>
                  </a:lnTo>
                  <a:lnTo>
                    <a:pt x="397" y="339"/>
                  </a:lnTo>
                  <a:lnTo>
                    <a:pt x="399" y="339"/>
                  </a:lnTo>
                  <a:lnTo>
                    <a:pt x="400" y="339"/>
                  </a:lnTo>
                  <a:lnTo>
                    <a:pt x="402" y="339"/>
                  </a:lnTo>
                  <a:lnTo>
                    <a:pt x="405" y="339"/>
                  </a:lnTo>
                  <a:lnTo>
                    <a:pt x="406" y="339"/>
                  </a:lnTo>
                  <a:lnTo>
                    <a:pt x="408" y="339"/>
                  </a:lnTo>
                  <a:lnTo>
                    <a:pt x="409" y="338"/>
                  </a:lnTo>
                  <a:lnTo>
                    <a:pt x="410" y="338"/>
                  </a:lnTo>
                  <a:lnTo>
                    <a:pt x="412" y="338"/>
                  </a:lnTo>
                  <a:lnTo>
                    <a:pt x="413" y="338"/>
                  </a:lnTo>
                  <a:lnTo>
                    <a:pt x="415" y="338"/>
                  </a:lnTo>
                  <a:lnTo>
                    <a:pt x="416" y="338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6"/>
                  </a:lnTo>
                  <a:lnTo>
                    <a:pt x="423" y="336"/>
                  </a:lnTo>
                  <a:lnTo>
                    <a:pt x="425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29" y="336"/>
                  </a:lnTo>
                  <a:lnTo>
                    <a:pt x="432" y="335"/>
                  </a:lnTo>
                  <a:lnTo>
                    <a:pt x="433" y="335"/>
                  </a:lnTo>
                  <a:lnTo>
                    <a:pt x="435" y="335"/>
                  </a:lnTo>
                  <a:lnTo>
                    <a:pt x="438" y="335"/>
                  </a:lnTo>
                  <a:lnTo>
                    <a:pt x="439" y="335"/>
                  </a:lnTo>
                  <a:lnTo>
                    <a:pt x="442" y="333"/>
                  </a:lnTo>
                  <a:lnTo>
                    <a:pt x="445" y="333"/>
                  </a:lnTo>
                  <a:lnTo>
                    <a:pt x="446" y="333"/>
                  </a:lnTo>
                  <a:lnTo>
                    <a:pt x="448" y="333"/>
                  </a:lnTo>
                  <a:lnTo>
                    <a:pt x="451" y="333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5" y="332"/>
                  </a:lnTo>
                  <a:lnTo>
                    <a:pt x="456" y="332"/>
                  </a:lnTo>
                  <a:lnTo>
                    <a:pt x="458" y="332"/>
                  </a:lnTo>
                  <a:lnTo>
                    <a:pt x="459" y="332"/>
                  </a:lnTo>
                  <a:lnTo>
                    <a:pt x="461" y="330"/>
                  </a:lnTo>
                  <a:lnTo>
                    <a:pt x="462" y="330"/>
                  </a:lnTo>
                  <a:lnTo>
                    <a:pt x="464" y="330"/>
                  </a:lnTo>
                  <a:lnTo>
                    <a:pt x="465" y="330"/>
                  </a:lnTo>
                  <a:lnTo>
                    <a:pt x="467" y="330"/>
                  </a:lnTo>
                  <a:lnTo>
                    <a:pt x="468" y="329"/>
                  </a:lnTo>
                  <a:lnTo>
                    <a:pt x="469" y="329"/>
                  </a:lnTo>
                  <a:lnTo>
                    <a:pt x="471" y="329"/>
                  </a:lnTo>
                  <a:lnTo>
                    <a:pt x="472" y="329"/>
                  </a:lnTo>
                  <a:lnTo>
                    <a:pt x="474" y="328"/>
                  </a:lnTo>
                  <a:lnTo>
                    <a:pt x="475" y="328"/>
                  </a:lnTo>
                  <a:lnTo>
                    <a:pt x="477" y="328"/>
                  </a:lnTo>
                  <a:lnTo>
                    <a:pt x="478" y="326"/>
                  </a:lnTo>
                  <a:lnTo>
                    <a:pt x="480" y="326"/>
                  </a:lnTo>
                  <a:lnTo>
                    <a:pt x="482" y="326"/>
                  </a:lnTo>
                  <a:lnTo>
                    <a:pt x="484" y="325"/>
                  </a:lnTo>
                  <a:lnTo>
                    <a:pt x="487" y="325"/>
                  </a:lnTo>
                  <a:lnTo>
                    <a:pt x="488" y="323"/>
                  </a:lnTo>
                  <a:lnTo>
                    <a:pt x="491" y="323"/>
                  </a:lnTo>
                  <a:lnTo>
                    <a:pt x="494" y="322"/>
                  </a:lnTo>
                  <a:lnTo>
                    <a:pt x="497" y="320"/>
                  </a:lnTo>
                  <a:lnTo>
                    <a:pt x="498" y="320"/>
                  </a:lnTo>
                  <a:lnTo>
                    <a:pt x="501" y="319"/>
                  </a:lnTo>
                  <a:lnTo>
                    <a:pt x="504" y="319"/>
                  </a:lnTo>
                  <a:lnTo>
                    <a:pt x="505" y="318"/>
                  </a:lnTo>
                  <a:lnTo>
                    <a:pt x="507" y="318"/>
                  </a:lnTo>
                  <a:lnTo>
                    <a:pt x="510" y="318"/>
                  </a:lnTo>
                  <a:lnTo>
                    <a:pt x="511" y="316"/>
                  </a:lnTo>
                  <a:lnTo>
                    <a:pt x="513" y="316"/>
                  </a:lnTo>
                  <a:lnTo>
                    <a:pt x="514" y="315"/>
                  </a:lnTo>
                  <a:lnTo>
                    <a:pt x="516" y="315"/>
                  </a:lnTo>
                  <a:lnTo>
                    <a:pt x="517" y="315"/>
                  </a:lnTo>
                  <a:lnTo>
                    <a:pt x="518" y="313"/>
                  </a:lnTo>
                  <a:lnTo>
                    <a:pt x="520" y="313"/>
                  </a:lnTo>
                  <a:lnTo>
                    <a:pt x="521" y="313"/>
                  </a:lnTo>
                  <a:lnTo>
                    <a:pt x="523" y="312"/>
                  </a:lnTo>
                  <a:lnTo>
                    <a:pt x="524" y="312"/>
                  </a:lnTo>
                  <a:lnTo>
                    <a:pt x="526" y="310"/>
                  </a:lnTo>
                  <a:lnTo>
                    <a:pt x="527" y="310"/>
                  </a:lnTo>
                  <a:lnTo>
                    <a:pt x="528" y="309"/>
                  </a:lnTo>
                  <a:lnTo>
                    <a:pt x="530" y="309"/>
                  </a:lnTo>
                  <a:lnTo>
                    <a:pt x="531" y="309"/>
                  </a:lnTo>
                  <a:lnTo>
                    <a:pt x="533" y="307"/>
                  </a:lnTo>
                  <a:lnTo>
                    <a:pt x="534" y="307"/>
                  </a:lnTo>
                  <a:lnTo>
                    <a:pt x="536" y="306"/>
                  </a:lnTo>
                  <a:lnTo>
                    <a:pt x="537" y="305"/>
                  </a:lnTo>
                  <a:lnTo>
                    <a:pt x="540" y="305"/>
                  </a:lnTo>
                  <a:lnTo>
                    <a:pt x="541" y="303"/>
                  </a:lnTo>
                  <a:lnTo>
                    <a:pt x="543" y="303"/>
                  </a:lnTo>
                  <a:lnTo>
                    <a:pt x="546" y="302"/>
                  </a:lnTo>
                  <a:lnTo>
                    <a:pt x="547" y="300"/>
                  </a:lnTo>
                  <a:lnTo>
                    <a:pt x="550" y="299"/>
                  </a:lnTo>
                  <a:lnTo>
                    <a:pt x="553" y="297"/>
                  </a:lnTo>
                  <a:lnTo>
                    <a:pt x="554" y="297"/>
                  </a:lnTo>
                  <a:lnTo>
                    <a:pt x="556" y="296"/>
                  </a:lnTo>
                  <a:lnTo>
                    <a:pt x="557" y="295"/>
                  </a:lnTo>
                  <a:lnTo>
                    <a:pt x="560" y="295"/>
                  </a:lnTo>
                  <a:lnTo>
                    <a:pt x="562" y="293"/>
                  </a:lnTo>
                  <a:lnTo>
                    <a:pt x="563" y="293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7" y="290"/>
                  </a:lnTo>
                  <a:lnTo>
                    <a:pt x="569" y="289"/>
                  </a:lnTo>
                  <a:lnTo>
                    <a:pt x="570" y="289"/>
                  </a:lnTo>
                  <a:lnTo>
                    <a:pt x="572" y="289"/>
                  </a:lnTo>
                  <a:lnTo>
                    <a:pt x="573" y="287"/>
                  </a:lnTo>
                  <a:lnTo>
                    <a:pt x="575" y="286"/>
                  </a:lnTo>
                  <a:lnTo>
                    <a:pt x="576" y="286"/>
                  </a:lnTo>
                  <a:lnTo>
                    <a:pt x="577" y="286"/>
                  </a:lnTo>
                  <a:lnTo>
                    <a:pt x="579" y="284"/>
                  </a:lnTo>
                  <a:lnTo>
                    <a:pt x="580" y="283"/>
                  </a:lnTo>
                  <a:lnTo>
                    <a:pt x="582" y="283"/>
                  </a:lnTo>
                  <a:lnTo>
                    <a:pt x="583" y="282"/>
                  </a:lnTo>
                  <a:lnTo>
                    <a:pt x="585" y="282"/>
                  </a:lnTo>
                  <a:lnTo>
                    <a:pt x="586" y="280"/>
                  </a:lnTo>
                  <a:lnTo>
                    <a:pt x="587" y="279"/>
                  </a:lnTo>
                  <a:lnTo>
                    <a:pt x="589" y="279"/>
                  </a:lnTo>
                  <a:lnTo>
                    <a:pt x="592" y="277"/>
                  </a:lnTo>
                  <a:lnTo>
                    <a:pt x="593" y="276"/>
                  </a:lnTo>
                  <a:lnTo>
                    <a:pt x="595" y="274"/>
                  </a:lnTo>
                  <a:lnTo>
                    <a:pt x="598" y="274"/>
                  </a:lnTo>
                  <a:lnTo>
                    <a:pt x="599" y="273"/>
                  </a:lnTo>
                  <a:lnTo>
                    <a:pt x="602" y="272"/>
                  </a:lnTo>
                  <a:lnTo>
                    <a:pt x="603" y="272"/>
                  </a:lnTo>
                  <a:lnTo>
                    <a:pt x="605" y="270"/>
                  </a:lnTo>
                  <a:lnTo>
                    <a:pt x="606" y="269"/>
                  </a:lnTo>
                  <a:lnTo>
                    <a:pt x="608" y="269"/>
                  </a:lnTo>
                  <a:lnTo>
                    <a:pt x="609" y="267"/>
                  </a:lnTo>
                  <a:lnTo>
                    <a:pt x="610" y="267"/>
                  </a:lnTo>
                  <a:lnTo>
                    <a:pt x="612" y="266"/>
                  </a:lnTo>
                  <a:lnTo>
                    <a:pt x="613" y="264"/>
                  </a:lnTo>
                  <a:lnTo>
                    <a:pt x="615" y="264"/>
                  </a:lnTo>
                  <a:lnTo>
                    <a:pt x="616" y="264"/>
                  </a:lnTo>
                  <a:lnTo>
                    <a:pt x="616" y="263"/>
                  </a:lnTo>
                  <a:lnTo>
                    <a:pt x="618" y="263"/>
                  </a:lnTo>
                  <a:lnTo>
                    <a:pt x="619" y="261"/>
                  </a:lnTo>
                  <a:lnTo>
                    <a:pt x="621" y="261"/>
                  </a:lnTo>
                  <a:lnTo>
                    <a:pt x="621" y="260"/>
                  </a:lnTo>
                  <a:lnTo>
                    <a:pt x="622" y="260"/>
                  </a:lnTo>
                  <a:lnTo>
                    <a:pt x="623" y="259"/>
                  </a:lnTo>
                  <a:lnTo>
                    <a:pt x="625" y="259"/>
                  </a:lnTo>
                  <a:lnTo>
                    <a:pt x="625" y="257"/>
                  </a:lnTo>
                  <a:lnTo>
                    <a:pt x="626" y="257"/>
                  </a:lnTo>
                  <a:lnTo>
                    <a:pt x="628" y="256"/>
                  </a:lnTo>
                  <a:lnTo>
                    <a:pt x="629" y="256"/>
                  </a:lnTo>
                  <a:lnTo>
                    <a:pt x="631" y="254"/>
                  </a:lnTo>
                  <a:lnTo>
                    <a:pt x="632" y="254"/>
                  </a:lnTo>
                  <a:lnTo>
                    <a:pt x="632" y="253"/>
                  </a:lnTo>
                  <a:lnTo>
                    <a:pt x="635" y="251"/>
                  </a:lnTo>
                  <a:lnTo>
                    <a:pt x="636" y="251"/>
                  </a:lnTo>
                  <a:lnTo>
                    <a:pt x="638" y="250"/>
                  </a:lnTo>
                  <a:lnTo>
                    <a:pt x="639" y="248"/>
                  </a:lnTo>
                  <a:lnTo>
                    <a:pt x="641" y="248"/>
                  </a:lnTo>
                  <a:lnTo>
                    <a:pt x="642" y="247"/>
                  </a:lnTo>
                  <a:lnTo>
                    <a:pt x="644" y="246"/>
                  </a:lnTo>
                  <a:lnTo>
                    <a:pt x="645" y="246"/>
                  </a:lnTo>
                  <a:lnTo>
                    <a:pt x="645" y="244"/>
                  </a:lnTo>
                  <a:lnTo>
                    <a:pt x="646" y="244"/>
                  </a:lnTo>
                  <a:lnTo>
                    <a:pt x="648" y="243"/>
                  </a:lnTo>
                  <a:lnTo>
                    <a:pt x="649" y="241"/>
                  </a:lnTo>
                  <a:lnTo>
                    <a:pt x="651" y="241"/>
                  </a:lnTo>
                  <a:lnTo>
                    <a:pt x="652" y="240"/>
                  </a:lnTo>
                  <a:lnTo>
                    <a:pt x="654" y="240"/>
                  </a:lnTo>
                  <a:lnTo>
                    <a:pt x="654" y="238"/>
                  </a:lnTo>
                  <a:lnTo>
                    <a:pt x="655" y="238"/>
                  </a:lnTo>
                  <a:lnTo>
                    <a:pt x="657" y="237"/>
                  </a:lnTo>
                  <a:lnTo>
                    <a:pt x="658" y="236"/>
                  </a:lnTo>
                  <a:lnTo>
                    <a:pt x="659" y="236"/>
                  </a:lnTo>
                  <a:lnTo>
                    <a:pt x="659" y="234"/>
                  </a:lnTo>
                  <a:lnTo>
                    <a:pt x="661" y="234"/>
                  </a:lnTo>
                  <a:lnTo>
                    <a:pt x="661" y="233"/>
                  </a:lnTo>
                  <a:lnTo>
                    <a:pt x="662" y="233"/>
                  </a:lnTo>
                  <a:lnTo>
                    <a:pt x="664" y="231"/>
                  </a:lnTo>
                  <a:lnTo>
                    <a:pt x="665" y="230"/>
                  </a:lnTo>
                  <a:lnTo>
                    <a:pt x="667" y="230"/>
                  </a:lnTo>
                  <a:lnTo>
                    <a:pt x="668" y="228"/>
                  </a:lnTo>
                  <a:lnTo>
                    <a:pt x="668" y="227"/>
                  </a:lnTo>
                  <a:lnTo>
                    <a:pt x="670" y="227"/>
                  </a:lnTo>
                  <a:lnTo>
                    <a:pt x="671" y="225"/>
                  </a:lnTo>
                  <a:lnTo>
                    <a:pt x="672" y="224"/>
                  </a:lnTo>
                  <a:lnTo>
                    <a:pt x="674" y="224"/>
                  </a:lnTo>
                  <a:lnTo>
                    <a:pt x="674" y="223"/>
                  </a:lnTo>
                  <a:lnTo>
                    <a:pt x="675" y="223"/>
                  </a:lnTo>
                  <a:lnTo>
                    <a:pt x="677" y="221"/>
                  </a:lnTo>
                  <a:lnTo>
                    <a:pt x="678" y="221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18"/>
                  </a:lnTo>
                  <a:lnTo>
                    <a:pt x="681" y="218"/>
                  </a:lnTo>
                  <a:lnTo>
                    <a:pt x="682" y="217"/>
                  </a:lnTo>
                  <a:lnTo>
                    <a:pt x="684" y="217"/>
                  </a:lnTo>
                  <a:lnTo>
                    <a:pt x="684" y="215"/>
                  </a:lnTo>
                  <a:lnTo>
                    <a:pt x="685" y="215"/>
                  </a:lnTo>
                  <a:lnTo>
                    <a:pt x="685" y="214"/>
                  </a:lnTo>
                  <a:lnTo>
                    <a:pt x="687" y="214"/>
                  </a:lnTo>
                  <a:lnTo>
                    <a:pt x="688" y="214"/>
                  </a:lnTo>
                  <a:lnTo>
                    <a:pt x="688" y="213"/>
                  </a:lnTo>
                  <a:lnTo>
                    <a:pt x="690" y="213"/>
                  </a:lnTo>
                  <a:lnTo>
                    <a:pt x="691" y="211"/>
                  </a:lnTo>
                  <a:lnTo>
                    <a:pt x="693" y="210"/>
                  </a:lnTo>
                  <a:lnTo>
                    <a:pt x="694" y="210"/>
                  </a:lnTo>
                  <a:lnTo>
                    <a:pt x="695" y="208"/>
                  </a:lnTo>
                  <a:lnTo>
                    <a:pt x="697" y="207"/>
                  </a:lnTo>
                  <a:lnTo>
                    <a:pt x="698" y="207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3" y="204"/>
                  </a:lnTo>
                  <a:lnTo>
                    <a:pt x="703" y="202"/>
                  </a:lnTo>
                  <a:lnTo>
                    <a:pt x="704" y="202"/>
                  </a:lnTo>
                  <a:lnTo>
                    <a:pt x="704" y="201"/>
                  </a:lnTo>
                  <a:lnTo>
                    <a:pt x="705" y="201"/>
                  </a:lnTo>
                  <a:lnTo>
                    <a:pt x="707" y="200"/>
                  </a:lnTo>
                  <a:lnTo>
                    <a:pt x="708" y="198"/>
                  </a:lnTo>
                  <a:lnTo>
                    <a:pt x="710" y="198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5"/>
                  </a:lnTo>
                  <a:lnTo>
                    <a:pt x="713" y="195"/>
                  </a:lnTo>
                  <a:lnTo>
                    <a:pt x="713" y="194"/>
                  </a:lnTo>
                  <a:lnTo>
                    <a:pt x="714" y="192"/>
                  </a:lnTo>
                  <a:lnTo>
                    <a:pt x="716" y="192"/>
                  </a:lnTo>
                  <a:lnTo>
                    <a:pt x="716" y="191"/>
                  </a:lnTo>
                  <a:lnTo>
                    <a:pt x="717" y="189"/>
                  </a:lnTo>
                  <a:lnTo>
                    <a:pt x="718" y="188"/>
                  </a:lnTo>
                  <a:lnTo>
                    <a:pt x="720" y="188"/>
                  </a:lnTo>
                  <a:lnTo>
                    <a:pt x="720" y="187"/>
                  </a:lnTo>
                  <a:lnTo>
                    <a:pt x="721" y="185"/>
                  </a:lnTo>
                  <a:lnTo>
                    <a:pt x="723" y="184"/>
                  </a:lnTo>
                  <a:lnTo>
                    <a:pt x="724" y="182"/>
                  </a:lnTo>
                  <a:lnTo>
                    <a:pt x="726" y="181"/>
                  </a:lnTo>
                  <a:lnTo>
                    <a:pt x="727" y="179"/>
                  </a:lnTo>
                  <a:lnTo>
                    <a:pt x="729" y="178"/>
                  </a:lnTo>
                  <a:lnTo>
                    <a:pt x="730" y="177"/>
                  </a:lnTo>
                  <a:lnTo>
                    <a:pt x="730" y="175"/>
                  </a:lnTo>
                  <a:lnTo>
                    <a:pt x="731" y="175"/>
                  </a:lnTo>
                  <a:lnTo>
                    <a:pt x="733" y="174"/>
                  </a:lnTo>
                  <a:lnTo>
                    <a:pt x="733" y="172"/>
                  </a:lnTo>
                  <a:lnTo>
                    <a:pt x="734" y="172"/>
                  </a:lnTo>
                  <a:lnTo>
                    <a:pt x="734" y="171"/>
                  </a:lnTo>
                  <a:lnTo>
                    <a:pt x="736" y="169"/>
                  </a:lnTo>
                  <a:lnTo>
                    <a:pt x="737" y="169"/>
                  </a:lnTo>
                  <a:lnTo>
                    <a:pt x="737" y="168"/>
                  </a:lnTo>
                  <a:lnTo>
                    <a:pt x="739" y="168"/>
                  </a:lnTo>
                  <a:lnTo>
                    <a:pt x="739" y="166"/>
                  </a:lnTo>
                  <a:lnTo>
                    <a:pt x="740" y="165"/>
                  </a:lnTo>
                  <a:lnTo>
                    <a:pt x="741" y="164"/>
                  </a:lnTo>
                  <a:lnTo>
                    <a:pt x="741" y="162"/>
                  </a:lnTo>
                  <a:lnTo>
                    <a:pt x="743" y="162"/>
                  </a:lnTo>
                  <a:lnTo>
                    <a:pt x="744" y="161"/>
                  </a:lnTo>
                  <a:lnTo>
                    <a:pt x="744" y="159"/>
                  </a:lnTo>
                  <a:lnTo>
                    <a:pt x="746" y="158"/>
                  </a:lnTo>
                  <a:lnTo>
                    <a:pt x="747" y="156"/>
                  </a:lnTo>
                  <a:lnTo>
                    <a:pt x="749" y="155"/>
                  </a:lnTo>
                  <a:lnTo>
                    <a:pt x="749" y="154"/>
                  </a:lnTo>
                  <a:lnTo>
                    <a:pt x="750" y="152"/>
                  </a:lnTo>
                  <a:lnTo>
                    <a:pt x="752" y="151"/>
                  </a:lnTo>
                  <a:lnTo>
                    <a:pt x="753" y="149"/>
                  </a:lnTo>
                  <a:lnTo>
                    <a:pt x="754" y="148"/>
                  </a:lnTo>
                  <a:lnTo>
                    <a:pt x="756" y="145"/>
                  </a:lnTo>
                  <a:lnTo>
                    <a:pt x="759" y="143"/>
                  </a:lnTo>
                  <a:lnTo>
                    <a:pt x="760" y="142"/>
                  </a:lnTo>
                  <a:lnTo>
                    <a:pt x="762" y="141"/>
                  </a:lnTo>
                  <a:lnTo>
                    <a:pt x="763" y="138"/>
                  </a:lnTo>
                  <a:lnTo>
                    <a:pt x="763" y="136"/>
                  </a:lnTo>
                  <a:lnTo>
                    <a:pt x="764" y="135"/>
                  </a:lnTo>
                  <a:lnTo>
                    <a:pt x="766" y="133"/>
                  </a:lnTo>
                  <a:lnTo>
                    <a:pt x="767" y="132"/>
                  </a:lnTo>
                  <a:lnTo>
                    <a:pt x="769" y="132"/>
                  </a:lnTo>
                  <a:lnTo>
                    <a:pt x="769" y="131"/>
                  </a:lnTo>
                  <a:lnTo>
                    <a:pt x="770" y="129"/>
                  </a:lnTo>
                  <a:lnTo>
                    <a:pt x="772" y="128"/>
                  </a:lnTo>
                  <a:lnTo>
                    <a:pt x="772" y="126"/>
                  </a:lnTo>
                  <a:lnTo>
                    <a:pt x="773" y="126"/>
                  </a:lnTo>
                  <a:lnTo>
                    <a:pt x="773" y="125"/>
                  </a:lnTo>
                  <a:lnTo>
                    <a:pt x="775" y="123"/>
                  </a:lnTo>
                  <a:lnTo>
                    <a:pt x="775" y="122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7" y="119"/>
                  </a:lnTo>
                  <a:lnTo>
                    <a:pt x="779" y="118"/>
                  </a:lnTo>
                  <a:lnTo>
                    <a:pt x="780" y="116"/>
                  </a:lnTo>
                  <a:lnTo>
                    <a:pt x="780" y="115"/>
                  </a:lnTo>
                  <a:lnTo>
                    <a:pt x="782" y="113"/>
                  </a:lnTo>
                  <a:lnTo>
                    <a:pt x="783" y="112"/>
                  </a:lnTo>
                  <a:lnTo>
                    <a:pt x="785" y="110"/>
                  </a:lnTo>
                  <a:lnTo>
                    <a:pt x="785" y="109"/>
                  </a:lnTo>
                  <a:lnTo>
                    <a:pt x="786" y="107"/>
                  </a:lnTo>
                  <a:lnTo>
                    <a:pt x="788" y="105"/>
                  </a:lnTo>
                  <a:lnTo>
                    <a:pt x="789" y="103"/>
                  </a:lnTo>
                  <a:lnTo>
                    <a:pt x="790" y="102"/>
                  </a:lnTo>
                  <a:lnTo>
                    <a:pt x="792" y="99"/>
                  </a:lnTo>
                  <a:lnTo>
                    <a:pt x="795" y="96"/>
                  </a:lnTo>
                  <a:lnTo>
                    <a:pt x="796" y="95"/>
                  </a:lnTo>
                  <a:lnTo>
                    <a:pt x="798" y="93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0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5" y="82"/>
                  </a:lnTo>
                  <a:lnTo>
                    <a:pt x="806" y="80"/>
                  </a:lnTo>
                  <a:lnTo>
                    <a:pt x="808" y="79"/>
                  </a:lnTo>
                  <a:lnTo>
                    <a:pt x="808" y="77"/>
                  </a:lnTo>
                  <a:lnTo>
                    <a:pt x="809" y="76"/>
                  </a:lnTo>
                  <a:lnTo>
                    <a:pt x="809" y="74"/>
                  </a:lnTo>
                  <a:lnTo>
                    <a:pt x="811" y="73"/>
                  </a:lnTo>
                  <a:lnTo>
                    <a:pt x="812" y="73"/>
                  </a:lnTo>
                  <a:lnTo>
                    <a:pt x="812" y="72"/>
                  </a:lnTo>
                  <a:lnTo>
                    <a:pt x="813" y="70"/>
                  </a:lnTo>
                  <a:lnTo>
                    <a:pt x="813" y="69"/>
                  </a:lnTo>
                  <a:lnTo>
                    <a:pt x="815" y="67"/>
                  </a:lnTo>
                  <a:lnTo>
                    <a:pt x="816" y="66"/>
                  </a:lnTo>
                  <a:lnTo>
                    <a:pt x="818" y="64"/>
                  </a:lnTo>
                  <a:lnTo>
                    <a:pt x="818" y="63"/>
                  </a:lnTo>
                  <a:lnTo>
                    <a:pt x="819" y="61"/>
                  </a:lnTo>
                  <a:lnTo>
                    <a:pt x="821" y="60"/>
                  </a:lnTo>
                  <a:lnTo>
                    <a:pt x="822" y="59"/>
                  </a:lnTo>
                  <a:lnTo>
                    <a:pt x="824" y="56"/>
                  </a:lnTo>
                  <a:lnTo>
                    <a:pt x="825" y="54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7"/>
                  </a:lnTo>
                  <a:lnTo>
                    <a:pt x="831" y="46"/>
                  </a:lnTo>
                  <a:lnTo>
                    <a:pt x="832" y="43"/>
                  </a:lnTo>
                  <a:lnTo>
                    <a:pt x="834" y="41"/>
                  </a:lnTo>
                  <a:lnTo>
                    <a:pt x="835" y="38"/>
                  </a:lnTo>
                  <a:lnTo>
                    <a:pt x="836" y="37"/>
                  </a:lnTo>
                  <a:lnTo>
                    <a:pt x="838" y="36"/>
                  </a:lnTo>
                  <a:lnTo>
                    <a:pt x="839" y="34"/>
                  </a:lnTo>
                  <a:lnTo>
                    <a:pt x="841" y="33"/>
                  </a:lnTo>
                  <a:lnTo>
                    <a:pt x="842" y="31"/>
                  </a:lnTo>
                  <a:lnTo>
                    <a:pt x="842" y="30"/>
                  </a:lnTo>
                  <a:lnTo>
                    <a:pt x="844" y="28"/>
                  </a:lnTo>
                  <a:lnTo>
                    <a:pt x="845" y="27"/>
                  </a:lnTo>
                  <a:lnTo>
                    <a:pt x="845" y="25"/>
                  </a:lnTo>
                  <a:lnTo>
                    <a:pt x="847" y="24"/>
                  </a:lnTo>
                  <a:lnTo>
                    <a:pt x="847" y="23"/>
                  </a:lnTo>
                  <a:lnTo>
                    <a:pt x="848" y="23"/>
                  </a:lnTo>
                  <a:lnTo>
                    <a:pt x="848" y="21"/>
                  </a:lnTo>
                  <a:lnTo>
                    <a:pt x="849" y="20"/>
                  </a:lnTo>
                  <a:lnTo>
                    <a:pt x="849" y="18"/>
                  </a:lnTo>
                  <a:lnTo>
                    <a:pt x="851" y="18"/>
                  </a:lnTo>
                  <a:lnTo>
                    <a:pt x="851" y="17"/>
                  </a:lnTo>
                  <a:lnTo>
                    <a:pt x="852" y="15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4" y="11"/>
                  </a:lnTo>
                  <a:lnTo>
                    <a:pt x="855" y="10"/>
                  </a:lnTo>
                  <a:lnTo>
                    <a:pt x="855" y="8"/>
                  </a:lnTo>
                  <a:lnTo>
                    <a:pt x="857" y="7"/>
                  </a:lnTo>
                  <a:lnTo>
                    <a:pt x="858" y="5"/>
                  </a:lnTo>
                  <a:lnTo>
                    <a:pt x="858" y="4"/>
                  </a:lnTo>
                  <a:lnTo>
                    <a:pt x="859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9" name="Freeform 60">
              <a:extLst>
                <a:ext uri="{FF2B5EF4-FFF2-40B4-BE49-F238E27FC236}">
                  <a16:creationId xmlns:a16="http://schemas.microsoft.com/office/drawing/2014/main" id="{F5B4AF8E-07AB-46B4-9099-31004445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5639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8"/>
                  </a:lnTo>
                  <a:lnTo>
                    <a:pt x="5" y="11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3" y="63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0" y="83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4" y="95"/>
                  </a:lnTo>
                  <a:lnTo>
                    <a:pt x="46" y="96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2"/>
                  </a:lnTo>
                  <a:lnTo>
                    <a:pt x="49" y="105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1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59" y="132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2" y="141"/>
                  </a:lnTo>
                  <a:lnTo>
                    <a:pt x="63" y="142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6" y="155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9" y="161"/>
                  </a:lnTo>
                  <a:lnTo>
                    <a:pt x="69" y="164"/>
                  </a:lnTo>
                  <a:lnTo>
                    <a:pt x="70" y="165"/>
                  </a:lnTo>
                  <a:lnTo>
                    <a:pt x="70" y="168"/>
                  </a:lnTo>
                  <a:lnTo>
                    <a:pt x="72" y="169"/>
                  </a:lnTo>
                  <a:lnTo>
                    <a:pt x="72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4" y="178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6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7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79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0" y="200"/>
                  </a:lnTo>
                  <a:lnTo>
                    <a:pt x="80" y="201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3" y="211"/>
                  </a:lnTo>
                  <a:lnTo>
                    <a:pt x="85" y="213"/>
                  </a:lnTo>
                  <a:lnTo>
                    <a:pt x="85" y="216"/>
                  </a:lnTo>
                  <a:lnTo>
                    <a:pt x="86" y="217"/>
                  </a:lnTo>
                  <a:lnTo>
                    <a:pt x="87" y="220"/>
                  </a:lnTo>
                  <a:lnTo>
                    <a:pt x="87" y="223"/>
                  </a:lnTo>
                  <a:lnTo>
                    <a:pt x="87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0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5" y="262"/>
                  </a:lnTo>
                  <a:lnTo>
                    <a:pt x="95" y="264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6" y="277"/>
                  </a:lnTo>
                  <a:lnTo>
                    <a:pt x="96" y="279"/>
                  </a:lnTo>
                  <a:lnTo>
                    <a:pt x="96" y="280"/>
                  </a:lnTo>
                  <a:lnTo>
                    <a:pt x="96" y="282"/>
                  </a:lnTo>
                  <a:lnTo>
                    <a:pt x="97" y="283"/>
                  </a:lnTo>
                  <a:lnTo>
                    <a:pt x="97" y="285"/>
                  </a:lnTo>
                  <a:lnTo>
                    <a:pt x="97" y="286"/>
                  </a:lnTo>
                  <a:lnTo>
                    <a:pt x="97" y="287"/>
                  </a:lnTo>
                  <a:lnTo>
                    <a:pt x="97" y="289"/>
                  </a:lnTo>
                  <a:lnTo>
                    <a:pt x="97" y="290"/>
                  </a:lnTo>
                  <a:lnTo>
                    <a:pt x="97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100" y="300"/>
                  </a:lnTo>
                  <a:lnTo>
                    <a:pt x="100" y="302"/>
                  </a:lnTo>
                  <a:lnTo>
                    <a:pt x="100" y="303"/>
                  </a:lnTo>
                  <a:lnTo>
                    <a:pt x="100" y="305"/>
                  </a:lnTo>
                  <a:lnTo>
                    <a:pt x="100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0"/>
                  </a:lnTo>
                  <a:lnTo>
                    <a:pt x="102" y="312"/>
                  </a:lnTo>
                  <a:lnTo>
                    <a:pt x="102" y="313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3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0" y="339"/>
                  </a:lnTo>
                  <a:lnTo>
                    <a:pt x="100" y="341"/>
                  </a:lnTo>
                  <a:lnTo>
                    <a:pt x="100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0" name="Freeform 61">
              <a:extLst>
                <a:ext uri="{FF2B5EF4-FFF2-40B4-BE49-F238E27FC236}">
                  <a16:creationId xmlns:a16="http://schemas.microsoft.com/office/drawing/2014/main" id="{5B359FD0-D63D-4F9B-B5FA-1872C86F5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835400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344"/>
                  </a:moveTo>
                  <a:lnTo>
                    <a:pt x="2" y="340"/>
                  </a:lnTo>
                  <a:lnTo>
                    <a:pt x="4" y="337"/>
                  </a:lnTo>
                  <a:lnTo>
                    <a:pt x="5" y="332"/>
                  </a:lnTo>
                  <a:lnTo>
                    <a:pt x="8" y="330"/>
                  </a:lnTo>
                  <a:lnTo>
                    <a:pt x="10" y="327"/>
                  </a:lnTo>
                  <a:lnTo>
                    <a:pt x="11" y="324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5" y="315"/>
                  </a:lnTo>
                  <a:lnTo>
                    <a:pt x="17" y="314"/>
                  </a:lnTo>
                  <a:lnTo>
                    <a:pt x="18" y="311"/>
                  </a:lnTo>
                  <a:lnTo>
                    <a:pt x="20" y="309"/>
                  </a:lnTo>
                  <a:lnTo>
                    <a:pt x="20" y="308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23" y="304"/>
                  </a:lnTo>
                  <a:lnTo>
                    <a:pt x="23" y="302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6" y="298"/>
                  </a:lnTo>
                  <a:lnTo>
                    <a:pt x="26" y="297"/>
                  </a:lnTo>
                  <a:lnTo>
                    <a:pt x="26" y="295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8" y="291"/>
                  </a:lnTo>
                  <a:lnTo>
                    <a:pt x="28" y="289"/>
                  </a:lnTo>
                  <a:lnTo>
                    <a:pt x="30" y="288"/>
                  </a:lnTo>
                  <a:lnTo>
                    <a:pt x="30" y="286"/>
                  </a:lnTo>
                  <a:lnTo>
                    <a:pt x="31" y="285"/>
                  </a:lnTo>
                  <a:lnTo>
                    <a:pt x="31" y="282"/>
                  </a:lnTo>
                  <a:lnTo>
                    <a:pt x="33" y="281"/>
                  </a:lnTo>
                  <a:lnTo>
                    <a:pt x="33" y="279"/>
                  </a:lnTo>
                  <a:lnTo>
                    <a:pt x="34" y="276"/>
                  </a:lnTo>
                  <a:lnTo>
                    <a:pt x="34" y="275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7" y="271"/>
                  </a:lnTo>
                  <a:lnTo>
                    <a:pt x="37" y="269"/>
                  </a:lnTo>
                  <a:lnTo>
                    <a:pt x="37" y="268"/>
                  </a:lnTo>
                  <a:lnTo>
                    <a:pt x="38" y="266"/>
                  </a:lnTo>
                  <a:lnTo>
                    <a:pt x="38" y="265"/>
                  </a:lnTo>
                  <a:lnTo>
                    <a:pt x="40" y="263"/>
                  </a:lnTo>
                  <a:lnTo>
                    <a:pt x="40" y="262"/>
                  </a:lnTo>
                  <a:lnTo>
                    <a:pt x="40" y="261"/>
                  </a:lnTo>
                  <a:lnTo>
                    <a:pt x="41" y="259"/>
                  </a:lnTo>
                  <a:lnTo>
                    <a:pt x="41" y="258"/>
                  </a:lnTo>
                  <a:lnTo>
                    <a:pt x="43" y="256"/>
                  </a:lnTo>
                  <a:lnTo>
                    <a:pt x="43" y="255"/>
                  </a:lnTo>
                  <a:lnTo>
                    <a:pt x="43" y="253"/>
                  </a:lnTo>
                  <a:lnTo>
                    <a:pt x="44" y="253"/>
                  </a:lnTo>
                  <a:lnTo>
                    <a:pt x="44" y="252"/>
                  </a:lnTo>
                  <a:lnTo>
                    <a:pt x="44" y="250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7" y="245"/>
                  </a:lnTo>
                  <a:lnTo>
                    <a:pt x="47" y="243"/>
                  </a:lnTo>
                  <a:lnTo>
                    <a:pt x="49" y="242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3"/>
                  </a:lnTo>
                  <a:lnTo>
                    <a:pt x="53" y="230"/>
                  </a:lnTo>
                  <a:lnTo>
                    <a:pt x="53" y="229"/>
                  </a:lnTo>
                  <a:lnTo>
                    <a:pt x="54" y="226"/>
                  </a:lnTo>
                  <a:lnTo>
                    <a:pt x="54" y="225"/>
                  </a:lnTo>
                  <a:lnTo>
                    <a:pt x="56" y="223"/>
                  </a:lnTo>
                  <a:lnTo>
                    <a:pt x="56" y="220"/>
                  </a:lnTo>
                  <a:lnTo>
                    <a:pt x="57" y="219"/>
                  </a:lnTo>
                  <a:lnTo>
                    <a:pt x="57" y="217"/>
                  </a:lnTo>
                  <a:lnTo>
                    <a:pt x="57" y="216"/>
                  </a:lnTo>
                  <a:lnTo>
                    <a:pt x="59" y="215"/>
                  </a:lnTo>
                  <a:lnTo>
                    <a:pt x="59" y="213"/>
                  </a:lnTo>
                  <a:lnTo>
                    <a:pt x="59" y="212"/>
                  </a:lnTo>
                  <a:lnTo>
                    <a:pt x="60" y="210"/>
                  </a:lnTo>
                  <a:lnTo>
                    <a:pt x="60" y="209"/>
                  </a:lnTo>
                  <a:lnTo>
                    <a:pt x="62" y="20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62" y="203"/>
                  </a:lnTo>
                  <a:lnTo>
                    <a:pt x="63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4" y="197"/>
                  </a:lnTo>
                  <a:lnTo>
                    <a:pt x="64" y="196"/>
                  </a:lnTo>
                  <a:lnTo>
                    <a:pt x="64" y="194"/>
                  </a:lnTo>
                  <a:lnTo>
                    <a:pt x="66" y="193"/>
                  </a:lnTo>
                  <a:lnTo>
                    <a:pt x="66" y="191"/>
                  </a:lnTo>
                  <a:lnTo>
                    <a:pt x="66" y="190"/>
                  </a:lnTo>
                  <a:lnTo>
                    <a:pt x="67" y="187"/>
                  </a:lnTo>
                  <a:lnTo>
                    <a:pt x="67" y="186"/>
                  </a:lnTo>
                  <a:lnTo>
                    <a:pt x="69" y="183"/>
                  </a:lnTo>
                  <a:lnTo>
                    <a:pt x="69" y="181"/>
                  </a:lnTo>
                  <a:lnTo>
                    <a:pt x="70" y="179"/>
                  </a:lnTo>
                  <a:lnTo>
                    <a:pt x="70" y="176"/>
                  </a:lnTo>
                  <a:lnTo>
                    <a:pt x="72" y="174"/>
                  </a:lnTo>
                  <a:lnTo>
                    <a:pt x="72" y="173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3" y="167"/>
                  </a:lnTo>
                  <a:lnTo>
                    <a:pt x="74" y="166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6" y="161"/>
                  </a:lnTo>
                  <a:lnTo>
                    <a:pt x="76" y="160"/>
                  </a:lnTo>
                  <a:lnTo>
                    <a:pt x="76" y="158"/>
                  </a:lnTo>
                  <a:lnTo>
                    <a:pt x="76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79" y="148"/>
                  </a:lnTo>
                  <a:lnTo>
                    <a:pt x="80" y="147"/>
                  </a:lnTo>
                  <a:lnTo>
                    <a:pt x="80" y="145"/>
                  </a:lnTo>
                  <a:lnTo>
                    <a:pt x="80" y="144"/>
                  </a:lnTo>
                  <a:lnTo>
                    <a:pt x="80" y="143"/>
                  </a:lnTo>
                  <a:lnTo>
                    <a:pt x="82" y="141"/>
                  </a:lnTo>
                  <a:lnTo>
                    <a:pt x="82" y="140"/>
                  </a:lnTo>
                  <a:lnTo>
                    <a:pt x="83" y="137"/>
                  </a:lnTo>
                  <a:lnTo>
                    <a:pt x="83" y="135"/>
                  </a:lnTo>
                  <a:lnTo>
                    <a:pt x="83" y="134"/>
                  </a:lnTo>
                  <a:lnTo>
                    <a:pt x="85" y="131"/>
                  </a:lnTo>
                  <a:lnTo>
                    <a:pt x="85" y="128"/>
                  </a:lnTo>
                  <a:lnTo>
                    <a:pt x="86" y="127"/>
                  </a:lnTo>
                  <a:lnTo>
                    <a:pt x="87" y="124"/>
                  </a:lnTo>
                  <a:lnTo>
                    <a:pt x="87" y="122"/>
                  </a:lnTo>
                  <a:lnTo>
                    <a:pt x="87" y="120"/>
                  </a:lnTo>
                  <a:lnTo>
                    <a:pt x="89" y="118"/>
                  </a:lnTo>
                  <a:lnTo>
                    <a:pt x="89" y="117"/>
                  </a:lnTo>
                  <a:lnTo>
                    <a:pt x="90" y="115"/>
                  </a:lnTo>
                  <a:lnTo>
                    <a:pt x="90" y="114"/>
                  </a:lnTo>
                  <a:lnTo>
                    <a:pt x="90" y="112"/>
                  </a:lnTo>
                  <a:lnTo>
                    <a:pt x="90" y="111"/>
                  </a:lnTo>
                  <a:lnTo>
                    <a:pt x="92" y="109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2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8"/>
                  </a:lnTo>
                  <a:lnTo>
                    <a:pt x="95" y="86"/>
                  </a:lnTo>
                  <a:lnTo>
                    <a:pt x="95" y="84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6" y="78"/>
                  </a:lnTo>
                  <a:lnTo>
                    <a:pt x="96" y="76"/>
                  </a:lnTo>
                  <a:lnTo>
                    <a:pt x="96" y="75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6" y="66"/>
                  </a:lnTo>
                  <a:lnTo>
                    <a:pt x="96" y="65"/>
                  </a:lnTo>
                  <a:lnTo>
                    <a:pt x="96" y="63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1"/>
                  </a:lnTo>
                  <a:lnTo>
                    <a:pt x="97" y="59"/>
                  </a:lnTo>
                  <a:lnTo>
                    <a:pt x="97" y="58"/>
                  </a:lnTo>
                  <a:lnTo>
                    <a:pt x="97" y="56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0" y="6"/>
                  </a:lnTo>
                  <a:lnTo>
                    <a:pt x="100" y="3"/>
                  </a:lnTo>
                  <a:lnTo>
                    <a:pt x="10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1" name="Rectangle 62">
              <a:extLst>
                <a:ext uri="{FF2B5EF4-FFF2-40B4-BE49-F238E27FC236}">
                  <a16:creationId xmlns:a16="http://schemas.microsoft.com/office/drawing/2014/main" id="{142ACAC0-282A-4D3D-A906-7528A73C1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50927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42" name="Freeform 63">
              <a:extLst>
                <a:ext uri="{FF2B5EF4-FFF2-40B4-BE49-F238E27FC236}">
                  <a16:creationId xmlns:a16="http://schemas.microsoft.com/office/drawing/2014/main" id="{189401FB-E27C-41A5-A3FA-C5519D5D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3354388"/>
              <a:ext cx="1050925" cy="411162"/>
            </a:xfrm>
            <a:custGeom>
              <a:avLst/>
              <a:gdLst>
                <a:gd name="T0" fmla="*/ 2147483646 w 1324"/>
                <a:gd name="T1" fmla="*/ 2147483646 h 518"/>
                <a:gd name="T2" fmla="*/ 2147483646 w 1324"/>
                <a:gd name="T3" fmla="*/ 2147483646 h 518"/>
                <a:gd name="T4" fmla="*/ 2147483646 w 1324"/>
                <a:gd name="T5" fmla="*/ 0 h 518"/>
                <a:gd name="T6" fmla="*/ 0 w 1324"/>
                <a:gd name="T7" fmla="*/ 0 h 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4"/>
                <a:gd name="T13" fmla="*/ 0 h 518"/>
                <a:gd name="T14" fmla="*/ 1324 w 1324"/>
                <a:gd name="T15" fmla="*/ 518 h 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4" h="518">
                  <a:moveTo>
                    <a:pt x="1324" y="518"/>
                  </a:moveTo>
                  <a:lnTo>
                    <a:pt x="461" y="518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3" name="Freeform 64">
              <a:extLst>
                <a:ext uri="{FF2B5EF4-FFF2-40B4-BE49-F238E27FC236}">
                  <a16:creationId xmlns:a16="http://schemas.microsoft.com/office/drawing/2014/main" id="{9BC13495-EB29-4A2D-AD48-59B2C769E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3903663"/>
              <a:ext cx="1028700" cy="433387"/>
            </a:xfrm>
            <a:custGeom>
              <a:avLst/>
              <a:gdLst>
                <a:gd name="T0" fmla="*/ 2147483646 w 1295"/>
                <a:gd name="T1" fmla="*/ 0 h 547"/>
                <a:gd name="T2" fmla="*/ 2147483646 w 1295"/>
                <a:gd name="T3" fmla="*/ 0 h 547"/>
                <a:gd name="T4" fmla="*/ 2147483646 w 1295"/>
                <a:gd name="T5" fmla="*/ 2147483646 h 547"/>
                <a:gd name="T6" fmla="*/ 0 w 1295"/>
                <a:gd name="T7" fmla="*/ 2147483646 h 5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95"/>
                <a:gd name="T13" fmla="*/ 0 h 547"/>
                <a:gd name="T14" fmla="*/ 1295 w 1295"/>
                <a:gd name="T15" fmla="*/ 547 h 5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95" h="547">
                  <a:moveTo>
                    <a:pt x="1295" y="0"/>
                  </a:moveTo>
                  <a:lnTo>
                    <a:pt x="432" y="0"/>
                  </a:lnTo>
                  <a:lnTo>
                    <a:pt x="432" y="547"/>
                  </a:lnTo>
                  <a:lnTo>
                    <a:pt x="0" y="54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4" name="Freeform 65">
              <a:extLst>
                <a:ext uri="{FF2B5EF4-FFF2-40B4-BE49-F238E27FC236}">
                  <a16:creationId xmlns:a16="http://schemas.microsoft.com/office/drawing/2014/main" id="{560749A4-4E81-48CB-9578-4492E95B1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4040188"/>
              <a:ext cx="982662" cy="1255712"/>
            </a:xfrm>
            <a:custGeom>
              <a:avLst/>
              <a:gdLst>
                <a:gd name="T0" fmla="*/ 2147483646 w 1238"/>
                <a:gd name="T1" fmla="*/ 0 h 1582"/>
                <a:gd name="T2" fmla="*/ 2147483646 w 1238"/>
                <a:gd name="T3" fmla="*/ 0 h 1582"/>
                <a:gd name="T4" fmla="*/ 2147483646 w 1238"/>
                <a:gd name="T5" fmla="*/ 2147483646 h 1582"/>
                <a:gd name="T6" fmla="*/ 0 w 1238"/>
                <a:gd name="T7" fmla="*/ 2147483646 h 15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"/>
                <a:gd name="T13" fmla="*/ 0 h 1582"/>
                <a:gd name="T14" fmla="*/ 1238 w 1238"/>
                <a:gd name="T15" fmla="*/ 1582 h 15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" h="1582">
                  <a:moveTo>
                    <a:pt x="1238" y="0"/>
                  </a:moveTo>
                  <a:lnTo>
                    <a:pt x="835" y="0"/>
                  </a:lnTo>
                  <a:lnTo>
                    <a:pt x="835" y="1582"/>
                  </a:lnTo>
                  <a:lnTo>
                    <a:pt x="0" y="158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5" name="Rectangle 66">
              <a:extLst>
                <a:ext uri="{FF2B5EF4-FFF2-40B4-BE49-F238E27FC236}">
                  <a16:creationId xmlns:a16="http://schemas.microsoft.com/office/drawing/2014/main" id="{95A31AC6-1050-44D4-8302-BD0385976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5587" y="3711575"/>
              <a:ext cx="2016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f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46" name="Rectangle 67">
              <a:extLst>
                <a:ext uri="{FF2B5EF4-FFF2-40B4-BE49-F238E27FC236}">
                  <a16:creationId xmlns:a16="http://schemas.microsoft.com/office/drawing/2014/main" id="{2A60F5C9-B72A-470E-86DE-6437EAD6F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379788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47" name="Rectangle 68">
              <a:extLst>
                <a:ext uri="{FF2B5EF4-FFF2-40B4-BE49-F238E27FC236}">
                  <a16:creationId xmlns:a16="http://schemas.microsoft.com/office/drawing/2014/main" id="{D22A9FA5-A43B-4304-9F5B-79851F24A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4845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48" name="Rectangle 69">
              <a:extLst>
                <a:ext uri="{FF2B5EF4-FFF2-40B4-BE49-F238E27FC236}">
                  <a16:creationId xmlns:a16="http://schemas.microsoft.com/office/drawing/2014/main" id="{6B708D52-0299-423C-AFFA-333F9F306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6623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49" name="Rectangle 70">
              <a:extLst>
                <a:ext uri="{FF2B5EF4-FFF2-40B4-BE49-F238E27FC236}">
                  <a16:creationId xmlns:a16="http://schemas.microsoft.com/office/drawing/2014/main" id="{56D071A8-6D74-416E-90D4-0CD8E5A21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7671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50" name="Rectangle 71">
              <a:extLst>
                <a:ext uri="{FF2B5EF4-FFF2-40B4-BE49-F238E27FC236}">
                  <a16:creationId xmlns:a16="http://schemas.microsoft.com/office/drawing/2014/main" id="{485EBC24-1010-485B-ABEE-92A423958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038" y="4333875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51" name="AutoShape 73">
              <a:extLst>
                <a:ext uri="{FF2B5EF4-FFF2-40B4-BE49-F238E27FC236}">
                  <a16:creationId xmlns:a16="http://schemas.microsoft.com/office/drawing/2014/main" id="{D5C72375-D442-4AC8-96E7-4B2C14DAB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21272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52" name="AutoShape 75">
              <a:extLst>
                <a:ext uri="{FF2B5EF4-FFF2-40B4-BE49-F238E27FC236}">
                  <a16:creationId xmlns:a16="http://schemas.microsoft.com/office/drawing/2014/main" id="{A4FED145-9850-48C6-AB26-414284661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0" y="3094038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53" name="AutoShape 77">
              <a:extLst>
                <a:ext uri="{FF2B5EF4-FFF2-40B4-BE49-F238E27FC236}">
                  <a16:creationId xmlns:a16="http://schemas.microsoft.com/office/drawing/2014/main" id="{CBEB3EC0-14F5-436C-8548-DBD783B63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4073525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954" name="AutoShape 79">
              <a:extLst>
                <a:ext uri="{FF2B5EF4-FFF2-40B4-BE49-F238E27FC236}">
                  <a16:creationId xmlns:a16="http://schemas.microsoft.com/office/drawing/2014/main" id="{32578787-D060-4B01-88A0-FC0167BAE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50355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22882" name="Title 1">
            <a:extLst>
              <a:ext uri="{FF2B5EF4-FFF2-40B4-BE49-F238E27FC236}">
                <a16:creationId xmlns:a16="http://schemas.microsoft.com/office/drawing/2014/main" id="{9AD4662C-6725-4307-85F6-C5734F6F439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4-to-1 multiplexer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built using a 2-to-4 decoder</a:t>
            </a:r>
          </a:p>
        </p:txBody>
      </p:sp>
      <p:sp>
        <p:nvSpPr>
          <p:cNvPr id="122883" name="TextBox 125">
            <a:extLst>
              <a:ext uri="{FF2B5EF4-FFF2-40B4-BE49-F238E27FC236}">
                <a16:creationId xmlns:a16="http://schemas.microsoft.com/office/drawing/2014/main" id="{329E8F6B-9D4A-45B8-BB11-E1F0B6CE1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4.17 from the textbook ]</a:t>
            </a:r>
          </a:p>
        </p:txBody>
      </p:sp>
      <p:sp>
        <p:nvSpPr>
          <p:cNvPr id="122884" name="TextBox 16">
            <a:extLst>
              <a:ext uri="{FF2B5EF4-FFF2-40B4-BE49-F238E27FC236}">
                <a16:creationId xmlns:a16="http://schemas.microsoft.com/office/drawing/2014/main" id="{D09ABA53-7B75-4A27-BC51-41E261F1A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68500"/>
            <a:ext cx="509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122885" name="TextBox 16">
            <a:extLst>
              <a:ext uri="{FF2B5EF4-FFF2-40B4-BE49-F238E27FC236}">
                <a16:creationId xmlns:a16="http://schemas.microsoft.com/office/drawing/2014/main" id="{3DE22990-361E-4A74-BBE7-E081D7CE6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2933700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86" name="TextBox 16">
            <a:extLst>
              <a:ext uri="{FF2B5EF4-FFF2-40B4-BE49-F238E27FC236}">
                <a16:creationId xmlns:a16="http://schemas.microsoft.com/office/drawing/2014/main" id="{620E170D-9536-45B9-B8DD-8CC07A025A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5475" y="3949700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87" name="TextBox 16">
            <a:extLst>
              <a:ext uri="{FF2B5EF4-FFF2-40B4-BE49-F238E27FC236}">
                <a16:creationId xmlns:a16="http://schemas.microsoft.com/office/drawing/2014/main" id="{7E221122-F8A0-4CFE-94D2-5F136A80B2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4897438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88" name="TextBox 16">
            <a:extLst>
              <a:ext uri="{FF2B5EF4-FFF2-40B4-BE49-F238E27FC236}">
                <a16:creationId xmlns:a16="http://schemas.microsoft.com/office/drawing/2014/main" id="{B7906C29-ABF8-445A-A5F7-D6E7AB465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00" y="3386138"/>
            <a:ext cx="5111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122889" name="TextBox 16">
            <a:extLst>
              <a:ext uri="{FF2B5EF4-FFF2-40B4-BE49-F238E27FC236}">
                <a16:creationId xmlns:a16="http://schemas.microsoft.com/office/drawing/2014/main" id="{144A2299-4B05-4A07-8111-F13AB19FA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31321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90" name="TextBox 16">
            <a:extLst>
              <a:ext uri="{FF2B5EF4-FFF2-40B4-BE49-F238E27FC236}">
                <a16:creationId xmlns:a16="http://schemas.microsoft.com/office/drawing/2014/main" id="{7A4A83F1-119A-4E27-83C4-5C7EB42474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8350" y="34877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91" name="TextBox 16">
            <a:extLst>
              <a:ext uri="{FF2B5EF4-FFF2-40B4-BE49-F238E27FC236}">
                <a16:creationId xmlns:a16="http://schemas.microsoft.com/office/drawing/2014/main" id="{81A7D0EE-C857-480E-9BB7-BC5E6829C4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1829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92" name="TextBox 16">
            <a:extLst>
              <a:ext uri="{FF2B5EF4-FFF2-40B4-BE49-F238E27FC236}">
                <a16:creationId xmlns:a16="http://schemas.microsoft.com/office/drawing/2014/main" id="{A34BAFED-3739-4818-9C27-87712682F0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350202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93" name="TextBox 16">
            <a:extLst>
              <a:ext uri="{FF2B5EF4-FFF2-40B4-BE49-F238E27FC236}">
                <a16:creationId xmlns:a16="http://schemas.microsoft.com/office/drawing/2014/main" id="{5A15064E-7DF3-4FA1-9B71-4E29E91B8F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802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2894" name="TextBox 16">
            <a:extLst>
              <a:ext uri="{FF2B5EF4-FFF2-40B4-BE49-F238E27FC236}">
                <a16:creationId xmlns:a16="http://schemas.microsoft.com/office/drawing/2014/main" id="{B7877AD2-FAB9-4A32-8170-BDFCEDC9CB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4084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05" name="Group 1">
            <a:extLst>
              <a:ext uri="{FF2B5EF4-FFF2-40B4-BE49-F238E27FC236}">
                <a16:creationId xmlns:a16="http://schemas.microsoft.com/office/drawing/2014/main" id="{5D92CD47-40E2-41F2-AFA2-5F60771F5F55}"/>
              </a:ext>
            </a:extLst>
          </p:cNvPr>
          <p:cNvGrpSpPr>
            <a:grpSpLocks/>
          </p:cNvGrpSpPr>
          <p:nvPr/>
        </p:nvGrpSpPr>
        <p:grpSpPr bwMode="auto">
          <a:xfrm>
            <a:off x="1779588" y="2074863"/>
            <a:ext cx="6297612" cy="3487737"/>
            <a:chOff x="1779588" y="2074863"/>
            <a:chExt cx="6297612" cy="3487737"/>
          </a:xfrm>
        </p:grpSpPr>
        <p:sp>
          <p:nvSpPr>
            <p:cNvPr id="123919" name="Freeform 4">
              <a:extLst>
                <a:ext uri="{FF2B5EF4-FFF2-40B4-BE49-F238E27FC236}">
                  <a16:creationId xmlns:a16="http://schemas.microsoft.com/office/drawing/2014/main" id="{EC7C1851-4590-43DD-9515-0E515CBC0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395538"/>
              <a:ext cx="1004887" cy="1255712"/>
            </a:xfrm>
            <a:custGeom>
              <a:avLst/>
              <a:gdLst>
                <a:gd name="T0" fmla="*/ 2147483646 w 1267"/>
                <a:gd name="T1" fmla="*/ 2147483646 h 1583"/>
                <a:gd name="T2" fmla="*/ 2147483646 w 1267"/>
                <a:gd name="T3" fmla="*/ 2147483646 h 1583"/>
                <a:gd name="T4" fmla="*/ 2147483646 w 1267"/>
                <a:gd name="T5" fmla="*/ 0 h 1583"/>
                <a:gd name="T6" fmla="*/ 0 w 1267"/>
                <a:gd name="T7" fmla="*/ 0 h 1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7"/>
                <a:gd name="T13" fmla="*/ 0 h 1583"/>
                <a:gd name="T14" fmla="*/ 1267 w 1267"/>
                <a:gd name="T15" fmla="*/ 1583 h 1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7" h="1583">
                  <a:moveTo>
                    <a:pt x="1267" y="1583"/>
                  </a:moveTo>
                  <a:lnTo>
                    <a:pt x="864" y="1583"/>
                  </a:lnTo>
                  <a:lnTo>
                    <a:pt x="864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0" name="Rectangle 17">
              <a:extLst>
                <a:ext uri="{FF2B5EF4-FFF2-40B4-BE49-F238E27FC236}">
                  <a16:creationId xmlns:a16="http://schemas.microsoft.com/office/drawing/2014/main" id="{CC58176F-3F76-4219-AAFE-703BF352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3048000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21" name="Rectangle 18">
              <a:extLst>
                <a:ext uri="{FF2B5EF4-FFF2-40B4-BE49-F238E27FC236}">
                  <a16:creationId xmlns:a16="http://schemas.microsoft.com/office/drawing/2014/main" id="{7F673E07-7220-4D1A-9894-8239F75FB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31527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22" name="Rectangle 19">
              <a:extLst>
                <a:ext uri="{FF2B5EF4-FFF2-40B4-BE49-F238E27FC236}">
                  <a16:creationId xmlns:a16="http://schemas.microsoft.com/office/drawing/2014/main" id="{5DB28F94-6333-40F9-94DE-07EEAD524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20748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23" name="Line 20">
              <a:extLst>
                <a:ext uri="{FF2B5EF4-FFF2-40B4-BE49-F238E27FC236}">
                  <a16:creationId xmlns:a16="http://schemas.microsoft.com/office/drawing/2014/main" id="{FBD3639C-290A-4CC7-815D-3CF5BE777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415448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4" name="Line 21">
              <a:extLst>
                <a:ext uri="{FF2B5EF4-FFF2-40B4-BE49-F238E27FC236}">
                  <a16:creationId xmlns:a16="http://schemas.microsoft.com/office/drawing/2014/main" id="{907AFE2C-77D0-4EDB-8509-3832258781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2212975"/>
              <a:ext cx="3651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5" name="Line 22">
              <a:extLst>
                <a:ext uri="{FF2B5EF4-FFF2-40B4-BE49-F238E27FC236}">
                  <a16:creationId xmlns:a16="http://schemas.microsoft.com/office/drawing/2014/main" id="{9783FA04-3143-44D3-8FAA-B75BD44F62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7138" y="2555875"/>
              <a:ext cx="13017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6" name="Line 23">
              <a:extLst>
                <a:ext uri="{FF2B5EF4-FFF2-40B4-BE49-F238E27FC236}">
                  <a16:creationId xmlns:a16="http://schemas.microsoft.com/office/drawing/2014/main" id="{B29269E9-179E-4F7B-8879-1B0ACD39C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319563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7" name="Line 24">
              <a:extLst>
                <a:ext uri="{FF2B5EF4-FFF2-40B4-BE49-F238E27FC236}">
                  <a16:creationId xmlns:a16="http://schemas.microsoft.com/office/drawing/2014/main" id="{29AFE235-68D5-4E51-9656-1A0340A257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6226" y="3516313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8" name="Line 25">
              <a:extLst>
                <a:ext uri="{FF2B5EF4-FFF2-40B4-BE49-F238E27FC236}">
                  <a16:creationId xmlns:a16="http://schemas.microsoft.com/office/drawing/2014/main" id="{77D37D81-6BF1-4955-B15C-A5F9E6A43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226" y="4473575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9" name="Line 26">
              <a:extLst>
                <a:ext uri="{FF2B5EF4-FFF2-40B4-BE49-F238E27FC236}">
                  <a16:creationId xmlns:a16="http://schemas.microsoft.com/office/drawing/2014/main" id="{4E92AA09-169F-488F-9EC6-C4A726456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5456238"/>
              <a:ext cx="13017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0" name="Rectangle 27">
              <a:extLst>
                <a:ext uri="{FF2B5EF4-FFF2-40B4-BE49-F238E27FC236}">
                  <a16:creationId xmlns:a16="http://schemas.microsoft.com/office/drawing/2014/main" id="{CB49D931-CAAD-443F-BEDA-1613D0AB8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2179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31" name="Rectangle 28">
              <a:extLst>
                <a:ext uri="{FF2B5EF4-FFF2-40B4-BE49-F238E27FC236}">
                  <a16:creationId xmlns:a16="http://schemas.microsoft.com/office/drawing/2014/main" id="{DE9B254C-DC2F-41EA-807A-BA2BF9173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382963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32" name="Rectangle 29">
              <a:extLst>
                <a:ext uri="{FF2B5EF4-FFF2-40B4-BE49-F238E27FC236}">
                  <a16:creationId xmlns:a16="http://schemas.microsoft.com/office/drawing/2014/main" id="{21228020-48FE-4183-AB05-950D0D516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538" y="3286125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33" name="Line 30">
              <a:extLst>
                <a:ext uri="{FF2B5EF4-FFF2-40B4-BE49-F238E27FC236}">
                  <a16:creationId xmlns:a16="http://schemas.microsoft.com/office/drawing/2014/main" id="{D4532B40-3548-4A34-A1E9-5048E33966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276" y="3516313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4" name="Rectangle 31">
              <a:extLst>
                <a:ext uri="{FF2B5EF4-FFF2-40B4-BE49-F238E27FC236}">
                  <a16:creationId xmlns:a16="http://schemas.microsoft.com/office/drawing/2014/main" id="{DCCD5305-2F1C-410F-BC9B-EF5F712CE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35" name="Line 32">
              <a:extLst>
                <a:ext uri="{FF2B5EF4-FFF2-40B4-BE49-F238E27FC236}">
                  <a16:creationId xmlns:a16="http://schemas.microsoft.com/office/drawing/2014/main" id="{CE279B3D-1292-486D-9731-5A7A578D2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44053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6" name="Line 33">
              <a:extLst>
                <a:ext uri="{FF2B5EF4-FFF2-40B4-BE49-F238E27FC236}">
                  <a16:creationId xmlns:a16="http://schemas.microsoft.com/office/drawing/2014/main" id="{044A7CB9-8794-4B76-9861-DDA489BDB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5147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7" name="Line 34">
              <a:extLst>
                <a:ext uri="{FF2B5EF4-FFF2-40B4-BE49-F238E27FC236}">
                  <a16:creationId xmlns:a16="http://schemas.microsoft.com/office/drawing/2014/main" id="{6FF98DCC-764A-4A14-A1FA-91CC1CB2D4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405313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8" name="Rectangle 35">
              <a:extLst>
                <a:ext uri="{FF2B5EF4-FFF2-40B4-BE49-F238E27FC236}">
                  <a16:creationId xmlns:a16="http://schemas.microsoft.com/office/drawing/2014/main" id="{6163EDA9-8B62-4C26-AAC5-386EB98F3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43211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39" name="Rectangle 36">
              <a:extLst>
                <a:ext uri="{FF2B5EF4-FFF2-40B4-BE49-F238E27FC236}">
                  <a16:creationId xmlns:a16="http://schemas.microsoft.com/office/drawing/2014/main" id="{6478A7E1-4970-4C1D-89D9-B3A3540C9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382963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0" name="Rectangle 37">
              <a:extLst>
                <a:ext uri="{FF2B5EF4-FFF2-40B4-BE49-F238E27FC236}">
                  <a16:creationId xmlns:a16="http://schemas.microsoft.com/office/drawing/2014/main" id="{8B43831D-3DF8-4861-86A1-B876BFD86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1" name="Rectangle 38">
              <a:extLst>
                <a:ext uri="{FF2B5EF4-FFF2-40B4-BE49-F238E27FC236}">
                  <a16:creationId xmlns:a16="http://schemas.microsoft.com/office/drawing/2014/main" id="{B0565D84-505C-4400-A1EF-00510CF26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67665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2" name="Line 39">
              <a:extLst>
                <a:ext uri="{FF2B5EF4-FFF2-40B4-BE49-F238E27FC236}">
                  <a16:creationId xmlns:a16="http://schemas.microsoft.com/office/drawing/2014/main" id="{8C866062-103F-408B-95A5-5DE8A5E37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381158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3" name="Rectangle 40">
              <a:extLst>
                <a:ext uri="{FF2B5EF4-FFF2-40B4-BE49-F238E27FC236}">
                  <a16:creationId xmlns:a16="http://schemas.microsoft.com/office/drawing/2014/main" id="{50C12FFB-31B7-4A0D-8CEB-062EC823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4" name="Rectangle 41">
              <a:extLst>
                <a:ext uri="{FF2B5EF4-FFF2-40B4-BE49-F238E27FC236}">
                  <a16:creationId xmlns:a16="http://schemas.microsoft.com/office/drawing/2014/main" id="{88F697C7-EB33-4ECE-892C-84FC5149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6766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5" name="Rectangle 42">
              <a:extLst>
                <a:ext uri="{FF2B5EF4-FFF2-40B4-BE49-F238E27FC236}">
                  <a16:creationId xmlns:a16="http://schemas.microsoft.com/office/drawing/2014/main" id="{C7FADA2B-E926-403A-8C06-75628679A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6" name="Rectangle 43">
              <a:extLst>
                <a:ext uri="{FF2B5EF4-FFF2-40B4-BE49-F238E27FC236}">
                  <a16:creationId xmlns:a16="http://schemas.microsoft.com/office/drawing/2014/main" id="{C06E649D-9E6B-45F2-A4F3-327F48924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9719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7" name="Rectangle 44">
              <a:extLst>
                <a:ext uri="{FF2B5EF4-FFF2-40B4-BE49-F238E27FC236}">
                  <a16:creationId xmlns:a16="http://schemas.microsoft.com/office/drawing/2014/main" id="{72AE041D-2986-48E0-A68D-E5E2FB610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07511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8" name="Rectangle 45">
              <a:extLst>
                <a:ext uri="{FF2B5EF4-FFF2-40B4-BE49-F238E27FC236}">
                  <a16:creationId xmlns:a16="http://schemas.microsoft.com/office/drawing/2014/main" id="{35E7B5D8-FC83-4AA7-A800-BD25EDFCD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42640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49" name="Line 46">
              <a:extLst>
                <a:ext uri="{FF2B5EF4-FFF2-40B4-BE49-F238E27FC236}">
                  <a16:creationId xmlns:a16="http://schemas.microsoft.com/office/drawing/2014/main" id="{83549212-E882-4F98-BCBF-4592198701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130675"/>
              <a:ext cx="6397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0" name="Line 47">
              <a:extLst>
                <a:ext uri="{FF2B5EF4-FFF2-40B4-BE49-F238E27FC236}">
                  <a16:creationId xmlns:a16="http://schemas.microsoft.com/office/drawing/2014/main" id="{45207B5E-0B8A-4C76-BDCA-DD094B5B5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833813"/>
              <a:ext cx="6397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1" name="Line 48">
              <a:extLst>
                <a:ext uri="{FF2B5EF4-FFF2-40B4-BE49-F238E27FC236}">
                  <a16:creationId xmlns:a16="http://schemas.microsoft.com/office/drawing/2014/main" id="{4ECF4B7C-8082-4625-883A-227F0A51C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5135563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2" name="Rectangle 49">
              <a:extLst>
                <a:ext uri="{FF2B5EF4-FFF2-40B4-BE49-F238E27FC236}">
                  <a16:creationId xmlns:a16="http://schemas.microsoft.com/office/drawing/2014/main" id="{07BDFCE3-CEB4-4C87-B1B5-B3C4427F1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3688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3953" name="Rectangle 50">
              <a:extLst>
                <a:ext uri="{FF2B5EF4-FFF2-40B4-BE49-F238E27FC236}">
                  <a16:creationId xmlns:a16="http://schemas.microsoft.com/office/drawing/2014/main" id="{E1391BC3-38C1-49CC-A1E3-102AACE85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008438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54" name="Rectangle 51">
              <a:extLst>
                <a:ext uri="{FF2B5EF4-FFF2-40B4-BE49-F238E27FC236}">
                  <a16:creationId xmlns:a16="http://schemas.microsoft.com/office/drawing/2014/main" id="{F5C3F6B8-FDA8-4E05-92FD-675888FD0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4111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55" name="Rectangle 52">
              <a:extLst>
                <a:ext uri="{FF2B5EF4-FFF2-40B4-BE49-F238E27FC236}">
                  <a16:creationId xmlns:a16="http://schemas.microsoft.com/office/drawing/2014/main" id="{E321D377-DE6D-467F-8223-68F5F9131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98792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56" name="Line 53">
              <a:extLst>
                <a:ext uri="{FF2B5EF4-FFF2-40B4-BE49-F238E27FC236}">
                  <a16:creationId xmlns:a16="http://schemas.microsoft.com/office/drawing/2014/main" id="{1CCBB004-0CF8-48E1-9139-26480E0E7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2555875"/>
              <a:ext cx="1588" cy="958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7" name="Line 54">
              <a:extLst>
                <a:ext uri="{FF2B5EF4-FFF2-40B4-BE49-F238E27FC236}">
                  <a16:creationId xmlns:a16="http://schemas.microsoft.com/office/drawing/2014/main" id="{CB76B57D-CF53-4506-B732-2B1585AF7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3514725"/>
              <a:ext cx="1587" cy="3190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8" name="Line 55">
              <a:extLst>
                <a:ext uri="{FF2B5EF4-FFF2-40B4-BE49-F238E27FC236}">
                  <a16:creationId xmlns:a16="http://schemas.microsoft.com/office/drawing/2014/main" id="{3D984E12-09B4-4859-A8B0-0FD59C43E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4130675"/>
              <a:ext cx="1587" cy="342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9" name="Line 56">
              <a:extLst>
                <a:ext uri="{FF2B5EF4-FFF2-40B4-BE49-F238E27FC236}">
                  <a16:creationId xmlns:a16="http://schemas.microsoft.com/office/drawing/2014/main" id="{FA96E59A-E9EA-446D-8A9F-F6721A78D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138" y="4405313"/>
              <a:ext cx="1588" cy="10509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0" name="Line 57">
              <a:extLst>
                <a:ext uri="{FF2B5EF4-FFF2-40B4-BE49-F238E27FC236}">
                  <a16:creationId xmlns:a16="http://schemas.microsoft.com/office/drawing/2014/main" id="{2BFE0BCD-48B3-4529-A216-FDE08F839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53300" y="3833813"/>
              <a:ext cx="3667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1" name="Freeform 58">
              <a:extLst>
                <a:ext uri="{FF2B5EF4-FFF2-40B4-BE49-F238E27FC236}">
                  <a16:creationId xmlns:a16="http://schemas.microsoft.com/office/drawing/2014/main" id="{5B9D84B8-A347-4C3C-976A-7953835D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563938"/>
              <a:ext cx="682625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5" y="0"/>
                  </a:lnTo>
                  <a:lnTo>
                    <a:pt x="94" y="0"/>
                  </a:lnTo>
                  <a:lnTo>
                    <a:pt x="120" y="0"/>
                  </a:lnTo>
                  <a:lnTo>
                    <a:pt x="146" y="0"/>
                  </a:lnTo>
                  <a:lnTo>
                    <a:pt x="169" y="0"/>
                  </a:lnTo>
                  <a:lnTo>
                    <a:pt x="190" y="0"/>
                  </a:lnTo>
                  <a:lnTo>
                    <a:pt x="210" y="0"/>
                  </a:lnTo>
                  <a:lnTo>
                    <a:pt x="229" y="0"/>
                  </a:lnTo>
                  <a:lnTo>
                    <a:pt x="246" y="0"/>
                  </a:lnTo>
                  <a:lnTo>
                    <a:pt x="261" y="0"/>
                  </a:lnTo>
                  <a:lnTo>
                    <a:pt x="275" y="1"/>
                  </a:lnTo>
                  <a:lnTo>
                    <a:pt x="288" y="1"/>
                  </a:lnTo>
                  <a:lnTo>
                    <a:pt x="301" y="1"/>
                  </a:lnTo>
                  <a:lnTo>
                    <a:pt x="311" y="1"/>
                  </a:lnTo>
                  <a:lnTo>
                    <a:pt x="321" y="1"/>
                  </a:lnTo>
                  <a:lnTo>
                    <a:pt x="330" y="1"/>
                  </a:lnTo>
                  <a:lnTo>
                    <a:pt x="337" y="1"/>
                  </a:lnTo>
                  <a:lnTo>
                    <a:pt x="344" y="1"/>
                  </a:lnTo>
                  <a:lnTo>
                    <a:pt x="350" y="1"/>
                  </a:lnTo>
                  <a:lnTo>
                    <a:pt x="356" y="1"/>
                  </a:lnTo>
                  <a:lnTo>
                    <a:pt x="360" y="1"/>
                  </a:lnTo>
                  <a:lnTo>
                    <a:pt x="364" y="1"/>
                  </a:lnTo>
                  <a:lnTo>
                    <a:pt x="367" y="1"/>
                  </a:lnTo>
                  <a:lnTo>
                    <a:pt x="372" y="1"/>
                  </a:lnTo>
                  <a:lnTo>
                    <a:pt x="374" y="1"/>
                  </a:lnTo>
                  <a:lnTo>
                    <a:pt x="377" y="1"/>
                  </a:lnTo>
                  <a:lnTo>
                    <a:pt x="379" y="1"/>
                  </a:lnTo>
                  <a:lnTo>
                    <a:pt x="382" y="1"/>
                  </a:lnTo>
                  <a:lnTo>
                    <a:pt x="385" y="1"/>
                  </a:lnTo>
                  <a:lnTo>
                    <a:pt x="386" y="3"/>
                  </a:lnTo>
                  <a:lnTo>
                    <a:pt x="389" y="3"/>
                  </a:lnTo>
                  <a:lnTo>
                    <a:pt x="392" y="3"/>
                  </a:lnTo>
                  <a:lnTo>
                    <a:pt x="393" y="3"/>
                  </a:lnTo>
                  <a:lnTo>
                    <a:pt x="396" y="3"/>
                  </a:lnTo>
                  <a:lnTo>
                    <a:pt x="397" y="3"/>
                  </a:lnTo>
                  <a:lnTo>
                    <a:pt x="399" y="3"/>
                  </a:lnTo>
                  <a:lnTo>
                    <a:pt x="400" y="3"/>
                  </a:lnTo>
                  <a:lnTo>
                    <a:pt x="402" y="3"/>
                  </a:lnTo>
                  <a:lnTo>
                    <a:pt x="405" y="3"/>
                  </a:lnTo>
                  <a:lnTo>
                    <a:pt x="406" y="4"/>
                  </a:lnTo>
                  <a:lnTo>
                    <a:pt x="408" y="4"/>
                  </a:lnTo>
                  <a:lnTo>
                    <a:pt x="409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3" y="4"/>
                  </a:lnTo>
                  <a:lnTo>
                    <a:pt x="415" y="4"/>
                  </a:lnTo>
                  <a:lnTo>
                    <a:pt x="416" y="4"/>
                  </a:lnTo>
                  <a:lnTo>
                    <a:pt x="418" y="4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3" y="5"/>
                  </a:lnTo>
                  <a:lnTo>
                    <a:pt x="425" y="5"/>
                  </a:lnTo>
                  <a:lnTo>
                    <a:pt x="426" y="5"/>
                  </a:lnTo>
                  <a:lnTo>
                    <a:pt x="428" y="5"/>
                  </a:lnTo>
                  <a:lnTo>
                    <a:pt x="429" y="5"/>
                  </a:lnTo>
                  <a:lnTo>
                    <a:pt x="432" y="7"/>
                  </a:lnTo>
                  <a:lnTo>
                    <a:pt x="433" y="7"/>
                  </a:lnTo>
                  <a:lnTo>
                    <a:pt x="435" y="7"/>
                  </a:lnTo>
                  <a:lnTo>
                    <a:pt x="438" y="7"/>
                  </a:lnTo>
                  <a:lnTo>
                    <a:pt x="439" y="7"/>
                  </a:lnTo>
                  <a:lnTo>
                    <a:pt x="442" y="8"/>
                  </a:lnTo>
                  <a:lnTo>
                    <a:pt x="445" y="8"/>
                  </a:lnTo>
                  <a:lnTo>
                    <a:pt x="446" y="8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5" y="10"/>
                  </a:lnTo>
                  <a:lnTo>
                    <a:pt x="456" y="10"/>
                  </a:lnTo>
                  <a:lnTo>
                    <a:pt x="458" y="10"/>
                  </a:lnTo>
                  <a:lnTo>
                    <a:pt x="459" y="11"/>
                  </a:lnTo>
                  <a:lnTo>
                    <a:pt x="461" y="11"/>
                  </a:lnTo>
                  <a:lnTo>
                    <a:pt x="462" y="11"/>
                  </a:lnTo>
                  <a:lnTo>
                    <a:pt x="464" y="11"/>
                  </a:lnTo>
                  <a:lnTo>
                    <a:pt x="465" y="11"/>
                  </a:lnTo>
                  <a:lnTo>
                    <a:pt x="467" y="13"/>
                  </a:lnTo>
                  <a:lnTo>
                    <a:pt x="468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2" y="14"/>
                  </a:lnTo>
                  <a:lnTo>
                    <a:pt x="474" y="14"/>
                  </a:lnTo>
                  <a:lnTo>
                    <a:pt x="475" y="14"/>
                  </a:lnTo>
                  <a:lnTo>
                    <a:pt x="477" y="16"/>
                  </a:lnTo>
                  <a:lnTo>
                    <a:pt x="478" y="16"/>
                  </a:lnTo>
                  <a:lnTo>
                    <a:pt x="480" y="16"/>
                  </a:lnTo>
                  <a:lnTo>
                    <a:pt x="482" y="17"/>
                  </a:lnTo>
                  <a:lnTo>
                    <a:pt x="484" y="17"/>
                  </a:lnTo>
                  <a:lnTo>
                    <a:pt x="487" y="18"/>
                  </a:lnTo>
                  <a:lnTo>
                    <a:pt x="488" y="18"/>
                  </a:lnTo>
                  <a:lnTo>
                    <a:pt x="491" y="20"/>
                  </a:lnTo>
                  <a:lnTo>
                    <a:pt x="494" y="20"/>
                  </a:lnTo>
                  <a:lnTo>
                    <a:pt x="497" y="21"/>
                  </a:lnTo>
                  <a:lnTo>
                    <a:pt x="498" y="21"/>
                  </a:lnTo>
                  <a:lnTo>
                    <a:pt x="501" y="23"/>
                  </a:lnTo>
                  <a:lnTo>
                    <a:pt x="504" y="23"/>
                  </a:lnTo>
                  <a:lnTo>
                    <a:pt x="505" y="24"/>
                  </a:lnTo>
                  <a:lnTo>
                    <a:pt x="507" y="24"/>
                  </a:lnTo>
                  <a:lnTo>
                    <a:pt x="510" y="26"/>
                  </a:lnTo>
                  <a:lnTo>
                    <a:pt x="511" y="26"/>
                  </a:lnTo>
                  <a:lnTo>
                    <a:pt x="513" y="26"/>
                  </a:lnTo>
                  <a:lnTo>
                    <a:pt x="514" y="27"/>
                  </a:lnTo>
                  <a:lnTo>
                    <a:pt x="516" y="27"/>
                  </a:lnTo>
                  <a:lnTo>
                    <a:pt x="517" y="27"/>
                  </a:lnTo>
                  <a:lnTo>
                    <a:pt x="518" y="28"/>
                  </a:lnTo>
                  <a:lnTo>
                    <a:pt x="520" y="28"/>
                  </a:lnTo>
                  <a:lnTo>
                    <a:pt x="521" y="28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6" y="31"/>
                  </a:lnTo>
                  <a:lnTo>
                    <a:pt x="527" y="31"/>
                  </a:lnTo>
                  <a:lnTo>
                    <a:pt x="528" y="33"/>
                  </a:lnTo>
                  <a:lnTo>
                    <a:pt x="530" y="33"/>
                  </a:lnTo>
                  <a:lnTo>
                    <a:pt x="531" y="34"/>
                  </a:lnTo>
                  <a:lnTo>
                    <a:pt x="533" y="34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7" y="37"/>
                  </a:lnTo>
                  <a:lnTo>
                    <a:pt x="540" y="37"/>
                  </a:lnTo>
                  <a:lnTo>
                    <a:pt x="541" y="39"/>
                  </a:lnTo>
                  <a:lnTo>
                    <a:pt x="543" y="40"/>
                  </a:lnTo>
                  <a:lnTo>
                    <a:pt x="546" y="40"/>
                  </a:lnTo>
                  <a:lnTo>
                    <a:pt x="547" y="41"/>
                  </a:lnTo>
                  <a:lnTo>
                    <a:pt x="550" y="43"/>
                  </a:lnTo>
                  <a:lnTo>
                    <a:pt x="553" y="44"/>
                  </a:lnTo>
                  <a:lnTo>
                    <a:pt x="554" y="44"/>
                  </a:lnTo>
                  <a:lnTo>
                    <a:pt x="556" y="46"/>
                  </a:lnTo>
                  <a:lnTo>
                    <a:pt x="557" y="47"/>
                  </a:lnTo>
                  <a:lnTo>
                    <a:pt x="560" y="47"/>
                  </a:lnTo>
                  <a:lnTo>
                    <a:pt x="562" y="49"/>
                  </a:lnTo>
                  <a:lnTo>
                    <a:pt x="563" y="49"/>
                  </a:lnTo>
                  <a:lnTo>
                    <a:pt x="564" y="50"/>
                  </a:lnTo>
                  <a:lnTo>
                    <a:pt x="566" y="50"/>
                  </a:lnTo>
                  <a:lnTo>
                    <a:pt x="567" y="52"/>
                  </a:lnTo>
                  <a:lnTo>
                    <a:pt x="569" y="53"/>
                  </a:lnTo>
                  <a:lnTo>
                    <a:pt x="570" y="53"/>
                  </a:lnTo>
                  <a:lnTo>
                    <a:pt x="572" y="54"/>
                  </a:lnTo>
                  <a:lnTo>
                    <a:pt x="573" y="54"/>
                  </a:lnTo>
                  <a:lnTo>
                    <a:pt x="575" y="56"/>
                  </a:lnTo>
                  <a:lnTo>
                    <a:pt x="576" y="56"/>
                  </a:lnTo>
                  <a:lnTo>
                    <a:pt x="577" y="57"/>
                  </a:lnTo>
                  <a:lnTo>
                    <a:pt x="579" y="57"/>
                  </a:lnTo>
                  <a:lnTo>
                    <a:pt x="579" y="59"/>
                  </a:lnTo>
                  <a:lnTo>
                    <a:pt x="580" y="59"/>
                  </a:lnTo>
                  <a:lnTo>
                    <a:pt x="582" y="60"/>
                  </a:lnTo>
                  <a:lnTo>
                    <a:pt x="583" y="60"/>
                  </a:lnTo>
                  <a:lnTo>
                    <a:pt x="585" y="62"/>
                  </a:lnTo>
                  <a:lnTo>
                    <a:pt x="586" y="62"/>
                  </a:lnTo>
                  <a:lnTo>
                    <a:pt x="587" y="63"/>
                  </a:lnTo>
                  <a:lnTo>
                    <a:pt x="589" y="63"/>
                  </a:lnTo>
                  <a:lnTo>
                    <a:pt x="592" y="64"/>
                  </a:lnTo>
                  <a:lnTo>
                    <a:pt x="593" y="66"/>
                  </a:lnTo>
                  <a:lnTo>
                    <a:pt x="595" y="67"/>
                  </a:lnTo>
                  <a:lnTo>
                    <a:pt x="598" y="67"/>
                  </a:lnTo>
                  <a:lnTo>
                    <a:pt x="599" y="69"/>
                  </a:lnTo>
                  <a:lnTo>
                    <a:pt x="602" y="70"/>
                  </a:lnTo>
                  <a:lnTo>
                    <a:pt x="603" y="72"/>
                  </a:lnTo>
                  <a:lnTo>
                    <a:pt x="605" y="72"/>
                  </a:lnTo>
                  <a:lnTo>
                    <a:pt x="606" y="73"/>
                  </a:lnTo>
                  <a:lnTo>
                    <a:pt x="608" y="73"/>
                  </a:lnTo>
                  <a:lnTo>
                    <a:pt x="609" y="75"/>
                  </a:lnTo>
                  <a:lnTo>
                    <a:pt x="610" y="75"/>
                  </a:lnTo>
                  <a:lnTo>
                    <a:pt x="612" y="76"/>
                  </a:lnTo>
                  <a:lnTo>
                    <a:pt x="613" y="77"/>
                  </a:lnTo>
                  <a:lnTo>
                    <a:pt x="615" y="77"/>
                  </a:lnTo>
                  <a:lnTo>
                    <a:pt x="616" y="79"/>
                  </a:lnTo>
                  <a:lnTo>
                    <a:pt x="618" y="79"/>
                  </a:lnTo>
                  <a:lnTo>
                    <a:pt x="619" y="80"/>
                  </a:lnTo>
                  <a:lnTo>
                    <a:pt x="621" y="82"/>
                  </a:lnTo>
                  <a:lnTo>
                    <a:pt x="622" y="82"/>
                  </a:lnTo>
                  <a:lnTo>
                    <a:pt x="623" y="83"/>
                  </a:lnTo>
                  <a:lnTo>
                    <a:pt x="625" y="83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8" y="86"/>
                  </a:lnTo>
                  <a:lnTo>
                    <a:pt x="629" y="86"/>
                  </a:lnTo>
                  <a:lnTo>
                    <a:pt x="631" y="87"/>
                  </a:lnTo>
                  <a:lnTo>
                    <a:pt x="632" y="89"/>
                  </a:lnTo>
                  <a:lnTo>
                    <a:pt x="635" y="90"/>
                  </a:lnTo>
                  <a:lnTo>
                    <a:pt x="636" y="92"/>
                  </a:lnTo>
                  <a:lnTo>
                    <a:pt x="638" y="92"/>
                  </a:lnTo>
                  <a:lnTo>
                    <a:pt x="639" y="93"/>
                  </a:lnTo>
                  <a:lnTo>
                    <a:pt x="641" y="95"/>
                  </a:lnTo>
                  <a:lnTo>
                    <a:pt x="642" y="95"/>
                  </a:lnTo>
                  <a:lnTo>
                    <a:pt x="644" y="96"/>
                  </a:lnTo>
                  <a:lnTo>
                    <a:pt x="645" y="96"/>
                  </a:lnTo>
                  <a:lnTo>
                    <a:pt x="645" y="98"/>
                  </a:lnTo>
                  <a:lnTo>
                    <a:pt x="646" y="98"/>
                  </a:lnTo>
                  <a:lnTo>
                    <a:pt x="648" y="99"/>
                  </a:lnTo>
                  <a:lnTo>
                    <a:pt x="649" y="100"/>
                  </a:lnTo>
                  <a:lnTo>
                    <a:pt x="651" y="100"/>
                  </a:lnTo>
                  <a:lnTo>
                    <a:pt x="652" y="102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55" y="105"/>
                  </a:lnTo>
                  <a:lnTo>
                    <a:pt x="657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59" y="108"/>
                  </a:lnTo>
                  <a:lnTo>
                    <a:pt x="661" y="108"/>
                  </a:lnTo>
                  <a:lnTo>
                    <a:pt x="661" y="109"/>
                  </a:lnTo>
                  <a:lnTo>
                    <a:pt x="662" y="109"/>
                  </a:lnTo>
                  <a:lnTo>
                    <a:pt x="664" y="111"/>
                  </a:lnTo>
                  <a:lnTo>
                    <a:pt x="665" y="112"/>
                  </a:lnTo>
                  <a:lnTo>
                    <a:pt x="667" y="113"/>
                  </a:lnTo>
                  <a:lnTo>
                    <a:pt x="668" y="113"/>
                  </a:lnTo>
                  <a:lnTo>
                    <a:pt x="668" y="115"/>
                  </a:lnTo>
                  <a:lnTo>
                    <a:pt x="670" y="115"/>
                  </a:lnTo>
                  <a:lnTo>
                    <a:pt x="671" y="116"/>
                  </a:lnTo>
                  <a:lnTo>
                    <a:pt x="672" y="118"/>
                  </a:lnTo>
                  <a:lnTo>
                    <a:pt x="674" y="118"/>
                  </a:lnTo>
                  <a:lnTo>
                    <a:pt x="674" y="119"/>
                  </a:lnTo>
                  <a:lnTo>
                    <a:pt x="675" y="119"/>
                  </a:lnTo>
                  <a:lnTo>
                    <a:pt x="677" y="121"/>
                  </a:lnTo>
                  <a:lnTo>
                    <a:pt x="678" y="121"/>
                  </a:lnTo>
                  <a:lnTo>
                    <a:pt x="678" y="122"/>
                  </a:lnTo>
                  <a:lnTo>
                    <a:pt x="680" y="122"/>
                  </a:lnTo>
                  <a:lnTo>
                    <a:pt x="680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5" y="128"/>
                  </a:lnTo>
                  <a:lnTo>
                    <a:pt x="687" y="128"/>
                  </a:lnTo>
                  <a:lnTo>
                    <a:pt x="688" y="129"/>
                  </a:lnTo>
                  <a:lnTo>
                    <a:pt x="690" y="131"/>
                  </a:lnTo>
                  <a:lnTo>
                    <a:pt x="691" y="131"/>
                  </a:lnTo>
                  <a:lnTo>
                    <a:pt x="693" y="132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5" y="135"/>
                  </a:lnTo>
                  <a:lnTo>
                    <a:pt x="697" y="135"/>
                  </a:lnTo>
                  <a:lnTo>
                    <a:pt x="698" y="136"/>
                  </a:lnTo>
                  <a:lnTo>
                    <a:pt x="700" y="136"/>
                  </a:lnTo>
                  <a:lnTo>
                    <a:pt x="700" y="138"/>
                  </a:lnTo>
                  <a:lnTo>
                    <a:pt x="701" y="138"/>
                  </a:lnTo>
                  <a:lnTo>
                    <a:pt x="703" y="139"/>
                  </a:lnTo>
                  <a:lnTo>
                    <a:pt x="704" y="139"/>
                  </a:lnTo>
                  <a:lnTo>
                    <a:pt x="704" y="141"/>
                  </a:lnTo>
                  <a:lnTo>
                    <a:pt x="705" y="141"/>
                  </a:lnTo>
                  <a:lnTo>
                    <a:pt x="705" y="142"/>
                  </a:lnTo>
                  <a:lnTo>
                    <a:pt x="707" y="142"/>
                  </a:lnTo>
                  <a:lnTo>
                    <a:pt x="708" y="144"/>
                  </a:lnTo>
                  <a:lnTo>
                    <a:pt x="710" y="145"/>
                  </a:lnTo>
                  <a:lnTo>
                    <a:pt x="711" y="146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1"/>
                  </a:lnTo>
                  <a:lnTo>
                    <a:pt x="717" y="152"/>
                  </a:lnTo>
                  <a:lnTo>
                    <a:pt x="718" y="154"/>
                  </a:lnTo>
                  <a:lnTo>
                    <a:pt x="720" y="155"/>
                  </a:lnTo>
                  <a:lnTo>
                    <a:pt x="721" y="157"/>
                  </a:lnTo>
                  <a:lnTo>
                    <a:pt x="723" y="158"/>
                  </a:lnTo>
                  <a:lnTo>
                    <a:pt x="724" y="159"/>
                  </a:lnTo>
                  <a:lnTo>
                    <a:pt x="726" y="161"/>
                  </a:lnTo>
                  <a:lnTo>
                    <a:pt x="727" y="162"/>
                  </a:lnTo>
                  <a:lnTo>
                    <a:pt x="729" y="164"/>
                  </a:lnTo>
                  <a:lnTo>
                    <a:pt x="730" y="165"/>
                  </a:lnTo>
                  <a:lnTo>
                    <a:pt x="730" y="167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3" y="169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6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9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1" y="180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4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9" y="187"/>
                  </a:lnTo>
                  <a:lnTo>
                    <a:pt x="749" y="188"/>
                  </a:lnTo>
                  <a:lnTo>
                    <a:pt x="750" y="190"/>
                  </a:lnTo>
                  <a:lnTo>
                    <a:pt x="752" y="191"/>
                  </a:lnTo>
                  <a:lnTo>
                    <a:pt x="753" y="193"/>
                  </a:lnTo>
                  <a:lnTo>
                    <a:pt x="754" y="194"/>
                  </a:lnTo>
                  <a:lnTo>
                    <a:pt x="756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2" y="201"/>
                  </a:lnTo>
                  <a:lnTo>
                    <a:pt x="763" y="204"/>
                  </a:lnTo>
                  <a:lnTo>
                    <a:pt x="763" y="205"/>
                  </a:lnTo>
                  <a:lnTo>
                    <a:pt x="764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0"/>
                  </a:lnTo>
                  <a:lnTo>
                    <a:pt x="769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6"/>
                  </a:lnTo>
                  <a:lnTo>
                    <a:pt x="773" y="216"/>
                  </a:lnTo>
                  <a:lnTo>
                    <a:pt x="773" y="217"/>
                  </a:lnTo>
                  <a:lnTo>
                    <a:pt x="775" y="218"/>
                  </a:lnTo>
                  <a:lnTo>
                    <a:pt x="775" y="220"/>
                  </a:lnTo>
                  <a:lnTo>
                    <a:pt x="776" y="221"/>
                  </a:lnTo>
                  <a:lnTo>
                    <a:pt x="777" y="221"/>
                  </a:lnTo>
                  <a:lnTo>
                    <a:pt x="777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0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5" y="233"/>
                  </a:lnTo>
                  <a:lnTo>
                    <a:pt x="786" y="234"/>
                  </a:lnTo>
                  <a:lnTo>
                    <a:pt x="788" y="237"/>
                  </a:lnTo>
                  <a:lnTo>
                    <a:pt x="789" y="239"/>
                  </a:lnTo>
                  <a:lnTo>
                    <a:pt x="790" y="241"/>
                  </a:lnTo>
                  <a:lnTo>
                    <a:pt x="792" y="243"/>
                  </a:lnTo>
                  <a:lnTo>
                    <a:pt x="795" y="246"/>
                  </a:lnTo>
                  <a:lnTo>
                    <a:pt x="796" y="247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799" y="253"/>
                  </a:lnTo>
                  <a:lnTo>
                    <a:pt x="800" y="254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5" y="262"/>
                  </a:lnTo>
                  <a:lnTo>
                    <a:pt x="806" y="262"/>
                  </a:lnTo>
                  <a:lnTo>
                    <a:pt x="808" y="263"/>
                  </a:lnTo>
                  <a:lnTo>
                    <a:pt x="808" y="264"/>
                  </a:lnTo>
                  <a:lnTo>
                    <a:pt x="809" y="266"/>
                  </a:lnTo>
                  <a:lnTo>
                    <a:pt x="809" y="267"/>
                  </a:lnTo>
                  <a:lnTo>
                    <a:pt x="811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3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7"/>
                  </a:lnTo>
                  <a:lnTo>
                    <a:pt x="818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4" y="286"/>
                  </a:lnTo>
                  <a:lnTo>
                    <a:pt x="825" y="287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6"/>
                  </a:lnTo>
                  <a:lnTo>
                    <a:pt x="832" y="299"/>
                  </a:lnTo>
                  <a:lnTo>
                    <a:pt x="834" y="302"/>
                  </a:lnTo>
                  <a:lnTo>
                    <a:pt x="835" y="303"/>
                  </a:lnTo>
                  <a:lnTo>
                    <a:pt x="836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0"/>
                  </a:lnTo>
                  <a:lnTo>
                    <a:pt x="842" y="312"/>
                  </a:lnTo>
                  <a:lnTo>
                    <a:pt x="842" y="313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3"/>
                  </a:lnTo>
                  <a:lnTo>
                    <a:pt x="851" y="325"/>
                  </a:lnTo>
                  <a:lnTo>
                    <a:pt x="851" y="326"/>
                  </a:lnTo>
                  <a:lnTo>
                    <a:pt x="852" y="326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4" y="331"/>
                  </a:lnTo>
                  <a:lnTo>
                    <a:pt x="855" y="332"/>
                  </a:lnTo>
                  <a:lnTo>
                    <a:pt x="855" y="334"/>
                  </a:lnTo>
                  <a:lnTo>
                    <a:pt x="857" y="335"/>
                  </a:lnTo>
                  <a:lnTo>
                    <a:pt x="858" y="336"/>
                  </a:lnTo>
                  <a:lnTo>
                    <a:pt x="858" y="338"/>
                  </a:lnTo>
                  <a:lnTo>
                    <a:pt x="859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2" name="Freeform 59">
              <a:extLst>
                <a:ext uri="{FF2B5EF4-FFF2-40B4-BE49-F238E27FC236}">
                  <a16:creationId xmlns:a16="http://schemas.microsoft.com/office/drawing/2014/main" id="{008C4EC8-7894-41E5-8DF0-945C5BAD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836988"/>
              <a:ext cx="682625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5" y="342"/>
                  </a:lnTo>
                  <a:lnTo>
                    <a:pt x="94" y="342"/>
                  </a:lnTo>
                  <a:lnTo>
                    <a:pt x="120" y="342"/>
                  </a:lnTo>
                  <a:lnTo>
                    <a:pt x="146" y="342"/>
                  </a:lnTo>
                  <a:lnTo>
                    <a:pt x="169" y="342"/>
                  </a:lnTo>
                  <a:lnTo>
                    <a:pt x="190" y="342"/>
                  </a:lnTo>
                  <a:lnTo>
                    <a:pt x="210" y="342"/>
                  </a:lnTo>
                  <a:lnTo>
                    <a:pt x="229" y="342"/>
                  </a:lnTo>
                  <a:lnTo>
                    <a:pt x="246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1" y="342"/>
                  </a:lnTo>
                  <a:lnTo>
                    <a:pt x="311" y="342"/>
                  </a:lnTo>
                  <a:lnTo>
                    <a:pt x="321" y="341"/>
                  </a:lnTo>
                  <a:lnTo>
                    <a:pt x="330" y="341"/>
                  </a:lnTo>
                  <a:lnTo>
                    <a:pt x="337" y="341"/>
                  </a:lnTo>
                  <a:lnTo>
                    <a:pt x="344" y="341"/>
                  </a:lnTo>
                  <a:lnTo>
                    <a:pt x="350" y="341"/>
                  </a:lnTo>
                  <a:lnTo>
                    <a:pt x="356" y="341"/>
                  </a:lnTo>
                  <a:lnTo>
                    <a:pt x="360" y="341"/>
                  </a:lnTo>
                  <a:lnTo>
                    <a:pt x="364" y="341"/>
                  </a:lnTo>
                  <a:lnTo>
                    <a:pt x="367" y="341"/>
                  </a:lnTo>
                  <a:lnTo>
                    <a:pt x="372" y="341"/>
                  </a:lnTo>
                  <a:lnTo>
                    <a:pt x="374" y="341"/>
                  </a:lnTo>
                  <a:lnTo>
                    <a:pt x="377" y="341"/>
                  </a:lnTo>
                  <a:lnTo>
                    <a:pt x="379" y="341"/>
                  </a:lnTo>
                  <a:lnTo>
                    <a:pt x="382" y="341"/>
                  </a:lnTo>
                  <a:lnTo>
                    <a:pt x="385" y="341"/>
                  </a:lnTo>
                  <a:lnTo>
                    <a:pt x="386" y="341"/>
                  </a:lnTo>
                  <a:lnTo>
                    <a:pt x="389" y="339"/>
                  </a:lnTo>
                  <a:lnTo>
                    <a:pt x="392" y="339"/>
                  </a:lnTo>
                  <a:lnTo>
                    <a:pt x="393" y="339"/>
                  </a:lnTo>
                  <a:lnTo>
                    <a:pt x="396" y="339"/>
                  </a:lnTo>
                  <a:lnTo>
                    <a:pt x="397" y="339"/>
                  </a:lnTo>
                  <a:lnTo>
                    <a:pt x="399" y="339"/>
                  </a:lnTo>
                  <a:lnTo>
                    <a:pt x="400" y="339"/>
                  </a:lnTo>
                  <a:lnTo>
                    <a:pt x="402" y="339"/>
                  </a:lnTo>
                  <a:lnTo>
                    <a:pt x="405" y="339"/>
                  </a:lnTo>
                  <a:lnTo>
                    <a:pt x="406" y="339"/>
                  </a:lnTo>
                  <a:lnTo>
                    <a:pt x="408" y="339"/>
                  </a:lnTo>
                  <a:lnTo>
                    <a:pt x="409" y="338"/>
                  </a:lnTo>
                  <a:lnTo>
                    <a:pt x="410" y="338"/>
                  </a:lnTo>
                  <a:lnTo>
                    <a:pt x="412" y="338"/>
                  </a:lnTo>
                  <a:lnTo>
                    <a:pt x="413" y="338"/>
                  </a:lnTo>
                  <a:lnTo>
                    <a:pt x="415" y="338"/>
                  </a:lnTo>
                  <a:lnTo>
                    <a:pt x="416" y="338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6"/>
                  </a:lnTo>
                  <a:lnTo>
                    <a:pt x="423" y="336"/>
                  </a:lnTo>
                  <a:lnTo>
                    <a:pt x="425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29" y="336"/>
                  </a:lnTo>
                  <a:lnTo>
                    <a:pt x="432" y="335"/>
                  </a:lnTo>
                  <a:lnTo>
                    <a:pt x="433" y="335"/>
                  </a:lnTo>
                  <a:lnTo>
                    <a:pt x="435" y="335"/>
                  </a:lnTo>
                  <a:lnTo>
                    <a:pt x="438" y="335"/>
                  </a:lnTo>
                  <a:lnTo>
                    <a:pt x="439" y="335"/>
                  </a:lnTo>
                  <a:lnTo>
                    <a:pt x="442" y="333"/>
                  </a:lnTo>
                  <a:lnTo>
                    <a:pt x="445" y="333"/>
                  </a:lnTo>
                  <a:lnTo>
                    <a:pt x="446" y="333"/>
                  </a:lnTo>
                  <a:lnTo>
                    <a:pt x="448" y="333"/>
                  </a:lnTo>
                  <a:lnTo>
                    <a:pt x="451" y="333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5" y="332"/>
                  </a:lnTo>
                  <a:lnTo>
                    <a:pt x="456" y="332"/>
                  </a:lnTo>
                  <a:lnTo>
                    <a:pt x="458" y="332"/>
                  </a:lnTo>
                  <a:lnTo>
                    <a:pt x="459" y="332"/>
                  </a:lnTo>
                  <a:lnTo>
                    <a:pt x="461" y="330"/>
                  </a:lnTo>
                  <a:lnTo>
                    <a:pt x="462" y="330"/>
                  </a:lnTo>
                  <a:lnTo>
                    <a:pt x="464" y="330"/>
                  </a:lnTo>
                  <a:lnTo>
                    <a:pt x="465" y="330"/>
                  </a:lnTo>
                  <a:lnTo>
                    <a:pt x="467" y="330"/>
                  </a:lnTo>
                  <a:lnTo>
                    <a:pt x="468" y="329"/>
                  </a:lnTo>
                  <a:lnTo>
                    <a:pt x="469" y="329"/>
                  </a:lnTo>
                  <a:lnTo>
                    <a:pt x="471" y="329"/>
                  </a:lnTo>
                  <a:lnTo>
                    <a:pt x="472" y="329"/>
                  </a:lnTo>
                  <a:lnTo>
                    <a:pt x="474" y="328"/>
                  </a:lnTo>
                  <a:lnTo>
                    <a:pt x="475" y="328"/>
                  </a:lnTo>
                  <a:lnTo>
                    <a:pt x="477" y="328"/>
                  </a:lnTo>
                  <a:lnTo>
                    <a:pt x="478" y="326"/>
                  </a:lnTo>
                  <a:lnTo>
                    <a:pt x="480" y="326"/>
                  </a:lnTo>
                  <a:lnTo>
                    <a:pt x="482" y="326"/>
                  </a:lnTo>
                  <a:lnTo>
                    <a:pt x="484" y="325"/>
                  </a:lnTo>
                  <a:lnTo>
                    <a:pt x="487" y="325"/>
                  </a:lnTo>
                  <a:lnTo>
                    <a:pt x="488" y="323"/>
                  </a:lnTo>
                  <a:lnTo>
                    <a:pt x="491" y="323"/>
                  </a:lnTo>
                  <a:lnTo>
                    <a:pt x="494" y="322"/>
                  </a:lnTo>
                  <a:lnTo>
                    <a:pt x="497" y="320"/>
                  </a:lnTo>
                  <a:lnTo>
                    <a:pt x="498" y="320"/>
                  </a:lnTo>
                  <a:lnTo>
                    <a:pt x="501" y="319"/>
                  </a:lnTo>
                  <a:lnTo>
                    <a:pt x="504" y="319"/>
                  </a:lnTo>
                  <a:lnTo>
                    <a:pt x="505" y="318"/>
                  </a:lnTo>
                  <a:lnTo>
                    <a:pt x="507" y="318"/>
                  </a:lnTo>
                  <a:lnTo>
                    <a:pt x="510" y="318"/>
                  </a:lnTo>
                  <a:lnTo>
                    <a:pt x="511" y="316"/>
                  </a:lnTo>
                  <a:lnTo>
                    <a:pt x="513" y="316"/>
                  </a:lnTo>
                  <a:lnTo>
                    <a:pt x="514" y="315"/>
                  </a:lnTo>
                  <a:lnTo>
                    <a:pt x="516" y="315"/>
                  </a:lnTo>
                  <a:lnTo>
                    <a:pt x="517" y="315"/>
                  </a:lnTo>
                  <a:lnTo>
                    <a:pt x="518" y="313"/>
                  </a:lnTo>
                  <a:lnTo>
                    <a:pt x="520" y="313"/>
                  </a:lnTo>
                  <a:lnTo>
                    <a:pt x="521" y="313"/>
                  </a:lnTo>
                  <a:lnTo>
                    <a:pt x="523" y="312"/>
                  </a:lnTo>
                  <a:lnTo>
                    <a:pt x="524" y="312"/>
                  </a:lnTo>
                  <a:lnTo>
                    <a:pt x="526" y="310"/>
                  </a:lnTo>
                  <a:lnTo>
                    <a:pt x="527" y="310"/>
                  </a:lnTo>
                  <a:lnTo>
                    <a:pt x="528" y="309"/>
                  </a:lnTo>
                  <a:lnTo>
                    <a:pt x="530" y="309"/>
                  </a:lnTo>
                  <a:lnTo>
                    <a:pt x="531" y="309"/>
                  </a:lnTo>
                  <a:lnTo>
                    <a:pt x="533" y="307"/>
                  </a:lnTo>
                  <a:lnTo>
                    <a:pt x="534" y="307"/>
                  </a:lnTo>
                  <a:lnTo>
                    <a:pt x="536" y="306"/>
                  </a:lnTo>
                  <a:lnTo>
                    <a:pt x="537" y="305"/>
                  </a:lnTo>
                  <a:lnTo>
                    <a:pt x="540" y="305"/>
                  </a:lnTo>
                  <a:lnTo>
                    <a:pt x="541" y="303"/>
                  </a:lnTo>
                  <a:lnTo>
                    <a:pt x="543" y="303"/>
                  </a:lnTo>
                  <a:lnTo>
                    <a:pt x="546" y="302"/>
                  </a:lnTo>
                  <a:lnTo>
                    <a:pt x="547" y="300"/>
                  </a:lnTo>
                  <a:lnTo>
                    <a:pt x="550" y="299"/>
                  </a:lnTo>
                  <a:lnTo>
                    <a:pt x="553" y="297"/>
                  </a:lnTo>
                  <a:lnTo>
                    <a:pt x="554" y="297"/>
                  </a:lnTo>
                  <a:lnTo>
                    <a:pt x="556" y="296"/>
                  </a:lnTo>
                  <a:lnTo>
                    <a:pt x="557" y="295"/>
                  </a:lnTo>
                  <a:lnTo>
                    <a:pt x="560" y="295"/>
                  </a:lnTo>
                  <a:lnTo>
                    <a:pt x="562" y="293"/>
                  </a:lnTo>
                  <a:lnTo>
                    <a:pt x="563" y="293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7" y="290"/>
                  </a:lnTo>
                  <a:lnTo>
                    <a:pt x="569" y="289"/>
                  </a:lnTo>
                  <a:lnTo>
                    <a:pt x="570" y="289"/>
                  </a:lnTo>
                  <a:lnTo>
                    <a:pt x="572" y="289"/>
                  </a:lnTo>
                  <a:lnTo>
                    <a:pt x="573" y="287"/>
                  </a:lnTo>
                  <a:lnTo>
                    <a:pt x="575" y="286"/>
                  </a:lnTo>
                  <a:lnTo>
                    <a:pt x="576" y="286"/>
                  </a:lnTo>
                  <a:lnTo>
                    <a:pt x="577" y="286"/>
                  </a:lnTo>
                  <a:lnTo>
                    <a:pt x="579" y="284"/>
                  </a:lnTo>
                  <a:lnTo>
                    <a:pt x="580" y="283"/>
                  </a:lnTo>
                  <a:lnTo>
                    <a:pt x="582" y="283"/>
                  </a:lnTo>
                  <a:lnTo>
                    <a:pt x="583" y="282"/>
                  </a:lnTo>
                  <a:lnTo>
                    <a:pt x="585" y="282"/>
                  </a:lnTo>
                  <a:lnTo>
                    <a:pt x="586" y="280"/>
                  </a:lnTo>
                  <a:lnTo>
                    <a:pt x="587" y="279"/>
                  </a:lnTo>
                  <a:lnTo>
                    <a:pt x="589" y="279"/>
                  </a:lnTo>
                  <a:lnTo>
                    <a:pt x="592" y="277"/>
                  </a:lnTo>
                  <a:lnTo>
                    <a:pt x="593" y="276"/>
                  </a:lnTo>
                  <a:lnTo>
                    <a:pt x="595" y="274"/>
                  </a:lnTo>
                  <a:lnTo>
                    <a:pt x="598" y="274"/>
                  </a:lnTo>
                  <a:lnTo>
                    <a:pt x="599" y="273"/>
                  </a:lnTo>
                  <a:lnTo>
                    <a:pt x="602" y="272"/>
                  </a:lnTo>
                  <a:lnTo>
                    <a:pt x="603" y="272"/>
                  </a:lnTo>
                  <a:lnTo>
                    <a:pt x="605" y="270"/>
                  </a:lnTo>
                  <a:lnTo>
                    <a:pt x="606" y="269"/>
                  </a:lnTo>
                  <a:lnTo>
                    <a:pt x="608" y="269"/>
                  </a:lnTo>
                  <a:lnTo>
                    <a:pt x="609" y="267"/>
                  </a:lnTo>
                  <a:lnTo>
                    <a:pt x="610" y="267"/>
                  </a:lnTo>
                  <a:lnTo>
                    <a:pt x="612" y="266"/>
                  </a:lnTo>
                  <a:lnTo>
                    <a:pt x="613" y="264"/>
                  </a:lnTo>
                  <a:lnTo>
                    <a:pt x="615" y="264"/>
                  </a:lnTo>
                  <a:lnTo>
                    <a:pt x="616" y="264"/>
                  </a:lnTo>
                  <a:lnTo>
                    <a:pt x="616" y="263"/>
                  </a:lnTo>
                  <a:lnTo>
                    <a:pt x="618" y="263"/>
                  </a:lnTo>
                  <a:lnTo>
                    <a:pt x="619" y="261"/>
                  </a:lnTo>
                  <a:lnTo>
                    <a:pt x="621" y="261"/>
                  </a:lnTo>
                  <a:lnTo>
                    <a:pt x="621" y="260"/>
                  </a:lnTo>
                  <a:lnTo>
                    <a:pt x="622" y="260"/>
                  </a:lnTo>
                  <a:lnTo>
                    <a:pt x="623" y="259"/>
                  </a:lnTo>
                  <a:lnTo>
                    <a:pt x="625" y="259"/>
                  </a:lnTo>
                  <a:lnTo>
                    <a:pt x="625" y="257"/>
                  </a:lnTo>
                  <a:lnTo>
                    <a:pt x="626" y="257"/>
                  </a:lnTo>
                  <a:lnTo>
                    <a:pt x="628" y="256"/>
                  </a:lnTo>
                  <a:lnTo>
                    <a:pt x="629" y="256"/>
                  </a:lnTo>
                  <a:lnTo>
                    <a:pt x="631" y="254"/>
                  </a:lnTo>
                  <a:lnTo>
                    <a:pt x="632" y="254"/>
                  </a:lnTo>
                  <a:lnTo>
                    <a:pt x="632" y="253"/>
                  </a:lnTo>
                  <a:lnTo>
                    <a:pt x="635" y="251"/>
                  </a:lnTo>
                  <a:lnTo>
                    <a:pt x="636" y="251"/>
                  </a:lnTo>
                  <a:lnTo>
                    <a:pt x="638" y="250"/>
                  </a:lnTo>
                  <a:lnTo>
                    <a:pt x="639" y="248"/>
                  </a:lnTo>
                  <a:lnTo>
                    <a:pt x="641" y="248"/>
                  </a:lnTo>
                  <a:lnTo>
                    <a:pt x="642" y="247"/>
                  </a:lnTo>
                  <a:lnTo>
                    <a:pt x="644" y="246"/>
                  </a:lnTo>
                  <a:lnTo>
                    <a:pt x="645" y="246"/>
                  </a:lnTo>
                  <a:lnTo>
                    <a:pt x="645" y="244"/>
                  </a:lnTo>
                  <a:lnTo>
                    <a:pt x="646" y="244"/>
                  </a:lnTo>
                  <a:lnTo>
                    <a:pt x="648" y="243"/>
                  </a:lnTo>
                  <a:lnTo>
                    <a:pt x="649" y="241"/>
                  </a:lnTo>
                  <a:lnTo>
                    <a:pt x="651" y="241"/>
                  </a:lnTo>
                  <a:lnTo>
                    <a:pt x="652" y="240"/>
                  </a:lnTo>
                  <a:lnTo>
                    <a:pt x="654" y="240"/>
                  </a:lnTo>
                  <a:lnTo>
                    <a:pt x="654" y="238"/>
                  </a:lnTo>
                  <a:lnTo>
                    <a:pt x="655" y="238"/>
                  </a:lnTo>
                  <a:lnTo>
                    <a:pt x="657" y="237"/>
                  </a:lnTo>
                  <a:lnTo>
                    <a:pt x="658" y="236"/>
                  </a:lnTo>
                  <a:lnTo>
                    <a:pt x="659" y="236"/>
                  </a:lnTo>
                  <a:lnTo>
                    <a:pt x="659" y="234"/>
                  </a:lnTo>
                  <a:lnTo>
                    <a:pt x="661" y="234"/>
                  </a:lnTo>
                  <a:lnTo>
                    <a:pt x="661" y="233"/>
                  </a:lnTo>
                  <a:lnTo>
                    <a:pt x="662" y="233"/>
                  </a:lnTo>
                  <a:lnTo>
                    <a:pt x="664" y="231"/>
                  </a:lnTo>
                  <a:lnTo>
                    <a:pt x="665" y="230"/>
                  </a:lnTo>
                  <a:lnTo>
                    <a:pt x="667" y="230"/>
                  </a:lnTo>
                  <a:lnTo>
                    <a:pt x="668" y="228"/>
                  </a:lnTo>
                  <a:lnTo>
                    <a:pt x="668" y="227"/>
                  </a:lnTo>
                  <a:lnTo>
                    <a:pt x="670" y="227"/>
                  </a:lnTo>
                  <a:lnTo>
                    <a:pt x="671" y="225"/>
                  </a:lnTo>
                  <a:lnTo>
                    <a:pt x="672" y="224"/>
                  </a:lnTo>
                  <a:lnTo>
                    <a:pt x="674" y="224"/>
                  </a:lnTo>
                  <a:lnTo>
                    <a:pt x="674" y="223"/>
                  </a:lnTo>
                  <a:lnTo>
                    <a:pt x="675" y="223"/>
                  </a:lnTo>
                  <a:lnTo>
                    <a:pt x="677" y="221"/>
                  </a:lnTo>
                  <a:lnTo>
                    <a:pt x="678" y="221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18"/>
                  </a:lnTo>
                  <a:lnTo>
                    <a:pt x="681" y="218"/>
                  </a:lnTo>
                  <a:lnTo>
                    <a:pt x="682" y="217"/>
                  </a:lnTo>
                  <a:lnTo>
                    <a:pt x="684" y="217"/>
                  </a:lnTo>
                  <a:lnTo>
                    <a:pt x="684" y="215"/>
                  </a:lnTo>
                  <a:lnTo>
                    <a:pt x="685" y="215"/>
                  </a:lnTo>
                  <a:lnTo>
                    <a:pt x="685" y="214"/>
                  </a:lnTo>
                  <a:lnTo>
                    <a:pt x="687" y="214"/>
                  </a:lnTo>
                  <a:lnTo>
                    <a:pt x="688" y="214"/>
                  </a:lnTo>
                  <a:lnTo>
                    <a:pt x="688" y="213"/>
                  </a:lnTo>
                  <a:lnTo>
                    <a:pt x="690" y="213"/>
                  </a:lnTo>
                  <a:lnTo>
                    <a:pt x="691" y="211"/>
                  </a:lnTo>
                  <a:lnTo>
                    <a:pt x="693" y="210"/>
                  </a:lnTo>
                  <a:lnTo>
                    <a:pt x="694" y="210"/>
                  </a:lnTo>
                  <a:lnTo>
                    <a:pt x="695" y="208"/>
                  </a:lnTo>
                  <a:lnTo>
                    <a:pt x="697" y="207"/>
                  </a:lnTo>
                  <a:lnTo>
                    <a:pt x="698" y="207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3" y="204"/>
                  </a:lnTo>
                  <a:lnTo>
                    <a:pt x="703" y="202"/>
                  </a:lnTo>
                  <a:lnTo>
                    <a:pt x="704" y="202"/>
                  </a:lnTo>
                  <a:lnTo>
                    <a:pt x="704" y="201"/>
                  </a:lnTo>
                  <a:lnTo>
                    <a:pt x="705" y="201"/>
                  </a:lnTo>
                  <a:lnTo>
                    <a:pt x="707" y="200"/>
                  </a:lnTo>
                  <a:lnTo>
                    <a:pt x="708" y="198"/>
                  </a:lnTo>
                  <a:lnTo>
                    <a:pt x="710" y="198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5"/>
                  </a:lnTo>
                  <a:lnTo>
                    <a:pt x="713" y="195"/>
                  </a:lnTo>
                  <a:lnTo>
                    <a:pt x="713" y="194"/>
                  </a:lnTo>
                  <a:lnTo>
                    <a:pt x="714" y="192"/>
                  </a:lnTo>
                  <a:lnTo>
                    <a:pt x="716" y="192"/>
                  </a:lnTo>
                  <a:lnTo>
                    <a:pt x="716" y="191"/>
                  </a:lnTo>
                  <a:lnTo>
                    <a:pt x="717" y="189"/>
                  </a:lnTo>
                  <a:lnTo>
                    <a:pt x="718" y="188"/>
                  </a:lnTo>
                  <a:lnTo>
                    <a:pt x="720" y="188"/>
                  </a:lnTo>
                  <a:lnTo>
                    <a:pt x="720" y="187"/>
                  </a:lnTo>
                  <a:lnTo>
                    <a:pt x="721" y="185"/>
                  </a:lnTo>
                  <a:lnTo>
                    <a:pt x="723" y="184"/>
                  </a:lnTo>
                  <a:lnTo>
                    <a:pt x="724" y="182"/>
                  </a:lnTo>
                  <a:lnTo>
                    <a:pt x="726" y="181"/>
                  </a:lnTo>
                  <a:lnTo>
                    <a:pt x="727" y="179"/>
                  </a:lnTo>
                  <a:lnTo>
                    <a:pt x="729" y="178"/>
                  </a:lnTo>
                  <a:lnTo>
                    <a:pt x="730" y="177"/>
                  </a:lnTo>
                  <a:lnTo>
                    <a:pt x="730" y="175"/>
                  </a:lnTo>
                  <a:lnTo>
                    <a:pt x="731" y="175"/>
                  </a:lnTo>
                  <a:lnTo>
                    <a:pt x="733" y="174"/>
                  </a:lnTo>
                  <a:lnTo>
                    <a:pt x="733" y="172"/>
                  </a:lnTo>
                  <a:lnTo>
                    <a:pt x="734" y="172"/>
                  </a:lnTo>
                  <a:lnTo>
                    <a:pt x="734" y="171"/>
                  </a:lnTo>
                  <a:lnTo>
                    <a:pt x="736" y="169"/>
                  </a:lnTo>
                  <a:lnTo>
                    <a:pt x="737" y="169"/>
                  </a:lnTo>
                  <a:lnTo>
                    <a:pt x="737" y="168"/>
                  </a:lnTo>
                  <a:lnTo>
                    <a:pt x="739" y="168"/>
                  </a:lnTo>
                  <a:lnTo>
                    <a:pt x="739" y="166"/>
                  </a:lnTo>
                  <a:lnTo>
                    <a:pt x="740" y="165"/>
                  </a:lnTo>
                  <a:lnTo>
                    <a:pt x="741" y="164"/>
                  </a:lnTo>
                  <a:lnTo>
                    <a:pt x="741" y="162"/>
                  </a:lnTo>
                  <a:lnTo>
                    <a:pt x="743" y="162"/>
                  </a:lnTo>
                  <a:lnTo>
                    <a:pt x="744" y="161"/>
                  </a:lnTo>
                  <a:lnTo>
                    <a:pt x="744" y="159"/>
                  </a:lnTo>
                  <a:lnTo>
                    <a:pt x="746" y="158"/>
                  </a:lnTo>
                  <a:lnTo>
                    <a:pt x="747" y="156"/>
                  </a:lnTo>
                  <a:lnTo>
                    <a:pt x="749" y="155"/>
                  </a:lnTo>
                  <a:lnTo>
                    <a:pt x="749" y="154"/>
                  </a:lnTo>
                  <a:lnTo>
                    <a:pt x="750" y="152"/>
                  </a:lnTo>
                  <a:lnTo>
                    <a:pt x="752" y="151"/>
                  </a:lnTo>
                  <a:lnTo>
                    <a:pt x="753" y="149"/>
                  </a:lnTo>
                  <a:lnTo>
                    <a:pt x="754" y="148"/>
                  </a:lnTo>
                  <a:lnTo>
                    <a:pt x="756" y="145"/>
                  </a:lnTo>
                  <a:lnTo>
                    <a:pt x="759" y="143"/>
                  </a:lnTo>
                  <a:lnTo>
                    <a:pt x="760" y="142"/>
                  </a:lnTo>
                  <a:lnTo>
                    <a:pt x="762" y="141"/>
                  </a:lnTo>
                  <a:lnTo>
                    <a:pt x="763" y="138"/>
                  </a:lnTo>
                  <a:lnTo>
                    <a:pt x="763" y="136"/>
                  </a:lnTo>
                  <a:lnTo>
                    <a:pt x="764" y="135"/>
                  </a:lnTo>
                  <a:lnTo>
                    <a:pt x="766" y="133"/>
                  </a:lnTo>
                  <a:lnTo>
                    <a:pt x="767" y="132"/>
                  </a:lnTo>
                  <a:lnTo>
                    <a:pt x="769" y="132"/>
                  </a:lnTo>
                  <a:lnTo>
                    <a:pt x="769" y="131"/>
                  </a:lnTo>
                  <a:lnTo>
                    <a:pt x="770" y="129"/>
                  </a:lnTo>
                  <a:lnTo>
                    <a:pt x="772" y="128"/>
                  </a:lnTo>
                  <a:lnTo>
                    <a:pt x="772" y="126"/>
                  </a:lnTo>
                  <a:lnTo>
                    <a:pt x="773" y="126"/>
                  </a:lnTo>
                  <a:lnTo>
                    <a:pt x="773" y="125"/>
                  </a:lnTo>
                  <a:lnTo>
                    <a:pt x="775" y="123"/>
                  </a:lnTo>
                  <a:lnTo>
                    <a:pt x="775" y="122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7" y="119"/>
                  </a:lnTo>
                  <a:lnTo>
                    <a:pt x="779" y="118"/>
                  </a:lnTo>
                  <a:lnTo>
                    <a:pt x="780" y="116"/>
                  </a:lnTo>
                  <a:lnTo>
                    <a:pt x="780" y="115"/>
                  </a:lnTo>
                  <a:lnTo>
                    <a:pt x="782" y="113"/>
                  </a:lnTo>
                  <a:lnTo>
                    <a:pt x="783" y="112"/>
                  </a:lnTo>
                  <a:lnTo>
                    <a:pt x="785" y="110"/>
                  </a:lnTo>
                  <a:lnTo>
                    <a:pt x="785" y="109"/>
                  </a:lnTo>
                  <a:lnTo>
                    <a:pt x="786" y="107"/>
                  </a:lnTo>
                  <a:lnTo>
                    <a:pt x="788" y="105"/>
                  </a:lnTo>
                  <a:lnTo>
                    <a:pt x="789" y="103"/>
                  </a:lnTo>
                  <a:lnTo>
                    <a:pt x="790" y="102"/>
                  </a:lnTo>
                  <a:lnTo>
                    <a:pt x="792" y="99"/>
                  </a:lnTo>
                  <a:lnTo>
                    <a:pt x="795" y="96"/>
                  </a:lnTo>
                  <a:lnTo>
                    <a:pt x="796" y="95"/>
                  </a:lnTo>
                  <a:lnTo>
                    <a:pt x="798" y="93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0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5" y="82"/>
                  </a:lnTo>
                  <a:lnTo>
                    <a:pt x="806" y="80"/>
                  </a:lnTo>
                  <a:lnTo>
                    <a:pt x="808" y="79"/>
                  </a:lnTo>
                  <a:lnTo>
                    <a:pt x="808" y="77"/>
                  </a:lnTo>
                  <a:lnTo>
                    <a:pt x="809" y="76"/>
                  </a:lnTo>
                  <a:lnTo>
                    <a:pt x="809" y="74"/>
                  </a:lnTo>
                  <a:lnTo>
                    <a:pt x="811" y="73"/>
                  </a:lnTo>
                  <a:lnTo>
                    <a:pt x="812" y="73"/>
                  </a:lnTo>
                  <a:lnTo>
                    <a:pt x="812" y="72"/>
                  </a:lnTo>
                  <a:lnTo>
                    <a:pt x="813" y="70"/>
                  </a:lnTo>
                  <a:lnTo>
                    <a:pt x="813" y="69"/>
                  </a:lnTo>
                  <a:lnTo>
                    <a:pt x="815" y="67"/>
                  </a:lnTo>
                  <a:lnTo>
                    <a:pt x="816" y="66"/>
                  </a:lnTo>
                  <a:lnTo>
                    <a:pt x="818" y="64"/>
                  </a:lnTo>
                  <a:lnTo>
                    <a:pt x="818" y="63"/>
                  </a:lnTo>
                  <a:lnTo>
                    <a:pt x="819" y="61"/>
                  </a:lnTo>
                  <a:lnTo>
                    <a:pt x="821" y="60"/>
                  </a:lnTo>
                  <a:lnTo>
                    <a:pt x="822" y="59"/>
                  </a:lnTo>
                  <a:lnTo>
                    <a:pt x="824" y="56"/>
                  </a:lnTo>
                  <a:lnTo>
                    <a:pt x="825" y="54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7"/>
                  </a:lnTo>
                  <a:lnTo>
                    <a:pt x="831" y="46"/>
                  </a:lnTo>
                  <a:lnTo>
                    <a:pt x="832" y="43"/>
                  </a:lnTo>
                  <a:lnTo>
                    <a:pt x="834" y="41"/>
                  </a:lnTo>
                  <a:lnTo>
                    <a:pt x="835" y="38"/>
                  </a:lnTo>
                  <a:lnTo>
                    <a:pt x="836" y="37"/>
                  </a:lnTo>
                  <a:lnTo>
                    <a:pt x="838" y="36"/>
                  </a:lnTo>
                  <a:lnTo>
                    <a:pt x="839" y="34"/>
                  </a:lnTo>
                  <a:lnTo>
                    <a:pt x="841" y="33"/>
                  </a:lnTo>
                  <a:lnTo>
                    <a:pt x="842" y="31"/>
                  </a:lnTo>
                  <a:lnTo>
                    <a:pt x="842" y="30"/>
                  </a:lnTo>
                  <a:lnTo>
                    <a:pt x="844" y="28"/>
                  </a:lnTo>
                  <a:lnTo>
                    <a:pt x="845" y="27"/>
                  </a:lnTo>
                  <a:lnTo>
                    <a:pt x="845" y="25"/>
                  </a:lnTo>
                  <a:lnTo>
                    <a:pt x="847" y="24"/>
                  </a:lnTo>
                  <a:lnTo>
                    <a:pt x="847" y="23"/>
                  </a:lnTo>
                  <a:lnTo>
                    <a:pt x="848" y="23"/>
                  </a:lnTo>
                  <a:lnTo>
                    <a:pt x="848" y="21"/>
                  </a:lnTo>
                  <a:lnTo>
                    <a:pt x="849" y="20"/>
                  </a:lnTo>
                  <a:lnTo>
                    <a:pt x="849" y="18"/>
                  </a:lnTo>
                  <a:lnTo>
                    <a:pt x="851" y="18"/>
                  </a:lnTo>
                  <a:lnTo>
                    <a:pt x="851" y="17"/>
                  </a:lnTo>
                  <a:lnTo>
                    <a:pt x="852" y="15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4" y="11"/>
                  </a:lnTo>
                  <a:lnTo>
                    <a:pt x="855" y="10"/>
                  </a:lnTo>
                  <a:lnTo>
                    <a:pt x="855" y="8"/>
                  </a:lnTo>
                  <a:lnTo>
                    <a:pt x="857" y="7"/>
                  </a:lnTo>
                  <a:lnTo>
                    <a:pt x="858" y="5"/>
                  </a:lnTo>
                  <a:lnTo>
                    <a:pt x="858" y="4"/>
                  </a:lnTo>
                  <a:lnTo>
                    <a:pt x="859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3" name="Freeform 60">
              <a:extLst>
                <a:ext uri="{FF2B5EF4-FFF2-40B4-BE49-F238E27FC236}">
                  <a16:creationId xmlns:a16="http://schemas.microsoft.com/office/drawing/2014/main" id="{4B924F4E-D0E6-4E82-8C79-63B49447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5639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8"/>
                  </a:lnTo>
                  <a:lnTo>
                    <a:pt x="5" y="11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3" y="63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0" y="83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4" y="95"/>
                  </a:lnTo>
                  <a:lnTo>
                    <a:pt x="46" y="96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2"/>
                  </a:lnTo>
                  <a:lnTo>
                    <a:pt x="49" y="105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1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59" y="132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2" y="141"/>
                  </a:lnTo>
                  <a:lnTo>
                    <a:pt x="63" y="142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6" y="155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9" y="161"/>
                  </a:lnTo>
                  <a:lnTo>
                    <a:pt x="69" y="164"/>
                  </a:lnTo>
                  <a:lnTo>
                    <a:pt x="70" y="165"/>
                  </a:lnTo>
                  <a:lnTo>
                    <a:pt x="70" y="168"/>
                  </a:lnTo>
                  <a:lnTo>
                    <a:pt x="72" y="169"/>
                  </a:lnTo>
                  <a:lnTo>
                    <a:pt x="72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4" y="178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6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7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79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0" y="200"/>
                  </a:lnTo>
                  <a:lnTo>
                    <a:pt x="80" y="201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3" y="211"/>
                  </a:lnTo>
                  <a:lnTo>
                    <a:pt x="85" y="213"/>
                  </a:lnTo>
                  <a:lnTo>
                    <a:pt x="85" y="216"/>
                  </a:lnTo>
                  <a:lnTo>
                    <a:pt x="86" y="217"/>
                  </a:lnTo>
                  <a:lnTo>
                    <a:pt x="87" y="220"/>
                  </a:lnTo>
                  <a:lnTo>
                    <a:pt x="87" y="223"/>
                  </a:lnTo>
                  <a:lnTo>
                    <a:pt x="87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0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5" y="262"/>
                  </a:lnTo>
                  <a:lnTo>
                    <a:pt x="95" y="264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6" y="277"/>
                  </a:lnTo>
                  <a:lnTo>
                    <a:pt x="96" y="279"/>
                  </a:lnTo>
                  <a:lnTo>
                    <a:pt x="96" y="280"/>
                  </a:lnTo>
                  <a:lnTo>
                    <a:pt x="96" y="282"/>
                  </a:lnTo>
                  <a:lnTo>
                    <a:pt x="97" y="283"/>
                  </a:lnTo>
                  <a:lnTo>
                    <a:pt x="97" y="285"/>
                  </a:lnTo>
                  <a:lnTo>
                    <a:pt x="97" y="286"/>
                  </a:lnTo>
                  <a:lnTo>
                    <a:pt x="97" y="287"/>
                  </a:lnTo>
                  <a:lnTo>
                    <a:pt x="97" y="289"/>
                  </a:lnTo>
                  <a:lnTo>
                    <a:pt x="97" y="290"/>
                  </a:lnTo>
                  <a:lnTo>
                    <a:pt x="97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100" y="300"/>
                  </a:lnTo>
                  <a:lnTo>
                    <a:pt x="100" y="302"/>
                  </a:lnTo>
                  <a:lnTo>
                    <a:pt x="100" y="303"/>
                  </a:lnTo>
                  <a:lnTo>
                    <a:pt x="100" y="305"/>
                  </a:lnTo>
                  <a:lnTo>
                    <a:pt x="100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0"/>
                  </a:lnTo>
                  <a:lnTo>
                    <a:pt x="102" y="312"/>
                  </a:lnTo>
                  <a:lnTo>
                    <a:pt x="102" y="313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3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0" y="339"/>
                  </a:lnTo>
                  <a:lnTo>
                    <a:pt x="100" y="341"/>
                  </a:lnTo>
                  <a:lnTo>
                    <a:pt x="100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4" name="Freeform 61">
              <a:extLst>
                <a:ext uri="{FF2B5EF4-FFF2-40B4-BE49-F238E27FC236}">
                  <a16:creationId xmlns:a16="http://schemas.microsoft.com/office/drawing/2014/main" id="{A5A2E046-24DC-431E-A4E3-2FD3E3C5A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835400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344"/>
                  </a:moveTo>
                  <a:lnTo>
                    <a:pt x="2" y="340"/>
                  </a:lnTo>
                  <a:lnTo>
                    <a:pt x="4" y="337"/>
                  </a:lnTo>
                  <a:lnTo>
                    <a:pt x="5" y="332"/>
                  </a:lnTo>
                  <a:lnTo>
                    <a:pt x="8" y="330"/>
                  </a:lnTo>
                  <a:lnTo>
                    <a:pt x="10" y="327"/>
                  </a:lnTo>
                  <a:lnTo>
                    <a:pt x="11" y="324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5" y="315"/>
                  </a:lnTo>
                  <a:lnTo>
                    <a:pt x="17" y="314"/>
                  </a:lnTo>
                  <a:lnTo>
                    <a:pt x="18" y="311"/>
                  </a:lnTo>
                  <a:lnTo>
                    <a:pt x="20" y="309"/>
                  </a:lnTo>
                  <a:lnTo>
                    <a:pt x="20" y="308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23" y="304"/>
                  </a:lnTo>
                  <a:lnTo>
                    <a:pt x="23" y="302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6" y="298"/>
                  </a:lnTo>
                  <a:lnTo>
                    <a:pt x="26" y="297"/>
                  </a:lnTo>
                  <a:lnTo>
                    <a:pt x="26" y="295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8" y="291"/>
                  </a:lnTo>
                  <a:lnTo>
                    <a:pt x="28" y="289"/>
                  </a:lnTo>
                  <a:lnTo>
                    <a:pt x="30" y="288"/>
                  </a:lnTo>
                  <a:lnTo>
                    <a:pt x="30" y="286"/>
                  </a:lnTo>
                  <a:lnTo>
                    <a:pt x="31" y="285"/>
                  </a:lnTo>
                  <a:lnTo>
                    <a:pt x="31" y="282"/>
                  </a:lnTo>
                  <a:lnTo>
                    <a:pt x="33" y="281"/>
                  </a:lnTo>
                  <a:lnTo>
                    <a:pt x="33" y="279"/>
                  </a:lnTo>
                  <a:lnTo>
                    <a:pt x="34" y="276"/>
                  </a:lnTo>
                  <a:lnTo>
                    <a:pt x="34" y="275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7" y="271"/>
                  </a:lnTo>
                  <a:lnTo>
                    <a:pt x="37" y="269"/>
                  </a:lnTo>
                  <a:lnTo>
                    <a:pt x="37" y="268"/>
                  </a:lnTo>
                  <a:lnTo>
                    <a:pt x="38" y="266"/>
                  </a:lnTo>
                  <a:lnTo>
                    <a:pt x="38" y="265"/>
                  </a:lnTo>
                  <a:lnTo>
                    <a:pt x="40" y="263"/>
                  </a:lnTo>
                  <a:lnTo>
                    <a:pt x="40" y="262"/>
                  </a:lnTo>
                  <a:lnTo>
                    <a:pt x="40" y="261"/>
                  </a:lnTo>
                  <a:lnTo>
                    <a:pt x="41" y="259"/>
                  </a:lnTo>
                  <a:lnTo>
                    <a:pt x="41" y="258"/>
                  </a:lnTo>
                  <a:lnTo>
                    <a:pt x="43" y="256"/>
                  </a:lnTo>
                  <a:lnTo>
                    <a:pt x="43" y="255"/>
                  </a:lnTo>
                  <a:lnTo>
                    <a:pt x="43" y="253"/>
                  </a:lnTo>
                  <a:lnTo>
                    <a:pt x="44" y="253"/>
                  </a:lnTo>
                  <a:lnTo>
                    <a:pt x="44" y="252"/>
                  </a:lnTo>
                  <a:lnTo>
                    <a:pt x="44" y="250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7" y="245"/>
                  </a:lnTo>
                  <a:lnTo>
                    <a:pt x="47" y="243"/>
                  </a:lnTo>
                  <a:lnTo>
                    <a:pt x="49" y="242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3"/>
                  </a:lnTo>
                  <a:lnTo>
                    <a:pt x="53" y="230"/>
                  </a:lnTo>
                  <a:lnTo>
                    <a:pt x="53" y="229"/>
                  </a:lnTo>
                  <a:lnTo>
                    <a:pt x="54" y="226"/>
                  </a:lnTo>
                  <a:lnTo>
                    <a:pt x="54" y="225"/>
                  </a:lnTo>
                  <a:lnTo>
                    <a:pt x="56" y="223"/>
                  </a:lnTo>
                  <a:lnTo>
                    <a:pt x="56" y="220"/>
                  </a:lnTo>
                  <a:lnTo>
                    <a:pt x="57" y="219"/>
                  </a:lnTo>
                  <a:lnTo>
                    <a:pt x="57" y="217"/>
                  </a:lnTo>
                  <a:lnTo>
                    <a:pt x="57" y="216"/>
                  </a:lnTo>
                  <a:lnTo>
                    <a:pt x="59" y="215"/>
                  </a:lnTo>
                  <a:lnTo>
                    <a:pt x="59" y="213"/>
                  </a:lnTo>
                  <a:lnTo>
                    <a:pt x="59" y="212"/>
                  </a:lnTo>
                  <a:lnTo>
                    <a:pt x="60" y="210"/>
                  </a:lnTo>
                  <a:lnTo>
                    <a:pt x="60" y="209"/>
                  </a:lnTo>
                  <a:lnTo>
                    <a:pt x="62" y="20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62" y="203"/>
                  </a:lnTo>
                  <a:lnTo>
                    <a:pt x="63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4" y="197"/>
                  </a:lnTo>
                  <a:lnTo>
                    <a:pt x="64" y="196"/>
                  </a:lnTo>
                  <a:lnTo>
                    <a:pt x="64" y="194"/>
                  </a:lnTo>
                  <a:lnTo>
                    <a:pt x="66" y="193"/>
                  </a:lnTo>
                  <a:lnTo>
                    <a:pt x="66" y="191"/>
                  </a:lnTo>
                  <a:lnTo>
                    <a:pt x="66" y="190"/>
                  </a:lnTo>
                  <a:lnTo>
                    <a:pt x="67" y="187"/>
                  </a:lnTo>
                  <a:lnTo>
                    <a:pt x="67" y="186"/>
                  </a:lnTo>
                  <a:lnTo>
                    <a:pt x="69" y="183"/>
                  </a:lnTo>
                  <a:lnTo>
                    <a:pt x="69" y="181"/>
                  </a:lnTo>
                  <a:lnTo>
                    <a:pt x="70" y="179"/>
                  </a:lnTo>
                  <a:lnTo>
                    <a:pt x="70" y="176"/>
                  </a:lnTo>
                  <a:lnTo>
                    <a:pt x="72" y="174"/>
                  </a:lnTo>
                  <a:lnTo>
                    <a:pt x="72" y="173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3" y="167"/>
                  </a:lnTo>
                  <a:lnTo>
                    <a:pt x="74" y="166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6" y="161"/>
                  </a:lnTo>
                  <a:lnTo>
                    <a:pt x="76" y="160"/>
                  </a:lnTo>
                  <a:lnTo>
                    <a:pt x="76" y="158"/>
                  </a:lnTo>
                  <a:lnTo>
                    <a:pt x="76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79" y="148"/>
                  </a:lnTo>
                  <a:lnTo>
                    <a:pt x="80" y="147"/>
                  </a:lnTo>
                  <a:lnTo>
                    <a:pt x="80" y="145"/>
                  </a:lnTo>
                  <a:lnTo>
                    <a:pt x="80" y="144"/>
                  </a:lnTo>
                  <a:lnTo>
                    <a:pt x="80" y="143"/>
                  </a:lnTo>
                  <a:lnTo>
                    <a:pt x="82" y="141"/>
                  </a:lnTo>
                  <a:lnTo>
                    <a:pt x="82" y="140"/>
                  </a:lnTo>
                  <a:lnTo>
                    <a:pt x="83" y="137"/>
                  </a:lnTo>
                  <a:lnTo>
                    <a:pt x="83" y="135"/>
                  </a:lnTo>
                  <a:lnTo>
                    <a:pt x="83" y="134"/>
                  </a:lnTo>
                  <a:lnTo>
                    <a:pt x="85" y="131"/>
                  </a:lnTo>
                  <a:lnTo>
                    <a:pt x="85" y="128"/>
                  </a:lnTo>
                  <a:lnTo>
                    <a:pt x="86" y="127"/>
                  </a:lnTo>
                  <a:lnTo>
                    <a:pt x="87" y="124"/>
                  </a:lnTo>
                  <a:lnTo>
                    <a:pt x="87" y="122"/>
                  </a:lnTo>
                  <a:lnTo>
                    <a:pt x="87" y="120"/>
                  </a:lnTo>
                  <a:lnTo>
                    <a:pt x="89" y="118"/>
                  </a:lnTo>
                  <a:lnTo>
                    <a:pt x="89" y="117"/>
                  </a:lnTo>
                  <a:lnTo>
                    <a:pt x="90" y="115"/>
                  </a:lnTo>
                  <a:lnTo>
                    <a:pt x="90" y="114"/>
                  </a:lnTo>
                  <a:lnTo>
                    <a:pt x="90" y="112"/>
                  </a:lnTo>
                  <a:lnTo>
                    <a:pt x="90" y="111"/>
                  </a:lnTo>
                  <a:lnTo>
                    <a:pt x="92" y="109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2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8"/>
                  </a:lnTo>
                  <a:lnTo>
                    <a:pt x="95" y="86"/>
                  </a:lnTo>
                  <a:lnTo>
                    <a:pt x="95" y="84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6" y="78"/>
                  </a:lnTo>
                  <a:lnTo>
                    <a:pt x="96" y="76"/>
                  </a:lnTo>
                  <a:lnTo>
                    <a:pt x="96" y="75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6" y="66"/>
                  </a:lnTo>
                  <a:lnTo>
                    <a:pt x="96" y="65"/>
                  </a:lnTo>
                  <a:lnTo>
                    <a:pt x="96" y="63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1"/>
                  </a:lnTo>
                  <a:lnTo>
                    <a:pt x="97" y="59"/>
                  </a:lnTo>
                  <a:lnTo>
                    <a:pt x="97" y="58"/>
                  </a:lnTo>
                  <a:lnTo>
                    <a:pt x="97" y="56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0" y="6"/>
                  </a:lnTo>
                  <a:lnTo>
                    <a:pt x="100" y="3"/>
                  </a:lnTo>
                  <a:lnTo>
                    <a:pt x="10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5" name="Rectangle 62">
              <a:extLst>
                <a:ext uri="{FF2B5EF4-FFF2-40B4-BE49-F238E27FC236}">
                  <a16:creationId xmlns:a16="http://schemas.microsoft.com/office/drawing/2014/main" id="{92A06068-6D87-4C4A-9748-63DD3484F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50927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66" name="Freeform 63">
              <a:extLst>
                <a:ext uri="{FF2B5EF4-FFF2-40B4-BE49-F238E27FC236}">
                  <a16:creationId xmlns:a16="http://schemas.microsoft.com/office/drawing/2014/main" id="{06B2F0EE-3BBF-47F0-97F4-4E9BE1818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3354388"/>
              <a:ext cx="1050925" cy="411162"/>
            </a:xfrm>
            <a:custGeom>
              <a:avLst/>
              <a:gdLst>
                <a:gd name="T0" fmla="*/ 2147483646 w 1324"/>
                <a:gd name="T1" fmla="*/ 2147483646 h 518"/>
                <a:gd name="T2" fmla="*/ 2147483646 w 1324"/>
                <a:gd name="T3" fmla="*/ 2147483646 h 518"/>
                <a:gd name="T4" fmla="*/ 2147483646 w 1324"/>
                <a:gd name="T5" fmla="*/ 0 h 518"/>
                <a:gd name="T6" fmla="*/ 0 w 1324"/>
                <a:gd name="T7" fmla="*/ 0 h 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4"/>
                <a:gd name="T13" fmla="*/ 0 h 518"/>
                <a:gd name="T14" fmla="*/ 1324 w 1324"/>
                <a:gd name="T15" fmla="*/ 518 h 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4" h="518">
                  <a:moveTo>
                    <a:pt x="1324" y="518"/>
                  </a:moveTo>
                  <a:lnTo>
                    <a:pt x="461" y="518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7" name="Freeform 64">
              <a:extLst>
                <a:ext uri="{FF2B5EF4-FFF2-40B4-BE49-F238E27FC236}">
                  <a16:creationId xmlns:a16="http://schemas.microsoft.com/office/drawing/2014/main" id="{F9AE6ED4-58CD-4E5C-A184-E49C0FB6F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3903663"/>
              <a:ext cx="1028700" cy="433387"/>
            </a:xfrm>
            <a:custGeom>
              <a:avLst/>
              <a:gdLst>
                <a:gd name="T0" fmla="*/ 2147483646 w 1295"/>
                <a:gd name="T1" fmla="*/ 0 h 547"/>
                <a:gd name="T2" fmla="*/ 2147483646 w 1295"/>
                <a:gd name="T3" fmla="*/ 0 h 547"/>
                <a:gd name="T4" fmla="*/ 2147483646 w 1295"/>
                <a:gd name="T5" fmla="*/ 2147483646 h 547"/>
                <a:gd name="T6" fmla="*/ 0 w 1295"/>
                <a:gd name="T7" fmla="*/ 2147483646 h 5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95"/>
                <a:gd name="T13" fmla="*/ 0 h 547"/>
                <a:gd name="T14" fmla="*/ 1295 w 1295"/>
                <a:gd name="T15" fmla="*/ 547 h 5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95" h="547">
                  <a:moveTo>
                    <a:pt x="1295" y="0"/>
                  </a:moveTo>
                  <a:lnTo>
                    <a:pt x="432" y="0"/>
                  </a:lnTo>
                  <a:lnTo>
                    <a:pt x="432" y="547"/>
                  </a:lnTo>
                  <a:lnTo>
                    <a:pt x="0" y="54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8" name="Freeform 65">
              <a:extLst>
                <a:ext uri="{FF2B5EF4-FFF2-40B4-BE49-F238E27FC236}">
                  <a16:creationId xmlns:a16="http://schemas.microsoft.com/office/drawing/2014/main" id="{CC37F8BA-885F-4DA8-A5E4-9FF5006BB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4040188"/>
              <a:ext cx="982662" cy="1255712"/>
            </a:xfrm>
            <a:custGeom>
              <a:avLst/>
              <a:gdLst>
                <a:gd name="T0" fmla="*/ 2147483646 w 1238"/>
                <a:gd name="T1" fmla="*/ 0 h 1582"/>
                <a:gd name="T2" fmla="*/ 2147483646 w 1238"/>
                <a:gd name="T3" fmla="*/ 0 h 1582"/>
                <a:gd name="T4" fmla="*/ 2147483646 w 1238"/>
                <a:gd name="T5" fmla="*/ 2147483646 h 1582"/>
                <a:gd name="T6" fmla="*/ 0 w 1238"/>
                <a:gd name="T7" fmla="*/ 2147483646 h 15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"/>
                <a:gd name="T13" fmla="*/ 0 h 1582"/>
                <a:gd name="T14" fmla="*/ 1238 w 1238"/>
                <a:gd name="T15" fmla="*/ 1582 h 15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" h="1582">
                  <a:moveTo>
                    <a:pt x="1238" y="0"/>
                  </a:moveTo>
                  <a:lnTo>
                    <a:pt x="835" y="0"/>
                  </a:lnTo>
                  <a:lnTo>
                    <a:pt x="835" y="1582"/>
                  </a:lnTo>
                  <a:lnTo>
                    <a:pt x="0" y="158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9" name="Rectangle 66">
              <a:extLst>
                <a:ext uri="{FF2B5EF4-FFF2-40B4-BE49-F238E27FC236}">
                  <a16:creationId xmlns:a16="http://schemas.microsoft.com/office/drawing/2014/main" id="{D6542A34-D495-4CD6-BD5D-B5E1CA89F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5587" y="3711575"/>
              <a:ext cx="2016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f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0" name="Rectangle 67">
              <a:extLst>
                <a:ext uri="{FF2B5EF4-FFF2-40B4-BE49-F238E27FC236}">
                  <a16:creationId xmlns:a16="http://schemas.microsoft.com/office/drawing/2014/main" id="{23623251-615C-402F-BB94-6A6609CAF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379788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1" name="Rectangle 68">
              <a:extLst>
                <a:ext uri="{FF2B5EF4-FFF2-40B4-BE49-F238E27FC236}">
                  <a16:creationId xmlns:a16="http://schemas.microsoft.com/office/drawing/2014/main" id="{B8805C39-CB17-4C25-B22F-231CD7AA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4845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2" name="Rectangle 69">
              <a:extLst>
                <a:ext uri="{FF2B5EF4-FFF2-40B4-BE49-F238E27FC236}">
                  <a16:creationId xmlns:a16="http://schemas.microsoft.com/office/drawing/2014/main" id="{6B9DB3A9-1398-430A-B4A3-9DEA3917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6623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3" name="Rectangle 70">
              <a:extLst>
                <a:ext uri="{FF2B5EF4-FFF2-40B4-BE49-F238E27FC236}">
                  <a16:creationId xmlns:a16="http://schemas.microsoft.com/office/drawing/2014/main" id="{303588DA-2F62-480C-AA51-619F2E2C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7671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4" name="Rectangle 71">
              <a:extLst>
                <a:ext uri="{FF2B5EF4-FFF2-40B4-BE49-F238E27FC236}">
                  <a16:creationId xmlns:a16="http://schemas.microsoft.com/office/drawing/2014/main" id="{929992AB-0693-47AD-B36B-071F9257C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038" y="4333875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5" name="AutoShape 73">
              <a:extLst>
                <a:ext uri="{FF2B5EF4-FFF2-40B4-BE49-F238E27FC236}">
                  <a16:creationId xmlns:a16="http://schemas.microsoft.com/office/drawing/2014/main" id="{C03E5FA1-F35F-4048-B4D8-B77A4093D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21272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6" name="AutoShape 75">
              <a:extLst>
                <a:ext uri="{FF2B5EF4-FFF2-40B4-BE49-F238E27FC236}">
                  <a16:creationId xmlns:a16="http://schemas.microsoft.com/office/drawing/2014/main" id="{C5164CBB-6E5F-4BC3-8367-75A8DA3F4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0" y="3094038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7" name="AutoShape 77">
              <a:extLst>
                <a:ext uri="{FF2B5EF4-FFF2-40B4-BE49-F238E27FC236}">
                  <a16:creationId xmlns:a16="http://schemas.microsoft.com/office/drawing/2014/main" id="{812DADDE-FC1B-479C-9D3D-EC93A0E56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4073525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978" name="AutoShape 79">
              <a:extLst>
                <a:ext uri="{FF2B5EF4-FFF2-40B4-BE49-F238E27FC236}">
                  <a16:creationId xmlns:a16="http://schemas.microsoft.com/office/drawing/2014/main" id="{AE4FEC74-43C5-4203-B8CC-38986A032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50355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23906" name="Title 1">
            <a:extLst>
              <a:ext uri="{FF2B5EF4-FFF2-40B4-BE49-F238E27FC236}">
                <a16:creationId xmlns:a16="http://schemas.microsoft.com/office/drawing/2014/main" id="{EF55EFF7-C8D6-4077-87EC-B7D2D381590C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4-to-1 multiplexer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built using a 2-to-4 decoder</a:t>
            </a:r>
          </a:p>
        </p:txBody>
      </p:sp>
      <p:sp>
        <p:nvSpPr>
          <p:cNvPr id="123907" name="TextBox 125">
            <a:extLst>
              <a:ext uri="{FF2B5EF4-FFF2-40B4-BE49-F238E27FC236}">
                <a16:creationId xmlns:a16="http://schemas.microsoft.com/office/drawing/2014/main" id="{0817ED48-FD41-4F71-A0D9-7F944B55A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4.17 from the textbook ]</a:t>
            </a:r>
          </a:p>
        </p:txBody>
      </p:sp>
      <p:sp>
        <p:nvSpPr>
          <p:cNvPr id="123908" name="TextBox 16">
            <a:extLst>
              <a:ext uri="{FF2B5EF4-FFF2-40B4-BE49-F238E27FC236}">
                <a16:creationId xmlns:a16="http://schemas.microsoft.com/office/drawing/2014/main" id="{DF35D066-3DC5-4222-B03F-2C6F04C6B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68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09" name="TextBox 16">
            <a:extLst>
              <a:ext uri="{FF2B5EF4-FFF2-40B4-BE49-F238E27FC236}">
                <a16:creationId xmlns:a16="http://schemas.microsoft.com/office/drawing/2014/main" id="{A4FFD407-E52E-4220-9B86-DA19AEAC0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8963" y="2906713"/>
            <a:ext cx="5095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123910" name="TextBox 16">
            <a:extLst>
              <a:ext uri="{FF2B5EF4-FFF2-40B4-BE49-F238E27FC236}">
                <a16:creationId xmlns:a16="http://schemas.microsoft.com/office/drawing/2014/main" id="{236C06C1-CE09-4A6A-B0F0-8E9DB6053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5475" y="3949700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1" name="TextBox 16">
            <a:extLst>
              <a:ext uri="{FF2B5EF4-FFF2-40B4-BE49-F238E27FC236}">
                <a16:creationId xmlns:a16="http://schemas.microsoft.com/office/drawing/2014/main" id="{DB5A84F6-E3E4-437F-AFBE-3CF7C180E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4897438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2" name="TextBox 16">
            <a:extLst>
              <a:ext uri="{FF2B5EF4-FFF2-40B4-BE49-F238E27FC236}">
                <a16:creationId xmlns:a16="http://schemas.microsoft.com/office/drawing/2014/main" id="{32312EBF-B658-4116-A8A4-8BEDE5843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00" y="3386138"/>
            <a:ext cx="5111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</a:p>
        </p:txBody>
      </p:sp>
      <p:sp>
        <p:nvSpPr>
          <p:cNvPr id="123913" name="TextBox 16">
            <a:extLst>
              <a:ext uri="{FF2B5EF4-FFF2-40B4-BE49-F238E27FC236}">
                <a16:creationId xmlns:a16="http://schemas.microsoft.com/office/drawing/2014/main" id="{AE8F7C7E-9EF5-4B31-9074-E7A27CDDB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31321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4" name="TextBox 16">
            <a:extLst>
              <a:ext uri="{FF2B5EF4-FFF2-40B4-BE49-F238E27FC236}">
                <a16:creationId xmlns:a16="http://schemas.microsoft.com/office/drawing/2014/main" id="{C4217AF2-220C-4F6C-96D8-17DBF1806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8350" y="34877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5" name="TextBox 16">
            <a:extLst>
              <a:ext uri="{FF2B5EF4-FFF2-40B4-BE49-F238E27FC236}">
                <a16:creationId xmlns:a16="http://schemas.microsoft.com/office/drawing/2014/main" id="{F9526EA7-EF0B-40DE-908A-713D2D0F74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1829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6" name="TextBox 16">
            <a:extLst>
              <a:ext uri="{FF2B5EF4-FFF2-40B4-BE49-F238E27FC236}">
                <a16:creationId xmlns:a16="http://schemas.microsoft.com/office/drawing/2014/main" id="{5221B1E6-26CF-4F7B-AD79-A766CFE54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350202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7" name="TextBox 16">
            <a:extLst>
              <a:ext uri="{FF2B5EF4-FFF2-40B4-BE49-F238E27FC236}">
                <a16:creationId xmlns:a16="http://schemas.microsoft.com/office/drawing/2014/main" id="{C024DC50-151E-4B9C-9F07-6BA9844AC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802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3918" name="TextBox 16">
            <a:extLst>
              <a:ext uri="{FF2B5EF4-FFF2-40B4-BE49-F238E27FC236}">
                <a16:creationId xmlns:a16="http://schemas.microsoft.com/office/drawing/2014/main" id="{42919AA1-06C2-4F69-B9BC-C56DFAE54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4084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929" name="Group 1">
            <a:extLst>
              <a:ext uri="{FF2B5EF4-FFF2-40B4-BE49-F238E27FC236}">
                <a16:creationId xmlns:a16="http://schemas.microsoft.com/office/drawing/2014/main" id="{A6730366-0131-4413-9C42-21D30CFA9B24}"/>
              </a:ext>
            </a:extLst>
          </p:cNvPr>
          <p:cNvGrpSpPr>
            <a:grpSpLocks/>
          </p:cNvGrpSpPr>
          <p:nvPr/>
        </p:nvGrpSpPr>
        <p:grpSpPr bwMode="auto">
          <a:xfrm>
            <a:off x="1779588" y="2074863"/>
            <a:ext cx="6297612" cy="3487737"/>
            <a:chOff x="1779588" y="2074863"/>
            <a:chExt cx="6297612" cy="3487737"/>
          </a:xfrm>
        </p:grpSpPr>
        <p:sp>
          <p:nvSpPr>
            <p:cNvPr id="124943" name="Freeform 4">
              <a:extLst>
                <a:ext uri="{FF2B5EF4-FFF2-40B4-BE49-F238E27FC236}">
                  <a16:creationId xmlns:a16="http://schemas.microsoft.com/office/drawing/2014/main" id="{4A9CB110-01A2-49C3-A410-1F1C2C5FF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395538"/>
              <a:ext cx="1004887" cy="1255712"/>
            </a:xfrm>
            <a:custGeom>
              <a:avLst/>
              <a:gdLst>
                <a:gd name="T0" fmla="*/ 2147483646 w 1267"/>
                <a:gd name="T1" fmla="*/ 2147483646 h 1583"/>
                <a:gd name="T2" fmla="*/ 2147483646 w 1267"/>
                <a:gd name="T3" fmla="*/ 2147483646 h 1583"/>
                <a:gd name="T4" fmla="*/ 2147483646 w 1267"/>
                <a:gd name="T5" fmla="*/ 0 h 1583"/>
                <a:gd name="T6" fmla="*/ 0 w 1267"/>
                <a:gd name="T7" fmla="*/ 0 h 1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7"/>
                <a:gd name="T13" fmla="*/ 0 h 1583"/>
                <a:gd name="T14" fmla="*/ 1267 w 1267"/>
                <a:gd name="T15" fmla="*/ 1583 h 1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7" h="1583">
                  <a:moveTo>
                    <a:pt x="1267" y="1583"/>
                  </a:moveTo>
                  <a:lnTo>
                    <a:pt x="864" y="1583"/>
                  </a:lnTo>
                  <a:lnTo>
                    <a:pt x="864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4" name="Rectangle 17">
              <a:extLst>
                <a:ext uri="{FF2B5EF4-FFF2-40B4-BE49-F238E27FC236}">
                  <a16:creationId xmlns:a16="http://schemas.microsoft.com/office/drawing/2014/main" id="{8A02A2B4-19D3-4A71-B6E7-C49640EB7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3048000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45" name="Rectangle 18">
              <a:extLst>
                <a:ext uri="{FF2B5EF4-FFF2-40B4-BE49-F238E27FC236}">
                  <a16:creationId xmlns:a16="http://schemas.microsoft.com/office/drawing/2014/main" id="{8DA986D7-13FF-4FF0-8317-B9059E62F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31527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46" name="Rectangle 19">
              <a:extLst>
                <a:ext uri="{FF2B5EF4-FFF2-40B4-BE49-F238E27FC236}">
                  <a16:creationId xmlns:a16="http://schemas.microsoft.com/office/drawing/2014/main" id="{11A2F60C-D090-4E1F-AFBE-DDBB3D1E4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20748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47" name="Line 20">
              <a:extLst>
                <a:ext uri="{FF2B5EF4-FFF2-40B4-BE49-F238E27FC236}">
                  <a16:creationId xmlns:a16="http://schemas.microsoft.com/office/drawing/2014/main" id="{61111BBE-98FE-4BF4-BBBF-CD71BA2F9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415448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8" name="Line 21">
              <a:extLst>
                <a:ext uri="{FF2B5EF4-FFF2-40B4-BE49-F238E27FC236}">
                  <a16:creationId xmlns:a16="http://schemas.microsoft.com/office/drawing/2014/main" id="{C22F7494-B92A-42D5-B63A-575E10D19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2212975"/>
              <a:ext cx="3651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9" name="Line 22">
              <a:extLst>
                <a:ext uri="{FF2B5EF4-FFF2-40B4-BE49-F238E27FC236}">
                  <a16:creationId xmlns:a16="http://schemas.microsoft.com/office/drawing/2014/main" id="{973D9BCD-4CDF-4F3B-943D-0FDBCB07DD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7138" y="2555875"/>
              <a:ext cx="13017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0" name="Line 23">
              <a:extLst>
                <a:ext uri="{FF2B5EF4-FFF2-40B4-BE49-F238E27FC236}">
                  <a16:creationId xmlns:a16="http://schemas.microsoft.com/office/drawing/2014/main" id="{E8BD360D-FC38-43E0-BC42-AE1BF4B255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319563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1" name="Line 24">
              <a:extLst>
                <a:ext uri="{FF2B5EF4-FFF2-40B4-BE49-F238E27FC236}">
                  <a16:creationId xmlns:a16="http://schemas.microsoft.com/office/drawing/2014/main" id="{B69CF627-4ACF-4CFC-8E7D-C4C36431E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6226" y="3516313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2" name="Line 25">
              <a:extLst>
                <a:ext uri="{FF2B5EF4-FFF2-40B4-BE49-F238E27FC236}">
                  <a16:creationId xmlns:a16="http://schemas.microsoft.com/office/drawing/2014/main" id="{12FF48BC-94B0-456D-90B3-AC13A4502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226" y="4473575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3" name="Line 26">
              <a:extLst>
                <a:ext uri="{FF2B5EF4-FFF2-40B4-BE49-F238E27FC236}">
                  <a16:creationId xmlns:a16="http://schemas.microsoft.com/office/drawing/2014/main" id="{36632DED-B376-4124-99E3-68155720D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5456238"/>
              <a:ext cx="13017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4" name="Rectangle 27">
              <a:extLst>
                <a:ext uri="{FF2B5EF4-FFF2-40B4-BE49-F238E27FC236}">
                  <a16:creationId xmlns:a16="http://schemas.microsoft.com/office/drawing/2014/main" id="{786C4077-8A9D-4BE0-A012-B08C6F786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2179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55" name="Rectangle 28">
              <a:extLst>
                <a:ext uri="{FF2B5EF4-FFF2-40B4-BE49-F238E27FC236}">
                  <a16:creationId xmlns:a16="http://schemas.microsoft.com/office/drawing/2014/main" id="{277FC590-3F60-4218-BC33-B9641C520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382963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56" name="Rectangle 29">
              <a:extLst>
                <a:ext uri="{FF2B5EF4-FFF2-40B4-BE49-F238E27FC236}">
                  <a16:creationId xmlns:a16="http://schemas.microsoft.com/office/drawing/2014/main" id="{509D9C8B-D24B-4F91-AD92-085D6558E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538" y="3286125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57" name="Line 30">
              <a:extLst>
                <a:ext uri="{FF2B5EF4-FFF2-40B4-BE49-F238E27FC236}">
                  <a16:creationId xmlns:a16="http://schemas.microsoft.com/office/drawing/2014/main" id="{0624C7A6-2F9E-4F3F-A14E-E1098BD21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276" y="3516313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8" name="Rectangle 31">
              <a:extLst>
                <a:ext uri="{FF2B5EF4-FFF2-40B4-BE49-F238E27FC236}">
                  <a16:creationId xmlns:a16="http://schemas.microsoft.com/office/drawing/2014/main" id="{281628D9-4FF2-4478-8AF1-7B9331EAA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59" name="Line 32">
              <a:extLst>
                <a:ext uri="{FF2B5EF4-FFF2-40B4-BE49-F238E27FC236}">
                  <a16:creationId xmlns:a16="http://schemas.microsoft.com/office/drawing/2014/main" id="{EEB16BF3-087A-434C-922D-282B2EAF6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44053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0" name="Line 33">
              <a:extLst>
                <a:ext uri="{FF2B5EF4-FFF2-40B4-BE49-F238E27FC236}">
                  <a16:creationId xmlns:a16="http://schemas.microsoft.com/office/drawing/2014/main" id="{1FC9ADCE-B262-42A9-AA8D-EE45B93C5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5147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1" name="Line 34">
              <a:extLst>
                <a:ext uri="{FF2B5EF4-FFF2-40B4-BE49-F238E27FC236}">
                  <a16:creationId xmlns:a16="http://schemas.microsoft.com/office/drawing/2014/main" id="{7FF485BC-6E35-4BD9-8746-78E61E135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405313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2" name="Rectangle 35">
              <a:extLst>
                <a:ext uri="{FF2B5EF4-FFF2-40B4-BE49-F238E27FC236}">
                  <a16:creationId xmlns:a16="http://schemas.microsoft.com/office/drawing/2014/main" id="{69CA8466-8AF0-4E15-9130-AF9CD4AC0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43211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63" name="Rectangle 36">
              <a:extLst>
                <a:ext uri="{FF2B5EF4-FFF2-40B4-BE49-F238E27FC236}">
                  <a16:creationId xmlns:a16="http://schemas.microsoft.com/office/drawing/2014/main" id="{2B6B7533-FFBF-442C-9256-5064B901B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382963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64" name="Rectangle 37">
              <a:extLst>
                <a:ext uri="{FF2B5EF4-FFF2-40B4-BE49-F238E27FC236}">
                  <a16:creationId xmlns:a16="http://schemas.microsoft.com/office/drawing/2014/main" id="{1E57E83D-B1A5-4CB4-B884-5864C58E4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65" name="Rectangle 38">
              <a:extLst>
                <a:ext uri="{FF2B5EF4-FFF2-40B4-BE49-F238E27FC236}">
                  <a16:creationId xmlns:a16="http://schemas.microsoft.com/office/drawing/2014/main" id="{229BCBFD-4B7C-4D9B-9BA4-9D4271869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67665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66" name="Line 39">
              <a:extLst>
                <a:ext uri="{FF2B5EF4-FFF2-40B4-BE49-F238E27FC236}">
                  <a16:creationId xmlns:a16="http://schemas.microsoft.com/office/drawing/2014/main" id="{16D96F8F-D013-428F-8DE9-9BBB66C9B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381158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7" name="Rectangle 40">
              <a:extLst>
                <a:ext uri="{FF2B5EF4-FFF2-40B4-BE49-F238E27FC236}">
                  <a16:creationId xmlns:a16="http://schemas.microsoft.com/office/drawing/2014/main" id="{9F311556-69BE-457E-8006-71DB4BC4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68" name="Rectangle 41">
              <a:extLst>
                <a:ext uri="{FF2B5EF4-FFF2-40B4-BE49-F238E27FC236}">
                  <a16:creationId xmlns:a16="http://schemas.microsoft.com/office/drawing/2014/main" id="{B1CCF92F-78ED-49DA-AA30-9B76AA34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6766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69" name="Rectangle 42">
              <a:extLst>
                <a:ext uri="{FF2B5EF4-FFF2-40B4-BE49-F238E27FC236}">
                  <a16:creationId xmlns:a16="http://schemas.microsoft.com/office/drawing/2014/main" id="{3444FA3E-15A0-429E-B3E2-B70F4D4FF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70" name="Rectangle 43">
              <a:extLst>
                <a:ext uri="{FF2B5EF4-FFF2-40B4-BE49-F238E27FC236}">
                  <a16:creationId xmlns:a16="http://schemas.microsoft.com/office/drawing/2014/main" id="{5B132B55-6630-40B5-B2A0-B01CB9D5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9719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71" name="Rectangle 44">
              <a:extLst>
                <a:ext uri="{FF2B5EF4-FFF2-40B4-BE49-F238E27FC236}">
                  <a16:creationId xmlns:a16="http://schemas.microsoft.com/office/drawing/2014/main" id="{45FAB2DF-E8DD-44DF-A7A6-C7778925F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07511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72" name="Rectangle 45">
              <a:extLst>
                <a:ext uri="{FF2B5EF4-FFF2-40B4-BE49-F238E27FC236}">
                  <a16:creationId xmlns:a16="http://schemas.microsoft.com/office/drawing/2014/main" id="{771A310E-D2AA-42E4-BC31-F8B1094A7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42640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73" name="Line 46">
              <a:extLst>
                <a:ext uri="{FF2B5EF4-FFF2-40B4-BE49-F238E27FC236}">
                  <a16:creationId xmlns:a16="http://schemas.microsoft.com/office/drawing/2014/main" id="{8FF0421A-215A-4F5C-8E16-ADA175E8A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130675"/>
              <a:ext cx="6397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4" name="Line 47">
              <a:extLst>
                <a:ext uri="{FF2B5EF4-FFF2-40B4-BE49-F238E27FC236}">
                  <a16:creationId xmlns:a16="http://schemas.microsoft.com/office/drawing/2014/main" id="{206C03F3-2187-4CD9-B3B6-03E2219FE6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833813"/>
              <a:ext cx="6397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5" name="Line 48">
              <a:extLst>
                <a:ext uri="{FF2B5EF4-FFF2-40B4-BE49-F238E27FC236}">
                  <a16:creationId xmlns:a16="http://schemas.microsoft.com/office/drawing/2014/main" id="{FB23B297-EC44-45EC-92A0-D1A3F7DD0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5135563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6" name="Rectangle 49">
              <a:extLst>
                <a:ext uri="{FF2B5EF4-FFF2-40B4-BE49-F238E27FC236}">
                  <a16:creationId xmlns:a16="http://schemas.microsoft.com/office/drawing/2014/main" id="{94F5AF19-F9EE-43CF-B419-068117DD7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3688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4977" name="Rectangle 50">
              <a:extLst>
                <a:ext uri="{FF2B5EF4-FFF2-40B4-BE49-F238E27FC236}">
                  <a16:creationId xmlns:a16="http://schemas.microsoft.com/office/drawing/2014/main" id="{429F4053-6FEA-4671-A763-45028F5F2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008438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78" name="Rectangle 51">
              <a:extLst>
                <a:ext uri="{FF2B5EF4-FFF2-40B4-BE49-F238E27FC236}">
                  <a16:creationId xmlns:a16="http://schemas.microsoft.com/office/drawing/2014/main" id="{43C5F769-64B0-4253-A809-CEDAC2C94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4111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79" name="Rectangle 52">
              <a:extLst>
                <a:ext uri="{FF2B5EF4-FFF2-40B4-BE49-F238E27FC236}">
                  <a16:creationId xmlns:a16="http://schemas.microsoft.com/office/drawing/2014/main" id="{35FBA661-E4C5-46D1-B9EC-05E6F7FF2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98792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80" name="Line 53">
              <a:extLst>
                <a:ext uri="{FF2B5EF4-FFF2-40B4-BE49-F238E27FC236}">
                  <a16:creationId xmlns:a16="http://schemas.microsoft.com/office/drawing/2014/main" id="{402A5577-A401-4EB2-AADD-5D1E705B3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2555875"/>
              <a:ext cx="1588" cy="958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1" name="Line 54">
              <a:extLst>
                <a:ext uri="{FF2B5EF4-FFF2-40B4-BE49-F238E27FC236}">
                  <a16:creationId xmlns:a16="http://schemas.microsoft.com/office/drawing/2014/main" id="{F34C2FC9-87B7-4AE7-A65B-660BFAEA6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3514725"/>
              <a:ext cx="1587" cy="3190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2" name="Line 55">
              <a:extLst>
                <a:ext uri="{FF2B5EF4-FFF2-40B4-BE49-F238E27FC236}">
                  <a16:creationId xmlns:a16="http://schemas.microsoft.com/office/drawing/2014/main" id="{DBEA5808-1B04-4651-A91E-52A7DFFA65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4130675"/>
              <a:ext cx="1587" cy="342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3" name="Line 56">
              <a:extLst>
                <a:ext uri="{FF2B5EF4-FFF2-40B4-BE49-F238E27FC236}">
                  <a16:creationId xmlns:a16="http://schemas.microsoft.com/office/drawing/2014/main" id="{28C1C1C7-15A9-49F6-9632-DA35F7600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138" y="4405313"/>
              <a:ext cx="1588" cy="10509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4" name="Line 57">
              <a:extLst>
                <a:ext uri="{FF2B5EF4-FFF2-40B4-BE49-F238E27FC236}">
                  <a16:creationId xmlns:a16="http://schemas.microsoft.com/office/drawing/2014/main" id="{3C8447EB-188D-49A4-98F6-74832744A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53300" y="3833813"/>
              <a:ext cx="3667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5" name="Freeform 58">
              <a:extLst>
                <a:ext uri="{FF2B5EF4-FFF2-40B4-BE49-F238E27FC236}">
                  <a16:creationId xmlns:a16="http://schemas.microsoft.com/office/drawing/2014/main" id="{21FEBCF5-E7BA-4C71-B8D5-CC579E42C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563938"/>
              <a:ext cx="682625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5" y="0"/>
                  </a:lnTo>
                  <a:lnTo>
                    <a:pt x="94" y="0"/>
                  </a:lnTo>
                  <a:lnTo>
                    <a:pt x="120" y="0"/>
                  </a:lnTo>
                  <a:lnTo>
                    <a:pt x="146" y="0"/>
                  </a:lnTo>
                  <a:lnTo>
                    <a:pt x="169" y="0"/>
                  </a:lnTo>
                  <a:lnTo>
                    <a:pt x="190" y="0"/>
                  </a:lnTo>
                  <a:lnTo>
                    <a:pt x="210" y="0"/>
                  </a:lnTo>
                  <a:lnTo>
                    <a:pt x="229" y="0"/>
                  </a:lnTo>
                  <a:lnTo>
                    <a:pt x="246" y="0"/>
                  </a:lnTo>
                  <a:lnTo>
                    <a:pt x="261" y="0"/>
                  </a:lnTo>
                  <a:lnTo>
                    <a:pt x="275" y="1"/>
                  </a:lnTo>
                  <a:lnTo>
                    <a:pt x="288" y="1"/>
                  </a:lnTo>
                  <a:lnTo>
                    <a:pt x="301" y="1"/>
                  </a:lnTo>
                  <a:lnTo>
                    <a:pt x="311" y="1"/>
                  </a:lnTo>
                  <a:lnTo>
                    <a:pt x="321" y="1"/>
                  </a:lnTo>
                  <a:lnTo>
                    <a:pt x="330" y="1"/>
                  </a:lnTo>
                  <a:lnTo>
                    <a:pt x="337" y="1"/>
                  </a:lnTo>
                  <a:lnTo>
                    <a:pt x="344" y="1"/>
                  </a:lnTo>
                  <a:lnTo>
                    <a:pt x="350" y="1"/>
                  </a:lnTo>
                  <a:lnTo>
                    <a:pt x="356" y="1"/>
                  </a:lnTo>
                  <a:lnTo>
                    <a:pt x="360" y="1"/>
                  </a:lnTo>
                  <a:lnTo>
                    <a:pt x="364" y="1"/>
                  </a:lnTo>
                  <a:lnTo>
                    <a:pt x="367" y="1"/>
                  </a:lnTo>
                  <a:lnTo>
                    <a:pt x="372" y="1"/>
                  </a:lnTo>
                  <a:lnTo>
                    <a:pt x="374" y="1"/>
                  </a:lnTo>
                  <a:lnTo>
                    <a:pt x="377" y="1"/>
                  </a:lnTo>
                  <a:lnTo>
                    <a:pt x="379" y="1"/>
                  </a:lnTo>
                  <a:lnTo>
                    <a:pt x="382" y="1"/>
                  </a:lnTo>
                  <a:lnTo>
                    <a:pt x="385" y="1"/>
                  </a:lnTo>
                  <a:lnTo>
                    <a:pt x="386" y="3"/>
                  </a:lnTo>
                  <a:lnTo>
                    <a:pt x="389" y="3"/>
                  </a:lnTo>
                  <a:lnTo>
                    <a:pt x="392" y="3"/>
                  </a:lnTo>
                  <a:lnTo>
                    <a:pt x="393" y="3"/>
                  </a:lnTo>
                  <a:lnTo>
                    <a:pt x="396" y="3"/>
                  </a:lnTo>
                  <a:lnTo>
                    <a:pt x="397" y="3"/>
                  </a:lnTo>
                  <a:lnTo>
                    <a:pt x="399" y="3"/>
                  </a:lnTo>
                  <a:lnTo>
                    <a:pt x="400" y="3"/>
                  </a:lnTo>
                  <a:lnTo>
                    <a:pt x="402" y="3"/>
                  </a:lnTo>
                  <a:lnTo>
                    <a:pt x="405" y="3"/>
                  </a:lnTo>
                  <a:lnTo>
                    <a:pt x="406" y="4"/>
                  </a:lnTo>
                  <a:lnTo>
                    <a:pt x="408" y="4"/>
                  </a:lnTo>
                  <a:lnTo>
                    <a:pt x="409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3" y="4"/>
                  </a:lnTo>
                  <a:lnTo>
                    <a:pt x="415" y="4"/>
                  </a:lnTo>
                  <a:lnTo>
                    <a:pt x="416" y="4"/>
                  </a:lnTo>
                  <a:lnTo>
                    <a:pt x="418" y="4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3" y="5"/>
                  </a:lnTo>
                  <a:lnTo>
                    <a:pt x="425" y="5"/>
                  </a:lnTo>
                  <a:lnTo>
                    <a:pt x="426" y="5"/>
                  </a:lnTo>
                  <a:lnTo>
                    <a:pt x="428" y="5"/>
                  </a:lnTo>
                  <a:lnTo>
                    <a:pt x="429" y="5"/>
                  </a:lnTo>
                  <a:lnTo>
                    <a:pt x="432" y="7"/>
                  </a:lnTo>
                  <a:lnTo>
                    <a:pt x="433" y="7"/>
                  </a:lnTo>
                  <a:lnTo>
                    <a:pt x="435" y="7"/>
                  </a:lnTo>
                  <a:lnTo>
                    <a:pt x="438" y="7"/>
                  </a:lnTo>
                  <a:lnTo>
                    <a:pt x="439" y="7"/>
                  </a:lnTo>
                  <a:lnTo>
                    <a:pt x="442" y="8"/>
                  </a:lnTo>
                  <a:lnTo>
                    <a:pt x="445" y="8"/>
                  </a:lnTo>
                  <a:lnTo>
                    <a:pt x="446" y="8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5" y="10"/>
                  </a:lnTo>
                  <a:lnTo>
                    <a:pt x="456" y="10"/>
                  </a:lnTo>
                  <a:lnTo>
                    <a:pt x="458" y="10"/>
                  </a:lnTo>
                  <a:lnTo>
                    <a:pt x="459" y="11"/>
                  </a:lnTo>
                  <a:lnTo>
                    <a:pt x="461" y="11"/>
                  </a:lnTo>
                  <a:lnTo>
                    <a:pt x="462" y="11"/>
                  </a:lnTo>
                  <a:lnTo>
                    <a:pt x="464" y="11"/>
                  </a:lnTo>
                  <a:lnTo>
                    <a:pt x="465" y="11"/>
                  </a:lnTo>
                  <a:lnTo>
                    <a:pt x="467" y="13"/>
                  </a:lnTo>
                  <a:lnTo>
                    <a:pt x="468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2" y="14"/>
                  </a:lnTo>
                  <a:lnTo>
                    <a:pt x="474" y="14"/>
                  </a:lnTo>
                  <a:lnTo>
                    <a:pt x="475" y="14"/>
                  </a:lnTo>
                  <a:lnTo>
                    <a:pt x="477" y="16"/>
                  </a:lnTo>
                  <a:lnTo>
                    <a:pt x="478" y="16"/>
                  </a:lnTo>
                  <a:lnTo>
                    <a:pt x="480" y="16"/>
                  </a:lnTo>
                  <a:lnTo>
                    <a:pt x="482" y="17"/>
                  </a:lnTo>
                  <a:lnTo>
                    <a:pt x="484" y="17"/>
                  </a:lnTo>
                  <a:lnTo>
                    <a:pt x="487" y="18"/>
                  </a:lnTo>
                  <a:lnTo>
                    <a:pt x="488" y="18"/>
                  </a:lnTo>
                  <a:lnTo>
                    <a:pt x="491" y="20"/>
                  </a:lnTo>
                  <a:lnTo>
                    <a:pt x="494" y="20"/>
                  </a:lnTo>
                  <a:lnTo>
                    <a:pt x="497" y="21"/>
                  </a:lnTo>
                  <a:lnTo>
                    <a:pt x="498" y="21"/>
                  </a:lnTo>
                  <a:lnTo>
                    <a:pt x="501" y="23"/>
                  </a:lnTo>
                  <a:lnTo>
                    <a:pt x="504" y="23"/>
                  </a:lnTo>
                  <a:lnTo>
                    <a:pt x="505" y="24"/>
                  </a:lnTo>
                  <a:lnTo>
                    <a:pt x="507" y="24"/>
                  </a:lnTo>
                  <a:lnTo>
                    <a:pt x="510" y="26"/>
                  </a:lnTo>
                  <a:lnTo>
                    <a:pt x="511" y="26"/>
                  </a:lnTo>
                  <a:lnTo>
                    <a:pt x="513" y="26"/>
                  </a:lnTo>
                  <a:lnTo>
                    <a:pt x="514" y="27"/>
                  </a:lnTo>
                  <a:lnTo>
                    <a:pt x="516" y="27"/>
                  </a:lnTo>
                  <a:lnTo>
                    <a:pt x="517" y="27"/>
                  </a:lnTo>
                  <a:lnTo>
                    <a:pt x="518" y="28"/>
                  </a:lnTo>
                  <a:lnTo>
                    <a:pt x="520" y="28"/>
                  </a:lnTo>
                  <a:lnTo>
                    <a:pt x="521" y="28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6" y="31"/>
                  </a:lnTo>
                  <a:lnTo>
                    <a:pt x="527" y="31"/>
                  </a:lnTo>
                  <a:lnTo>
                    <a:pt x="528" y="33"/>
                  </a:lnTo>
                  <a:lnTo>
                    <a:pt x="530" y="33"/>
                  </a:lnTo>
                  <a:lnTo>
                    <a:pt x="531" y="34"/>
                  </a:lnTo>
                  <a:lnTo>
                    <a:pt x="533" y="34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7" y="37"/>
                  </a:lnTo>
                  <a:lnTo>
                    <a:pt x="540" y="37"/>
                  </a:lnTo>
                  <a:lnTo>
                    <a:pt x="541" y="39"/>
                  </a:lnTo>
                  <a:lnTo>
                    <a:pt x="543" y="40"/>
                  </a:lnTo>
                  <a:lnTo>
                    <a:pt x="546" y="40"/>
                  </a:lnTo>
                  <a:lnTo>
                    <a:pt x="547" y="41"/>
                  </a:lnTo>
                  <a:lnTo>
                    <a:pt x="550" y="43"/>
                  </a:lnTo>
                  <a:lnTo>
                    <a:pt x="553" y="44"/>
                  </a:lnTo>
                  <a:lnTo>
                    <a:pt x="554" y="44"/>
                  </a:lnTo>
                  <a:lnTo>
                    <a:pt x="556" y="46"/>
                  </a:lnTo>
                  <a:lnTo>
                    <a:pt x="557" y="47"/>
                  </a:lnTo>
                  <a:lnTo>
                    <a:pt x="560" y="47"/>
                  </a:lnTo>
                  <a:lnTo>
                    <a:pt x="562" y="49"/>
                  </a:lnTo>
                  <a:lnTo>
                    <a:pt x="563" y="49"/>
                  </a:lnTo>
                  <a:lnTo>
                    <a:pt x="564" y="50"/>
                  </a:lnTo>
                  <a:lnTo>
                    <a:pt x="566" y="50"/>
                  </a:lnTo>
                  <a:lnTo>
                    <a:pt x="567" y="52"/>
                  </a:lnTo>
                  <a:lnTo>
                    <a:pt x="569" y="53"/>
                  </a:lnTo>
                  <a:lnTo>
                    <a:pt x="570" y="53"/>
                  </a:lnTo>
                  <a:lnTo>
                    <a:pt x="572" y="54"/>
                  </a:lnTo>
                  <a:lnTo>
                    <a:pt x="573" y="54"/>
                  </a:lnTo>
                  <a:lnTo>
                    <a:pt x="575" y="56"/>
                  </a:lnTo>
                  <a:lnTo>
                    <a:pt x="576" y="56"/>
                  </a:lnTo>
                  <a:lnTo>
                    <a:pt x="577" y="57"/>
                  </a:lnTo>
                  <a:lnTo>
                    <a:pt x="579" y="57"/>
                  </a:lnTo>
                  <a:lnTo>
                    <a:pt x="579" y="59"/>
                  </a:lnTo>
                  <a:lnTo>
                    <a:pt x="580" y="59"/>
                  </a:lnTo>
                  <a:lnTo>
                    <a:pt x="582" y="60"/>
                  </a:lnTo>
                  <a:lnTo>
                    <a:pt x="583" y="60"/>
                  </a:lnTo>
                  <a:lnTo>
                    <a:pt x="585" y="62"/>
                  </a:lnTo>
                  <a:lnTo>
                    <a:pt x="586" y="62"/>
                  </a:lnTo>
                  <a:lnTo>
                    <a:pt x="587" y="63"/>
                  </a:lnTo>
                  <a:lnTo>
                    <a:pt x="589" y="63"/>
                  </a:lnTo>
                  <a:lnTo>
                    <a:pt x="592" y="64"/>
                  </a:lnTo>
                  <a:lnTo>
                    <a:pt x="593" y="66"/>
                  </a:lnTo>
                  <a:lnTo>
                    <a:pt x="595" y="67"/>
                  </a:lnTo>
                  <a:lnTo>
                    <a:pt x="598" y="67"/>
                  </a:lnTo>
                  <a:lnTo>
                    <a:pt x="599" y="69"/>
                  </a:lnTo>
                  <a:lnTo>
                    <a:pt x="602" y="70"/>
                  </a:lnTo>
                  <a:lnTo>
                    <a:pt x="603" y="72"/>
                  </a:lnTo>
                  <a:lnTo>
                    <a:pt x="605" y="72"/>
                  </a:lnTo>
                  <a:lnTo>
                    <a:pt x="606" y="73"/>
                  </a:lnTo>
                  <a:lnTo>
                    <a:pt x="608" y="73"/>
                  </a:lnTo>
                  <a:lnTo>
                    <a:pt x="609" y="75"/>
                  </a:lnTo>
                  <a:lnTo>
                    <a:pt x="610" y="75"/>
                  </a:lnTo>
                  <a:lnTo>
                    <a:pt x="612" y="76"/>
                  </a:lnTo>
                  <a:lnTo>
                    <a:pt x="613" y="77"/>
                  </a:lnTo>
                  <a:lnTo>
                    <a:pt x="615" y="77"/>
                  </a:lnTo>
                  <a:lnTo>
                    <a:pt x="616" y="79"/>
                  </a:lnTo>
                  <a:lnTo>
                    <a:pt x="618" y="79"/>
                  </a:lnTo>
                  <a:lnTo>
                    <a:pt x="619" y="80"/>
                  </a:lnTo>
                  <a:lnTo>
                    <a:pt x="621" y="82"/>
                  </a:lnTo>
                  <a:lnTo>
                    <a:pt x="622" y="82"/>
                  </a:lnTo>
                  <a:lnTo>
                    <a:pt x="623" y="83"/>
                  </a:lnTo>
                  <a:lnTo>
                    <a:pt x="625" y="83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8" y="86"/>
                  </a:lnTo>
                  <a:lnTo>
                    <a:pt x="629" y="86"/>
                  </a:lnTo>
                  <a:lnTo>
                    <a:pt x="631" y="87"/>
                  </a:lnTo>
                  <a:lnTo>
                    <a:pt x="632" y="89"/>
                  </a:lnTo>
                  <a:lnTo>
                    <a:pt x="635" y="90"/>
                  </a:lnTo>
                  <a:lnTo>
                    <a:pt x="636" y="92"/>
                  </a:lnTo>
                  <a:lnTo>
                    <a:pt x="638" y="92"/>
                  </a:lnTo>
                  <a:lnTo>
                    <a:pt x="639" y="93"/>
                  </a:lnTo>
                  <a:lnTo>
                    <a:pt x="641" y="95"/>
                  </a:lnTo>
                  <a:lnTo>
                    <a:pt x="642" y="95"/>
                  </a:lnTo>
                  <a:lnTo>
                    <a:pt x="644" y="96"/>
                  </a:lnTo>
                  <a:lnTo>
                    <a:pt x="645" y="96"/>
                  </a:lnTo>
                  <a:lnTo>
                    <a:pt x="645" y="98"/>
                  </a:lnTo>
                  <a:lnTo>
                    <a:pt x="646" y="98"/>
                  </a:lnTo>
                  <a:lnTo>
                    <a:pt x="648" y="99"/>
                  </a:lnTo>
                  <a:lnTo>
                    <a:pt x="649" y="100"/>
                  </a:lnTo>
                  <a:lnTo>
                    <a:pt x="651" y="100"/>
                  </a:lnTo>
                  <a:lnTo>
                    <a:pt x="652" y="102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55" y="105"/>
                  </a:lnTo>
                  <a:lnTo>
                    <a:pt x="657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59" y="108"/>
                  </a:lnTo>
                  <a:lnTo>
                    <a:pt x="661" y="108"/>
                  </a:lnTo>
                  <a:lnTo>
                    <a:pt x="661" y="109"/>
                  </a:lnTo>
                  <a:lnTo>
                    <a:pt x="662" y="109"/>
                  </a:lnTo>
                  <a:lnTo>
                    <a:pt x="664" y="111"/>
                  </a:lnTo>
                  <a:lnTo>
                    <a:pt x="665" y="112"/>
                  </a:lnTo>
                  <a:lnTo>
                    <a:pt x="667" y="113"/>
                  </a:lnTo>
                  <a:lnTo>
                    <a:pt x="668" y="113"/>
                  </a:lnTo>
                  <a:lnTo>
                    <a:pt x="668" y="115"/>
                  </a:lnTo>
                  <a:lnTo>
                    <a:pt x="670" y="115"/>
                  </a:lnTo>
                  <a:lnTo>
                    <a:pt x="671" y="116"/>
                  </a:lnTo>
                  <a:lnTo>
                    <a:pt x="672" y="118"/>
                  </a:lnTo>
                  <a:lnTo>
                    <a:pt x="674" y="118"/>
                  </a:lnTo>
                  <a:lnTo>
                    <a:pt x="674" y="119"/>
                  </a:lnTo>
                  <a:lnTo>
                    <a:pt x="675" y="119"/>
                  </a:lnTo>
                  <a:lnTo>
                    <a:pt x="677" y="121"/>
                  </a:lnTo>
                  <a:lnTo>
                    <a:pt x="678" y="121"/>
                  </a:lnTo>
                  <a:lnTo>
                    <a:pt x="678" y="122"/>
                  </a:lnTo>
                  <a:lnTo>
                    <a:pt x="680" y="122"/>
                  </a:lnTo>
                  <a:lnTo>
                    <a:pt x="680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5" y="128"/>
                  </a:lnTo>
                  <a:lnTo>
                    <a:pt x="687" y="128"/>
                  </a:lnTo>
                  <a:lnTo>
                    <a:pt x="688" y="129"/>
                  </a:lnTo>
                  <a:lnTo>
                    <a:pt x="690" y="131"/>
                  </a:lnTo>
                  <a:lnTo>
                    <a:pt x="691" y="131"/>
                  </a:lnTo>
                  <a:lnTo>
                    <a:pt x="693" y="132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5" y="135"/>
                  </a:lnTo>
                  <a:lnTo>
                    <a:pt x="697" y="135"/>
                  </a:lnTo>
                  <a:lnTo>
                    <a:pt x="698" y="136"/>
                  </a:lnTo>
                  <a:lnTo>
                    <a:pt x="700" y="136"/>
                  </a:lnTo>
                  <a:lnTo>
                    <a:pt x="700" y="138"/>
                  </a:lnTo>
                  <a:lnTo>
                    <a:pt x="701" y="138"/>
                  </a:lnTo>
                  <a:lnTo>
                    <a:pt x="703" y="139"/>
                  </a:lnTo>
                  <a:lnTo>
                    <a:pt x="704" y="139"/>
                  </a:lnTo>
                  <a:lnTo>
                    <a:pt x="704" y="141"/>
                  </a:lnTo>
                  <a:lnTo>
                    <a:pt x="705" y="141"/>
                  </a:lnTo>
                  <a:lnTo>
                    <a:pt x="705" y="142"/>
                  </a:lnTo>
                  <a:lnTo>
                    <a:pt x="707" y="142"/>
                  </a:lnTo>
                  <a:lnTo>
                    <a:pt x="708" y="144"/>
                  </a:lnTo>
                  <a:lnTo>
                    <a:pt x="710" y="145"/>
                  </a:lnTo>
                  <a:lnTo>
                    <a:pt x="711" y="146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1"/>
                  </a:lnTo>
                  <a:lnTo>
                    <a:pt x="717" y="152"/>
                  </a:lnTo>
                  <a:lnTo>
                    <a:pt x="718" y="154"/>
                  </a:lnTo>
                  <a:lnTo>
                    <a:pt x="720" y="155"/>
                  </a:lnTo>
                  <a:lnTo>
                    <a:pt x="721" y="157"/>
                  </a:lnTo>
                  <a:lnTo>
                    <a:pt x="723" y="158"/>
                  </a:lnTo>
                  <a:lnTo>
                    <a:pt x="724" y="159"/>
                  </a:lnTo>
                  <a:lnTo>
                    <a:pt x="726" y="161"/>
                  </a:lnTo>
                  <a:lnTo>
                    <a:pt x="727" y="162"/>
                  </a:lnTo>
                  <a:lnTo>
                    <a:pt x="729" y="164"/>
                  </a:lnTo>
                  <a:lnTo>
                    <a:pt x="730" y="165"/>
                  </a:lnTo>
                  <a:lnTo>
                    <a:pt x="730" y="167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3" y="169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6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9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1" y="180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4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9" y="187"/>
                  </a:lnTo>
                  <a:lnTo>
                    <a:pt x="749" y="188"/>
                  </a:lnTo>
                  <a:lnTo>
                    <a:pt x="750" y="190"/>
                  </a:lnTo>
                  <a:lnTo>
                    <a:pt x="752" y="191"/>
                  </a:lnTo>
                  <a:lnTo>
                    <a:pt x="753" y="193"/>
                  </a:lnTo>
                  <a:lnTo>
                    <a:pt x="754" y="194"/>
                  </a:lnTo>
                  <a:lnTo>
                    <a:pt x="756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2" y="201"/>
                  </a:lnTo>
                  <a:lnTo>
                    <a:pt x="763" y="204"/>
                  </a:lnTo>
                  <a:lnTo>
                    <a:pt x="763" y="205"/>
                  </a:lnTo>
                  <a:lnTo>
                    <a:pt x="764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0"/>
                  </a:lnTo>
                  <a:lnTo>
                    <a:pt x="769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6"/>
                  </a:lnTo>
                  <a:lnTo>
                    <a:pt x="773" y="216"/>
                  </a:lnTo>
                  <a:lnTo>
                    <a:pt x="773" y="217"/>
                  </a:lnTo>
                  <a:lnTo>
                    <a:pt x="775" y="218"/>
                  </a:lnTo>
                  <a:lnTo>
                    <a:pt x="775" y="220"/>
                  </a:lnTo>
                  <a:lnTo>
                    <a:pt x="776" y="221"/>
                  </a:lnTo>
                  <a:lnTo>
                    <a:pt x="777" y="221"/>
                  </a:lnTo>
                  <a:lnTo>
                    <a:pt x="777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0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5" y="233"/>
                  </a:lnTo>
                  <a:lnTo>
                    <a:pt x="786" y="234"/>
                  </a:lnTo>
                  <a:lnTo>
                    <a:pt x="788" y="237"/>
                  </a:lnTo>
                  <a:lnTo>
                    <a:pt x="789" y="239"/>
                  </a:lnTo>
                  <a:lnTo>
                    <a:pt x="790" y="241"/>
                  </a:lnTo>
                  <a:lnTo>
                    <a:pt x="792" y="243"/>
                  </a:lnTo>
                  <a:lnTo>
                    <a:pt x="795" y="246"/>
                  </a:lnTo>
                  <a:lnTo>
                    <a:pt x="796" y="247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799" y="253"/>
                  </a:lnTo>
                  <a:lnTo>
                    <a:pt x="800" y="254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5" y="262"/>
                  </a:lnTo>
                  <a:lnTo>
                    <a:pt x="806" y="262"/>
                  </a:lnTo>
                  <a:lnTo>
                    <a:pt x="808" y="263"/>
                  </a:lnTo>
                  <a:lnTo>
                    <a:pt x="808" y="264"/>
                  </a:lnTo>
                  <a:lnTo>
                    <a:pt x="809" y="266"/>
                  </a:lnTo>
                  <a:lnTo>
                    <a:pt x="809" y="267"/>
                  </a:lnTo>
                  <a:lnTo>
                    <a:pt x="811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3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7"/>
                  </a:lnTo>
                  <a:lnTo>
                    <a:pt x="818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4" y="286"/>
                  </a:lnTo>
                  <a:lnTo>
                    <a:pt x="825" y="287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6"/>
                  </a:lnTo>
                  <a:lnTo>
                    <a:pt x="832" y="299"/>
                  </a:lnTo>
                  <a:lnTo>
                    <a:pt x="834" y="302"/>
                  </a:lnTo>
                  <a:lnTo>
                    <a:pt x="835" y="303"/>
                  </a:lnTo>
                  <a:lnTo>
                    <a:pt x="836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0"/>
                  </a:lnTo>
                  <a:lnTo>
                    <a:pt x="842" y="312"/>
                  </a:lnTo>
                  <a:lnTo>
                    <a:pt x="842" y="313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3"/>
                  </a:lnTo>
                  <a:lnTo>
                    <a:pt x="851" y="325"/>
                  </a:lnTo>
                  <a:lnTo>
                    <a:pt x="851" y="326"/>
                  </a:lnTo>
                  <a:lnTo>
                    <a:pt x="852" y="326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4" y="331"/>
                  </a:lnTo>
                  <a:lnTo>
                    <a:pt x="855" y="332"/>
                  </a:lnTo>
                  <a:lnTo>
                    <a:pt x="855" y="334"/>
                  </a:lnTo>
                  <a:lnTo>
                    <a:pt x="857" y="335"/>
                  </a:lnTo>
                  <a:lnTo>
                    <a:pt x="858" y="336"/>
                  </a:lnTo>
                  <a:lnTo>
                    <a:pt x="858" y="338"/>
                  </a:lnTo>
                  <a:lnTo>
                    <a:pt x="859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6" name="Freeform 59">
              <a:extLst>
                <a:ext uri="{FF2B5EF4-FFF2-40B4-BE49-F238E27FC236}">
                  <a16:creationId xmlns:a16="http://schemas.microsoft.com/office/drawing/2014/main" id="{4DD0E0B1-EA5C-4FD4-B195-29D85838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836988"/>
              <a:ext cx="682625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5" y="342"/>
                  </a:lnTo>
                  <a:lnTo>
                    <a:pt x="94" y="342"/>
                  </a:lnTo>
                  <a:lnTo>
                    <a:pt x="120" y="342"/>
                  </a:lnTo>
                  <a:lnTo>
                    <a:pt x="146" y="342"/>
                  </a:lnTo>
                  <a:lnTo>
                    <a:pt x="169" y="342"/>
                  </a:lnTo>
                  <a:lnTo>
                    <a:pt x="190" y="342"/>
                  </a:lnTo>
                  <a:lnTo>
                    <a:pt x="210" y="342"/>
                  </a:lnTo>
                  <a:lnTo>
                    <a:pt x="229" y="342"/>
                  </a:lnTo>
                  <a:lnTo>
                    <a:pt x="246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1" y="342"/>
                  </a:lnTo>
                  <a:lnTo>
                    <a:pt x="311" y="342"/>
                  </a:lnTo>
                  <a:lnTo>
                    <a:pt x="321" y="341"/>
                  </a:lnTo>
                  <a:lnTo>
                    <a:pt x="330" y="341"/>
                  </a:lnTo>
                  <a:lnTo>
                    <a:pt x="337" y="341"/>
                  </a:lnTo>
                  <a:lnTo>
                    <a:pt x="344" y="341"/>
                  </a:lnTo>
                  <a:lnTo>
                    <a:pt x="350" y="341"/>
                  </a:lnTo>
                  <a:lnTo>
                    <a:pt x="356" y="341"/>
                  </a:lnTo>
                  <a:lnTo>
                    <a:pt x="360" y="341"/>
                  </a:lnTo>
                  <a:lnTo>
                    <a:pt x="364" y="341"/>
                  </a:lnTo>
                  <a:lnTo>
                    <a:pt x="367" y="341"/>
                  </a:lnTo>
                  <a:lnTo>
                    <a:pt x="372" y="341"/>
                  </a:lnTo>
                  <a:lnTo>
                    <a:pt x="374" y="341"/>
                  </a:lnTo>
                  <a:lnTo>
                    <a:pt x="377" y="341"/>
                  </a:lnTo>
                  <a:lnTo>
                    <a:pt x="379" y="341"/>
                  </a:lnTo>
                  <a:lnTo>
                    <a:pt x="382" y="341"/>
                  </a:lnTo>
                  <a:lnTo>
                    <a:pt x="385" y="341"/>
                  </a:lnTo>
                  <a:lnTo>
                    <a:pt x="386" y="341"/>
                  </a:lnTo>
                  <a:lnTo>
                    <a:pt x="389" y="339"/>
                  </a:lnTo>
                  <a:lnTo>
                    <a:pt x="392" y="339"/>
                  </a:lnTo>
                  <a:lnTo>
                    <a:pt x="393" y="339"/>
                  </a:lnTo>
                  <a:lnTo>
                    <a:pt x="396" y="339"/>
                  </a:lnTo>
                  <a:lnTo>
                    <a:pt x="397" y="339"/>
                  </a:lnTo>
                  <a:lnTo>
                    <a:pt x="399" y="339"/>
                  </a:lnTo>
                  <a:lnTo>
                    <a:pt x="400" y="339"/>
                  </a:lnTo>
                  <a:lnTo>
                    <a:pt x="402" y="339"/>
                  </a:lnTo>
                  <a:lnTo>
                    <a:pt x="405" y="339"/>
                  </a:lnTo>
                  <a:lnTo>
                    <a:pt x="406" y="339"/>
                  </a:lnTo>
                  <a:lnTo>
                    <a:pt x="408" y="339"/>
                  </a:lnTo>
                  <a:lnTo>
                    <a:pt x="409" y="338"/>
                  </a:lnTo>
                  <a:lnTo>
                    <a:pt x="410" y="338"/>
                  </a:lnTo>
                  <a:lnTo>
                    <a:pt x="412" y="338"/>
                  </a:lnTo>
                  <a:lnTo>
                    <a:pt x="413" y="338"/>
                  </a:lnTo>
                  <a:lnTo>
                    <a:pt x="415" y="338"/>
                  </a:lnTo>
                  <a:lnTo>
                    <a:pt x="416" y="338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6"/>
                  </a:lnTo>
                  <a:lnTo>
                    <a:pt x="423" y="336"/>
                  </a:lnTo>
                  <a:lnTo>
                    <a:pt x="425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29" y="336"/>
                  </a:lnTo>
                  <a:lnTo>
                    <a:pt x="432" y="335"/>
                  </a:lnTo>
                  <a:lnTo>
                    <a:pt x="433" y="335"/>
                  </a:lnTo>
                  <a:lnTo>
                    <a:pt x="435" y="335"/>
                  </a:lnTo>
                  <a:lnTo>
                    <a:pt x="438" y="335"/>
                  </a:lnTo>
                  <a:lnTo>
                    <a:pt x="439" y="335"/>
                  </a:lnTo>
                  <a:lnTo>
                    <a:pt x="442" y="333"/>
                  </a:lnTo>
                  <a:lnTo>
                    <a:pt x="445" y="333"/>
                  </a:lnTo>
                  <a:lnTo>
                    <a:pt x="446" y="333"/>
                  </a:lnTo>
                  <a:lnTo>
                    <a:pt x="448" y="333"/>
                  </a:lnTo>
                  <a:lnTo>
                    <a:pt x="451" y="333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5" y="332"/>
                  </a:lnTo>
                  <a:lnTo>
                    <a:pt x="456" y="332"/>
                  </a:lnTo>
                  <a:lnTo>
                    <a:pt x="458" y="332"/>
                  </a:lnTo>
                  <a:lnTo>
                    <a:pt x="459" y="332"/>
                  </a:lnTo>
                  <a:lnTo>
                    <a:pt x="461" y="330"/>
                  </a:lnTo>
                  <a:lnTo>
                    <a:pt x="462" y="330"/>
                  </a:lnTo>
                  <a:lnTo>
                    <a:pt x="464" y="330"/>
                  </a:lnTo>
                  <a:lnTo>
                    <a:pt x="465" y="330"/>
                  </a:lnTo>
                  <a:lnTo>
                    <a:pt x="467" y="330"/>
                  </a:lnTo>
                  <a:lnTo>
                    <a:pt x="468" y="329"/>
                  </a:lnTo>
                  <a:lnTo>
                    <a:pt x="469" y="329"/>
                  </a:lnTo>
                  <a:lnTo>
                    <a:pt x="471" y="329"/>
                  </a:lnTo>
                  <a:lnTo>
                    <a:pt x="472" y="329"/>
                  </a:lnTo>
                  <a:lnTo>
                    <a:pt x="474" y="328"/>
                  </a:lnTo>
                  <a:lnTo>
                    <a:pt x="475" y="328"/>
                  </a:lnTo>
                  <a:lnTo>
                    <a:pt x="477" y="328"/>
                  </a:lnTo>
                  <a:lnTo>
                    <a:pt x="478" y="326"/>
                  </a:lnTo>
                  <a:lnTo>
                    <a:pt x="480" y="326"/>
                  </a:lnTo>
                  <a:lnTo>
                    <a:pt x="482" y="326"/>
                  </a:lnTo>
                  <a:lnTo>
                    <a:pt x="484" y="325"/>
                  </a:lnTo>
                  <a:lnTo>
                    <a:pt x="487" y="325"/>
                  </a:lnTo>
                  <a:lnTo>
                    <a:pt x="488" y="323"/>
                  </a:lnTo>
                  <a:lnTo>
                    <a:pt x="491" y="323"/>
                  </a:lnTo>
                  <a:lnTo>
                    <a:pt x="494" y="322"/>
                  </a:lnTo>
                  <a:lnTo>
                    <a:pt x="497" y="320"/>
                  </a:lnTo>
                  <a:lnTo>
                    <a:pt x="498" y="320"/>
                  </a:lnTo>
                  <a:lnTo>
                    <a:pt x="501" y="319"/>
                  </a:lnTo>
                  <a:lnTo>
                    <a:pt x="504" y="319"/>
                  </a:lnTo>
                  <a:lnTo>
                    <a:pt x="505" y="318"/>
                  </a:lnTo>
                  <a:lnTo>
                    <a:pt x="507" y="318"/>
                  </a:lnTo>
                  <a:lnTo>
                    <a:pt x="510" y="318"/>
                  </a:lnTo>
                  <a:lnTo>
                    <a:pt x="511" y="316"/>
                  </a:lnTo>
                  <a:lnTo>
                    <a:pt x="513" y="316"/>
                  </a:lnTo>
                  <a:lnTo>
                    <a:pt x="514" y="315"/>
                  </a:lnTo>
                  <a:lnTo>
                    <a:pt x="516" y="315"/>
                  </a:lnTo>
                  <a:lnTo>
                    <a:pt x="517" y="315"/>
                  </a:lnTo>
                  <a:lnTo>
                    <a:pt x="518" y="313"/>
                  </a:lnTo>
                  <a:lnTo>
                    <a:pt x="520" y="313"/>
                  </a:lnTo>
                  <a:lnTo>
                    <a:pt x="521" y="313"/>
                  </a:lnTo>
                  <a:lnTo>
                    <a:pt x="523" y="312"/>
                  </a:lnTo>
                  <a:lnTo>
                    <a:pt x="524" y="312"/>
                  </a:lnTo>
                  <a:lnTo>
                    <a:pt x="526" y="310"/>
                  </a:lnTo>
                  <a:lnTo>
                    <a:pt x="527" y="310"/>
                  </a:lnTo>
                  <a:lnTo>
                    <a:pt x="528" y="309"/>
                  </a:lnTo>
                  <a:lnTo>
                    <a:pt x="530" y="309"/>
                  </a:lnTo>
                  <a:lnTo>
                    <a:pt x="531" y="309"/>
                  </a:lnTo>
                  <a:lnTo>
                    <a:pt x="533" y="307"/>
                  </a:lnTo>
                  <a:lnTo>
                    <a:pt x="534" y="307"/>
                  </a:lnTo>
                  <a:lnTo>
                    <a:pt x="536" y="306"/>
                  </a:lnTo>
                  <a:lnTo>
                    <a:pt x="537" y="305"/>
                  </a:lnTo>
                  <a:lnTo>
                    <a:pt x="540" y="305"/>
                  </a:lnTo>
                  <a:lnTo>
                    <a:pt x="541" y="303"/>
                  </a:lnTo>
                  <a:lnTo>
                    <a:pt x="543" y="303"/>
                  </a:lnTo>
                  <a:lnTo>
                    <a:pt x="546" y="302"/>
                  </a:lnTo>
                  <a:lnTo>
                    <a:pt x="547" y="300"/>
                  </a:lnTo>
                  <a:lnTo>
                    <a:pt x="550" y="299"/>
                  </a:lnTo>
                  <a:lnTo>
                    <a:pt x="553" y="297"/>
                  </a:lnTo>
                  <a:lnTo>
                    <a:pt x="554" y="297"/>
                  </a:lnTo>
                  <a:lnTo>
                    <a:pt x="556" y="296"/>
                  </a:lnTo>
                  <a:lnTo>
                    <a:pt x="557" y="295"/>
                  </a:lnTo>
                  <a:lnTo>
                    <a:pt x="560" y="295"/>
                  </a:lnTo>
                  <a:lnTo>
                    <a:pt x="562" y="293"/>
                  </a:lnTo>
                  <a:lnTo>
                    <a:pt x="563" y="293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7" y="290"/>
                  </a:lnTo>
                  <a:lnTo>
                    <a:pt x="569" y="289"/>
                  </a:lnTo>
                  <a:lnTo>
                    <a:pt x="570" y="289"/>
                  </a:lnTo>
                  <a:lnTo>
                    <a:pt x="572" y="289"/>
                  </a:lnTo>
                  <a:lnTo>
                    <a:pt x="573" y="287"/>
                  </a:lnTo>
                  <a:lnTo>
                    <a:pt x="575" y="286"/>
                  </a:lnTo>
                  <a:lnTo>
                    <a:pt x="576" y="286"/>
                  </a:lnTo>
                  <a:lnTo>
                    <a:pt x="577" y="286"/>
                  </a:lnTo>
                  <a:lnTo>
                    <a:pt x="579" y="284"/>
                  </a:lnTo>
                  <a:lnTo>
                    <a:pt x="580" y="283"/>
                  </a:lnTo>
                  <a:lnTo>
                    <a:pt x="582" y="283"/>
                  </a:lnTo>
                  <a:lnTo>
                    <a:pt x="583" y="282"/>
                  </a:lnTo>
                  <a:lnTo>
                    <a:pt x="585" y="282"/>
                  </a:lnTo>
                  <a:lnTo>
                    <a:pt x="586" y="280"/>
                  </a:lnTo>
                  <a:lnTo>
                    <a:pt x="587" y="279"/>
                  </a:lnTo>
                  <a:lnTo>
                    <a:pt x="589" y="279"/>
                  </a:lnTo>
                  <a:lnTo>
                    <a:pt x="592" y="277"/>
                  </a:lnTo>
                  <a:lnTo>
                    <a:pt x="593" y="276"/>
                  </a:lnTo>
                  <a:lnTo>
                    <a:pt x="595" y="274"/>
                  </a:lnTo>
                  <a:lnTo>
                    <a:pt x="598" y="274"/>
                  </a:lnTo>
                  <a:lnTo>
                    <a:pt x="599" y="273"/>
                  </a:lnTo>
                  <a:lnTo>
                    <a:pt x="602" y="272"/>
                  </a:lnTo>
                  <a:lnTo>
                    <a:pt x="603" y="272"/>
                  </a:lnTo>
                  <a:lnTo>
                    <a:pt x="605" y="270"/>
                  </a:lnTo>
                  <a:lnTo>
                    <a:pt x="606" y="269"/>
                  </a:lnTo>
                  <a:lnTo>
                    <a:pt x="608" y="269"/>
                  </a:lnTo>
                  <a:lnTo>
                    <a:pt x="609" y="267"/>
                  </a:lnTo>
                  <a:lnTo>
                    <a:pt x="610" y="267"/>
                  </a:lnTo>
                  <a:lnTo>
                    <a:pt x="612" y="266"/>
                  </a:lnTo>
                  <a:lnTo>
                    <a:pt x="613" y="264"/>
                  </a:lnTo>
                  <a:lnTo>
                    <a:pt x="615" y="264"/>
                  </a:lnTo>
                  <a:lnTo>
                    <a:pt x="616" y="264"/>
                  </a:lnTo>
                  <a:lnTo>
                    <a:pt x="616" y="263"/>
                  </a:lnTo>
                  <a:lnTo>
                    <a:pt x="618" y="263"/>
                  </a:lnTo>
                  <a:lnTo>
                    <a:pt x="619" y="261"/>
                  </a:lnTo>
                  <a:lnTo>
                    <a:pt x="621" y="261"/>
                  </a:lnTo>
                  <a:lnTo>
                    <a:pt x="621" y="260"/>
                  </a:lnTo>
                  <a:lnTo>
                    <a:pt x="622" y="260"/>
                  </a:lnTo>
                  <a:lnTo>
                    <a:pt x="623" y="259"/>
                  </a:lnTo>
                  <a:lnTo>
                    <a:pt x="625" y="259"/>
                  </a:lnTo>
                  <a:lnTo>
                    <a:pt x="625" y="257"/>
                  </a:lnTo>
                  <a:lnTo>
                    <a:pt x="626" y="257"/>
                  </a:lnTo>
                  <a:lnTo>
                    <a:pt x="628" y="256"/>
                  </a:lnTo>
                  <a:lnTo>
                    <a:pt x="629" y="256"/>
                  </a:lnTo>
                  <a:lnTo>
                    <a:pt x="631" y="254"/>
                  </a:lnTo>
                  <a:lnTo>
                    <a:pt x="632" y="254"/>
                  </a:lnTo>
                  <a:lnTo>
                    <a:pt x="632" y="253"/>
                  </a:lnTo>
                  <a:lnTo>
                    <a:pt x="635" y="251"/>
                  </a:lnTo>
                  <a:lnTo>
                    <a:pt x="636" y="251"/>
                  </a:lnTo>
                  <a:lnTo>
                    <a:pt x="638" y="250"/>
                  </a:lnTo>
                  <a:lnTo>
                    <a:pt x="639" y="248"/>
                  </a:lnTo>
                  <a:lnTo>
                    <a:pt x="641" y="248"/>
                  </a:lnTo>
                  <a:lnTo>
                    <a:pt x="642" y="247"/>
                  </a:lnTo>
                  <a:lnTo>
                    <a:pt x="644" y="246"/>
                  </a:lnTo>
                  <a:lnTo>
                    <a:pt x="645" y="246"/>
                  </a:lnTo>
                  <a:lnTo>
                    <a:pt x="645" y="244"/>
                  </a:lnTo>
                  <a:lnTo>
                    <a:pt x="646" y="244"/>
                  </a:lnTo>
                  <a:lnTo>
                    <a:pt x="648" y="243"/>
                  </a:lnTo>
                  <a:lnTo>
                    <a:pt x="649" y="241"/>
                  </a:lnTo>
                  <a:lnTo>
                    <a:pt x="651" y="241"/>
                  </a:lnTo>
                  <a:lnTo>
                    <a:pt x="652" y="240"/>
                  </a:lnTo>
                  <a:lnTo>
                    <a:pt x="654" y="240"/>
                  </a:lnTo>
                  <a:lnTo>
                    <a:pt x="654" y="238"/>
                  </a:lnTo>
                  <a:lnTo>
                    <a:pt x="655" y="238"/>
                  </a:lnTo>
                  <a:lnTo>
                    <a:pt x="657" y="237"/>
                  </a:lnTo>
                  <a:lnTo>
                    <a:pt x="658" y="236"/>
                  </a:lnTo>
                  <a:lnTo>
                    <a:pt x="659" y="236"/>
                  </a:lnTo>
                  <a:lnTo>
                    <a:pt x="659" y="234"/>
                  </a:lnTo>
                  <a:lnTo>
                    <a:pt x="661" y="234"/>
                  </a:lnTo>
                  <a:lnTo>
                    <a:pt x="661" y="233"/>
                  </a:lnTo>
                  <a:lnTo>
                    <a:pt x="662" y="233"/>
                  </a:lnTo>
                  <a:lnTo>
                    <a:pt x="664" y="231"/>
                  </a:lnTo>
                  <a:lnTo>
                    <a:pt x="665" y="230"/>
                  </a:lnTo>
                  <a:lnTo>
                    <a:pt x="667" y="230"/>
                  </a:lnTo>
                  <a:lnTo>
                    <a:pt x="668" y="228"/>
                  </a:lnTo>
                  <a:lnTo>
                    <a:pt x="668" y="227"/>
                  </a:lnTo>
                  <a:lnTo>
                    <a:pt x="670" y="227"/>
                  </a:lnTo>
                  <a:lnTo>
                    <a:pt x="671" y="225"/>
                  </a:lnTo>
                  <a:lnTo>
                    <a:pt x="672" y="224"/>
                  </a:lnTo>
                  <a:lnTo>
                    <a:pt x="674" y="224"/>
                  </a:lnTo>
                  <a:lnTo>
                    <a:pt x="674" y="223"/>
                  </a:lnTo>
                  <a:lnTo>
                    <a:pt x="675" y="223"/>
                  </a:lnTo>
                  <a:lnTo>
                    <a:pt x="677" y="221"/>
                  </a:lnTo>
                  <a:lnTo>
                    <a:pt x="678" y="221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18"/>
                  </a:lnTo>
                  <a:lnTo>
                    <a:pt x="681" y="218"/>
                  </a:lnTo>
                  <a:lnTo>
                    <a:pt x="682" y="217"/>
                  </a:lnTo>
                  <a:lnTo>
                    <a:pt x="684" y="217"/>
                  </a:lnTo>
                  <a:lnTo>
                    <a:pt x="684" y="215"/>
                  </a:lnTo>
                  <a:lnTo>
                    <a:pt x="685" y="215"/>
                  </a:lnTo>
                  <a:lnTo>
                    <a:pt x="685" y="214"/>
                  </a:lnTo>
                  <a:lnTo>
                    <a:pt x="687" y="214"/>
                  </a:lnTo>
                  <a:lnTo>
                    <a:pt x="688" y="214"/>
                  </a:lnTo>
                  <a:lnTo>
                    <a:pt x="688" y="213"/>
                  </a:lnTo>
                  <a:lnTo>
                    <a:pt x="690" y="213"/>
                  </a:lnTo>
                  <a:lnTo>
                    <a:pt x="691" y="211"/>
                  </a:lnTo>
                  <a:lnTo>
                    <a:pt x="693" y="210"/>
                  </a:lnTo>
                  <a:lnTo>
                    <a:pt x="694" y="210"/>
                  </a:lnTo>
                  <a:lnTo>
                    <a:pt x="695" y="208"/>
                  </a:lnTo>
                  <a:lnTo>
                    <a:pt x="697" y="207"/>
                  </a:lnTo>
                  <a:lnTo>
                    <a:pt x="698" y="207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3" y="204"/>
                  </a:lnTo>
                  <a:lnTo>
                    <a:pt x="703" y="202"/>
                  </a:lnTo>
                  <a:lnTo>
                    <a:pt x="704" y="202"/>
                  </a:lnTo>
                  <a:lnTo>
                    <a:pt x="704" y="201"/>
                  </a:lnTo>
                  <a:lnTo>
                    <a:pt x="705" y="201"/>
                  </a:lnTo>
                  <a:lnTo>
                    <a:pt x="707" y="200"/>
                  </a:lnTo>
                  <a:lnTo>
                    <a:pt x="708" y="198"/>
                  </a:lnTo>
                  <a:lnTo>
                    <a:pt x="710" y="198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5"/>
                  </a:lnTo>
                  <a:lnTo>
                    <a:pt x="713" y="195"/>
                  </a:lnTo>
                  <a:lnTo>
                    <a:pt x="713" y="194"/>
                  </a:lnTo>
                  <a:lnTo>
                    <a:pt x="714" y="192"/>
                  </a:lnTo>
                  <a:lnTo>
                    <a:pt x="716" y="192"/>
                  </a:lnTo>
                  <a:lnTo>
                    <a:pt x="716" y="191"/>
                  </a:lnTo>
                  <a:lnTo>
                    <a:pt x="717" y="189"/>
                  </a:lnTo>
                  <a:lnTo>
                    <a:pt x="718" y="188"/>
                  </a:lnTo>
                  <a:lnTo>
                    <a:pt x="720" y="188"/>
                  </a:lnTo>
                  <a:lnTo>
                    <a:pt x="720" y="187"/>
                  </a:lnTo>
                  <a:lnTo>
                    <a:pt x="721" y="185"/>
                  </a:lnTo>
                  <a:lnTo>
                    <a:pt x="723" y="184"/>
                  </a:lnTo>
                  <a:lnTo>
                    <a:pt x="724" y="182"/>
                  </a:lnTo>
                  <a:lnTo>
                    <a:pt x="726" y="181"/>
                  </a:lnTo>
                  <a:lnTo>
                    <a:pt x="727" y="179"/>
                  </a:lnTo>
                  <a:lnTo>
                    <a:pt x="729" y="178"/>
                  </a:lnTo>
                  <a:lnTo>
                    <a:pt x="730" y="177"/>
                  </a:lnTo>
                  <a:lnTo>
                    <a:pt x="730" y="175"/>
                  </a:lnTo>
                  <a:lnTo>
                    <a:pt x="731" y="175"/>
                  </a:lnTo>
                  <a:lnTo>
                    <a:pt x="733" y="174"/>
                  </a:lnTo>
                  <a:lnTo>
                    <a:pt x="733" y="172"/>
                  </a:lnTo>
                  <a:lnTo>
                    <a:pt x="734" y="172"/>
                  </a:lnTo>
                  <a:lnTo>
                    <a:pt x="734" y="171"/>
                  </a:lnTo>
                  <a:lnTo>
                    <a:pt x="736" y="169"/>
                  </a:lnTo>
                  <a:lnTo>
                    <a:pt x="737" y="169"/>
                  </a:lnTo>
                  <a:lnTo>
                    <a:pt x="737" y="168"/>
                  </a:lnTo>
                  <a:lnTo>
                    <a:pt x="739" y="168"/>
                  </a:lnTo>
                  <a:lnTo>
                    <a:pt x="739" y="166"/>
                  </a:lnTo>
                  <a:lnTo>
                    <a:pt x="740" y="165"/>
                  </a:lnTo>
                  <a:lnTo>
                    <a:pt x="741" y="164"/>
                  </a:lnTo>
                  <a:lnTo>
                    <a:pt x="741" y="162"/>
                  </a:lnTo>
                  <a:lnTo>
                    <a:pt x="743" y="162"/>
                  </a:lnTo>
                  <a:lnTo>
                    <a:pt x="744" y="161"/>
                  </a:lnTo>
                  <a:lnTo>
                    <a:pt x="744" y="159"/>
                  </a:lnTo>
                  <a:lnTo>
                    <a:pt x="746" y="158"/>
                  </a:lnTo>
                  <a:lnTo>
                    <a:pt x="747" y="156"/>
                  </a:lnTo>
                  <a:lnTo>
                    <a:pt x="749" y="155"/>
                  </a:lnTo>
                  <a:lnTo>
                    <a:pt x="749" y="154"/>
                  </a:lnTo>
                  <a:lnTo>
                    <a:pt x="750" y="152"/>
                  </a:lnTo>
                  <a:lnTo>
                    <a:pt x="752" y="151"/>
                  </a:lnTo>
                  <a:lnTo>
                    <a:pt x="753" y="149"/>
                  </a:lnTo>
                  <a:lnTo>
                    <a:pt x="754" y="148"/>
                  </a:lnTo>
                  <a:lnTo>
                    <a:pt x="756" y="145"/>
                  </a:lnTo>
                  <a:lnTo>
                    <a:pt x="759" y="143"/>
                  </a:lnTo>
                  <a:lnTo>
                    <a:pt x="760" y="142"/>
                  </a:lnTo>
                  <a:lnTo>
                    <a:pt x="762" y="141"/>
                  </a:lnTo>
                  <a:lnTo>
                    <a:pt x="763" y="138"/>
                  </a:lnTo>
                  <a:lnTo>
                    <a:pt x="763" y="136"/>
                  </a:lnTo>
                  <a:lnTo>
                    <a:pt x="764" y="135"/>
                  </a:lnTo>
                  <a:lnTo>
                    <a:pt x="766" y="133"/>
                  </a:lnTo>
                  <a:lnTo>
                    <a:pt x="767" y="132"/>
                  </a:lnTo>
                  <a:lnTo>
                    <a:pt x="769" y="132"/>
                  </a:lnTo>
                  <a:lnTo>
                    <a:pt x="769" y="131"/>
                  </a:lnTo>
                  <a:lnTo>
                    <a:pt x="770" y="129"/>
                  </a:lnTo>
                  <a:lnTo>
                    <a:pt x="772" y="128"/>
                  </a:lnTo>
                  <a:lnTo>
                    <a:pt x="772" y="126"/>
                  </a:lnTo>
                  <a:lnTo>
                    <a:pt x="773" y="126"/>
                  </a:lnTo>
                  <a:lnTo>
                    <a:pt x="773" y="125"/>
                  </a:lnTo>
                  <a:lnTo>
                    <a:pt x="775" y="123"/>
                  </a:lnTo>
                  <a:lnTo>
                    <a:pt x="775" y="122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7" y="119"/>
                  </a:lnTo>
                  <a:lnTo>
                    <a:pt x="779" y="118"/>
                  </a:lnTo>
                  <a:lnTo>
                    <a:pt x="780" y="116"/>
                  </a:lnTo>
                  <a:lnTo>
                    <a:pt x="780" y="115"/>
                  </a:lnTo>
                  <a:lnTo>
                    <a:pt x="782" y="113"/>
                  </a:lnTo>
                  <a:lnTo>
                    <a:pt x="783" y="112"/>
                  </a:lnTo>
                  <a:lnTo>
                    <a:pt x="785" y="110"/>
                  </a:lnTo>
                  <a:lnTo>
                    <a:pt x="785" y="109"/>
                  </a:lnTo>
                  <a:lnTo>
                    <a:pt x="786" y="107"/>
                  </a:lnTo>
                  <a:lnTo>
                    <a:pt x="788" y="105"/>
                  </a:lnTo>
                  <a:lnTo>
                    <a:pt x="789" y="103"/>
                  </a:lnTo>
                  <a:lnTo>
                    <a:pt x="790" y="102"/>
                  </a:lnTo>
                  <a:lnTo>
                    <a:pt x="792" y="99"/>
                  </a:lnTo>
                  <a:lnTo>
                    <a:pt x="795" y="96"/>
                  </a:lnTo>
                  <a:lnTo>
                    <a:pt x="796" y="95"/>
                  </a:lnTo>
                  <a:lnTo>
                    <a:pt x="798" y="93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0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5" y="82"/>
                  </a:lnTo>
                  <a:lnTo>
                    <a:pt x="806" y="80"/>
                  </a:lnTo>
                  <a:lnTo>
                    <a:pt x="808" y="79"/>
                  </a:lnTo>
                  <a:lnTo>
                    <a:pt x="808" y="77"/>
                  </a:lnTo>
                  <a:lnTo>
                    <a:pt x="809" y="76"/>
                  </a:lnTo>
                  <a:lnTo>
                    <a:pt x="809" y="74"/>
                  </a:lnTo>
                  <a:lnTo>
                    <a:pt x="811" y="73"/>
                  </a:lnTo>
                  <a:lnTo>
                    <a:pt x="812" y="73"/>
                  </a:lnTo>
                  <a:lnTo>
                    <a:pt x="812" y="72"/>
                  </a:lnTo>
                  <a:lnTo>
                    <a:pt x="813" y="70"/>
                  </a:lnTo>
                  <a:lnTo>
                    <a:pt x="813" y="69"/>
                  </a:lnTo>
                  <a:lnTo>
                    <a:pt x="815" y="67"/>
                  </a:lnTo>
                  <a:lnTo>
                    <a:pt x="816" y="66"/>
                  </a:lnTo>
                  <a:lnTo>
                    <a:pt x="818" y="64"/>
                  </a:lnTo>
                  <a:lnTo>
                    <a:pt x="818" y="63"/>
                  </a:lnTo>
                  <a:lnTo>
                    <a:pt x="819" y="61"/>
                  </a:lnTo>
                  <a:lnTo>
                    <a:pt x="821" y="60"/>
                  </a:lnTo>
                  <a:lnTo>
                    <a:pt x="822" y="59"/>
                  </a:lnTo>
                  <a:lnTo>
                    <a:pt x="824" y="56"/>
                  </a:lnTo>
                  <a:lnTo>
                    <a:pt x="825" y="54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7"/>
                  </a:lnTo>
                  <a:lnTo>
                    <a:pt x="831" y="46"/>
                  </a:lnTo>
                  <a:lnTo>
                    <a:pt x="832" y="43"/>
                  </a:lnTo>
                  <a:lnTo>
                    <a:pt x="834" y="41"/>
                  </a:lnTo>
                  <a:lnTo>
                    <a:pt x="835" y="38"/>
                  </a:lnTo>
                  <a:lnTo>
                    <a:pt x="836" y="37"/>
                  </a:lnTo>
                  <a:lnTo>
                    <a:pt x="838" y="36"/>
                  </a:lnTo>
                  <a:lnTo>
                    <a:pt x="839" y="34"/>
                  </a:lnTo>
                  <a:lnTo>
                    <a:pt x="841" y="33"/>
                  </a:lnTo>
                  <a:lnTo>
                    <a:pt x="842" y="31"/>
                  </a:lnTo>
                  <a:lnTo>
                    <a:pt x="842" y="30"/>
                  </a:lnTo>
                  <a:lnTo>
                    <a:pt x="844" y="28"/>
                  </a:lnTo>
                  <a:lnTo>
                    <a:pt x="845" y="27"/>
                  </a:lnTo>
                  <a:lnTo>
                    <a:pt x="845" y="25"/>
                  </a:lnTo>
                  <a:lnTo>
                    <a:pt x="847" y="24"/>
                  </a:lnTo>
                  <a:lnTo>
                    <a:pt x="847" y="23"/>
                  </a:lnTo>
                  <a:lnTo>
                    <a:pt x="848" y="23"/>
                  </a:lnTo>
                  <a:lnTo>
                    <a:pt x="848" y="21"/>
                  </a:lnTo>
                  <a:lnTo>
                    <a:pt x="849" y="20"/>
                  </a:lnTo>
                  <a:lnTo>
                    <a:pt x="849" y="18"/>
                  </a:lnTo>
                  <a:lnTo>
                    <a:pt x="851" y="18"/>
                  </a:lnTo>
                  <a:lnTo>
                    <a:pt x="851" y="17"/>
                  </a:lnTo>
                  <a:lnTo>
                    <a:pt x="852" y="15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4" y="11"/>
                  </a:lnTo>
                  <a:lnTo>
                    <a:pt x="855" y="10"/>
                  </a:lnTo>
                  <a:lnTo>
                    <a:pt x="855" y="8"/>
                  </a:lnTo>
                  <a:lnTo>
                    <a:pt x="857" y="7"/>
                  </a:lnTo>
                  <a:lnTo>
                    <a:pt x="858" y="5"/>
                  </a:lnTo>
                  <a:lnTo>
                    <a:pt x="858" y="4"/>
                  </a:lnTo>
                  <a:lnTo>
                    <a:pt x="859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7" name="Freeform 60">
              <a:extLst>
                <a:ext uri="{FF2B5EF4-FFF2-40B4-BE49-F238E27FC236}">
                  <a16:creationId xmlns:a16="http://schemas.microsoft.com/office/drawing/2014/main" id="{4749D0E9-046E-4368-AD70-858E18D3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5639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8"/>
                  </a:lnTo>
                  <a:lnTo>
                    <a:pt x="5" y="11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3" y="63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0" y="83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4" y="95"/>
                  </a:lnTo>
                  <a:lnTo>
                    <a:pt x="46" y="96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2"/>
                  </a:lnTo>
                  <a:lnTo>
                    <a:pt x="49" y="105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1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59" y="132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2" y="141"/>
                  </a:lnTo>
                  <a:lnTo>
                    <a:pt x="63" y="142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6" y="155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9" y="161"/>
                  </a:lnTo>
                  <a:lnTo>
                    <a:pt x="69" y="164"/>
                  </a:lnTo>
                  <a:lnTo>
                    <a:pt x="70" y="165"/>
                  </a:lnTo>
                  <a:lnTo>
                    <a:pt x="70" y="168"/>
                  </a:lnTo>
                  <a:lnTo>
                    <a:pt x="72" y="169"/>
                  </a:lnTo>
                  <a:lnTo>
                    <a:pt x="72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4" y="178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6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7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79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0" y="200"/>
                  </a:lnTo>
                  <a:lnTo>
                    <a:pt x="80" y="201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3" y="211"/>
                  </a:lnTo>
                  <a:lnTo>
                    <a:pt x="85" y="213"/>
                  </a:lnTo>
                  <a:lnTo>
                    <a:pt x="85" y="216"/>
                  </a:lnTo>
                  <a:lnTo>
                    <a:pt x="86" y="217"/>
                  </a:lnTo>
                  <a:lnTo>
                    <a:pt x="87" y="220"/>
                  </a:lnTo>
                  <a:lnTo>
                    <a:pt x="87" y="223"/>
                  </a:lnTo>
                  <a:lnTo>
                    <a:pt x="87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0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5" y="262"/>
                  </a:lnTo>
                  <a:lnTo>
                    <a:pt x="95" y="264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6" y="277"/>
                  </a:lnTo>
                  <a:lnTo>
                    <a:pt x="96" y="279"/>
                  </a:lnTo>
                  <a:lnTo>
                    <a:pt x="96" y="280"/>
                  </a:lnTo>
                  <a:lnTo>
                    <a:pt x="96" y="282"/>
                  </a:lnTo>
                  <a:lnTo>
                    <a:pt x="97" y="283"/>
                  </a:lnTo>
                  <a:lnTo>
                    <a:pt x="97" y="285"/>
                  </a:lnTo>
                  <a:lnTo>
                    <a:pt x="97" y="286"/>
                  </a:lnTo>
                  <a:lnTo>
                    <a:pt x="97" y="287"/>
                  </a:lnTo>
                  <a:lnTo>
                    <a:pt x="97" y="289"/>
                  </a:lnTo>
                  <a:lnTo>
                    <a:pt x="97" y="290"/>
                  </a:lnTo>
                  <a:lnTo>
                    <a:pt x="97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100" y="300"/>
                  </a:lnTo>
                  <a:lnTo>
                    <a:pt x="100" y="302"/>
                  </a:lnTo>
                  <a:lnTo>
                    <a:pt x="100" y="303"/>
                  </a:lnTo>
                  <a:lnTo>
                    <a:pt x="100" y="305"/>
                  </a:lnTo>
                  <a:lnTo>
                    <a:pt x="100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0"/>
                  </a:lnTo>
                  <a:lnTo>
                    <a:pt x="102" y="312"/>
                  </a:lnTo>
                  <a:lnTo>
                    <a:pt x="102" y="313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3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0" y="339"/>
                  </a:lnTo>
                  <a:lnTo>
                    <a:pt x="100" y="341"/>
                  </a:lnTo>
                  <a:lnTo>
                    <a:pt x="100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8" name="Freeform 61">
              <a:extLst>
                <a:ext uri="{FF2B5EF4-FFF2-40B4-BE49-F238E27FC236}">
                  <a16:creationId xmlns:a16="http://schemas.microsoft.com/office/drawing/2014/main" id="{88D95B95-D1C6-4B27-954A-3C379F64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835400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344"/>
                  </a:moveTo>
                  <a:lnTo>
                    <a:pt x="2" y="340"/>
                  </a:lnTo>
                  <a:lnTo>
                    <a:pt x="4" y="337"/>
                  </a:lnTo>
                  <a:lnTo>
                    <a:pt x="5" y="332"/>
                  </a:lnTo>
                  <a:lnTo>
                    <a:pt x="8" y="330"/>
                  </a:lnTo>
                  <a:lnTo>
                    <a:pt x="10" y="327"/>
                  </a:lnTo>
                  <a:lnTo>
                    <a:pt x="11" y="324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5" y="315"/>
                  </a:lnTo>
                  <a:lnTo>
                    <a:pt x="17" y="314"/>
                  </a:lnTo>
                  <a:lnTo>
                    <a:pt x="18" y="311"/>
                  </a:lnTo>
                  <a:lnTo>
                    <a:pt x="20" y="309"/>
                  </a:lnTo>
                  <a:lnTo>
                    <a:pt x="20" y="308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23" y="304"/>
                  </a:lnTo>
                  <a:lnTo>
                    <a:pt x="23" y="302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6" y="298"/>
                  </a:lnTo>
                  <a:lnTo>
                    <a:pt x="26" y="297"/>
                  </a:lnTo>
                  <a:lnTo>
                    <a:pt x="26" y="295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8" y="291"/>
                  </a:lnTo>
                  <a:lnTo>
                    <a:pt x="28" y="289"/>
                  </a:lnTo>
                  <a:lnTo>
                    <a:pt x="30" y="288"/>
                  </a:lnTo>
                  <a:lnTo>
                    <a:pt x="30" y="286"/>
                  </a:lnTo>
                  <a:lnTo>
                    <a:pt x="31" y="285"/>
                  </a:lnTo>
                  <a:lnTo>
                    <a:pt x="31" y="282"/>
                  </a:lnTo>
                  <a:lnTo>
                    <a:pt x="33" y="281"/>
                  </a:lnTo>
                  <a:lnTo>
                    <a:pt x="33" y="279"/>
                  </a:lnTo>
                  <a:lnTo>
                    <a:pt x="34" y="276"/>
                  </a:lnTo>
                  <a:lnTo>
                    <a:pt x="34" y="275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7" y="271"/>
                  </a:lnTo>
                  <a:lnTo>
                    <a:pt x="37" y="269"/>
                  </a:lnTo>
                  <a:lnTo>
                    <a:pt x="37" y="268"/>
                  </a:lnTo>
                  <a:lnTo>
                    <a:pt x="38" y="266"/>
                  </a:lnTo>
                  <a:lnTo>
                    <a:pt x="38" y="265"/>
                  </a:lnTo>
                  <a:lnTo>
                    <a:pt x="40" y="263"/>
                  </a:lnTo>
                  <a:lnTo>
                    <a:pt x="40" y="262"/>
                  </a:lnTo>
                  <a:lnTo>
                    <a:pt x="40" y="261"/>
                  </a:lnTo>
                  <a:lnTo>
                    <a:pt x="41" y="259"/>
                  </a:lnTo>
                  <a:lnTo>
                    <a:pt x="41" y="258"/>
                  </a:lnTo>
                  <a:lnTo>
                    <a:pt x="43" y="256"/>
                  </a:lnTo>
                  <a:lnTo>
                    <a:pt x="43" y="255"/>
                  </a:lnTo>
                  <a:lnTo>
                    <a:pt x="43" y="253"/>
                  </a:lnTo>
                  <a:lnTo>
                    <a:pt x="44" y="253"/>
                  </a:lnTo>
                  <a:lnTo>
                    <a:pt x="44" y="252"/>
                  </a:lnTo>
                  <a:lnTo>
                    <a:pt x="44" y="250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7" y="245"/>
                  </a:lnTo>
                  <a:lnTo>
                    <a:pt x="47" y="243"/>
                  </a:lnTo>
                  <a:lnTo>
                    <a:pt x="49" y="242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3"/>
                  </a:lnTo>
                  <a:lnTo>
                    <a:pt x="53" y="230"/>
                  </a:lnTo>
                  <a:lnTo>
                    <a:pt x="53" y="229"/>
                  </a:lnTo>
                  <a:lnTo>
                    <a:pt x="54" y="226"/>
                  </a:lnTo>
                  <a:lnTo>
                    <a:pt x="54" y="225"/>
                  </a:lnTo>
                  <a:lnTo>
                    <a:pt x="56" y="223"/>
                  </a:lnTo>
                  <a:lnTo>
                    <a:pt x="56" y="220"/>
                  </a:lnTo>
                  <a:lnTo>
                    <a:pt x="57" y="219"/>
                  </a:lnTo>
                  <a:lnTo>
                    <a:pt x="57" y="217"/>
                  </a:lnTo>
                  <a:lnTo>
                    <a:pt x="57" y="216"/>
                  </a:lnTo>
                  <a:lnTo>
                    <a:pt x="59" y="215"/>
                  </a:lnTo>
                  <a:lnTo>
                    <a:pt x="59" y="213"/>
                  </a:lnTo>
                  <a:lnTo>
                    <a:pt x="59" y="212"/>
                  </a:lnTo>
                  <a:lnTo>
                    <a:pt x="60" y="210"/>
                  </a:lnTo>
                  <a:lnTo>
                    <a:pt x="60" y="209"/>
                  </a:lnTo>
                  <a:lnTo>
                    <a:pt x="62" y="20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62" y="203"/>
                  </a:lnTo>
                  <a:lnTo>
                    <a:pt x="63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4" y="197"/>
                  </a:lnTo>
                  <a:lnTo>
                    <a:pt x="64" y="196"/>
                  </a:lnTo>
                  <a:lnTo>
                    <a:pt x="64" y="194"/>
                  </a:lnTo>
                  <a:lnTo>
                    <a:pt x="66" y="193"/>
                  </a:lnTo>
                  <a:lnTo>
                    <a:pt x="66" y="191"/>
                  </a:lnTo>
                  <a:lnTo>
                    <a:pt x="66" y="190"/>
                  </a:lnTo>
                  <a:lnTo>
                    <a:pt x="67" y="187"/>
                  </a:lnTo>
                  <a:lnTo>
                    <a:pt x="67" y="186"/>
                  </a:lnTo>
                  <a:lnTo>
                    <a:pt x="69" y="183"/>
                  </a:lnTo>
                  <a:lnTo>
                    <a:pt x="69" y="181"/>
                  </a:lnTo>
                  <a:lnTo>
                    <a:pt x="70" y="179"/>
                  </a:lnTo>
                  <a:lnTo>
                    <a:pt x="70" y="176"/>
                  </a:lnTo>
                  <a:lnTo>
                    <a:pt x="72" y="174"/>
                  </a:lnTo>
                  <a:lnTo>
                    <a:pt x="72" y="173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3" y="167"/>
                  </a:lnTo>
                  <a:lnTo>
                    <a:pt x="74" y="166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6" y="161"/>
                  </a:lnTo>
                  <a:lnTo>
                    <a:pt x="76" y="160"/>
                  </a:lnTo>
                  <a:lnTo>
                    <a:pt x="76" y="158"/>
                  </a:lnTo>
                  <a:lnTo>
                    <a:pt x="76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79" y="148"/>
                  </a:lnTo>
                  <a:lnTo>
                    <a:pt x="80" y="147"/>
                  </a:lnTo>
                  <a:lnTo>
                    <a:pt x="80" y="145"/>
                  </a:lnTo>
                  <a:lnTo>
                    <a:pt x="80" y="144"/>
                  </a:lnTo>
                  <a:lnTo>
                    <a:pt x="80" y="143"/>
                  </a:lnTo>
                  <a:lnTo>
                    <a:pt x="82" y="141"/>
                  </a:lnTo>
                  <a:lnTo>
                    <a:pt x="82" y="140"/>
                  </a:lnTo>
                  <a:lnTo>
                    <a:pt x="83" y="137"/>
                  </a:lnTo>
                  <a:lnTo>
                    <a:pt x="83" y="135"/>
                  </a:lnTo>
                  <a:lnTo>
                    <a:pt x="83" y="134"/>
                  </a:lnTo>
                  <a:lnTo>
                    <a:pt x="85" y="131"/>
                  </a:lnTo>
                  <a:lnTo>
                    <a:pt x="85" y="128"/>
                  </a:lnTo>
                  <a:lnTo>
                    <a:pt x="86" y="127"/>
                  </a:lnTo>
                  <a:lnTo>
                    <a:pt x="87" y="124"/>
                  </a:lnTo>
                  <a:lnTo>
                    <a:pt x="87" y="122"/>
                  </a:lnTo>
                  <a:lnTo>
                    <a:pt x="87" y="120"/>
                  </a:lnTo>
                  <a:lnTo>
                    <a:pt x="89" y="118"/>
                  </a:lnTo>
                  <a:lnTo>
                    <a:pt x="89" y="117"/>
                  </a:lnTo>
                  <a:lnTo>
                    <a:pt x="90" y="115"/>
                  </a:lnTo>
                  <a:lnTo>
                    <a:pt x="90" y="114"/>
                  </a:lnTo>
                  <a:lnTo>
                    <a:pt x="90" y="112"/>
                  </a:lnTo>
                  <a:lnTo>
                    <a:pt x="90" y="111"/>
                  </a:lnTo>
                  <a:lnTo>
                    <a:pt x="92" y="109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2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8"/>
                  </a:lnTo>
                  <a:lnTo>
                    <a:pt x="95" y="86"/>
                  </a:lnTo>
                  <a:lnTo>
                    <a:pt x="95" y="84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6" y="78"/>
                  </a:lnTo>
                  <a:lnTo>
                    <a:pt x="96" y="76"/>
                  </a:lnTo>
                  <a:lnTo>
                    <a:pt x="96" y="75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6" y="66"/>
                  </a:lnTo>
                  <a:lnTo>
                    <a:pt x="96" y="65"/>
                  </a:lnTo>
                  <a:lnTo>
                    <a:pt x="96" y="63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1"/>
                  </a:lnTo>
                  <a:lnTo>
                    <a:pt x="97" y="59"/>
                  </a:lnTo>
                  <a:lnTo>
                    <a:pt x="97" y="58"/>
                  </a:lnTo>
                  <a:lnTo>
                    <a:pt x="97" y="56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0" y="6"/>
                  </a:lnTo>
                  <a:lnTo>
                    <a:pt x="100" y="3"/>
                  </a:lnTo>
                  <a:lnTo>
                    <a:pt x="10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9" name="Rectangle 62">
              <a:extLst>
                <a:ext uri="{FF2B5EF4-FFF2-40B4-BE49-F238E27FC236}">
                  <a16:creationId xmlns:a16="http://schemas.microsoft.com/office/drawing/2014/main" id="{32C8FF54-E36D-4E0F-AFEB-578571BEE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50927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0" name="Freeform 63">
              <a:extLst>
                <a:ext uri="{FF2B5EF4-FFF2-40B4-BE49-F238E27FC236}">
                  <a16:creationId xmlns:a16="http://schemas.microsoft.com/office/drawing/2014/main" id="{E0EEC314-95D6-4BCD-9583-A7877933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3354388"/>
              <a:ext cx="1050925" cy="411162"/>
            </a:xfrm>
            <a:custGeom>
              <a:avLst/>
              <a:gdLst>
                <a:gd name="T0" fmla="*/ 2147483646 w 1324"/>
                <a:gd name="T1" fmla="*/ 2147483646 h 518"/>
                <a:gd name="T2" fmla="*/ 2147483646 w 1324"/>
                <a:gd name="T3" fmla="*/ 2147483646 h 518"/>
                <a:gd name="T4" fmla="*/ 2147483646 w 1324"/>
                <a:gd name="T5" fmla="*/ 0 h 518"/>
                <a:gd name="T6" fmla="*/ 0 w 1324"/>
                <a:gd name="T7" fmla="*/ 0 h 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4"/>
                <a:gd name="T13" fmla="*/ 0 h 518"/>
                <a:gd name="T14" fmla="*/ 1324 w 1324"/>
                <a:gd name="T15" fmla="*/ 518 h 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4" h="518">
                  <a:moveTo>
                    <a:pt x="1324" y="518"/>
                  </a:moveTo>
                  <a:lnTo>
                    <a:pt x="461" y="518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1" name="Freeform 64">
              <a:extLst>
                <a:ext uri="{FF2B5EF4-FFF2-40B4-BE49-F238E27FC236}">
                  <a16:creationId xmlns:a16="http://schemas.microsoft.com/office/drawing/2014/main" id="{AAB55873-A43B-4E79-8419-CA417C39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3903663"/>
              <a:ext cx="1028700" cy="433387"/>
            </a:xfrm>
            <a:custGeom>
              <a:avLst/>
              <a:gdLst>
                <a:gd name="T0" fmla="*/ 2147483646 w 1295"/>
                <a:gd name="T1" fmla="*/ 0 h 547"/>
                <a:gd name="T2" fmla="*/ 2147483646 w 1295"/>
                <a:gd name="T3" fmla="*/ 0 h 547"/>
                <a:gd name="T4" fmla="*/ 2147483646 w 1295"/>
                <a:gd name="T5" fmla="*/ 2147483646 h 547"/>
                <a:gd name="T6" fmla="*/ 0 w 1295"/>
                <a:gd name="T7" fmla="*/ 2147483646 h 5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95"/>
                <a:gd name="T13" fmla="*/ 0 h 547"/>
                <a:gd name="T14" fmla="*/ 1295 w 1295"/>
                <a:gd name="T15" fmla="*/ 547 h 5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95" h="547">
                  <a:moveTo>
                    <a:pt x="1295" y="0"/>
                  </a:moveTo>
                  <a:lnTo>
                    <a:pt x="432" y="0"/>
                  </a:lnTo>
                  <a:lnTo>
                    <a:pt x="432" y="547"/>
                  </a:lnTo>
                  <a:lnTo>
                    <a:pt x="0" y="54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2" name="Freeform 65">
              <a:extLst>
                <a:ext uri="{FF2B5EF4-FFF2-40B4-BE49-F238E27FC236}">
                  <a16:creationId xmlns:a16="http://schemas.microsoft.com/office/drawing/2014/main" id="{BF992970-7403-44C3-B08B-3B78BFCD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4040188"/>
              <a:ext cx="982662" cy="1255712"/>
            </a:xfrm>
            <a:custGeom>
              <a:avLst/>
              <a:gdLst>
                <a:gd name="T0" fmla="*/ 2147483646 w 1238"/>
                <a:gd name="T1" fmla="*/ 0 h 1582"/>
                <a:gd name="T2" fmla="*/ 2147483646 w 1238"/>
                <a:gd name="T3" fmla="*/ 0 h 1582"/>
                <a:gd name="T4" fmla="*/ 2147483646 w 1238"/>
                <a:gd name="T5" fmla="*/ 2147483646 h 1582"/>
                <a:gd name="T6" fmla="*/ 0 w 1238"/>
                <a:gd name="T7" fmla="*/ 2147483646 h 15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"/>
                <a:gd name="T13" fmla="*/ 0 h 1582"/>
                <a:gd name="T14" fmla="*/ 1238 w 1238"/>
                <a:gd name="T15" fmla="*/ 1582 h 15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" h="1582">
                  <a:moveTo>
                    <a:pt x="1238" y="0"/>
                  </a:moveTo>
                  <a:lnTo>
                    <a:pt x="835" y="0"/>
                  </a:lnTo>
                  <a:lnTo>
                    <a:pt x="835" y="1582"/>
                  </a:lnTo>
                  <a:lnTo>
                    <a:pt x="0" y="158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3" name="Rectangle 66">
              <a:extLst>
                <a:ext uri="{FF2B5EF4-FFF2-40B4-BE49-F238E27FC236}">
                  <a16:creationId xmlns:a16="http://schemas.microsoft.com/office/drawing/2014/main" id="{513B75BC-DAF7-4B25-894A-0E186D5B7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5587" y="3711575"/>
              <a:ext cx="2016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f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4" name="Rectangle 67">
              <a:extLst>
                <a:ext uri="{FF2B5EF4-FFF2-40B4-BE49-F238E27FC236}">
                  <a16:creationId xmlns:a16="http://schemas.microsoft.com/office/drawing/2014/main" id="{DCA25A2D-E83A-4143-9A31-DE7D705C5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379788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5" name="Rectangle 68">
              <a:extLst>
                <a:ext uri="{FF2B5EF4-FFF2-40B4-BE49-F238E27FC236}">
                  <a16:creationId xmlns:a16="http://schemas.microsoft.com/office/drawing/2014/main" id="{82DAC17E-2E43-4036-9DBF-704587BFC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4845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6" name="Rectangle 69">
              <a:extLst>
                <a:ext uri="{FF2B5EF4-FFF2-40B4-BE49-F238E27FC236}">
                  <a16:creationId xmlns:a16="http://schemas.microsoft.com/office/drawing/2014/main" id="{0FCAAC75-6E2C-40B9-9AA0-F68E6C411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6623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7" name="Rectangle 70">
              <a:extLst>
                <a:ext uri="{FF2B5EF4-FFF2-40B4-BE49-F238E27FC236}">
                  <a16:creationId xmlns:a16="http://schemas.microsoft.com/office/drawing/2014/main" id="{CC9CE1E7-00D4-417C-B2F6-86B65A606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7671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8" name="Rectangle 71">
              <a:extLst>
                <a:ext uri="{FF2B5EF4-FFF2-40B4-BE49-F238E27FC236}">
                  <a16:creationId xmlns:a16="http://schemas.microsoft.com/office/drawing/2014/main" id="{42280048-9DBD-4B02-9776-618318137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038" y="4333875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4999" name="AutoShape 73">
              <a:extLst>
                <a:ext uri="{FF2B5EF4-FFF2-40B4-BE49-F238E27FC236}">
                  <a16:creationId xmlns:a16="http://schemas.microsoft.com/office/drawing/2014/main" id="{E2B46BFD-0228-4D20-B2B5-76D72B4F1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21272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000" name="AutoShape 75">
              <a:extLst>
                <a:ext uri="{FF2B5EF4-FFF2-40B4-BE49-F238E27FC236}">
                  <a16:creationId xmlns:a16="http://schemas.microsoft.com/office/drawing/2014/main" id="{F2FEF051-B879-4CED-9DC0-6609F7D07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0" y="3094038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001" name="AutoShape 77">
              <a:extLst>
                <a:ext uri="{FF2B5EF4-FFF2-40B4-BE49-F238E27FC236}">
                  <a16:creationId xmlns:a16="http://schemas.microsoft.com/office/drawing/2014/main" id="{A4F193ED-DC48-42E2-852A-C8B2A6FFF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4073525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002" name="AutoShape 79">
              <a:extLst>
                <a:ext uri="{FF2B5EF4-FFF2-40B4-BE49-F238E27FC236}">
                  <a16:creationId xmlns:a16="http://schemas.microsoft.com/office/drawing/2014/main" id="{47855888-9D2B-47DD-B293-3248642C6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50355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24930" name="Title 1">
            <a:extLst>
              <a:ext uri="{FF2B5EF4-FFF2-40B4-BE49-F238E27FC236}">
                <a16:creationId xmlns:a16="http://schemas.microsoft.com/office/drawing/2014/main" id="{D0DE41E3-85B7-4CB0-B431-AFB24A1C1E9E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4-to-1 multiplexer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built using a 2-to-4 decoder</a:t>
            </a:r>
          </a:p>
        </p:txBody>
      </p:sp>
      <p:sp>
        <p:nvSpPr>
          <p:cNvPr id="124931" name="TextBox 125">
            <a:extLst>
              <a:ext uri="{FF2B5EF4-FFF2-40B4-BE49-F238E27FC236}">
                <a16:creationId xmlns:a16="http://schemas.microsoft.com/office/drawing/2014/main" id="{384F29CE-6F6C-4E8E-A3BE-57C65A12A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4.17 from the textbook ]</a:t>
            </a:r>
          </a:p>
        </p:txBody>
      </p:sp>
      <p:sp>
        <p:nvSpPr>
          <p:cNvPr id="124932" name="TextBox 16">
            <a:extLst>
              <a:ext uri="{FF2B5EF4-FFF2-40B4-BE49-F238E27FC236}">
                <a16:creationId xmlns:a16="http://schemas.microsoft.com/office/drawing/2014/main" id="{4E2CEF56-C37B-465F-9B80-53D9D5A0C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68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33" name="TextBox 16">
            <a:extLst>
              <a:ext uri="{FF2B5EF4-FFF2-40B4-BE49-F238E27FC236}">
                <a16:creationId xmlns:a16="http://schemas.microsoft.com/office/drawing/2014/main" id="{020EE9BB-C9ED-4837-9466-8F479F096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29337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34" name="TextBox 16">
            <a:extLst>
              <a:ext uri="{FF2B5EF4-FFF2-40B4-BE49-F238E27FC236}">
                <a16:creationId xmlns:a16="http://schemas.microsoft.com/office/drawing/2014/main" id="{79E198F5-88E1-4D36-A054-E62456817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3875" y="3913188"/>
            <a:ext cx="5095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2</a:t>
            </a:r>
          </a:p>
        </p:txBody>
      </p:sp>
      <p:sp>
        <p:nvSpPr>
          <p:cNvPr id="124935" name="TextBox 16">
            <a:extLst>
              <a:ext uri="{FF2B5EF4-FFF2-40B4-BE49-F238E27FC236}">
                <a16:creationId xmlns:a16="http://schemas.microsoft.com/office/drawing/2014/main" id="{A1A94044-370B-4231-BFA6-27410FE72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4897438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36" name="TextBox 16">
            <a:extLst>
              <a:ext uri="{FF2B5EF4-FFF2-40B4-BE49-F238E27FC236}">
                <a16:creationId xmlns:a16="http://schemas.microsoft.com/office/drawing/2014/main" id="{72B7901B-5C14-4E2E-8BAF-4C41256C7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00" y="3386138"/>
            <a:ext cx="5111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2</a:t>
            </a:r>
          </a:p>
        </p:txBody>
      </p:sp>
      <p:sp>
        <p:nvSpPr>
          <p:cNvPr id="124937" name="TextBox 16">
            <a:extLst>
              <a:ext uri="{FF2B5EF4-FFF2-40B4-BE49-F238E27FC236}">
                <a16:creationId xmlns:a16="http://schemas.microsoft.com/office/drawing/2014/main" id="{CFBB6527-AA5E-4F82-986A-7074EA42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31321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38" name="TextBox 16">
            <a:extLst>
              <a:ext uri="{FF2B5EF4-FFF2-40B4-BE49-F238E27FC236}">
                <a16:creationId xmlns:a16="http://schemas.microsoft.com/office/drawing/2014/main" id="{D4DF2D6C-1957-4383-B99B-7A05609B0E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8350" y="34877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39" name="TextBox 16">
            <a:extLst>
              <a:ext uri="{FF2B5EF4-FFF2-40B4-BE49-F238E27FC236}">
                <a16:creationId xmlns:a16="http://schemas.microsoft.com/office/drawing/2014/main" id="{67B3B616-F470-47E2-B528-A66C18B5F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1829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40" name="TextBox 16">
            <a:extLst>
              <a:ext uri="{FF2B5EF4-FFF2-40B4-BE49-F238E27FC236}">
                <a16:creationId xmlns:a16="http://schemas.microsoft.com/office/drawing/2014/main" id="{357DD0CD-BFF2-484A-9D7D-8CE1815345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350202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41" name="TextBox 16">
            <a:extLst>
              <a:ext uri="{FF2B5EF4-FFF2-40B4-BE49-F238E27FC236}">
                <a16:creationId xmlns:a16="http://schemas.microsoft.com/office/drawing/2014/main" id="{6FB16D3D-32F4-40F0-AB30-E850F695F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802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4942" name="TextBox 16">
            <a:extLst>
              <a:ext uri="{FF2B5EF4-FFF2-40B4-BE49-F238E27FC236}">
                <a16:creationId xmlns:a16="http://schemas.microsoft.com/office/drawing/2014/main" id="{E764B21B-9F95-44A9-A855-F3DDD18219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4084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3" name="Group 1">
            <a:extLst>
              <a:ext uri="{FF2B5EF4-FFF2-40B4-BE49-F238E27FC236}">
                <a16:creationId xmlns:a16="http://schemas.microsoft.com/office/drawing/2014/main" id="{65510E3B-2A46-4814-96E9-F05490B6B536}"/>
              </a:ext>
            </a:extLst>
          </p:cNvPr>
          <p:cNvGrpSpPr>
            <a:grpSpLocks/>
          </p:cNvGrpSpPr>
          <p:nvPr/>
        </p:nvGrpSpPr>
        <p:grpSpPr bwMode="auto">
          <a:xfrm>
            <a:off x="1779588" y="2074863"/>
            <a:ext cx="6297612" cy="3487737"/>
            <a:chOff x="1779588" y="2074863"/>
            <a:chExt cx="6297612" cy="3487737"/>
          </a:xfrm>
        </p:grpSpPr>
        <p:sp>
          <p:nvSpPr>
            <p:cNvPr id="125967" name="Freeform 4">
              <a:extLst>
                <a:ext uri="{FF2B5EF4-FFF2-40B4-BE49-F238E27FC236}">
                  <a16:creationId xmlns:a16="http://schemas.microsoft.com/office/drawing/2014/main" id="{AD6B8749-B611-420A-B351-40BCC2AA9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395538"/>
              <a:ext cx="1004887" cy="1255712"/>
            </a:xfrm>
            <a:custGeom>
              <a:avLst/>
              <a:gdLst>
                <a:gd name="T0" fmla="*/ 2147483646 w 1267"/>
                <a:gd name="T1" fmla="*/ 2147483646 h 1583"/>
                <a:gd name="T2" fmla="*/ 2147483646 w 1267"/>
                <a:gd name="T3" fmla="*/ 2147483646 h 1583"/>
                <a:gd name="T4" fmla="*/ 2147483646 w 1267"/>
                <a:gd name="T5" fmla="*/ 0 h 1583"/>
                <a:gd name="T6" fmla="*/ 0 w 1267"/>
                <a:gd name="T7" fmla="*/ 0 h 1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7"/>
                <a:gd name="T13" fmla="*/ 0 h 1583"/>
                <a:gd name="T14" fmla="*/ 1267 w 1267"/>
                <a:gd name="T15" fmla="*/ 1583 h 1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7" h="1583">
                  <a:moveTo>
                    <a:pt x="1267" y="1583"/>
                  </a:moveTo>
                  <a:lnTo>
                    <a:pt x="864" y="1583"/>
                  </a:lnTo>
                  <a:lnTo>
                    <a:pt x="864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8" name="Rectangle 17">
              <a:extLst>
                <a:ext uri="{FF2B5EF4-FFF2-40B4-BE49-F238E27FC236}">
                  <a16:creationId xmlns:a16="http://schemas.microsoft.com/office/drawing/2014/main" id="{92ABC08D-5EFA-4864-8513-91F80C491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3048000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969" name="Rectangle 18">
              <a:extLst>
                <a:ext uri="{FF2B5EF4-FFF2-40B4-BE49-F238E27FC236}">
                  <a16:creationId xmlns:a16="http://schemas.microsoft.com/office/drawing/2014/main" id="{50AE5169-828D-44CC-B990-44C94AB6C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31527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970" name="Rectangle 19">
              <a:extLst>
                <a:ext uri="{FF2B5EF4-FFF2-40B4-BE49-F238E27FC236}">
                  <a16:creationId xmlns:a16="http://schemas.microsoft.com/office/drawing/2014/main" id="{382737B6-8232-468D-B9D4-97BDE8A54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20748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971" name="Line 20">
              <a:extLst>
                <a:ext uri="{FF2B5EF4-FFF2-40B4-BE49-F238E27FC236}">
                  <a16:creationId xmlns:a16="http://schemas.microsoft.com/office/drawing/2014/main" id="{AD13806C-7CE5-4256-9AF7-B5274B096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415448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2" name="Line 21">
              <a:extLst>
                <a:ext uri="{FF2B5EF4-FFF2-40B4-BE49-F238E27FC236}">
                  <a16:creationId xmlns:a16="http://schemas.microsoft.com/office/drawing/2014/main" id="{2F40190C-D25F-4804-8014-BBEE129559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2212975"/>
              <a:ext cx="3651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3" name="Line 22">
              <a:extLst>
                <a:ext uri="{FF2B5EF4-FFF2-40B4-BE49-F238E27FC236}">
                  <a16:creationId xmlns:a16="http://schemas.microsoft.com/office/drawing/2014/main" id="{738EDB79-F364-4BF3-8860-A63353225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7138" y="2555875"/>
              <a:ext cx="13017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4" name="Line 23">
              <a:extLst>
                <a:ext uri="{FF2B5EF4-FFF2-40B4-BE49-F238E27FC236}">
                  <a16:creationId xmlns:a16="http://schemas.microsoft.com/office/drawing/2014/main" id="{21D9B82C-5D1F-4D85-BC1D-610690E6C0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763" y="3195638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5" name="Line 24">
              <a:extLst>
                <a:ext uri="{FF2B5EF4-FFF2-40B4-BE49-F238E27FC236}">
                  <a16:creationId xmlns:a16="http://schemas.microsoft.com/office/drawing/2014/main" id="{634E18C3-AC7D-4628-BBB5-F471B85D8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6226" y="3516313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6" name="Line 25">
              <a:extLst>
                <a:ext uri="{FF2B5EF4-FFF2-40B4-BE49-F238E27FC236}">
                  <a16:creationId xmlns:a16="http://schemas.microsoft.com/office/drawing/2014/main" id="{0E8E5B09-2F73-42B8-BEFE-15A2CACEF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226" y="4473575"/>
              <a:ext cx="9826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7" name="Line 26">
              <a:extLst>
                <a:ext uri="{FF2B5EF4-FFF2-40B4-BE49-F238E27FC236}">
                  <a16:creationId xmlns:a16="http://schemas.microsoft.com/office/drawing/2014/main" id="{643CDB36-9658-4371-8317-778DCAA15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5456238"/>
              <a:ext cx="13017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8" name="Rectangle 27">
              <a:extLst>
                <a:ext uri="{FF2B5EF4-FFF2-40B4-BE49-F238E27FC236}">
                  <a16:creationId xmlns:a16="http://schemas.microsoft.com/office/drawing/2014/main" id="{BAE851A5-35E7-49C1-ABDF-EB656C4F3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2179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979" name="Rectangle 28">
              <a:extLst>
                <a:ext uri="{FF2B5EF4-FFF2-40B4-BE49-F238E27FC236}">
                  <a16:creationId xmlns:a16="http://schemas.microsoft.com/office/drawing/2014/main" id="{DEA0CC80-4907-46B5-91E7-8047B5C9B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382963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80" name="Rectangle 29">
              <a:extLst>
                <a:ext uri="{FF2B5EF4-FFF2-40B4-BE49-F238E27FC236}">
                  <a16:creationId xmlns:a16="http://schemas.microsoft.com/office/drawing/2014/main" id="{F761B107-E3F7-4D5F-B42D-A87F0A7AF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538" y="3286125"/>
              <a:ext cx="1050925" cy="1393825"/>
            </a:xfrm>
            <a:prstGeom prst="rect">
              <a:avLst/>
            </a:prstGeom>
            <a:noFill/>
            <a:ln w="222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81" name="Line 30">
              <a:extLst>
                <a:ext uri="{FF2B5EF4-FFF2-40B4-BE49-F238E27FC236}">
                  <a16:creationId xmlns:a16="http://schemas.microsoft.com/office/drawing/2014/main" id="{983FED9C-5011-43FA-8AAC-743B24EF9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276" y="3516313"/>
              <a:ext cx="322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2" name="Rectangle 31">
              <a:extLst>
                <a:ext uri="{FF2B5EF4-FFF2-40B4-BE49-F238E27FC236}">
                  <a16:creationId xmlns:a16="http://schemas.microsoft.com/office/drawing/2014/main" id="{C1B8BC33-474A-4149-A6BD-643D77EFB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83" name="Line 32">
              <a:extLst>
                <a:ext uri="{FF2B5EF4-FFF2-40B4-BE49-F238E27FC236}">
                  <a16:creationId xmlns:a16="http://schemas.microsoft.com/office/drawing/2014/main" id="{7548628A-C37B-4F7B-8F57-AE949444B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4405313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4" name="Line 33">
              <a:extLst>
                <a:ext uri="{FF2B5EF4-FFF2-40B4-BE49-F238E27FC236}">
                  <a16:creationId xmlns:a16="http://schemas.microsoft.com/office/drawing/2014/main" id="{983A8DF2-2DF1-49CF-8A9F-D18EE0E81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514725"/>
              <a:ext cx="320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5" name="Line 34">
              <a:extLst>
                <a:ext uri="{FF2B5EF4-FFF2-40B4-BE49-F238E27FC236}">
                  <a16:creationId xmlns:a16="http://schemas.microsoft.com/office/drawing/2014/main" id="{DBFE58F7-7DAF-440C-A48B-39DC37190B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405313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6" name="Rectangle 35">
              <a:extLst>
                <a:ext uri="{FF2B5EF4-FFF2-40B4-BE49-F238E27FC236}">
                  <a16:creationId xmlns:a16="http://schemas.microsoft.com/office/drawing/2014/main" id="{B207A498-E31F-449A-90F0-4057435D4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4321175"/>
              <a:ext cx="244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En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87" name="Rectangle 36">
              <a:extLst>
                <a:ext uri="{FF2B5EF4-FFF2-40B4-BE49-F238E27FC236}">
                  <a16:creationId xmlns:a16="http://schemas.microsoft.com/office/drawing/2014/main" id="{386AE0FC-7166-4151-BACC-0D4673D8B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382963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88" name="Rectangle 37">
              <a:extLst>
                <a:ext uri="{FF2B5EF4-FFF2-40B4-BE49-F238E27FC236}">
                  <a16:creationId xmlns:a16="http://schemas.microsoft.com/office/drawing/2014/main" id="{908C4DD4-ABBA-4E58-B1E6-3449C254F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487738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0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89" name="Rectangle 38">
              <a:extLst>
                <a:ext uri="{FF2B5EF4-FFF2-40B4-BE49-F238E27FC236}">
                  <a16:creationId xmlns:a16="http://schemas.microsoft.com/office/drawing/2014/main" id="{97DC670E-4E1C-4870-AFB0-B6B7A9547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1" y="3676650"/>
              <a:ext cx="191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w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0" name="Line 39">
              <a:extLst>
                <a:ext uri="{FF2B5EF4-FFF2-40B4-BE49-F238E27FC236}">
                  <a16:creationId xmlns:a16="http://schemas.microsoft.com/office/drawing/2014/main" id="{8CDF2403-EBAD-4D9C-80E3-6409BFE490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51" y="3811588"/>
              <a:ext cx="31908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1" name="Rectangle 40">
              <a:extLst>
                <a:ext uri="{FF2B5EF4-FFF2-40B4-BE49-F238E27FC236}">
                  <a16:creationId xmlns:a16="http://schemas.microsoft.com/office/drawing/2014/main" id="{69886D5E-2940-4BAE-9CA3-C79CCBDE7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663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2" name="Rectangle 41">
              <a:extLst>
                <a:ext uri="{FF2B5EF4-FFF2-40B4-BE49-F238E27FC236}">
                  <a16:creationId xmlns:a16="http://schemas.microsoft.com/office/drawing/2014/main" id="{F333EA9C-1480-4B3E-A43C-8C700765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676650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3" name="Rectangle 42">
              <a:extLst>
                <a:ext uri="{FF2B5EF4-FFF2-40B4-BE49-F238E27FC236}">
                  <a16:creationId xmlns:a16="http://schemas.microsoft.com/office/drawing/2014/main" id="{358AD2AE-9EE4-4EAC-8FA7-89ECCA5FC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3781425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1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4" name="Rectangle 43">
              <a:extLst>
                <a:ext uri="{FF2B5EF4-FFF2-40B4-BE49-F238E27FC236}">
                  <a16:creationId xmlns:a16="http://schemas.microsoft.com/office/drawing/2014/main" id="{9AC48A89-533E-4751-BD37-2D2A7A95D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39719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5" name="Rectangle 44">
              <a:extLst>
                <a:ext uri="{FF2B5EF4-FFF2-40B4-BE49-F238E27FC236}">
                  <a16:creationId xmlns:a16="http://schemas.microsoft.com/office/drawing/2014/main" id="{8A7F087F-200B-4555-8EB5-D1CE5AE4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075113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2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6" name="Rectangle 45">
              <a:extLst>
                <a:ext uri="{FF2B5EF4-FFF2-40B4-BE49-F238E27FC236}">
                  <a16:creationId xmlns:a16="http://schemas.microsoft.com/office/drawing/2014/main" id="{3CF3C9A0-A2A0-4A4A-8208-35046B9CA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4264025"/>
              <a:ext cx="146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FF"/>
                  </a:solidFill>
                  <a:latin typeface="Times-Roman" charset="0"/>
                </a:rPr>
                <a:t>y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5997" name="Line 46">
              <a:extLst>
                <a:ext uri="{FF2B5EF4-FFF2-40B4-BE49-F238E27FC236}">
                  <a16:creationId xmlns:a16="http://schemas.microsoft.com/office/drawing/2014/main" id="{788D98FB-FF59-466B-8A5C-6355553641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130675"/>
              <a:ext cx="6397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8" name="Line 47">
              <a:extLst>
                <a:ext uri="{FF2B5EF4-FFF2-40B4-BE49-F238E27FC236}">
                  <a16:creationId xmlns:a16="http://schemas.microsoft.com/office/drawing/2014/main" id="{2D252A4A-9DE3-40D4-AD5A-5A1BDF24F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3833813"/>
              <a:ext cx="6397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9" name="Line 48">
              <a:extLst>
                <a:ext uri="{FF2B5EF4-FFF2-40B4-BE49-F238E27FC236}">
                  <a16:creationId xmlns:a16="http://schemas.microsoft.com/office/drawing/2014/main" id="{70F2B967-998C-4D05-9160-791C5CED6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3763" y="5135563"/>
              <a:ext cx="3651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0" name="Rectangle 49">
              <a:extLst>
                <a:ext uri="{FF2B5EF4-FFF2-40B4-BE49-F238E27FC236}">
                  <a16:creationId xmlns:a16="http://schemas.microsoft.com/office/drawing/2014/main" id="{0C6114CA-07A3-4286-8D6A-1206854EC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1" y="436880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FF"/>
                  </a:solidFill>
                  <a:latin typeface="Times-Roman" charset="0"/>
                </a:rPr>
                <a:t>3 </a:t>
              </a:r>
              <a:endParaRPr lang="en-US" altLang="en-US" b="0">
                <a:solidFill>
                  <a:srgbClr val="0000FF"/>
                </a:solidFill>
                <a:latin typeface="Times" panose="02020603050405020304" pitchFamily="18" charset="0"/>
              </a:endParaRPr>
            </a:p>
          </p:txBody>
        </p:sp>
        <p:sp>
          <p:nvSpPr>
            <p:cNvPr id="126001" name="Rectangle 50">
              <a:extLst>
                <a:ext uri="{FF2B5EF4-FFF2-40B4-BE49-F238E27FC236}">
                  <a16:creationId xmlns:a16="http://schemas.microsoft.com/office/drawing/2014/main" id="{5240368B-27D1-4C3B-97EE-CB0473D4A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008438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02" name="Rectangle 51">
              <a:extLst>
                <a:ext uri="{FF2B5EF4-FFF2-40B4-BE49-F238E27FC236}">
                  <a16:creationId xmlns:a16="http://schemas.microsoft.com/office/drawing/2014/main" id="{F9DACBAA-07BF-42E5-8604-1A7C7A88C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4111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03" name="Rectangle 52">
              <a:extLst>
                <a:ext uri="{FF2B5EF4-FFF2-40B4-BE49-F238E27FC236}">
                  <a16:creationId xmlns:a16="http://schemas.microsoft.com/office/drawing/2014/main" id="{0EF01A6C-E60E-4DA9-A167-7AF594F06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98792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04" name="Line 53">
              <a:extLst>
                <a:ext uri="{FF2B5EF4-FFF2-40B4-BE49-F238E27FC236}">
                  <a16:creationId xmlns:a16="http://schemas.microsoft.com/office/drawing/2014/main" id="{0EC06D97-A878-4A65-90C0-3A9032AF2E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138" y="2555875"/>
              <a:ext cx="1588" cy="958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5" name="Line 54">
              <a:extLst>
                <a:ext uri="{FF2B5EF4-FFF2-40B4-BE49-F238E27FC236}">
                  <a16:creationId xmlns:a16="http://schemas.microsoft.com/office/drawing/2014/main" id="{247407CB-0EC5-4499-8B16-5F39D5ED4F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3514725"/>
              <a:ext cx="1587" cy="3190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6" name="Line 55">
              <a:extLst>
                <a:ext uri="{FF2B5EF4-FFF2-40B4-BE49-F238E27FC236}">
                  <a16:creationId xmlns:a16="http://schemas.microsoft.com/office/drawing/2014/main" id="{9E00D3DC-012A-46A7-93CE-17ABD12B4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6226" y="4130675"/>
              <a:ext cx="1587" cy="342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7" name="Line 56">
              <a:extLst>
                <a:ext uri="{FF2B5EF4-FFF2-40B4-BE49-F238E27FC236}">
                  <a16:creationId xmlns:a16="http://schemas.microsoft.com/office/drawing/2014/main" id="{04BABC99-96CA-43F4-838E-E1466BAB5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138" y="4405313"/>
              <a:ext cx="1588" cy="10509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8" name="Line 57">
              <a:extLst>
                <a:ext uri="{FF2B5EF4-FFF2-40B4-BE49-F238E27FC236}">
                  <a16:creationId xmlns:a16="http://schemas.microsoft.com/office/drawing/2014/main" id="{6E58DEFD-098C-4ADD-A18E-1CC107D78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53300" y="3833813"/>
              <a:ext cx="3667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9" name="Freeform 58">
              <a:extLst>
                <a:ext uri="{FF2B5EF4-FFF2-40B4-BE49-F238E27FC236}">
                  <a16:creationId xmlns:a16="http://schemas.microsoft.com/office/drawing/2014/main" id="{EBB328DD-99C3-4840-87EF-9F0BC807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563938"/>
              <a:ext cx="682625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5" y="0"/>
                  </a:lnTo>
                  <a:lnTo>
                    <a:pt x="94" y="0"/>
                  </a:lnTo>
                  <a:lnTo>
                    <a:pt x="120" y="0"/>
                  </a:lnTo>
                  <a:lnTo>
                    <a:pt x="146" y="0"/>
                  </a:lnTo>
                  <a:lnTo>
                    <a:pt x="169" y="0"/>
                  </a:lnTo>
                  <a:lnTo>
                    <a:pt x="190" y="0"/>
                  </a:lnTo>
                  <a:lnTo>
                    <a:pt x="210" y="0"/>
                  </a:lnTo>
                  <a:lnTo>
                    <a:pt x="229" y="0"/>
                  </a:lnTo>
                  <a:lnTo>
                    <a:pt x="246" y="0"/>
                  </a:lnTo>
                  <a:lnTo>
                    <a:pt x="261" y="0"/>
                  </a:lnTo>
                  <a:lnTo>
                    <a:pt x="275" y="1"/>
                  </a:lnTo>
                  <a:lnTo>
                    <a:pt x="288" y="1"/>
                  </a:lnTo>
                  <a:lnTo>
                    <a:pt x="301" y="1"/>
                  </a:lnTo>
                  <a:lnTo>
                    <a:pt x="311" y="1"/>
                  </a:lnTo>
                  <a:lnTo>
                    <a:pt x="321" y="1"/>
                  </a:lnTo>
                  <a:lnTo>
                    <a:pt x="330" y="1"/>
                  </a:lnTo>
                  <a:lnTo>
                    <a:pt x="337" y="1"/>
                  </a:lnTo>
                  <a:lnTo>
                    <a:pt x="344" y="1"/>
                  </a:lnTo>
                  <a:lnTo>
                    <a:pt x="350" y="1"/>
                  </a:lnTo>
                  <a:lnTo>
                    <a:pt x="356" y="1"/>
                  </a:lnTo>
                  <a:lnTo>
                    <a:pt x="360" y="1"/>
                  </a:lnTo>
                  <a:lnTo>
                    <a:pt x="364" y="1"/>
                  </a:lnTo>
                  <a:lnTo>
                    <a:pt x="367" y="1"/>
                  </a:lnTo>
                  <a:lnTo>
                    <a:pt x="372" y="1"/>
                  </a:lnTo>
                  <a:lnTo>
                    <a:pt x="374" y="1"/>
                  </a:lnTo>
                  <a:lnTo>
                    <a:pt x="377" y="1"/>
                  </a:lnTo>
                  <a:lnTo>
                    <a:pt x="379" y="1"/>
                  </a:lnTo>
                  <a:lnTo>
                    <a:pt x="382" y="1"/>
                  </a:lnTo>
                  <a:lnTo>
                    <a:pt x="385" y="1"/>
                  </a:lnTo>
                  <a:lnTo>
                    <a:pt x="386" y="3"/>
                  </a:lnTo>
                  <a:lnTo>
                    <a:pt x="389" y="3"/>
                  </a:lnTo>
                  <a:lnTo>
                    <a:pt x="392" y="3"/>
                  </a:lnTo>
                  <a:lnTo>
                    <a:pt x="393" y="3"/>
                  </a:lnTo>
                  <a:lnTo>
                    <a:pt x="396" y="3"/>
                  </a:lnTo>
                  <a:lnTo>
                    <a:pt x="397" y="3"/>
                  </a:lnTo>
                  <a:lnTo>
                    <a:pt x="399" y="3"/>
                  </a:lnTo>
                  <a:lnTo>
                    <a:pt x="400" y="3"/>
                  </a:lnTo>
                  <a:lnTo>
                    <a:pt x="402" y="3"/>
                  </a:lnTo>
                  <a:lnTo>
                    <a:pt x="405" y="3"/>
                  </a:lnTo>
                  <a:lnTo>
                    <a:pt x="406" y="4"/>
                  </a:lnTo>
                  <a:lnTo>
                    <a:pt x="408" y="4"/>
                  </a:lnTo>
                  <a:lnTo>
                    <a:pt x="409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3" y="4"/>
                  </a:lnTo>
                  <a:lnTo>
                    <a:pt x="415" y="4"/>
                  </a:lnTo>
                  <a:lnTo>
                    <a:pt x="416" y="4"/>
                  </a:lnTo>
                  <a:lnTo>
                    <a:pt x="418" y="4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3" y="5"/>
                  </a:lnTo>
                  <a:lnTo>
                    <a:pt x="425" y="5"/>
                  </a:lnTo>
                  <a:lnTo>
                    <a:pt x="426" y="5"/>
                  </a:lnTo>
                  <a:lnTo>
                    <a:pt x="428" y="5"/>
                  </a:lnTo>
                  <a:lnTo>
                    <a:pt x="429" y="5"/>
                  </a:lnTo>
                  <a:lnTo>
                    <a:pt x="432" y="7"/>
                  </a:lnTo>
                  <a:lnTo>
                    <a:pt x="433" y="7"/>
                  </a:lnTo>
                  <a:lnTo>
                    <a:pt x="435" y="7"/>
                  </a:lnTo>
                  <a:lnTo>
                    <a:pt x="438" y="7"/>
                  </a:lnTo>
                  <a:lnTo>
                    <a:pt x="439" y="7"/>
                  </a:lnTo>
                  <a:lnTo>
                    <a:pt x="442" y="8"/>
                  </a:lnTo>
                  <a:lnTo>
                    <a:pt x="445" y="8"/>
                  </a:lnTo>
                  <a:lnTo>
                    <a:pt x="446" y="8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5" y="10"/>
                  </a:lnTo>
                  <a:lnTo>
                    <a:pt x="456" y="10"/>
                  </a:lnTo>
                  <a:lnTo>
                    <a:pt x="458" y="10"/>
                  </a:lnTo>
                  <a:lnTo>
                    <a:pt x="459" y="11"/>
                  </a:lnTo>
                  <a:lnTo>
                    <a:pt x="461" y="11"/>
                  </a:lnTo>
                  <a:lnTo>
                    <a:pt x="462" y="11"/>
                  </a:lnTo>
                  <a:lnTo>
                    <a:pt x="464" y="11"/>
                  </a:lnTo>
                  <a:lnTo>
                    <a:pt x="465" y="11"/>
                  </a:lnTo>
                  <a:lnTo>
                    <a:pt x="467" y="13"/>
                  </a:lnTo>
                  <a:lnTo>
                    <a:pt x="468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2" y="14"/>
                  </a:lnTo>
                  <a:lnTo>
                    <a:pt x="474" y="14"/>
                  </a:lnTo>
                  <a:lnTo>
                    <a:pt x="475" y="14"/>
                  </a:lnTo>
                  <a:lnTo>
                    <a:pt x="477" y="16"/>
                  </a:lnTo>
                  <a:lnTo>
                    <a:pt x="478" y="16"/>
                  </a:lnTo>
                  <a:lnTo>
                    <a:pt x="480" y="16"/>
                  </a:lnTo>
                  <a:lnTo>
                    <a:pt x="482" y="17"/>
                  </a:lnTo>
                  <a:lnTo>
                    <a:pt x="484" y="17"/>
                  </a:lnTo>
                  <a:lnTo>
                    <a:pt x="487" y="18"/>
                  </a:lnTo>
                  <a:lnTo>
                    <a:pt x="488" y="18"/>
                  </a:lnTo>
                  <a:lnTo>
                    <a:pt x="491" y="20"/>
                  </a:lnTo>
                  <a:lnTo>
                    <a:pt x="494" y="20"/>
                  </a:lnTo>
                  <a:lnTo>
                    <a:pt x="497" y="21"/>
                  </a:lnTo>
                  <a:lnTo>
                    <a:pt x="498" y="21"/>
                  </a:lnTo>
                  <a:lnTo>
                    <a:pt x="501" y="23"/>
                  </a:lnTo>
                  <a:lnTo>
                    <a:pt x="504" y="23"/>
                  </a:lnTo>
                  <a:lnTo>
                    <a:pt x="505" y="24"/>
                  </a:lnTo>
                  <a:lnTo>
                    <a:pt x="507" y="24"/>
                  </a:lnTo>
                  <a:lnTo>
                    <a:pt x="510" y="26"/>
                  </a:lnTo>
                  <a:lnTo>
                    <a:pt x="511" y="26"/>
                  </a:lnTo>
                  <a:lnTo>
                    <a:pt x="513" y="26"/>
                  </a:lnTo>
                  <a:lnTo>
                    <a:pt x="514" y="27"/>
                  </a:lnTo>
                  <a:lnTo>
                    <a:pt x="516" y="27"/>
                  </a:lnTo>
                  <a:lnTo>
                    <a:pt x="517" y="27"/>
                  </a:lnTo>
                  <a:lnTo>
                    <a:pt x="518" y="28"/>
                  </a:lnTo>
                  <a:lnTo>
                    <a:pt x="520" y="28"/>
                  </a:lnTo>
                  <a:lnTo>
                    <a:pt x="521" y="28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6" y="31"/>
                  </a:lnTo>
                  <a:lnTo>
                    <a:pt x="527" y="31"/>
                  </a:lnTo>
                  <a:lnTo>
                    <a:pt x="528" y="33"/>
                  </a:lnTo>
                  <a:lnTo>
                    <a:pt x="530" y="33"/>
                  </a:lnTo>
                  <a:lnTo>
                    <a:pt x="531" y="34"/>
                  </a:lnTo>
                  <a:lnTo>
                    <a:pt x="533" y="34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7" y="37"/>
                  </a:lnTo>
                  <a:lnTo>
                    <a:pt x="540" y="37"/>
                  </a:lnTo>
                  <a:lnTo>
                    <a:pt x="541" y="39"/>
                  </a:lnTo>
                  <a:lnTo>
                    <a:pt x="543" y="40"/>
                  </a:lnTo>
                  <a:lnTo>
                    <a:pt x="546" y="40"/>
                  </a:lnTo>
                  <a:lnTo>
                    <a:pt x="547" y="41"/>
                  </a:lnTo>
                  <a:lnTo>
                    <a:pt x="550" y="43"/>
                  </a:lnTo>
                  <a:lnTo>
                    <a:pt x="553" y="44"/>
                  </a:lnTo>
                  <a:lnTo>
                    <a:pt x="554" y="44"/>
                  </a:lnTo>
                  <a:lnTo>
                    <a:pt x="556" y="46"/>
                  </a:lnTo>
                  <a:lnTo>
                    <a:pt x="557" y="47"/>
                  </a:lnTo>
                  <a:lnTo>
                    <a:pt x="560" y="47"/>
                  </a:lnTo>
                  <a:lnTo>
                    <a:pt x="562" y="49"/>
                  </a:lnTo>
                  <a:lnTo>
                    <a:pt x="563" y="49"/>
                  </a:lnTo>
                  <a:lnTo>
                    <a:pt x="564" y="50"/>
                  </a:lnTo>
                  <a:lnTo>
                    <a:pt x="566" y="50"/>
                  </a:lnTo>
                  <a:lnTo>
                    <a:pt x="567" y="52"/>
                  </a:lnTo>
                  <a:lnTo>
                    <a:pt x="569" y="53"/>
                  </a:lnTo>
                  <a:lnTo>
                    <a:pt x="570" y="53"/>
                  </a:lnTo>
                  <a:lnTo>
                    <a:pt x="572" y="54"/>
                  </a:lnTo>
                  <a:lnTo>
                    <a:pt x="573" y="54"/>
                  </a:lnTo>
                  <a:lnTo>
                    <a:pt x="575" y="56"/>
                  </a:lnTo>
                  <a:lnTo>
                    <a:pt x="576" y="56"/>
                  </a:lnTo>
                  <a:lnTo>
                    <a:pt x="577" y="57"/>
                  </a:lnTo>
                  <a:lnTo>
                    <a:pt x="579" y="57"/>
                  </a:lnTo>
                  <a:lnTo>
                    <a:pt x="579" y="59"/>
                  </a:lnTo>
                  <a:lnTo>
                    <a:pt x="580" y="59"/>
                  </a:lnTo>
                  <a:lnTo>
                    <a:pt x="582" y="60"/>
                  </a:lnTo>
                  <a:lnTo>
                    <a:pt x="583" y="60"/>
                  </a:lnTo>
                  <a:lnTo>
                    <a:pt x="585" y="62"/>
                  </a:lnTo>
                  <a:lnTo>
                    <a:pt x="586" y="62"/>
                  </a:lnTo>
                  <a:lnTo>
                    <a:pt x="587" y="63"/>
                  </a:lnTo>
                  <a:lnTo>
                    <a:pt x="589" y="63"/>
                  </a:lnTo>
                  <a:lnTo>
                    <a:pt x="592" y="64"/>
                  </a:lnTo>
                  <a:lnTo>
                    <a:pt x="593" y="66"/>
                  </a:lnTo>
                  <a:lnTo>
                    <a:pt x="595" y="67"/>
                  </a:lnTo>
                  <a:lnTo>
                    <a:pt x="598" y="67"/>
                  </a:lnTo>
                  <a:lnTo>
                    <a:pt x="599" y="69"/>
                  </a:lnTo>
                  <a:lnTo>
                    <a:pt x="602" y="70"/>
                  </a:lnTo>
                  <a:lnTo>
                    <a:pt x="603" y="72"/>
                  </a:lnTo>
                  <a:lnTo>
                    <a:pt x="605" y="72"/>
                  </a:lnTo>
                  <a:lnTo>
                    <a:pt x="606" y="73"/>
                  </a:lnTo>
                  <a:lnTo>
                    <a:pt x="608" y="73"/>
                  </a:lnTo>
                  <a:lnTo>
                    <a:pt x="609" y="75"/>
                  </a:lnTo>
                  <a:lnTo>
                    <a:pt x="610" y="75"/>
                  </a:lnTo>
                  <a:lnTo>
                    <a:pt x="612" y="76"/>
                  </a:lnTo>
                  <a:lnTo>
                    <a:pt x="613" y="77"/>
                  </a:lnTo>
                  <a:lnTo>
                    <a:pt x="615" y="77"/>
                  </a:lnTo>
                  <a:lnTo>
                    <a:pt x="616" y="79"/>
                  </a:lnTo>
                  <a:lnTo>
                    <a:pt x="618" y="79"/>
                  </a:lnTo>
                  <a:lnTo>
                    <a:pt x="619" y="80"/>
                  </a:lnTo>
                  <a:lnTo>
                    <a:pt x="621" y="82"/>
                  </a:lnTo>
                  <a:lnTo>
                    <a:pt x="622" y="82"/>
                  </a:lnTo>
                  <a:lnTo>
                    <a:pt x="623" y="83"/>
                  </a:lnTo>
                  <a:lnTo>
                    <a:pt x="625" y="83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8" y="86"/>
                  </a:lnTo>
                  <a:lnTo>
                    <a:pt x="629" y="86"/>
                  </a:lnTo>
                  <a:lnTo>
                    <a:pt x="631" y="87"/>
                  </a:lnTo>
                  <a:lnTo>
                    <a:pt x="632" y="89"/>
                  </a:lnTo>
                  <a:lnTo>
                    <a:pt x="635" y="90"/>
                  </a:lnTo>
                  <a:lnTo>
                    <a:pt x="636" y="92"/>
                  </a:lnTo>
                  <a:lnTo>
                    <a:pt x="638" y="92"/>
                  </a:lnTo>
                  <a:lnTo>
                    <a:pt x="639" y="93"/>
                  </a:lnTo>
                  <a:lnTo>
                    <a:pt x="641" y="95"/>
                  </a:lnTo>
                  <a:lnTo>
                    <a:pt x="642" y="95"/>
                  </a:lnTo>
                  <a:lnTo>
                    <a:pt x="644" y="96"/>
                  </a:lnTo>
                  <a:lnTo>
                    <a:pt x="645" y="96"/>
                  </a:lnTo>
                  <a:lnTo>
                    <a:pt x="645" y="98"/>
                  </a:lnTo>
                  <a:lnTo>
                    <a:pt x="646" y="98"/>
                  </a:lnTo>
                  <a:lnTo>
                    <a:pt x="648" y="99"/>
                  </a:lnTo>
                  <a:lnTo>
                    <a:pt x="649" y="100"/>
                  </a:lnTo>
                  <a:lnTo>
                    <a:pt x="651" y="100"/>
                  </a:lnTo>
                  <a:lnTo>
                    <a:pt x="652" y="102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55" y="105"/>
                  </a:lnTo>
                  <a:lnTo>
                    <a:pt x="657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59" y="108"/>
                  </a:lnTo>
                  <a:lnTo>
                    <a:pt x="661" y="108"/>
                  </a:lnTo>
                  <a:lnTo>
                    <a:pt x="661" y="109"/>
                  </a:lnTo>
                  <a:lnTo>
                    <a:pt x="662" y="109"/>
                  </a:lnTo>
                  <a:lnTo>
                    <a:pt x="664" y="111"/>
                  </a:lnTo>
                  <a:lnTo>
                    <a:pt x="665" y="112"/>
                  </a:lnTo>
                  <a:lnTo>
                    <a:pt x="667" y="113"/>
                  </a:lnTo>
                  <a:lnTo>
                    <a:pt x="668" y="113"/>
                  </a:lnTo>
                  <a:lnTo>
                    <a:pt x="668" y="115"/>
                  </a:lnTo>
                  <a:lnTo>
                    <a:pt x="670" y="115"/>
                  </a:lnTo>
                  <a:lnTo>
                    <a:pt x="671" y="116"/>
                  </a:lnTo>
                  <a:lnTo>
                    <a:pt x="672" y="118"/>
                  </a:lnTo>
                  <a:lnTo>
                    <a:pt x="674" y="118"/>
                  </a:lnTo>
                  <a:lnTo>
                    <a:pt x="674" y="119"/>
                  </a:lnTo>
                  <a:lnTo>
                    <a:pt x="675" y="119"/>
                  </a:lnTo>
                  <a:lnTo>
                    <a:pt x="677" y="121"/>
                  </a:lnTo>
                  <a:lnTo>
                    <a:pt x="678" y="121"/>
                  </a:lnTo>
                  <a:lnTo>
                    <a:pt x="678" y="122"/>
                  </a:lnTo>
                  <a:lnTo>
                    <a:pt x="680" y="122"/>
                  </a:lnTo>
                  <a:lnTo>
                    <a:pt x="680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5" y="128"/>
                  </a:lnTo>
                  <a:lnTo>
                    <a:pt x="687" y="128"/>
                  </a:lnTo>
                  <a:lnTo>
                    <a:pt x="688" y="129"/>
                  </a:lnTo>
                  <a:lnTo>
                    <a:pt x="690" y="131"/>
                  </a:lnTo>
                  <a:lnTo>
                    <a:pt x="691" y="131"/>
                  </a:lnTo>
                  <a:lnTo>
                    <a:pt x="693" y="132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5" y="135"/>
                  </a:lnTo>
                  <a:lnTo>
                    <a:pt x="697" y="135"/>
                  </a:lnTo>
                  <a:lnTo>
                    <a:pt x="698" y="136"/>
                  </a:lnTo>
                  <a:lnTo>
                    <a:pt x="700" y="136"/>
                  </a:lnTo>
                  <a:lnTo>
                    <a:pt x="700" y="138"/>
                  </a:lnTo>
                  <a:lnTo>
                    <a:pt x="701" y="138"/>
                  </a:lnTo>
                  <a:lnTo>
                    <a:pt x="703" y="139"/>
                  </a:lnTo>
                  <a:lnTo>
                    <a:pt x="704" y="139"/>
                  </a:lnTo>
                  <a:lnTo>
                    <a:pt x="704" y="141"/>
                  </a:lnTo>
                  <a:lnTo>
                    <a:pt x="705" y="141"/>
                  </a:lnTo>
                  <a:lnTo>
                    <a:pt x="705" y="142"/>
                  </a:lnTo>
                  <a:lnTo>
                    <a:pt x="707" y="142"/>
                  </a:lnTo>
                  <a:lnTo>
                    <a:pt x="708" y="144"/>
                  </a:lnTo>
                  <a:lnTo>
                    <a:pt x="710" y="145"/>
                  </a:lnTo>
                  <a:lnTo>
                    <a:pt x="711" y="146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1"/>
                  </a:lnTo>
                  <a:lnTo>
                    <a:pt x="717" y="152"/>
                  </a:lnTo>
                  <a:lnTo>
                    <a:pt x="718" y="154"/>
                  </a:lnTo>
                  <a:lnTo>
                    <a:pt x="720" y="155"/>
                  </a:lnTo>
                  <a:lnTo>
                    <a:pt x="721" y="157"/>
                  </a:lnTo>
                  <a:lnTo>
                    <a:pt x="723" y="158"/>
                  </a:lnTo>
                  <a:lnTo>
                    <a:pt x="724" y="159"/>
                  </a:lnTo>
                  <a:lnTo>
                    <a:pt x="726" y="161"/>
                  </a:lnTo>
                  <a:lnTo>
                    <a:pt x="727" y="162"/>
                  </a:lnTo>
                  <a:lnTo>
                    <a:pt x="729" y="164"/>
                  </a:lnTo>
                  <a:lnTo>
                    <a:pt x="730" y="165"/>
                  </a:lnTo>
                  <a:lnTo>
                    <a:pt x="730" y="167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3" y="169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6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9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1" y="180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4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9" y="187"/>
                  </a:lnTo>
                  <a:lnTo>
                    <a:pt x="749" y="188"/>
                  </a:lnTo>
                  <a:lnTo>
                    <a:pt x="750" y="190"/>
                  </a:lnTo>
                  <a:lnTo>
                    <a:pt x="752" y="191"/>
                  </a:lnTo>
                  <a:lnTo>
                    <a:pt x="753" y="193"/>
                  </a:lnTo>
                  <a:lnTo>
                    <a:pt x="754" y="194"/>
                  </a:lnTo>
                  <a:lnTo>
                    <a:pt x="756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2" y="201"/>
                  </a:lnTo>
                  <a:lnTo>
                    <a:pt x="763" y="204"/>
                  </a:lnTo>
                  <a:lnTo>
                    <a:pt x="763" y="205"/>
                  </a:lnTo>
                  <a:lnTo>
                    <a:pt x="764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0"/>
                  </a:lnTo>
                  <a:lnTo>
                    <a:pt x="769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6"/>
                  </a:lnTo>
                  <a:lnTo>
                    <a:pt x="773" y="216"/>
                  </a:lnTo>
                  <a:lnTo>
                    <a:pt x="773" y="217"/>
                  </a:lnTo>
                  <a:lnTo>
                    <a:pt x="775" y="218"/>
                  </a:lnTo>
                  <a:lnTo>
                    <a:pt x="775" y="220"/>
                  </a:lnTo>
                  <a:lnTo>
                    <a:pt x="776" y="221"/>
                  </a:lnTo>
                  <a:lnTo>
                    <a:pt x="777" y="221"/>
                  </a:lnTo>
                  <a:lnTo>
                    <a:pt x="777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0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5" y="233"/>
                  </a:lnTo>
                  <a:lnTo>
                    <a:pt x="786" y="234"/>
                  </a:lnTo>
                  <a:lnTo>
                    <a:pt x="788" y="237"/>
                  </a:lnTo>
                  <a:lnTo>
                    <a:pt x="789" y="239"/>
                  </a:lnTo>
                  <a:lnTo>
                    <a:pt x="790" y="241"/>
                  </a:lnTo>
                  <a:lnTo>
                    <a:pt x="792" y="243"/>
                  </a:lnTo>
                  <a:lnTo>
                    <a:pt x="795" y="246"/>
                  </a:lnTo>
                  <a:lnTo>
                    <a:pt x="796" y="247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799" y="253"/>
                  </a:lnTo>
                  <a:lnTo>
                    <a:pt x="800" y="254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5" y="262"/>
                  </a:lnTo>
                  <a:lnTo>
                    <a:pt x="806" y="262"/>
                  </a:lnTo>
                  <a:lnTo>
                    <a:pt x="808" y="263"/>
                  </a:lnTo>
                  <a:lnTo>
                    <a:pt x="808" y="264"/>
                  </a:lnTo>
                  <a:lnTo>
                    <a:pt x="809" y="266"/>
                  </a:lnTo>
                  <a:lnTo>
                    <a:pt x="809" y="267"/>
                  </a:lnTo>
                  <a:lnTo>
                    <a:pt x="811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3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7"/>
                  </a:lnTo>
                  <a:lnTo>
                    <a:pt x="818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4" y="286"/>
                  </a:lnTo>
                  <a:lnTo>
                    <a:pt x="825" y="287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6"/>
                  </a:lnTo>
                  <a:lnTo>
                    <a:pt x="832" y="299"/>
                  </a:lnTo>
                  <a:lnTo>
                    <a:pt x="834" y="302"/>
                  </a:lnTo>
                  <a:lnTo>
                    <a:pt x="835" y="303"/>
                  </a:lnTo>
                  <a:lnTo>
                    <a:pt x="836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0"/>
                  </a:lnTo>
                  <a:lnTo>
                    <a:pt x="842" y="312"/>
                  </a:lnTo>
                  <a:lnTo>
                    <a:pt x="842" y="313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3"/>
                  </a:lnTo>
                  <a:lnTo>
                    <a:pt x="851" y="325"/>
                  </a:lnTo>
                  <a:lnTo>
                    <a:pt x="851" y="326"/>
                  </a:lnTo>
                  <a:lnTo>
                    <a:pt x="852" y="326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4" y="331"/>
                  </a:lnTo>
                  <a:lnTo>
                    <a:pt x="855" y="332"/>
                  </a:lnTo>
                  <a:lnTo>
                    <a:pt x="855" y="334"/>
                  </a:lnTo>
                  <a:lnTo>
                    <a:pt x="857" y="335"/>
                  </a:lnTo>
                  <a:lnTo>
                    <a:pt x="858" y="336"/>
                  </a:lnTo>
                  <a:lnTo>
                    <a:pt x="858" y="338"/>
                  </a:lnTo>
                  <a:lnTo>
                    <a:pt x="859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0" name="Freeform 59">
              <a:extLst>
                <a:ext uri="{FF2B5EF4-FFF2-40B4-BE49-F238E27FC236}">
                  <a16:creationId xmlns:a16="http://schemas.microsoft.com/office/drawing/2014/main" id="{CD6BF072-6238-4B36-9997-13AE08E3D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2" y="3836988"/>
              <a:ext cx="682625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5" y="342"/>
                  </a:lnTo>
                  <a:lnTo>
                    <a:pt x="94" y="342"/>
                  </a:lnTo>
                  <a:lnTo>
                    <a:pt x="120" y="342"/>
                  </a:lnTo>
                  <a:lnTo>
                    <a:pt x="146" y="342"/>
                  </a:lnTo>
                  <a:lnTo>
                    <a:pt x="169" y="342"/>
                  </a:lnTo>
                  <a:lnTo>
                    <a:pt x="190" y="342"/>
                  </a:lnTo>
                  <a:lnTo>
                    <a:pt x="210" y="342"/>
                  </a:lnTo>
                  <a:lnTo>
                    <a:pt x="229" y="342"/>
                  </a:lnTo>
                  <a:lnTo>
                    <a:pt x="246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1" y="342"/>
                  </a:lnTo>
                  <a:lnTo>
                    <a:pt x="311" y="342"/>
                  </a:lnTo>
                  <a:lnTo>
                    <a:pt x="321" y="341"/>
                  </a:lnTo>
                  <a:lnTo>
                    <a:pt x="330" y="341"/>
                  </a:lnTo>
                  <a:lnTo>
                    <a:pt x="337" y="341"/>
                  </a:lnTo>
                  <a:lnTo>
                    <a:pt x="344" y="341"/>
                  </a:lnTo>
                  <a:lnTo>
                    <a:pt x="350" y="341"/>
                  </a:lnTo>
                  <a:lnTo>
                    <a:pt x="356" y="341"/>
                  </a:lnTo>
                  <a:lnTo>
                    <a:pt x="360" y="341"/>
                  </a:lnTo>
                  <a:lnTo>
                    <a:pt x="364" y="341"/>
                  </a:lnTo>
                  <a:lnTo>
                    <a:pt x="367" y="341"/>
                  </a:lnTo>
                  <a:lnTo>
                    <a:pt x="372" y="341"/>
                  </a:lnTo>
                  <a:lnTo>
                    <a:pt x="374" y="341"/>
                  </a:lnTo>
                  <a:lnTo>
                    <a:pt x="377" y="341"/>
                  </a:lnTo>
                  <a:lnTo>
                    <a:pt x="379" y="341"/>
                  </a:lnTo>
                  <a:lnTo>
                    <a:pt x="382" y="341"/>
                  </a:lnTo>
                  <a:lnTo>
                    <a:pt x="385" y="341"/>
                  </a:lnTo>
                  <a:lnTo>
                    <a:pt x="386" y="341"/>
                  </a:lnTo>
                  <a:lnTo>
                    <a:pt x="389" y="339"/>
                  </a:lnTo>
                  <a:lnTo>
                    <a:pt x="392" y="339"/>
                  </a:lnTo>
                  <a:lnTo>
                    <a:pt x="393" y="339"/>
                  </a:lnTo>
                  <a:lnTo>
                    <a:pt x="396" y="339"/>
                  </a:lnTo>
                  <a:lnTo>
                    <a:pt x="397" y="339"/>
                  </a:lnTo>
                  <a:lnTo>
                    <a:pt x="399" y="339"/>
                  </a:lnTo>
                  <a:lnTo>
                    <a:pt x="400" y="339"/>
                  </a:lnTo>
                  <a:lnTo>
                    <a:pt x="402" y="339"/>
                  </a:lnTo>
                  <a:lnTo>
                    <a:pt x="405" y="339"/>
                  </a:lnTo>
                  <a:lnTo>
                    <a:pt x="406" y="339"/>
                  </a:lnTo>
                  <a:lnTo>
                    <a:pt x="408" y="339"/>
                  </a:lnTo>
                  <a:lnTo>
                    <a:pt x="409" y="338"/>
                  </a:lnTo>
                  <a:lnTo>
                    <a:pt x="410" y="338"/>
                  </a:lnTo>
                  <a:lnTo>
                    <a:pt x="412" y="338"/>
                  </a:lnTo>
                  <a:lnTo>
                    <a:pt x="413" y="338"/>
                  </a:lnTo>
                  <a:lnTo>
                    <a:pt x="415" y="338"/>
                  </a:lnTo>
                  <a:lnTo>
                    <a:pt x="416" y="338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6"/>
                  </a:lnTo>
                  <a:lnTo>
                    <a:pt x="423" y="336"/>
                  </a:lnTo>
                  <a:lnTo>
                    <a:pt x="425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29" y="336"/>
                  </a:lnTo>
                  <a:lnTo>
                    <a:pt x="432" y="335"/>
                  </a:lnTo>
                  <a:lnTo>
                    <a:pt x="433" y="335"/>
                  </a:lnTo>
                  <a:lnTo>
                    <a:pt x="435" y="335"/>
                  </a:lnTo>
                  <a:lnTo>
                    <a:pt x="438" y="335"/>
                  </a:lnTo>
                  <a:lnTo>
                    <a:pt x="439" y="335"/>
                  </a:lnTo>
                  <a:lnTo>
                    <a:pt x="442" y="333"/>
                  </a:lnTo>
                  <a:lnTo>
                    <a:pt x="445" y="333"/>
                  </a:lnTo>
                  <a:lnTo>
                    <a:pt x="446" y="333"/>
                  </a:lnTo>
                  <a:lnTo>
                    <a:pt x="448" y="333"/>
                  </a:lnTo>
                  <a:lnTo>
                    <a:pt x="451" y="333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5" y="332"/>
                  </a:lnTo>
                  <a:lnTo>
                    <a:pt x="456" y="332"/>
                  </a:lnTo>
                  <a:lnTo>
                    <a:pt x="458" y="332"/>
                  </a:lnTo>
                  <a:lnTo>
                    <a:pt x="459" y="332"/>
                  </a:lnTo>
                  <a:lnTo>
                    <a:pt x="461" y="330"/>
                  </a:lnTo>
                  <a:lnTo>
                    <a:pt x="462" y="330"/>
                  </a:lnTo>
                  <a:lnTo>
                    <a:pt x="464" y="330"/>
                  </a:lnTo>
                  <a:lnTo>
                    <a:pt x="465" y="330"/>
                  </a:lnTo>
                  <a:lnTo>
                    <a:pt x="467" y="330"/>
                  </a:lnTo>
                  <a:lnTo>
                    <a:pt x="468" y="329"/>
                  </a:lnTo>
                  <a:lnTo>
                    <a:pt x="469" y="329"/>
                  </a:lnTo>
                  <a:lnTo>
                    <a:pt x="471" y="329"/>
                  </a:lnTo>
                  <a:lnTo>
                    <a:pt x="472" y="329"/>
                  </a:lnTo>
                  <a:lnTo>
                    <a:pt x="474" y="328"/>
                  </a:lnTo>
                  <a:lnTo>
                    <a:pt x="475" y="328"/>
                  </a:lnTo>
                  <a:lnTo>
                    <a:pt x="477" y="328"/>
                  </a:lnTo>
                  <a:lnTo>
                    <a:pt x="478" y="326"/>
                  </a:lnTo>
                  <a:lnTo>
                    <a:pt x="480" y="326"/>
                  </a:lnTo>
                  <a:lnTo>
                    <a:pt x="482" y="326"/>
                  </a:lnTo>
                  <a:lnTo>
                    <a:pt x="484" y="325"/>
                  </a:lnTo>
                  <a:lnTo>
                    <a:pt x="487" y="325"/>
                  </a:lnTo>
                  <a:lnTo>
                    <a:pt x="488" y="323"/>
                  </a:lnTo>
                  <a:lnTo>
                    <a:pt x="491" y="323"/>
                  </a:lnTo>
                  <a:lnTo>
                    <a:pt x="494" y="322"/>
                  </a:lnTo>
                  <a:lnTo>
                    <a:pt x="497" y="320"/>
                  </a:lnTo>
                  <a:lnTo>
                    <a:pt x="498" y="320"/>
                  </a:lnTo>
                  <a:lnTo>
                    <a:pt x="501" y="319"/>
                  </a:lnTo>
                  <a:lnTo>
                    <a:pt x="504" y="319"/>
                  </a:lnTo>
                  <a:lnTo>
                    <a:pt x="505" y="318"/>
                  </a:lnTo>
                  <a:lnTo>
                    <a:pt x="507" y="318"/>
                  </a:lnTo>
                  <a:lnTo>
                    <a:pt x="510" y="318"/>
                  </a:lnTo>
                  <a:lnTo>
                    <a:pt x="511" y="316"/>
                  </a:lnTo>
                  <a:lnTo>
                    <a:pt x="513" y="316"/>
                  </a:lnTo>
                  <a:lnTo>
                    <a:pt x="514" y="315"/>
                  </a:lnTo>
                  <a:lnTo>
                    <a:pt x="516" y="315"/>
                  </a:lnTo>
                  <a:lnTo>
                    <a:pt x="517" y="315"/>
                  </a:lnTo>
                  <a:lnTo>
                    <a:pt x="518" y="313"/>
                  </a:lnTo>
                  <a:lnTo>
                    <a:pt x="520" y="313"/>
                  </a:lnTo>
                  <a:lnTo>
                    <a:pt x="521" y="313"/>
                  </a:lnTo>
                  <a:lnTo>
                    <a:pt x="523" y="312"/>
                  </a:lnTo>
                  <a:lnTo>
                    <a:pt x="524" y="312"/>
                  </a:lnTo>
                  <a:lnTo>
                    <a:pt x="526" y="310"/>
                  </a:lnTo>
                  <a:lnTo>
                    <a:pt x="527" y="310"/>
                  </a:lnTo>
                  <a:lnTo>
                    <a:pt x="528" y="309"/>
                  </a:lnTo>
                  <a:lnTo>
                    <a:pt x="530" y="309"/>
                  </a:lnTo>
                  <a:lnTo>
                    <a:pt x="531" y="309"/>
                  </a:lnTo>
                  <a:lnTo>
                    <a:pt x="533" y="307"/>
                  </a:lnTo>
                  <a:lnTo>
                    <a:pt x="534" y="307"/>
                  </a:lnTo>
                  <a:lnTo>
                    <a:pt x="536" y="306"/>
                  </a:lnTo>
                  <a:lnTo>
                    <a:pt x="537" y="305"/>
                  </a:lnTo>
                  <a:lnTo>
                    <a:pt x="540" y="305"/>
                  </a:lnTo>
                  <a:lnTo>
                    <a:pt x="541" y="303"/>
                  </a:lnTo>
                  <a:lnTo>
                    <a:pt x="543" y="303"/>
                  </a:lnTo>
                  <a:lnTo>
                    <a:pt x="546" y="302"/>
                  </a:lnTo>
                  <a:lnTo>
                    <a:pt x="547" y="300"/>
                  </a:lnTo>
                  <a:lnTo>
                    <a:pt x="550" y="299"/>
                  </a:lnTo>
                  <a:lnTo>
                    <a:pt x="553" y="297"/>
                  </a:lnTo>
                  <a:lnTo>
                    <a:pt x="554" y="297"/>
                  </a:lnTo>
                  <a:lnTo>
                    <a:pt x="556" y="296"/>
                  </a:lnTo>
                  <a:lnTo>
                    <a:pt x="557" y="295"/>
                  </a:lnTo>
                  <a:lnTo>
                    <a:pt x="560" y="295"/>
                  </a:lnTo>
                  <a:lnTo>
                    <a:pt x="562" y="293"/>
                  </a:lnTo>
                  <a:lnTo>
                    <a:pt x="563" y="293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7" y="290"/>
                  </a:lnTo>
                  <a:lnTo>
                    <a:pt x="569" y="289"/>
                  </a:lnTo>
                  <a:lnTo>
                    <a:pt x="570" y="289"/>
                  </a:lnTo>
                  <a:lnTo>
                    <a:pt x="572" y="289"/>
                  </a:lnTo>
                  <a:lnTo>
                    <a:pt x="573" y="287"/>
                  </a:lnTo>
                  <a:lnTo>
                    <a:pt x="575" y="286"/>
                  </a:lnTo>
                  <a:lnTo>
                    <a:pt x="576" y="286"/>
                  </a:lnTo>
                  <a:lnTo>
                    <a:pt x="577" y="286"/>
                  </a:lnTo>
                  <a:lnTo>
                    <a:pt x="579" y="284"/>
                  </a:lnTo>
                  <a:lnTo>
                    <a:pt x="580" y="283"/>
                  </a:lnTo>
                  <a:lnTo>
                    <a:pt x="582" y="283"/>
                  </a:lnTo>
                  <a:lnTo>
                    <a:pt x="583" y="282"/>
                  </a:lnTo>
                  <a:lnTo>
                    <a:pt x="585" y="282"/>
                  </a:lnTo>
                  <a:lnTo>
                    <a:pt x="586" y="280"/>
                  </a:lnTo>
                  <a:lnTo>
                    <a:pt x="587" y="279"/>
                  </a:lnTo>
                  <a:lnTo>
                    <a:pt x="589" y="279"/>
                  </a:lnTo>
                  <a:lnTo>
                    <a:pt x="592" y="277"/>
                  </a:lnTo>
                  <a:lnTo>
                    <a:pt x="593" y="276"/>
                  </a:lnTo>
                  <a:lnTo>
                    <a:pt x="595" y="274"/>
                  </a:lnTo>
                  <a:lnTo>
                    <a:pt x="598" y="274"/>
                  </a:lnTo>
                  <a:lnTo>
                    <a:pt x="599" y="273"/>
                  </a:lnTo>
                  <a:lnTo>
                    <a:pt x="602" y="272"/>
                  </a:lnTo>
                  <a:lnTo>
                    <a:pt x="603" y="272"/>
                  </a:lnTo>
                  <a:lnTo>
                    <a:pt x="605" y="270"/>
                  </a:lnTo>
                  <a:lnTo>
                    <a:pt x="606" y="269"/>
                  </a:lnTo>
                  <a:lnTo>
                    <a:pt x="608" y="269"/>
                  </a:lnTo>
                  <a:lnTo>
                    <a:pt x="609" y="267"/>
                  </a:lnTo>
                  <a:lnTo>
                    <a:pt x="610" y="267"/>
                  </a:lnTo>
                  <a:lnTo>
                    <a:pt x="612" y="266"/>
                  </a:lnTo>
                  <a:lnTo>
                    <a:pt x="613" y="264"/>
                  </a:lnTo>
                  <a:lnTo>
                    <a:pt x="615" y="264"/>
                  </a:lnTo>
                  <a:lnTo>
                    <a:pt x="616" y="264"/>
                  </a:lnTo>
                  <a:lnTo>
                    <a:pt x="616" y="263"/>
                  </a:lnTo>
                  <a:lnTo>
                    <a:pt x="618" y="263"/>
                  </a:lnTo>
                  <a:lnTo>
                    <a:pt x="619" y="261"/>
                  </a:lnTo>
                  <a:lnTo>
                    <a:pt x="621" y="261"/>
                  </a:lnTo>
                  <a:lnTo>
                    <a:pt x="621" y="260"/>
                  </a:lnTo>
                  <a:lnTo>
                    <a:pt x="622" y="260"/>
                  </a:lnTo>
                  <a:lnTo>
                    <a:pt x="623" y="259"/>
                  </a:lnTo>
                  <a:lnTo>
                    <a:pt x="625" y="259"/>
                  </a:lnTo>
                  <a:lnTo>
                    <a:pt x="625" y="257"/>
                  </a:lnTo>
                  <a:lnTo>
                    <a:pt x="626" y="257"/>
                  </a:lnTo>
                  <a:lnTo>
                    <a:pt x="628" y="256"/>
                  </a:lnTo>
                  <a:lnTo>
                    <a:pt x="629" y="256"/>
                  </a:lnTo>
                  <a:lnTo>
                    <a:pt x="631" y="254"/>
                  </a:lnTo>
                  <a:lnTo>
                    <a:pt x="632" y="254"/>
                  </a:lnTo>
                  <a:lnTo>
                    <a:pt x="632" y="253"/>
                  </a:lnTo>
                  <a:lnTo>
                    <a:pt x="635" y="251"/>
                  </a:lnTo>
                  <a:lnTo>
                    <a:pt x="636" y="251"/>
                  </a:lnTo>
                  <a:lnTo>
                    <a:pt x="638" y="250"/>
                  </a:lnTo>
                  <a:lnTo>
                    <a:pt x="639" y="248"/>
                  </a:lnTo>
                  <a:lnTo>
                    <a:pt x="641" y="248"/>
                  </a:lnTo>
                  <a:lnTo>
                    <a:pt x="642" y="247"/>
                  </a:lnTo>
                  <a:lnTo>
                    <a:pt x="644" y="246"/>
                  </a:lnTo>
                  <a:lnTo>
                    <a:pt x="645" y="246"/>
                  </a:lnTo>
                  <a:lnTo>
                    <a:pt x="645" y="244"/>
                  </a:lnTo>
                  <a:lnTo>
                    <a:pt x="646" y="244"/>
                  </a:lnTo>
                  <a:lnTo>
                    <a:pt x="648" y="243"/>
                  </a:lnTo>
                  <a:lnTo>
                    <a:pt x="649" y="241"/>
                  </a:lnTo>
                  <a:lnTo>
                    <a:pt x="651" y="241"/>
                  </a:lnTo>
                  <a:lnTo>
                    <a:pt x="652" y="240"/>
                  </a:lnTo>
                  <a:lnTo>
                    <a:pt x="654" y="240"/>
                  </a:lnTo>
                  <a:lnTo>
                    <a:pt x="654" y="238"/>
                  </a:lnTo>
                  <a:lnTo>
                    <a:pt x="655" y="238"/>
                  </a:lnTo>
                  <a:lnTo>
                    <a:pt x="657" y="237"/>
                  </a:lnTo>
                  <a:lnTo>
                    <a:pt x="658" y="236"/>
                  </a:lnTo>
                  <a:lnTo>
                    <a:pt x="659" y="236"/>
                  </a:lnTo>
                  <a:lnTo>
                    <a:pt x="659" y="234"/>
                  </a:lnTo>
                  <a:lnTo>
                    <a:pt x="661" y="234"/>
                  </a:lnTo>
                  <a:lnTo>
                    <a:pt x="661" y="233"/>
                  </a:lnTo>
                  <a:lnTo>
                    <a:pt x="662" y="233"/>
                  </a:lnTo>
                  <a:lnTo>
                    <a:pt x="664" y="231"/>
                  </a:lnTo>
                  <a:lnTo>
                    <a:pt x="665" y="230"/>
                  </a:lnTo>
                  <a:lnTo>
                    <a:pt x="667" y="230"/>
                  </a:lnTo>
                  <a:lnTo>
                    <a:pt x="668" y="228"/>
                  </a:lnTo>
                  <a:lnTo>
                    <a:pt x="668" y="227"/>
                  </a:lnTo>
                  <a:lnTo>
                    <a:pt x="670" y="227"/>
                  </a:lnTo>
                  <a:lnTo>
                    <a:pt x="671" y="225"/>
                  </a:lnTo>
                  <a:lnTo>
                    <a:pt x="672" y="224"/>
                  </a:lnTo>
                  <a:lnTo>
                    <a:pt x="674" y="224"/>
                  </a:lnTo>
                  <a:lnTo>
                    <a:pt x="674" y="223"/>
                  </a:lnTo>
                  <a:lnTo>
                    <a:pt x="675" y="223"/>
                  </a:lnTo>
                  <a:lnTo>
                    <a:pt x="677" y="221"/>
                  </a:lnTo>
                  <a:lnTo>
                    <a:pt x="678" y="221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18"/>
                  </a:lnTo>
                  <a:lnTo>
                    <a:pt x="681" y="218"/>
                  </a:lnTo>
                  <a:lnTo>
                    <a:pt x="682" y="217"/>
                  </a:lnTo>
                  <a:lnTo>
                    <a:pt x="684" y="217"/>
                  </a:lnTo>
                  <a:lnTo>
                    <a:pt x="684" y="215"/>
                  </a:lnTo>
                  <a:lnTo>
                    <a:pt x="685" y="215"/>
                  </a:lnTo>
                  <a:lnTo>
                    <a:pt x="685" y="214"/>
                  </a:lnTo>
                  <a:lnTo>
                    <a:pt x="687" y="214"/>
                  </a:lnTo>
                  <a:lnTo>
                    <a:pt x="688" y="214"/>
                  </a:lnTo>
                  <a:lnTo>
                    <a:pt x="688" y="213"/>
                  </a:lnTo>
                  <a:lnTo>
                    <a:pt x="690" y="213"/>
                  </a:lnTo>
                  <a:lnTo>
                    <a:pt x="691" y="211"/>
                  </a:lnTo>
                  <a:lnTo>
                    <a:pt x="693" y="210"/>
                  </a:lnTo>
                  <a:lnTo>
                    <a:pt x="694" y="210"/>
                  </a:lnTo>
                  <a:lnTo>
                    <a:pt x="695" y="208"/>
                  </a:lnTo>
                  <a:lnTo>
                    <a:pt x="697" y="207"/>
                  </a:lnTo>
                  <a:lnTo>
                    <a:pt x="698" y="207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3" y="204"/>
                  </a:lnTo>
                  <a:lnTo>
                    <a:pt x="703" y="202"/>
                  </a:lnTo>
                  <a:lnTo>
                    <a:pt x="704" y="202"/>
                  </a:lnTo>
                  <a:lnTo>
                    <a:pt x="704" y="201"/>
                  </a:lnTo>
                  <a:lnTo>
                    <a:pt x="705" y="201"/>
                  </a:lnTo>
                  <a:lnTo>
                    <a:pt x="707" y="200"/>
                  </a:lnTo>
                  <a:lnTo>
                    <a:pt x="708" y="198"/>
                  </a:lnTo>
                  <a:lnTo>
                    <a:pt x="710" y="198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5"/>
                  </a:lnTo>
                  <a:lnTo>
                    <a:pt x="713" y="195"/>
                  </a:lnTo>
                  <a:lnTo>
                    <a:pt x="713" y="194"/>
                  </a:lnTo>
                  <a:lnTo>
                    <a:pt x="714" y="192"/>
                  </a:lnTo>
                  <a:lnTo>
                    <a:pt x="716" y="192"/>
                  </a:lnTo>
                  <a:lnTo>
                    <a:pt x="716" y="191"/>
                  </a:lnTo>
                  <a:lnTo>
                    <a:pt x="717" y="189"/>
                  </a:lnTo>
                  <a:lnTo>
                    <a:pt x="718" y="188"/>
                  </a:lnTo>
                  <a:lnTo>
                    <a:pt x="720" y="188"/>
                  </a:lnTo>
                  <a:lnTo>
                    <a:pt x="720" y="187"/>
                  </a:lnTo>
                  <a:lnTo>
                    <a:pt x="721" y="185"/>
                  </a:lnTo>
                  <a:lnTo>
                    <a:pt x="723" y="184"/>
                  </a:lnTo>
                  <a:lnTo>
                    <a:pt x="724" y="182"/>
                  </a:lnTo>
                  <a:lnTo>
                    <a:pt x="726" y="181"/>
                  </a:lnTo>
                  <a:lnTo>
                    <a:pt x="727" y="179"/>
                  </a:lnTo>
                  <a:lnTo>
                    <a:pt x="729" y="178"/>
                  </a:lnTo>
                  <a:lnTo>
                    <a:pt x="730" y="177"/>
                  </a:lnTo>
                  <a:lnTo>
                    <a:pt x="730" y="175"/>
                  </a:lnTo>
                  <a:lnTo>
                    <a:pt x="731" y="175"/>
                  </a:lnTo>
                  <a:lnTo>
                    <a:pt x="733" y="174"/>
                  </a:lnTo>
                  <a:lnTo>
                    <a:pt x="733" y="172"/>
                  </a:lnTo>
                  <a:lnTo>
                    <a:pt x="734" y="172"/>
                  </a:lnTo>
                  <a:lnTo>
                    <a:pt x="734" y="171"/>
                  </a:lnTo>
                  <a:lnTo>
                    <a:pt x="736" y="169"/>
                  </a:lnTo>
                  <a:lnTo>
                    <a:pt x="737" y="169"/>
                  </a:lnTo>
                  <a:lnTo>
                    <a:pt x="737" y="168"/>
                  </a:lnTo>
                  <a:lnTo>
                    <a:pt x="739" y="168"/>
                  </a:lnTo>
                  <a:lnTo>
                    <a:pt x="739" y="166"/>
                  </a:lnTo>
                  <a:lnTo>
                    <a:pt x="740" y="165"/>
                  </a:lnTo>
                  <a:lnTo>
                    <a:pt x="741" y="164"/>
                  </a:lnTo>
                  <a:lnTo>
                    <a:pt x="741" y="162"/>
                  </a:lnTo>
                  <a:lnTo>
                    <a:pt x="743" y="162"/>
                  </a:lnTo>
                  <a:lnTo>
                    <a:pt x="744" y="161"/>
                  </a:lnTo>
                  <a:lnTo>
                    <a:pt x="744" y="159"/>
                  </a:lnTo>
                  <a:lnTo>
                    <a:pt x="746" y="158"/>
                  </a:lnTo>
                  <a:lnTo>
                    <a:pt x="747" y="156"/>
                  </a:lnTo>
                  <a:lnTo>
                    <a:pt x="749" y="155"/>
                  </a:lnTo>
                  <a:lnTo>
                    <a:pt x="749" y="154"/>
                  </a:lnTo>
                  <a:lnTo>
                    <a:pt x="750" y="152"/>
                  </a:lnTo>
                  <a:lnTo>
                    <a:pt x="752" y="151"/>
                  </a:lnTo>
                  <a:lnTo>
                    <a:pt x="753" y="149"/>
                  </a:lnTo>
                  <a:lnTo>
                    <a:pt x="754" y="148"/>
                  </a:lnTo>
                  <a:lnTo>
                    <a:pt x="756" y="145"/>
                  </a:lnTo>
                  <a:lnTo>
                    <a:pt x="759" y="143"/>
                  </a:lnTo>
                  <a:lnTo>
                    <a:pt x="760" y="142"/>
                  </a:lnTo>
                  <a:lnTo>
                    <a:pt x="762" y="141"/>
                  </a:lnTo>
                  <a:lnTo>
                    <a:pt x="763" y="138"/>
                  </a:lnTo>
                  <a:lnTo>
                    <a:pt x="763" y="136"/>
                  </a:lnTo>
                  <a:lnTo>
                    <a:pt x="764" y="135"/>
                  </a:lnTo>
                  <a:lnTo>
                    <a:pt x="766" y="133"/>
                  </a:lnTo>
                  <a:lnTo>
                    <a:pt x="767" y="132"/>
                  </a:lnTo>
                  <a:lnTo>
                    <a:pt x="769" y="132"/>
                  </a:lnTo>
                  <a:lnTo>
                    <a:pt x="769" y="131"/>
                  </a:lnTo>
                  <a:lnTo>
                    <a:pt x="770" y="129"/>
                  </a:lnTo>
                  <a:lnTo>
                    <a:pt x="772" y="128"/>
                  </a:lnTo>
                  <a:lnTo>
                    <a:pt x="772" y="126"/>
                  </a:lnTo>
                  <a:lnTo>
                    <a:pt x="773" y="126"/>
                  </a:lnTo>
                  <a:lnTo>
                    <a:pt x="773" y="125"/>
                  </a:lnTo>
                  <a:lnTo>
                    <a:pt x="775" y="123"/>
                  </a:lnTo>
                  <a:lnTo>
                    <a:pt x="775" y="122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7" y="119"/>
                  </a:lnTo>
                  <a:lnTo>
                    <a:pt x="779" y="118"/>
                  </a:lnTo>
                  <a:lnTo>
                    <a:pt x="780" y="116"/>
                  </a:lnTo>
                  <a:lnTo>
                    <a:pt x="780" y="115"/>
                  </a:lnTo>
                  <a:lnTo>
                    <a:pt x="782" y="113"/>
                  </a:lnTo>
                  <a:lnTo>
                    <a:pt x="783" y="112"/>
                  </a:lnTo>
                  <a:lnTo>
                    <a:pt x="785" y="110"/>
                  </a:lnTo>
                  <a:lnTo>
                    <a:pt x="785" y="109"/>
                  </a:lnTo>
                  <a:lnTo>
                    <a:pt x="786" y="107"/>
                  </a:lnTo>
                  <a:lnTo>
                    <a:pt x="788" y="105"/>
                  </a:lnTo>
                  <a:lnTo>
                    <a:pt x="789" y="103"/>
                  </a:lnTo>
                  <a:lnTo>
                    <a:pt x="790" y="102"/>
                  </a:lnTo>
                  <a:lnTo>
                    <a:pt x="792" y="99"/>
                  </a:lnTo>
                  <a:lnTo>
                    <a:pt x="795" y="96"/>
                  </a:lnTo>
                  <a:lnTo>
                    <a:pt x="796" y="95"/>
                  </a:lnTo>
                  <a:lnTo>
                    <a:pt x="798" y="93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0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5" y="82"/>
                  </a:lnTo>
                  <a:lnTo>
                    <a:pt x="806" y="80"/>
                  </a:lnTo>
                  <a:lnTo>
                    <a:pt x="808" y="79"/>
                  </a:lnTo>
                  <a:lnTo>
                    <a:pt x="808" y="77"/>
                  </a:lnTo>
                  <a:lnTo>
                    <a:pt x="809" y="76"/>
                  </a:lnTo>
                  <a:lnTo>
                    <a:pt x="809" y="74"/>
                  </a:lnTo>
                  <a:lnTo>
                    <a:pt x="811" y="73"/>
                  </a:lnTo>
                  <a:lnTo>
                    <a:pt x="812" y="73"/>
                  </a:lnTo>
                  <a:lnTo>
                    <a:pt x="812" y="72"/>
                  </a:lnTo>
                  <a:lnTo>
                    <a:pt x="813" y="70"/>
                  </a:lnTo>
                  <a:lnTo>
                    <a:pt x="813" y="69"/>
                  </a:lnTo>
                  <a:lnTo>
                    <a:pt x="815" y="67"/>
                  </a:lnTo>
                  <a:lnTo>
                    <a:pt x="816" y="66"/>
                  </a:lnTo>
                  <a:lnTo>
                    <a:pt x="818" y="64"/>
                  </a:lnTo>
                  <a:lnTo>
                    <a:pt x="818" y="63"/>
                  </a:lnTo>
                  <a:lnTo>
                    <a:pt x="819" y="61"/>
                  </a:lnTo>
                  <a:lnTo>
                    <a:pt x="821" y="60"/>
                  </a:lnTo>
                  <a:lnTo>
                    <a:pt x="822" y="59"/>
                  </a:lnTo>
                  <a:lnTo>
                    <a:pt x="824" y="56"/>
                  </a:lnTo>
                  <a:lnTo>
                    <a:pt x="825" y="54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7"/>
                  </a:lnTo>
                  <a:lnTo>
                    <a:pt x="831" y="46"/>
                  </a:lnTo>
                  <a:lnTo>
                    <a:pt x="832" y="43"/>
                  </a:lnTo>
                  <a:lnTo>
                    <a:pt x="834" y="41"/>
                  </a:lnTo>
                  <a:lnTo>
                    <a:pt x="835" y="38"/>
                  </a:lnTo>
                  <a:lnTo>
                    <a:pt x="836" y="37"/>
                  </a:lnTo>
                  <a:lnTo>
                    <a:pt x="838" y="36"/>
                  </a:lnTo>
                  <a:lnTo>
                    <a:pt x="839" y="34"/>
                  </a:lnTo>
                  <a:lnTo>
                    <a:pt x="841" y="33"/>
                  </a:lnTo>
                  <a:lnTo>
                    <a:pt x="842" y="31"/>
                  </a:lnTo>
                  <a:lnTo>
                    <a:pt x="842" y="30"/>
                  </a:lnTo>
                  <a:lnTo>
                    <a:pt x="844" y="28"/>
                  </a:lnTo>
                  <a:lnTo>
                    <a:pt x="845" y="27"/>
                  </a:lnTo>
                  <a:lnTo>
                    <a:pt x="845" y="25"/>
                  </a:lnTo>
                  <a:lnTo>
                    <a:pt x="847" y="24"/>
                  </a:lnTo>
                  <a:lnTo>
                    <a:pt x="847" y="23"/>
                  </a:lnTo>
                  <a:lnTo>
                    <a:pt x="848" y="23"/>
                  </a:lnTo>
                  <a:lnTo>
                    <a:pt x="848" y="21"/>
                  </a:lnTo>
                  <a:lnTo>
                    <a:pt x="849" y="20"/>
                  </a:lnTo>
                  <a:lnTo>
                    <a:pt x="849" y="18"/>
                  </a:lnTo>
                  <a:lnTo>
                    <a:pt x="851" y="18"/>
                  </a:lnTo>
                  <a:lnTo>
                    <a:pt x="851" y="17"/>
                  </a:lnTo>
                  <a:lnTo>
                    <a:pt x="852" y="15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4" y="11"/>
                  </a:lnTo>
                  <a:lnTo>
                    <a:pt x="855" y="10"/>
                  </a:lnTo>
                  <a:lnTo>
                    <a:pt x="855" y="8"/>
                  </a:lnTo>
                  <a:lnTo>
                    <a:pt x="857" y="7"/>
                  </a:lnTo>
                  <a:lnTo>
                    <a:pt x="858" y="5"/>
                  </a:lnTo>
                  <a:lnTo>
                    <a:pt x="858" y="4"/>
                  </a:lnTo>
                  <a:lnTo>
                    <a:pt x="859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1" name="Freeform 60">
              <a:extLst>
                <a:ext uri="{FF2B5EF4-FFF2-40B4-BE49-F238E27FC236}">
                  <a16:creationId xmlns:a16="http://schemas.microsoft.com/office/drawing/2014/main" id="{DD5FC7EB-A8F5-409D-A0EE-9D156E0C5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5639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8"/>
                  </a:lnTo>
                  <a:lnTo>
                    <a:pt x="5" y="11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3" y="63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0" y="83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4" y="95"/>
                  </a:lnTo>
                  <a:lnTo>
                    <a:pt x="46" y="96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2"/>
                  </a:lnTo>
                  <a:lnTo>
                    <a:pt x="49" y="105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1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59" y="132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2" y="141"/>
                  </a:lnTo>
                  <a:lnTo>
                    <a:pt x="63" y="142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6" y="155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9" y="161"/>
                  </a:lnTo>
                  <a:lnTo>
                    <a:pt x="69" y="164"/>
                  </a:lnTo>
                  <a:lnTo>
                    <a:pt x="70" y="165"/>
                  </a:lnTo>
                  <a:lnTo>
                    <a:pt x="70" y="168"/>
                  </a:lnTo>
                  <a:lnTo>
                    <a:pt x="72" y="169"/>
                  </a:lnTo>
                  <a:lnTo>
                    <a:pt x="72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4" y="178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6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7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79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0" y="200"/>
                  </a:lnTo>
                  <a:lnTo>
                    <a:pt x="80" y="201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3" y="211"/>
                  </a:lnTo>
                  <a:lnTo>
                    <a:pt x="85" y="213"/>
                  </a:lnTo>
                  <a:lnTo>
                    <a:pt x="85" y="216"/>
                  </a:lnTo>
                  <a:lnTo>
                    <a:pt x="86" y="217"/>
                  </a:lnTo>
                  <a:lnTo>
                    <a:pt x="87" y="220"/>
                  </a:lnTo>
                  <a:lnTo>
                    <a:pt x="87" y="223"/>
                  </a:lnTo>
                  <a:lnTo>
                    <a:pt x="87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0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5" y="262"/>
                  </a:lnTo>
                  <a:lnTo>
                    <a:pt x="95" y="264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6" y="277"/>
                  </a:lnTo>
                  <a:lnTo>
                    <a:pt x="96" y="279"/>
                  </a:lnTo>
                  <a:lnTo>
                    <a:pt x="96" y="280"/>
                  </a:lnTo>
                  <a:lnTo>
                    <a:pt x="96" y="282"/>
                  </a:lnTo>
                  <a:lnTo>
                    <a:pt x="97" y="283"/>
                  </a:lnTo>
                  <a:lnTo>
                    <a:pt x="97" y="285"/>
                  </a:lnTo>
                  <a:lnTo>
                    <a:pt x="97" y="286"/>
                  </a:lnTo>
                  <a:lnTo>
                    <a:pt x="97" y="287"/>
                  </a:lnTo>
                  <a:lnTo>
                    <a:pt x="97" y="289"/>
                  </a:lnTo>
                  <a:lnTo>
                    <a:pt x="97" y="290"/>
                  </a:lnTo>
                  <a:lnTo>
                    <a:pt x="97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100" y="300"/>
                  </a:lnTo>
                  <a:lnTo>
                    <a:pt x="100" y="302"/>
                  </a:lnTo>
                  <a:lnTo>
                    <a:pt x="100" y="303"/>
                  </a:lnTo>
                  <a:lnTo>
                    <a:pt x="100" y="305"/>
                  </a:lnTo>
                  <a:lnTo>
                    <a:pt x="100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0"/>
                  </a:lnTo>
                  <a:lnTo>
                    <a:pt x="102" y="312"/>
                  </a:lnTo>
                  <a:lnTo>
                    <a:pt x="102" y="313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3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0" y="339"/>
                  </a:lnTo>
                  <a:lnTo>
                    <a:pt x="100" y="341"/>
                  </a:lnTo>
                  <a:lnTo>
                    <a:pt x="100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2" name="Freeform 61">
              <a:extLst>
                <a:ext uri="{FF2B5EF4-FFF2-40B4-BE49-F238E27FC236}">
                  <a16:creationId xmlns:a16="http://schemas.microsoft.com/office/drawing/2014/main" id="{2746A2E6-F0F3-4B33-8CF2-9A66DBDD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835400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344"/>
                  </a:moveTo>
                  <a:lnTo>
                    <a:pt x="2" y="340"/>
                  </a:lnTo>
                  <a:lnTo>
                    <a:pt x="4" y="337"/>
                  </a:lnTo>
                  <a:lnTo>
                    <a:pt x="5" y="332"/>
                  </a:lnTo>
                  <a:lnTo>
                    <a:pt x="8" y="330"/>
                  </a:lnTo>
                  <a:lnTo>
                    <a:pt x="10" y="327"/>
                  </a:lnTo>
                  <a:lnTo>
                    <a:pt x="11" y="324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5" y="315"/>
                  </a:lnTo>
                  <a:lnTo>
                    <a:pt x="17" y="314"/>
                  </a:lnTo>
                  <a:lnTo>
                    <a:pt x="18" y="311"/>
                  </a:lnTo>
                  <a:lnTo>
                    <a:pt x="20" y="309"/>
                  </a:lnTo>
                  <a:lnTo>
                    <a:pt x="20" y="308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23" y="304"/>
                  </a:lnTo>
                  <a:lnTo>
                    <a:pt x="23" y="302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6" y="298"/>
                  </a:lnTo>
                  <a:lnTo>
                    <a:pt x="26" y="297"/>
                  </a:lnTo>
                  <a:lnTo>
                    <a:pt x="26" y="295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8" y="291"/>
                  </a:lnTo>
                  <a:lnTo>
                    <a:pt x="28" y="289"/>
                  </a:lnTo>
                  <a:lnTo>
                    <a:pt x="30" y="288"/>
                  </a:lnTo>
                  <a:lnTo>
                    <a:pt x="30" y="286"/>
                  </a:lnTo>
                  <a:lnTo>
                    <a:pt x="31" y="285"/>
                  </a:lnTo>
                  <a:lnTo>
                    <a:pt x="31" y="282"/>
                  </a:lnTo>
                  <a:lnTo>
                    <a:pt x="33" y="281"/>
                  </a:lnTo>
                  <a:lnTo>
                    <a:pt x="33" y="279"/>
                  </a:lnTo>
                  <a:lnTo>
                    <a:pt x="34" y="276"/>
                  </a:lnTo>
                  <a:lnTo>
                    <a:pt x="34" y="275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7" y="271"/>
                  </a:lnTo>
                  <a:lnTo>
                    <a:pt x="37" y="269"/>
                  </a:lnTo>
                  <a:lnTo>
                    <a:pt x="37" y="268"/>
                  </a:lnTo>
                  <a:lnTo>
                    <a:pt x="38" y="266"/>
                  </a:lnTo>
                  <a:lnTo>
                    <a:pt x="38" y="265"/>
                  </a:lnTo>
                  <a:lnTo>
                    <a:pt x="40" y="263"/>
                  </a:lnTo>
                  <a:lnTo>
                    <a:pt x="40" y="262"/>
                  </a:lnTo>
                  <a:lnTo>
                    <a:pt x="40" y="261"/>
                  </a:lnTo>
                  <a:lnTo>
                    <a:pt x="41" y="259"/>
                  </a:lnTo>
                  <a:lnTo>
                    <a:pt x="41" y="258"/>
                  </a:lnTo>
                  <a:lnTo>
                    <a:pt x="43" y="256"/>
                  </a:lnTo>
                  <a:lnTo>
                    <a:pt x="43" y="255"/>
                  </a:lnTo>
                  <a:lnTo>
                    <a:pt x="43" y="253"/>
                  </a:lnTo>
                  <a:lnTo>
                    <a:pt x="44" y="253"/>
                  </a:lnTo>
                  <a:lnTo>
                    <a:pt x="44" y="252"/>
                  </a:lnTo>
                  <a:lnTo>
                    <a:pt x="44" y="250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7" y="245"/>
                  </a:lnTo>
                  <a:lnTo>
                    <a:pt x="47" y="243"/>
                  </a:lnTo>
                  <a:lnTo>
                    <a:pt x="49" y="242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3"/>
                  </a:lnTo>
                  <a:lnTo>
                    <a:pt x="53" y="230"/>
                  </a:lnTo>
                  <a:lnTo>
                    <a:pt x="53" y="229"/>
                  </a:lnTo>
                  <a:lnTo>
                    <a:pt x="54" y="226"/>
                  </a:lnTo>
                  <a:lnTo>
                    <a:pt x="54" y="225"/>
                  </a:lnTo>
                  <a:lnTo>
                    <a:pt x="56" y="223"/>
                  </a:lnTo>
                  <a:lnTo>
                    <a:pt x="56" y="220"/>
                  </a:lnTo>
                  <a:lnTo>
                    <a:pt x="57" y="219"/>
                  </a:lnTo>
                  <a:lnTo>
                    <a:pt x="57" y="217"/>
                  </a:lnTo>
                  <a:lnTo>
                    <a:pt x="57" y="216"/>
                  </a:lnTo>
                  <a:lnTo>
                    <a:pt x="59" y="215"/>
                  </a:lnTo>
                  <a:lnTo>
                    <a:pt x="59" y="213"/>
                  </a:lnTo>
                  <a:lnTo>
                    <a:pt x="59" y="212"/>
                  </a:lnTo>
                  <a:lnTo>
                    <a:pt x="60" y="210"/>
                  </a:lnTo>
                  <a:lnTo>
                    <a:pt x="60" y="209"/>
                  </a:lnTo>
                  <a:lnTo>
                    <a:pt x="62" y="20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62" y="203"/>
                  </a:lnTo>
                  <a:lnTo>
                    <a:pt x="63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4" y="197"/>
                  </a:lnTo>
                  <a:lnTo>
                    <a:pt x="64" y="196"/>
                  </a:lnTo>
                  <a:lnTo>
                    <a:pt x="64" y="194"/>
                  </a:lnTo>
                  <a:lnTo>
                    <a:pt x="66" y="193"/>
                  </a:lnTo>
                  <a:lnTo>
                    <a:pt x="66" y="191"/>
                  </a:lnTo>
                  <a:lnTo>
                    <a:pt x="66" y="190"/>
                  </a:lnTo>
                  <a:lnTo>
                    <a:pt x="67" y="187"/>
                  </a:lnTo>
                  <a:lnTo>
                    <a:pt x="67" y="186"/>
                  </a:lnTo>
                  <a:lnTo>
                    <a:pt x="69" y="183"/>
                  </a:lnTo>
                  <a:lnTo>
                    <a:pt x="69" y="181"/>
                  </a:lnTo>
                  <a:lnTo>
                    <a:pt x="70" y="179"/>
                  </a:lnTo>
                  <a:lnTo>
                    <a:pt x="70" y="176"/>
                  </a:lnTo>
                  <a:lnTo>
                    <a:pt x="72" y="174"/>
                  </a:lnTo>
                  <a:lnTo>
                    <a:pt x="72" y="173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3" y="167"/>
                  </a:lnTo>
                  <a:lnTo>
                    <a:pt x="74" y="166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6" y="161"/>
                  </a:lnTo>
                  <a:lnTo>
                    <a:pt x="76" y="160"/>
                  </a:lnTo>
                  <a:lnTo>
                    <a:pt x="76" y="158"/>
                  </a:lnTo>
                  <a:lnTo>
                    <a:pt x="76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79" y="148"/>
                  </a:lnTo>
                  <a:lnTo>
                    <a:pt x="80" y="147"/>
                  </a:lnTo>
                  <a:lnTo>
                    <a:pt x="80" y="145"/>
                  </a:lnTo>
                  <a:lnTo>
                    <a:pt x="80" y="144"/>
                  </a:lnTo>
                  <a:lnTo>
                    <a:pt x="80" y="143"/>
                  </a:lnTo>
                  <a:lnTo>
                    <a:pt x="82" y="141"/>
                  </a:lnTo>
                  <a:lnTo>
                    <a:pt x="82" y="140"/>
                  </a:lnTo>
                  <a:lnTo>
                    <a:pt x="83" y="137"/>
                  </a:lnTo>
                  <a:lnTo>
                    <a:pt x="83" y="135"/>
                  </a:lnTo>
                  <a:lnTo>
                    <a:pt x="83" y="134"/>
                  </a:lnTo>
                  <a:lnTo>
                    <a:pt x="85" y="131"/>
                  </a:lnTo>
                  <a:lnTo>
                    <a:pt x="85" y="128"/>
                  </a:lnTo>
                  <a:lnTo>
                    <a:pt x="86" y="127"/>
                  </a:lnTo>
                  <a:lnTo>
                    <a:pt x="87" y="124"/>
                  </a:lnTo>
                  <a:lnTo>
                    <a:pt x="87" y="122"/>
                  </a:lnTo>
                  <a:lnTo>
                    <a:pt x="87" y="120"/>
                  </a:lnTo>
                  <a:lnTo>
                    <a:pt x="89" y="118"/>
                  </a:lnTo>
                  <a:lnTo>
                    <a:pt x="89" y="117"/>
                  </a:lnTo>
                  <a:lnTo>
                    <a:pt x="90" y="115"/>
                  </a:lnTo>
                  <a:lnTo>
                    <a:pt x="90" y="114"/>
                  </a:lnTo>
                  <a:lnTo>
                    <a:pt x="90" y="112"/>
                  </a:lnTo>
                  <a:lnTo>
                    <a:pt x="90" y="111"/>
                  </a:lnTo>
                  <a:lnTo>
                    <a:pt x="92" y="109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2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8"/>
                  </a:lnTo>
                  <a:lnTo>
                    <a:pt x="95" y="86"/>
                  </a:lnTo>
                  <a:lnTo>
                    <a:pt x="95" y="84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6" y="78"/>
                  </a:lnTo>
                  <a:lnTo>
                    <a:pt x="96" y="76"/>
                  </a:lnTo>
                  <a:lnTo>
                    <a:pt x="96" y="75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6" y="66"/>
                  </a:lnTo>
                  <a:lnTo>
                    <a:pt x="96" y="65"/>
                  </a:lnTo>
                  <a:lnTo>
                    <a:pt x="96" y="63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1"/>
                  </a:lnTo>
                  <a:lnTo>
                    <a:pt x="97" y="59"/>
                  </a:lnTo>
                  <a:lnTo>
                    <a:pt x="97" y="58"/>
                  </a:lnTo>
                  <a:lnTo>
                    <a:pt x="97" y="56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0" y="6"/>
                  </a:lnTo>
                  <a:lnTo>
                    <a:pt x="100" y="3"/>
                  </a:lnTo>
                  <a:lnTo>
                    <a:pt x="10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3" name="Rectangle 62">
              <a:extLst>
                <a:ext uri="{FF2B5EF4-FFF2-40B4-BE49-F238E27FC236}">
                  <a16:creationId xmlns:a16="http://schemas.microsoft.com/office/drawing/2014/main" id="{899351A8-AAD9-46E0-A001-0372B9D00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50927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14" name="Freeform 63">
              <a:extLst>
                <a:ext uri="{FF2B5EF4-FFF2-40B4-BE49-F238E27FC236}">
                  <a16:creationId xmlns:a16="http://schemas.microsoft.com/office/drawing/2014/main" id="{785CE691-4906-4E6B-80B3-6E4FAE05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3354388"/>
              <a:ext cx="1050925" cy="411162"/>
            </a:xfrm>
            <a:custGeom>
              <a:avLst/>
              <a:gdLst>
                <a:gd name="T0" fmla="*/ 2147483646 w 1324"/>
                <a:gd name="T1" fmla="*/ 2147483646 h 518"/>
                <a:gd name="T2" fmla="*/ 2147483646 w 1324"/>
                <a:gd name="T3" fmla="*/ 2147483646 h 518"/>
                <a:gd name="T4" fmla="*/ 2147483646 w 1324"/>
                <a:gd name="T5" fmla="*/ 0 h 518"/>
                <a:gd name="T6" fmla="*/ 0 w 1324"/>
                <a:gd name="T7" fmla="*/ 0 h 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4"/>
                <a:gd name="T13" fmla="*/ 0 h 518"/>
                <a:gd name="T14" fmla="*/ 1324 w 1324"/>
                <a:gd name="T15" fmla="*/ 518 h 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4" h="518">
                  <a:moveTo>
                    <a:pt x="1324" y="518"/>
                  </a:moveTo>
                  <a:lnTo>
                    <a:pt x="461" y="518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5" name="Freeform 64">
              <a:extLst>
                <a:ext uri="{FF2B5EF4-FFF2-40B4-BE49-F238E27FC236}">
                  <a16:creationId xmlns:a16="http://schemas.microsoft.com/office/drawing/2014/main" id="{CC294A34-FF9F-40DD-A5AA-0F2F5ED7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3903663"/>
              <a:ext cx="1028700" cy="433387"/>
            </a:xfrm>
            <a:custGeom>
              <a:avLst/>
              <a:gdLst>
                <a:gd name="T0" fmla="*/ 2147483646 w 1295"/>
                <a:gd name="T1" fmla="*/ 0 h 547"/>
                <a:gd name="T2" fmla="*/ 2147483646 w 1295"/>
                <a:gd name="T3" fmla="*/ 0 h 547"/>
                <a:gd name="T4" fmla="*/ 2147483646 w 1295"/>
                <a:gd name="T5" fmla="*/ 2147483646 h 547"/>
                <a:gd name="T6" fmla="*/ 0 w 1295"/>
                <a:gd name="T7" fmla="*/ 2147483646 h 5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95"/>
                <a:gd name="T13" fmla="*/ 0 h 547"/>
                <a:gd name="T14" fmla="*/ 1295 w 1295"/>
                <a:gd name="T15" fmla="*/ 547 h 5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95" h="547">
                  <a:moveTo>
                    <a:pt x="1295" y="0"/>
                  </a:moveTo>
                  <a:lnTo>
                    <a:pt x="432" y="0"/>
                  </a:lnTo>
                  <a:lnTo>
                    <a:pt x="432" y="547"/>
                  </a:lnTo>
                  <a:lnTo>
                    <a:pt x="0" y="54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6" name="Freeform 65">
              <a:extLst>
                <a:ext uri="{FF2B5EF4-FFF2-40B4-BE49-F238E27FC236}">
                  <a16:creationId xmlns:a16="http://schemas.microsoft.com/office/drawing/2014/main" id="{D7C0BE0C-6669-41D6-8B0A-83322CE34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4040188"/>
              <a:ext cx="982662" cy="1255712"/>
            </a:xfrm>
            <a:custGeom>
              <a:avLst/>
              <a:gdLst>
                <a:gd name="T0" fmla="*/ 2147483646 w 1238"/>
                <a:gd name="T1" fmla="*/ 0 h 1582"/>
                <a:gd name="T2" fmla="*/ 2147483646 w 1238"/>
                <a:gd name="T3" fmla="*/ 0 h 1582"/>
                <a:gd name="T4" fmla="*/ 2147483646 w 1238"/>
                <a:gd name="T5" fmla="*/ 2147483646 h 1582"/>
                <a:gd name="T6" fmla="*/ 0 w 1238"/>
                <a:gd name="T7" fmla="*/ 2147483646 h 15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"/>
                <a:gd name="T13" fmla="*/ 0 h 1582"/>
                <a:gd name="T14" fmla="*/ 1238 w 1238"/>
                <a:gd name="T15" fmla="*/ 1582 h 15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" h="1582">
                  <a:moveTo>
                    <a:pt x="1238" y="0"/>
                  </a:moveTo>
                  <a:lnTo>
                    <a:pt x="835" y="0"/>
                  </a:lnTo>
                  <a:lnTo>
                    <a:pt x="835" y="1582"/>
                  </a:lnTo>
                  <a:lnTo>
                    <a:pt x="0" y="158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7" name="Rectangle 66">
              <a:extLst>
                <a:ext uri="{FF2B5EF4-FFF2-40B4-BE49-F238E27FC236}">
                  <a16:creationId xmlns:a16="http://schemas.microsoft.com/office/drawing/2014/main" id="{3C6E87B4-8DA0-40E0-887B-09553CCD3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5587" y="3711575"/>
              <a:ext cx="2016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f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18" name="Rectangle 67">
              <a:extLst>
                <a:ext uri="{FF2B5EF4-FFF2-40B4-BE49-F238E27FC236}">
                  <a16:creationId xmlns:a16="http://schemas.microsoft.com/office/drawing/2014/main" id="{676FDF8A-6468-49A7-B10B-67BB8104A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379788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19" name="Rectangle 68">
              <a:extLst>
                <a:ext uri="{FF2B5EF4-FFF2-40B4-BE49-F238E27FC236}">
                  <a16:creationId xmlns:a16="http://schemas.microsoft.com/office/drawing/2014/main" id="{C608EEE4-A5D0-48AF-9EAE-2B023AF05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4845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0" name="Rectangle 69">
              <a:extLst>
                <a:ext uri="{FF2B5EF4-FFF2-40B4-BE49-F238E27FC236}">
                  <a16:creationId xmlns:a16="http://schemas.microsoft.com/office/drawing/2014/main" id="{16157331-B2FD-49C9-BE95-0E74B362D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588" y="36623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s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1" name="Rectangle 70">
              <a:extLst>
                <a:ext uri="{FF2B5EF4-FFF2-40B4-BE49-F238E27FC236}">
                  <a16:creationId xmlns:a16="http://schemas.microsoft.com/office/drawing/2014/main" id="{E1D75F21-BD13-4250-9D2B-37BC02D5D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488" y="37671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2" name="Rectangle 71">
              <a:extLst>
                <a:ext uri="{FF2B5EF4-FFF2-40B4-BE49-F238E27FC236}">
                  <a16:creationId xmlns:a16="http://schemas.microsoft.com/office/drawing/2014/main" id="{A64DAE6E-553D-4D3B-AC87-B18F1408C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038" y="4333875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3" name="AutoShape 73">
              <a:extLst>
                <a:ext uri="{FF2B5EF4-FFF2-40B4-BE49-F238E27FC236}">
                  <a16:creationId xmlns:a16="http://schemas.microsoft.com/office/drawing/2014/main" id="{1E700B46-F7ED-43E3-B896-1C033C213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21272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4" name="AutoShape 75">
              <a:extLst>
                <a:ext uri="{FF2B5EF4-FFF2-40B4-BE49-F238E27FC236}">
                  <a16:creationId xmlns:a16="http://schemas.microsoft.com/office/drawing/2014/main" id="{F9EDBE11-2329-46A8-AE57-7306CFED0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0" y="3094038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5" name="AutoShape 77">
              <a:extLst>
                <a:ext uri="{FF2B5EF4-FFF2-40B4-BE49-F238E27FC236}">
                  <a16:creationId xmlns:a16="http://schemas.microsoft.com/office/drawing/2014/main" id="{EDB26F08-418E-49C8-8BE7-AB2AA3942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5" y="4073525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026" name="AutoShape 79">
              <a:extLst>
                <a:ext uri="{FF2B5EF4-FFF2-40B4-BE49-F238E27FC236}">
                  <a16:creationId xmlns:a16="http://schemas.microsoft.com/office/drawing/2014/main" id="{BFEA00D8-E7DD-4057-B5A0-C7AAEC6E4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5035550"/>
              <a:ext cx="628650" cy="5270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25954" name="Title 1">
            <a:extLst>
              <a:ext uri="{FF2B5EF4-FFF2-40B4-BE49-F238E27FC236}">
                <a16:creationId xmlns:a16="http://schemas.microsoft.com/office/drawing/2014/main" id="{4870E3D8-3C51-43BA-A80F-13E966A6E23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A 4-to-1 multiplexer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built using a 2-to-4 decoder</a:t>
            </a:r>
          </a:p>
        </p:txBody>
      </p:sp>
      <p:sp>
        <p:nvSpPr>
          <p:cNvPr id="125955" name="TextBox 125">
            <a:extLst>
              <a:ext uri="{FF2B5EF4-FFF2-40B4-BE49-F238E27FC236}">
                <a16:creationId xmlns:a16="http://schemas.microsoft.com/office/drawing/2014/main" id="{7C65DD66-BFBF-4B8D-9900-EC3ABA8679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4.17 from the textbook ]</a:t>
            </a:r>
          </a:p>
        </p:txBody>
      </p:sp>
      <p:sp>
        <p:nvSpPr>
          <p:cNvPr id="125956" name="TextBox 16">
            <a:extLst>
              <a:ext uri="{FF2B5EF4-FFF2-40B4-BE49-F238E27FC236}">
                <a16:creationId xmlns:a16="http://schemas.microsoft.com/office/drawing/2014/main" id="{8906CDFB-5275-4B83-9263-EB21F0C178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68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57" name="TextBox 16">
            <a:extLst>
              <a:ext uri="{FF2B5EF4-FFF2-40B4-BE49-F238E27FC236}">
                <a16:creationId xmlns:a16="http://schemas.microsoft.com/office/drawing/2014/main" id="{AED82001-A72E-4461-88F0-63853EDDC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29337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58" name="TextBox 16">
            <a:extLst>
              <a:ext uri="{FF2B5EF4-FFF2-40B4-BE49-F238E27FC236}">
                <a16:creationId xmlns:a16="http://schemas.microsoft.com/office/drawing/2014/main" id="{3866B1C2-8CD1-4100-9CD5-33FD2F20F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5475" y="3949700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59" name="TextBox 16">
            <a:extLst>
              <a:ext uri="{FF2B5EF4-FFF2-40B4-BE49-F238E27FC236}">
                <a16:creationId xmlns:a16="http://schemas.microsoft.com/office/drawing/2014/main" id="{7ECC403F-A114-481C-A70C-21A8758883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4200" y="4851400"/>
            <a:ext cx="5095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3</a:t>
            </a:r>
          </a:p>
        </p:txBody>
      </p:sp>
      <p:sp>
        <p:nvSpPr>
          <p:cNvPr id="125960" name="TextBox 16">
            <a:extLst>
              <a:ext uri="{FF2B5EF4-FFF2-40B4-BE49-F238E27FC236}">
                <a16:creationId xmlns:a16="http://schemas.microsoft.com/office/drawing/2014/main" id="{3968A348-947B-42D2-825E-599F66C1E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00" y="3386138"/>
            <a:ext cx="5111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3</a:t>
            </a:r>
          </a:p>
        </p:txBody>
      </p:sp>
      <p:sp>
        <p:nvSpPr>
          <p:cNvPr id="125961" name="TextBox 16">
            <a:extLst>
              <a:ext uri="{FF2B5EF4-FFF2-40B4-BE49-F238E27FC236}">
                <a16:creationId xmlns:a16="http://schemas.microsoft.com/office/drawing/2014/main" id="{D0284F39-FB34-45D3-9192-E292868D1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31321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62" name="TextBox 16">
            <a:extLst>
              <a:ext uri="{FF2B5EF4-FFF2-40B4-BE49-F238E27FC236}">
                <a16:creationId xmlns:a16="http://schemas.microsoft.com/office/drawing/2014/main" id="{9BE79756-2661-46BE-9728-73628AB161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8350" y="34877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63" name="TextBox 16">
            <a:extLst>
              <a:ext uri="{FF2B5EF4-FFF2-40B4-BE49-F238E27FC236}">
                <a16:creationId xmlns:a16="http://schemas.microsoft.com/office/drawing/2014/main" id="{5C546FD6-3D54-47ED-A884-8FA2A39BBC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182938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64" name="TextBox 16">
            <a:extLst>
              <a:ext uri="{FF2B5EF4-FFF2-40B4-BE49-F238E27FC236}">
                <a16:creationId xmlns:a16="http://schemas.microsoft.com/office/drawing/2014/main" id="{BC0D5C86-437B-4664-9A09-48AC5805F7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350202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65" name="TextBox 16">
            <a:extLst>
              <a:ext uri="{FF2B5EF4-FFF2-40B4-BE49-F238E27FC236}">
                <a16:creationId xmlns:a16="http://schemas.microsoft.com/office/drawing/2014/main" id="{FF8EE9D1-3205-4FCF-92C6-B130D6EF0C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3802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25966" name="TextBox 16">
            <a:extLst>
              <a:ext uri="{FF2B5EF4-FFF2-40B4-BE49-F238E27FC236}">
                <a16:creationId xmlns:a16="http://schemas.microsoft.com/office/drawing/2014/main" id="{7F4159E6-4F28-4138-8476-FAB3D644F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5988" y="4084638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sz="2000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BDE3D9CD-AC84-144D-AC3F-AB911E3F8C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667000"/>
            <a:ext cx="9144000" cy="1295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Encoders</a:t>
            </a:r>
            <a:br>
              <a:rPr lang="en-US" dirty="0">
                <a:ea typeface="+mj-ea"/>
                <a:cs typeface="+mj-cs"/>
              </a:rPr>
            </a:b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BDE3D9CD-AC84-144D-AC3F-AB911E3F8C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91440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400" dirty="0">
                <a:ea typeface="+mj-ea"/>
                <a:cs typeface="+mj-cs"/>
              </a:rPr>
              <a:t>Encoders (there are several types)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B6F24C9-6DC0-4317-9FE2-D936DF829672}"/>
              </a:ext>
            </a:extLst>
          </p:cNvPr>
          <p:cNvSpPr/>
          <p:nvPr/>
        </p:nvSpPr>
        <p:spPr>
          <a:xfrm>
            <a:off x="76200" y="707648"/>
            <a:ext cx="8991600" cy="49552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 algn="just">
              <a:buFont typeface="Arial" panose="020B0604020202020204" pitchFamily="34" charset="0"/>
              <a:buChar char="•"/>
            </a:pPr>
            <a:r>
              <a:rPr lang="en-US" sz="2600" dirty="0"/>
              <a:t>An encoder performs the opposite function of a decoder. </a:t>
            </a:r>
            <a:r>
              <a:rPr lang="en-US" sz="2600" b="1" dirty="0"/>
              <a:t>It encodes given information into a more compact form</a:t>
            </a:r>
            <a:r>
              <a:rPr lang="en-US" sz="2600" dirty="0"/>
              <a:t>.</a:t>
            </a:r>
          </a:p>
          <a:p>
            <a:pPr marL="457200" indent="-457200" algn="just">
              <a:buFont typeface="Arial" panose="020B0604020202020204" pitchFamily="34" charset="0"/>
              <a:buChar char="•"/>
            </a:pPr>
            <a:endParaRPr lang="en-US" sz="2600" dirty="0"/>
          </a:p>
          <a:p>
            <a:pPr marL="457200" indent="-457200" algn="just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600" dirty="0"/>
              <a:t>Encoders are used to </a:t>
            </a:r>
            <a:r>
              <a:rPr lang="en-US" sz="2600" dirty="0">
                <a:solidFill>
                  <a:srgbClr val="FF0000"/>
                </a:solidFill>
              </a:rPr>
              <a:t>reduce the number of bits </a:t>
            </a:r>
            <a:r>
              <a:rPr lang="en-US" sz="2600" dirty="0"/>
              <a:t>needed to represent given information.</a:t>
            </a:r>
          </a:p>
          <a:p>
            <a:pPr marL="457200" indent="-457200" algn="just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600" dirty="0"/>
              <a:t>A practical use of encoders is for transmitting information in a digital system. </a:t>
            </a:r>
          </a:p>
          <a:p>
            <a:pPr marL="457200" indent="-457200" algn="just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600" dirty="0"/>
              <a:t>Encoding the information allows the transmission link to be built using fewer wires. </a:t>
            </a:r>
          </a:p>
          <a:p>
            <a:pPr marL="457200" indent="-457200" algn="just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600" dirty="0"/>
              <a:t>Encoding is also useful if information is to be stored for later use because fewer bits need to be stored.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B803C0FB-6788-CF49-8367-D7D2B600B6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76200" y="2438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Binary Encoders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33" name="Group 1">
            <a:extLst>
              <a:ext uri="{FF2B5EF4-FFF2-40B4-BE49-F238E27FC236}">
                <a16:creationId xmlns:a16="http://schemas.microsoft.com/office/drawing/2014/main" id="{792C2535-BCFD-4FD4-8985-EF5A8633FC39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667000"/>
            <a:ext cx="4648200" cy="1874838"/>
            <a:chOff x="2209800" y="2011363"/>
            <a:chExt cx="4648200" cy="1874837"/>
          </a:xfrm>
        </p:grpSpPr>
        <p:sp>
          <p:nvSpPr>
            <p:cNvPr id="146436" name="Rectangle 4">
              <a:extLst>
                <a:ext uri="{FF2B5EF4-FFF2-40B4-BE49-F238E27FC236}">
                  <a16:creationId xmlns:a16="http://schemas.microsoft.com/office/drawing/2014/main" id="{8FC551FB-90FB-4CED-9F40-C10403B01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763" y="2011363"/>
              <a:ext cx="1700212" cy="18748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37" name="Freeform 5">
              <a:extLst>
                <a:ext uri="{FF2B5EF4-FFF2-40B4-BE49-F238E27FC236}">
                  <a16:creationId xmlns:a16="http://schemas.microsoft.com/office/drawing/2014/main" id="{CC6FAD37-1940-4343-B6F7-EE12D16B8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141538"/>
              <a:ext cx="187325" cy="1566862"/>
            </a:xfrm>
            <a:custGeom>
              <a:avLst/>
              <a:gdLst>
                <a:gd name="T0" fmla="*/ 2147483646 w 236"/>
                <a:gd name="T1" fmla="*/ 2147483646 h 1972"/>
                <a:gd name="T2" fmla="*/ 2147483646 w 236"/>
                <a:gd name="T3" fmla="*/ 2147483646 h 1972"/>
                <a:gd name="T4" fmla="*/ 2147483646 w 236"/>
                <a:gd name="T5" fmla="*/ 2147483646 h 1972"/>
                <a:gd name="T6" fmla="*/ 2147483646 w 236"/>
                <a:gd name="T7" fmla="*/ 2147483646 h 1972"/>
                <a:gd name="T8" fmla="*/ 2147483646 w 236"/>
                <a:gd name="T9" fmla="*/ 2147483646 h 1972"/>
                <a:gd name="T10" fmla="*/ 2147483646 w 236"/>
                <a:gd name="T11" fmla="*/ 2147483646 h 1972"/>
                <a:gd name="T12" fmla="*/ 2147483646 w 236"/>
                <a:gd name="T13" fmla="*/ 2147483646 h 1972"/>
                <a:gd name="T14" fmla="*/ 2147483646 w 236"/>
                <a:gd name="T15" fmla="*/ 2147483646 h 1972"/>
                <a:gd name="T16" fmla="*/ 2147483646 w 236"/>
                <a:gd name="T17" fmla="*/ 2147483646 h 1972"/>
                <a:gd name="T18" fmla="*/ 2147483646 w 236"/>
                <a:gd name="T19" fmla="*/ 2147483646 h 1972"/>
                <a:gd name="T20" fmla="*/ 2147483646 w 236"/>
                <a:gd name="T21" fmla="*/ 2147483646 h 1972"/>
                <a:gd name="T22" fmla="*/ 2147483646 w 236"/>
                <a:gd name="T23" fmla="*/ 2147483646 h 1972"/>
                <a:gd name="T24" fmla="*/ 2147483646 w 236"/>
                <a:gd name="T25" fmla="*/ 2147483646 h 1972"/>
                <a:gd name="T26" fmla="*/ 2147483646 w 236"/>
                <a:gd name="T27" fmla="*/ 2147483646 h 1972"/>
                <a:gd name="T28" fmla="*/ 2147483646 w 236"/>
                <a:gd name="T29" fmla="*/ 2147483646 h 1972"/>
                <a:gd name="T30" fmla="*/ 2147483646 w 236"/>
                <a:gd name="T31" fmla="*/ 2147483646 h 1972"/>
                <a:gd name="T32" fmla="*/ 0 w 236"/>
                <a:gd name="T33" fmla="*/ 2147483646 h 1972"/>
                <a:gd name="T34" fmla="*/ 2147483646 w 236"/>
                <a:gd name="T35" fmla="*/ 2147483646 h 1972"/>
                <a:gd name="T36" fmla="*/ 2147483646 w 236"/>
                <a:gd name="T37" fmla="*/ 2147483646 h 1972"/>
                <a:gd name="T38" fmla="*/ 2147483646 w 236"/>
                <a:gd name="T39" fmla="*/ 2147483646 h 1972"/>
                <a:gd name="T40" fmla="*/ 2147483646 w 236"/>
                <a:gd name="T41" fmla="*/ 2147483646 h 1972"/>
                <a:gd name="T42" fmla="*/ 2147483646 w 236"/>
                <a:gd name="T43" fmla="*/ 2147483646 h 1972"/>
                <a:gd name="T44" fmla="*/ 2147483646 w 236"/>
                <a:gd name="T45" fmla="*/ 2147483646 h 1972"/>
                <a:gd name="T46" fmla="*/ 2147483646 w 236"/>
                <a:gd name="T47" fmla="*/ 2147483646 h 1972"/>
                <a:gd name="T48" fmla="*/ 2147483646 w 236"/>
                <a:gd name="T49" fmla="*/ 2147483646 h 1972"/>
                <a:gd name="T50" fmla="*/ 2147483646 w 236"/>
                <a:gd name="T51" fmla="*/ 2147483646 h 1972"/>
                <a:gd name="T52" fmla="*/ 2147483646 w 236"/>
                <a:gd name="T53" fmla="*/ 2147483646 h 1972"/>
                <a:gd name="T54" fmla="*/ 2147483646 w 236"/>
                <a:gd name="T55" fmla="*/ 2147483646 h 1972"/>
                <a:gd name="T56" fmla="*/ 2147483646 w 236"/>
                <a:gd name="T57" fmla="*/ 2147483646 h 1972"/>
                <a:gd name="T58" fmla="*/ 2147483646 w 236"/>
                <a:gd name="T59" fmla="*/ 2147483646 h 1972"/>
                <a:gd name="T60" fmla="*/ 2147483646 w 236"/>
                <a:gd name="T61" fmla="*/ 2147483646 h 1972"/>
                <a:gd name="T62" fmla="*/ 2147483646 w 236"/>
                <a:gd name="T63" fmla="*/ 2147483646 h 1972"/>
                <a:gd name="T64" fmla="*/ 2147483646 w 236"/>
                <a:gd name="T65" fmla="*/ 2147483646 h 19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6"/>
                <a:gd name="T100" fmla="*/ 0 h 1972"/>
                <a:gd name="T101" fmla="*/ 236 w 236"/>
                <a:gd name="T102" fmla="*/ 1972 h 197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6" h="1972">
                  <a:moveTo>
                    <a:pt x="236" y="0"/>
                  </a:moveTo>
                  <a:lnTo>
                    <a:pt x="209" y="3"/>
                  </a:lnTo>
                  <a:lnTo>
                    <a:pt x="185" y="11"/>
                  </a:lnTo>
                  <a:lnTo>
                    <a:pt x="166" y="25"/>
                  </a:lnTo>
                  <a:lnTo>
                    <a:pt x="148" y="43"/>
                  </a:lnTo>
                  <a:lnTo>
                    <a:pt x="136" y="65"/>
                  </a:lnTo>
                  <a:lnTo>
                    <a:pt x="124" y="91"/>
                  </a:lnTo>
                  <a:lnTo>
                    <a:pt x="116" y="121"/>
                  </a:lnTo>
                  <a:lnTo>
                    <a:pt x="112" y="155"/>
                  </a:lnTo>
                  <a:lnTo>
                    <a:pt x="107" y="190"/>
                  </a:lnTo>
                  <a:lnTo>
                    <a:pt x="105" y="230"/>
                  </a:lnTo>
                  <a:lnTo>
                    <a:pt x="105" y="269"/>
                  </a:lnTo>
                  <a:lnTo>
                    <a:pt x="107" y="312"/>
                  </a:lnTo>
                  <a:lnTo>
                    <a:pt x="108" y="356"/>
                  </a:lnTo>
                  <a:lnTo>
                    <a:pt x="112" y="402"/>
                  </a:lnTo>
                  <a:lnTo>
                    <a:pt x="115" y="447"/>
                  </a:lnTo>
                  <a:lnTo>
                    <a:pt x="118" y="493"/>
                  </a:lnTo>
                  <a:lnTo>
                    <a:pt x="121" y="539"/>
                  </a:lnTo>
                  <a:lnTo>
                    <a:pt x="126" y="585"/>
                  </a:lnTo>
                  <a:lnTo>
                    <a:pt x="128" y="630"/>
                  </a:lnTo>
                  <a:lnTo>
                    <a:pt x="131" y="675"/>
                  </a:lnTo>
                  <a:lnTo>
                    <a:pt x="131" y="716"/>
                  </a:lnTo>
                  <a:lnTo>
                    <a:pt x="131" y="758"/>
                  </a:lnTo>
                  <a:lnTo>
                    <a:pt x="129" y="796"/>
                  </a:lnTo>
                  <a:lnTo>
                    <a:pt x="126" y="833"/>
                  </a:lnTo>
                  <a:lnTo>
                    <a:pt x="120" y="865"/>
                  </a:lnTo>
                  <a:lnTo>
                    <a:pt x="112" y="895"/>
                  </a:lnTo>
                  <a:lnTo>
                    <a:pt x="100" y="922"/>
                  </a:lnTo>
                  <a:lnTo>
                    <a:pt x="88" y="944"/>
                  </a:lnTo>
                  <a:lnTo>
                    <a:pt x="72" y="962"/>
                  </a:lnTo>
                  <a:lnTo>
                    <a:pt x="51" y="975"/>
                  </a:lnTo>
                  <a:lnTo>
                    <a:pt x="28" y="983"/>
                  </a:lnTo>
                  <a:lnTo>
                    <a:pt x="0" y="986"/>
                  </a:lnTo>
                  <a:lnTo>
                    <a:pt x="28" y="989"/>
                  </a:lnTo>
                  <a:lnTo>
                    <a:pt x="51" y="997"/>
                  </a:lnTo>
                  <a:lnTo>
                    <a:pt x="72" y="1010"/>
                  </a:lnTo>
                  <a:lnTo>
                    <a:pt x="88" y="1027"/>
                  </a:lnTo>
                  <a:lnTo>
                    <a:pt x="100" y="1050"/>
                  </a:lnTo>
                  <a:lnTo>
                    <a:pt x="112" y="1077"/>
                  </a:lnTo>
                  <a:lnTo>
                    <a:pt x="120" y="1106"/>
                  </a:lnTo>
                  <a:lnTo>
                    <a:pt x="126" y="1139"/>
                  </a:lnTo>
                  <a:lnTo>
                    <a:pt x="129" y="1176"/>
                  </a:lnTo>
                  <a:lnTo>
                    <a:pt x="131" y="1214"/>
                  </a:lnTo>
                  <a:lnTo>
                    <a:pt x="131" y="1254"/>
                  </a:lnTo>
                  <a:lnTo>
                    <a:pt x="131" y="1297"/>
                  </a:lnTo>
                  <a:lnTo>
                    <a:pt x="128" y="1342"/>
                  </a:lnTo>
                  <a:lnTo>
                    <a:pt x="126" y="1386"/>
                  </a:lnTo>
                  <a:lnTo>
                    <a:pt x="121" y="1433"/>
                  </a:lnTo>
                  <a:lnTo>
                    <a:pt x="118" y="1477"/>
                  </a:lnTo>
                  <a:lnTo>
                    <a:pt x="115" y="1524"/>
                  </a:lnTo>
                  <a:lnTo>
                    <a:pt x="112" y="1570"/>
                  </a:lnTo>
                  <a:lnTo>
                    <a:pt x="108" y="1615"/>
                  </a:lnTo>
                  <a:lnTo>
                    <a:pt x="107" y="1659"/>
                  </a:lnTo>
                  <a:lnTo>
                    <a:pt x="105" y="1702"/>
                  </a:lnTo>
                  <a:lnTo>
                    <a:pt x="105" y="1742"/>
                  </a:lnTo>
                  <a:lnTo>
                    <a:pt x="107" y="1781"/>
                  </a:lnTo>
                  <a:lnTo>
                    <a:pt x="112" y="1817"/>
                  </a:lnTo>
                  <a:lnTo>
                    <a:pt x="116" y="1851"/>
                  </a:lnTo>
                  <a:lnTo>
                    <a:pt x="124" y="1881"/>
                  </a:lnTo>
                  <a:lnTo>
                    <a:pt x="136" y="1907"/>
                  </a:lnTo>
                  <a:lnTo>
                    <a:pt x="148" y="1929"/>
                  </a:lnTo>
                  <a:lnTo>
                    <a:pt x="166" y="1947"/>
                  </a:lnTo>
                  <a:lnTo>
                    <a:pt x="185" y="1961"/>
                  </a:lnTo>
                  <a:lnTo>
                    <a:pt x="209" y="1969"/>
                  </a:lnTo>
                  <a:lnTo>
                    <a:pt x="236" y="197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38" name="Line 6">
              <a:extLst>
                <a:ext uri="{FF2B5EF4-FFF2-40B4-BE49-F238E27FC236}">
                  <a16:creationId xmlns:a16="http://schemas.microsoft.com/office/drawing/2014/main" id="{BCE74D7F-E4AB-4BEA-96BF-BD132064CA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6750" y="2239963"/>
              <a:ext cx="35401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39" name="Line 7">
              <a:extLst>
                <a:ext uri="{FF2B5EF4-FFF2-40B4-BE49-F238E27FC236}">
                  <a16:creationId xmlns:a16="http://schemas.microsoft.com/office/drawing/2014/main" id="{B28B9263-5A18-4E5B-A3E7-8EF41FDFD8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6750" y="3606800"/>
              <a:ext cx="3540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0" name="Freeform 8">
              <a:extLst>
                <a:ext uri="{FF2B5EF4-FFF2-40B4-BE49-F238E27FC236}">
                  <a16:creationId xmlns:a16="http://schemas.microsoft.com/office/drawing/2014/main" id="{AF2348C6-725F-48CD-96E6-A5238ED0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950" y="3024188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2" y="64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8" y="61"/>
                  </a:lnTo>
                  <a:lnTo>
                    <a:pt x="50" y="61"/>
                  </a:lnTo>
                  <a:lnTo>
                    <a:pt x="51" y="59"/>
                  </a:lnTo>
                  <a:lnTo>
                    <a:pt x="53" y="57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8" y="53"/>
                  </a:lnTo>
                  <a:lnTo>
                    <a:pt x="59" y="51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3" y="46"/>
                  </a:lnTo>
                  <a:lnTo>
                    <a:pt x="63" y="45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3" y="22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3" y="8"/>
                  </a:lnTo>
                  <a:lnTo>
                    <a:pt x="51" y="6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6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6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8" y="53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3" y="57"/>
                  </a:lnTo>
                  <a:lnTo>
                    <a:pt x="15" y="59"/>
                  </a:lnTo>
                  <a:lnTo>
                    <a:pt x="16" y="61"/>
                  </a:lnTo>
                  <a:lnTo>
                    <a:pt x="18" y="61"/>
                  </a:lnTo>
                  <a:lnTo>
                    <a:pt x="19" y="62"/>
                  </a:lnTo>
                  <a:lnTo>
                    <a:pt x="21" y="62"/>
                  </a:lnTo>
                  <a:lnTo>
                    <a:pt x="23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1" name="Freeform 9">
              <a:extLst>
                <a:ext uri="{FF2B5EF4-FFF2-40B4-BE49-F238E27FC236}">
                  <a16:creationId xmlns:a16="http://schemas.microsoft.com/office/drawing/2014/main" id="{281E2541-FBF4-4993-92BB-7A9C452A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0432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9"/>
                  </a:lnTo>
                  <a:lnTo>
                    <a:pt x="30" y="39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6" y="34"/>
                  </a:lnTo>
                  <a:lnTo>
                    <a:pt x="36" y="32"/>
                  </a:lnTo>
                  <a:lnTo>
                    <a:pt x="38" y="31"/>
                  </a:lnTo>
                  <a:lnTo>
                    <a:pt x="38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3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5" y="7"/>
                  </a:lnTo>
                  <a:lnTo>
                    <a:pt x="33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2" y="39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0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2" name="Freeform 10">
              <a:extLst>
                <a:ext uri="{FF2B5EF4-FFF2-40B4-BE49-F238E27FC236}">
                  <a16:creationId xmlns:a16="http://schemas.microsoft.com/office/drawing/2014/main" id="{595E17D8-189E-4460-B9B6-FAECB005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950" y="28987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2" y="64"/>
                  </a:lnTo>
                  <a:lnTo>
                    <a:pt x="43" y="63"/>
                  </a:lnTo>
                  <a:lnTo>
                    <a:pt x="45" y="63"/>
                  </a:lnTo>
                  <a:lnTo>
                    <a:pt x="47" y="63"/>
                  </a:lnTo>
                  <a:lnTo>
                    <a:pt x="48" y="61"/>
                  </a:lnTo>
                  <a:lnTo>
                    <a:pt x="50" y="61"/>
                  </a:lnTo>
                  <a:lnTo>
                    <a:pt x="51" y="59"/>
                  </a:lnTo>
                  <a:lnTo>
                    <a:pt x="53" y="58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5"/>
                  </a:lnTo>
                  <a:lnTo>
                    <a:pt x="58" y="53"/>
                  </a:lnTo>
                  <a:lnTo>
                    <a:pt x="59" y="51"/>
                  </a:lnTo>
                  <a:lnTo>
                    <a:pt x="61" y="50"/>
                  </a:lnTo>
                  <a:lnTo>
                    <a:pt x="61" y="48"/>
                  </a:lnTo>
                  <a:lnTo>
                    <a:pt x="63" y="47"/>
                  </a:lnTo>
                  <a:lnTo>
                    <a:pt x="63" y="45"/>
                  </a:lnTo>
                  <a:lnTo>
                    <a:pt x="63" y="43"/>
                  </a:lnTo>
                  <a:lnTo>
                    <a:pt x="64" y="42"/>
                  </a:lnTo>
                  <a:lnTo>
                    <a:pt x="64" y="40"/>
                  </a:lnTo>
                  <a:lnTo>
                    <a:pt x="64" y="39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1"/>
                  </a:lnTo>
                  <a:lnTo>
                    <a:pt x="64" y="29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4" y="24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0"/>
                  </a:lnTo>
                  <a:lnTo>
                    <a:pt x="61" y="18"/>
                  </a:lnTo>
                  <a:lnTo>
                    <a:pt x="61" y="16"/>
                  </a:lnTo>
                  <a:lnTo>
                    <a:pt x="59" y="15"/>
                  </a:lnTo>
                  <a:lnTo>
                    <a:pt x="58" y="13"/>
                  </a:lnTo>
                  <a:lnTo>
                    <a:pt x="56" y="12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3" y="8"/>
                  </a:lnTo>
                  <a:lnTo>
                    <a:pt x="51" y="7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7" y="4"/>
                  </a:lnTo>
                  <a:lnTo>
                    <a:pt x="45" y="4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3" y="4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7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8" y="13"/>
                  </a:lnTo>
                  <a:lnTo>
                    <a:pt x="7" y="15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7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7" y="51"/>
                  </a:lnTo>
                  <a:lnTo>
                    <a:pt x="8" y="53"/>
                  </a:lnTo>
                  <a:lnTo>
                    <a:pt x="10" y="55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3" y="58"/>
                  </a:lnTo>
                  <a:lnTo>
                    <a:pt x="15" y="59"/>
                  </a:lnTo>
                  <a:lnTo>
                    <a:pt x="16" y="61"/>
                  </a:lnTo>
                  <a:lnTo>
                    <a:pt x="18" y="61"/>
                  </a:lnTo>
                  <a:lnTo>
                    <a:pt x="19" y="63"/>
                  </a:lnTo>
                  <a:lnTo>
                    <a:pt x="21" y="63"/>
                  </a:lnTo>
                  <a:lnTo>
                    <a:pt x="23" y="63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3" name="Freeform 11">
              <a:extLst>
                <a:ext uri="{FF2B5EF4-FFF2-40B4-BE49-F238E27FC236}">
                  <a16:creationId xmlns:a16="http://schemas.microsoft.com/office/drawing/2014/main" id="{B8762E93-617C-4DD4-A93C-58A363D1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29162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2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35" y="35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8" y="30"/>
                  </a:lnTo>
                  <a:lnTo>
                    <a:pt x="38" y="28"/>
                  </a:lnTo>
                  <a:lnTo>
                    <a:pt x="40" y="27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9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5" y="6"/>
                  </a:lnTo>
                  <a:lnTo>
                    <a:pt x="33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1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6" y="35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9" y="38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0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4" name="Freeform 12">
              <a:extLst>
                <a:ext uri="{FF2B5EF4-FFF2-40B4-BE49-F238E27FC236}">
                  <a16:creationId xmlns:a16="http://schemas.microsoft.com/office/drawing/2014/main" id="{08CDD434-787B-42CB-B1A5-A5D4F47F6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950" y="27717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2" y="64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8" y="60"/>
                  </a:lnTo>
                  <a:lnTo>
                    <a:pt x="50" y="60"/>
                  </a:lnTo>
                  <a:lnTo>
                    <a:pt x="51" y="59"/>
                  </a:lnTo>
                  <a:lnTo>
                    <a:pt x="53" y="57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8" y="52"/>
                  </a:lnTo>
                  <a:lnTo>
                    <a:pt x="59" y="51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3" y="46"/>
                  </a:lnTo>
                  <a:lnTo>
                    <a:pt x="63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3" y="22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5" y="9"/>
                  </a:lnTo>
                  <a:lnTo>
                    <a:pt x="53" y="8"/>
                  </a:lnTo>
                  <a:lnTo>
                    <a:pt x="51" y="6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6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3" y="57"/>
                  </a:lnTo>
                  <a:lnTo>
                    <a:pt x="15" y="59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9" y="62"/>
                  </a:lnTo>
                  <a:lnTo>
                    <a:pt x="21" y="62"/>
                  </a:lnTo>
                  <a:lnTo>
                    <a:pt x="23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5" name="Freeform 13">
              <a:extLst>
                <a:ext uri="{FF2B5EF4-FFF2-40B4-BE49-F238E27FC236}">
                  <a16:creationId xmlns:a16="http://schemas.microsoft.com/office/drawing/2014/main" id="{F2DB18F0-518D-40C0-8D9C-21BE0CED3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27892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6" y="34"/>
                  </a:lnTo>
                  <a:lnTo>
                    <a:pt x="36" y="32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5" y="7"/>
                  </a:lnTo>
                  <a:lnTo>
                    <a:pt x="33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8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0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6" name="Rectangle 14">
              <a:extLst>
                <a:ext uri="{FF2B5EF4-FFF2-40B4-BE49-F238E27FC236}">
                  <a16:creationId xmlns:a16="http://schemas.microsoft.com/office/drawing/2014/main" id="{C5125613-9C83-4173-80AF-4F60DF6F0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013" y="27114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7" name="Rectangle 15">
              <a:extLst>
                <a:ext uri="{FF2B5EF4-FFF2-40B4-BE49-F238E27FC236}">
                  <a16:creationId xmlns:a16="http://schemas.microsoft.com/office/drawing/2014/main" id="{C2119CE2-4C64-436A-B1BB-650EE79D3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313" y="26590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8" name="Rectangle 16">
              <a:extLst>
                <a:ext uri="{FF2B5EF4-FFF2-40B4-BE49-F238E27FC236}">
                  <a16:creationId xmlns:a16="http://schemas.microsoft.com/office/drawing/2014/main" id="{7A923360-FEFC-4555-B0B0-6D89E81B8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800" y="2963863"/>
              <a:ext cx="5588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inputs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49" name="Rectangle 17">
              <a:extLst>
                <a:ext uri="{FF2B5EF4-FFF2-40B4-BE49-F238E27FC236}">
                  <a16:creationId xmlns:a16="http://schemas.microsoft.com/office/drawing/2014/main" id="{8B85BF9D-29ED-4C5C-B99D-3120B4CD0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950" y="2124075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0" name="Rectangle 18">
              <a:extLst>
                <a:ext uri="{FF2B5EF4-FFF2-40B4-BE49-F238E27FC236}">
                  <a16:creationId xmlns:a16="http://schemas.microsoft.com/office/drawing/2014/main" id="{655AD0C5-DCC0-45BE-B38E-83C235EBC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288" y="2239963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1" name="Rectangle 19">
              <a:extLst>
                <a:ext uri="{FF2B5EF4-FFF2-40B4-BE49-F238E27FC236}">
                  <a16:creationId xmlns:a16="http://schemas.microsoft.com/office/drawing/2014/main" id="{D0D9AF9B-7B61-452C-A9DC-012334592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350" y="3379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2" name="Rectangle 20">
              <a:extLst>
                <a:ext uri="{FF2B5EF4-FFF2-40B4-BE49-F238E27FC236}">
                  <a16:creationId xmlns:a16="http://schemas.microsoft.com/office/drawing/2014/main" id="{D87D41A7-74A6-445E-B3B9-6049D9575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688" y="3509963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3" name="Rectangle 21">
              <a:extLst>
                <a:ext uri="{FF2B5EF4-FFF2-40B4-BE49-F238E27FC236}">
                  <a16:creationId xmlns:a16="http://schemas.microsoft.com/office/drawing/2014/main" id="{E5500086-70FF-4D33-970E-1D9875DC0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113" y="3497263"/>
              <a:ext cx="104775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4" name="Rectangle 22">
              <a:extLst>
                <a:ext uri="{FF2B5EF4-FFF2-40B4-BE49-F238E27FC236}">
                  <a16:creationId xmlns:a16="http://schemas.microsoft.com/office/drawing/2014/main" id="{4516D79D-2CFA-4B5E-A6E5-1E8652F62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413" y="3509963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5" name="Freeform 23">
              <a:extLst>
                <a:ext uri="{FF2B5EF4-FFF2-40B4-BE49-F238E27FC236}">
                  <a16:creationId xmlns:a16="http://schemas.microsoft.com/office/drawing/2014/main" id="{4BDD90BF-015A-475E-9BBF-297881F3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963" y="3049588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2" y="64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8" y="60"/>
                  </a:lnTo>
                  <a:lnTo>
                    <a:pt x="50" y="60"/>
                  </a:lnTo>
                  <a:lnTo>
                    <a:pt x="51" y="59"/>
                  </a:lnTo>
                  <a:lnTo>
                    <a:pt x="53" y="57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8" y="53"/>
                  </a:lnTo>
                  <a:lnTo>
                    <a:pt x="59" y="51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3" y="46"/>
                  </a:lnTo>
                  <a:lnTo>
                    <a:pt x="63" y="45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3" y="22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5" y="9"/>
                  </a:lnTo>
                  <a:lnTo>
                    <a:pt x="53" y="8"/>
                  </a:lnTo>
                  <a:lnTo>
                    <a:pt x="51" y="6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6"/>
                  </a:lnTo>
                  <a:lnTo>
                    <a:pt x="13" y="8"/>
                  </a:lnTo>
                  <a:lnTo>
                    <a:pt x="12" y="9"/>
                  </a:lnTo>
                  <a:lnTo>
                    <a:pt x="10" y="9"/>
                  </a:lnTo>
                  <a:lnTo>
                    <a:pt x="10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6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8" y="53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2" y="56"/>
                  </a:lnTo>
                  <a:lnTo>
                    <a:pt x="13" y="57"/>
                  </a:lnTo>
                  <a:lnTo>
                    <a:pt x="15" y="59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9" y="62"/>
                  </a:lnTo>
                  <a:lnTo>
                    <a:pt x="21" y="62"/>
                  </a:lnTo>
                  <a:lnTo>
                    <a:pt x="23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6" name="Freeform 24">
              <a:extLst>
                <a:ext uri="{FF2B5EF4-FFF2-40B4-BE49-F238E27FC236}">
                  <a16:creationId xmlns:a16="http://schemas.microsoft.com/office/drawing/2014/main" id="{FA483C28-C394-43BE-B185-D859EFB77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068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6" y="34"/>
                  </a:lnTo>
                  <a:lnTo>
                    <a:pt x="36" y="32"/>
                  </a:lnTo>
                  <a:lnTo>
                    <a:pt x="38" y="31"/>
                  </a:lnTo>
                  <a:lnTo>
                    <a:pt x="38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3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5" y="7"/>
                  </a:lnTo>
                  <a:lnTo>
                    <a:pt x="33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8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0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7" name="Freeform 25">
              <a:extLst>
                <a:ext uri="{FF2B5EF4-FFF2-40B4-BE49-F238E27FC236}">
                  <a16:creationId xmlns:a16="http://schemas.microsoft.com/office/drawing/2014/main" id="{82AD4CB3-BB10-4900-A317-466123BD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963" y="29241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2" y="64"/>
                  </a:lnTo>
                  <a:lnTo>
                    <a:pt x="43" y="63"/>
                  </a:lnTo>
                  <a:lnTo>
                    <a:pt x="45" y="63"/>
                  </a:lnTo>
                  <a:lnTo>
                    <a:pt x="47" y="63"/>
                  </a:lnTo>
                  <a:lnTo>
                    <a:pt x="48" y="61"/>
                  </a:lnTo>
                  <a:lnTo>
                    <a:pt x="50" y="61"/>
                  </a:lnTo>
                  <a:lnTo>
                    <a:pt x="51" y="59"/>
                  </a:lnTo>
                  <a:lnTo>
                    <a:pt x="53" y="58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5"/>
                  </a:lnTo>
                  <a:lnTo>
                    <a:pt x="58" y="53"/>
                  </a:lnTo>
                  <a:lnTo>
                    <a:pt x="59" y="51"/>
                  </a:lnTo>
                  <a:lnTo>
                    <a:pt x="61" y="50"/>
                  </a:lnTo>
                  <a:lnTo>
                    <a:pt x="61" y="48"/>
                  </a:lnTo>
                  <a:lnTo>
                    <a:pt x="63" y="47"/>
                  </a:lnTo>
                  <a:lnTo>
                    <a:pt x="63" y="45"/>
                  </a:lnTo>
                  <a:lnTo>
                    <a:pt x="63" y="43"/>
                  </a:lnTo>
                  <a:lnTo>
                    <a:pt x="64" y="42"/>
                  </a:lnTo>
                  <a:lnTo>
                    <a:pt x="64" y="40"/>
                  </a:lnTo>
                  <a:lnTo>
                    <a:pt x="64" y="39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1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6"/>
                  </a:lnTo>
                  <a:lnTo>
                    <a:pt x="64" y="24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1" y="18"/>
                  </a:lnTo>
                  <a:lnTo>
                    <a:pt x="61" y="16"/>
                  </a:lnTo>
                  <a:lnTo>
                    <a:pt x="59" y="15"/>
                  </a:lnTo>
                  <a:lnTo>
                    <a:pt x="58" y="13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3" y="8"/>
                  </a:lnTo>
                  <a:lnTo>
                    <a:pt x="51" y="7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7"/>
                  </a:lnTo>
                  <a:lnTo>
                    <a:pt x="13" y="8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8" y="13"/>
                  </a:lnTo>
                  <a:lnTo>
                    <a:pt x="7" y="15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7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7" y="51"/>
                  </a:lnTo>
                  <a:lnTo>
                    <a:pt x="8" y="53"/>
                  </a:lnTo>
                  <a:lnTo>
                    <a:pt x="10" y="55"/>
                  </a:lnTo>
                  <a:lnTo>
                    <a:pt x="10" y="56"/>
                  </a:lnTo>
                  <a:lnTo>
                    <a:pt x="12" y="56"/>
                  </a:lnTo>
                  <a:lnTo>
                    <a:pt x="13" y="58"/>
                  </a:lnTo>
                  <a:lnTo>
                    <a:pt x="15" y="59"/>
                  </a:lnTo>
                  <a:lnTo>
                    <a:pt x="16" y="61"/>
                  </a:lnTo>
                  <a:lnTo>
                    <a:pt x="18" y="61"/>
                  </a:lnTo>
                  <a:lnTo>
                    <a:pt x="19" y="63"/>
                  </a:lnTo>
                  <a:lnTo>
                    <a:pt x="21" y="63"/>
                  </a:lnTo>
                  <a:lnTo>
                    <a:pt x="23" y="63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8" name="Freeform 26">
              <a:extLst>
                <a:ext uri="{FF2B5EF4-FFF2-40B4-BE49-F238E27FC236}">
                  <a16:creationId xmlns:a16="http://schemas.microsoft.com/office/drawing/2014/main" id="{19406F17-6EAB-4676-88D7-CECDDED94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2941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2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35" y="35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8" y="30"/>
                  </a:lnTo>
                  <a:lnTo>
                    <a:pt x="38" y="28"/>
                  </a:lnTo>
                  <a:lnTo>
                    <a:pt x="40" y="27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9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5" y="6"/>
                  </a:lnTo>
                  <a:lnTo>
                    <a:pt x="33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1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6" y="35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9" y="38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0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59" name="Freeform 27">
              <a:extLst>
                <a:ext uri="{FF2B5EF4-FFF2-40B4-BE49-F238E27FC236}">
                  <a16:creationId xmlns:a16="http://schemas.microsoft.com/office/drawing/2014/main" id="{79406941-DF03-4393-B8B7-36BA8C67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963" y="27971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2" y="64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8" y="60"/>
                  </a:lnTo>
                  <a:lnTo>
                    <a:pt x="50" y="60"/>
                  </a:lnTo>
                  <a:lnTo>
                    <a:pt x="51" y="59"/>
                  </a:lnTo>
                  <a:lnTo>
                    <a:pt x="53" y="57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8" y="52"/>
                  </a:lnTo>
                  <a:lnTo>
                    <a:pt x="59" y="51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3" y="46"/>
                  </a:lnTo>
                  <a:lnTo>
                    <a:pt x="63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3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59" y="14"/>
                  </a:lnTo>
                  <a:lnTo>
                    <a:pt x="58" y="12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5" y="9"/>
                  </a:lnTo>
                  <a:lnTo>
                    <a:pt x="53" y="8"/>
                  </a:lnTo>
                  <a:lnTo>
                    <a:pt x="51" y="6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6"/>
                  </a:lnTo>
                  <a:lnTo>
                    <a:pt x="13" y="8"/>
                  </a:lnTo>
                  <a:lnTo>
                    <a:pt x="12" y="9"/>
                  </a:lnTo>
                  <a:lnTo>
                    <a:pt x="10" y="9"/>
                  </a:lnTo>
                  <a:lnTo>
                    <a:pt x="10" y="11"/>
                  </a:lnTo>
                  <a:lnTo>
                    <a:pt x="8" y="12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2" y="56"/>
                  </a:lnTo>
                  <a:lnTo>
                    <a:pt x="13" y="57"/>
                  </a:lnTo>
                  <a:lnTo>
                    <a:pt x="15" y="59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9" y="62"/>
                  </a:lnTo>
                  <a:lnTo>
                    <a:pt x="21" y="62"/>
                  </a:lnTo>
                  <a:lnTo>
                    <a:pt x="23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0" name="Freeform 28">
              <a:extLst>
                <a:ext uri="{FF2B5EF4-FFF2-40B4-BE49-F238E27FC236}">
                  <a16:creationId xmlns:a16="http://schemas.microsoft.com/office/drawing/2014/main" id="{7CFF072E-948A-47FC-A82E-96EFF728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2814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6" y="34"/>
                  </a:lnTo>
                  <a:lnTo>
                    <a:pt x="36" y="32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5" y="6"/>
                  </a:lnTo>
                  <a:lnTo>
                    <a:pt x="33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8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0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1" name="Rectangle 29">
              <a:extLst>
                <a:ext uri="{FF2B5EF4-FFF2-40B4-BE49-F238E27FC236}">
                  <a16:creationId xmlns:a16="http://schemas.microsoft.com/office/drawing/2014/main" id="{A855A676-DBAF-449B-B44B-0FC32F186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063" y="3509963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2" name="Rectangle 30">
              <a:extLst>
                <a:ext uri="{FF2B5EF4-FFF2-40B4-BE49-F238E27FC236}">
                  <a16:creationId xmlns:a16="http://schemas.microsoft.com/office/drawing/2014/main" id="{E2D52F1B-BEE5-4903-9D6D-658E69B5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2343150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3" name="Freeform 31">
              <a:extLst>
                <a:ext uri="{FF2B5EF4-FFF2-40B4-BE49-F238E27FC236}">
                  <a16:creationId xmlns:a16="http://schemas.microsoft.com/office/drawing/2014/main" id="{EDC2E2DF-C082-4C39-9A18-9EE8AE8B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75" y="2430463"/>
              <a:ext cx="187325" cy="1027112"/>
            </a:xfrm>
            <a:custGeom>
              <a:avLst/>
              <a:gdLst>
                <a:gd name="T0" fmla="*/ 2147483646 w 236"/>
                <a:gd name="T1" fmla="*/ 2147483646 h 1292"/>
                <a:gd name="T2" fmla="*/ 2147483646 w 236"/>
                <a:gd name="T3" fmla="*/ 2147483646 h 1292"/>
                <a:gd name="T4" fmla="*/ 2147483646 w 236"/>
                <a:gd name="T5" fmla="*/ 2147483646 h 1292"/>
                <a:gd name="T6" fmla="*/ 2147483646 w 236"/>
                <a:gd name="T7" fmla="*/ 2147483646 h 1292"/>
                <a:gd name="T8" fmla="*/ 2147483646 w 236"/>
                <a:gd name="T9" fmla="*/ 2147483646 h 1292"/>
                <a:gd name="T10" fmla="*/ 2147483646 w 236"/>
                <a:gd name="T11" fmla="*/ 2147483646 h 1292"/>
                <a:gd name="T12" fmla="*/ 2147483646 w 236"/>
                <a:gd name="T13" fmla="*/ 2147483646 h 1292"/>
                <a:gd name="T14" fmla="*/ 2147483646 w 236"/>
                <a:gd name="T15" fmla="*/ 2147483646 h 1292"/>
                <a:gd name="T16" fmla="*/ 2147483646 w 236"/>
                <a:gd name="T17" fmla="*/ 2147483646 h 1292"/>
                <a:gd name="T18" fmla="*/ 2147483646 w 236"/>
                <a:gd name="T19" fmla="*/ 2147483646 h 1292"/>
                <a:gd name="T20" fmla="*/ 2147483646 w 236"/>
                <a:gd name="T21" fmla="*/ 2147483646 h 1292"/>
                <a:gd name="T22" fmla="*/ 2147483646 w 236"/>
                <a:gd name="T23" fmla="*/ 2147483646 h 1292"/>
                <a:gd name="T24" fmla="*/ 2147483646 w 236"/>
                <a:gd name="T25" fmla="*/ 2147483646 h 1292"/>
                <a:gd name="T26" fmla="*/ 2147483646 w 236"/>
                <a:gd name="T27" fmla="*/ 2147483646 h 1292"/>
                <a:gd name="T28" fmla="*/ 2147483646 w 236"/>
                <a:gd name="T29" fmla="*/ 2147483646 h 1292"/>
                <a:gd name="T30" fmla="*/ 2147483646 w 236"/>
                <a:gd name="T31" fmla="*/ 2147483646 h 1292"/>
                <a:gd name="T32" fmla="*/ 2147483646 w 236"/>
                <a:gd name="T33" fmla="*/ 2147483646 h 1292"/>
                <a:gd name="T34" fmla="*/ 2147483646 w 236"/>
                <a:gd name="T35" fmla="*/ 2147483646 h 1292"/>
                <a:gd name="T36" fmla="*/ 2147483646 w 236"/>
                <a:gd name="T37" fmla="*/ 2147483646 h 1292"/>
                <a:gd name="T38" fmla="*/ 2147483646 w 236"/>
                <a:gd name="T39" fmla="*/ 2147483646 h 1292"/>
                <a:gd name="T40" fmla="*/ 2147483646 w 236"/>
                <a:gd name="T41" fmla="*/ 2147483646 h 1292"/>
                <a:gd name="T42" fmla="*/ 2147483646 w 236"/>
                <a:gd name="T43" fmla="*/ 2147483646 h 1292"/>
                <a:gd name="T44" fmla="*/ 2147483646 w 236"/>
                <a:gd name="T45" fmla="*/ 2147483646 h 1292"/>
                <a:gd name="T46" fmla="*/ 2147483646 w 236"/>
                <a:gd name="T47" fmla="*/ 2147483646 h 1292"/>
                <a:gd name="T48" fmla="*/ 2147483646 w 236"/>
                <a:gd name="T49" fmla="*/ 2147483646 h 1292"/>
                <a:gd name="T50" fmla="*/ 2147483646 w 236"/>
                <a:gd name="T51" fmla="*/ 2147483646 h 1292"/>
                <a:gd name="T52" fmla="*/ 2147483646 w 236"/>
                <a:gd name="T53" fmla="*/ 2147483646 h 1292"/>
                <a:gd name="T54" fmla="*/ 2147483646 w 236"/>
                <a:gd name="T55" fmla="*/ 2147483646 h 1292"/>
                <a:gd name="T56" fmla="*/ 2147483646 w 236"/>
                <a:gd name="T57" fmla="*/ 2147483646 h 1292"/>
                <a:gd name="T58" fmla="*/ 2147483646 w 236"/>
                <a:gd name="T59" fmla="*/ 2147483646 h 1292"/>
                <a:gd name="T60" fmla="*/ 2147483646 w 236"/>
                <a:gd name="T61" fmla="*/ 2147483646 h 1292"/>
                <a:gd name="T62" fmla="*/ 2147483646 w 236"/>
                <a:gd name="T63" fmla="*/ 2147483646 h 1292"/>
                <a:gd name="T64" fmla="*/ 0 w 236"/>
                <a:gd name="T65" fmla="*/ 2147483646 h 12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6"/>
                <a:gd name="T100" fmla="*/ 0 h 1292"/>
                <a:gd name="T101" fmla="*/ 236 w 236"/>
                <a:gd name="T102" fmla="*/ 1292 h 12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6" h="1292">
                  <a:moveTo>
                    <a:pt x="0" y="0"/>
                  </a:moveTo>
                  <a:lnTo>
                    <a:pt x="29" y="1"/>
                  </a:lnTo>
                  <a:lnTo>
                    <a:pt x="51" y="8"/>
                  </a:lnTo>
                  <a:lnTo>
                    <a:pt x="72" y="16"/>
                  </a:lnTo>
                  <a:lnTo>
                    <a:pt x="88" y="28"/>
                  </a:lnTo>
                  <a:lnTo>
                    <a:pt x="100" y="43"/>
                  </a:lnTo>
                  <a:lnTo>
                    <a:pt x="112" y="60"/>
                  </a:lnTo>
                  <a:lnTo>
                    <a:pt x="120" y="79"/>
                  </a:lnTo>
                  <a:lnTo>
                    <a:pt x="126" y="102"/>
                  </a:lnTo>
                  <a:lnTo>
                    <a:pt x="129" y="124"/>
                  </a:lnTo>
                  <a:lnTo>
                    <a:pt x="131" y="150"/>
                  </a:lnTo>
                  <a:lnTo>
                    <a:pt x="131" y="177"/>
                  </a:lnTo>
                  <a:lnTo>
                    <a:pt x="131" y="205"/>
                  </a:lnTo>
                  <a:lnTo>
                    <a:pt x="128" y="234"/>
                  </a:lnTo>
                  <a:lnTo>
                    <a:pt x="126" y="263"/>
                  </a:lnTo>
                  <a:lnTo>
                    <a:pt x="121" y="293"/>
                  </a:lnTo>
                  <a:lnTo>
                    <a:pt x="118" y="323"/>
                  </a:lnTo>
                  <a:lnTo>
                    <a:pt x="115" y="354"/>
                  </a:lnTo>
                  <a:lnTo>
                    <a:pt x="112" y="384"/>
                  </a:lnTo>
                  <a:lnTo>
                    <a:pt x="108" y="413"/>
                  </a:lnTo>
                  <a:lnTo>
                    <a:pt x="107" y="442"/>
                  </a:lnTo>
                  <a:lnTo>
                    <a:pt x="105" y="470"/>
                  </a:lnTo>
                  <a:lnTo>
                    <a:pt x="105" y="497"/>
                  </a:lnTo>
                  <a:lnTo>
                    <a:pt x="107" y="521"/>
                  </a:lnTo>
                  <a:lnTo>
                    <a:pt x="112" y="545"/>
                  </a:lnTo>
                  <a:lnTo>
                    <a:pt x="116" y="568"/>
                  </a:lnTo>
                  <a:lnTo>
                    <a:pt x="124" y="587"/>
                  </a:lnTo>
                  <a:lnTo>
                    <a:pt x="136" y="604"/>
                  </a:lnTo>
                  <a:lnTo>
                    <a:pt x="148" y="619"/>
                  </a:lnTo>
                  <a:lnTo>
                    <a:pt x="166" y="630"/>
                  </a:lnTo>
                  <a:lnTo>
                    <a:pt x="185" y="639"/>
                  </a:lnTo>
                  <a:lnTo>
                    <a:pt x="209" y="644"/>
                  </a:lnTo>
                  <a:lnTo>
                    <a:pt x="236" y="646"/>
                  </a:lnTo>
                  <a:lnTo>
                    <a:pt x="209" y="647"/>
                  </a:lnTo>
                  <a:lnTo>
                    <a:pt x="185" y="654"/>
                  </a:lnTo>
                  <a:lnTo>
                    <a:pt x="166" y="662"/>
                  </a:lnTo>
                  <a:lnTo>
                    <a:pt x="148" y="675"/>
                  </a:lnTo>
                  <a:lnTo>
                    <a:pt x="136" y="689"/>
                  </a:lnTo>
                  <a:lnTo>
                    <a:pt x="124" y="706"/>
                  </a:lnTo>
                  <a:lnTo>
                    <a:pt x="116" y="726"/>
                  </a:lnTo>
                  <a:lnTo>
                    <a:pt x="112" y="746"/>
                  </a:lnTo>
                  <a:lnTo>
                    <a:pt x="107" y="770"/>
                  </a:lnTo>
                  <a:lnTo>
                    <a:pt x="105" y="796"/>
                  </a:lnTo>
                  <a:lnTo>
                    <a:pt x="105" y="823"/>
                  </a:lnTo>
                  <a:lnTo>
                    <a:pt x="107" y="850"/>
                  </a:lnTo>
                  <a:lnTo>
                    <a:pt x="108" y="879"/>
                  </a:lnTo>
                  <a:lnTo>
                    <a:pt x="112" y="909"/>
                  </a:lnTo>
                  <a:lnTo>
                    <a:pt x="115" y="939"/>
                  </a:lnTo>
                  <a:lnTo>
                    <a:pt x="118" y="970"/>
                  </a:lnTo>
                  <a:lnTo>
                    <a:pt x="121" y="1000"/>
                  </a:lnTo>
                  <a:lnTo>
                    <a:pt x="126" y="1029"/>
                  </a:lnTo>
                  <a:lnTo>
                    <a:pt x="128" y="1059"/>
                  </a:lnTo>
                  <a:lnTo>
                    <a:pt x="131" y="1088"/>
                  </a:lnTo>
                  <a:lnTo>
                    <a:pt x="131" y="1117"/>
                  </a:lnTo>
                  <a:lnTo>
                    <a:pt x="131" y="1142"/>
                  </a:lnTo>
                  <a:lnTo>
                    <a:pt x="129" y="1168"/>
                  </a:lnTo>
                  <a:lnTo>
                    <a:pt x="126" y="1192"/>
                  </a:lnTo>
                  <a:lnTo>
                    <a:pt x="120" y="1214"/>
                  </a:lnTo>
                  <a:lnTo>
                    <a:pt x="112" y="1233"/>
                  </a:lnTo>
                  <a:lnTo>
                    <a:pt x="100" y="1251"/>
                  </a:lnTo>
                  <a:lnTo>
                    <a:pt x="88" y="1265"/>
                  </a:lnTo>
                  <a:lnTo>
                    <a:pt x="72" y="1276"/>
                  </a:lnTo>
                  <a:lnTo>
                    <a:pt x="51" y="1286"/>
                  </a:lnTo>
                  <a:lnTo>
                    <a:pt x="29" y="1290"/>
                  </a:lnTo>
                  <a:lnTo>
                    <a:pt x="0" y="12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4" name="Rectangle 32">
              <a:extLst>
                <a:ext uri="{FF2B5EF4-FFF2-40B4-BE49-F238E27FC236}">
                  <a16:creationId xmlns:a16="http://schemas.microsoft.com/office/drawing/2014/main" id="{9E58595C-E306-4667-8C56-B686D9AF3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950" y="2459038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5" name="Rectangle 33">
              <a:extLst>
                <a:ext uri="{FF2B5EF4-FFF2-40B4-BE49-F238E27FC236}">
                  <a16:creationId xmlns:a16="http://schemas.microsoft.com/office/drawing/2014/main" id="{0C843F4C-E8C4-4056-AB4F-55A57FC0F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713" y="3206750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6" name="Rectangle 34">
              <a:extLst>
                <a:ext uri="{FF2B5EF4-FFF2-40B4-BE49-F238E27FC236}">
                  <a16:creationId xmlns:a16="http://schemas.microsoft.com/office/drawing/2014/main" id="{8EDE76A0-C5CC-45E0-A484-356107247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838" y="3322638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7" name="Rectangle 35">
              <a:extLst>
                <a:ext uri="{FF2B5EF4-FFF2-40B4-BE49-F238E27FC236}">
                  <a16:creationId xmlns:a16="http://schemas.microsoft.com/office/drawing/2014/main" id="{AF51B23E-66B9-40B4-9E25-297B5BA5B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950" y="3322638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8" name="Freeform 36">
              <a:extLst>
                <a:ext uri="{FF2B5EF4-FFF2-40B4-BE49-F238E27FC236}">
                  <a16:creationId xmlns:a16="http://schemas.microsoft.com/office/drawing/2014/main" id="{D25399A2-8E69-495E-B4B9-3605B265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5" y="3049588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3" y="62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9" y="60"/>
                  </a:lnTo>
                  <a:lnTo>
                    <a:pt x="51" y="59"/>
                  </a:lnTo>
                  <a:lnTo>
                    <a:pt x="52" y="57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7" y="53"/>
                  </a:lnTo>
                  <a:lnTo>
                    <a:pt x="59" y="51"/>
                  </a:lnTo>
                  <a:lnTo>
                    <a:pt x="60" y="49"/>
                  </a:lnTo>
                  <a:lnTo>
                    <a:pt x="60" y="48"/>
                  </a:lnTo>
                  <a:lnTo>
                    <a:pt x="62" y="46"/>
                  </a:lnTo>
                  <a:lnTo>
                    <a:pt x="62" y="45"/>
                  </a:lnTo>
                  <a:lnTo>
                    <a:pt x="62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2" y="22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0" y="17"/>
                  </a:lnTo>
                  <a:lnTo>
                    <a:pt x="60" y="16"/>
                  </a:lnTo>
                  <a:lnTo>
                    <a:pt x="59" y="14"/>
                  </a:lnTo>
                  <a:lnTo>
                    <a:pt x="57" y="13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4" y="9"/>
                  </a:lnTo>
                  <a:lnTo>
                    <a:pt x="52" y="8"/>
                  </a:lnTo>
                  <a:lnTo>
                    <a:pt x="51" y="6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1" y="37"/>
                  </a:lnTo>
                  <a:lnTo>
                    <a:pt x="1" y="38"/>
                  </a:lnTo>
                  <a:lnTo>
                    <a:pt x="1" y="40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3" y="46"/>
                  </a:lnTo>
                  <a:lnTo>
                    <a:pt x="4" y="48"/>
                  </a:lnTo>
                  <a:lnTo>
                    <a:pt x="4" y="49"/>
                  </a:lnTo>
                  <a:lnTo>
                    <a:pt x="6" y="51"/>
                  </a:lnTo>
                  <a:lnTo>
                    <a:pt x="8" y="53"/>
                  </a:lnTo>
                  <a:lnTo>
                    <a:pt x="9" y="54"/>
                  </a:lnTo>
                  <a:lnTo>
                    <a:pt x="9" y="56"/>
                  </a:lnTo>
                  <a:lnTo>
                    <a:pt x="11" y="56"/>
                  </a:lnTo>
                  <a:lnTo>
                    <a:pt x="12" y="57"/>
                  </a:lnTo>
                  <a:lnTo>
                    <a:pt x="14" y="59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9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69" name="Freeform 37">
              <a:extLst>
                <a:ext uri="{FF2B5EF4-FFF2-40B4-BE49-F238E27FC236}">
                  <a16:creationId xmlns:a16="http://schemas.microsoft.com/office/drawing/2014/main" id="{1A5F30E4-A829-4B27-A1FB-40C48D37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238" y="30432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1" y="40"/>
                  </a:moveTo>
                  <a:lnTo>
                    <a:pt x="21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9" y="39"/>
                  </a:lnTo>
                  <a:lnTo>
                    <a:pt x="30" y="39"/>
                  </a:lnTo>
                  <a:lnTo>
                    <a:pt x="32" y="37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37" y="32"/>
                  </a:lnTo>
                  <a:lnTo>
                    <a:pt x="38" y="31"/>
                  </a:lnTo>
                  <a:lnTo>
                    <a:pt x="38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3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7" y="10"/>
                  </a:lnTo>
                  <a:lnTo>
                    <a:pt x="37" y="8"/>
                  </a:lnTo>
                  <a:lnTo>
                    <a:pt x="35" y="7"/>
                  </a:lnTo>
                  <a:lnTo>
                    <a:pt x="34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21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0" name="Freeform 38">
              <a:extLst>
                <a:ext uri="{FF2B5EF4-FFF2-40B4-BE49-F238E27FC236}">
                  <a16:creationId xmlns:a16="http://schemas.microsoft.com/office/drawing/2014/main" id="{F3C7C13A-705E-49B1-B9EC-79C8C5F5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5" y="29241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3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8" y="61"/>
                  </a:lnTo>
                  <a:lnTo>
                    <a:pt x="49" y="61"/>
                  </a:lnTo>
                  <a:lnTo>
                    <a:pt x="51" y="59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6" y="55"/>
                  </a:lnTo>
                  <a:lnTo>
                    <a:pt x="57" y="53"/>
                  </a:lnTo>
                  <a:lnTo>
                    <a:pt x="59" y="51"/>
                  </a:lnTo>
                  <a:lnTo>
                    <a:pt x="60" y="50"/>
                  </a:lnTo>
                  <a:lnTo>
                    <a:pt x="60" y="48"/>
                  </a:lnTo>
                  <a:lnTo>
                    <a:pt x="62" y="47"/>
                  </a:lnTo>
                  <a:lnTo>
                    <a:pt x="62" y="45"/>
                  </a:lnTo>
                  <a:lnTo>
                    <a:pt x="62" y="43"/>
                  </a:lnTo>
                  <a:lnTo>
                    <a:pt x="64" y="42"/>
                  </a:lnTo>
                  <a:lnTo>
                    <a:pt x="64" y="40"/>
                  </a:lnTo>
                  <a:lnTo>
                    <a:pt x="64" y="39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1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6"/>
                  </a:lnTo>
                  <a:lnTo>
                    <a:pt x="64" y="24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0" y="18"/>
                  </a:lnTo>
                  <a:lnTo>
                    <a:pt x="60" y="16"/>
                  </a:lnTo>
                  <a:lnTo>
                    <a:pt x="59" y="15"/>
                  </a:lnTo>
                  <a:lnTo>
                    <a:pt x="57" y="13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4" y="10"/>
                  </a:lnTo>
                  <a:lnTo>
                    <a:pt x="52" y="8"/>
                  </a:lnTo>
                  <a:lnTo>
                    <a:pt x="51" y="7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3" y="3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5" y="2"/>
                  </a:lnTo>
                  <a:lnTo>
                    <a:pt x="32" y="0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11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1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40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6" y="51"/>
                  </a:lnTo>
                  <a:lnTo>
                    <a:pt x="8" y="53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11" y="56"/>
                  </a:lnTo>
                  <a:lnTo>
                    <a:pt x="12" y="58"/>
                  </a:lnTo>
                  <a:lnTo>
                    <a:pt x="14" y="59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9" y="63"/>
                  </a:lnTo>
                  <a:lnTo>
                    <a:pt x="20" y="63"/>
                  </a:lnTo>
                  <a:lnTo>
                    <a:pt x="22" y="63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1" name="Freeform 39">
              <a:extLst>
                <a:ext uri="{FF2B5EF4-FFF2-40B4-BE49-F238E27FC236}">
                  <a16:creationId xmlns:a16="http://schemas.microsoft.com/office/drawing/2014/main" id="{4D85A9BF-45A7-4B21-8A60-033C89779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238" y="2941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1" y="40"/>
                  </a:moveTo>
                  <a:lnTo>
                    <a:pt x="21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9" y="38"/>
                  </a:lnTo>
                  <a:lnTo>
                    <a:pt x="30" y="38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5" y="33"/>
                  </a:lnTo>
                  <a:lnTo>
                    <a:pt x="37" y="33"/>
                  </a:lnTo>
                  <a:lnTo>
                    <a:pt x="37" y="32"/>
                  </a:lnTo>
                  <a:lnTo>
                    <a:pt x="38" y="30"/>
                  </a:lnTo>
                  <a:lnTo>
                    <a:pt x="38" y="28"/>
                  </a:lnTo>
                  <a:lnTo>
                    <a:pt x="40" y="27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9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5" y="6"/>
                  </a:lnTo>
                  <a:lnTo>
                    <a:pt x="34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5" y="33"/>
                  </a:lnTo>
                  <a:lnTo>
                    <a:pt x="6" y="35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21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2" name="Freeform 40">
              <a:extLst>
                <a:ext uri="{FF2B5EF4-FFF2-40B4-BE49-F238E27FC236}">
                  <a16:creationId xmlns:a16="http://schemas.microsoft.com/office/drawing/2014/main" id="{E36CD4CF-B72E-48CE-B118-FAF0374DD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5" y="27971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3" y="62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9" y="60"/>
                  </a:lnTo>
                  <a:lnTo>
                    <a:pt x="51" y="59"/>
                  </a:lnTo>
                  <a:lnTo>
                    <a:pt x="52" y="57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7" y="52"/>
                  </a:lnTo>
                  <a:lnTo>
                    <a:pt x="59" y="51"/>
                  </a:lnTo>
                  <a:lnTo>
                    <a:pt x="60" y="49"/>
                  </a:lnTo>
                  <a:lnTo>
                    <a:pt x="60" y="48"/>
                  </a:lnTo>
                  <a:lnTo>
                    <a:pt x="62" y="46"/>
                  </a:lnTo>
                  <a:lnTo>
                    <a:pt x="62" y="44"/>
                  </a:lnTo>
                  <a:lnTo>
                    <a:pt x="62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9"/>
                  </a:lnTo>
                  <a:lnTo>
                    <a:pt x="60" y="17"/>
                  </a:lnTo>
                  <a:lnTo>
                    <a:pt x="60" y="16"/>
                  </a:lnTo>
                  <a:lnTo>
                    <a:pt x="59" y="14"/>
                  </a:lnTo>
                  <a:lnTo>
                    <a:pt x="57" y="12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4" y="9"/>
                  </a:lnTo>
                  <a:lnTo>
                    <a:pt x="52" y="8"/>
                  </a:lnTo>
                  <a:lnTo>
                    <a:pt x="51" y="6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1" y="38"/>
                  </a:lnTo>
                  <a:lnTo>
                    <a:pt x="1" y="40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4" y="48"/>
                  </a:lnTo>
                  <a:lnTo>
                    <a:pt x="4" y="49"/>
                  </a:lnTo>
                  <a:lnTo>
                    <a:pt x="6" y="51"/>
                  </a:lnTo>
                  <a:lnTo>
                    <a:pt x="8" y="52"/>
                  </a:lnTo>
                  <a:lnTo>
                    <a:pt x="9" y="54"/>
                  </a:lnTo>
                  <a:lnTo>
                    <a:pt x="9" y="56"/>
                  </a:lnTo>
                  <a:lnTo>
                    <a:pt x="11" y="56"/>
                  </a:lnTo>
                  <a:lnTo>
                    <a:pt x="12" y="57"/>
                  </a:lnTo>
                  <a:lnTo>
                    <a:pt x="14" y="59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9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3" name="Freeform 41">
              <a:extLst>
                <a:ext uri="{FF2B5EF4-FFF2-40B4-BE49-F238E27FC236}">
                  <a16:creationId xmlns:a16="http://schemas.microsoft.com/office/drawing/2014/main" id="{5917599C-89B2-4E69-96D6-483587065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238" y="2814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1" y="40"/>
                  </a:moveTo>
                  <a:lnTo>
                    <a:pt x="21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9" y="38"/>
                  </a:lnTo>
                  <a:lnTo>
                    <a:pt x="30" y="38"/>
                  </a:lnTo>
                  <a:lnTo>
                    <a:pt x="32" y="37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37" y="32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7" y="10"/>
                  </a:lnTo>
                  <a:lnTo>
                    <a:pt x="37" y="8"/>
                  </a:lnTo>
                  <a:lnTo>
                    <a:pt x="35" y="6"/>
                  </a:lnTo>
                  <a:lnTo>
                    <a:pt x="34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10" y="37"/>
                  </a:lnTo>
                  <a:lnTo>
                    <a:pt x="10" y="38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21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4" name="Line 42">
              <a:extLst>
                <a:ext uri="{FF2B5EF4-FFF2-40B4-BE49-F238E27FC236}">
                  <a16:creationId xmlns:a16="http://schemas.microsoft.com/office/drawing/2014/main" id="{AA81105C-7BEF-47E6-B36A-71ED7FF178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60975" y="2492375"/>
              <a:ext cx="3540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5" name="Line 43">
              <a:extLst>
                <a:ext uri="{FF2B5EF4-FFF2-40B4-BE49-F238E27FC236}">
                  <a16:creationId xmlns:a16="http://schemas.microsoft.com/office/drawing/2014/main" id="{C12EA729-1452-424B-BCE0-F1D6928EF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60975" y="3405188"/>
              <a:ext cx="35401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6" name="Rectangle 44">
              <a:extLst>
                <a:ext uri="{FF2B5EF4-FFF2-40B4-BE49-F238E27FC236}">
                  <a16:creationId xmlns:a16="http://schemas.microsoft.com/office/drawing/2014/main" id="{9FA8844D-620D-445B-8286-61725C688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600" y="3322638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7" name="Rectangle 45">
              <a:extLst>
                <a:ext uri="{FF2B5EF4-FFF2-40B4-BE49-F238E27FC236}">
                  <a16:creationId xmlns:a16="http://schemas.microsoft.com/office/drawing/2014/main" id="{56A7137C-BAFF-4F30-B340-5496832CD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7150" y="2709863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8" name="Freeform 46">
              <a:extLst>
                <a:ext uri="{FF2B5EF4-FFF2-40B4-BE49-F238E27FC236}">
                  <a16:creationId xmlns:a16="http://schemas.microsoft.com/office/drawing/2014/main" id="{1E8C0A4E-ABEF-43C2-9C2C-37CFA71B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3049588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9" y="60"/>
                  </a:lnTo>
                  <a:lnTo>
                    <a:pt x="51" y="59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7" y="53"/>
                  </a:lnTo>
                  <a:lnTo>
                    <a:pt x="59" y="51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2" y="46"/>
                  </a:lnTo>
                  <a:lnTo>
                    <a:pt x="62" y="45"/>
                  </a:lnTo>
                  <a:lnTo>
                    <a:pt x="62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2" y="22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59" y="14"/>
                  </a:lnTo>
                  <a:lnTo>
                    <a:pt x="57" y="13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4" y="9"/>
                  </a:lnTo>
                  <a:lnTo>
                    <a:pt x="53" y="8"/>
                  </a:lnTo>
                  <a:lnTo>
                    <a:pt x="51" y="6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6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6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1" y="37"/>
                  </a:lnTo>
                  <a:lnTo>
                    <a:pt x="1" y="38"/>
                  </a:lnTo>
                  <a:lnTo>
                    <a:pt x="1" y="40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3" y="46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6" y="51"/>
                  </a:lnTo>
                  <a:lnTo>
                    <a:pt x="8" y="53"/>
                  </a:lnTo>
                  <a:lnTo>
                    <a:pt x="9" y="54"/>
                  </a:lnTo>
                  <a:lnTo>
                    <a:pt x="9" y="56"/>
                  </a:lnTo>
                  <a:lnTo>
                    <a:pt x="11" y="56"/>
                  </a:lnTo>
                  <a:lnTo>
                    <a:pt x="13" y="57"/>
                  </a:lnTo>
                  <a:lnTo>
                    <a:pt x="14" y="59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9" y="62"/>
                  </a:lnTo>
                  <a:lnTo>
                    <a:pt x="21" y="62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0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79" name="Freeform 47">
              <a:extLst>
                <a:ext uri="{FF2B5EF4-FFF2-40B4-BE49-F238E27FC236}">
                  <a16:creationId xmlns:a16="http://schemas.microsoft.com/office/drawing/2014/main" id="{D03FCDFB-C830-468D-975D-FE750E1A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1638" y="30432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1" y="40"/>
                  </a:moveTo>
                  <a:lnTo>
                    <a:pt x="21" y="40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9" y="39"/>
                  </a:lnTo>
                  <a:lnTo>
                    <a:pt x="31" y="39"/>
                  </a:lnTo>
                  <a:lnTo>
                    <a:pt x="32" y="37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37" y="32"/>
                  </a:lnTo>
                  <a:lnTo>
                    <a:pt x="39" y="31"/>
                  </a:lnTo>
                  <a:lnTo>
                    <a:pt x="39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3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7" y="8"/>
                  </a:lnTo>
                  <a:lnTo>
                    <a:pt x="35" y="7"/>
                  </a:lnTo>
                  <a:lnTo>
                    <a:pt x="34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1" y="3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7" y="35"/>
                  </a:lnTo>
                  <a:lnTo>
                    <a:pt x="8" y="37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5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21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80" name="Freeform 48">
              <a:extLst>
                <a:ext uri="{FF2B5EF4-FFF2-40B4-BE49-F238E27FC236}">
                  <a16:creationId xmlns:a16="http://schemas.microsoft.com/office/drawing/2014/main" id="{6C73985B-2EFA-43D3-8F73-36FB291A8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29241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3" y="63"/>
                  </a:lnTo>
                  <a:lnTo>
                    <a:pt x="45" y="63"/>
                  </a:lnTo>
                  <a:lnTo>
                    <a:pt x="46" y="63"/>
                  </a:lnTo>
                  <a:lnTo>
                    <a:pt x="48" y="61"/>
                  </a:lnTo>
                  <a:lnTo>
                    <a:pt x="49" y="61"/>
                  </a:lnTo>
                  <a:lnTo>
                    <a:pt x="51" y="59"/>
                  </a:lnTo>
                  <a:lnTo>
                    <a:pt x="53" y="58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6" y="55"/>
                  </a:lnTo>
                  <a:lnTo>
                    <a:pt x="57" y="53"/>
                  </a:lnTo>
                  <a:lnTo>
                    <a:pt x="59" y="51"/>
                  </a:lnTo>
                  <a:lnTo>
                    <a:pt x="61" y="50"/>
                  </a:lnTo>
                  <a:lnTo>
                    <a:pt x="61" y="48"/>
                  </a:lnTo>
                  <a:lnTo>
                    <a:pt x="62" y="47"/>
                  </a:lnTo>
                  <a:lnTo>
                    <a:pt x="62" y="45"/>
                  </a:lnTo>
                  <a:lnTo>
                    <a:pt x="62" y="43"/>
                  </a:lnTo>
                  <a:lnTo>
                    <a:pt x="64" y="42"/>
                  </a:lnTo>
                  <a:lnTo>
                    <a:pt x="64" y="40"/>
                  </a:lnTo>
                  <a:lnTo>
                    <a:pt x="64" y="39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1"/>
                  </a:lnTo>
                  <a:lnTo>
                    <a:pt x="64" y="29"/>
                  </a:lnTo>
                  <a:lnTo>
                    <a:pt x="64" y="27"/>
                  </a:lnTo>
                  <a:lnTo>
                    <a:pt x="64" y="26"/>
                  </a:lnTo>
                  <a:lnTo>
                    <a:pt x="64" y="24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1" y="18"/>
                  </a:lnTo>
                  <a:lnTo>
                    <a:pt x="61" y="16"/>
                  </a:lnTo>
                  <a:lnTo>
                    <a:pt x="59" y="15"/>
                  </a:lnTo>
                  <a:lnTo>
                    <a:pt x="57" y="13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4" y="10"/>
                  </a:lnTo>
                  <a:lnTo>
                    <a:pt x="53" y="8"/>
                  </a:lnTo>
                  <a:lnTo>
                    <a:pt x="51" y="7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0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7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1" y="31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40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6" y="51"/>
                  </a:lnTo>
                  <a:lnTo>
                    <a:pt x="8" y="53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11" y="56"/>
                  </a:lnTo>
                  <a:lnTo>
                    <a:pt x="13" y="58"/>
                  </a:lnTo>
                  <a:lnTo>
                    <a:pt x="14" y="59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9" y="63"/>
                  </a:lnTo>
                  <a:lnTo>
                    <a:pt x="21" y="63"/>
                  </a:lnTo>
                  <a:lnTo>
                    <a:pt x="22" y="63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0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81" name="Freeform 49">
              <a:extLst>
                <a:ext uri="{FF2B5EF4-FFF2-40B4-BE49-F238E27FC236}">
                  <a16:creationId xmlns:a16="http://schemas.microsoft.com/office/drawing/2014/main" id="{D5C0D64D-15B5-4F34-AA53-B235FBBA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1638" y="2941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1" y="40"/>
                  </a:moveTo>
                  <a:lnTo>
                    <a:pt x="21" y="40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9" y="38"/>
                  </a:lnTo>
                  <a:lnTo>
                    <a:pt x="31" y="38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5" y="33"/>
                  </a:lnTo>
                  <a:lnTo>
                    <a:pt x="37" y="33"/>
                  </a:lnTo>
                  <a:lnTo>
                    <a:pt x="37" y="32"/>
                  </a:lnTo>
                  <a:lnTo>
                    <a:pt x="39" y="30"/>
                  </a:lnTo>
                  <a:lnTo>
                    <a:pt x="39" y="28"/>
                  </a:lnTo>
                  <a:lnTo>
                    <a:pt x="40" y="27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39" y="12"/>
                  </a:lnTo>
                  <a:lnTo>
                    <a:pt x="39" y="11"/>
                  </a:lnTo>
                  <a:lnTo>
                    <a:pt x="39" y="9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5" y="6"/>
                  </a:lnTo>
                  <a:lnTo>
                    <a:pt x="34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1" y="3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5" y="33"/>
                  </a:lnTo>
                  <a:lnTo>
                    <a:pt x="7" y="35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3" y="40"/>
                  </a:lnTo>
                  <a:lnTo>
                    <a:pt x="15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21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82" name="Freeform 50">
              <a:extLst>
                <a:ext uri="{FF2B5EF4-FFF2-40B4-BE49-F238E27FC236}">
                  <a16:creationId xmlns:a16="http://schemas.microsoft.com/office/drawing/2014/main" id="{D4B308FA-4E2D-4D42-B45F-27B1FA1F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2797175"/>
              <a:ext cx="50800" cy="50800"/>
            </a:xfrm>
            <a:custGeom>
              <a:avLst/>
              <a:gdLst>
                <a:gd name="T0" fmla="*/ 2147483646 w 64"/>
                <a:gd name="T1" fmla="*/ 2147483646 h 64"/>
                <a:gd name="T2" fmla="*/ 2147483646 w 64"/>
                <a:gd name="T3" fmla="*/ 2147483646 h 64"/>
                <a:gd name="T4" fmla="*/ 2147483646 w 64"/>
                <a:gd name="T5" fmla="*/ 2147483646 h 64"/>
                <a:gd name="T6" fmla="*/ 2147483646 w 64"/>
                <a:gd name="T7" fmla="*/ 2147483646 h 64"/>
                <a:gd name="T8" fmla="*/ 2147483646 w 64"/>
                <a:gd name="T9" fmla="*/ 2147483646 h 64"/>
                <a:gd name="T10" fmla="*/ 2147483646 w 64"/>
                <a:gd name="T11" fmla="*/ 2147483646 h 64"/>
                <a:gd name="T12" fmla="*/ 2147483646 w 64"/>
                <a:gd name="T13" fmla="*/ 2147483646 h 64"/>
                <a:gd name="T14" fmla="*/ 2147483646 w 64"/>
                <a:gd name="T15" fmla="*/ 2147483646 h 64"/>
                <a:gd name="T16" fmla="*/ 2147483646 w 64"/>
                <a:gd name="T17" fmla="*/ 2147483646 h 64"/>
                <a:gd name="T18" fmla="*/ 2147483646 w 64"/>
                <a:gd name="T19" fmla="*/ 2147483646 h 64"/>
                <a:gd name="T20" fmla="*/ 2147483646 w 64"/>
                <a:gd name="T21" fmla="*/ 2147483646 h 64"/>
                <a:gd name="T22" fmla="*/ 2147483646 w 64"/>
                <a:gd name="T23" fmla="*/ 2147483646 h 64"/>
                <a:gd name="T24" fmla="*/ 2147483646 w 64"/>
                <a:gd name="T25" fmla="*/ 2147483646 h 64"/>
                <a:gd name="T26" fmla="*/ 2147483646 w 64"/>
                <a:gd name="T27" fmla="*/ 2147483646 h 64"/>
                <a:gd name="T28" fmla="*/ 2147483646 w 64"/>
                <a:gd name="T29" fmla="*/ 2147483646 h 64"/>
                <a:gd name="T30" fmla="*/ 2147483646 w 64"/>
                <a:gd name="T31" fmla="*/ 2147483646 h 64"/>
                <a:gd name="T32" fmla="*/ 2147483646 w 64"/>
                <a:gd name="T33" fmla="*/ 2147483646 h 64"/>
                <a:gd name="T34" fmla="*/ 2147483646 w 64"/>
                <a:gd name="T35" fmla="*/ 2147483646 h 64"/>
                <a:gd name="T36" fmla="*/ 2147483646 w 64"/>
                <a:gd name="T37" fmla="*/ 2147483646 h 64"/>
                <a:gd name="T38" fmla="*/ 2147483646 w 64"/>
                <a:gd name="T39" fmla="*/ 2147483646 h 64"/>
                <a:gd name="T40" fmla="*/ 2147483646 w 64"/>
                <a:gd name="T41" fmla="*/ 2147483646 h 64"/>
                <a:gd name="T42" fmla="*/ 2147483646 w 64"/>
                <a:gd name="T43" fmla="*/ 2147483646 h 64"/>
                <a:gd name="T44" fmla="*/ 2147483646 w 64"/>
                <a:gd name="T45" fmla="*/ 2147483646 h 64"/>
                <a:gd name="T46" fmla="*/ 2147483646 w 64"/>
                <a:gd name="T47" fmla="*/ 2147483646 h 64"/>
                <a:gd name="T48" fmla="*/ 2147483646 w 64"/>
                <a:gd name="T49" fmla="*/ 2147483646 h 64"/>
                <a:gd name="T50" fmla="*/ 2147483646 w 64"/>
                <a:gd name="T51" fmla="*/ 2147483646 h 64"/>
                <a:gd name="T52" fmla="*/ 2147483646 w 64"/>
                <a:gd name="T53" fmla="*/ 2147483646 h 64"/>
                <a:gd name="T54" fmla="*/ 2147483646 w 64"/>
                <a:gd name="T55" fmla="*/ 2147483646 h 64"/>
                <a:gd name="T56" fmla="*/ 2147483646 w 64"/>
                <a:gd name="T57" fmla="*/ 2147483646 h 64"/>
                <a:gd name="T58" fmla="*/ 2147483646 w 64"/>
                <a:gd name="T59" fmla="*/ 2147483646 h 64"/>
                <a:gd name="T60" fmla="*/ 2147483646 w 64"/>
                <a:gd name="T61" fmla="*/ 2147483646 h 64"/>
                <a:gd name="T62" fmla="*/ 2147483646 w 64"/>
                <a:gd name="T63" fmla="*/ 2147483646 h 64"/>
                <a:gd name="T64" fmla="*/ 2147483646 w 64"/>
                <a:gd name="T65" fmla="*/ 2147483646 h 64"/>
                <a:gd name="T66" fmla="*/ 2147483646 w 64"/>
                <a:gd name="T67" fmla="*/ 2147483646 h 64"/>
                <a:gd name="T68" fmla="*/ 2147483646 w 64"/>
                <a:gd name="T69" fmla="*/ 2147483646 h 64"/>
                <a:gd name="T70" fmla="*/ 2147483646 w 64"/>
                <a:gd name="T71" fmla="*/ 2147483646 h 64"/>
                <a:gd name="T72" fmla="*/ 2147483646 w 64"/>
                <a:gd name="T73" fmla="*/ 2147483646 h 64"/>
                <a:gd name="T74" fmla="*/ 2147483646 w 64"/>
                <a:gd name="T75" fmla="*/ 2147483646 h 64"/>
                <a:gd name="T76" fmla="*/ 2147483646 w 64"/>
                <a:gd name="T77" fmla="*/ 2147483646 h 64"/>
                <a:gd name="T78" fmla="*/ 2147483646 w 64"/>
                <a:gd name="T79" fmla="*/ 2147483646 h 64"/>
                <a:gd name="T80" fmla="*/ 2147483646 w 64"/>
                <a:gd name="T81" fmla="*/ 2147483646 h 64"/>
                <a:gd name="T82" fmla="*/ 2147483646 w 64"/>
                <a:gd name="T83" fmla="*/ 2147483646 h 64"/>
                <a:gd name="T84" fmla="*/ 2147483646 w 64"/>
                <a:gd name="T85" fmla="*/ 2147483646 h 64"/>
                <a:gd name="T86" fmla="*/ 2147483646 w 64"/>
                <a:gd name="T87" fmla="*/ 2147483646 h 64"/>
                <a:gd name="T88" fmla="*/ 2147483646 w 64"/>
                <a:gd name="T89" fmla="*/ 2147483646 h 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4"/>
                <a:gd name="T136" fmla="*/ 0 h 64"/>
                <a:gd name="T137" fmla="*/ 64 w 64"/>
                <a:gd name="T138" fmla="*/ 64 h 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4" h="64">
                  <a:moveTo>
                    <a:pt x="32" y="32"/>
                  </a:moveTo>
                  <a:lnTo>
                    <a:pt x="32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9" y="60"/>
                  </a:lnTo>
                  <a:lnTo>
                    <a:pt x="51" y="59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7" y="52"/>
                  </a:lnTo>
                  <a:lnTo>
                    <a:pt x="59" y="51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2" y="46"/>
                  </a:lnTo>
                  <a:lnTo>
                    <a:pt x="62" y="44"/>
                  </a:lnTo>
                  <a:lnTo>
                    <a:pt x="62" y="43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59" y="14"/>
                  </a:lnTo>
                  <a:lnTo>
                    <a:pt x="57" y="12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4" y="9"/>
                  </a:lnTo>
                  <a:lnTo>
                    <a:pt x="53" y="8"/>
                  </a:lnTo>
                  <a:lnTo>
                    <a:pt x="51" y="6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3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6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1" y="38"/>
                  </a:lnTo>
                  <a:lnTo>
                    <a:pt x="1" y="40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6" y="51"/>
                  </a:lnTo>
                  <a:lnTo>
                    <a:pt x="8" y="52"/>
                  </a:lnTo>
                  <a:lnTo>
                    <a:pt x="9" y="54"/>
                  </a:lnTo>
                  <a:lnTo>
                    <a:pt x="9" y="56"/>
                  </a:lnTo>
                  <a:lnTo>
                    <a:pt x="11" y="56"/>
                  </a:lnTo>
                  <a:lnTo>
                    <a:pt x="13" y="57"/>
                  </a:lnTo>
                  <a:lnTo>
                    <a:pt x="14" y="59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9" y="62"/>
                  </a:lnTo>
                  <a:lnTo>
                    <a:pt x="21" y="62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0" y="64"/>
                  </a:lnTo>
                  <a:lnTo>
                    <a:pt x="32" y="64"/>
                  </a:lnTo>
                  <a:lnTo>
                    <a:pt x="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83" name="Freeform 51">
              <a:extLst>
                <a:ext uri="{FF2B5EF4-FFF2-40B4-BE49-F238E27FC236}">
                  <a16:creationId xmlns:a16="http://schemas.microsoft.com/office/drawing/2014/main" id="{CA8E7665-E88F-44AF-82CD-A9BAA4769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1638" y="2814638"/>
              <a:ext cx="31750" cy="31750"/>
            </a:xfrm>
            <a:custGeom>
              <a:avLst/>
              <a:gdLst>
                <a:gd name="T0" fmla="*/ 2147483646 w 40"/>
                <a:gd name="T1" fmla="*/ 2147483646 h 40"/>
                <a:gd name="T2" fmla="*/ 2147483646 w 40"/>
                <a:gd name="T3" fmla="*/ 2147483646 h 40"/>
                <a:gd name="T4" fmla="*/ 2147483646 w 40"/>
                <a:gd name="T5" fmla="*/ 2147483646 h 40"/>
                <a:gd name="T6" fmla="*/ 2147483646 w 40"/>
                <a:gd name="T7" fmla="*/ 2147483646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2147483646 w 40"/>
                <a:gd name="T19" fmla="*/ 2147483646 h 40"/>
                <a:gd name="T20" fmla="*/ 2147483646 w 40"/>
                <a:gd name="T21" fmla="*/ 2147483646 h 40"/>
                <a:gd name="T22" fmla="*/ 2147483646 w 40"/>
                <a:gd name="T23" fmla="*/ 2147483646 h 40"/>
                <a:gd name="T24" fmla="*/ 2147483646 w 40"/>
                <a:gd name="T25" fmla="*/ 2147483646 h 40"/>
                <a:gd name="T26" fmla="*/ 2147483646 w 40"/>
                <a:gd name="T27" fmla="*/ 2147483646 h 40"/>
                <a:gd name="T28" fmla="*/ 2147483646 w 40"/>
                <a:gd name="T29" fmla="*/ 2147483646 h 40"/>
                <a:gd name="T30" fmla="*/ 2147483646 w 40"/>
                <a:gd name="T31" fmla="*/ 2147483646 h 40"/>
                <a:gd name="T32" fmla="*/ 2147483646 w 40"/>
                <a:gd name="T33" fmla="*/ 2147483646 h 40"/>
                <a:gd name="T34" fmla="*/ 2147483646 w 40"/>
                <a:gd name="T35" fmla="*/ 2147483646 h 40"/>
                <a:gd name="T36" fmla="*/ 2147483646 w 40"/>
                <a:gd name="T37" fmla="*/ 2147483646 h 40"/>
                <a:gd name="T38" fmla="*/ 2147483646 w 40"/>
                <a:gd name="T39" fmla="*/ 2147483646 h 40"/>
                <a:gd name="T40" fmla="*/ 2147483646 w 40"/>
                <a:gd name="T41" fmla="*/ 0 h 40"/>
                <a:gd name="T42" fmla="*/ 2147483646 w 40"/>
                <a:gd name="T43" fmla="*/ 0 h 40"/>
                <a:gd name="T44" fmla="*/ 2147483646 w 40"/>
                <a:gd name="T45" fmla="*/ 0 h 40"/>
                <a:gd name="T46" fmla="*/ 2147483646 w 40"/>
                <a:gd name="T47" fmla="*/ 2147483646 h 40"/>
                <a:gd name="T48" fmla="*/ 2147483646 w 40"/>
                <a:gd name="T49" fmla="*/ 2147483646 h 40"/>
                <a:gd name="T50" fmla="*/ 2147483646 w 40"/>
                <a:gd name="T51" fmla="*/ 2147483646 h 40"/>
                <a:gd name="T52" fmla="*/ 2147483646 w 40"/>
                <a:gd name="T53" fmla="*/ 2147483646 h 40"/>
                <a:gd name="T54" fmla="*/ 2147483646 w 40"/>
                <a:gd name="T55" fmla="*/ 2147483646 h 40"/>
                <a:gd name="T56" fmla="*/ 2147483646 w 40"/>
                <a:gd name="T57" fmla="*/ 2147483646 h 40"/>
                <a:gd name="T58" fmla="*/ 2147483646 w 40"/>
                <a:gd name="T59" fmla="*/ 2147483646 h 40"/>
                <a:gd name="T60" fmla="*/ 2147483646 w 40"/>
                <a:gd name="T61" fmla="*/ 2147483646 h 40"/>
                <a:gd name="T62" fmla="*/ 0 w 40"/>
                <a:gd name="T63" fmla="*/ 2147483646 h 40"/>
                <a:gd name="T64" fmla="*/ 0 w 40"/>
                <a:gd name="T65" fmla="*/ 2147483646 h 40"/>
                <a:gd name="T66" fmla="*/ 0 w 40"/>
                <a:gd name="T67" fmla="*/ 2147483646 h 40"/>
                <a:gd name="T68" fmla="*/ 2147483646 w 40"/>
                <a:gd name="T69" fmla="*/ 2147483646 h 40"/>
                <a:gd name="T70" fmla="*/ 2147483646 w 40"/>
                <a:gd name="T71" fmla="*/ 2147483646 h 40"/>
                <a:gd name="T72" fmla="*/ 2147483646 w 40"/>
                <a:gd name="T73" fmla="*/ 2147483646 h 40"/>
                <a:gd name="T74" fmla="*/ 2147483646 w 40"/>
                <a:gd name="T75" fmla="*/ 2147483646 h 40"/>
                <a:gd name="T76" fmla="*/ 2147483646 w 40"/>
                <a:gd name="T77" fmla="*/ 2147483646 h 40"/>
                <a:gd name="T78" fmla="*/ 2147483646 w 40"/>
                <a:gd name="T79" fmla="*/ 2147483646 h 40"/>
                <a:gd name="T80" fmla="*/ 2147483646 w 40"/>
                <a:gd name="T81" fmla="*/ 2147483646 h 40"/>
                <a:gd name="T82" fmla="*/ 2147483646 w 40"/>
                <a:gd name="T83" fmla="*/ 2147483646 h 40"/>
                <a:gd name="T84" fmla="*/ 2147483646 w 40"/>
                <a:gd name="T85" fmla="*/ 2147483646 h 40"/>
                <a:gd name="T86" fmla="*/ 2147483646 w 40"/>
                <a:gd name="T87" fmla="*/ 2147483646 h 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"/>
                <a:gd name="T133" fmla="*/ 0 h 40"/>
                <a:gd name="T134" fmla="*/ 40 w 40"/>
                <a:gd name="T135" fmla="*/ 40 h 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" h="40">
                  <a:moveTo>
                    <a:pt x="21" y="40"/>
                  </a:moveTo>
                  <a:lnTo>
                    <a:pt x="21" y="40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9" y="38"/>
                  </a:lnTo>
                  <a:lnTo>
                    <a:pt x="31" y="38"/>
                  </a:lnTo>
                  <a:lnTo>
                    <a:pt x="32" y="37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37" y="32"/>
                  </a:lnTo>
                  <a:lnTo>
                    <a:pt x="39" y="30"/>
                  </a:lnTo>
                  <a:lnTo>
                    <a:pt x="39" y="29"/>
                  </a:lnTo>
                  <a:lnTo>
                    <a:pt x="40" y="27"/>
                  </a:lnTo>
                  <a:lnTo>
                    <a:pt x="40" y="26"/>
                  </a:lnTo>
                  <a:lnTo>
                    <a:pt x="40" y="24"/>
                  </a:lnTo>
                  <a:lnTo>
                    <a:pt x="40" y="22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3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7" y="8"/>
                  </a:lnTo>
                  <a:lnTo>
                    <a:pt x="35" y="6"/>
                  </a:lnTo>
                  <a:lnTo>
                    <a:pt x="34" y="5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1" y="3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7" y="35"/>
                  </a:lnTo>
                  <a:lnTo>
                    <a:pt x="8" y="37"/>
                  </a:lnTo>
                  <a:lnTo>
                    <a:pt x="10" y="37"/>
                  </a:lnTo>
                  <a:lnTo>
                    <a:pt x="10" y="38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3" y="40"/>
                  </a:lnTo>
                  <a:lnTo>
                    <a:pt x="15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21" y="4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484" name="Rectangle 52">
              <a:extLst>
                <a:ext uri="{FF2B5EF4-FFF2-40B4-BE49-F238E27FC236}">
                  <a16:creationId xmlns:a16="http://schemas.microsoft.com/office/drawing/2014/main" id="{49ED4576-26E5-4B48-B15A-DAB5440BF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7750" y="2962275"/>
              <a:ext cx="730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outputs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6434" name="Title 1">
            <a:extLst>
              <a:ext uri="{FF2B5EF4-FFF2-40B4-BE49-F238E27FC236}">
                <a16:creationId xmlns:a16="http://schemas.microsoft.com/office/drawing/2014/main" id="{0AF4CA12-17C3-4C4D-AB35-30CAFF25A8C2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Most General Case: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2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-to-n binary encoder</a:t>
            </a:r>
          </a:p>
        </p:txBody>
      </p:sp>
      <p:sp>
        <p:nvSpPr>
          <p:cNvPr id="146435" name="TextBox 125">
            <a:extLst>
              <a:ext uri="{FF2B5EF4-FFF2-40B4-BE49-F238E27FC236}">
                <a16:creationId xmlns:a16="http://schemas.microsoft.com/office/drawing/2014/main" id="{4E49135D-1A06-43FB-97D4-0D36306CBE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4.18 from the textbook ]</a:t>
            </a:r>
          </a:p>
        </p:txBody>
      </p:sp>
    </p:spTree>
    <p:extLst>
      <p:ext uri="{BB962C8B-B14F-4D97-AF65-F5344CB8AC3E}">
        <p14:creationId xmlns:p14="http://schemas.microsoft.com/office/powerpoint/2010/main" val="429241000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Title 1">
            <a:extLst>
              <a:ext uri="{FF2B5EF4-FFF2-40B4-BE49-F238E27FC236}">
                <a16:creationId xmlns:a16="http://schemas.microsoft.com/office/drawing/2014/main" id="{7746097C-4028-4844-BE25-383114F007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609600"/>
          </a:xfrm>
        </p:spPr>
        <p:txBody>
          <a:bodyPr/>
          <a:lstStyle/>
          <a:p>
            <a:r>
              <a:rPr lang="en-US" altLang="en-US" dirty="0"/>
              <a:t>4-to-2 Binary Encoder (Definition)</a:t>
            </a:r>
          </a:p>
        </p:txBody>
      </p:sp>
      <p:sp>
        <p:nvSpPr>
          <p:cNvPr id="130050" name="Content Placeholder 2">
            <a:extLst>
              <a:ext uri="{FF2B5EF4-FFF2-40B4-BE49-F238E27FC236}">
                <a16:creationId xmlns:a16="http://schemas.microsoft.com/office/drawing/2014/main" id="{AFB26BB2-70A0-4075-BAB3-5B5472E5E04F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685800" y="838200"/>
            <a:ext cx="8001000" cy="5562600"/>
          </a:xfrm>
        </p:spPr>
        <p:txBody>
          <a:bodyPr/>
          <a:lstStyle/>
          <a:p>
            <a:r>
              <a:rPr lang="en-US" altLang="en-US" dirty="0"/>
              <a:t>Has four inputs: w</a:t>
            </a:r>
            <a:r>
              <a:rPr lang="en-US" altLang="en-US" baseline="-25000" dirty="0"/>
              <a:t>3</a:t>
            </a:r>
            <a:r>
              <a:rPr lang="en-US" altLang="en-US" dirty="0"/>
              <a:t> , w</a:t>
            </a:r>
            <a:r>
              <a:rPr lang="en-US" altLang="en-US" baseline="-25000" dirty="0"/>
              <a:t>2 </a:t>
            </a:r>
            <a:r>
              <a:rPr lang="en-US" altLang="en-US" dirty="0"/>
              <a:t>,</a:t>
            </a:r>
            <a:r>
              <a:rPr lang="en-US" altLang="en-US" baseline="-25000" dirty="0"/>
              <a:t> </a:t>
            </a:r>
            <a:r>
              <a:rPr lang="en-US" altLang="en-US" dirty="0"/>
              <a:t>w</a:t>
            </a:r>
            <a:r>
              <a:rPr lang="en-US" altLang="en-US" baseline="-25000" dirty="0"/>
              <a:t>1</a:t>
            </a:r>
            <a:r>
              <a:rPr lang="en-US" altLang="en-US" dirty="0"/>
              <a:t> , and w</a:t>
            </a:r>
            <a:r>
              <a:rPr lang="en-US" altLang="en-US" baseline="-25000" dirty="0"/>
              <a:t>0</a:t>
            </a:r>
          </a:p>
          <a:p>
            <a:endParaRPr lang="en-US" altLang="en-US" dirty="0"/>
          </a:p>
          <a:p>
            <a:r>
              <a:rPr lang="en-US" altLang="en-US" dirty="0"/>
              <a:t>Has two outputs: y</a:t>
            </a:r>
            <a:r>
              <a:rPr lang="en-US" altLang="en-US" baseline="-25000" dirty="0"/>
              <a:t>1</a:t>
            </a:r>
            <a:r>
              <a:rPr lang="en-US" altLang="en-US" dirty="0"/>
              <a:t> and y</a:t>
            </a:r>
            <a:r>
              <a:rPr lang="en-US" altLang="en-US" baseline="-25000" dirty="0"/>
              <a:t>0</a:t>
            </a:r>
          </a:p>
          <a:p>
            <a:endParaRPr lang="en-US" altLang="en-US" dirty="0"/>
          </a:p>
          <a:p>
            <a:r>
              <a:rPr lang="en-US" altLang="en-US" dirty="0">
                <a:solidFill>
                  <a:srgbClr val="FF0000"/>
                </a:solidFill>
              </a:rPr>
              <a:t>Only one input is set to 1 (“one-hot” encoded).   </a:t>
            </a:r>
            <a:r>
              <a:rPr lang="en-US" altLang="en-US" dirty="0"/>
              <a:t>  All others are set to 0.</a:t>
            </a:r>
          </a:p>
          <a:p>
            <a:endParaRPr lang="en-US" altLang="en-US" dirty="0"/>
          </a:p>
          <a:p>
            <a:r>
              <a:rPr lang="en-US" altLang="en-US" dirty="0"/>
              <a:t>If w</a:t>
            </a:r>
            <a:r>
              <a:rPr lang="en-US" altLang="en-US" baseline="-25000" dirty="0"/>
              <a:t>0</a:t>
            </a:r>
            <a:r>
              <a:rPr lang="en-US" altLang="en-US" dirty="0"/>
              <a:t>=1 then y</a:t>
            </a:r>
            <a:r>
              <a:rPr lang="en-US" altLang="en-US" baseline="-25000" dirty="0"/>
              <a:t>1</a:t>
            </a:r>
            <a:r>
              <a:rPr lang="en-US" altLang="en-US" dirty="0"/>
              <a:t>=0 and</a:t>
            </a:r>
            <a:r>
              <a:rPr lang="en-US" altLang="en-US" baseline="-25000" dirty="0"/>
              <a:t>  </a:t>
            </a:r>
            <a:r>
              <a:rPr lang="en-US" altLang="en-US" dirty="0"/>
              <a:t>y</a:t>
            </a:r>
            <a:r>
              <a:rPr lang="en-US" altLang="en-US" baseline="-25000" dirty="0"/>
              <a:t>0</a:t>
            </a:r>
            <a:r>
              <a:rPr lang="en-US" altLang="en-US" dirty="0"/>
              <a:t>=0</a:t>
            </a:r>
            <a:endParaRPr lang="en-US" altLang="en-US" baseline="-25000" dirty="0"/>
          </a:p>
          <a:p>
            <a:r>
              <a:rPr lang="en-US" altLang="en-US" dirty="0"/>
              <a:t>If w</a:t>
            </a:r>
            <a:r>
              <a:rPr lang="en-US" altLang="en-US" baseline="-25000" dirty="0"/>
              <a:t>1</a:t>
            </a:r>
            <a:r>
              <a:rPr lang="en-US" altLang="en-US" dirty="0"/>
              <a:t>=1 then y</a:t>
            </a:r>
            <a:r>
              <a:rPr lang="en-US" altLang="en-US" baseline="-25000" dirty="0"/>
              <a:t>1</a:t>
            </a:r>
            <a:r>
              <a:rPr lang="en-US" altLang="en-US" dirty="0"/>
              <a:t>=0 and</a:t>
            </a:r>
            <a:r>
              <a:rPr lang="en-US" altLang="en-US" baseline="-25000" dirty="0"/>
              <a:t>  </a:t>
            </a:r>
            <a:r>
              <a:rPr lang="en-US" altLang="en-US" dirty="0"/>
              <a:t>y</a:t>
            </a:r>
            <a:r>
              <a:rPr lang="en-US" altLang="en-US" baseline="-25000" dirty="0"/>
              <a:t>0</a:t>
            </a:r>
            <a:r>
              <a:rPr lang="en-US" altLang="en-US" dirty="0"/>
              <a:t>=1</a:t>
            </a:r>
            <a:endParaRPr lang="en-US" altLang="en-US" baseline="-25000" dirty="0"/>
          </a:p>
          <a:p>
            <a:r>
              <a:rPr lang="en-US" altLang="en-US" dirty="0"/>
              <a:t>If w</a:t>
            </a:r>
            <a:r>
              <a:rPr lang="en-US" altLang="en-US" baseline="-25000" dirty="0"/>
              <a:t>2</a:t>
            </a:r>
            <a:r>
              <a:rPr lang="en-US" altLang="en-US" dirty="0"/>
              <a:t>=1 then y</a:t>
            </a:r>
            <a:r>
              <a:rPr lang="en-US" altLang="en-US" baseline="-25000" dirty="0"/>
              <a:t>1</a:t>
            </a:r>
            <a:r>
              <a:rPr lang="en-US" altLang="en-US" dirty="0"/>
              <a:t>=1 and</a:t>
            </a:r>
            <a:r>
              <a:rPr lang="en-US" altLang="en-US" baseline="-25000" dirty="0"/>
              <a:t>  </a:t>
            </a:r>
            <a:r>
              <a:rPr lang="en-US" altLang="en-US" dirty="0"/>
              <a:t>y</a:t>
            </a:r>
            <a:r>
              <a:rPr lang="en-US" altLang="en-US" baseline="-25000" dirty="0"/>
              <a:t>0</a:t>
            </a:r>
            <a:r>
              <a:rPr lang="en-US" altLang="en-US" dirty="0"/>
              <a:t>=0</a:t>
            </a:r>
            <a:endParaRPr lang="en-US" altLang="en-US" baseline="-25000" dirty="0"/>
          </a:p>
          <a:p>
            <a:r>
              <a:rPr lang="en-US" altLang="en-US" dirty="0"/>
              <a:t>If w</a:t>
            </a:r>
            <a:r>
              <a:rPr lang="en-US" altLang="en-US" baseline="-25000" dirty="0"/>
              <a:t>3</a:t>
            </a:r>
            <a:r>
              <a:rPr lang="en-US" altLang="en-US" dirty="0"/>
              <a:t>=1 then y</a:t>
            </a:r>
            <a:r>
              <a:rPr lang="en-US" altLang="en-US" baseline="-25000" dirty="0"/>
              <a:t>1</a:t>
            </a:r>
            <a:r>
              <a:rPr lang="en-US" altLang="en-US" dirty="0"/>
              <a:t>=1 and</a:t>
            </a:r>
            <a:r>
              <a:rPr lang="en-US" altLang="en-US" baseline="-25000" dirty="0"/>
              <a:t>  </a:t>
            </a:r>
            <a:r>
              <a:rPr lang="en-US" altLang="en-US" dirty="0"/>
              <a:t>y</a:t>
            </a:r>
            <a:r>
              <a:rPr lang="en-US" altLang="en-US" baseline="-25000" dirty="0"/>
              <a:t>0</a:t>
            </a:r>
            <a:r>
              <a:rPr lang="en-US" altLang="en-US" dirty="0"/>
              <a:t>=1</a:t>
            </a:r>
            <a:endParaRPr lang="en-US" altLang="en-US" baseline="-25000" dirty="0"/>
          </a:p>
          <a:p>
            <a:endParaRPr lang="en-US" altLang="en-US" baseline="-25000" dirty="0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6FCE5B2-3666-47F2-9652-1C40636B0DBB}"/>
                  </a:ext>
                </a:extLst>
              </p14:cNvPr>
              <p14:cNvContentPartPr/>
              <p14:nvPr/>
            </p14:nvContentPartPr>
            <p14:xfrm>
              <a:off x="6109920" y="1380240"/>
              <a:ext cx="2612880" cy="14911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6FCE5B2-3666-47F2-9652-1C40636B0DB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100560" y="1370880"/>
                <a:ext cx="2631600" cy="15098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73" name="Group 2">
            <a:extLst>
              <a:ext uri="{FF2B5EF4-FFF2-40B4-BE49-F238E27FC236}">
                <a16:creationId xmlns:a16="http://schemas.microsoft.com/office/drawing/2014/main" id="{789B7C59-4D5B-4095-8AEB-A3CBA02FF5AE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1076" name="Line 77">
              <a:extLst>
                <a:ext uri="{FF2B5EF4-FFF2-40B4-BE49-F238E27FC236}">
                  <a16:creationId xmlns:a16="http://schemas.microsoft.com/office/drawing/2014/main" id="{3A6BBACD-A185-414A-88BD-F9DA3CC6D6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7" name="Line 78">
              <a:extLst>
                <a:ext uri="{FF2B5EF4-FFF2-40B4-BE49-F238E27FC236}">
                  <a16:creationId xmlns:a16="http://schemas.microsoft.com/office/drawing/2014/main" id="{FEF69E18-C4E3-4C14-ABD6-E35178C2BD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8" name="Rectangle 80">
              <a:extLst>
                <a:ext uri="{FF2B5EF4-FFF2-40B4-BE49-F238E27FC236}">
                  <a16:creationId xmlns:a16="http://schemas.microsoft.com/office/drawing/2014/main" id="{4FDD19E2-23CF-427C-8687-20D701F72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79" name="Rectangle 81">
              <a:extLst>
                <a:ext uri="{FF2B5EF4-FFF2-40B4-BE49-F238E27FC236}">
                  <a16:creationId xmlns:a16="http://schemas.microsoft.com/office/drawing/2014/main" id="{2803F9DD-3616-4FCC-894B-62243C841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0" name="Rectangle 82">
              <a:extLst>
                <a:ext uri="{FF2B5EF4-FFF2-40B4-BE49-F238E27FC236}">
                  <a16:creationId xmlns:a16="http://schemas.microsoft.com/office/drawing/2014/main" id="{CC4FC2DE-9AAF-4B45-9DE3-02D22858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1" name="Rectangle 83">
              <a:extLst>
                <a:ext uri="{FF2B5EF4-FFF2-40B4-BE49-F238E27FC236}">
                  <a16:creationId xmlns:a16="http://schemas.microsoft.com/office/drawing/2014/main" id="{ADC4E5D4-E496-4414-89BC-D7C14A5D7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2" name="Rectangle 84">
              <a:extLst>
                <a:ext uri="{FF2B5EF4-FFF2-40B4-BE49-F238E27FC236}">
                  <a16:creationId xmlns:a16="http://schemas.microsoft.com/office/drawing/2014/main" id="{623E6F1B-36F7-4B52-90A9-6970A7211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3" name="Rectangle 85">
              <a:extLst>
                <a:ext uri="{FF2B5EF4-FFF2-40B4-BE49-F238E27FC236}">
                  <a16:creationId xmlns:a16="http://schemas.microsoft.com/office/drawing/2014/main" id="{06240ACA-65D4-460D-9465-2103E70F3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4" name="Rectangle 86">
              <a:extLst>
                <a:ext uri="{FF2B5EF4-FFF2-40B4-BE49-F238E27FC236}">
                  <a16:creationId xmlns:a16="http://schemas.microsoft.com/office/drawing/2014/main" id="{5D4D27C6-7302-49AB-8593-3F62C88EE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5" name="Rectangle 87">
              <a:extLst>
                <a:ext uri="{FF2B5EF4-FFF2-40B4-BE49-F238E27FC236}">
                  <a16:creationId xmlns:a16="http://schemas.microsoft.com/office/drawing/2014/main" id="{939DD925-D5ED-4A9F-82AA-7CC156809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6" name="Rectangle 88">
              <a:extLst>
                <a:ext uri="{FF2B5EF4-FFF2-40B4-BE49-F238E27FC236}">
                  <a16:creationId xmlns:a16="http://schemas.microsoft.com/office/drawing/2014/main" id="{3694D5C1-E2E0-497B-BBF9-4BC848FAB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7" name="Rectangle 89">
              <a:extLst>
                <a:ext uri="{FF2B5EF4-FFF2-40B4-BE49-F238E27FC236}">
                  <a16:creationId xmlns:a16="http://schemas.microsoft.com/office/drawing/2014/main" id="{49D39287-AE4E-473E-8788-0485FC4AF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8" name="Rectangle 90">
              <a:extLst>
                <a:ext uri="{FF2B5EF4-FFF2-40B4-BE49-F238E27FC236}">
                  <a16:creationId xmlns:a16="http://schemas.microsoft.com/office/drawing/2014/main" id="{00620259-E208-4CC7-AE89-DB992451C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89" name="Rectangle 91">
              <a:extLst>
                <a:ext uri="{FF2B5EF4-FFF2-40B4-BE49-F238E27FC236}">
                  <a16:creationId xmlns:a16="http://schemas.microsoft.com/office/drawing/2014/main" id="{3726A7E7-99BB-4F0D-8C5B-9CF122525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0" name="Rectangle 92">
              <a:extLst>
                <a:ext uri="{FF2B5EF4-FFF2-40B4-BE49-F238E27FC236}">
                  <a16:creationId xmlns:a16="http://schemas.microsoft.com/office/drawing/2014/main" id="{5E8D3349-FA9B-49B7-9317-56C2F9B4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1" name="Rectangle 93">
              <a:extLst>
                <a:ext uri="{FF2B5EF4-FFF2-40B4-BE49-F238E27FC236}">
                  <a16:creationId xmlns:a16="http://schemas.microsoft.com/office/drawing/2014/main" id="{186AE076-E996-401D-81D3-E174E332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2" name="Rectangle 102">
              <a:extLst>
                <a:ext uri="{FF2B5EF4-FFF2-40B4-BE49-F238E27FC236}">
                  <a16:creationId xmlns:a16="http://schemas.microsoft.com/office/drawing/2014/main" id="{0797A07F-2B71-4406-98FF-306238327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3" name="Rectangle 103">
              <a:extLst>
                <a:ext uri="{FF2B5EF4-FFF2-40B4-BE49-F238E27FC236}">
                  <a16:creationId xmlns:a16="http://schemas.microsoft.com/office/drawing/2014/main" id="{BB47A102-D435-49D2-8D42-647C50C6A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4" name="Rectangle 104">
              <a:extLst>
                <a:ext uri="{FF2B5EF4-FFF2-40B4-BE49-F238E27FC236}">
                  <a16:creationId xmlns:a16="http://schemas.microsoft.com/office/drawing/2014/main" id="{8954569D-369E-4554-9535-12B7F2951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5" name="Rectangle 105">
              <a:extLst>
                <a:ext uri="{FF2B5EF4-FFF2-40B4-BE49-F238E27FC236}">
                  <a16:creationId xmlns:a16="http://schemas.microsoft.com/office/drawing/2014/main" id="{950DB838-17F9-4EA2-9DE2-3B906D17C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6" name="Rectangle 106">
              <a:extLst>
                <a:ext uri="{FF2B5EF4-FFF2-40B4-BE49-F238E27FC236}">
                  <a16:creationId xmlns:a16="http://schemas.microsoft.com/office/drawing/2014/main" id="{E4B63974-3FA0-4985-9519-C3FC98267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7" name="Rectangle 107">
              <a:extLst>
                <a:ext uri="{FF2B5EF4-FFF2-40B4-BE49-F238E27FC236}">
                  <a16:creationId xmlns:a16="http://schemas.microsoft.com/office/drawing/2014/main" id="{979390B5-AFC5-41F9-B0BC-5BE118FDE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8" name="Rectangle 108">
              <a:extLst>
                <a:ext uri="{FF2B5EF4-FFF2-40B4-BE49-F238E27FC236}">
                  <a16:creationId xmlns:a16="http://schemas.microsoft.com/office/drawing/2014/main" id="{59BCD61A-A8FF-4F9E-829C-DC3EC9B3E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099" name="Rectangle 109">
              <a:extLst>
                <a:ext uri="{FF2B5EF4-FFF2-40B4-BE49-F238E27FC236}">
                  <a16:creationId xmlns:a16="http://schemas.microsoft.com/office/drawing/2014/main" id="{D2EAEA60-8279-4863-A76C-149F12029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0" name="Rectangle 110">
              <a:extLst>
                <a:ext uri="{FF2B5EF4-FFF2-40B4-BE49-F238E27FC236}">
                  <a16:creationId xmlns:a16="http://schemas.microsoft.com/office/drawing/2014/main" id="{864A8552-6158-41DB-BF21-6E1771408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1" name="Rectangle 111">
              <a:extLst>
                <a:ext uri="{FF2B5EF4-FFF2-40B4-BE49-F238E27FC236}">
                  <a16:creationId xmlns:a16="http://schemas.microsoft.com/office/drawing/2014/main" id="{9CE7B67F-0495-4AD1-94C2-B753742F2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2" name="Rectangle 112">
              <a:extLst>
                <a:ext uri="{FF2B5EF4-FFF2-40B4-BE49-F238E27FC236}">
                  <a16:creationId xmlns:a16="http://schemas.microsoft.com/office/drawing/2014/main" id="{32E9C2B0-44C1-4A63-897D-3785DCD54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3" name="Rectangle 113">
              <a:extLst>
                <a:ext uri="{FF2B5EF4-FFF2-40B4-BE49-F238E27FC236}">
                  <a16:creationId xmlns:a16="http://schemas.microsoft.com/office/drawing/2014/main" id="{3A80AD2A-CF38-4FE0-81DC-0F3EE0440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4" name="Rectangle 114">
              <a:extLst>
                <a:ext uri="{FF2B5EF4-FFF2-40B4-BE49-F238E27FC236}">
                  <a16:creationId xmlns:a16="http://schemas.microsoft.com/office/drawing/2014/main" id="{68FE69BC-61F1-417B-9D8F-795E62C18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5" name="Rectangle 115">
              <a:extLst>
                <a:ext uri="{FF2B5EF4-FFF2-40B4-BE49-F238E27FC236}">
                  <a16:creationId xmlns:a16="http://schemas.microsoft.com/office/drawing/2014/main" id="{43A5BDA7-82B4-43F8-A9E1-1B943E007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6" name="Rectangle 116">
              <a:extLst>
                <a:ext uri="{FF2B5EF4-FFF2-40B4-BE49-F238E27FC236}">
                  <a16:creationId xmlns:a16="http://schemas.microsoft.com/office/drawing/2014/main" id="{9FD21102-6AAD-46A0-8A13-B612781A9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7" name="Rectangle 117">
              <a:extLst>
                <a:ext uri="{FF2B5EF4-FFF2-40B4-BE49-F238E27FC236}">
                  <a16:creationId xmlns:a16="http://schemas.microsoft.com/office/drawing/2014/main" id="{626D2B85-5DE1-47E1-98EC-9F3F66167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8" name="Rectangle 118">
              <a:extLst>
                <a:ext uri="{FF2B5EF4-FFF2-40B4-BE49-F238E27FC236}">
                  <a16:creationId xmlns:a16="http://schemas.microsoft.com/office/drawing/2014/main" id="{500290D1-2B35-4E2A-84E2-B41E74D25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09" name="Rectangle 119">
              <a:extLst>
                <a:ext uri="{FF2B5EF4-FFF2-40B4-BE49-F238E27FC236}">
                  <a16:creationId xmlns:a16="http://schemas.microsoft.com/office/drawing/2014/main" id="{E8983980-D7B0-40FF-BE61-9EBB87C3B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10" name="Rectangle 120">
              <a:extLst>
                <a:ext uri="{FF2B5EF4-FFF2-40B4-BE49-F238E27FC236}">
                  <a16:creationId xmlns:a16="http://schemas.microsoft.com/office/drawing/2014/main" id="{31977D0E-FE7D-40D5-80D6-15685B8E0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11" name="Rectangle 121">
              <a:extLst>
                <a:ext uri="{FF2B5EF4-FFF2-40B4-BE49-F238E27FC236}">
                  <a16:creationId xmlns:a16="http://schemas.microsoft.com/office/drawing/2014/main" id="{BDD26A98-DE08-4E98-BF35-53942E291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12" name="Rectangle 122">
              <a:extLst>
                <a:ext uri="{FF2B5EF4-FFF2-40B4-BE49-F238E27FC236}">
                  <a16:creationId xmlns:a16="http://schemas.microsoft.com/office/drawing/2014/main" id="{786937F1-1D2C-49A7-AF98-69E075380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113" name="Rectangle 123">
              <a:extLst>
                <a:ext uri="{FF2B5EF4-FFF2-40B4-BE49-F238E27FC236}">
                  <a16:creationId xmlns:a16="http://schemas.microsoft.com/office/drawing/2014/main" id="{B028FBA1-F7C9-42AD-B727-D308150C3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1074" name="TextBox 125">
            <a:extLst>
              <a:ext uri="{FF2B5EF4-FFF2-40B4-BE49-F238E27FC236}">
                <a16:creationId xmlns:a16="http://schemas.microsoft.com/office/drawing/2014/main" id="{1575F7C0-598B-4F5B-85CA-977079402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1075" name="Title 1">
            <a:extLst>
              <a:ext uri="{FF2B5EF4-FFF2-40B4-BE49-F238E27FC236}">
                <a16:creationId xmlns:a16="http://schemas.microsoft.com/office/drawing/2014/main" id="{40158D08-40E4-4160-8FC0-0281457B4DF0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Truth table for a 4-to-2 binary encoder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7" name="Group 2">
            <a:extLst>
              <a:ext uri="{FF2B5EF4-FFF2-40B4-BE49-F238E27FC236}">
                <a16:creationId xmlns:a16="http://schemas.microsoft.com/office/drawing/2014/main" id="{E57B3F28-2B0D-4121-980C-0FF85B8CBBB5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2102" name="Line 77">
              <a:extLst>
                <a:ext uri="{FF2B5EF4-FFF2-40B4-BE49-F238E27FC236}">
                  <a16:creationId xmlns:a16="http://schemas.microsoft.com/office/drawing/2014/main" id="{411F8EFB-D1C3-4117-9D4A-7D31FA55E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3" name="Line 78">
              <a:extLst>
                <a:ext uri="{FF2B5EF4-FFF2-40B4-BE49-F238E27FC236}">
                  <a16:creationId xmlns:a16="http://schemas.microsoft.com/office/drawing/2014/main" id="{5EF59BE3-9894-4C5B-B9D0-6638888DD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4" name="Rectangle 80">
              <a:extLst>
                <a:ext uri="{FF2B5EF4-FFF2-40B4-BE49-F238E27FC236}">
                  <a16:creationId xmlns:a16="http://schemas.microsoft.com/office/drawing/2014/main" id="{816653AB-DDFD-4ABE-89A7-42AD8E317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05" name="Rectangle 81">
              <a:extLst>
                <a:ext uri="{FF2B5EF4-FFF2-40B4-BE49-F238E27FC236}">
                  <a16:creationId xmlns:a16="http://schemas.microsoft.com/office/drawing/2014/main" id="{3C3230E6-5111-4818-8FAD-EA5A1ECF2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06" name="Rectangle 82">
              <a:extLst>
                <a:ext uri="{FF2B5EF4-FFF2-40B4-BE49-F238E27FC236}">
                  <a16:creationId xmlns:a16="http://schemas.microsoft.com/office/drawing/2014/main" id="{095ABA58-06EE-4DEE-9FD7-CC7159E3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07" name="Rectangle 83">
              <a:extLst>
                <a:ext uri="{FF2B5EF4-FFF2-40B4-BE49-F238E27FC236}">
                  <a16:creationId xmlns:a16="http://schemas.microsoft.com/office/drawing/2014/main" id="{8CF5B438-31EC-41EF-A6EE-4DF27FDDB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08" name="Rectangle 84">
              <a:extLst>
                <a:ext uri="{FF2B5EF4-FFF2-40B4-BE49-F238E27FC236}">
                  <a16:creationId xmlns:a16="http://schemas.microsoft.com/office/drawing/2014/main" id="{0D928082-1CBD-44D3-8FFA-D49E20E6B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09" name="Rectangle 85">
              <a:extLst>
                <a:ext uri="{FF2B5EF4-FFF2-40B4-BE49-F238E27FC236}">
                  <a16:creationId xmlns:a16="http://schemas.microsoft.com/office/drawing/2014/main" id="{17F115E9-2CD5-430E-92F6-3BD3C5C4F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0" name="Rectangle 86">
              <a:extLst>
                <a:ext uri="{FF2B5EF4-FFF2-40B4-BE49-F238E27FC236}">
                  <a16:creationId xmlns:a16="http://schemas.microsoft.com/office/drawing/2014/main" id="{C30ABCC9-29E2-48FC-BDB9-B0808F094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1" name="Rectangle 87">
              <a:extLst>
                <a:ext uri="{FF2B5EF4-FFF2-40B4-BE49-F238E27FC236}">
                  <a16:creationId xmlns:a16="http://schemas.microsoft.com/office/drawing/2014/main" id="{72460039-9085-4BF5-802F-BB0BE1E7F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2" name="Rectangle 88">
              <a:extLst>
                <a:ext uri="{FF2B5EF4-FFF2-40B4-BE49-F238E27FC236}">
                  <a16:creationId xmlns:a16="http://schemas.microsoft.com/office/drawing/2014/main" id="{A7D08BCE-A0C8-4747-8654-30107DA69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3" name="Rectangle 89">
              <a:extLst>
                <a:ext uri="{FF2B5EF4-FFF2-40B4-BE49-F238E27FC236}">
                  <a16:creationId xmlns:a16="http://schemas.microsoft.com/office/drawing/2014/main" id="{BFC1C38A-8031-4941-AB10-D6F1E9500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4" name="Rectangle 90">
              <a:extLst>
                <a:ext uri="{FF2B5EF4-FFF2-40B4-BE49-F238E27FC236}">
                  <a16:creationId xmlns:a16="http://schemas.microsoft.com/office/drawing/2014/main" id="{9DADD216-E76F-4922-820A-6E56CE9A4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5" name="Rectangle 91">
              <a:extLst>
                <a:ext uri="{FF2B5EF4-FFF2-40B4-BE49-F238E27FC236}">
                  <a16:creationId xmlns:a16="http://schemas.microsoft.com/office/drawing/2014/main" id="{E224A91D-F0EE-40E6-931D-E6BE9E9BF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6" name="Rectangle 92">
              <a:extLst>
                <a:ext uri="{FF2B5EF4-FFF2-40B4-BE49-F238E27FC236}">
                  <a16:creationId xmlns:a16="http://schemas.microsoft.com/office/drawing/2014/main" id="{AC2CA803-AA0B-4199-9B4A-DB0A3A3B4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7" name="Rectangle 93">
              <a:extLst>
                <a:ext uri="{FF2B5EF4-FFF2-40B4-BE49-F238E27FC236}">
                  <a16:creationId xmlns:a16="http://schemas.microsoft.com/office/drawing/2014/main" id="{E53930AB-DE9D-443F-84A6-48D8781D2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8" name="Rectangle 102">
              <a:extLst>
                <a:ext uri="{FF2B5EF4-FFF2-40B4-BE49-F238E27FC236}">
                  <a16:creationId xmlns:a16="http://schemas.microsoft.com/office/drawing/2014/main" id="{0D73AD15-EDC6-4B37-9C44-2DB1A7BE6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19" name="Rectangle 103">
              <a:extLst>
                <a:ext uri="{FF2B5EF4-FFF2-40B4-BE49-F238E27FC236}">
                  <a16:creationId xmlns:a16="http://schemas.microsoft.com/office/drawing/2014/main" id="{E3D86F02-7DD7-4ECA-9DD6-8A43CA3A2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0" name="Rectangle 104">
              <a:extLst>
                <a:ext uri="{FF2B5EF4-FFF2-40B4-BE49-F238E27FC236}">
                  <a16:creationId xmlns:a16="http://schemas.microsoft.com/office/drawing/2014/main" id="{9835FE79-8A12-4B37-8835-F6720D763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1" name="Rectangle 105">
              <a:extLst>
                <a:ext uri="{FF2B5EF4-FFF2-40B4-BE49-F238E27FC236}">
                  <a16:creationId xmlns:a16="http://schemas.microsoft.com/office/drawing/2014/main" id="{ED1D058E-4DA2-4C9A-AA19-5C2CC24D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2" name="Rectangle 106">
              <a:extLst>
                <a:ext uri="{FF2B5EF4-FFF2-40B4-BE49-F238E27FC236}">
                  <a16:creationId xmlns:a16="http://schemas.microsoft.com/office/drawing/2014/main" id="{E2396381-856F-453B-B0BE-B637652B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3" name="Rectangle 107">
              <a:extLst>
                <a:ext uri="{FF2B5EF4-FFF2-40B4-BE49-F238E27FC236}">
                  <a16:creationId xmlns:a16="http://schemas.microsoft.com/office/drawing/2014/main" id="{D3C2083B-521E-495B-93C8-A21B87373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4" name="Rectangle 108">
              <a:extLst>
                <a:ext uri="{FF2B5EF4-FFF2-40B4-BE49-F238E27FC236}">
                  <a16:creationId xmlns:a16="http://schemas.microsoft.com/office/drawing/2014/main" id="{D8962EB5-C9AA-492B-BCFA-4D3F5894B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5" name="Rectangle 109">
              <a:extLst>
                <a:ext uri="{FF2B5EF4-FFF2-40B4-BE49-F238E27FC236}">
                  <a16:creationId xmlns:a16="http://schemas.microsoft.com/office/drawing/2014/main" id="{4E281C16-E342-4D49-B477-1303DDB17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6" name="Rectangle 110">
              <a:extLst>
                <a:ext uri="{FF2B5EF4-FFF2-40B4-BE49-F238E27FC236}">
                  <a16:creationId xmlns:a16="http://schemas.microsoft.com/office/drawing/2014/main" id="{C02F7682-C981-440D-B843-4BE5E51EF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7" name="Rectangle 111">
              <a:extLst>
                <a:ext uri="{FF2B5EF4-FFF2-40B4-BE49-F238E27FC236}">
                  <a16:creationId xmlns:a16="http://schemas.microsoft.com/office/drawing/2014/main" id="{A368F7D6-9964-4456-878C-1607CF9B6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8" name="Rectangle 112">
              <a:extLst>
                <a:ext uri="{FF2B5EF4-FFF2-40B4-BE49-F238E27FC236}">
                  <a16:creationId xmlns:a16="http://schemas.microsoft.com/office/drawing/2014/main" id="{4AB9DF68-2D8A-4E39-9407-1FFC7D845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29" name="Rectangle 113">
              <a:extLst>
                <a:ext uri="{FF2B5EF4-FFF2-40B4-BE49-F238E27FC236}">
                  <a16:creationId xmlns:a16="http://schemas.microsoft.com/office/drawing/2014/main" id="{6D9A802F-C31E-4396-92B4-C2CD77499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0" name="Rectangle 114">
              <a:extLst>
                <a:ext uri="{FF2B5EF4-FFF2-40B4-BE49-F238E27FC236}">
                  <a16:creationId xmlns:a16="http://schemas.microsoft.com/office/drawing/2014/main" id="{AEAA3A6E-BFBE-43C0-B483-DDA8B0ACB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1" name="Rectangle 115">
              <a:extLst>
                <a:ext uri="{FF2B5EF4-FFF2-40B4-BE49-F238E27FC236}">
                  <a16:creationId xmlns:a16="http://schemas.microsoft.com/office/drawing/2014/main" id="{10662B52-08B8-4F3C-8363-83627A8AE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2" name="Rectangle 116">
              <a:extLst>
                <a:ext uri="{FF2B5EF4-FFF2-40B4-BE49-F238E27FC236}">
                  <a16:creationId xmlns:a16="http://schemas.microsoft.com/office/drawing/2014/main" id="{A6681806-6C3D-4447-90D2-FFDE6111C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3" name="Rectangle 117">
              <a:extLst>
                <a:ext uri="{FF2B5EF4-FFF2-40B4-BE49-F238E27FC236}">
                  <a16:creationId xmlns:a16="http://schemas.microsoft.com/office/drawing/2014/main" id="{07C8217E-FA79-479B-A35E-E868DCF19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4" name="Rectangle 118">
              <a:extLst>
                <a:ext uri="{FF2B5EF4-FFF2-40B4-BE49-F238E27FC236}">
                  <a16:creationId xmlns:a16="http://schemas.microsoft.com/office/drawing/2014/main" id="{01EE2C8B-3812-48F7-BBD6-F4854B675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5" name="Rectangle 119">
              <a:extLst>
                <a:ext uri="{FF2B5EF4-FFF2-40B4-BE49-F238E27FC236}">
                  <a16:creationId xmlns:a16="http://schemas.microsoft.com/office/drawing/2014/main" id="{A78A2C3B-46A0-47B0-9CE4-B34B1FFF6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6" name="Rectangle 120">
              <a:extLst>
                <a:ext uri="{FF2B5EF4-FFF2-40B4-BE49-F238E27FC236}">
                  <a16:creationId xmlns:a16="http://schemas.microsoft.com/office/drawing/2014/main" id="{66BEA439-7EA9-45CE-80D5-2EF925C6E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7" name="Rectangle 121">
              <a:extLst>
                <a:ext uri="{FF2B5EF4-FFF2-40B4-BE49-F238E27FC236}">
                  <a16:creationId xmlns:a16="http://schemas.microsoft.com/office/drawing/2014/main" id="{0E908EC8-402C-4DE8-A493-A5A68CC66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8" name="Rectangle 122">
              <a:extLst>
                <a:ext uri="{FF2B5EF4-FFF2-40B4-BE49-F238E27FC236}">
                  <a16:creationId xmlns:a16="http://schemas.microsoft.com/office/drawing/2014/main" id="{C010DB02-88AB-4764-B2DA-E55CEBBD9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2139" name="Rectangle 123">
              <a:extLst>
                <a:ext uri="{FF2B5EF4-FFF2-40B4-BE49-F238E27FC236}">
                  <a16:creationId xmlns:a16="http://schemas.microsoft.com/office/drawing/2014/main" id="{4A9FADAE-2CCE-404C-AE4F-52BAA0099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2098" name="TextBox 125">
            <a:extLst>
              <a:ext uri="{FF2B5EF4-FFF2-40B4-BE49-F238E27FC236}">
                <a16:creationId xmlns:a16="http://schemas.microsoft.com/office/drawing/2014/main" id="{395F85E1-F40A-4ABB-966D-65B2E414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2099" name="Title 1">
            <a:extLst>
              <a:ext uri="{FF2B5EF4-FFF2-40B4-BE49-F238E27FC236}">
                <a16:creationId xmlns:a16="http://schemas.microsoft.com/office/drawing/2014/main" id="{721AB118-8BF7-46E2-B834-B49AE2E182BE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Truth table for a 4-to-2 binary encoder</a:t>
            </a:r>
          </a:p>
        </p:txBody>
      </p:sp>
      <p:sp>
        <p:nvSpPr>
          <p:cNvPr id="132100" name="TextBox 76">
            <a:extLst>
              <a:ext uri="{FF2B5EF4-FFF2-40B4-BE49-F238E27FC236}">
                <a16:creationId xmlns:a16="http://schemas.microsoft.com/office/drawing/2014/main" id="{1CD6FC0E-C99B-4615-A4A8-838CBD2D8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4450" y="2809875"/>
            <a:ext cx="36417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anose="02020603050405020304" pitchFamily="18" charset="0"/>
              </a:rPr>
              <a:t>The inputs are “one-hot” encoded</a:t>
            </a:r>
          </a:p>
        </p:txBody>
      </p:sp>
      <p:sp>
        <p:nvSpPr>
          <p:cNvPr id="78" name="Frame 77">
            <a:extLst>
              <a:ext uri="{FF2B5EF4-FFF2-40B4-BE49-F238E27FC236}">
                <a16:creationId xmlns:a16="http://schemas.microsoft.com/office/drawing/2014/main" id="{2C920717-3F5C-FD48-8EAA-E61257FC6FEF}"/>
              </a:ext>
            </a:extLst>
          </p:cNvPr>
          <p:cNvSpPr/>
          <p:nvPr/>
        </p:nvSpPr>
        <p:spPr bwMode="auto">
          <a:xfrm rot="3197818">
            <a:off x="3800475" y="1228726"/>
            <a:ext cx="263525" cy="1682750"/>
          </a:xfrm>
          <a:prstGeom prst="frame">
            <a:avLst/>
          </a:prstGeom>
          <a:solidFill>
            <a:srgbClr val="FF0000"/>
          </a:solidFill>
          <a:ln w="63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F1E06A5-633B-064F-AF9B-9050EA66882A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28194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</a:endParaRP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42463" name="Rectangle 2">
            <a:extLst>
              <a:ext uri="{FF2B5EF4-FFF2-40B4-BE49-F238E27FC236}">
                <a16:creationId xmlns:a16="http://schemas.microsoft.com/office/drawing/2014/main" id="{E6C01637-1AEC-4B4B-805B-21F161AD9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binary encoder</a:t>
            </a:r>
          </a:p>
        </p:txBody>
      </p:sp>
      <p:grpSp>
        <p:nvGrpSpPr>
          <p:cNvPr id="142464" name="Group 2">
            <a:extLst>
              <a:ext uri="{FF2B5EF4-FFF2-40B4-BE49-F238E27FC236}">
                <a16:creationId xmlns:a16="http://schemas.microsoft.com/office/drawing/2014/main" id="{96208990-3ABA-4D10-BA83-116026A67D83}"/>
              </a:ext>
            </a:extLst>
          </p:cNvPr>
          <p:cNvGrpSpPr>
            <a:grpSpLocks/>
          </p:cNvGrpSpPr>
          <p:nvPr/>
        </p:nvGrpSpPr>
        <p:grpSpPr bwMode="auto">
          <a:xfrm>
            <a:off x="5329238" y="1166813"/>
            <a:ext cx="2451100" cy="1608137"/>
            <a:chOff x="3182938" y="417513"/>
            <a:chExt cx="2451100" cy="1608137"/>
          </a:xfrm>
        </p:grpSpPr>
        <p:sp>
          <p:nvSpPr>
            <p:cNvPr id="142465" name="Line 77">
              <a:extLst>
                <a:ext uri="{FF2B5EF4-FFF2-40B4-BE49-F238E27FC236}">
                  <a16:creationId xmlns:a16="http://schemas.microsoft.com/office/drawing/2014/main" id="{75091E35-3077-41DD-9E49-29CACDFF1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66" name="Line 78">
              <a:extLst>
                <a:ext uri="{FF2B5EF4-FFF2-40B4-BE49-F238E27FC236}">
                  <a16:creationId xmlns:a16="http://schemas.microsoft.com/office/drawing/2014/main" id="{3B4D1308-2DFD-4DED-8844-D7E866463A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67" name="Rectangle 80">
              <a:extLst>
                <a:ext uri="{FF2B5EF4-FFF2-40B4-BE49-F238E27FC236}">
                  <a16:creationId xmlns:a16="http://schemas.microsoft.com/office/drawing/2014/main" id="{54576169-5EBD-4695-88C5-A446C9814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68" name="Rectangle 81">
              <a:extLst>
                <a:ext uri="{FF2B5EF4-FFF2-40B4-BE49-F238E27FC236}">
                  <a16:creationId xmlns:a16="http://schemas.microsoft.com/office/drawing/2014/main" id="{A9DE8DE3-1EC3-4103-8672-A972B60AC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69" name="Rectangle 82">
              <a:extLst>
                <a:ext uri="{FF2B5EF4-FFF2-40B4-BE49-F238E27FC236}">
                  <a16:creationId xmlns:a16="http://schemas.microsoft.com/office/drawing/2014/main" id="{E991475E-AFDE-4E4D-9759-354778BB4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0" name="Rectangle 83">
              <a:extLst>
                <a:ext uri="{FF2B5EF4-FFF2-40B4-BE49-F238E27FC236}">
                  <a16:creationId xmlns:a16="http://schemas.microsoft.com/office/drawing/2014/main" id="{F5C6C30B-A897-459D-8BCB-35EA10B1F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1" name="Rectangle 84">
              <a:extLst>
                <a:ext uri="{FF2B5EF4-FFF2-40B4-BE49-F238E27FC236}">
                  <a16:creationId xmlns:a16="http://schemas.microsoft.com/office/drawing/2014/main" id="{E0C6E9F4-1DCA-4CB0-AF7F-901F7A41E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2" name="Rectangle 85">
              <a:extLst>
                <a:ext uri="{FF2B5EF4-FFF2-40B4-BE49-F238E27FC236}">
                  <a16:creationId xmlns:a16="http://schemas.microsoft.com/office/drawing/2014/main" id="{2D3F51A1-EF7E-4AF4-95DB-B9413A32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3" name="Rectangle 86">
              <a:extLst>
                <a:ext uri="{FF2B5EF4-FFF2-40B4-BE49-F238E27FC236}">
                  <a16:creationId xmlns:a16="http://schemas.microsoft.com/office/drawing/2014/main" id="{4A7D8709-2EE0-4ECF-B6DA-AF553DFCA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4" name="Rectangle 87">
              <a:extLst>
                <a:ext uri="{FF2B5EF4-FFF2-40B4-BE49-F238E27FC236}">
                  <a16:creationId xmlns:a16="http://schemas.microsoft.com/office/drawing/2014/main" id="{F33AB7CC-B3F4-4233-9E1C-B1529C565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5" name="Rectangle 88">
              <a:extLst>
                <a:ext uri="{FF2B5EF4-FFF2-40B4-BE49-F238E27FC236}">
                  <a16:creationId xmlns:a16="http://schemas.microsoft.com/office/drawing/2014/main" id="{799F3332-193F-44C3-9BFA-9975DB1D7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6" name="Rectangle 89">
              <a:extLst>
                <a:ext uri="{FF2B5EF4-FFF2-40B4-BE49-F238E27FC236}">
                  <a16:creationId xmlns:a16="http://schemas.microsoft.com/office/drawing/2014/main" id="{B0342A47-A511-4344-A4FC-4CFC69A14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7" name="Rectangle 90">
              <a:extLst>
                <a:ext uri="{FF2B5EF4-FFF2-40B4-BE49-F238E27FC236}">
                  <a16:creationId xmlns:a16="http://schemas.microsoft.com/office/drawing/2014/main" id="{BFE01818-5A41-4758-AE11-699A4F09F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8" name="Rectangle 91">
              <a:extLst>
                <a:ext uri="{FF2B5EF4-FFF2-40B4-BE49-F238E27FC236}">
                  <a16:creationId xmlns:a16="http://schemas.microsoft.com/office/drawing/2014/main" id="{778746AC-1D99-4EE5-B796-DAC1A191C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79" name="Rectangle 92">
              <a:extLst>
                <a:ext uri="{FF2B5EF4-FFF2-40B4-BE49-F238E27FC236}">
                  <a16:creationId xmlns:a16="http://schemas.microsoft.com/office/drawing/2014/main" id="{C27DE4F8-8AA7-4D1D-B318-519B45A31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0" name="Rectangle 93">
              <a:extLst>
                <a:ext uri="{FF2B5EF4-FFF2-40B4-BE49-F238E27FC236}">
                  <a16:creationId xmlns:a16="http://schemas.microsoft.com/office/drawing/2014/main" id="{319174BC-5CDB-4A6C-BCD0-AC02A94B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1" name="Rectangle 102">
              <a:extLst>
                <a:ext uri="{FF2B5EF4-FFF2-40B4-BE49-F238E27FC236}">
                  <a16:creationId xmlns:a16="http://schemas.microsoft.com/office/drawing/2014/main" id="{CAE1B504-21E9-4F3B-ABFB-8AC47B6D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2" name="Rectangle 103">
              <a:extLst>
                <a:ext uri="{FF2B5EF4-FFF2-40B4-BE49-F238E27FC236}">
                  <a16:creationId xmlns:a16="http://schemas.microsoft.com/office/drawing/2014/main" id="{319B659B-0437-4438-8150-1B4C3AF0F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3" name="Rectangle 104">
              <a:extLst>
                <a:ext uri="{FF2B5EF4-FFF2-40B4-BE49-F238E27FC236}">
                  <a16:creationId xmlns:a16="http://schemas.microsoft.com/office/drawing/2014/main" id="{38527A27-FBFE-4B02-B8AC-B0936D97A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4" name="Rectangle 105">
              <a:extLst>
                <a:ext uri="{FF2B5EF4-FFF2-40B4-BE49-F238E27FC236}">
                  <a16:creationId xmlns:a16="http://schemas.microsoft.com/office/drawing/2014/main" id="{C63E1E9F-D592-442C-BCE7-F35155474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5" name="Rectangle 106">
              <a:extLst>
                <a:ext uri="{FF2B5EF4-FFF2-40B4-BE49-F238E27FC236}">
                  <a16:creationId xmlns:a16="http://schemas.microsoft.com/office/drawing/2014/main" id="{1ADBEBE5-0498-43E5-A732-FE6EA4270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6" name="Rectangle 107">
              <a:extLst>
                <a:ext uri="{FF2B5EF4-FFF2-40B4-BE49-F238E27FC236}">
                  <a16:creationId xmlns:a16="http://schemas.microsoft.com/office/drawing/2014/main" id="{62C96295-4231-42F2-A468-1584FA3C4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7" name="Rectangle 108">
              <a:extLst>
                <a:ext uri="{FF2B5EF4-FFF2-40B4-BE49-F238E27FC236}">
                  <a16:creationId xmlns:a16="http://schemas.microsoft.com/office/drawing/2014/main" id="{16665198-30D4-492C-8803-F5C6CF550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8" name="Rectangle 109">
              <a:extLst>
                <a:ext uri="{FF2B5EF4-FFF2-40B4-BE49-F238E27FC236}">
                  <a16:creationId xmlns:a16="http://schemas.microsoft.com/office/drawing/2014/main" id="{D62C6F47-62E5-417F-A697-B3EE8981B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89" name="Rectangle 110">
              <a:extLst>
                <a:ext uri="{FF2B5EF4-FFF2-40B4-BE49-F238E27FC236}">
                  <a16:creationId xmlns:a16="http://schemas.microsoft.com/office/drawing/2014/main" id="{D00E947A-ACF0-4822-BB36-4DABA64C5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0" name="Rectangle 111">
              <a:extLst>
                <a:ext uri="{FF2B5EF4-FFF2-40B4-BE49-F238E27FC236}">
                  <a16:creationId xmlns:a16="http://schemas.microsoft.com/office/drawing/2014/main" id="{894A105D-BC2C-403D-9F33-B77DB9854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1" name="Rectangle 112">
              <a:extLst>
                <a:ext uri="{FF2B5EF4-FFF2-40B4-BE49-F238E27FC236}">
                  <a16:creationId xmlns:a16="http://schemas.microsoft.com/office/drawing/2014/main" id="{00AFD305-730A-497A-AE4C-AB2CE013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2" name="Rectangle 113">
              <a:extLst>
                <a:ext uri="{FF2B5EF4-FFF2-40B4-BE49-F238E27FC236}">
                  <a16:creationId xmlns:a16="http://schemas.microsoft.com/office/drawing/2014/main" id="{C6920D35-374D-4D44-AD31-ED0BC0691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3" name="Rectangle 114">
              <a:extLst>
                <a:ext uri="{FF2B5EF4-FFF2-40B4-BE49-F238E27FC236}">
                  <a16:creationId xmlns:a16="http://schemas.microsoft.com/office/drawing/2014/main" id="{170A1ECB-5C9B-4B5D-9B1D-36A601F57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4" name="Rectangle 115">
              <a:extLst>
                <a:ext uri="{FF2B5EF4-FFF2-40B4-BE49-F238E27FC236}">
                  <a16:creationId xmlns:a16="http://schemas.microsoft.com/office/drawing/2014/main" id="{714AA767-75DB-4749-B888-859E1A575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5" name="Rectangle 116">
              <a:extLst>
                <a:ext uri="{FF2B5EF4-FFF2-40B4-BE49-F238E27FC236}">
                  <a16:creationId xmlns:a16="http://schemas.microsoft.com/office/drawing/2014/main" id="{2F21B0C5-84A1-4248-8C7C-34010BFA4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6" name="Rectangle 117">
              <a:extLst>
                <a:ext uri="{FF2B5EF4-FFF2-40B4-BE49-F238E27FC236}">
                  <a16:creationId xmlns:a16="http://schemas.microsoft.com/office/drawing/2014/main" id="{DB5903B4-B12F-4753-B224-C5DE21CB5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7" name="Rectangle 118">
              <a:extLst>
                <a:ext uri="{FF2B5EF4-FFF2-40B4-BE49-F238E27FC236}">
                  <a16:creationId xmlns:a16="http://schemas.microsoft.com/office/drawing/2014/main" id="{F8549523-9AA4-42C4-B3FC-AD2F2653D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8" name="Rectangle 119">
              <a:extLst>
                <a:ext uri="{FF2B5EF4-FFF2-40B4-BE49-F238E27FC236}">
                  <a16:creationId xmlns:a16="http://schemas.microsoft.com/office/drawing/2014/main" id="{E2DE44B6-4DB4-4F3B-AED5-F5A03BE9E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499" name="Rectangle 120">
              <a:extLst>
                <a:ext uri="{FF2B5EF4-FFF2-40B4-BE49-F238E27FC236}">
                  <a16:creationId xmlns:a16="http://schemas.microsoft.com/office/drawing/2014/main" id="{49BABE34-DB25-4F59-BFB9-65E8A593E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500" name="Rectangle 121">
              <a:extLst>
                <a:ext uri="{FF2B5EF4-FFF2-40B4-BE49-F238E27FC236}">
                  <a16:creationId xmlns:a16="http://schemas.microsoft.com/office/drawing/2014/main" id="{67FD74CF-FEAF-4E4B-85D5-82314A12A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501" name="Rectangle 122">
              <a:extLst>
                <a:ext uri="{FF2B5EF4-FFF2-40B4-BE49-F238E27FC236}">
                  <a16:creationId xmlns:a16="http://schemas.microsoft.com/office/drawing/2014/main" id="{62153CCF-D7AD-4957-B29E-D75F5AD48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502" name="Rectangle 123">
              <a:extLst>
                <a:ext uri="{FF2B5EF4-FFF2-40B4-BE49-F238E27FC236}">
                  <a16:creationId xmlns:a16="http://schemas.microsoft.com/office/drawing/2014/main" id="{BFE46C4C-A448-4AEA-83FE-2CB71CC70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AABFCDB-6B45-4FBE-ACCD-2C8C35AA3ECA}"/>
                  </a:ext>
                </a:extLst>
              </p14:cNvPr>
              <p14:cNvContentPartPr/>
              <p14:nvPr/>
            </p14:nvContentPartPr>
            <p14:xfrm>
              <a:off x="7700040" y="702000"/>
              <a:ext cx="640080" cy="1927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AABFCDB-6B45-4FBE-ACCD-2C8C35AA3EC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0680" y="692640"/>
                <a:ext cx="658800" cy="1946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F1E06A5-633B-064F-AF9B-9050EA66882A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28194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43487" name="Rectangle 2">
            <a:extLst>
              <a:ext uri="{FF2B5EF4-FFF2-40B4-BE49-F238E27FC236}">
                <a16:creationId xmlns:a16="http://schemas.microsoft.com/office/drawing/2014/main" id="{5164726F-4A70-4586-878D-5D7069EF2B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binary encoder</a:t>
            </a:r>
          </a:p>
        </p:txBody>
      </p:sp>
      <p:grpSp>
        <p:nvGrpSpPr>
          <p:cNvPr id="143488" name="Group 2">
            <a:extLst>
              <a:ext uri="{FF2B5EF4-FFF2-40B4-BE49-F238E27FC236}">
                <a16:creationId xmlns:a16="http://schemas.microsoft.com/office/drawing/2014/main" id="{A540A697-17FD-406D-9541-85347BAB4F3E}"/>
              </a:ext>
            </a:extLst>
          </p:cNvPr>
          <p:cNvGrpSpPr>
            <a:grpSpLocks/>
          </p:cNvGrpSpPr>
          <p:nvPr/>
        </p:nvGrpSpPr>
        <p:grpSpPr bwMode="auto">
          <a:xfrm>
            <a:off x="5329238" y="1166813"/>
            <a:ext cx="2451100" cy="1608137"/>
            <a:chOff x="3182938" y="417513"/>
            <a:chExt cx="2451100" cy="1608137"/>
          </a:xfrm>
        </p:grpSpPr>
        <p:sp>
          <p:nvSpPr>
            <p:cNvPr id="143489" name="Line 77">
              <a:extLst>
                <a:ext uri="{FF2B5EF4-FFF2-40B4-BE49-F238E27FC236}">
                  <a16:creationId xmlns:a16="http://schemas.microsoft.com/office/drawing/2014/main" id="{A051738E-069A-47ED-94E4-04C04032F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0" name="Line 78">
              <a:extLst>
                <a:ext uri="{FF2B5EF4-FFF2-40B4-BE49-F238E27FC236}">
                  <a16:creationId xmlns:a16="http://schemas.microsoft.com/office/drawing/2014/main" id="{529B7D25-85DF-4BEC-8EF7-49B396C4C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1" name="Rectangle 80">
              <a:extLst>
                <a:ext uri="{FF2B5EF4-FFF2-40B4-BE49-F238E27FC236}">
                  <a16:creationId xmlns:a16="http://schemas.microsoft.com/office/drawing/2014/main" id="{5AA2D3DD-49E4-4459-8454-44DFEC1CF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2" name="Rectangle 81">
              <a:extLst>
                <a:ext uri="{FF2B5EF4-FFF2-40B4-BE49-F238E27FC236}">
                  <a16:creationId xmlns:a16="http://schemas.microsoft.com/office/drawing/2014/main" id="{93F9930B-D12B-4130-A583-28BF81A9D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3" name="Rectangle 82">
              <a:extLst>
                <a:ext uri="{FF2B5EF4-FFF2-40B4-BE49-F238E27FC236}">
                  <a16:creationId xmlns:a16="http://schemas.microsoft.com/office/drawing/2014/main" id="{6CDD183A-D461-43F5-A90D-562B6CB68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4" name="Rectangle 83">
              <a:extLst>
                <a:ext uri="{FF2B5EF4-FFF2-40B4-BE49-F238E27FC236}">
                  <a16:creationId xmlns:a16="http://schemas.microsoft.com/office/drawing/2014/main" id="{E697B1E1-47EA-4556-85D8-546B94BDD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5" name="Rectangle 84">
              <a:extLst>
                <a:ext uri="{FF2B5EF4-FFF2-40B4-BE49-F238E27FC236}">
                  <a16:creationId xmlns:a16="http://schemas.microsoft.com/office/drawing/2014/main" id="{20AC99B9-D147-4097-B8EF-5F23E0220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6" name="Rectangle 85">
              <a:extLst>
                <a:ext uri="{FF2B5EF4-FFF2-40B4-BE49-F238E27FC236}">
                  <a16:creationId xmlns:a16="http://schemas.microsoft.com/office/drawing/2014/main" id="{661E107F-5806-4059-BEF2-B7EEA1EE4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7" name="Rectangle 86">
              <a:extLst>
                <a:ext uri="{FF2B5EF4-FFF2-40B4-BE49-F238E27FC236}">
                  <a16:creationId xmlns:a16="http://schemas.microsoft.com/office/drawing/2014/main" id="{F6E4DE20-B40A-4E03-BC39-2001FFA59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8" name="Rectangle 87">
              <a:extLst>
                <a:ext uri="{FF2B5EF4-FFF2-40B4-BE49-F238E27FC236}">
                  <a16:creationId xmlns:a16="http://schemas.microsoft.com/office/drawing/2014/main" id="{7E4DAC7D-78C5-47FB-A6CF-5DFA979C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499" name="Rectangle 88">
              <a:extLst>
                <a:ext uri="{FF2B5EF4-FFF2-40B4-BE49-F238E27FC236}">
                  <a16:creationId xmlns:a16="http://schemas.microsoft.com/office/drawing/2014/main" id="{5869A818-9B6C-4182-AE0E-9F386F4CA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0" name="Rectangle 89">
              <a:extLst>
                <a:ext uri="{FF2B5EF4-FFF2-40B4-BE49-F238E27FC236}">
                  <a16:creationId xmlns:a16="http://schemas.microsoft.com/office/drawing/2014/main" id="{F8A5470A-4129-46E2-BF4D-1C74B5F5B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1" name="Rectangle 90">
              <a:extLst>
                <a:ext uri="{FF2B5EF4-FFF2-40B4-BE49-F238E27FC236}">
                  <a16:creationId xmlns:a16="http://schemas.microsoft.com/office/drawing/2014/main" id="{C9CC38D7-F4DA-4342-AB39-89DDFCE23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2" name="Rectangle 91">
              <a:extLst>
                <a:ext uri="{FF2B5EF4-FFF2-40B4-BE49-F238E27FC236}">
                  <a16:creationId xmlns:a16="http://schemas.microsoft.com/office/drawing/2014/main" id="{BD0D8147-C4D7-4515-98DC-5CFF4AED7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3" name="Rectangle 92">
              <a:extLst>
                <a:ext uri="{FF2B5EF4-FFF2-40B4-BE49-F238E27FC236}">
                  <a16:creationId xmlns:a16="http://schemas.microsoft.com/office/drawing/2014/main" id="{655F9622-C522-4696-94DF-4353BCD47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4" name="Rectangle 93">
              <a:extLst>
                <a:ext uri="{FF2B5EF4-FFF2-40B4-BE49-F238E27FC236}">
                  <a16:creationId xmlns:a16="http://schemas.microsoft.com/office/drawing/2014/main" id="{5E4E52BC-8DA2-4ACD-BE4C-68D24AF79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5" name="Rectangle 102">
              <a:extLst>
                <a:ext uri="{FF2B5EF4-FFF2-40B4-BE49-F238E27FC236}">
                  <a16:creationId xmlns:a16="http://schemas.microsoft.com/office/drawing/2014/main" id="{7D1D3B4D-D386-4F98-80CE-69469877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6" name="Rectangle 103">
              <a:extLst>
                <a:ext uri="{FF2B5EF4-FFF2-40B4-BE49-F238E27FC236}">
                  <a16:creationId xmlns:a16="http://schemas.microsoft.com/office/drawing/2014/main" id="{BF36DE8B-898D-4EA6-9807-C1CBF9283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7" name="Rectangle 104">
              <a:extLst>
                <a:ext uri="{FF2B5EF4-FFF2-40B4-BE49-F238E27FC236}">
                  <a16:creationId xmlns:a16="http://schemas.microsoft.com/office/drawing/2014/main" id="{95634424-F21B-4285-801C-EE4459347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8" name="Rectangle 105">
              <a:extLst>
                <a:ext uri="{FF2B5EF4-FFF2-40B4-BE49-F238E27FC236}">
                  <a16:creationId xmlns:a16="http://schemas.microsoft.com/office/drawing/2014/main" id="{F34AD6C7-7CB4-420D-B287-E459EA2DB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09" name="Rectangle 106">
              <a:extLst>
                <a:ext uri="{FF2B5EF4-FFF2-40B4-BE49-F238E27FC236}">
                  <a16:creationId xmlns:a16="http://schemas.microsoft.com/office/drawing/2014/main" id="{A4004381-D70D-48A9-8BC3-B21F8DB77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0" name="Rectangle 107">
              <a:extLst>
                <a:ext uri="{FF2B5EF4-FFF2-40B4-BE49-F238E27FC236}">
                  <a16:creationId xmlns:a16="http://schemas.microsoft.com/office/drawing/2014/main" id="{C6EA3A15-49FB-48EC-8D45-EA90D0858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1" name="Rectangle 108">
              <a:extLst>
                <a:ext uri="{FF2B5EF4-FFF2-40B4-BE49-F238E27FC236}">
                  <a16:creationId xmlns:a16="http://schemas.microsoft.com/office/drawing/2014/main" id="{45EA6FC4-FC89-404A-8628-86D2EC074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2" name="Rectangle 109">
              <a:extLst>
                <a:ext uri="{FF2B5EF4-FFF2-40B4-BE49-F238E27FC236}">
                  <a16:creationId xmlns:a16="http://schemas.microsoft.com/office/drawing/2014/main" id="{F67DFF30-F0F3-4059-A87C-BE90B50A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3" name="Rectangle 110">
              <a:extLst>
                <a:ext uri="{FF2B5EF4-FFF2-40B4-BE49-F238E27FC236}">
                  <a16:creationId xmlns:a16="http://schemas.microsoft.com/office/drawing/2014/main" id="{37073D35-D9C0-4BC6-ACAA-2DB3C80CC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4" name="Rectangle 111">
              <a:extLst>
                <a:ext uri="{FF2B5EF4-FFF2-40B4-BE49-F238E27FC236}">
                  <a16:creationId xmlns:a16="http://schemas.microsoft.com/office/drawing/2014/main" id="{B8E889EA-3261-43F5-801C-0C13C2675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5" name="Rectangle 112">
              <a:extLst>
                <a:ext uri="{FF2B5EF4-FFF2-40B4-BE49-F238E27FC236}">
                  <a16:creationId xmlns:a16="http://schemas.microsoft.com/office/drawing/2014/main" id="{8CCB2150-6271-430C-A0B5-E40B37E95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6" name="Rectangle 113">
              <a:extLst>
                <a:ext uri="{FF2B5EF4-FFF2-40B4-BE49-F238E27FC236}">
                  <a16:creationId xmlns:a16="http://schemas.microsoft.com/office/drawing/2014/main" id="{F8F91E39-8A8E-45D8-AE69-833250515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7" name="Rectangle 114">
              <a:extLst>
                <a:ext uri="{FF2B5EF4-FFF2-40B4-BE49-F238E27FC236}">
                  <a16:creationId xmlns:a16="http://schemas.microsoft.com/office/drawing/2014/main" id="{A4FDF404-A2D6-40AB-8BA6-A5E2E1822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8" name="Rectangle 115">
              <a:extLst>
                <a:ext uri="{FF2B5EF4-FFF2-40B4-BE49-F238E27FC236}">
                  <a16:creationId xmlns:a16="http://schemas.microsoft.com/office/drawing/2014/main" id="{6363DF61-BE18-4A70-BDCC-BE0A8401F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19" name="Rectangle 116">
              <a:extLst>
                <a:ext uri="{FF2B5EF4-FFF2-40B4-BE49-F238E27FC236}">
                  <a16:creationId xmlns:a16="http://schemas.microsoft.com/office/drawing/2014/main" id="{DD3B8243-CB76-4B7D-B34F-A64BF1DD7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0" name="Rectangle 117">
              <a:extLst>
                <a:ext uri="{FF2B5EF4-FFF2-40B4-BE49-F238E27FC236}">
                  <a16:creationId xmlns:a16="http://schemas.microsoft.com/office/drawing/2014/main" id="{90438337-8E48-4E9B-AEB2-FCE3D515F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1" name="Rectangle 118">
              <a:extLst>
                <a:ext uri="{FF2B5EF4-FFF2-40B4-BE49-F238E27FC236}">
                  <a16:creationId xmlns:a16="http://schemas.microsoft.com/office/drawing/2014/main" id="{12DC975A-46F1-48DE-B4D7-94BA5431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2" name="Rectangle 119">
              <a:extLst>
                <a:ext uri="{FF2B5EF4-FFF2-40B4-BE49-F238E27FC236}">
                  <a16:creationId xmlns:a16="http://schemas.microsoft.com/office/drawing/2014/main" id="{2B3159FA-842C-4AE9-A2E1-66356843C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3" name="Rectangle 120">
              <a:extLst>
                <a:ext uri="{FF2B5EF4-FFF2-40B4-BE49-F238E27FC236}">
                  <a16:creationId xmlns:a16="http://schemas.microsoft.com/office/drawing/2014/main" id="{4E4DD124-8630-48B2-8BB1-329FE33E9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4" name="Rectangle 121">
              <a:extLst>
                <a:ext uri="{FF2B5EF4-FFF2-40B4-BE49-F238E27FC236}">
                  <a16:creationId xmlns:a16="http://schemas.microsoft.com/office/drawing/2014/main" id="{935AFFBB-E9B7-4BDB-8159-7D5208FAE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5" name="Rectangle 122">
              <a:extLst>
                <a:ext uri="{FF2B5EF4-FFF2-40B4-BE49-F238E27FC236}">
                  <a16:creationId xmlns:a16="http://schemas.microsoft.com/office/drawing/2014/main" id="{DAD89B04-7F98-45E2-B77D-285AD79DC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526" name="Rectangle 123">
              <a:extLst>
                <a:ext uri="{FF2B5EF4-FFF2-40B4-BE49-F238E27FC236}">
                  <a16:creationId xmlns:a16="http://schemas.microsoft.com/office/drawing/2014/main" id="{40A6FDB2-8B79-4656-AFA2-C2EE2AA32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F1E06A5-633B-064F-AF9B-9050EA66882A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28194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44511" name="Rectangle 2">
            <a:extLst>
              <a:ext uri="{FF2B5EF4-FFF2-40B4-BE49-F238E27FC236}">
                <a16:creationId xmlns:a16="http://schemas.microsoft.com/office/drawing/2014/main" id="{09484DA9-87C8-4343-ABA8-34C488408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binary encoder</a:t>
            </a:r>
          </a:p>
        </p:txBody>
      </p:sp>
      <p:sp>
        <p:nvSpPr>
          <p:cNvPr id="144512" name="Line 382">
            <a:extLst>
              <a:ext uri="{FF2B5EF4-FFF2-40B4-BE49-F238E27FC236}">
                <a16:creationId xmlns:a16="http://schemas.microsoft.com/office/drawing/2014/main" id="{48CBB595-FE6E-499B-ABBA-B9872A5BB8E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5938" y="1412875"/>
            <a:ext cx="442912" cy="46355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513" name="Rectangle 383">
            <a:extLst>
              <a:ext uri="{FF2B5EF4-FFF2-40B4-BE49-F238E27FC236}">
                <a16:creationId xmlns:a16="http://schemas.microsoft.com/office/drawing/2014/main" id="{AAD7EDAD-3CEF-49AB-8003-62C3715BE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1295400"/>
            <a:ext cx="5365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3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2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44514" name="Rectangle 394">
            <a:extLst>
              <a:ext uri="{FF2B5EF4-FFF2-40B4-BE49-F238E27FC236}">
                <a16:creationId xmlns:a16="http://schemas.microsoft.com/office/drawing/2014/main" id="{5BE34281-697D-4BA5-A9B9-C11270EED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19986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15" name="Rectangle 395">
            <a:extLst>
              <a:ext uri="{FF2B5EF4-FFF2-40B4-BE49-F238E27FC236}">
                <a16:creationId xmlns:a16="http://schemas.microsoft.com/office/drawing/2014/main" id="{E0D1A652-DD3E-4572-9B57-E7CA98E8C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375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16" name="Rectangle 396">
            <a:extLst>
              <a:ext uri="{FF2B5EF4-FFF2-40B4-BE49-F238E27FC236}">
                <a16:creationId xmlns:a16="http://schemas.microsoft.com/office/drawing/2014/main" id="{5E983816-2040-49E6-B30C-4AD7CBCDA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17" name="Rectangle 397">
            <a:extLst>
              <a:ext uri="{FF2B5EF4-FFF2-40B4-BE49-F238E27FC236}">
                <a16:creationId xmlns:a16="http://schemas.microsoft.com/office/drawing/2014/main" id="{522BFB25-BA52-42AF-87A3-11FCBA8A9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0725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18" name="Rectangle 398">
            <a:extLst>
              <a:ext uri="{FF2B5EF4-FFF2-40B4-BE49-F238E27FC236}">
                <a16:creationId xmlns:a16="http://schemas.microsoft.com/office/drawing/2014/main" id="{873A4292-49F2-4621-B8C0-60C1AD4FA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0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19" name="Rectangle 399">
            <a:extLst>
              <a:ext uri="{FF2B5EF4-FFF2-40B4-BE49-F238E27FC236}">
                <a16:creationId xmlns:a16="http://schemas.microsoft.com/office/drawing/2014/main" id="{B1E5050E-17C2-4EEF-9554-8D367A005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9986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0" name="Rectangle 400">
            <a:extLst>
              <a:ext uri="{FF2B5EF4-FFF2-40B4-BE49-F238E27FC236}">
                <a16:creationId xmlns:a16="http://schemas.microsoft.com/office/drawing/2014/main" id="{0D596930-C9F3-4B69-B0E2-F9C7A7853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19986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1" name="Rectangle 401">
            <a:extLst>
              <a:ext uri="{FF2B5EF4-FFF2-40B4-BE49-F238E27FC236}">
                <a16:creationId xmlns:a16="http://schemas.microsoft.com/office/drawing/2014/main" id="{152142D8-7390-4FF3-8796-A1AC4DFDC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199866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2" name="Rectangle 402">
            <a:extLst>
              <a:ext uri="{FF2B5EF4-FFF2-40B4-BE49-F238E27FC236}">
                <a16:creationId xmlns:a16="http://schemas.microsoft.com/office/drawing/2014/main" id="{A96EF37E-CD41-4351-A661-1C13DEFF0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244633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3" name="Rectangle 403">
            <a:extLst>
              <a:ext uri="{FF2B5EF4-FFF2-40B4-BE49-F238E27FC236}">
                <a16:creationId xmlns:a16="http://schemas.microsoft.com/office/drawing/2014/main" id="{EAC96421-2A48-4C1E-B78E-BE2E7C9D3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4463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4" name="Rectangle 404">
            <a:extLst>
              <a:ext uri="{FF2B5EF4-FFF2-40B4-BE49-F238E27FC236}">
                <a16:creationId xmlns:a16="http://schemas.microsoft.com/office/drawing/2014/main" id="{DF5930D1-9AFD-4A5A-8622-CA9C7C8D0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24463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5" name="Rectangle 405">
            <a:extLst>
              <a:ext uri="{FF2B5EF4-FFF2-40B4-BE49-F238E27FC236}">
                <a16:creationId xmlns:a16="http://schemas.microsoft.com/office/drawing/2014/main" id="{E4EC45C7-4C12-477B-917A-56589E966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7263" y="1866900"/>
            <a:ext cx="1801812" cy="1811338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CA" altLang="en-US" b="0">
              <a:latin typeface="Times" panose="02020603050405020304" pitchFamily="18" charset="0"/>
            </a:endParaRPr>
          </a:p>
        </p:txBody>
      </p:sp>
      <p:sp>
        <p:nvSpPr>
          <p:cNvPr id="144526" name="Line 407">
            <a:extLst>
              <a:ext uri="{FF2B5EF4-FFF2-40B4-BE49-F238E27FC236}">
                <a16:creationId xmlns:a16="http://schemas.microsoft.com/office/drawing/2014/main" id="{0058F7DF-BB0F-4ACA-9960-E60A88C909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40550" y="1866900"/>
            <a:ext cx="0" cy="18113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527" name="Rectangle 408">
            <a:extLst>
              <a:ext uri="{FF2B5EF4-FFF2-40B4-BE49-F238E27FC236}">
                <a16:creationId xmlns:a16="http://schemas.microsoft.com/office/drawing/2014/main" id="{09A154FC-2A51-4596-BA34-4964B843B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24463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8" name="Rectangle 412">
            <a:extLst>
              <a:ext uri="{FF2B5EF4-FFF2-40B4-BE49-F238E27FC236}">
                <a16:creationId xmlns:a16="http://schemas.microsoft.com/office/drawing/2014/main" id="{AD96D99D-C0CF-4FE9-95D1-2E1DA0B0B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29" name="Rectangle 413">
            <a:extLst>
              <a:ext uri="{FF2B5EF4-FFF2-40B4-BE49-F238E27FC236}">
                <a16:creationId xmlns:a16="http://schemas.microsoft.com/office/drawing/2014/main" id="{BA91FD8B-4FED-4BB5-AB25-40194729C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0" name="Rectangle 414">
            <a:extLst>
              <a:ext uri="{FF2B5EF4-FFF2-40B4-BE49-F238E27FC236}">
                <a16:creationId xmlns:a16="http://schemas.microsoft.com/office/drawing/2014/main" id="{09183CB3-86D3-48BE-9E47-E65564878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1" name="Rectangle 415">
            <a:extLst>
              <a:ext uri="{FF2B5EF4-FFF2-40B4-BE49-F238E27FC236}">
                <a16:creationId xmlns:a16="http://schemas.microsoft.com/office/drawing/2014/main" id="{ECEF3A2A-EE21-4E88-A9E3-28975688F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2" name="Rectangle 416">
            <a:extLst>
              <a:ext uri="{FF2B5EF4-FFF2-40B4-BE49-F238E27FC236}">
                <a16:creationId xmlns:a16="http://schemas.microsoft.com/office/drawing/2014/main" id="{2F5B1A82-17B3-4A75-A2FF-96B1DAEF9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3" name="Rectangle 417">
            <a:extLst>
              <a:ext uri="{FF2B5EF4-FFF2-40B4-BE49-F238E27FC236}">
                <a16:creationId xmlns:a16="http://schemas.microsoft.com/office/drawing/2014/main" id="{798A7EAF-9391-4FBD-8127-D25B26799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4" name="Rectangle 418">
            <a:extLst>
              <a:ext uri="{FF2B5EF4-FFF2-40B4-BE49-F238E27FC236}">
                <a16:creationId xmlns:a16="http://schemas.microsoft.com/office/drawing/2014/main" id="{44096B4C-F583-4D4D-AAAF-D4387754B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5" name="Rectangle 419">
            <a:extLst>
              <a:ext uri="{FF2B5EF4-FFF2-40B4-BE49-F238E27FC236}">
                <a16:creationId xmlns:a16="http://schemas.microsoft.com/office/drawing/2014/main" id="{D50ACD8E-0F82-4A94-A681-30D159385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6" name="Rectangle 420">
            <a:extLst>
              <a:ext uri="{FF2B5EF4-FFF2-40B4-BE49-F238E27FC236}">
                <a16:creationId xmlns:a16="http://schemas.microsoft.com/office/drawing/2014/main" id="{0C87D852-10E3-4D22-8223-1109F3E25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19986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7" name="Rectangle 421">
            <a:extLst>
              <a:ext uri="{FF2B5EF4-FFF2-40B4-BE49-F238E27FC236}">
                <a16:creationId xmlns:a16="http://schemas.microsoft.com/office/drawing/2014/main" id="{864A078F-7150-4C43-A95A-69DA40947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24463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8" name="Rectangle 422">
            <a:extLst>
              <a:ext uri="{FF2B5EF4-FFF2-40B4-BE49-F238E27FC236}">
                <a16:creationId xmlns:a16="http://schemas.microsoft.com/office/drawing/2014/main" id="{BEE97390-DA13-4AE8-8A54-3E882062A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289401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39" name="Rectangle 425">
            <a:extLst>
              <a:ext uri="{FF2B5EF4-FFF2-40B4-BE49-F238E27FC236}">
                <a16:creationId xmlns:a16="http://schemas.microsoft.com/office/drawing/2014/main" id="{53AB8EB1-41F2-437C-8211-27FFFB7FD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6750" y="33416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4540" name="Rectangle 383">
            <a:extLst>
              <a:ext uri="{FF2B5EF4-FFF2-40B4-BE49-F238E27FC236}">
                <a16:creationId xmlns:a16="http://schemas.microsoft.com/office/drawing/2014/main" id="{1E441471-E34E-4254-9CF0-9417210A3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1549400"/>
            <a:ext cx="5349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1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0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44541" name="Line 407">
            <a:extLst>
              <a:ext uri="{FF2B5EF4-FFF2-40B4-BE49-F238E27FC236}">
                <a16:creationId xmlns:a16="http://schemas.microsoft.com/office/drawing/2014/main" id="{5A439CEE-7FB7-4BD9-BED5-31742D45C15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00925" y="1860550"/>
            <a:ext cx="1588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542" name="Line 407">
            <a:extLst>
              <a:ext uri="{FF2B5EF4-FFF2-40B4-BE49-F238E27FC236}">
                <a16:creationId xmlns:a16="http://schemas.microsoft.com/office/drawing/2014/main" id="{882409E0-652B-4BDF-ABAD-D44EDF0A489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89700" y="1860550"/>
            <a:ext cx="3175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543" name="Line 407">
            <a:extLst>
              <a:ext uri="{FF2B5EF4-FFF2-40B4-BE49-F238E27FC236}">
                <a16:creationId xmlns:a16="http://schemas.microsoft.com/office/drawing/2014/main" id="{37DE5D3A-592F-4C47-BC5B-BA381C04DCF1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5788" y="1874838"/>
            <a:ext cx="1587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544" name="Line 407">
            <a:extLst>
              <a:ext uri="{FF2B5EF4-FFF2-40B4-BE49-F238E27FC236}">
                <a16:creationId xmlns:a16="http://schemas.microsoft.com/office/drawing/2014/main" id="{E8D573A8-ABC9-4CD3-AAB8-C4EBF0D36454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6582" y="142954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545" name="Line 407">
            <a:extLst>
              <a:ext uri="{FF2B5EF4-FFF2-40B4-BE49-F238E27FC236}">
                <a16:creationId xmlns:a16="http://schemas.microsoft.com/office/drawing/2014/main" id="{57EB8733-9857-47F4-B35A-B4CFFD32F265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9757" y="231219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CF07FCB9-9E39-004A-A8B1-0F190010AE88}"/>
              </a:ext>
            </a:extLst>
          </p:cNvPr>
          <p:cNvSpPr/>
          <p:nvPr/>
        </p:nvSpPr>
        <p:spPr bwMode="auto">
          <a:xfrm rot="16200000">
            <a:off x="6083300" y="1917701"/>
            <a:ext cx="801687" cy="823912"/>
          </a:xfrm>
          <a:prstGeom prst="roundRect">
            <a:avLst/>
          </a:prstGeom>
          <a:noFill/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44547" name="TextBox 3">
            <a:extLst>
              <a:ext uri="{FF2B5EF4-FFF2-40B4-BE49-F238E27FC236}">
                <a16:creationId xmlns:a16="http://schemas.microsoft.com/office/drawing/2014/main" id="{0A1CC2A0-7B43-497E-9C69-48FFA68E7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1388" y="3886200"/>
            <a:ext cx="19510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y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= (w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+ 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3</a:t>
            </a: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)</a:t>
            </a:r>
          </a:p>
        </p:txBody>
      </p:sp>
      <p:grpSp>
        <p:nvGrpSpPr>
          <p:cNvPr id="144548" name="Group 1">
            <a:extLst>
              <a:ext uri="{FF2B5EF4-FFF2-40B4-BE49-F238E27FC236}">
                <a16:creationId xmlns:a16="http://schemas.microsoft.com/office/drawing/2014/main" id="{82F63F08-B5F8-4A3E-8AE6-444B3DB7FCB0}"/>
              </a:ext>
            </a:extLst>
          </p:cNvPr>
          <p:cNvGrpSpPr>
            <a:grpSpLocks/>
          </p:cNvGrpSpPr>
          <p:nvPr/>
        </p:nvGrpSpPr>
        <p:grpSpPr bwMode="auto">
          <a:xfrm>
            <a:off x="4770438" y="4579938"/>
            <a:ext cx="3922712" cy="1957387"/>
            <a:chOff x="2495550" y="3189288"/>
            <a:chExt cx="3922713" cy="1957387"/>
          </a:xfrm>
        </p:grpSpPr>
        <p:sp>
          <p:nvSpPr>
            <p:cNvPr id="144551" name="Rectangle 95">
              <a:extLst>
                <a:ext uri="{FF2B5EF4-FFF2-40B4-BE49-F238E27FC236}">
                  <a16:creationId xmlns:a16="http://schemas.microsoft.com/office/drawing/2014/main" id="{FDC97BC4-59F7-441C-A11B-D11CF839D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52" name="Rectangle 96">
              <a:extLst>
                <a:ext uri="{FF2B5EF4-FFF2-40B4-BE49-F238E27FC236}">
                  <a16:creationId xmlns:a16="http://schemas.microsoft.com/office/drawing/2014/main" id="{478459FD-DFC9-4533-9B75-6C3561781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53" name="Rectangle 97">
              <a:extLst>
                <a:ext uri="{FF2B5EF4-FFF2-40B4-BE49-F238E27FC236}">
                  <a16:creationId xmlns:a16="http://schemas.microsoft.com/office/drawing/2014/main" id="{5D9D19E9-C9FA-4B65-BFD4-BE04A5AAD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54" name="Line 98">
              <a:extLst>
                <a:ext uri="{FF2B5EF4-FFF2-40B4-BE49-F238E27FC236}">
                  <a16:creationId xmlns:a16="http://schemas.microsoft.com/office/drawing/2014/main" id="{68CEA365-C305-49AA-89C7-F59C8A6A39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5" name="Freeform 99">
              <a:extLst>
                <a:ext uri="{FF2B5EF4-FFF2-40B4-BE49-F238E27FC236}">
                  <a16:creationId xmlns:a16="http://schemas.microsoft.com/office/drawing/2014/main" id="{A42E82EF-3FC5-4623-8409-9BBA8A61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6" name="Freeform 100">
              <a:extLst>
                <a:ext uri="{FF2B5EF4-FFF2-40B4-BE49-F238E27FC236}">
                  <a16:creationId xmlns:a16="http://schemas.microsoft.com/office/drawing/2014/main" id="{F42C675B-2CE6-4670-8404-7D2546B3E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7" name="Rectangle 101">
              <a:extLst>
                <a:ext uri="{FF2B5EF4-FFF2-40B4-BE49-F238E27FC236}">
                  <a16:creationId xmlns:a16="http://schemas.microsoft.com/office/drawing/2014/main" id="{AE309C77-811F-4A38-B076-1C082FC9A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58" name="Rectangle 124">
              <a:extLst>
                <a:ext uri="{FF2B5EF4-FFF2-40B4-BE49-F238E27FC236}">
                  <a16:creationId xmlns:a16="http://schemas.microsoft.com/office/drawing/2014/main" id="{06AFFAFA-2262-4870-BF17-27F2737F9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59" name="Line 125">
              <a:extLst>
                <a:ext uri="{FF2B5EF4-FFF2-40B4-BE49-F238E27FC236}">
                  <a16:creationId xmlns:a16="http://schemas.microsoft.com/office/drawing/2014/main" id="{B0D340DF-2E55-492A-8A4E-E62DED7EC9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0" name="Freeform 126">
              <a:extLst>
                <a:ext uri="{FF2B5EF4-FFF2-40B4-BE49-F238E27FC236}">
                  <a16:creationId xmlns:a16="http://schemas.microsoft.com/office/drawing/2014/main" id="{00440590-CABA-438A-A32A-8F11C1EB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1" name="Freeform 127">
              <a:extLst>
                <a:ext uri="{FF2B5EF4-FFF2-40B4-BE49-F238E27FC236}">
                  <a16:creationId xmlns:a16="http://schemas.microsoft.com/office/drawing/2014/main" id="{77B4C143-D45F-4AC1-8A0F-2EF12015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2" name="Freeform 128">
              <a:extLst>
                <a:ext uri="{FF2B5EF4-FFF2-40B4-BE49-F238E27FC236}">
                  <a16:creationId xmlns:a16="http://schemas.microsoft.com/office/drawing/2014/main" id="{94D4D8CD-0814-4375-885F-1D08DC94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3" name="Freeform 129">
              <a:extLst>
                <a:ext uri="{FF2B5EF4-FFF2-40B4-BE49-F238E27FC236}">
                  <a16:creationId xmlns:a16="http://schemas.microsoft.com/office/drawing/2014/main" id="{A9710BF7-F89A-41DF-9AAE-5DE65792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4" name="Line 130">
              <a:extLst>
                <a:ext uri="{FF2B5EF4-FFF2-40B4-BE49-F238E27FC236}">
                  <a16:creationId xmlns:a16="http://schemas.microsoft.com/office/drawing/2014/main" id="{6CC1C9BE-ED3B-408D-A8F7-45ED56581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5" name="Rectangle 131">
              <a:extLst>
                <a:ext uri="{FF2B5EF4-FFF2-40B4-BE49-F238E27FC236}">
                  <a16:creationId xmlns:a16="http://schemas.microsoft.com/office/drawing/2014/main" id="{77715DED-2D82-4B94-9A93-FE0E7D2D7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66" name="Rectangle 132">
              <a:extLst>
                <a:ext uri="{FF2B5EF4-FFF2-40B4-BE49-F238E27FC236}">
                  <a16:creationId xmlns:a16="http://schemas.microsoft.com/office/drawing/2014/main" id="{06028E17-A6B4-419F-B82F-41204E8F3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67" name="Rectangle 133">
              <a:extLst>
                <a:ext uri="{FF2B5EF4-FFF2-40B4-BE49-F238E27FC236}">
                  <a16:creationId xmlns:a16="http://schemas.microsoft.com/office/drawing/2014/main" id="{0FDEDBBD-9901-4328-885D-4E348037C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68" name="Rectangle 134">
              <a:extLst>
                <a:ext uri="{FF2B5EF4-FFF2-40B4-BE49-F238E27FC236}">
                  <a16:creationId xmlns:a16="http://schemas.microsoft.com/office/drawing/2014/main" id="{8D65D417-B01C-4C9C-8A42-C19A15430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69" name="Rectangle 135">
              <a:extLst>
                <a:ext uri="{FF2B5EF4-FFF2-40B4-BE49-F238E27FC236}">
                  <a16:creationId xmlns:a16="http://schemas.microsoft.com/office/drawing/2014/main" id="{B4EF65C1-3EB1-4CC6-B3A0-F06694266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70" name="Rectangle 136">
              <a:extLst>
                <a:ext uri="{FF2B5EF4-FFF2-40B4-BE49-F238E27FC236}">
                  <a16:creationId xmlns:a16="http://schemas.microsoft.com/office/drawing/2014/main" id="{0D627D86-2A7E-4A71-968A-931A62659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571" name="Line 137">
              <a:extLst>
                <a:ext uri="{FF2B5EF4-FFF2-40B4-BE49-F238E27FC236}">
                  <a16:creationId xmlns:a16="http://schemas.microsoft.com/office/drawing/2014/main" id="{988389B2-4274-4D08-988A-C31B64BF7C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2" name="Freeform 138">
              <a:extLst>
                <a:ext uri="{FF2B5EF4-FFF2-40B4-BE49-F238E27FC236}">
                  <a16:creationId xmlns:a16="http://schemas.microsoft.com/office/drawing/2014/main" id="{CC12BF4B-236C-4F0B-8E6F-7C0C27B6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3" name="Freeform 139">
              <a:extLst>
                <a:ext uri="{FF2B5EF4-FFF2-40B4-BE49-F238E27FC236}">
                  <a16:creationId xmlns:a16="http://schemas.microsoft.com/office/drawing/2014/main" id="{1BDE86FB-06B5-41E0-8DD5-BAE7494A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4" name="Freeform 140">
              <a:extLst>
                <a:ext uri="{FF2B5EF4-FFF2-40B4-BE49-F238E27FC236}">
                  <a16:creationId xmlns:a16="http://schemas.microsoft.com/office/drawing/2014/main" id="{77914CF8-2DB6-4992-884E-17A0829EC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5" name="Freeform 141">
              <a:extLst>
                <a:ext uri="{FF2B5EF4-FFF2-40B4-BE49-F238E27FC236}">
                  <a16:creationId xmlns:a16="http://schemas.microsoft.com/office/drawing/2014/main" id="{E2918CFC-B4EE-48EE-8124-0FB1011A5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6" name="Line 142">
              <a:extLst>
                <a:ext uri="{FF2B5EF4-FFF2-40B4-BE49-F238E27FC236}">
                  <a16:creationId xmlns:a16="http://schemas.microsoft.com/office/drawing/2014/main" id="{5C3CBCCB-193C-4E3D-82D9-51492517F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7" name="Line 143">
              <a:extLst>
                <a:ext uri="{FF2B5EF4-FFF2-40B4-BE49-F238E27FC236}">
                  <a16:creationId xmlns:a16="http://schemas.microsoft.com/office/drawing/2014/main" id="{6E9E3F56-4971-4E1D-ACD9-40AB9F75C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8" name="Freeform 144">
              <a:extLst>
                <a:ext uri="{FF2B5EF4-FFF2-40B4-BE49-F238E27FC236}">
                  <a16:creationId xmlns:a16="http://schemas.microsoft.com/office/drawing/2014/main" id="{3285E8BE-99F4-4CB4-98B9-C1A6D0347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9" name="Line 145">
              <a:extLst>
                <a:ext uri="{FF2B5EF4-FFF2-40B4-BE49-F238E27FC236}">
                  <a16:creationId xmlns:a16="http://schemas.microsoft.com/office/drawing/2014/main" id="{B6038CDB-0962-4A0C-BA51-2FC2C6BDA1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0" name="Line 146">
              <a:extLst>
                <a:ext uri="{FF2B5EF4-FFF2-40B4-BE49-F238E27FC236}">
                  <a16:creationId xmlns:a16="http://schemas.microsoft.com/office/drawing/2014/main" id="{419E967A-5CBF-460E-8564-88FF15A41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1" name="Rectangle 147">
              <a:extLst>
                <a:ext uri="{FF2B5EF4-FFF2-40B4-BE49-F238E27FC236}">
                  <a16:creationId xmlns:a16="http://schemas.microsoft.com/office/drawing/2014/main" id="{0277CA11-B8A5-433D-B793-F996EE567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4549" name="Rectangle 10">
            <a:extLst>
              <a:ext uri="{FF2B5EF4-FFF2-40B4-BE49-F238E27FC236}">
                <a16:creationId xmlns:a16="http://schemas.microsoft.com/office/drawing/2014/main" id="{3091318F-D12B-4CA1-8EAF-ED7A1498A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0863" y="1158875"/>
            <a:ext cx="338137" cy="544195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2" name="Donut 1">
            <a:extLst>
              <a:ext uri="{FF2B5EF4-FFF2-40B4-BE49-F238E27FC236}">
                <a16:creationId xmlns:a16="http://schemas.microsoft.com/office/drawing/2014/main" id="{30BBA694-D430-9B43-B204-9546012ED3F9}"/>
              </a:ext>
            </a:extLst>
          </p:cNvPr>
          <p:cNvSpPr/>
          <p:nvPr/>
        </p:nvSpPr>
        <p:spPr bwMode="auto">
          <a:xfrm>
            <a:off x="6502400" y="4800600"/>
            <a:ext cx="1206500" cy="1016000"/>
          </a:xfrm>
          <a:prstGeom prst="donut">
            <a:avLst>
              <a:gd name="adj" fmla="val 3643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F1E06A5-633B-064F-AF9B-9050EA66882A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28194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45535" name="Rectangle 2">
            <a:extLst>
              <a:ext uri="{FF2B5EF4-FFF2-40B4-BE49-F238E27FC236}">
                <a16:creationId xmlns:a16="http://schemas.microsoft.com/office/drawing/2014/main" id="{CF6F83FF-C412-4AFD-A323-EA178FF31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binary encoder</a:t>
            </a:r>
          </a:p>
        </p:txBody>
      </p:sp>
      <p:sp>
        <p:nvSpPr>
          <p:cNvPr id="145536" name="Line 382">
            <a:extLst>
              <a:ext uri="{FF2B5EF4-FFF2-40B4-BE49-F238E27FC236}">
                <a16:creationId xmlns:a16="http://schemas.microsoft.com/office/drawing/2014/main" id="{DE48A379-354E-4C92-BD7B-D4D2C8858BE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5938" y="1412875"/>
            <a:ext cx="442912" cy="46355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37" name="Rectangle 383">
            <a:extLst>
              <a:ext uri="{FF2B5EF4-FFF2-40B4-BE49-F238E27FC236}">
                <a16:creationId xmlns:a16="http://schemas.microsoft.com/office/drawing/2014/main" id="{6DB90C3F-5F25-4783-8057-C27BD4B91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1295400"/>
            <a:ext cx="5365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3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2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45538" name="Rectangle 394">
            <a:extLst>
              <a:ext uri="{FF2B5EF4-FFF2-40B4-BE49-F238E27FC236}">
                <a16:creationId xmlns:a16="http://schemas.microsoft.com/office/drawing/2014/main" id="{6F1773FC-1800-4A4C-84D7-901D1019D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19986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39" name="Rectangle 395">
            <a:extLst>
              <a:ext uri="{FF2B5EF4-FFF2-40B4-BE49-F238E27FC236}">
                <a16:creationId xmlns:a16="http://schemas.microsoft.com/office/drawing/2014/main" id="{569B7A33-F90A-4064-8D15-DA3444E65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375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0" name="Rectangle 396">
            <a:extLst>
              <a:ext uri="{FF2B5EF4-FFF2-40B4-BE49-F238E27FC236}">
                <a16:creationId xmlns:a16="http://schemas.microsoft.com/office/drawing/2014/main" id="{F2DEEBF3-550B-43DD-9A7A-A23F55725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1" name="Rectangle 397">
            <a:extLst>
              <a:ext uri="{FF2B5EF4-FFF2-40B4-BE49-F238E27FC236}">
                <a16:creationId xmlns:a16="http://schemas.microsoft.com/office/drawing/2014/main" id="{D6BE6719-DF32-4868-A828-20DF2FE2E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0725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2" name="Rectangle 398">
            <a:extLst>
              <a:ext uri="{FF2B5EF4-FFF2-40B4-BE49-F238E27FC236}">
                <a16:creationId xmlns:a16="http://schemas.microsoft.com/office/drawing/2014/main" id="{22F1FEA1-A472-4B25-85D0-41A0E6BB5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0" y="16144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3" name="Rectangle 399">
            <a:extLst>
              <a:ext uri="{FF2B5EF4-FFF2-40B4-BE49-F238E27FC236}">
                <a16:creationId xmlns:a16="http://schemas.microsoft.com/office/drawing/2014/main" id="{5F50C674-8872-4399-83CF-00AFDCA37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9986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4" name="Rectangle 400">
            <a:extLst>
              <a:ext uri="{FF2B5EF4-FFF2-40B4-BE49-F238E27FC236}">
                <a16:creationId xmlns:a16="http://schemas.microsoft.com/office/drawing/2014/main" id="{A4AE2C23-97FC-4119-B11C-C710F4539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19986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5" name="Rectangle 401">
            <a:extLst>
              <a:ext uri="{FF2B5EF4-FFF2-40B4-BE49-F238E27FC236}">
                <a16:creationId xmlns:a16="http://schemas.microsoft.com/office/drawing/2014/main" id="{C85FB551-F577-4E65-8E8C-8C5D0ECA3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199866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6" name="Rectangle 402">
            <a:extLst>
              <a:ext uri="{FF2B5EF4-FFF2-40B4-BE49-F238E27FC236}">
                <a16:creationId xmlns:a16="http://schemas.microsoft.com/office/drawing/2014/main" id="{210BE03E-98DB-4F13-941F-25907F1C0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244633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7" name="Rectangle 403">
            <a:extLst>
              <a:ext uri="{FF2B5EF4-FFF2-40B4-BE49-F238E27FC236}">
                <a16:creationId xmlns:a16="http://schemas.microsoft.com/office/drawing/2014/main" id="{D01EE8DE-E32D-4B70-8E60-D12B6C17C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4463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8" name="Rectangle 404">
            <a:extLst>
              <a:ext uri="{FF2B5EF4-FFF2-40B4-BE49-F238E27FC236}">
                <a16:creationId xmlns:a16="http://schemas.microsoft.com/office/drawing/2014/main" id="{7F2CF536-22E5-409D-BABC-C951C0812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24463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49" name="Rectangle 405">
            <a:extLst>
              <a:ext uri="{FF2B5EF4-FFF2-40B4-BE49-F238E27FC236}">
                <a16:creationId xmlns:a16="http://schemas.microsoft.com/office/drawing/2014/main" id="{2893A217-330E-430B-A4F0-22F671E3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7263" y="1866900"/>
            <a:ext cx="1801812" cy="1811338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CA" altLang="en-US" b="0">
              <a:latin typeface="Times" panose="02020603050405020304" pitchFamily="18" charset="0"/>
            </a:endParaRPr>
          </a:p>
        </p:txBody>
      </p:sp>
      <p:sp>
        <p:nvSpPr>
          <p:cNvPr id="145550" name="Line 407">
            <a:extLst>
              <a:ext uri="{FF2B5EF4-FFF2-40B4-BE49-F238E27FC236}">
                <a16:creationId xmlns:a16="http://schemas.microsoft.com/office/drawing/2014/main" id="{30F886A5-0308-424A-8055-70F6779E9C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40550" y="1866900"/>
            <a:ext cx="0" cy="18113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51" name="Rectangle 408">
            <a:extLst>
              <a:ext uri="{FF2B5EF4-FFF2-40B4-BE49-F238E27FC236}">
                <a16:creationId xmlns:a16="http://schemas.microsoft.com/office/drawing/2014/main" id="{E0B1974C-FCF9-4E40-BE9B-C6512A549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24463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2" name="Rectangle 412">
            <a:extLst>
              <a:ext uri="{FF2B5EF4-FFF2-40B4-BE49-F238E27FC236}">
                <a16:creationId xmlns:a16="http://schemas.microsoft.com/office/drawing/2014/main" id="{799720AF-D2C8-44EA-BFEA-C57ADFF11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289401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3" name="Rectangle 413">
            <a:extLst>
              <a:ext uri="{FF2B5EF4-FFF2-40B4-BE49-F238E27FC236}">
                <a16:creationId xmlns:a16="http://schemas.microsoft.com/office/drawing/2014/main" id="{3DEE4DC4-E8EE-46A1-9BD6-1A7AF830E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4" name="Rectangle 414">
            <a:extLst>
              <a:ext uri="{FF2B5EF4-FFF2-40B4-BE49-F238E27FC236}">
                <a16:creationId xmlns:a16="http://schemas.microsoft.com/office/drawing/2014/main" id="{D982881F-A12D-4FC9-88D2-E9C0E9805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5" name="Rectangle 415">
            <a:extLst>
              <a:ext uri="{FF2B5EF4-FFF2-40B4-BE49-F238E27FC236}">
                <a16:creationId xmlns:a16="http://schemas.microsoft.com/office/drawing/2014/main" id="{55D779D7-0BF8-4E5F-B58A-5AD2BEA16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28940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6" name="Rectangle 416">
            <a:extLst>
              <a:ext uri="{FF2B5EF4-FFF2-40B4-BE49-F238E27FC236}">
                <a16:creationId xmlns:a16="http://schemas.microsoft.com/office/drawing/2014/main" id="{551531DD-EE5D-4B3E-9769-10CF85F6B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3341688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7" name="Rectangle 417">
            <a:extLst>
              <a:ext uri="{FF2B5EF4-FFF2-40B4-BE49-F238E27FC236}">
                <a16:creationId xmlns:a16="http://schemas.microsoft.com/office/drawing/2014/main" id="{26F9F943-C153-47C8-8935-D8B3DD630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8" name="Rectangle 418">
            <a:extLst>
              <a:ext uri="{FF2B5EF4-FFF2-40B4-BE49-F238E27FC236}">
                <a16:creationId xmlns:a16="http://schemas.microsoft.com/office/drawing/2014/main" id="{74B8DA0C-3691-4FD1-B966-56FFB58A1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59" name="Rectangle 419">
            <a:extLst>
              <a:ext uri="{FF2B5EF4-FFF2-40B4-BE49-F238E27FC236}">
                <a16:creationId xmlns:a16="http://schemas.microsoft.com/office/drawing/2014/main" id="{058F095B-0090-4139-9F05-B4C69A121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33416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60" name="Rectangle 420">
            <a:extLst>
              <a:ext uri="{FF2B5EF4-FFF2-40B4-BE49-F238E27FC236}">
                <a16:creationId xmlns:a16="http://schemas.microsoft.com/office/drawing/2014/main" id="{C876B3F9-FEA5-463F-8699-6EF3140B8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19986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61" name="Rectangle 421">
            <a:extLst>
              <a:ext uri="{FF2B5EF4-FFF2-40B4-BE49-F238E27FC236}">
                <a16:creationId xmlns:a16="http://schemas.microsoft.com/office/drawing/2014/main" id="{6B4A0B95-41DE-4C9F-94D1-55196BF49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24463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62" name="Rectangle 422">
            <a:extLst>
              <a:ext uri="{FF2B5EF4-FFF2-40B4-BE49-F238E27FC236}">
                <a16:creationId xmlns:a16="http://schemas.microsoft.com/office/drawing/2014/main" id="{23F050CE-071F-4755-B10C-C246AACF2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289401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63" name="Rectangle 425">
            <a:extLst>
              <a:ext uri="{FF2B5EF4-FFF2-40B4-BE49-F238E27FC236}">
                <a16:creationId xmlns:a16="http://schemas.microsoft.com/office/drawing/2014/main" id="{A65F8D2B-907B-4EBE-9551-C9A9E3692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6750" y="33416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5564" name="Rectangle 383">
            <a:extLst>
              <a:ext uri="{FF2B5EF4-FFF2-40B4-BE49-F238E27FC236}">
                <a16:creationId xmlns:a16="http://schemas.microsoft.com/office/drawing/2014/main" id="{7953C535-54F0-4749-8ED5-0177402C1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1549400"/>
            <a:ext cx="5349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1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0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45565" name="Line 407">
            <a:extLst>
              <a:ext uri="{FF2B5EF4-FFF2-40B4-BE49-F238E27FC236}">
                <a16:creationId xmlns:a16="http://schemas.microsoft.com/office/drawing/2014/main" id="{BD98D9BD-1B34-415C-8F97-FE61C319A45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00925" y="1860550"/>
            <a:ext cx="1588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66" name="Line 407">
            <a:extLst>
              <a:ext uri="{FF2B5EF4-FFF2-40B4-BE49-F238E27FC236}">
                <a16:creationId xmlns:a16="http://schemas.microsoft.com/office/drawing/2014/main" id="{F3E2E659-69DD-464B-9F20-E46851ECCAA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89700" y="1860550"/>
            <a:ext cx="3175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67" name="Line 407">
            <a:extLst>
              <a:ext uri="{FF2B5EF4-FFF2-40B4-BE49-F238E27FC236}">
                <a16:creationId xmlns:a16="http://schemas.microsoft.com/office/drawing/2014/main" id="{E47CF65D-23DA-4380-AEAA-7CBEC30C1771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5788" y="1874838"/>
            <a:ext cx="1587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68" name="Line 407">
            <a:extLst>
              <a:ext uri="{FF2B5EF4-FFF2-40B4-BE49-F238E27FC236}">
                <a16:creationId xmlns:a16="http://schemas.microsoft.com/office/drawing/2014/main" id="{86660613-3ABD-4301-B812-2BB92142909F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6582" y="142954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69" name="Line 407">
            <a:extLst>
              <a:ext uri="{FF2B5EF4-FFF2-40B4-BE49-F238E27FC236}">
                <a16:creationId xmlns:a16="http://schemas.microsoft.com/office/drawing/2014/main" id="{4E2275B9-89DC-400D-837D-D90A856A48D4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9757" y="231219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CF07FCB9-9E39-004A-A8B1-0F190010AE88}"/>
              </a:ext>
            </a:extLst>
          </p:cNvPr>
          <p:cNvSpPr/>
          <p:nvPr/>
        </p:nvSpPr>
        <p:spPr bwMode="auto">
          <a:xfrm rot="16200000">
            <a:off x="5404644" y="2596357"/>
            <a:ext cx="1697037" cy="361950"/>
          </a:xfrm>
          <a:prstGeom prst="roundRect">
            <a:avLst/>
          </a:prstGeom>
          <a:noFill/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45571" name="TextBox 3">
            <a:extLst>
              <a:ext uri="{FF2B5EF4-FFF2-40B4-BE49-F238E27FC236}">
                <a16:creationId xmlns:a16="http://schemas.microsoft.com/office/drawing/2014/main" id="{1F32B6AF-14A0-4C96-B857-27E33FE9E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1388" y="3886200"/>
            <a:ext cx="19510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y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= (w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3</a:t>
            </a: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 + 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2</a:t>
            </a: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)</a:t>
            </a:r>
          </a:p>
        </p:txBody>
      </p:sp>
      <p:grpSp>
        <p:nvGrpSpPr>
          <p:cNvPr id="145572" name="Group 1">
            <a:extLst>
              <a:ext uri="{FF2B5EF4-FFF2-40B4-BE49-F238E27FC236}">
                <a16:creationId xmlns:a16="http://schemas.microsoft.com/office/drawing/2014/main" id="{5255EC23-82CF-4076-80BB-303F0064617C}"/>
              </a:ext>
            </a:extLst>
          </p:cNvPr>
          <p:cNvGrpSpPr>
            <a:grpSpLocks/>
          </p:cNvGrpSpPr>
          <p:nvPr/>
        </p:nvGrpSpPr>
        <p:grpSpPr bwMode="auto">
          <a:xfrm>
            <a:off x="4770438" y="4579938"/>
            <a:ext cx="3922712" cy="1957387"/>
            <a:chOff x="2495550" y="3189288"/>
            <a:chExt cx="3922713" cy="1957387"/>
          </a:xfrm>
        </p:grpSpPr>
        <p:sp>
          <p:nvSpPr>
            <p:cNvPr id="145575" name="Rectangle 95">
              <a:extLst>
                <a:ext uri="{FF2B5EF4-FFF2-40B4-BE49-F238E27FC236}">
                  <a16:creationId xmlns:a16="http://schemas.microsoft.com/office/drawing/2014/main" id="{15E06ADC-8E7D-41A0-B2E0-8CC53F9A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76" name="Rectangle 96">
              <a:extLst>
                <a:ext uri="{FF2B5EF4-FFF2-40B4-BE49-F238E27FC236}">
                  <a16:creationId xmlns:a16="http://schemas.microsoft.com/office/drawing/2014/main" id="{106C1EBF-9291-425A-A3B2-FA1199C39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77" name="Rectangle 97">
              <a:extLst>
                <a:ext uri="{FF2B5EF4-FFF2-40B4-BE49-F238E27FC236}">
                  <a16:creationId xmlns:a16="http://schemas.microsoft.com/office/drawing/2014/main" id="{CBA43222-2EBF-4123-84E4-5505272FE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78" name="Line 98">
              <a:extLst>
                <a:ext uri="{FF2B5EF4-FFF2-40B4-BE49-F238E27FC236}">
                  <a16:creationId xmlns:a16="http://schemas.microsoft.com/office/drawing/2014/main" id="{1A15449F-3024-4E1F-9427-4D3F9288B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9" name="Freeform 99">
              <a:extLst>
                <a:ext uri="{FF2B5EF4-FFF2-40B4-BE49-F238E27FC236}">
                  <a16:creationId xmlns:a16="http://schemas.microsoft.com/office/drawing/2014/main" id="{3C59C6C7-E2D5-4114-916C-E451E236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0" name="Freeform 100">
              <a:extLst>
                <a:ext uri="{FF2B5EF4-FFF2-40B4-BE49-F238E27FC236}">
                  <a16:creationId xmlns:a16="http://schemas.microsoft.com/office/drawing/2014/main" id="{FC6B41CA-15D7-4B23-A8C6-276973BD4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1" name="Rectangle 101">
              <a:extLst>
                <a:ext uri="{FF2B5EF4-FFF2-40B4-BE49-F238E27FC236}">
                  <a16:creationId xmlns:a16="http://schemas.microsoft.com/office/drawing/2014/main" id="{0CD6F97F-2CEB-4553-804C-AC876AF8F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82" name="Rectangle 124">
              <a:extLst>
                <a:ext uri="{FF2B5EF4-FFF2-40B4-BE49-F238E27FC236}">
                  <a16:creationId xmlns:a16="http://schemas.microsoft.com/office/drawing/2014/main" id="{413C4E27-22F6-4607-A86E-7A2B5D3F6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83" name="Line 125">
              <a:extLst>
                <a:ext uri="{FF2B5EF4-FFF2-40B4-BE49-F238E27FC236}">
                  <a16:creationId xmlns:a16="http://schemas.microsoft.com/office/drawing/2014/main" id="{C546226C-803C-49B6-972D-C2BA253A5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4" name="Freeform 126">
              <a:extLst>
                <a:ext uri="{FF2B5EF4-FFF2-40B4-BE49-F238E27FC236}">
                  <a16:creationId xmlns:a16="http://schemas.microsoft.com/office/drawing/2014/main" id="{994728C3-15F0-44CA-BF95-D2A71C17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5" name="Freeform 127">
              <a:extLst>
                <a:ext uri="{FF2B5EF4-FFF2-40B4-BE49-F238E27FC236}">
                  <a16:creationId xmlns:a16="http://schemas.microsoft.com/office/drawing/2014/main" id="{FF235A15-85EC-4397-9788-079BF3968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6" name="Freeform 128">
              <a:extLst>
                <a:ext uri="{FF2B5EF4-FFF2-40B4-BE49-F238E27FC236}">
                  <a16:creationId xmlns:a16="http://schemas.microsoft.com/office/drawing/2014/main" id="{ACEB11B3-5701-445E-BACC-94F53ED5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7" name="Freeform 129">
              <a:extLst>
                <a:ext uri="{FF2B5EF4-FFF2-40B4-BE49-F238E27FC236}">
                  <a16:creationId xmlns:a16="http://schemas.microsoft.com/office/drawing/2014/main" id="{DE2F438C-5753-4B6F-A7DC-1BDC7805E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8" name="Line 130">
              <a:extLst>
                <a:ext uri="{FF2B5EF4-FFF2-40B4-BE49-F238E27FC236}">
                  <a16:creationId xmlns:a16="http://schemas.microsoft.com/office/drawing/2014/main" id="{6613BB50-0B61-443B-8552-F6DC0C0E0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9" name="Rectangle 131">
              <a:extLst>
                <a:ext uri="{FF2B5EF4-FFF2-40B4-BE49-F238E27FC236}">
                  <a16:creationId xmlns:a16="http://schemas.microsoft.com/office/drawing/2014/main" id="{CC44A3D5-0B82-4AEA-8B32-BB9B901E4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90" name="Rectangle 132">
              <a:extLst>
                <a:ext uri="{FF2B5EF4-FFF2-40B4-BE49-F238E27FC236}">
                  <a16:creationId xmlns:a16="http://schemas.microsoft.com/office/drawing/2014/main" id="{03B6E973-A0C2-4F07-B86F-4E3071EF0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91" name="Rectangle 133">
              <a:extLst>
                <a:ext uri="{FF2B5EF4-FFF2-40B4-BE49-F238E27FC236}">
                  <a16:creationId xmlns:a16="http://schemas.microsoft.com/office/drawing/2014/main" id="{3028372A-9E5E-4AF6-91C8-8B1D94423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92" name="Rectangle 134">
              <a:extLst>
                <a:ext uri="{FF2B5EF4-FFF2-40B4-BE49-F238E27FC236}">
                  <a16:creationId xmlns:a16="http://schemas.microsoft.com/office/drawing/2014/main" id="{F11FFB65-BD9C-488E-A17F-8729F8201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93" name="Rectangle 135">
              <a:extLst>
                <a:ext uri="{FF2B5EF4-FFF2-40B4-BE49-F238E27FC236}">
                  <a16:creationId xmlns:a16="http://schemas.microsoft.com/office/drawing/2014/main" id="{95AABBB3-82FA-4C76-AC4D-3FADF6793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94" name="Rectangle 136">
              <a:extLst>
                <a:ext uri="{FF2B5EF4-FFF2-40B4-BE49-F238E27FC236}">
                  <a16:creationId xmlns:a16="http://schemas.microsoft.com/office/drawing/2014/main" id="{224797A0-024D-4A13-916D-A25D69B42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595" name="Line 137">
              <a:extLst>
                <a:ext uri="{FF2B5EF4-FFF2-40B4-BE49-F238E27FC236}">
                  <a16:creationId xmlns:a16="http://schemas.microsoft.com/office/drawing/2014/main" id="{03FA2F43-56CA-4A5A-85BD-09BD98457B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6" name="Freeform 138">
              <a:extLst>
                <a:ext uri="{FF2B5EF4-FFF2-40B4-BE49-F238E27FC236}">
                  <a16:creationId xmlns:a16="http://schemas.microsoft.com/office/drawing/2014/main" id="{A0428698-FA8B-4013-937F-DE1CD0803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7" name="Freeform 139">
              <a:extLst>
                <a:ext uri="{FF2B5EF4-FFF2-40B4-BE49-F238E27FC236}">
                  <a16:creationId xmlns:a16="http://schemas.microsoft.com/office/drawing/2014/main" id="{0124CD87-1832-4D85-BE22-EF0AEFF53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8" name="Freeform 140">
              <a:extLst>
                <a:ext uri="{FF2B5EF4-FFF2-40B4-BE49-F238E27FC236}">
                  <a16:creationId xmlns:a16="http://schemas.microsoft.com/office/drawing/2014/main" id="{4F70C4FA-8E44-42C4-81C5-58DAE7C6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9" name="Freeform 141">
              <a:extLst>
                <a:ext uri="{FF2B5EF4-FFF2-40B4-BE49-F238E27FC236}">
                  <a16:creationId xmlns:a16="http://schemas.microsoft.com/office/drawing/2014/main" id="{4E25461E-54CF-46CE-BDA2-67DC8EFB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0" name="Line 142">
              <a:extLst>
                <a:ext uri="{FF2B5EF4-FFF2-40B4-BE49-F238E27FC236}">
                  <a16:creationId xmlns:a16="http://schemas.microsoft.com/office/drawing/2014/main" id="{71CAD318-9281-4F38-9084-322200422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1" name="Line 143">
              <a:extLst>
                <a:ext uri="{FF2B5EF4-FFF2-40B4-BE49-F238E27FC236}">
                  <a16:creationId xmlns:a16="http://schemas.microsoft.com/office/drawing/2014/main" id="{4F05010C-093C-4772-B042-730D82F64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2" name="Freeform 144">
              <a:extLst>
                <a:ext uri="{FF2B5EF4-FFF2-40B4-BE49-F238E27FC236}">
                  <a16:creationId xmlns:a16="http://schemas.microsoft.com/office/drawing/2014/main" id="{061DD215-529C-427B-A0E1-EFBDE5C6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3" name="Line 145">
              <a:extLst>
                <a:ext uri="{FF2B5EF4-FFF2-40B4-BE49-F238E27FC236}">
                  <a16:creationId xmlns:a16="http://schemas.microsoft.com/office/drawing/2014/main" id="{B65FAE85-D224-41A9-BA23-75114C3BCB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4" name="Line 146">
              <a:extLst>
                <a:ext uri="{FF2B5EF4-FFF2-40B4-BE49-F238E27FC236}">
                  <a16:creationId xmlns:a16="http://schemas.microsoft.com/office/drawing/2014/main" id="{B6283EB6-1E7C-4B60-96D5-A8FE04D0BC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5" name="Rectangle 147">
              <a:extLst>
                <a:ext uri="{FF2B5EF4-FFF2-40B4-BE49-F238E27FC236}">
                  <a16:creationId xmlns:a16="http://schemas.microsoft.com/office/drawing/2014/main" id="{1055DF08-63A1-4334-9ED6-6CF9011B2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5573" name="Rectangle 10">
            <a:extLst>
              <a:ext uri="{FF2B5EF4-FFF2-40B4-BE49-F238E27FC236}">
                <a16:creationId xmlns:a16="http://schemas.microsoft.com/office/drawing/2014/main" id="{A7E8D9DD-FA1D-47E4-83AA-289837B5A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6363" y="1158875"/>
            <a:ext cx="338137" cy="544195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2" name="Donut 1">
            <a:extLst>
              <a:ext uri="{FF2B5EF4-FFF2-40B4-BE49-F238E27FC236}">
                <a16:creationId xmlns:a16="http://schemas.microsoft.com/office/drawing/2014/main" id="{30BBA694-D430-9B43-B204-9546012ED3F9}"/>
              </a:ext>
            </a:extLst>
          </p:cNvPr>
          <p:cNvSpPr/>
          <p:nvPr/>
        </p:nvSpPr>
        <p:spPr bwMode="auto">
          <a:xfrm>
            <a:off x="6502400" y="5727700"/>
            <a:ext cx="1206500" cy="1016000"/>
          </a:xfrm>
          <a:prstGeom prst="donut">
            <a:avLst>
              <a:gd name="adj" fmla="val 3643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F5A4F00B-D9A2-4A4D-8EC8-1D1C863A9C05}"/>
                  </a:ext>
                </a:extLst>
              </p14:cNvPr>
              <p14:cNvContentPartPr/>
              <p14:nvPr/>
            </p14:nvContentPartPr>
            <p14:xfrm>
              <a:off x="4984920" y="4559760"/>
              <a:ext cx="2916000" cy="227052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F5A4F00B-D9A2-4A4D-8EC8-1D1C863A9C0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975560" y="4550400"/>
                <a:ext cx="2934720" cy="2289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69" name="Group 1">
            <a:extLst>
              <a:ext uri="{FF2B5EF4-FFF2-40B4-BE49-F238E27FC236}">
                <a16:creationId xmlns:a16="http://schemas.microsoft.com/office/drawing/2014/main" id="{2B137501-8C8E-410F-B10C-3FD571DE21CA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35214" name="Rectangle 95">
              <a:extLst>
                <a:ext uri="{FF2B5EF4-FFF2-40B4-BE49-F238E27FC236}">
                  <a16:creationId xmlns:a16="http://schemas.microsoft.com/office/drawing/2014/main" id="{EB1E8017-4371-45FB-B660-8922DADD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5" name="Rectangle 96">
              <a:extLst>
                <a:ext uri="{FF2B5EF4-FFF2-40B4-BE49-F238E27FC236}">
                  <a16:creationId xmlns:a16="http://schemas.microsoft.com/office/drawing/2014/main" id="{5810C03E-09A6-405E-A1A6-E366B04DF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6" name="Rectangle 97">
              <a:extLst>
                <a:ext uri="{FF2B5EF4-FFF2-40B4-BE49-F238E27FC236}">
                  <a16:creationId xmlns:a16="http://schemas.microsoft.com/office/drawing/2014/main" id="{F2ED51EE-5D21-4CA6-A82D-8712EA933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7" name="Line 98">
              <a:extLst>
                <a:ext uri="{FF2B5EF4-FFF2-40B4-BE49-F238E27FC236}">
                  <a16:creationId xmlns:a16="http://schemas.microsoft.com/office/drawing/2014/main" id="{8BD4CD15-BBAC-4FDF-B41D-88D203DC4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8" name="Freeform 99">
              <a:extLst>
                <a:ext uri="{FF2B5EF4-FFF2-40B4-BE49-F238E27FC236}">
                  <a16:creationId xmlns:a16="http://schemas.microsoft.com/office/drawing/2014/main" id="{AD1E071B-6601-4ABE-9387-562D5E3D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9" name="Freeform 100">
              <a:extLst>
                <a:ext uri="{FF2B5EF4-FFF2-40B4-BE49-F238E27FC236}">
                  <a16:creationId xmlns:a16="http://schemas.microsoft.com/office/drawing/2014/main" id="{D60B9AEA-6EB1-48B2-A4E0-BEFDF3652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0" name="Rectangle 101">
              <a:extLst>
                <a:ext uri="{FF2B5EF4-FFF2-40B4-BE49-F238E27FC236}">
                  <a16:creationId xmlns:a16="http://schemas.microsoft.com/office/drawing/2014/main" id="{D399251B-6DAB-4690-AA10-A0F207EE8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21" name="Rectangle 124">
              <a:extLst>
                <a:ext uri="{FF2B5EF4-FFF2-40B4-BE49-F238E27FC236}">
                  <a16:creationId xmlns:a16="http://schemas.microsoft.com/office/drawing/2014/main" id="{1BE58BF7-85A7-4B38-8A8B-3037E29BA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22" name="Line 125">
              <a:extLst>
                <a:ext uri="{FF2B5EF4-FFF2-40B4-BE49-F238E27FC236}">
                  <a16:creationId xmlns:a16="http://schemas.microsoft.com/office/drawing/2014/main" id="{821563D1-17E5-4D95-8566-BE7D22F118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3" name="Freeform 126">
              <a:extLst>
                <a:ext uri="{FF2B5EF4-FFF2-40B4-BE49-F238E27FC236}">
                  <a16:creationId xmlns:a16="http://schemas.microsoft.com/office/drawing/2014/main" id="{5DCCD79B-5993-4C8F-9579-D4E5A1CB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4" name="Freeform 127">
              <a:extLst>
                <a:ext uri="{FF2B5EF4-FFF2-40B4-BE49-F238E27FC236}">
                  <a16:creationId xmlns:a16="http://schemas.microsoft.com/office/drawing/2014/main" id="{266F0F8D-FA38-487B-9281-DEE36D136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5" name="Freeform 128">
              <a:extLst>
                <a:ext uri="{FF2B5EF4-FFF2-40B4-BE49-F238E27FC236}">
                  <a16:creationId xmlns:a16="http://schemas.microsoft.com/office/drawing/2014/main" id="{F56090C0-6FF3-41EC-A181-5A6DF935F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6" name="Freeform 129">
              <a:extLst>
                <a:ext uri="{FF2B5EF4-FFF2-40B4-BE49-F238E27FC236}">
                  <a16:creationId xmlns:a16="http://schemas.microsoft.com/office/drawing/2014/main" id="{CA20A30E-43AD-473E-BB3F-A57BD6DC0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7" name="Line 130">
              <a:extLst>
                <a:ext uri="{FF2B5EF4-FFF2-40B4-BE49-F238E27FC236}">
                  <a16:creationId xmlns:a16="http://schemas.microsoft.com/office/drawing/2014/main" id="{005F024C-28DD-4008-AC3B-384ADD2FB8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8" name="Rectangle 131">
              <a:extLst>
                <a:ext uri="{FF2B5EF4-FFF2-40B4-BE49-F238E27FC236}">
                  <a16:creationId xmlns:a16="http://schemas.microsoft.com/office/drawing/2014/main" id="{E66E8126-35E2-4D6B-A12B-9FEEF3717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29" name="Rectangle 132">
              <a:extLst>
                <a:ext uri="{FF2B5EF4-FFF2-40B4-BE49-F238E27FC236}">
                  <a16:creationId xmlns:a16="http://schemas.microsoft.com/office/drawing/2014/main" id="{A9DC685F-77FA-4B0E-924C-A1BE3EE2B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30" name="Rectangle 133">
              <a:extLst>
                <a:ext uri="{FF2B5EF4-FFF2-40B4-BE49-F238E27FC236}">
                  <a16:creationId xmlns:a16="http://schemas.microsoft.com/office/drawing/2014/main" id="{B1D4385B-1A41-43A6-9D32-1D211C172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31" name="Rectangle 134">
              <a:extLst>
                <a:ext uri="{FF2B5EF4-FFF2-40B4-BE49-F238E27FC236}">
                  <a16:creationId xmlns:a16="http://schemas.microsoft.com/office/drawing/2014/main" id="{BC44A11C-4913-4DBA-B46A-71BC00FAE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32" name="Rectangle 135">
              <a:extLst>
                <a:ext uri="{FF2B5EF4-FFF2-40B4-BE49-F238E27FC236}">
                  <a16:creationId xmlns:a16="http://schemas.microsoft.com/office/drawing/2014/main" id="{AEA67921-C702-4C5F-BA42-A38455C1E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33" name="Rectangle 136">
              <a:extLst>
                <a:ext uri="{FF2B5EF4-FFF2-40B4-BE49-F238E27FC236}">
                  <a16:creationId xmlns:a16="http://schemas.microsoft.com/office/drawing/2014/main" id="{18342618-736F-42BB-B9BD-BA82D83F4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34" name="Line 137">
              <a:extLst>
                <a:ext uri="{FF2B5EF4-FFF2-40B4-BE49-F238E27FC236}">
                  <a16:creationId xmlns:a16="http://schemas.microsoft.com/office/drawing/2014/main" id="{52D6D945-83B5-45B7-ADA7-1C45767B6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5" name="Freeform 138">
              <a:extLst>
                <a:ext uri="{FF2B5EF4-FFF2-40B4-BE49-F238E27FC236}">
                  <a16:creationId xmlns:a16="http://schemas.microsoft.com/office/drawing/2014/main" id="{3A06E69C-DF39-443E-A47A-C94FAECC5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6" name="Freeform 139">
              <a:extLst>
                <a:ext uri="{FF2B5EF4-FFF2-40B4-BE49-F238E27FC236}">
                  <a16:creationId xmlns:a16="http://schemas.microsoft.com/office/drawing/2014/main" id="{76B1EBEF-1F46-4C61-B57A-4C8E50782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7" name="Freeform 140">
              <a:extLst>
                <a:ext uri="{FF2B5EF4-FFF2-40B4-BE49-F238E27FC236}">
                  <a16:creationId xmlns:a16="http://schemas.microsoft.com/office/drawing/2014/main" id="{8C075152-E9DF-41B0-B7DE-E9FD3926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8" name="Freeform 141">
              <a:extLst>
                <a:ext uri="{FF2B5EF4-FFF2-40B4-BE49-F238E27FC236}">
                  <a16:creationId xmlns:a16="http://schemas.microsoft.com/office/drawing/2014/main" id="{C291A300-399C-439A-BAAC-25BB02A24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9" name="Line 142">
              <a:extLst>
                <a:ext uri="{FF2B5EF4-FFF2-40B4-BE49-F238E27FC236}">
                  <a16:creationId xmlns:a16="http://schemas.microsoft.com/office/drawing/2014/main" id="{61F1CF96-F0A1-4B1C-8174-013AF9C17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0" name="Line 143">
              <a:extLst>
                <a:ext uri="{FF2B5EF4-FFF2-40B4-BE49-F238E27FC236}">
                  <a16:creationId xmlns:a16="http://schemas.microsoft.com/office/drawing/2014/main" id="{7EACFE55-F6CE-42BF-A702-74BDAEE11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1" name="Freeform 144">
              <a:extLst>
                <a:ext uri="{FF2B5EF4-FFF2-40B4-BE49-F238E27FC236}">
                  <a16:creationId xmlns:a16="http://schemas.microsoft.com/office/drawing/2014/main" id="{B98734B0-A335-4BC6-A5AE-A4070A5D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2" name="Line 145">
              <a:extLst>
                <a:ext uri="{FF2B5EF4-FFF2-40B4-BE49-F238E27FC236}">
                  <a16:creationId xmlns:a16="http://schemas.microsoft.com/office/drawing/2014/main" id="{7214250B-9D15-4304-86F6-D12839F03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3" name="Line 146">
              <a:extLst>
                <a:ext uri="{FF2B5EF4-FFF2-40B4-BE49-F238E27FC236}">
                  <a16:creationId xmlns:a16="http://schemas.microsoft.com/office/drawing/2014/main" id="{9E9B7EBB-8225-4B6B-B5E0-DC4CF59193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4" name="Rectangle 147">
              <a:extLst>
                <a:ext uri="{FF2B5EF4-FFF2-40B4-BE49-F238E27FC236}">
                  <a16:creationId xmlns:a16="http://schemas.microsoft.com/office/drawing/2014/main" id="{B9DA8BAB-6A77-4542-B5B5-CDFBD356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35170" name="Group 2">
            <a:extLst>
              <a:ext uri="{FF2B5EF4-FFF2-40B4-BE49-F238E27FC236}">
                <a16:creationId xmlns:a16="http://schemas.microsoft.com/office/drawing/2014/main" id="{F7D657CC-E3AE-42CB-BB70-1ADB6D4175E6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5176" name="Line 77">
              <a:extLst>
                <a:ext uri="{FF2B5EF4-FFF2-40B4-BE49-F238E27FC236}">
                  <a16:creationId xmlns:a16="http://schemas.microsoft.com/office/drawing/2014/main" id="{4805FA07-08B5-4AD9-9F3E-9C50268CA6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7" name="Line 78">
              <a:extLst>
                <a:ext uri="{FF2B5EF4-FFF2-40B4-BE49-F238E27FC236}">
                  <a16:creationId xmlns:a16="http://schemas.microsoft.com/office/drawing/2014/main" id="{1FBDAFE8-037D-461A-A39A-E3666740E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8" name="Rectangle 80">
              <a:extLst>
                <a:ext uri="{FF2B5EF4-FFF2-40B4-BE49-F238E27FC236}">
                  <a16:creationId xmlns:a16="http://schemas.microsoft.com/office/drawing/2014/main" id="{CDAD8A54-0830-40FB-B919-63B51E049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79" name="Rectangle 81">
              <a:extLst>
                <a:ext uri="{FF2B5EF4-FFF2-40B4-BE49-F238E27FC236}">
                  <a16:creationId xmlns:a16="http://schemas.microsoft.com/office/drawing/2014/main" id="{6B9A8D39-143D-436F-949B-3485E414F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0" name="Rectangle 82">
              <a:extLst>
                <a:ext uri="{FF2B5EF4-FFF2-40B4-BE49-F238E27FC236}">
                  <a16:creationId xmlns:a16="http://schemas.microsoft.com/office/drawing/2014/main" id="{08B1D405-7D49-4C91-AC5F-37A20DA0F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1" name="Rectangle 83">
              <a:extLst>
                <a:ext uri="{FF2B5EF4-FFF2-40B4-BE49-F238E27FC236}">
                  <a16:creationId xmlns:a16="http://schemas.microsoft.com/office/drawing/2014/main" id="{65E5F1AA-D79E-431F-8AF3-52FAAFCA9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2" name="Rectangle 84">
              <a:extLst>
                <a:ext uri="{FF2B5EF4-FFF2-40B4-BE49-F238E27FC236}">
                  <a16:creationId xmlns:a16="http://schemas.microsoft.com/office/drawing/2014/main" id="{8A6EC280-0B61-4A1B-9E8E-1B3F588B3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3" name="Rectangle 85">
              <a:extLst>
                <a:ext uri="{FF2B5EF4-FFF2-40B4-BE49-F238E27FC236}">
                  <a16:creationId xmlns:a16="http://schemas.microsoft.com/office/drawing/2014/main" id="{FC5A9B2B-A68F-4223-A79B-38C375D98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4" name="Rectangle 86">
              <a:extLst>
                <a:ext uri="{FF2B5EF4-FFF2-40B4-BE49-F238E27FC236}">
                  <a16:creationId xmlns:a16="http://schemas.microsoft.com/office/drawing/2014/main" id="{57FCC822-3299-45A5-AB9C-B6171DE22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5" name="Rectangle 87">
              <a:extLst>
                <a:ext uri="{FF2B5EF4-FFF2-40B4-BE49-F238E27FC236}">
                  <a16:creationId xmlns:a16="http://schemas.microsoft.com/office/drawing/2014/main" id="{433D179D-C49F-40A7-B6EF-93C5A823C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6" name="Rectangle 88">
              <a:extLst>
                <a:ext uri="{FF2B5EF4-FFF2-40B4-BE49-F238E27FC236}">
                  <a16:creationId xmlns:a16="http://schemas.microsoft.com/office/drawing/2014/main" id="{06AB632D-5468-486A-8F08-2DEEBB93C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7" name="Rectangle 89">
              <a:extLst>
                <a:ext uri="{FF2B5EF4-FFF2-40B4-BE49-F238E27FC236}">
                  <a16:creationId xmlns:a16="http://schemas.microsoft.com/office/drawing/2014/main" id="{FEAEE7A8-5F5F-4B84-8B5B-AC3B48518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8" name="Rectangle 90">
              <a:extLst>
                <a:ext uri="{FF2B5EF4-FFF2-40B4-BE49-F238E27FC236}">
                  <a16:creationId xmlns:a16="http://schemas.microsoft.com/office/drawing/2014/main" id="{88C1DCF3-3E3F-4161-B3D9-5E6FC3505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89" name="Rectangle 91">
              <a:extLst>
                <a:ext uri="{FF2B5EF4-FFF2-40B4-BE49-F238E27FC236}">
                  <a16:creationId xmlns:a16="http://schemas.microsoft.com/office/drawing/2014/main" id="{919A7676-C746-42DF-998E-46BFE59F2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0" name="Rectangle 92">
              <a:extLst>
                <a:ext uri="{FF2B5EF4-FFF2-40B4-BE49-F238E27FC236}">
                  <a16:creationId xmlns:a16="http://schemas.microsoft.com/office/drawing/2014/main" id="{F6BB41DD-317B-4FD2-A2FF-917A6FD8A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1" name="Rectangle 93">
              <a:extLst>
                <a:ext uri="{FF2B5EF4-FFF2-40B4-BE49-F238E27FC236}">
                  <a16:creationId xmlns:a16="http://schemas.microsoft.com/office/drawing/2014/main" id="{224F4C5C-83B1-4555-8630-F92EC862C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2" name="Rectangle 102">
              <a:extLst>
                <a:ext uri="{FF2B5EF4-FFF2-40B4-BE49-F238E27FC236}">
                  <a16:creationId xmlns:a16="http://schemas.microsoft.com/office/drawing/2014/main" id="{2CF6F5AC-C4AD-4496-8BB6-0C64AE6E7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3" name="Rectangle 103">
              <a:extLst>
                <a:ext uri="{FF2B5EF4-FFF2-40B4-BE49-F238E27FC236}">
                  <a16:creationId xmlns:a16="http://schemas.microsoft.com/office/drawing/2014/main" id="{32322F9E-7F77-4535-ACA4-1F10BE074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4" name="Rectangle 104">
              <a:extLst>
                <a:ext uri="{FF2B5EF4-FFF2-40B4-BE49-F238E27FC236}">
                  <a16:creationId xmlns:a16="http://schemas.microsoft.com/office/drawing/2014/main" id="{04EE60D4-11E1-4DC2-A373-B636A1740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5" name="Rectangle 105">
              <a:extLst>
                <a:ext uri="{FF2B5EF4-FFF2-40B4-BE49-F238E27FC236}">
                  <a16:creationId xmlns:a16="http://schemas.microsoft.com/office/drawing/2014/main" id="{24E5C507-C87C-4997-B5A6-A0E3DA9FE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6" name="Rectangle 106">
              <a:extLst>
                <a:ext uri="{FF2B5EF4-FFF2-40B4-BE49-F238E27FC236}">
                  <a16:creationId xmlns:a16="http://schemas.microsoft.com/office/drawing/2014/main" id="{692BBBC5-5B98-4FA6-93CA-663CEBD5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7" name="Rectangle 107">
              <a:extLst>
                <a:ext uri="{FF2B5EF4-FFF2-40B4-BE49-F238E27FC236}">
                  <a16:creationId xmlns:a16="http://schemas.microsoft.com/office/drawing/2014/main" id="{AE8717A5-C4ED-4305-8E6F-2D50DFBEF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8" name="Rectangle 108">
              <a:extLst>
                <a:ext uri="{FF2B5EF4-FFF2-40B4-BE49-F238E27FC236}">
                  <a16:creationId xmlns:a16="http://schemas.microsoft.com/office/drawing/2014/main" id="{090E84D9-E8EF-4231-95DC-5F6F0751E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199" name="Rectangle 109">
              <a:extLst>
                <a:ext uri="{FF2B5EF4-FFF2-40B4-BE49-F238E27FC236}">
                  <a16:creationId xmlns:a16="http://schemas.microsoft.com/office/drawing/2014/main" id="{A7F5AF7A-29F5-4598-B793-AD433E56F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0" name="Rectangle 110">
              <a:extLst>
                <a:ext uri="{FF2B5EF4-FFF2-40B4-BE49-F238E27FC236}">
                  <a16:creationId xmlns:a16="http://schemas.microsoft.com/office/drawing/2014/main" id="{8D318C74-FC1C-45C1-85DC-EBDF1DEC0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1" name="Rectangle 111">
              <a:extLst>
                <a:ext uri="{FF2B5EF4-FFF2-40B4-BE49-F238E27FC236}">
                  <a16:creationId xmlns:a16="http://schemas.microsoft.com/office/drawing/2014/main" id="{59F3C8F1-7393-42BC-9C2D-9B64293CE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2" name="Rectangle 112">
              <a:extLst>
                <a:ext uri="{FF2B5EF4-FFF2-40B4-BE49-F238E27FC236}">
                  <a16:creationId xmlns:a16="http://schemas.microsoft.com/office/drawing/2014/main" id="{443DE31E-2D05-4B9D-8CDC-EE6615B72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3" name="Rectangle 113">
              <a:extLst>
                <a:ext uri="{FF2B5EF4-FFF2-40B4-BE49-F238E27FC236}">
                  <a16:creationId xmlns:a16="http://schemas.microsoft.com/office/drawing/2014/main" id="{10EDC5BD-8F13-42D8-89AE-CDF50805E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4" name="Rectangle 114">
              <a:extLst>
                <a:ext uri="{FF2B5EF4-FFF2-40B4-BE49-F238E27FC236}">
                  <a16:creationId xmlns:a16="http://schemas.microsoft.com/office/drawing/2014/main" id="{1B920993-9483-42D4-8A82-BEDF07B61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5" name="Rectangle 115">
              <a:extLst>
                <a:ext uri="{FF2B5EF4-FFF2-40B4-BE49-F238E27FC236}">
                  <a16:creationId xmlns:a16="http://schemas.microsoft.com/office/drawing/2014/main" id="{EA04FE53-EFEE-4F91-A654-4E2FE5CF7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6" name="Rectangle 116">
              <a:extLst>
                <a:ext uri="{FF2B5EF4-FFF2-40B4-BE49-F238E27FC236}">
                  <a16:creationId xmlns:a16="http://schemas.microsoft.com/office/drawing/2014/main" id="{884BEFD8-79AF-4B5A-BF00-8BDF82767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7" name="Rectangle 117">
              <a:extLst>
                <a:ext uri="{FF2B5EF4-FFF2-40B4-BE49-F238E27FC236}">
                  <a16:creationId xmlns:a16="http://schemas.microsoft.com/office/drawing/2014/main" id="{3170A65B-8E2F-45CC-B08B-E14D9E773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8" name="Rectangle 118">
              <a:extLst>
                <a:ext uri="{FF2B5EF4-FFF2-40B4-BE49-F238E27FC236}">
                  <a16:creationId xmlns:a16="http://schemas.microsoft.com/office/drawing/2014/main" id="{F5C1AD8F-B8F1-4D3B-AA59-45E4C810A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09" name="Rectangle 119">
              <a:extLst>
                <a:ext uri="{FF2B5EF4-FFF2-40B4-BE49-F238E27FC236}">
                  <a16:creationId xmlns:a16="http://schemas.microsoft.com/office/drawing/2014/main" id="{F8B6C596-91C2-43EC-96EC-BB51A35F5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0" name="Rectangle 120">
              <a:extLst>
                <a:ext uri="{FF2B5EF4-FFF2-40B4-BE49-F238E27FC236}">
                  <a16:creationId xmlns:a16="http://schemas.microsoft.com/office/drawing/2014/main" id="{6EBCEDB4-2681-4C7F-9F4A-DDC7B44D4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1" name="Rectangle 121">
              <a:extLst>
                <a:ext uri="{FF2B5EF4-FFF2-40B4-BE49-F238E27FC236}">
                  <a16:creationId xmlns:a16="http://schemas.microsoft.com/office/drawing/2014/main" id="{D0630599-DC79-44C4-A5D0-2B2EEA5CF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2" name="Rectangle 122">
              <a:extLst>
                <a:ext uri="{FF2B5EF4-FFF2-40B4-BE49-F238E27FC236}">
                  <a16:creationId xmlns:a16="http://schemas.microsoft.com/office/drawing/2014/main" id="{3E260FA1-C156-4CFE-983B-6C90E00E3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213" name="Rectangle 123">
              <a:extLst>
                <a:ext uri="{FF2B5EF4-FFF2-40B4-BE49-F238E27FC236}">
                  <a16:creationId xmlns:a16="http://schemas.microsoft.com/office/drawing/2014/main" id="{3376DDE2-D259-4747-AF84-4D74E7540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5171" name="TextBox 125">
            <a:extLst>
              <a:ext uri="{FF2B5EF4-FFF2-40B4-BE49-F238E27FC236}">
                <a16:creationId xmlns:a16="http://schemas.microsoft.com/office/drawing/2014/main" id="{266AE7C8-C307-425E-BB36-0EA8F962DD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5172" name="Oval 1">
            <a:extLst>
              <a:ext uri="{FF2B5EF4-FFF2-40B4-BE49-F238E27FC236}">
                <a16:creationId xmlns:a16="http://schemas.microsoft.com/office/drawing/2014/main" id="{14FC4E50-98BC-46C3-B641-528CA8679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10000"/>
            <a:ext cx="2362200" cy="76200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35173" name="TextBox 2">
            <a:extLst>
              <a:ext uri="{FF2B5EF4-FFF2-40B4-BE49-F238E27FC236}">
                <a16:creationId xmlns:a16="http://schemas.microsoft.com/office/drawing/2014/main" id="{DDAEC555-E88E-41FD-909F-5567E132A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3581400"/>
            <a:ext cx="37020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It is assumed that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inputs are one hot encoded</a:t>
            </a:r>
          </a:p>
        </p:txBody>
      </p:sp>
      <p:sp>
        <p:nvSpPr>
          <p:cNvPr id="135174" name="Title 1">
            <a:extLst>
              <a:ext uri="{FF2B5EF4-FFF2-40B4-BE49-F238E27FC236}">
                <a16:creationId xmlns:a16="http://schemas.microsoft.com/office/drawing/2014/main" id="{2C568F79-F180-46F3-95F9-2B0984EE324B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  <p:sp>
        <p:nvSpPr>
          <p:cNvPr id="80" name="Frame 79">
            <a:extLst>
              <a:ext uri="{FF2B5EF4-FFF2-40B4-BE49-F238E27FC236}">
                <a16:creationId xmlns:a16="http://schemas.microsoft.com/office/drawing/2014/main" id="{B4549086-E24E-6448-B5A1-2FAAA7055CBD}"/>
              </a:ext>
            </a:extLst>
          </p:cNvPr>
          <p:cNvSpPr/>
          <p:nvPr/>
        </p:nvSpPr>
        <p:spPr bwMode="auto">
          <a:xfrm rot="3197818">
            <a:off x="3800475" y="1228726"/>
            <a:ext cx="263525" cy="1682750"/>
          </a:xfrm>
          <a:prstGeom prst="frame">
            <a:avLst/>
          </a:prstGeom>
          <a:solidFill>
            <a:srgbClr val="FF0000"/>
          </a:solidFill>
          <a:ln w="63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0475892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93" name="Group 1">
            <a:extLst>
              <a:ext uri="{FF2B5EF4-FFF2-40B4-BE49-F238E27FC236}">
                <a16:creationId xmlns:a16="http://schemas.microsoft.com/office/drawing/2014/main" id="{A2A4D103-D9C9-446C-AE7F-91A3B6BEDCE6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36242" name="Rectangle 95">
              <a:extLst>
                <a:ext uri="{FF2B5EF4-FFF2-40B4-BE49-F238E27FC236}">
                  <a16:creationId xmlns:a16="http://schemas.microsoft.com/office/drawing/2014/main" id="{6DBB0B7B-8334-478E-BEB5-23B24CA0B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43" name="Rectangle 96">
              <a:extLst>
                <a:ext uri="{FF2B5EF4-FFF2-40B4-BE49-F238E27FC236}">
                  <a16:creationId xmlns:a16="http://schemas.microsoft.com/office/drawing/2014/main" id="{7B6BFD63-2D06-458F-8589-85716B32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44" name="Rectangle 97">
              <a:extLst>
                <a:ext uri="{FF2B5EF4-FFF2-40B4-BE49-F238E27FC236}">
                  <a16:creationId xmlns:a16="http://schemas.microsoft.com/office/drawing/2014/main" id="{8FDE1A53-DCE2-4380-B78A-7D2E590D0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45" name="Line 98">
              <a:extLst>
                <a:ext uri="{FF2B5EF4-FFF2-40B4-BE49-F238E27FC236}">
                  <a16:creationId xmlns:a16="http://schemas.microsoft.com/office/drawing/2014/main" id="{6F46EFB5-01C6-4BAA-AA04-51AE55C8F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46" name="Freeform 99">
              <a:extLst>
                <a:ext uri="{FF2B5EF4-FFF2-40B4-BE49-F238E27FC236}">
                  <a16:creationId xmlns:a16="http://schemas.microsoft.com/office/drawing/2014/main" id="{3F303A9C-52C4-4634-AE0E-B137DAD16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47" name="Freeform 100">
              <a:extLst>
                <a:ext uri="{FF2B5EF4-FFF2-40B4-BE49-F238E27FC236}">
                  <a16:creationId xmlns:a16="http://schemas.microsoft.com/office/drawing/2014/main" id="{5A3AA679-4C94-4813-ADBA-0C12952E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48" name="Rectangle 101">
              <a:extLst>
                <a:ext uri="{FF2B5EF4-FFF2-40B4-BE49-F238E27FC236}">
                  <a16:creationId xmlns:a16="http://schemas.microsoft.com/office/drawing/2014/main" id="{A1EBBC79-5FDC-4DF0-B24E-ED13EA8A0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49" name="Rectangle 124">
              <a:extLst>
                <a:ext uri="{FF2B5EF4-FFF2-40B4-BE49-F238E27FC236}">
                  <a16:creationId xmlns:a16="http://schemas.microsoft.com/office/drawing/2014/main" id="{51EC678D-9261-462B-82C5-386D4851A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50" name="Line 125">
              <a:extLst>
                <a:ext uri="{FF2B5EF4-FFF2-40B4-BE49-F238E27FC236}">
                  <a16:creationId xmlns:a16="http://schemas.microsoft.com/office/drawing/2014/main" id="{72A7E478-D0DB-40C4-AD58-DA3E9C966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1" name="Freeform 126">
              <a:extLst>
                <a:ext uri="{FF2B5EF4-FFF2-40B4-BE49-F238E27FC236}">
                  <a16:creationId xmlns:a16="http://schemas.microsoft.com/office/drawing/2014/main" id="{D0353F9E-DF11-4694-8BCA-A53F6D4F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2" name="Freeform 127">
              <a:extLst>
                <a:ext uri="{FF2B5EF4-FFF2-40B4-BE49-F238E27FC236}">
                  <a16:creationId xmlns:a16="http://schemas.microsoft.com/office/drawing/2014/main" id="{1998D2AB-8B29-4D5B-9EF2-112B3FC35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3" name="Freeform 128">
              <a:extLst>
                <a:ext uri="{FF2B5EF4-FFF2-40B4-BE49-F238E27FC236}">
                  <a16:creationId xmlns:a16="http://schemas.microsoft.com/office/drawing/2014/main" id="{F7038E21-2CAF-485F-8897-B6132C75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4" name="Freeform 129">
              <a:extLst>
                <a:ext uri="{FF2B5EF4-FFF2-40B4-BE49-F238E27FC236}">
                  <a16:creationId xmlns:a16="http://schemas.microsoft.com/office/drawing/2014/main" id="{9FCA71E1-8BD8-4FD9-8A9B-90FBB4AC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5" name="Line 130">
              <a:extLst>
                <a:ext uri="{FF2B5EF4-FFF2-40B4-BE49-F238E27FC236}">
                  <a16:creationId xmlns:a16="http://schemas.microsoft.com/office/drawing/2014/main" id="{B6DAE737-261B-48BC-B2D7-FF4E4CBCB7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6" name="Rectangle 131">
              <a:extLst>
                <a:ext uri="{FF2B5EF4-FFF2-40B4-BE49-F238E27FC236}">
                  <a16:creationId xmlns:a16="http://schemas.microsoft.com/office/drawing/2014/main" id="{F4A1DDF9-04D3-4E30-A3A7-EC30F22BA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57" name="Rectangle 132">
              <a:extLst>
                <a:ext uri="{FF2B5EF4-FFF2-40B4-BE49-F238E27FC236}">
                  <a16:creationId xmlns:a16="http://schemas.microsoft.com/office/drawing/2014/main" id="{0630E70E-9A3D-4B24-92D0-CBBDBCA8B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58" name="Rectangle 133">
              <a:extLst>
                <a:ext uri="{FF2B5EF4-FFF2-40B4-BE49-F238E27FC236}">
                  <a16:creationId xmlns:a16="http://schemas.microsoft.com/office/drawing/2014/main" id="{29B80804-D26C-43AE-A42F-FB6DE9BE4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59" name="Rectangle 134">
              <a:extLst>
                <a:ext uri="{FF2B5EF4-FFF2-40B4-BE49-F238E27FC236}">
                  <a16:creationId xmlns:a16="http://schemas.microsoft.com/office/drawing/2014/main" id="{655A4C53-8D46-4A2C-8742-7EF34E2D5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60" name="Rectangle 135">
              <a:extLst>
                <a:ext uri="{FF2B5EF4-FFF2-40B4-BE49-F238E27FC236}">
                  <a16:creationId xmlns:a16="http://schemas.microsoft.com/office/drawing/2014/main" id="{402C4BEF-0081-4717-99A5-EA085EA3A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61" name="Rectangle 136">
              <a:extLst>
                <a:ext uri="{FF2B5EF4-FFF2-40B4-BE49-F238E27FC236}">
                  <a16:creationId xmlns:a16="http://schemas.microsoft.com/office/drawing/2014/main" id="{FAFB34A7-A7D4-4E92-9173-466BDB9AD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62" name="Line 137">
              <a:extLst>
                <a:ext uri="{FF2B5EF4-FFF2-40B4-BE49-F238E27FC236}">
                  <a16:creationId xmlns:a16="http://schemas.microsoft.com/office/drawing/2014/main" id="{056998E9-C37E-48D1-A0C0-AFEE235D5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3" name="Freeform 138">
              <a:extLst>
                <a:ext uri="{FF2B5EF4-FFF2-40B4-BE49-F238E27FC236}">
                  <a16:creationId xmlns:a16="http://schemas.microsoft.com/office/drawing/2014/main" id="{C7AC1BC3-3580-466D-8FA0-0C4ADFDF7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4" name="Freeform 139">
              <a:extLst>
                <a:ext uri="{FF2B5EF4-FFF2-40B4-BE49-F238E27FC236}">
                  <a16:creationId xmlns:a16="http://schemas.microsoft.com/office/drawing/2014/main" id="{6AD39B94-DE61-4690-91FE-B3C0BEA6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5" name="Freeform 140">
              <a:extLst>
                <a:ext uri="{FF2B5EF4-FFF2-40B4-BE49-F238E27FC236}">
                  <a16:creationId xmlns:a16="http://schemas.microsoft.com/office/drawing/2014/main" id="{076B8E52-81C6-43AC-92FE-DDCBD17DA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6" name="Freeform 141">
              <a:extLst>
                <a:ext uri="{FF2B5EF4-FFF2-40B4-BE49-F238E27FC236}">
                  <a16:creationId xmlns:a16="http://schemas.microsoft.com/office/drawing/2014/main" id="{64727DEE-DD7D-43A9-9F63-FD5ADE272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7" name="Line 142">
              <a:extLst>
                <a:ext uri="{FF2B5EF4-FFF2-40B4-BE49-F238E27FC236}">
                  <a16:creationId xmlns:a16="http://schemas.microsoft.com/office/drawing/2014/main" id="{F23C94C9-47F2-4134-A7B7-9225C0247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8" name="Line 143">
              <a:extLst>
                <a:ext uri="{FF2B5EF4-FFF2-40B4-BE49-F238E27FC236}">
                  <a16:creationId xmlns:a16="http://schemas.microsoft.com/office/drawing/2014/main" id="{442B8623-C22C-4E24-B452-5B7D7D6F00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9" name="Freeform 144">
              <a:extLst>
                <a:ext uri="{FF2B5EF4-FFF2-40B4-BE49-F238E27FC236}">
                  <a16:creationId xmlns:a16="http://schemas.microsoft.com/office/drawing/2014/main" id="{EFD00F29-C561-44C1-88AD-315BFEF22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0" name="Line 145">
              <a:extLst>
                <a:ext uri="{FF2B5EF4-FFF2-40B4-BE49-F238E27FC236}">
                  <a16:creationId xmlns:a16="http://schemas.microsoft.com/office/drawing/2014/main" id="{224F9629-CC99-48A9-8469-EDD58C2187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1" name="Line 146">
              <a:extLst>
                <a:ext uri="{FF2B5EF4-FFF2-40B4-BE49-F238E27FC236}">
                  <a16:creationId xmlns:a16="http://schemas.microsoft.com/office/drawing/2014/main" id="{A3FE29E2-AFCF-4F33-B23A-0FC8DB8B90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2" name="Rectangle 147">
              <a:extLst>
                <a:ext uri="{FF2B5EF4-FFF2-40B4-BE49-F238E27FC236}">
                  <a16:creationId xmlns:a16="http://schemas.microsoft.com/office/drawing/2014/main" id="{E7D23175-A7AB-4BAA-AF41-875075193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36194" name="Group 2">
            <a:extLst>
              <a:ext uri="{FF2B5EF4-FFF2-40B4-BE49-F238E27FC236}">
                <a16:creationId xmlns:a16="http://schemas.microsoft.com/office/drawing/2014/main" id="{6CAD304A-FAD0-4178-A60C-9FCFA373350A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6204" name="Line 77">
              <a:extLst>
                <a:ext uri="{FF2B5EF4-FFF2-40B4-BE49-F238E27FC236}">
                  <a16:creationId xmlns:a16="http://schemas.microsoft.com/office/drawing/2014/main" id="{1201D10C-593F-43B4-8463-F722D4662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5" name="Line 78">
              <a:extLst>
                <a:ext uri="{FF2B5EF4-FFF2-40B4-BE49-F238E27FC236}">
                  <a16:creationId xmlns:a16="http://schemas.microsoft.com/office/drawing/2014/main" id="{AFCE1533-1E44-4706-87D7-8C46B434A4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6" name="Rectangle 80">
              <a:extLst>
                <a:ext uri="{FF2B5EF4-FFF2-40B4-BE49-F238E27FC236}">
                  <a16:creationId xmlns:a16="http://schemas.microsoft.com/office/drawing/2014/main" id="{E479CC6A-F804-4748-B502-E10A79A7E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07" name="Rectangle 81">
              <a:extLst>
                <a:ext uri="{FF2B5EF4-FFF2-40B4-BE49-F238E27FC236}">
                  <a16:creationId xmlns:a16="http://schemas.microsoft.com/office/drawing/2014/main" id="{8E58D258-37B6-4D58-A3A5-DA7662F79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08" name="Rectangle 82">
              <a:extLst>
                <a:ext uri="{FF2B5EF4-FFF2-40B4-BE49-F238E27FC236}">
                  <a16:creationId xmlns:a16="http://schemas.microsoft.com/office/drawing/2014/main" id="{67EAFDF7-6AC9-42CA-865D-4680C759D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09" name="Rectangle 83">
              <a:extLst>
                <a:ext uri="{FF2B5EF4-FFF2-40B4-BE49-F238E27FC236}">
                  <a16:creationId xmlns:a16="http://schemas.microsoft.com/office/drawing/2014/main" id="{C072ED13-EE85-4AB2-90BC-E3AB6C480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0" name="Rectangle 84">
              <a:extLst>
                <a:ext uri="{FF2B5EF4-FFF2-40B4-BE49-F238E27FC236}">
                  <a16:creationId xmlns:a16="http://schemas.microsoft.com/office/drawing/2014/main" id="{4EF6CB2D-8427-4AC4-BEFE-152AA64D6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1" name="Rectangle 85">
              <a:extLst>
                <a:ext uri="{FF2B5EF4-FFF2-40B4-BE49-F238E27FC236}">
                  <a16:creationId xmlns:a16="http://schemas.microsoft.com/office/drawing/2014/main" id="{04F8D43B-E571-44C9-9B76-F78698A09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2" name="Rectangle 86">
              <a:extLst>
                <a:ext uri="{FF2B5EF4-FFF2-40B4-BE49-F238E27FC236}">
                  <a16:creationId xmlns:a16="http://schemas.microsoft.com/office/drawing/2014/main" id="{B202E974-15A3-42CF-BD9D-11E91656E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3" name="Rectangle 87">
              <a:extLst>
                <a:ext uri="{FF2B5EF4-FFF2-40B4-BE49-F238E27FC236}">
                  <a16:creationId xmlns:a16="http://schemas.microsoft.com/office/drawing/2014/main" id="{D96DCEAF-9EC3-4695-92C6-9EFC9BE3A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4" name="Rectangle 88">
              <a:extLst>
                <a:ext uri="{FF2B5EF4-FFF2-40B4-BE49-F238E27FC236}">
                  <a16:creationId xmlns:a16="http://schemas.microsoft.com/office/drawing/2014/main" id="{874FB919-052A-46D3-BD76-DD8D5EC96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5" name="Rectangle 89">
              <a:extLst>
                <a:ext uri="{FF2B5EF4-FFF2-40B4-BE49-F238E27FC236}">
                  <a16:creationId xmlns:a16="http://schemas.microsoft.com/office/drawing/2014/main" id="{EB06DB6C-4597-4484-BD8B-BF4015DA8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6" name="Rectangle 90">
              <a:extLst>
                <a:ext uri="{FF2B5EF4-FFF2-40B4-BE49-F238E27FC236}">
                  <a16:creationId xmlns:a16="http://schemas.microsoft.com/office/drawing/2014/main" id="{4C4BAA98-1B3E-4409-B09D-7474E4932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7" name="Rectangle 91">
              <a:extLst>
                <a:ext uri="{FF2B5EF4-FFF2-40B4-BE49-F238E27FC236}">
                  <a16:creationId xmlns:a16="http://schemas.microsoft.com/office/drawing/2014/main" id="{DAA5E293-25B1-4B48-9298-0E41A8142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8" name="Rectangle 92">
              <a:extLst>
                <a:ext uri="{FF2B5EF4-FFF2-40B4-BE49-F238E27FC236}">
                  <a16:creationId xmlns:a16="http://schemas.microsoft.com/office/drawing/2014/main" id="{3DCA75FE-72E3-4C7D-883B-D7586F500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19" name="Rectangle 93">
              <a:extLst>
                <a:ext uri="{FF2B5EF4-FFF2-40B4-BE49-F238E27FC236}">
                  <a16:creationId xmlns:a16="http://schemas.microsoft.com/office/drawing/2014/main" id="{0B04EF64-A885-4BE0-9A8A-575E734C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0" name="Rectangle 102">
              <a:extLst>
                <a:ext uri="{FF2B5EF4-FFF2-40B4-BE49-F238E27FC236}">
                  <a16:creationId xmlns:a16="http://schemas.microsoft.com/office/drawing/2014/main" id="{934BB5A2-C204-4653-AA49-83C9B3507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1" name="Rectangle 103">
              <a:extLst>
                <a:ext uri="{FF2B5EF4-FFF2-40B4-BE49-F238E27FC236}">
                  <a16:creationId xmlns:a16="http://schemas.microsoft.com/office/drawing/2014/main" id="{269184DC-C74D-45EE-8FC6-015A28136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2" name="Rectangle 104">
              <a:extLst>
                <a:ext uri="{FF2B5EF4-FFF2-40B4-BE49-F238E27FC236}">
                  <a16:creationId xmlns:a16="http://schemas.microsoft.com/office/drawing/2014/main" id="{7D132E94-C868-4E5F-A330-559A51A37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3" name="Rectangle 105">
              <a:extLst>
                <a:ext uri="{FF2B5EF4-FFF2-40B4-BE49-F238E27FC236}">
                  <a16:creationId xmlns:a16="http://schemas.microsoft.com/office/drawing/2014/main" id="{69675D0A-DBD2-4477-B65E-C97A09772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4" name="Rectangle 106">
              <a:extLst>
                <a:ext uri="{FF2B5EF4-FFF2-40B4-BE49-F238E27FC236}">
                  <a16:creationId xmlns:a16="http://schemas.microsoft.com/office/drawing/2014/main" id="{5FAD37BC-52A7-4C13-953F-F1144B371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5" name="Rectangle 107">
              <a:extLst>
                <a:ext uri="{FF2B5EF4-FFF2-40B4-BE49-F238E27FC236}">
                  <a16:creationId xmlns:a16="http://schemas.microsoft.com/office/drawing/2014/main" id="{7EC335B6-5117-40EB-A5F1-E32B38CC3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6" name="Rectangle 108">
              <a:extLst>
                <a:ext uri="{FF2B5EF4-FFF2-40B4-BE49-F238E27FC236}">
                  <a16:creationId xmlns:a16="http://schemas.microsoft.com/office/drawing/2014/main" id="{DD1C9C30-73CD-4CF4-A5C0-B692470EB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7" name="Rectangle 109">
              <a:extLst>
                <a:ext uri="{FF2B5EF4-FFF2-40B4-BE49-F238E27FC236}">
                  <a16:creationId xmlns:a16="http://schemas.microsoft.com/office/drawing/2014/main" id="{DF1DB7B0-A04D-42F9-9563-4FED82587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8" name="Rectangle 110">
              <a:extLst>
                <a:ext uri="{FF2B5EF4-FFF2-40B4-BE49-F238E27FC236}">
                  <a16:creationId xmlns:a16="http://schemas.microsoft.com/office/drawing/2014/main" id="{1979722A-90C1-4C89-B65C-C755F884B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29" name="Rectangle 111">
              <a:extLst>
                <a:ext uri="{FF2B5EF4-FFF2-40B4-BE49-F238E27FC236}">
                  <a16:creationId xmlns:a16="http://schemas.microsoft.com/office/drawing/2014/main" id="{5CCF81F7-C41B-45C1-938E-B93614886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0" name="Rectangle 112">
              <a:extLst>
                <a:ext uri="{FF2B5EF4-FFF2-40B4-BE49-F238E27FC236}">
                  <a16:creationId xmlns:a16="http://schemas.microsoft.com/office/drawing/2014/main" id="{C765CF1A-DD8B-4676-A35B-A57BB2F0B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1" name="Rectangle 113">
              <a:extLst>
                <a:ext uri="{FF2B5EF4-FFF2-40B4-BE49-F238E27FC236}">
                  <a16:creationId xmlns:a16="http://schemas.microsoft.com/office/drawing/2014/main" id="{3A6A9BDB-CFAC-4378-AAA2-BC652F698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2" name="Rectangle 114">
              <a:extLst>
                <a:ext uri="{FF2B5EF4-FFF2-40B4-BE49-F238E27FC236}">
                  <a16:creationId xmlns:a16="http://schemas.microsoft.com/office/drawing/2014/main" id="{FA20293A-27D7-4B24-A893-6F3F68E3F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3" name="Rectangle 115">
              <a:extLst>
                <a:ext uri="{FF2B5EF4-FFF2-40B4-BE49-F238E27FC236}">
                  <a16:creationId xmlns:a16="http://schemas.microsoft.com/office/drawing/2014/main" id="{9B11C26F-74AF-46E3-ABF6-7BDA88E70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4" name="Rectangle 116">
              <a:extLst>
                <a:ext uri="{FF2B5EF4-FFF2-40B4-BE49-F238E27FC236}">
                  <a16:creationId xmlns:a16="http://schemas.microsoft.com/office/drawing/2014/main" id="{5F6A6420-4AC2-450C-8C46-A8134700B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5" name="Rectangle 117">
              <a:extLst>
                <a:ext uri="{FF2B5EF4-FFF2-40B4-BE49-F238E27FC236}">
                  <a16:creationId xmlns:a16="http://schemas.microsoft.com/office/drawing/2014/main" id="{51D11339-E5CA-43B9-8BEF-CB6292FDC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6" name="Rectangle 118">
              <a:extLst>
                <a:ext uri="{FF2B5EF4-FFF2-40B4-BE49-F238E27FC236}">
                  <a16:creationId xmlns:a16="http://schemas.microsoft.com/office/drawing/2014/main" id="{8691B849-FD0F-4FD4-9CD0-01D53CFEB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7" name="Rectangle 119">
              <a:extLst>
                <a:ext uri="{FF2B5EF4-FFF2-40B4-BE49-F238E27FC236}">
                  <a16:creationId xmlns:a16="http://schemas.microsoft.com/office/drawing/2014/main" id="{3D7F171F-CE9F-4899-AF94-95647891B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8" name="Rectangle 120">
              <a:extLst>
                <a:ext uri="{FF2B5EF4-FFF2-40B4-BE49-F238E27FC236}">
                  <a16:creationId xmlns:a16="http://schemas.microsoft.com/office/drawing/2014/main" id="{8D619FF7-A24E-4BB0-ADD8-805916E4C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39" name="Rectangle 121">
              <a:extLst>
                <a:ext uri="{FF2B5EF4-FFF2-40B4-BE49-F238E27FC236}">
                  <a16:creationId xmlns:a16="http://schemas.microsoft.com/office/drawing/2014/main" id="{C725FC31-4754-4FCC-91AC-CF7CC1537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40" name="Rectangle 122">
              <a:extLst>
                <a:ext uri="{FF2B5EF4-FFF2-40B4-BE49-F238E27FC236}">
                  <a16:creationId xmlns:a16="http://schemas.microsoft.com/office/drawing/2014/main" id="{92D410FD-03A8-42AF-B7E4-377DC6FBE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6241" name="Rectangle 123">
              <a:extLst>
                <a:ext uri="{FF2B5EF4-FFF2-40B4-BE49-F238E27FC236}">
                  <a16:creationId xmlns:a16="http://schemas.microsoft.com/office/drawing/2014/main" id="{CF2509A2-EAFB-4562-806E-C126ECE72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6195" name="TextBox 125">
            <a:extLst>
              <a:ext uri="{FF2B5EF4-FFF2-40B4-BE49-F238E27FC236}">
                <a16:creationId xmlns:a16="http://schemas.microsoft.com/office/drawing/2014/main" id="{57BA923E-30ED-4D33-825C-F07CD0AEC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6196" name="TextBox 16">
            <a:extLst>
              <a:ext uri="{FF2B5EF4-FFF2-40B4-BE49-F238E27FC236}">
                <a16:creationId xmlns:a16="http://schemas.microsoft.com/office/drawing/2014/main" id="{028A3E35-EDCA-4820-A5D0-40F8C17403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43957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6197" name="TextBox 16">
            <a:extLst>
              <a:ext uri="{FF2B5EF4-FFF2-40B4-BE49-F238E27FC236}">
                <a16:creationId xmlns:a16="http://schemas.microsoft.com/office/drawing/2014/main" id="{685526A1-4967-4297-A49C-40DC58C31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8313" y="5343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6198" name="TextBox 16">
            <a:extLst>
              <a:ext uri="{FF2B5EF4-FFF2-40B4-BE49-F238E27FC236}">
                <a16:creationId xmlns:a16="http://schemas.microsoft.com/office/drawing/2014/main" id="{EF19137A-0273-4743-A8B3-96C079DAB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100" y="38100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6199" name="TextBox 16">
            <a:extLst>
              <a:ext uri="{FF2B5EF4-FFF2-40B4-BE49-F238E27FC236}">
                <a16:creationId xmlns:a16="http://schemas.microsoft.com/office/drawing/2014/main" id="{488B6275-1A16-48AD-BC43-E21F3DDED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3227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6200" name="TextBox 16">
            <a:extLst>
              <a:ext uri="{FF2B5EF4-FFF2-40B4-BE49-F238E27FC236}">
                <a16:creationId xmlns:a16="http://schemas.microsoft.com/office/drawing/2014/main" id="{8F07E189-D6B9-499D-AD71-B731082B0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9133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6201" name="TextBox 16">
            <a:extLst>
              <a:ext uri="{FF2B5EF4-FFF2-40B4-BE49-F238E27FC236}">
                <a16:creationId xmlns:a16="http://schemas.microsoft.com/office/drawing/2014/main" id="{75C32B24-9497-45C7-8664-03007D3E84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3" y="55133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6202" name="Rectangle 82">
            <a:extLst>
              <a:ext uri="{FF2B5EF4-FFF2-40B4-BE49-F238E27FC236}">
                <a16:creationId xmlns:a16="http://schemas.microsoft.com/office/drawing/2014/main" id="{4873655E-0893-45BA-A32D-B399AFF1C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1533525"/>
            <a:ext cx="2389187" cy="2286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36203" name="Title 1">
            <a:extLst>
              <a:ext uri="{FF2B5EF4-FFF2-40B4-BE49-F238E27FC236}">
                <a16:creationId xmlns:a16="http://schemas.microsoft.com/office/drawing/2014/main" id="{CC0BE13E-DC71-4F9F-8CBF-277A52F07483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</p:spTree>
    <p:extLst>
      <p:ext uri="{BB962C8B-B14F-4D97-AF65-F5344CB8AC3E}">
        <p14:creationId xmlns:p14="http://schemas.microsoft.com/office/powerpoint/2010/main" val="49953271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217" name="Group 1">
            <a:extLst>
              <a:ext uri="{FF2B5EF4-FFF2-40B4-BE49-F238E27FC236}">
                <a16:creationId xmlns:a16="http://schemas.microsoft.com/office/drawing/2014/main" id="{FDD63275-6599-46BC-803D-E98739A161B7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37268" name="Rectangle 95">
              <a:extLst>
                <a:ext uri="{FF2B5EF4-FFF2-40B4-BE49-F238E27FC236}">
                  <a16:creationId xmlns:a16="http://schemas.microsoft.com/office/drawing/2014/main" id="{B8A9CDF7-AD96-43CC-A6E9-E7D9C1272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9" name="Rectangle 96">
              <a:extLst>
                <a:ext uri="{FF2B5EF4-FFF2-40B4-BE49-F238E27FC236}">
                  <a16:creationId xmlns:a16="http://schemas.microsoft.com/office/drawing/2014/main" id="{167B8709-A77C-433A-A366-3992D0EA6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70" name="Rectangle 97">
              <a:extLst>
                <a:ext uri="{FF2B5EF4-FFF2-40B4-BE49-F238E27FC236}">
                  <a16:creationId xmlns:a16="http://schemas.microsoft.com/office/drawing/2014/main" id="{BAF63034-041E-4071-A287-1B8385FC5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71" name="Line 98">
              <a:extLst>
                <a:ext uri="{FF2B5EF4-FFF2-40B4-BE49-F238E27FC236}">
                  <a16:creationId xmlns:a16="http://schemas.microsoft.com/office/drawing/2014/main" id="{BC135E6D-8311-4E13-8B67-F866C060EC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2" name="Freeform 99">
              <a:extLst>
                <a:ext uri="{FF2B5EF4-FFF2-40B4-BE49-F238E27FC236}">
                  <a16:creationId xmlns:a16="http://schemas.microsoft.com/office/drawing/2014/main" id="{6D97F239-7589-4B35-BE31-029A28C4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3" name="Freeform 100">
              <a:extLst>
                <a:ext uri="{FF2B5EF4-FFF2-40B4-BE49-F238E27FC236}">
                  <a16:creationId xmlns:a16="http://schemas.microsoft.com/office/drawing/2014/main" id="{6E93BC1C-D581-4367-8C78-F064D575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4" name="Rectangle 101">
              <a:extLst>
                <a:ext uri="{FF2B5EF4-FFF2-40B4-BE49-F238E27FC236}">
                  <a16:creationId xmlns:a16="http://schemas.microsoft.com/office/drawing/2014/main" id="{83F386D3-8F76-4C32-8C81-15C1A3AF0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75" name="Rectangle 124">
              <a:extLst>
                <a:ext uri="{FF2B5EF4-FFF2-40B4-BE49-F238E27FC236}">
                  <a16:creationId xmlns:a16="http://schemas.microsoft.com/office/drawing/2014/main" id="{FC93FDF2-AB64-49D8-940D-8B81152B3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76" name="Line 125">
              <a:extLst>
                <a:ext uri="{FF2B5EF4-FFF2-40B4-BE49-F238E27FC236}">
                  <a16:creationId xmlns:a16="http://schemas.microsoft.com/office/drawing/2014/main" id="{7927EC8A-9DBE-4F0C-8920-A8F80B8CD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7" name="Freeform 126">
              <a:extLst>
                <a:ext uri="{FF2B5EF4-FFF2-40B4-BE49-F238E27FC236}">
                  <a16:creationId xmlns:a16="http://schemas.microsoft.com/office/drawing/2014/main" id="{B1D5B5BC-F3E2-4D84-9C29-DCA035FBD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8" name="Freeform 127">
              <a:extLst>
                <a:ext uri="{FF2B5EF4-FFF2-40B4-BE49-F238E27FC236}">
                  <a16:creationId xmlns:a16="http://schemas.microsoft.com/office/drawing/2014/main" id="{CC90E456-E755-477D-9B31-853A44ABF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9" name="Freeform 128">
              <a:extLst>
                <a:ext uri="{FF2B5EF4-FFF2-40B4-BE49-F238E27FC236}">
                  <a16:creationId xmlns:a16="http://schemas.microsoft.com/office/drawing/2014/main" id="{920CB630-AE09-45DF-AD99-160A6CF9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0" name="Freeform 129">
              <a:extLst>
                <a:ext uri="{FF2B5EF4-FFF2-40B4-BE49-F238E27FC236}">
                  <a16:creationId xmlns:a16="http://schemas.microsoft.com/office/drawing/2014/main" id="{ACF9FC1F-1018-4C9E-B8D2-685C66AE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1" name="Line 130">
              <a:extLst>
                <a:ext uri="{FF2B5EF4-FFF2-40B4-BE49-F238E27FC236}">
                  <a16:creationId xmlns:a16="http://schemas.microsoft.com/office/drawing/2014/main" id="{F5A5E573-E321-48F2-BC3C-E2F7D28023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2" name="Rectangle 131">
              <a:extLst>
                <a:ext uri="{FF2B5EF4-FFF2-40B4-BE49-F238E27FC236}">
                  <a16:creationId xmlns:a16="http://schemas.microsoft.com/office/drawing/2014/main" id="{0A2F031E-AA81-4ABE-805E-91118007F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83" name="Rectangle 132">
              <a:extLst>
                <a:ext uri="{FF2B5EF4-FFF2-40B4-BE49-F238E27FC236}">
                  <a16:creationId xmlns:a16="http://schemas.microsoft.com/office/drawing/2014/main" id="{48DDB98A-5CE7-40EB-9925-D062C72A2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84" name="Rectangle 133">
              <a:extLst>
                <a:ext uri="{FF2B5EF4-FFF2-40B4-BE49-F238E27FC236}">
                  <a16:creationId xmlns:a16="http://schemas.microsoft.com/office/drawing/2014/main" id="{08CEFC2A-3F04-405B-A789-808311DCE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85" name="Rectangle 134">
              <a:extLst>
                <a:ext uri="{FF2B5EF4-FFF2-40B4-BE49-F238E27FC236}">
                  <a16:creationId xmlns:a16="http://schemas.microsoft.com/office/drawing/2014/main" id="{02B14197-FB92-4ACD-AE5E-BE576FBC1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86" name="Rectangle 135">
              <a:extLst>
                <a:ext uri="{FF2B5EF4-FFF2-40B4-BE49-F238E27FC236}">
                  <a16:creationId xmlns:a16="http://schemas.microsoft.com/office/drawing/2014/main" id="{845DD3F4-A450-4503-A0AC-F8B311B61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87" name="Rectangle 136">
              <a:extLst>
                <a:ext uri="{FF2B5EF4-FFF2-40B4-BE49-F238E27FC236}">
                  <a16:creationId xmlns:a16="http://schemas.microsoft.com/office/drawing/2014/main" id="{FDC39DA6-0291-4FA1-95E0-29BEF05BB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88" name="Line 137">
              <a:extLst>
                <a:ext uri="{FF2B5EF4-FFF2-40B4-BE49-F238E27FC236}">
                  <a16:creationId xmlns:a16="http://schemas.microsoft.com/office/drawing/2014/main" id="{6D7AB137-9FF4-416F-A7F1-9BD09BBD7D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9" name="Freeform 138">
              <a:extLst>
                <a:ext uri="{FF2B5EF4-FFF2-40B4-BE49-F238E27FC236}">
                  <a16:creationId xmlns:a16="http://schemas.microsoft.com/office/drawing/2014/main" id="{77C18AF3-13BC-49D2-A687-9C74C633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0" name="Freeform 139">
              <a:extLst>
                <a:ext uri="{FF2B5EF4-FFF2-40B4-BE49-F238E27FC236}">
                  <a16:creationId xmlns:a16="http://schemas.microsoft.com/office/drawing/2014/main" id="{3454B26C-8699-40B9-918F-C5BE10210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1" name="Freeform 140">
              <a:extLst>
                <a:ext uri="{FF2B5EF4-FFF2-40B4-BE49-F238E27FC236}">
                  <a16:creationId xmlns:a16="http://schemas.microsoft.com/office/drawing/2014/main" id="{1DD72118-2CEF-4C06-9648-6C7F119F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2" name="Freeform 141">
              <a:extLst>
                <a:ext uri="{FF2B5EF4-FFF2-40B4-BE49-F238E27FC236}">
                  <a16:creationId xmlns:a16="http://schemas.microsoft.com/office/drawing/2014/main" id="{DE37C871-A3BE-4A14-8238-FA1E1147F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3" name="Line 142">
              <a:extLst>
                <a:ext uri="{FF2B5EF4-FFF2-40B4-BE49-F238E27FC236}">
                  <a16:creationId xmlns:a16="http://schemas.microsoft.com/office/drawing/2014/main" id="{7EE21836-5DD3-4C85-B4F0-C591E4A27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4" name="Line 143">
              <a:extLst>
                <a:ext uri="{FF2B5EF4-FFF2-40B4-BE49-F238E27FC236}">
                  <a16:creationId xmlns:a16="http://schemas.microsoft.com/office/drawing/2014/main" id="{EE598905-5A1E-4CFC-8893-73CD762B2A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5" name="Freeform 144">
              <a:extLst>
                <a:ext uri="{FF2B5EF4-FFF2-40B4-BE49-F238E27FC236}">
                  <a16:creationId xmlns:a16="http://schemas.microsoft.com/office/drawing/2014/main" id="{A454BEA0-5EDA-439F-90E6-94CCC77B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6" name="Line 145">
              <a:extLst>
                <a:ext uri="{FF2B5EF4-FFF2-40B4-BE49-F238E27FC236}">
                  <a16:creationId xmlns:a16="http://schemas.microsoft.com/office/drawing/2014/main" id="{6A1D0203-3F24-42C6-9C42-87AF35C927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7" name="Line 146">
              <a:extLst>
                <a:ext uri="{FF2B5EF4-FFF2-40B4-BE49-F238E27FC236}">
                  <a16:creationId xmlns:a16="http://schemas.microsoft.com/office/drawing/2014/main" id="{774688D3-5FD4-412C-B7CE-84BD98A6D1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8" name="Rectangle 147">
              <a:extLst>
                <a:ext uri="{FF2B5EF4-FFF2-40B4-BE49-F238E27FC236}">
                  <a16:creationId xmlns:a16="http://schemas.microsoft.com/office/drawing/2014/main" id="{7AC74899-930D-4746-9076-41307B7FB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37218" name="Group 2">
            <a:extLst>
              <a:ext uri="{FF2B5EF4-FFF2-40B4-BE49-F238E27FC236}">
                <a16:creationId xmlns:a16="http://schemas.microsoft.com/office/drawing/2014/main" id="{888D5905-FCD6-4693-B0EA-2B9EBC88FFF6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7230" name="Line 77">
              <a:extLst>
                <a:ext uri="{FF2B5EF4-FFF2-40B4-BE49-F238E27FC236}">
                  <a16:creationId xmlns:a16="http://schemas.microsoft.com/office/drawing/2014/main" id="{3BB0774E-F289-48DC-B063-DD737548A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1" name="Line 78">
              <a:extLst>
                <a:ext uri="{FF2B5EF4-FFF2-40B4-BE49-F238E27FC236}">
                  <a16:creationId xmlns:a16="http://schemas.microsoft.com/office/drawing/2014/main" id="{44719D9B-6BBC-437B-9F95-1088089A37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2" name="Rectangle 80">
              <a:extLst>
                <a:ext uri="{FF2B5EF4-FFF2-40B4-BE49-F238E27FC236}">
                  <a16:creationId xmlns:a16="http://schemas.microsoft.com/office/drawing/2014/main" id="{1C3FA76E-2C5E-4400-94E9-45DF81919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3" name="Rectangle 81">
              <a:extLst>
                <a:ext uri="{FF2B5EF4-FFF2-40B4-BE49-F238E27FC236}">
                  <a16:creationId xmlns:a16="http://schemas.microsoft.com/office/drawing/2014/main" id="{7479A498-7376-4F9E-A98E-8C47E3A5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4" name="Rectangle 82">
              <a:extLst>
                <a:ext uri="{FF2B5EF4-FFF2-40B4-BE49-F238E27FC236}">
                  <a16:creationId xmlns:a16="http://schemas.microsoft.com/office/drawing/2014/main" id="{443D1968-5DE9-4B61-998F-0AFED226C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5" name="Rectangle 83">
              <a:extLst>
                <a:ext uri="{FF2B5EF4-FFF2-40B4-BE49-F238E27FC236}">
                  <a16:creationId xmlns:a16="http://schemas.microsoft.com/office/drawing/2014/main" id="{FC9C94CB-FC4A-46C3-A724-79C9C9BFA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6" name="Rectangle 84">
              <a:extLst>
                <a:ext uri="{FF2B5EF4-FFF2-40B4-BE49-F238E27FC236}">
                  <a16:creationId xmlns:a16="http://schemas.microsoft.com/office/drawing/2014/main" id="{95400657-3641-4A2D-BA25-67F170774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7" name="Rectangle 85">
              <a:extLst>
                <a:ext uri="{FF2B5EF4-FFF2-40B4-BE49-F238E27FC236}">
                  <a16:creationId xmlns:a16="http://schemas.microsoft.com/office/drawing/2014/main" id="{9A34729C-DF01-4AD6-ADCD-435653531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8" name="Rectangle 86">
              <a:extLst>
                <a:ext uri="{FF2B5EF4-FFF2-40B4-BE49-F238E27FC236}">
                  <a16:creationId xmlns:a16="http://schemas.microsoft.com/office/drawing/2014/main" id="{C2B71481-B86A-4DF2-8069-2D055BC71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39" name="Rectangle 87">
              <a:extLst>
                <a:ext uri="{FF2B5EF4-FFF2-40B4-BE49-F238E27FC236}">
                  <a16:creationId xmlns:a16="http://schemas.microsoft.com/office/drawing/2014/main" id="{6F13411C-3AD9-4F95-997E-0AA782AF8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0" name="Rectangle 88">
              <a:extLst>
                <a:ext uri="{FF2B5EF4-FFF2-40B4-BE49-F238E27FC236}">
                  <a16:creationId xmlns:a16="http://schemas.microsoft.com/office/drawing/2014/main" id="{42A06088-FBC5-484C-BDC9-469430786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1" name="Rectangle 89">
              <a:extLst>
                <a:ext uri="{FF2B5EF4-FFF2-40B4-BE49-F238E27FC236}">
                  <a16:creationId xmlns:a16="http://schemas.microsoft.com/office/drawing/2014/main" id="{CB0E4375-C4EB-4F56-8E67-E1122CE0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2" name="Rectangle 90">
              <a:extLst>
                <a:ext uri="{FF2B5EF4-FFF2-40B4-BE49-F238E27FC236}">
                  <a16:creationId xmlns:a16="http://schemas.microsoft.com/office/drawing/2014/main" id="{DFE24BBA-3EFD-47CC-89FC-59BBC0BB6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3" name="Rectangle 91">
              <a:extLst>
                <a:ext uri="{FF2B5EF4-FFF2-40B4-BE49-F238E27FC236}">
                  <a16:creationId xmlns:a16="http://schemas.microsoft.com/office/drawing/2014/main" id="{E5B8C76A-BDD8-49CB-B668-56EBD6C08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4" name="Rectangle 92">
              <a:extLst>
                <a:ext uri="{FF2B5EF4-FFF2-40B4-BE49-F238E27FC236}">
                  <a16:creationId xmlns:a16="http://schemas.microsoft.com/office/drawing/2014/main" id="{FD87533E-EE90-4CB1-9A44-E22B58041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5" name="Rectangle 93">
              <a:extLst>
                <a:ext uri="{FF2B5EF4-FFF2-40B4-BE49-F238E27FC236}">
                  <a16:creationId xmlns:a16="http://schemas.microsoft.com/office/drawing/2014/main" id="{1152AEA4-7F4E-4AD3-B6E8-E9FF36600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6" name="Rectangle 102">
              <a:extLst>
                <a:ext uri="{FF2B5EF4-FFF2-40B4-BE49-F238E27FC236}">
                  <a16:creationId xmlns:a16="http://schemas.microsoft.com/office/drawing/2014/main" id="{7D009327-3BDA-4015-91CB-DAFFB3C3B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7" name="Rectangle 103">
              <a:extLst>
                <a:ext uri="{FF2B5EF4-FFF2-40B4-BE49-F238E27FC236}">
                  <a16:creationId xmlns:a16="http://schemas.microsoft.com/office/drawing/2014/main" id="{29A6177A-A552-4E1F-B61D-0FDE7C11D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8" name="Rectangle 104">
              <a:extLst>
                <a:ext uri="{FF2B5EF4-FFF2-40B4-BE49-F238E27FC236}">
                  <a16:creationId xmlns:a16="http://schemas.microsoft.com/office/drawing/2014/main" id="{D8C50EC2-BFB5-43D2-B1B5-8D0CC1A8D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49" name="Rectangle 105">
              <a:extLst>
                <a:ext uri="{FF2B5EF4-FFF2-40B4-BE49-F238E27FC236}">
                  <a16:creationId xmlns:a16="http://schemas.microsoft.com/office/drawing/2014/main" id="{AD3E42B2-C103-428E-A95E-2AE0F3BAD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0" name="Rectangle 106">
              <a:extLst>
                <a:ext uri="{FF2B5EF4-FFF2-40B4-BE49-F238E27FC236}">
                  <a16:creationId xmlns:a16="http://schemas.microsoft.com/office/drawing/2014/main" id="{50E4A359-B0B7-4906-88E3-73EA1AC43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1" name="Rectangle 107">
              <a:extLst>
                <a:ext uri="{FF2B5EF4-FFF2-40B4-BE49-F238E27FC236}">
                  <a16:creationId xmlns:a16="http://schemas.microsoft.com/office/drawing/2014/main" id="{F62D8AE0-470D-49C1-A78B-4CF5F5D80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2" name="Rectangle 108">
              <a:extLst>
                <a:ext uri="{FF2B5EF4-FFF2-40B4-BE49-F238E27FC236}">
                  <a16:creationId xmlns:a16="http://schemas.microsoft.com/office/drawing/2014/main" id="{9684EE17-97A9-44A5-B3D7-2D73FA3B7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3" name="Rectangle 109">
              <a:extLst>
                <a:ext uri="{FF2B5EF4-FFF2-40B4-BE49-F238E27FC236}">
                  <a16:creationId xmlns:a16="http://schemas.microsoft.com/office/drawing/2014/main" id="{7AE1541D-04EA-45F4-81D3-544BE96C5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4" name="Rectangle 110">
              <a:extLst>
                <a:ext uri="{FF2B5EF4-FFF2-40B4-BE49-F238E27FC236}">
                  <a16:creationId xmlns:a16="http://schemas.microsoft.com/office/drawing/2014/main" id="{74602905-B9FA-4632-B279-8FEEB6C3F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5" name="Rectangle 111">
              <a:extLst>
                <a:ext uri="{FF2B5EF4-FFF2-40B4-BE49-F238E27FC236}">
                  <a16:creationId xmlns:a16="http://schemas.microsoft.com/office/drawing/2014/main" id="{F534270F-7A3E-47F5-8A1F-BF30A5CDC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6" name="Rectangle 112">
              <a:extLst>
                <a:ext uri="{FF2B5EF4-FFF2-40B4-BE49-F238E27FC236}">
                  <a16:creationId xmlns:a16="http://schemas.microsoft.com/office/drawing/2014/main" id="{1B48268F-1A84-4C0F-8E25-49A30ABE7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7" name="Rectangle 113">
              <a:extLst>
                <a:ext uri="{FF2B5EF4-FFF2-40B4-BE49-F238E27FC236}">
                  <a16:creationId xmlns:a16="http://schemas.microsoft.com/office/drawing/2014/main" id="{EC8DC308-E0C9-463F-8F07-94ACEE252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8" name="Rectangle 114">
              <a:extLst>
                <a:ext uri="{FF2B5EF4-FFF2-40B4-BE49-F238E27FC236}">
                  <a16:creationId xmlns:a16="http://schemas.microsoft.com/office/drawing/2014/main" id="{45951844-D6FA-4AAC-A825-391926A24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59" name="Rectangle 115">
              <a:extLst>
                <a:ext uri="{FF2B5EF4-FFF2-40B4-BE49-F238E27FC236}">
                  <a16:creationId xmlns:a16="http://schemas.microsoft.com/office/drawing/2014/main" id="{5B4110C3-0721-439F-AA31-B4DA87450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0" name="Rectangle 116">
              <a:extLst>
                <a:ext uri="{FF2B5EF4-FFF2-40B4-BE49-F238E27FC236}">
                  <a16:creationId xmlns:a16="http://schemas.microsoft.com/office/drawing/2014/main" id="{5C0A8ADD-3989-4DA3-8931-74C924D32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1" name="Rectangle 117">
              <a:extLst>
                <a:ext uri="{FF2B5EF4-FFF2-40B4-BE49-F238E27FC236}">
                  <a16:creationId xmlns:a16="http://schemas.microsoft.com/office/drawing/2014/main" id="{4F29867B-D5FE-4409-A2E7-092CD4E5D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2" name="Rectangle 118">
              <a:extLst>
                <a:ext uri="{FF2B5EF4-FFF2-40B4-BE49-F238E27FC236}">
                  <a16:creationId xmlns:a16="http://schemas.microsoft.com/office/drawing/2014/main" id="{05A6F745-B017-4E20-89AE-3762FBF0A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3" name="Rectangle 119">
              <a:extLst>
                <a:ext uri="{FF2B5EF4-FFF2-40B4-BE49-F238E27FC236}">
                  <a16:creationId xmlns:a16="http://schemas.microsoft.com/office/drawing/2014/main" id="{04AD5D9B-7CE5-44F5-82C5-B5F61DE96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4" name="Rectangle 120">
              <a:extLst>
                <a:ext uri="{FF2B5EF4-FFF2-40B4-BE49-F238E27FC236}">
                  <a16:creationId xmlns:a16="http://schemas.microsoft.com/office/drawing/2014/main" id="{D12C9E9E-4E56-4811-A2D3-FEC82D828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5" name="Rectangle 121">
              <a:extLst>
                <a:ext uri="{FF2B5EF4-FFF2-40B4-BE49-F238E27FC236}">
                  <a16:creationId xmlns:a16="http://schemas.microsoft.com/office/drawing/2014/main" id="{A80F5ECE-59CC-45D3-B9DF-A5BD983F7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6" name="Rectangle 122">
              <a:extLst>
                <a:ext uri="{FF2B5EF4-FFF2-40B4-BE49-F238E27FC236}">
                  <a16:creationId xmlns:a16="http://schemas.microsoft.com/office/drawing/2014/main" id="{479C7C80-3244-438C-A470-75926C647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7267" name="Rectangle 123">
              <a:extLst>
                <a:ext uri="{FF2B5EF4-FFF2-40B4-BE49-F238E27FC236}">
                  <a16:creationId xmlns:a16="http://schemas.microsoft.com/office/drawing/2014/main" id="{57864A65-5ED1-4A2F-AF15-1C2548B6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7219" name="TextBox 125">
            <a:extLst>
              <a:ext uri="{FF2B5EF4-FFF2-40B4-BE49-F238E27FC236}">
                <a16:creationId xmlns:a16="http://schemas.microsoft.com/office/drawing/2014/main" id="{028BC607-C28D-4509-8CAE-2149539FF7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7220" name="TextBox 16">
            <a:extLst>
              <a:ext uri="{FF2B5EF4-FFF2-40B4-BE49-F238E27FC236}">
                <a16:creationId xmlns:a16="http://schemas.microsoft.com/office/drawing/2014/main" id="{58F9C1F7-0102-4543-9DE3-DCB242751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43957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7221" name="TextBox 16">
            <a:extLst>
              <a:ext uri="{FF2B5EF4-FFF2-40B4-BE49-F238E27FC236}">
                <a16:creationId xmlns:a16="http://schemas.microsoft.com/office/drawing/2014/main" id="{7CCEF6DA-EDCD-478C-9D5F-E2BE2F903C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8313" y="5343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7222" name="TextBox 16">
            <a:extLst>
              <a:ext uri="{FF2B5EF4-FFF2-40B4-BE49-F238E27FC236}">
                <a16:creationId xmlns:a16="http://schemas.microsoft.com/office/drawing/2014/main" id="{46DC8252-A34E-4D49-AB79-E4029D4FA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100" y="38100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7223" name="TextBox 16">
            <a:extLst>
              <a:ext uri="{FF2B5EF4-FFF2-40B4-BE49-F238E27FC236}">
                <a16:creationId xmlns:a16="http://schemas.microsoft.com/office/drawing/2014/main" id="{0E45721C-3143-41C0-AAD5-E1E044E77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3227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7224" name="TextBox 16">
            <a:extLst>
              <a:ext uri="{FF2B5EF4-FFF2-40B4-BE49-F238E27FC236}">
                <a16:creationId xmlns:a16="http://schemas.microsoft.com/office/drawing/2014/main" id="{A5BDC71C-1081-457D-B32C-579104433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9133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7225" name="TextBox 16">
            <a:extLst>
              <a:ext uri="{FF2B5EF4-FFF2-40B4-BE49-F238E27FC236}">
                <a16:creationId xmlns:a16="http://schemas.microsoft.com/office/drawing/2014/main" id="{091F9322-0812-4EDF-A408-3CB55BE32C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3" y="55133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7226" name="Rectangle 82">
            <a:extLst>
              <a:ext uri="{FF2B5EF4-FFF2-40B4-BE49-F238E27FC236}">
                <a16:creationId xmlns:a16="http://schemas.microsoft.com/office/drawing/2014/main" id="{FF381FD6-1577-4AF0-9367-F1F921F8A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1533525"/>
            <a:ext cx="2389187" cy="2286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37227" name="Title 1">
            <a:extLst>
              <a:ext uri="{FF2B5EF4-FFF2-40B4-BE49-F238E27FC236}">
                <a16:creationId xmlns:a16="http://schemas.microsoft.com/office/drawing/2014/main" id="{A867C9FB-5D1B-4FF8-9DCE-BE67258906B2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  <p:sp>
        <p:nvSpPr>
          <p:cNvPr id="137228" name="Rectangle 4">
            <a:extLst>
              <a:ext uri="{FF2B5EF4-FFF2-40B4-BE49-F238E27FC236}">
                <a16:creationId xmlns:a16="http://schemas.microsoft.com/office/drawing/2014/main" id="{E0F852B2-FCC5-48B4-ACFF-B7D199FB7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2938" y="3992563"/>
            <a:ext cx="2268537" cy="208756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37229" name="TextBox 2">
            <a:extLst>
              <a:ext uri="{FF2B5EF4-FFF2-40B4-BE49-F238E27FC236}">
                <a16:creationId xmlns:a16="http://schemas.microsoft.com/office/drawing/2014/main" id="{84D1AEB5-41F8-4864-A3CA-818767677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8525" y="2762250"/>
            <a:ext cx="440531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As this level of abstraction we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need that w</a:t>
            </a:r>
            <a:r>
              <a:rPr lang="en-US" altLang="en-US" baseline="-25000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 input for this to be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a proper 4-to-2 binary encoder.</a:t>
            </a:r>
          </a:p>
        </p:txBody>
      </p:sp>
    </p:spTree>
    <p:extLst>
      <p:ext uri="{BB962C8B-B14F-4D97-AF65-F5344CB8AC3E}">
        <p14:creationId xmlns:p14="http://schemas.microsoft.com/office/powerpoint/2010/main" val="280365492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241" name="Group 1">
            <a:extLst>
              <a:ext uri="{FF2B5EF4-FFF2-40B4-BE49-F238E27FC236}">
                <a16:creationId xmlns:a16="http://schemas.microsoft.com/office/drawing/2014/main" id="{1B2B71E4-8FEA-44D5-9876-801BED86AA46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38290" name="Rectangle 95">
              <a:extLst>
                <a:ext uri="{FF2B5EF4-FFF2-40B4-BE49-F238E27FC236}">
                  <a16:creationId xmlns:a16="http://schemas.microsoft.com/office/drawing/2014/main" id="{20C681F8-119F-427E-8FE1-69B830E13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91" name="Rectangle 96">
              <a:extLst>
                <a:ext uri="{FF2B5EF4-FFF2-40B4-BE49-F238E27FC236}">
                  <a16:creationId xmlns:a16="http://schemas.microsoft.com/office/drawing/2014/main" id="{855F6475-88B9-4D1E-9452-6D3DE7AD8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92" name="Rectangle 97">
              <a:extLst>
                <a:ext uri="{FF2B5EF4-FFF2-40B4-BE49-F238E27FC236}">
                  <a16:creationId xmlns:a16="http://schemas.microsoft.com/office/drawing/2014/main" id="{3FC45734-577D-4542-BABD-BA6EC0314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93" name="Line 98">
              <a:extLst>
                <a:ext uri="{FF2B5EF4-FFF2-40B4-BE49-F238E27FC236}">
                  <a16:creationId xmlns:a16="http://schemas.microsoft.com/office/drawing/2014/main" id="{629FB3A8-78F8-46A7-891C-1EC916AA64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4" name="Freeform 99">
              <a:extLst>
                <a:ext uri="{FF2B5EF4-FFF2-40B4-BE49-F238E27FC236}">
                  <a16:creationId xmlns:a16="http://schemas.microsoft.com/office/drawing/2014/main" id="{C4F4E9D9-3BD7-4E82-8C90-8230B8E8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5" name="Freeform 100">
              <a:extLst>
                <a:ext uri="{FF2B5EF4-FFF2-40B4-BE49-F238E27FC236}">
                  <a16:creationId xmlns:a16="http://schemas.microsoft.com/office/drawing/2014/main" id="{4BF9F592-3205-477E-B8FC-1F99883F3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6" name="Rectangle 101">
              <a:extLst>
                <a:ext uri="{FF2B5EF4-FFF2-40B4-BE49-F238E27FC236}">
                  <a16:creationId xmlns:a16="http://schemas.microsoft.com/office/drawing/2014/main" id="{B450D094-E962-4FE0-A663-5C4F20857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97" name="Rectangle 124">
              <a:extLst>
                <a:ext uri="{FF2B5EF4-FFF2-40B4-BE49-F238E27FC236}">
                  <a16:creationId xmlns:a16="http://schemas.microsoft.com/office/drawing/2014/main" id="{D1519A4B-DECB-4AED-A183-A0D99DBE3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98" name="Line 125">
              <a:extLst>
                <a:ext uri="{FF2B5EF4-FFF2-40B4-BE49-F238E27FC236}">
                  <a16:creationId xmlns:a16="http://schemas.microsoft.com/office/drawing/2014/main" id="{E2A21232-4139-4274-931D-ACC7F98D3D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9" name="Freeform 126">
              <a:extLst>
                <a:ext uri="{FF2B5EF4-FFF2-40B4-BE49-F238E27FC236}">
                  <a16:creationId xmlns:a16="http://schemas.microsoft.com/office/drawing/2014/main" id="{81EC3506-22D2-4B19-974F-272CFC85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0" name="Freeform 127">
              <a:extLst>
                <a:ext uri="{FF2B5EF4-FFF2-40B4-BE49-F238E27FC236}">
                  <a16:creationId xmlns:a16="http://schemas.microsoft.com/office/drawing/2014/main" id="{DED84A48-E782-48E5-9D9A-BBE43FFF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1" name="Freeform 128">
              <a:extLst>
                <a:ext uri="{FF2B5EF4-FFF2-40B4-BE49-F238E27FC236}">
                  <a16:creationId xmlns:a16="http://schemas.microsoft.com/office/drawing/2014/main" id="{3AC6362C-5660-4CC2-BED5-E7FEF32D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2" name="Freeform 129">
              <a:extLst>
                <a:ext uri="{FF2B5EF4-FFF2-40B4-BE49-F238E27FC236}">
                  <a16:creationId xmlns:a16="http://schemas.microsoft.com/office/drawing/2014/main" id="{02487EC6-3182-4FC9-93C0-74CCF5E52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3" name="Line 130">
              <a:extLst>
                <a:ext uri="{FF2B5EF4-FFF2-40B4-BE49-F238E27FC236}">
                  <a16:creationId xmlns:a16="http://schemas.microsoft.com/office/drawing/2014/main" id="{5D55C800-5EC0-474B-A907-905584296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4" name="Rectangle 131">
              <a:extLst>
                <a:ext uri="{FF2B5EF4-FFF2-40B4-BE49-F238E27FC236}">
                  <a16:creationId xmlns:a16="http://schemas.microsoft.com/office/drawing/2014/main" id="{E237D93F-24D2-46E4-83A5-AE3F4A49A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305" name="Rectangle 132">
              <a:extLst>
                <a:ext uri="{FF2B5EF4-FFF2-40B4-BE49-F238E27FC236}">
                  <a16:creationId xmlns:a16="http://schemas.microsoft.com/office/drawing/2014/main" id="{E284B98B-0A22-4287-A2B8-A8A902DCD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306" name="Rectangle 133">
              <a:extLst>
                <a:ext uri="{FF2B5EF4-FFF2-40B4-BE49-F238E27FC236}">
                  <a16:creationId xmlns:a16="http://schemas.microsoft.com/office/drawing/2014/main" id="{5EA506A8-139D-4D82-8809-173597BB2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307" name="Rectangle 134">
              <a:extLst>
                <a:ext uri="{FF2B5EF4-FFF2-40B4-BE49-F238E27FC236}">
                  <a16:creationId xmlns:a16="http://schemas.microsoft.com/office/drawing/2014/main" id="{D0FAF440-7B1B-4D63-A018-FBC18933F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308" name="Rectangle 135">
              <a:extLst>
                <a:ext uri="{FF2B5EF4-FFF2-40B4-BE49-F238E27FC236}">
                  <a16:creationId xmlns:a16="http://schemas.microsoft.com/office/drawing/2014/main" id="{B62FE7D5-4B3C-468B-9D1C-275C0FB8E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309" name="Rectangle 136">
              <a:extLst>
                <a:ext uri="{FF2B5EF4-FFF2-40B4-BE49-F238E27FC236}">
                  <a16:creationId xmlns:a16="http://schemas.microsoft.com/office/drawing/2014/main" id="{88F697AF-7E50-4DC4-BB00-F894E65F2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310" name="Line 137">
              <a:extLst>
                <a:ext uri="{FF2B5EF4-FFF2-40B4-BE49-F238E27FC236}">
                  <a16:creationId xmlns:a16="http://schemas.microsoft.com/office/drawing/2014/main" id="{ABBC2CA2-5C90-4C66-A3E8-0B9658A57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1" name="Freeform 138">
              <a:extLst>
                <a:ext uri="{FF2B5EF4-FFF2-40B4-BE49-F238E27FC236}">
                  <a16:creationId xmlns:a16="http://schemas.microsoft.com/office/drawing/2014/main" id="{7022D531-FA24-433E-A134-3A190CA89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2" name="Freeform 139">
              <a:extLst>
                <a:ext uri="{FF2B5EF4-FFF2-40B4-BE49-F238E27FC236}">
                  <a16:creationId xmlns:a16="http://schemas.microsoft.com/office/drawing/2014/main" id="{09C21B82-C04E-42BB-AD5E-A9745954D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3" name="Freeform 140">
              <a:extLst>
                <a:ext uri="{FF2B5EF4-FFF2-40B4-BE49-F238E27FC236}">
                  <a16:creationId xmlns:a16="http://schemas.microsoft.com/office/drawing/2014/main" id="{C2ECB9B4-B9A0-4BD1-9FFF-BE30827E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4" name="Freeform 141">
              <a:extLst>
                <a:ext uri="{FF2B5EF4-FFF2-40B4-BE49-F238E27FC236}">
                  <a16:creationId xmlns:a16="http://schemas.microsoft.com/office/drawing/2014/main" id="{2324457B-2474-4399-B05A-D5F480147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5" name="Line 142">
              <a:extLst>
                <a:ext uri="{FF2B5EF4-FFF2-40B4-BE49-F238E27FC236}">
                  <a16:creationId xmlns:a16="http://schemas.microsoft.com/office/drawing/2014/main" id="{92C16F09-4C85-41BA-954F-93C319BEE4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6" name="Line 143">
              <a:extLst>
                <a:ext uri="{FF2B5EF4-FFF2-40B4-BE49-F238E27FC236}">
                  <a16:creationId xmlns:a16="http://schemas.microsoft.com/office/drawing/2014/main" id="{A3B0CA6B-AA64-4D54-A008-655FE7D45C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7" name="Freeform 144">
              <a:extLst>
                <a:ext uri="{FF2B5EF4-FFF2-40B4-BE49-F238E27FC236}">
                  <a16:creationId xmlns:a16="http://schemas.microsoft.com/office/drawing/2014/main" id="{CD52F23C-D414-4078-9156-E58EC0B9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8" name="Line 145">
              <a:extLst>
                <a:ext uri="{FF2B5EF4-FFF2-40B4-BE49-F238E27FC236}">
                  <a16:creationId xmlns:a16="http://schemas.microsoft.com/office/drawing/2014/main" id="{BD429D54-C1A1-412E-B5BE-16EFEE7E72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9" name="Line 146">
              <a:extLst>
                <a:ext uri="{FF2B5EF4-FFF2-40B4-BE49-F238E27FC236}">
                  <a16:creationId xmlns:a16="http://schemas.microsoft.com/office/drawing/2014/main" id="{CC6C8ABC-80BF-4235-B2E0-A3E5799505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20" name="Rectangle 147">
              <a:extLst>
                <a:ext uri="{FF2B5EF4-FFF2-40B4-BE49-F238E27FC236}">
                  <a16:creationId xmlns:a16="http://schemas.microsoft.com/office/drawing/2014/main" id="{109ABAE5-6404-4932-A623-5D319913E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38242" name="Group 2">
            <a:extLst>
              <a:ext uri="{FF2B5EF4-FFF2-40B4-BE49-F238E27FC236}">
                <a16:creationId xmlns:a16="http://schemas.microsoft.com/office/drawing/2014/main" id="{C4BB89FE-B5F5-4717-A912-0126643DAEE2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8252" name="Line 77">
              <a:extLst>
                <a:ext uri="{FF2B5EF4-FFF2-40B4-BE49-F238E27FC236}">
                  <a16:creationId xmlns:a16="http://schemas.microsoft.com/office/drawing/2014/main" id="{33AF3C6F-56AD-4A84-AF90-FE7321A99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3" name="Line 78">
              <a:extLst>
                <a:ext uri="{FF2B5EF4-FFF2-40B4-BE49-F238E27FC236}">
                  <a16:creationId xmlns:a16="http://schemas.microsoft.com/office/drawing/2014/main" id="{4B8517F7-0C04-4EAD-8C52-D68BC93D07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4" name="Rectangle 80">
              <a:extLst>
                <a:ext uri="{FF2B5EF4-FFF2-40B4-BE49-F238E27FC236}">
                  <a16:creationId xmlns:a16="http://schemas.microsoft.com/office/drawing/2014/main" id="{DCFFD6B4-5A92-4ECD-A63D-A532EA34A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55" name="Rectangle 81">
              <a:extLst>
                <a:ext uri="{FF2B5EF4-FFF2-40B4-BE49-F238E27FC236}">
                  <a16:creationId xmlns:a16="http://schemas.microsoft.com/office/drawing/2014/main" id="{3D10A3DB-BBC1-4613-9299-C59A92114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56" name="Rectangle 82">
              <a:extLst>
                <a:ext uri="{FF2B5EF4-FFF2-40B4-BE49-F238E27FC236}">
                  <a16:creationId xmlns:a16="http://schemas.microsoft.com/office/drawing/2014/main" id="{6D2EA663-7D97-4138-B13C-D50B39FFE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57" name="Rectangle 83">
              <a:extLst>
                <a:ext uri="{FF2B5EF4-FFF2-40B4-BE49-F238E27FC236}">
                  <a16:creationId xmlns:a16="http://schemas.microsoft.com/office/drawing/2014/main" id="{073845E5-77DA-4004-915D-6624DD42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58" name="Rectangle 84">
              <a:extLst>
                <a:ext uri="{FF2B5EF4-FFF2-40B4-BE49-F238E27FC236}">
                  <a16:creationId xmlns:a16="http://schemas.microsoft.com/office/drawing/2014/main" id="{3D731206-598C-462B-BC00-66D7E932D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59" name="Rectangle 85">
              <a:extLst>
                <a:ext uri="{FF2B5EF4-FFF2-40B4-BE49-F238E27FC236}">
                  <a16:creationId xmlns:a16="http://schemas.microsoft.com/office/drawing/2014/main" id="{931DB446-D81A-4F0A-8DC3-161050881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0" name="Rectangle 86">
              <a:extLst>
                <a:ext uri="{FF2B5EF4-FFF2-40B4-BE49-F238E27FC236}">
                  <a16:creationId xmlns:a16="http://schemas.microsoft.com/office/drawing/2014/main" id="{7E0FB1CD-1973-425E-968D-0A3F3CA9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1" name="Rectangle 87">
              <a:extLst>
                <a:ext uri="{FF2B5EF4-FFF2-40B4-BE49-F238E27FC236}">
                  <a16:creationId xmlns:a16="http://schemas.microsoft.com/office/drawing/2014/main" id="{A7256FA5-6AFD-459D-AB73-8757647E5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2" name="Rectangle 88">
              <a:extLst>
                <a:ext uri="{FF2B5EF4-FFF2-40B4-BE49-F238E27FC236}">
                  <a16:creationId xmlns:a16="http://schemas.microsoft.com/office/drawing/2014/main" id="{95FD47E7-4B65-499E-B81D-DAB9BAD4B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3" name="Rectangle 89">
              <a:extLst>
                <a:ext uri="{FF2B5EF4-FFF2-40B4-BE49-F238E27FC236}">
                  <a16:creationId xmlns:a16="http://schemas.microsoft.com/office/drawing/2014/main" id="{86EE6FF2-E544-4FBA-A980-00ACA41A7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4" name="Rectangle 90">
              <a:extLst>
                <a:ext uri="{FF2B5EF4-FFF2-40B4-BE49-F238E27FC236}">
                  <a16:creationId xmlns:a16="http://schemas.microsoft.com/office/drawing/2014/main" id="{1F20A678-8D1A-47C9-8F05-71B5E0103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5" name="Rectangle 91">
              <a:extLst>
                <a:ext uri="{FF2B5EF4-FFF2-40B4-BE49-F238E27FC236}">
                  <a16:creationId xmlns:a16="http://schemas.microsoft.com/office/drawing/2014/main" id="{FAB4C621-E831-452C-891D-AC23360FC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6" name="Rectangle 92">
              <a:extLst>
                <a:ext uri="{FF2B5EF4-FFF2-40B4-BE49-F238E27FC236}">
                  <a16:creationId xmlns:a16="http://schemas.microsoft.com/office/drawing/2014/main" id="{B3730F59-3DC9-493B-B101-D4FD06576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7" name="Rectangle 93">
              <a:extLst>
                <a:ext uri="{FF2B5EF4-FFF2-40B4-BE49-F238E27FC236}">
                  <a16:creationId xmlns:a16="http://schemas.microsoft.com/office/drawing/2014/main" id="{8F386210-EAF9-4A93-9FBC-A8DDF2CD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8" name="Rectangle 102">
              <a:extLst>
                <a:ext uri="{FF2B5EF4-FFF2-40B4-BE49-F238E27FC236}">
                  <a16:creationId xmlns:a16="http://schemas.microsoft.com/office/drawing/2014/main" id="{445CECB8-3E0B-4741-8B2F-87F3E8B2A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69" name="Rectangle 103">
              <a:extLst>
                <a:ext uri="{FF2B5EF4-FFF2-40B4-BE49-F238E27FC236}">
                  <a16:creationId xmlns:a16="http://schemas.microsoft.com/office/drawing/2014/main" id="{A4DDA4DC-4443-48E7-A309-5592E04F4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0" name="Rectangle 104">
              <a:extLst>
                <a:ext uri="{FF2B5EF4-FFF2-40B4-BE49-F238E27FC236}">
                  <a16:creationId xmlns:a16="http://schemas.microsoft.com/office/drawing/2014/main" id="{70474888-C564-4D58-8549-9448561DB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1" name="Rectangle 105">
              <a:extLst>
                <a:ext uri="{FF2B5EF4-FFF2-40B4-BE49-F238E27FC236}">
                  <a16:creationId xmlns:a16="http://schemas.microsoft.com/office/drawing/2014/main" id="{861B6361-410E-48EA-B426-ADA350B39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2" name="Rectangle 106">
              <a:extLst>
                <a:ext uri="{FF2B5EF4-FFF2-40B4-BE49-F238E27FC236}">
                  <a16:creationId xmlns:a16="http://schemas.microsoft.com/office/drawing/2014/main" id="{8DFD910E-9A33-4383-8D0C-1D37FF708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3" name="Rectangle 107">
              <a:extLst>
                <a:ext uri="{FF2B5EF4-FFF2-40B4-BE49-F238E27FC236}">
                  <a16:creationId xmlns:a16="http://schemas.microsoft.com/office/drawing/2014/main" id="{165B014C-68A5-4FB1-B2A5-538240D68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4" name="Rectangle 108">
              <a:extLst>
                <a:ext uri="{FF2B5EF4-FFF2-40B4-BE49-F238E27FC236}">
                  <a16:creationId xmlns:a16="http://schemas.microsoft.com/office/drawing/2014/main" id="{B9A1D787-0A58-44BF-AC22-F5F753CFF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5" name="Rectangle 109">
              <a:extLst>
                <a:ext uri="{FF2B5EF4-FFF2-40B4-BE49-F238E27FC236}">
                  <a16:creationId xmlns:a16="http://schemas.microsoft.com/office/drawing/2014/main" id="{8608FADF-F95A-4A5A-8891-ED4456294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6" name="Rectangle 110">
              <a:extLst>
                <a:ext uri="{FF2B5EF4-FFF2-40B4-BE49-F238E27FC236}">
                  <a16:creationId xmlns:a16="http://schemas.microsoft.com/office/drawing/2014/main" id="{ED5570AE-F433-4000-B931-ABAEDE547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7" name="Rectangle 111">
              <a:extLst>
                <a:ext uri="{FF2B5EF4-FFF2-40B4-BE49-F238E27FC236}">
                  <a16:creationId xmlns:a16="http://schemas.microsoft.com/office/drawing/2014/main" id="{C970D933-43FE-4E3D-A182-4BC8B8A02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8" name="Rectangle 112">
              <a:extLst>
                <a:ext uri="{FF2B5EF4-FFF2-40B4-BE49-F238E27FC236}">
                  <a16:creationId xmlns:a16="http://schemas.microsoft.com/office/drawing/2014/main" id="{1B95DB3C-AD6C-43AC-9B9E-A15F8AAC9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79" name="Rectangle 113">
              <a:extLst>
                <a:ext uri="{FF2B5EF4-FFF2-40B4-BE49-F238E27FC236}">
                  <a16:creationId xmlns:a16="http://schemas.microsoft.com/office/drawing/2014/main" id="{079630B0-99BC-425F-809A-4AF67362E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0" name="Rectangle 114">
              <a:extLst>
                <a:ext uri="{FF2B5EF4-FFF2-40B4-BE49-F238E27FC236}">
                  <a16:creationId xmlns:a16="http://schemas.microsoft.com/office/drawing/2014/main" id="{E209242F-FC9C-4C64-8EDB-6724ABC3D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1" name="Rectangle 115">
              <a:extLst>
                <a:ext uri="{FF2B5EF4-FFF2-40B4-BE49-F238E27FC236}">
                  <a16:creationId xmlns:a16="http://schemas.microsoft.com/office/drawing/2014/main" id="{338ACD4D-55E3-4691-A9FA-394E2D8AD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2" name="Rectangle 116">
              <a:extLst>
                <a:ext uri="{FF2B5EF4-FFF2-40B4-BE49-F238E27FC236}">
                  <a16:creationId xmlns:a16="http://schemas.microsoft.com/office/drawing/2014/main" id="{B879A952-E738-462B-BAD3-C8748E24B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3" name="Rectangle 117">
              <a:extLst>
                <a:ext uri="{FF2B5EF4-FFF2-40B4-BE49-F238E27FC236}">
                  <a16:creationId xmlns:a16="http://schemas.microsoft.com/office/drawing/2014/main" id="{E7EA8BA5-6161-4B91-9FB3-40CDB05E0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4" name="Rectangle 118">
              <a:extLst>
                <a:ext uri="{FF2B5EF4-FFF2-40B4-BE49-F238E27FC236}">
                  <a16:creationId xmlns:a16="http://schemas.microsoft.com/office/drawing/2014/main" id="{5722EC8A-4896-4B61-A64B-C59D6D6DE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5" name="Rectangle 119">
              <a:extLst>
                <a:ext uri="{FF2B5EF4-FFF2-40B4-BE49-F238E27FC236}">
                  <a16:creationId xmlns:a16="http://schemas.microsoft.com/office/drawing/2014/main" id="{90D1F580-68F8-471E-87E2-CBE2F8D6F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6" name="Rectangle 120">
              <a:extLst>
                <a:ext uri="{FF2B5EF4-FFF2-40B4-BE49-F238E27FC236}">
                  <a16:creationId xmlns:a16="http://schemas.microsoft.com/office/drawing/2014/main" id="{45B9F52B-59BC-4F2C-A1C9-1DADC352E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7" name="Rectangle 121">
              <a:extLst>
                <a:ext uri="{FF2B5EF4-FFF2-40B4-BE49-F238E27FC236}">
                  <a16:creationId xmlns:a16="http://schemas.microsoft.com/office/drawing/2014/main" id="{48321F53-05A4-4FA4-8B42-7DD652AE8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8" name="Rectangle 122">
              <a:extLst>
                <a:ext uri="{FF2B5EF4-FFF2-40B4-BE49-F238E27FC236}">
                  <a16:creationId xmlns:a16="http://schemas.microsoft.com/office/drawing/2014/main" id="{C1C15A17-8192-4D57-87F8-E6A354C25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8289" name="Rectangle 123">
              <a:extLst>
                <a:ext uri="{FF2B5EF4-FFF2-40B4-BE49-F238E27FC236}">
                  <a16:creationId xmlns:a16="http://schemas.microsoft.com/office/drawing/2014/main" id="{97B7CCFB-2686-4B5A-96B7-685F5830E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8243" name="TextBox 125">
            <a:extLst>
              <a:ext uri="{FF2B5EF4-FFF2-40B4-BE49-F238E27FC236}">
                <a16:creationId xmlns:a16="http://schemas.microsoft.com/office/drawing/2014/main" id="{6794C17E-FAC7-4025-947E-117114CBF4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8244" name="TextBox 16">
            <a:extLst>
              <a:ext uri="{FF2B5EF4-FFF2-40B4-BE49-F238E27FC236}">
                <a16:creationId xmlns:a16="http://schemas.microsoft.com/office/drawing/2014/main" id="{23D50271-B15A-402A-8395-DC74C878D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43957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8245" name="TextBox 16">
            <a:extLst>
              <a:ext uri="{FF2B5EF4-FFF2-40B4-BE49-F238E27FC236}">
                <a16:creationId xmlns:a16="http://schemas.microsoft.com/office/drawing/2014/main" id="{5FD12A83-94EC-4D41-BAFA-E6B4FD1F9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8313" y="5343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8246" name="TextBox 16">
            <a:extLst>
              <a:ext uri="{FF2B5EF4-FFF2-40B4-BE49-F238E27FC236}">
                <a16:creationId xmlns:a16="http://schemas.microsoft.com/office/drawing/2014/main" id="{EF65F0A1-8DFC-406B-A356-AE69C5702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100" y="38100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8247" name="TextBox 16">
            <a:extLst>
              <a:ext uri="{FF2B5EF4-FFF2-40B4-BE49-F238E27FC236}">
                <a16:creationId xmlns:a16="http://schemas.microsoft.com/office/drawing/2014/main" id="{EE7088F0-41AB-416C-8A76-79C84A9FBB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3227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8248" name="TextBox 16">
            <a:extLst>
              <a:ext uri="{FF2B5EF4-FFF2-40B4-BE49-F238E27FC236}">
                <a16:creationId xmlns:a16="http://schemas.microsoft.com/office/drawing/2014/main" id="{B884218C-1F54-4736-A1CA-1F01440C72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9133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8249" name="TextBox 16">
            <a:extLst>
              <a:ext uri="{FF2B5EF4-FFF2-40B4-BE49-F238E27FC236}">
                <a16:creationId xmlns:a16="http://schemas.microsoft.com/office/drawing/2014/main" id="{1C62C0CD-6CEB-454F-A8C7-EDCC86D45F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3" y="55133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8250" name="Rectangle 82">
            <a:extLst>
              <a:ext uri="{FF2B5EF4-FFF2-40B4-BE49-F238E27FC236}">
                <a16:creationId xmlns:a16="http://schemas.microsoft.com/office/drawing/2014/main" id="{3C7BA2C7-DB58-4629-8A42-C06C16745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1533525"/>
            <a:ext cx="2389187" cy="2286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38251" name="Title 1">
            <a:extLst>
              <a:ext uri="{FF2B5EF4-FFF2-40B4-BE49-F238E27FC236}">
                <a16:creationId xmlns:a16="http://schemas.microsoft.com/office/drawing/2014/main" id="{33E0F92A-705A-49B8-90C3-1D103C285FAB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</p:spTree>
    <p:extLst>
      <p:ext uri="{BB962C8B-B14F-4D97-AF65-F5344CB8AC3E}">
        <p14:creationId xmlns:p14="http://schemas.microsoft.com/office/powerpoint/2010/main" val="265752459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5" name="Group 1">
            <a:extLst>
              <a:ext uri="{FF2B5EF4-FFF2-40B4-BE49-F238E27FC236}">
                <a16:creationId xmlns:a16="http://schemas.microsoft.com/office/drawing/2014/main" id="{C4DF0776-EA8B-4C6B-B6DF-DAA29A4D5F8A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39314" name="Rectangle 95">
              <a:extLst>
                <a:ext uri="{FF2B5EF4-FFF2-40B4-BE49-F238E27FC236}">
                  <a16:creationId xmlns:a16="http://schemas.microsoft.com/office/drawing/2014/main" id="{40E0B1D0-2B04-48F8-9D99-08E912E07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5" name="Rectangle 96">
              <a:extLst>
                <a:ext uri="{FF2B5EF4-FFF2-40B4-BE49-F238E27FC236}">
                  <a16:creationId xmlns:a16="http://schemas.microsoft.com/office/drawing/2014/main" id="{A09CD978-D195-4FD4-B477-B0B7CA2CC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6" name="Rectangle 97">
              <a:extLst>
                <a:ext uri="{FF2B5EF4-FFF2-40B4-BE49-F238E27FC236}">
                  <a16:creationId xmlns:a16="http://schemas.microsoft.com/office/drawing/2014/main" id="{AE772C61-F5B6-45EA-A14A-811D9E421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7" name="Line 98">
              <a:extLst>
                <a:ext uri="{FF2B5EF4-FFF2-40B4-BE49-F238E27FC236}">
                  <a16:creationId xmlns:a16="http://schemas.microsoft.com/office/drawing/2014/main" id="{B4A3B506-A975-43A5-BA8F-635566722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18" name="Freeform 99">
              <a:extLst>
                <a:ext uri="{FF2B5EF4-FFF2-40B4-BE49-F238E27FC236}">
                  <a16:creationId xmlns:a16="http://schemas.microsoft.com/office/drawing/2014/main" id="{023EA4A5-1057-4E18-AB58-2AA13135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19" name="Freeform 100">
              <a:extLst>
                <a:ext uri="{FF2B5EF4-FFF2-40B4-BE49-F238E27FC236}">
                  <a16:creationId xmlns:a16="http://schemas.microsoft.com/office/drawing/2014/main" id="{F88D01DD-BD2C-4008-9321-1102BC377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0" name="Rectangle 101">
              <a:extLst>
                <a:ext uri="{FF2B5EF4-FFF2-40B4-BE49-F238E27FC236}">
                  <a16:creationId xmlns:a16="http://schemas.microsoft.com/office/drawing/2014/main" id="{BB9701A6-1E06-49D1-B9F3-32863737F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21" name="Rectangle 124">
              <a:extLst>
                <a:ext uri="{FF2B5EF4-FFF2-40B4-BE49-F238E27FC236}">
                  <a16:creationId xmlns:a16="http://schemas.microsoft.com/office/drawing/2014/main" id="{FC82A791-F50A-4577-9A07-A6F5164B0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22" name="Line 125">
              <a:extLst>
                <a:ext uri="{FF2B5EF4-FFF2-40B4-BE49-F238E27FC236}">
                  <a16:creationId xmlns:a16="http://schemas.microsoft.com/office/drawing/2014/main" id="{5A0108D9-2E1D-4C0D-A558-25AE1C1DD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3" name="Freeform 126">
              <a:extLst>
                <a:ext uri="{FF2B5EF4-FFF2-40B4-BE49-F238E27FC236}">
                  <a16:creationId xmlns:a16="http://schemas.microsoft.com/office/drawing/2014/main" id="{212CD0E6-3541-4B50-8F11-64E7AFE0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4" name="Freeform 127">
              <a:extLst>
                <a:ext uri="{FF2B5EF4-FFF2-40B4-BE49-F238E27FC236}">
                  <a16:creationId xmlns:a16="http://schemas.microsoft.com/office/drawing/2014/main" id="{BCEA577D-1409-4B96-9519-F2B00280F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5" name="Freeform 128">
              <a:extLst>
                <a:ext uri="{FF2B5EF4-FFF2-40B4-BE49-F238E27FC236}">
                  <a16:creationId xmlns:a16="http://schemas.microsoft.com/office/drawing/2014/main" id="{38736CB0-A95C-40A2-9BBF-5660ECCE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6" name="Freeform 129">
              <a:extLst>
                <a:ext uri="{FF2B5EF4-FFF2-40B4-BE49-F238E27FC236}">
                  <a16:creationId xmlns:a16="http://schemas.microsoft.com/office/drawing/2014/main" id="{5F624A1E-219C-4ADD-B15B-0B1702FF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7" name="Line 130">
              <a:extLst>
                <a:ext uri="{FF2B5EF4-FFF2-40B4-BE49-F238E27FC236}">
                  <a16:creationId xmlns:a16="http://schemas.microsoft.com/office/drawing/2014/main" id="{D25E2A35-18F5-44F3-BBEE-095F6EDF4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8" name="Rectangle 131">
              <a:extLst>
                <a:ext uri="{FF2B5EF4-FFF2-40B4-BE49-F238E27FC236}">
                  <a16:creationId xmlns:a16="http://schemas.microsoft.com/office/drawing/2014/main" id="{2E88FDAD-A42F-4612-BDD6-7CE8FF71B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29" name="Rectangle 132">
              <a:extLst>
                <a:ext uri="{FF2B5EF4-FFF2-40B4-BE49-F238E27FC236}">
                  <a16:creationId xmlns:a16="http://schemas.microsoft.com/office/drawing/2014/main" id="{49F5E51E-E21E-4EC2-8653-8E2C28F4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30" name="Rectangle 133">
              <a:extLst>
                <a:ext uri="{FF2B5EF4-FFF2-40B4-BE49-F238E27FC236}">
                  <a16:creationId xmlns:a16="http://schemas.microsoft.com/office/drawing/2014/main" id="{F75BFDF6-31BA-4BAA-BA5D-55D1C51A0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31" name="Rectangle 134">
              <a:extLst>
                <a:ext uri="{FF2B5EF4-FFF2-40B4-BE49-F238E27FC236}">
                  <a16:creationId xmlns:a16="http://schemas.microsoft.com/office/drawing/2014/main" id="{EE0105E3-A402-4EB1-9B92-3FAE77A3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32" name="Rectangle 135">
              <a:extLst>
                <a:ext uri="{FF2B5EF4-FFF2-40B4-BE49-F238E27FC236}">
                  <a16:creationId xmlns:a16="http://schemas.microsoft.com/office/drawing/2014/main" id="{3E671217-BE7B-472E-AA5C-1543F94EC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33" name="Rectangle 136">
              <a:extLst>
                <a:ext uri="{FF2B5EF4-FFF2-40B4-BE49-F238E27FC236}">
                  <a16:creationId xmlns:a16="http://schemas.microsoft.com/office/drawing/2014/main" id="{7CAA9F40-21E0-4D0B-BD9D-56C1FEB72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34" name="Line 137">
              <a:extLst>
                <a:ext uri="{FF2B5EF4-FFF2-40B4-BE49-F238E27FC236}">
                  <a16:creationId xmlns:a16="http://schemas.microsoft.com/office/drawing/2014/main" id="{3E9F051E-3A37-4F11-A897-A0EFE017E8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5" name="Freeform 138">
              <a:extLst>
                <a:ext uri="{FF2B5EF4-FFF2-40B4-BE49-F238E27FC236}">
                  <a16:creationId xmlns:a16="http://schemas.microsoft.com/office/drawing/2014/main" id="{DE0FBE81-45F7-4A0C-A765-BE8D420D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6" name="Freeform 139">
              <a:extLst>
                <a:ext uri="{FF2B5EF4-FFF2-40B4-BE49-F238E27FC236}">
                  <a16:creationId xmlns:a16="http://schemas.microsoft.com/office/drawing/2014/main" id="{DB881466-A475-44F5-A3F5-D400E8FE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7" name="Freeform 140">
              <a:extLst>
                <a:ext uri="{FF2B5EF4-FFF2-40B4-BE49-F238E27FC236}">
                  <a16:creationId xmlns:a16="http://schemas.microsoft.com/office/drawing/2014/main" id="{D1EF0EDD-4A45-49A9-BD75-F44A8FE7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8" name="Freeform 141">
              <a:extLst>
                <a:ext uri="{FF2B5EF4-FFF2-40B4-BE49-F238E27FC236}">
                  <a16:creationId xmlns:a16="http://schemas.microsoft.com/office/drawing/2014/main" id="{6BF60450-BB26-4C0F-87DA-ED7A8500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9" name="Line 142">
              <a:extLst>
                <a:ext uri="{FF2B5EF4-FFF2-40B4-BE49-F238E27FC236}">
                  <a16:creationId xmlns:a16="http://schemas.microsoft.com/office/drawing/2014/main" id="{5856B876-3522-4E9B-A65F-6287B01D7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0" name="Line 143">
              <a:extLst>
                <a:ext uri="{FF2B5EF4-FFF2-40B4-BE49-F238E27FC236}">
                  <a16:creationId xmlns:a16="http://schemas.microsoft.com/office/drawing/2014/main" id="{FA053C56-42B0-4D29-A1CC-35F86AC0A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1" name="Freeform 144">
              <a:extLst>
                <a:ext uri="{FF2B5EF4-FFF2-40B4-BE49-F238E27FC236}">
                  <a16:creationId xmlns:a16="http://schemas.microsoft.com/office/drawing/2014/main" id="{370881DD-3444-4A3A-B652-197559EA2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2" name="Line 145">
              <a:extLst>
                <a:ext uri="{FF2B5EF4-FFF2-40B4-BE49-F238E27FC236}">
                  <a16:creationId xmlns:a16="http://schemas.microsoft.com/office/drawing/2014/main" id="{7237CEFB-2325-4B3F-A5E7-17ED9CFE78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3" name="Line 146">
              <a:extLst>
                <a:ext uri="{FF2B5EF4-FFF2-40B4-BE49-F238E27FC236}">
                  <a16:creationId xmlns:a16="http://schemas.microsoft.com/office/drawing/2014/main" id="{287B2A94-1957-47BF-90E5-38D490312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4" name="Rectangle 147">
              <a:extLst>
                <a:ext uri="{FF2B5EF4-FFF2-40B4-BE49-F238E27FC236}">
                  <a16:creationId xmlns:a16="http://schemas.microsoft.com/office/drawing/2014/main" id="{FA00B605-3949-4C2D-BE82-F6DB3C049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39266" name="Group 2">
            <a:extLst>
              <a:ext uri="{FF2B5EF4-FFF2-40B4-BE49-F238E27FC236}">
                <a16:creationId xmlns:a16="http://schemas.microsoft.com/office/drawing/2014/main" id="{44079098-C04F-45AB-98CD-A80B0361167E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39276" name="Line 77">
              <a:extLst>
                <a:ext uri="{FF2B5EF4-FFF2-40B4-BE49-F238E27FC236}">
                  <a16:creationId xmlns:a16="http://schemas.microsoft.com/office/drawing/2014/main" id="{FB030F81-7E86-48F5-86BF-DD035CD50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7" name="Line 78">
              <a:extLst>
                <a:ext uri="{FF2B5EF4-FFF2-40B4-BE49-F238E27FC236}">
                  <a16:creationId xmlns:a16="http://schemas.microsoft.com/office/drawing/2014/main" id="{FC072AD8-E03F-4C9A-B87F-C7B0BB0213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8" name="Rectangle 80">
              <a:extLst>
                <a:ext uri="{FF2B5EF4-FFF2-40B4-BE49-F238E27FC236}">
                  <a16:creationId xmlns:a16="http://schemas.microsoft.com/office/drawing/2014/main" id="{D4B05E3A-AD84-43FF-B00F-1746BF00F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79" name="Rectangle 81">
              <a:extLst>
                <a:ext uri="{FF2B5EF4-FFF2-40B4-BE49-F238E27FC236}">
                  <a16:creationId xmlns:a16="http://schemas.microsoft.com/office/drawing/2014/main" id="{4B813E2A-780D-4D26-AEF8-58D962918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0" name="Rectangle 82">
              <a:extLst>
                <a:ext uri="{FF2B5EF4-FFF2-40B4-BE49-F238E27FC236}">
                  <a16:creationId xmlns:a16="http://schemas.microsoft.com/office/drawing/2014/main" id="{9CC0D4EC-FE91-496F-8097-63523EB75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1" name="Rectangle 83">
              <a:extLst>
                <a:ext uri="{FF2B5EF4-FFF2-40B4-BE49-F238E27FC236}">
                  <a16:creationId xmlns:a16="http://schemas.microsoft.com/office/drawing/2014/main" id="{8F9399B2-0B49-4F60-AADD-0503FA95B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2" name="Rectangle 84">
              <a:extLst>
                <a:ext uri="{FF2B5EF4-FFF2-40B4-BE49-F238E27FC236}">
                  <a16:creationId xmlns:a16="http://schemas.microsoft.com/office/drawing/2014/main" id="{002552F4-6D68-4005-86C8-AB1AE6EF5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3" name="Rectangle 85">
              <a:extLst>
                <a:ext uri="{FF2B5EF4-FFF2-40B4-BE49-F238E27FC236}">
                  <a16:creationId xmlns:a16="http://schemas.microsoft.com/office/drawing/2014/main" id="{F6FF8B33-AA3B-4580-BE5C-B35D00D2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4" name="Rectangle 86">
              <a:extLst>
                <a:ext uri="{FF2B5EF4-FFF2-40B4-BE49-F238E27FC236}">
                  <a16:creationId xmlns:a16="http://schemas.microsoft.com/office/drawing/2014/main" id="{BDB434F8-D379-4266-BDD0-5E33EEB53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5" name="Rectangle 87">
              <a:extLst>
                <a:ext uri="{FF2B5EF4-FFF2-40B4-BE49-F238E27FC236}">
                  <a16:creationId xmlns:a16="http://schemas.microsoft.com/office/drawing/2014/main" id="{A2784F63-8A20-4004-933F-925DF665B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6" name="Rectangle 88">
              <a:extLst>
                <a:ext uri="{FF2B5EF4-FFF2-40B4-BE49-F238E27FC236}">
                  <a16:creationId xmlns:a16="http://schemas.microsoft.com/office/drawing/2014/main" id="{AF5986EB-F23B-4A25-B092-023AE8F10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7" name="Rectangle 89">
              <a:extLst>
                <a:ext uri="{FF2B5EF4-FFF2-40B4-BE49-F238E27FC236}">
                  <a16:creationId xmlns:a16="http://schemas.microsoft.com/office/drawing/2014/main" id="{A161D179-2A5C-4222-9D84-AE6DBA818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8" name="Rectangle 90">
              <a:extLst>
                <a:ext uri="{FF2B5EF4-FFF2-40B4-BE49-F238E27FC236}">
                  <a16:creationId xmlns:a16="http://schemas.microsoft.com/office/drawing/2014/main" id="{7CAC935B-0A3A-4162-A8AF-09F9C1A93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89" name="Rectangle 91">
              <a:extLst>
                <a:ext uri="{FF2B5EF4-FFF2-40B4-BE49-F238E27FC236}">
                  <a16:creationId xmlns:a16="http://schemas.microsoft.com/office/drawing/2014/main" id="{79A712E5-6F94-428E-84CA-9A07298EE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0" name="Rectangle 92">
              <a:extLst>
                <a:ext uri="{FF2B5EF4-FFF2-40B4-BE49-F238E27FC236}">
                  <a16:creationId xmlns:a16="http://schemas.microsoft.com/office/drawing/2014/main" id="{E497F332-3676-44C6-BBF5-4006342B3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1" name="Rectangle 93">
              <a:extLst>
                <a:ext uri="{FF2B5EF4-FFF2-40B4-BE49-F238E27FC236}">
                  <a16:creationId xmlns:a16="http://schemas.microsoft.com/office/drawing/2014/main" id="{D5B4BF2C-0E9E-43E5-B1C1-0A25FC9AD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2" name="Rectangle 102">
              <a:extLst>
                <a:ext uri="{FF2B5EF4-FFF2-40B4-BE49-F238E27FC236}">
                  <a16:creationId xmlns:a16="http://schemas.microsoft.com/office/drawing/2014/main" id="{5F4C438F-7638-407B-9760-6D3750841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3" name="Rectangle 103">
              <a:extLst>
                <a:ext uri="{FF2B5EF4-FFF2-40B4-BE49-F238E27FC236}">
                  <a16:creationId xmlns:a16="http://schemas.microsoft.com/office/drawing/2014/main" id="{22101084-BE7C-428F-BAB2-8F4E7DB75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4" name="Rectangle 104">
              <a:extLst>
                <a:ext uri="{FF2B5EF4-FFF2-40B4-BE49-F238E27FC236}">
                  <a16:creationId xmlns:a16="http://schemas.microsoft.com/office/drawing/2014/main" id="{FDC1C494-53E7-4AB4-87A2-E4BA43C5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5" name="Rectangle 105">
              <a:extLst>
                <a:ext uri="{FF2B5EF4-FFF2-40B4-BE49-F238E27FC236}">
                  <a16:creationId xmlns:a16="http://schemas.microsoft.com/office/drawing/2014/main" id="{0FAE6CFB-A1A1-45BB-AFD6-364344200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6" name="Rectangle 106">
              <a:extLst>
                <a:ext uri="{FF2B5EF4-FFF2-40B4-BE49-F238E27FC236}">
                  <a16:creationId xmlns:a16="http://schemas.microsoft.com/office/drawing/2014/main" id="{CF940F91-177C-48AE-AEF7-8CD1DEACD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7" name="Rectangle 107">
              <a:extLst>
                <a:ext uri="{FF2B5EF4-FFF2-40B4-BE49-F238E27FC236}">
                  <a16:creationId xmlns:a16="http://schemas.microsoft.com/office/drawing/2014/main" id="{92C63CA2-ECC4-4FD3-B990-C8610FF00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8" name="Rectangle 108">
              <a:extLst>
                <a:ext uri="{FF2B5EF4-FFF2-40B4-BE49-F238E27FC236}">
                  <a16:creationId xmlns:a16="http://schemas.microsoft.com/office/drawing/2014/main" id="{97BE178F-0D13-45F7-886B-ABB95D2DE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299" name="Rectangle 109">
              <a:extLst>
                <a:ext uri="{FF2B5EF4-FFF2-40B4-BE49-F238E27FC236}">
                  <a16:creationId xmlns:a16="http://schemas.microsoft.com/office/drawing/2014/main" id="{47897BF7-5A85-46A4-9AB8-9EB2FA856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0" name="Rectangle 110">
              <a:extLst>
                <a:ext uri="{FF2B5EF4-FFF2-40B4-BE49-F238E27FC236}">
                  <a16:creationId xmlns:a16="http://schemas.microsoft.com/office/drawing/2014/main" id="{FBA0F7D2-F478-4C90-8A5C-6DEC5EE8E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1" name="Rectangle 111">
              <a:extLst>
                <a:ext uri="{FF2B5EF4-FFF2-40B4-BE49-F238E27FC236}">
                  <a16:creationId xmlns:a16="http://schemas.microsoft.com/office/drawing/2014/main" id="{8CEEEC70-06D7-4ED9-BCE7-F16497B8B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2" name="Rectangle 112">
              <a:extLst>
                <a:ext uri="{FF2B5EF4-FFF2-40B4-BE49-F238E27FC236}">
                  <a16:creationId xmlns:a16="http://schemas.microsoft.com/office/drawing/2014/main" id="{131432A4-1528-4899-90DC-FBD526B7D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3" name="Rectangle 113">
              <a:extLst>
                <a:ext uri="{FF2B5EF4-FFF2-40B4-BE49-F238E27FC236}">
                  <a16:creationId xmlns:a16="http://schemas.microsoft.com/office/drawing/2014/main" id="{DEFF398F-423D-4844-978C-2D8AF5873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4" name="Rectangle 114">
              <a:extLst>
                <a:ext uri="{FF2B5EF4-FFF2-40B4-BE49-F238E27FC236}">
                  <a16:creationId xmlns:a16="http://schemas.microsoft.com/office/drawing/2014/main" id="{FD5D2CBF-3022-4436-9477-FFA6F11BB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5" name="Rectangle 115">
              <a:extLst>
                <a:ext uri="{FF2B5EF4-FFF2-40B4-BE49-F238E27FC236}">
                  <a16:creationId xmlns:a16="http://schemas.microsoft.com/office/drawing/2014/main" id="{F658BFA3-8AE1-4834-853F-A37696F1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6" name="Rectangle 116">
              <a:extLst>
                <a:ext uri="{FF2B5EF4-FFF2-40B4-BE49-F238E27FC236}">
                  <a16:creationId xmlns:a16="http://schemas.microsoft.com/office/drawing/2014/main" id="{E74FC84D-323E-4383-8AA1-78A28E61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7" name="Rectangle 117">
              <a:extLst>
                <a:ext uri="{FF2B5EF4-FFF2-40B4-BE49-F238E27FC236}">
                  <a16:creationId xmlns:a16="http://schemas.microsoft.com/office/drawing/2014/main" id="{4F32984A-27F6-4D5E-BF00-9BC0C5B96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8" name="Rectangle 118">
              <a:extLst>
                <a:ext uri="{FF2B5EF4-FFF2-40B4-BE49-F238E27FC236}">
                  <a16:creationId xmlns:a16="http://schemas.microsoft.com/office/drawing/2014/main" id="{B711D5BB-050F-48E8-971C-6D76C930A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09" name="Rectangle 119">
              <a:extLst>
                <a:ext uri="{FF2B5EF4-FFF2-40B4-BE49-F238E27FC236}">
                  <a16:creationId xmlns:a16="http://schemas.microsoft.com/office/drawing/2014/main" id="{9AFA76E6-F315-45EF-B811-DB6410CDA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0" name="Rectangle 120">
              <a:extLst>
                <a:ext uri="{FF2B5EF4-FFF2-40B4-BE49-F238E27FC236}">
                  <a16:creationId xmlns:a16="http://schemas.microsoft.com/office/drawing/2014/main" id="{7491BB8B-F7D7-4F4E-B641-0656484F8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1" name="Rectangle 121">
              <a:extLst>
                <a:ext uri="{FF2B5EF4-FFF2-40B4-BE49-F238E27FC236}">
                  <a16:creationId xmlns:a16="http://schemas.microsoft.com/office/drawing/2014/main" id="{276C35A7-6045-4533-896B-C50862942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2" name="Rectangle 122">
              <a:extLst>
                <a:ext uri="{FF2B5EF4-FFF2-40B4-BE49-F238E27FC236}">
                  <a16:creationId xmlns:a16="http://schemas.microsoft.com/office/drawing/2014/main" id="{387D1F81-6B4C-493E-BEAE-BD4006CE1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313" name="Rectangle 123">
              <a:extLst>
                <a:ext uri="{FF2B5EF4-FFF2-40B4-BE49-F238E27FC236}">
                  <a16:creationId xmlns:a16="http://schemas.microsoft.com/office/drawing/2014/main" id="{29833493-6EB7-40B1-AC28-7C19FB914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39267" name="TextBox 125">
            <a:extLst>
              <a:ext uri="{FF2B5EF4-FFF2-40B4-BE49-F238E27FC236}">
                <a16:creationId xmlns:a16="http://schemas.microsoft.com/office/drawing/2014/main" id="{03B7A1BF-695E-4861-A9D4-BF762C55B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39268" name="TextBox 16">
            <a:extLst>
              <a:ext uri="{FF2B5EF4-FFF2-40B4-BE49-F238E27FC236}">
                <a16:creationId xmlns:a16="http://schemas.microsoft.com/office/drawing/2014/main" id="{907C15A9-9450-49BD-971D-F6AA2B57B7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43957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9269" name="TextBox 16">
            <a:extLst>
              <a:ext uri="{FF2B5EF4-FFF2-40B4-BE49-F238E27FC236}">
                <a16:creationId xmlns:a16="http://schemas.microsoft.com/office/drawing/2014/main" id="{8F74B8CC-11EE-4ED9-93D1-DF8FA02BA4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8313" y="5343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9270" name="TextBox 16">
            <a:extLst>
              <a:ext uri="{FF2B5EF4-FFF2-40B4-BE49-F238E27FC236}">
                <a16:creationId xmlns:a16="http://schemas.microsoft.com/office/drawing/2014/main" id="{41304ECA-5389-4248-8237-019C64E69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100" y="38100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9271" name="TextBox 16">
            <a:extLst>
              <a:ext uri="{FF2B5EF4-FFF2-40B4-BE49-F238E27FC236}">
                <a16:creationId xmlns:a16="http://schemas.microsoft.com/office/drawing/2014/main" id="{6AEC9852-A93F-4E9E-A0DB-F542F31B5B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3227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9272" name="TextBox 16">
            <a:extLst>
              <a:ext uri="{FF2B5EF4-FFF2-40B4-BE49-F238E27FC236}">
                <a16:creationId xmlns:a16="http://schemas.microsoft.com/office/drawing/2014/main" id="{E215CC2B-680E-4460-9A2B-32446B5239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9133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9273" name="TextBox 16">
            <a:extLst>
              <a:ext uri="{FF2B5EF4-FFF2-40B4-BE49-F238E27FC236}">
                <a16:creationId xmlns:a16="http://schemas.microsoft.com/office/drawing/2014/main" id="{C3B6AEB8-2260-4AB2-89DA-0C9340BE2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3" y="55133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39274" name="Rectangle 82">
            <a:extLst>
              <a:ext uri="{FF2B5EF4-FFF2-40B4-BE49-F238E27FC236}">
                <a16:creationId xmlns:a16="http://schemas.microsoft.com/office/drawing/2014/main" id="{6B479C0D-0EAB-447A-B9BF-99603B384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1828800"/>
            <a:ext cx="2389187" cy="2286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39275" name="Title 1">
            <a:extLst>
              <a:ext uri="{FF2B5EF4-FFF2-40B4-BE49-F238E27FC236}">
                <a16:creationId xmlns:a16="http://schemas.microsoft.com/office/drawing/2014/main" id="{A5ADE83E-A137-45C3-ACF7-A7FACD047CDA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</p:spTree>
    <p:extLst>
      <p:ext uri="{BB962C8B-B14F-4D97-AF65-F5344CB8AC3E}">
        <p14:creationId xmlns:p14="http://schemas.microsoft.com/office/powerpoint/2010/main" val="79862160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89" name="Group 1">
            <a:extLst>
              <a:ext uri="{FF2B5EF4-FFF2-40B4-BE49-F238E27FC236}">
                <a16:creationId xmlns:a16="http://schemas.microsoft.com/office/drawing/2014/main" id="{4B1FD957-C55A-4633-AE11-829616E17AC1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40338" name="Rectangle 95">
              <a:extLst>
                <a:ext uri="{FF2B5EF4-FFF2-40B4-BE49-F238E27FC236}">
                  <a16:creationId xmlns:a16="http://schemas.microsoft.com/office/drawing/2014/main" id="{B4577514-AB5A-4FAF-9979-420E79E3E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9" name="Rectangle 96">
              <a:extLst>
                <a:ext uri="{FF2B5EF4-FFF2-40B4-BE49-F238E27FC236}">
                  <a16:creationId xmlns:a16="http://schemas.microsoft.com/office/drawing/2014/main" id="{953CCE24-3191-4B89-9627-42F3811A0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40" name="Rectangle 97">
              <a:extLst>
                <a:ext uri="{FF2B5EF4-FFF2-40B4-BE49-F238E27FC236}">
                  <a16:creationId xmlns:a16="http://schemas.microsoft.com/office/drawing/2014/main" id="{B87C0BBF-8D81-4356-B622-B59885C0B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41" name="Line 98">
              <a:extLst>
                <a:ext uri="{FF2B5EF4-FFF2-40B4-BE49-F238E27FC236}">
                  <a16:creationId xmlns:a16="http://schemas.microsoft.com/office/drawing/2014/main" id="{2EFEBB6A-3E3A-4B68-9451-BCAF94B7D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2" name="Freeform 99">
              <a:extLst>
                <a:ext uri="{FF2B5EF4-FFF2-40B4-BE49-F238E27FC236}">
                  <a16:creationId xmlns:a16="http://schemas.microsoft.com/office/drawing/2014/main" id="{4FD495FE-C3BE-440F-92D7-1F9C6C1FD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3" name="Freeform 100">
              <a:extLst>
                <a:ext uri="{FF2B5EF4-FFF2-40B4-BE49-F238E27FC236}">
                  <a16:creationId xmlns:a16="http://schemas.microsoft.com/office/drawing/2014/main" id="{C0B2A496-CDDF-4529-A958-73369278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4" name="Rectangle 101">
              <a:extLst>
                <a:ext uri="{FF2B5EF4-FFF2-40B4-BE49-F238E27FC236}">
                  <a16:creationId xmlns:a16="http://schemas.microsoft.com/office/drawing/2014/main" id="{98B41FD3-8264-4978-A318-D6DB113B3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45" name="Rectangle 124">
              <a:extLst>
                <a:ext uri="{FF2B5EF4-FFF2-40B4-BE49-F238E27FC236}">
                  <a16:creationId xmlns:a16="http://schemas.microsoft.com/office/drawing/2014/main" id="{2C8CE861-07BC-4603-81B0-280D48E93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46" name="Line 125">
              <a:extLst>
                <a:ext uri="{FF2B5EF4-FFF2-40B4-BE49-F238E27FC236}">
                  <a16:creationId xmlns:a16="http://schemas.microsoft.com/office/drawing/2014/main" id="{59810E1E-96A7-443B-A007-1104743FE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7" name="Freeform 126">
              <a:extLst>
                <a:ext uri="{FF2B5EF4-FFF2-40B4-BE49-F238E27FC236}">
                  <a16:creationId xmlns:a16="http://schemas.microsoft.com/office/drawing/2014/main" id="{8BD58A97-9CFA-48AD-914E-AB75CBC36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8" name="Freeform 127">
              <a:extLst>
                <a:ext uri="{FF2B5EF4-FFF2-40B4-BE49-F238E27FC236}">
                  <a16:creationId xmlns:a16="http://schemas.microsoft.com/office/drawing/2014/main" id="{948B450A-8C80-4144-A5B4-F9C66533D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9" name="Freeform 128">
              <a:extLst>
                <a:ext uri="{FF2B5EF4-FFF2-40B4-BE49-F238E27FC236}">
                  <a16:creationId xmlns:a16="http://schemas.microsoft.com/office/drawing/2014/main" id="{BA87AD83-0718-44B6-A3E4-844010D0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50" name="Freeform 129">
              <a:extLst>
                <a:ext uri="{FF2B5EF4-FFF2-40B4-BE49-F238E27FC236}">
                  <a16:creationId xmlns:a16="http://schemas.microsoft.com/office/drawing/2014/main" id="{65BE9DC3-39A8-4B9D-B884-9D43D700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51" name="Line 130">
              <a:extLst>
                <a:ext uri="{FF2B5EF4-FFF2-40B4-BE49-F238E27FC236}">
                  <a16:creationId xmlns:a16="http://schemas.microsoft.com/office/drawing/2014/main" id="{3D267C2B-A717-4842-9275-45D3EF27FA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52" name="Rectangle 131">
              <a:extLst>
                <a:ext uri="{FF2B5EF4-FFF2-40B4-BE49-F238E27FC236}">
                  <a16:creationId xmlns:a16="http://schemas.microsoft.com/office/drawing/2014/main" id="{F09DC07D-367D-406D-BE42-D7A1456CE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53" name="Rectangle 132">
              <a:extLst>
                <a:ext uri="{FF2B5EF4-FFF2-40B4-BE49-F238E27FC236}">
                  <a16:creationId xmlns:a16="http://schemas.microsoft.com/office/drawing/2014/main" id="{12FBC711-4B48-4987-A8E2-44C4B6DD9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54" name="Rectangle 133">
              <a:extLst>
                <a:ext uri="{FF2B5EF4-FFF2-40B4-BE49-F238E27FC236}">
                  <a16:creationId xmlns:a16="http://schemas.microsoft.com/office/drawing/2014/main" id="{C4DF6283-28F5-43FB-B537-5CEE7C300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55" name="Rectangle 134">
              <a:extLst>
                <a:ext uri="{FF2B5EF4-FFF2-40B4-BE49-F238E27FC236}">
                  <a16:creationId xmlns:a16="http://schemas.microsoft.com/office/drawing/2014/main" id="{CDD63DD6-20CB-4CDE-AD45-90E4F263D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56" name="Rectangle 135">
              <a:extLst>
                <a:ext uri="{FF2B5EF4-FFF2-40B4-BE49-F238E27FC236}">
                  <a16:creationId xmlns:a16="http://schemas.microsoft.com/office/drawing/2014/main" id="{2588BE82-9217-4A92-BCE4-DD22E404A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57" name="Rectangle 136">
              <a:extLst>
                <a:ext uri="{FF2B5EF4-FFF2-40B4-BE49-F238E27FC236}">
                  <a16:creationId xmlns:a16="http://schemas.microsoft.com/office/drawing/2014/main" id="{FD136E64-7967-47A0-921F-B62DAFAD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58" name="Line 137">
              <a:extLst>
                <a:ext uri="{FF2B5EF4-FFF2-40B4-BE49-F238E27FC236}">
                  <a16:creationId xmlns:a16="http://schemas.microsoft.com/office/drawing/2014/main" id="{9744370F-B15E-4874-9782-32445F639E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59" name="Freeform 138">
              <a:extLst>
                <a:ext uri="{FF2B5EF4-FFF2-40B4-BE49-F238E27FC236}">
                  <a16:creationId xmlns:a16="http://schemas.microsoft.com/office/drawing/2014/main" id="{482A8E7A-B3E3-4D22-8954-5A8F84A3C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0" name="Freeform 139">
              <a:extLst>
                <a:ext uri="{FF2B5EF4-FFF2-40B4-BE49-F238E27FC236}">
                  <a16:creationId xmlns:a16="http://schemas.microsoft.com/office/drawing/2014/main" id="{6B5AF7B1-8E3A-432A-ACDA-401DA0DC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1" name="Freeform 140">
              <a:extLst>
                <a:ext uri="{FF2B5EF4-FFF2-40B4-BE49-F238E27FC236}">
                  <a16:creationId xmlns:a16="http://schemas.microsoft.com/office/drawing/2014/main" id="{61BAFD6D-DC9E-4A77-9011-129A33A1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2" name="Freeform 141">
              <a:extLst>
                <a:ext uri="{FF2B5EF4-FFF2-40B4-BE49-F238E27FC236}">
                  <a16:creationId xmlns:a16="http://schemas.microsoft.com/office/drawing/2014/main" id="{9733F2E8-F3D6-48A6-88C0-8A5BEFDE2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3" name="Line 142">
              <a:extLst>
                <a:ext uri="{FF2B5EF4-FFF2-40B4-BE49-F238E27FC236}">
                  <a16:creationId xmlns:a16="http://schemas.microsoft.com/office/drawing/2014/main" id="{80063D35-B32F-4D23-A446-2D821C2E5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4" name="Line 143">
              <a:extLst>
                <a:ext uri="{FF2B5EF4-FFF2-40B4-BE49-F238E27FC236}">
                  <a16:creationId xmlns:a16="http://schemas.microsoft.com/office/drawing/2014/main" id="{A4E1992A-0FBF-46E6-9E4A-A9D8F359EA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5" name="Freeform 144">
              <a:extLst>
                <a:ext uri="{FF2B5EF4-FFF2-40B4-BE49-F238E27FC236}">
                  <a16:creationId xmlns:a16="http://schemas.microsoft.com/office/drawing/2014/main" id="{B762DB3E-A515-44CA-8015-1D6F02F7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6" name="Line 145">
              <a:extLst>
                <a:ext uri="{FF2B5EF4-FFF2-40B4-BE49-F238E27FC236}">
                  <a16:creationId xmlns:a16="http://schemas.microsoft.com/office/drawing/2014/main" id="{7192C188-3645-440B-95BC-BC85FE292F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7" name="Line 146">
              <a:extLst>
                <a:ext uri="{FF2B5EF4-FFF2-40B4-BE49-F238E27FC236}">
                  <a16:creationId xmlns:a16="http://schemas.microsoft.com/office/drawing/2014/main" id="{DBFF4F3D-EB43-4228-92E9-129E32D00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8" name="Rectangle 147">
              <a:extLst>
                <a:ext uri="{FF2B5EF4-FFF2-40B4-BE49-F238E27FC236}">
                  <a16:creationId xmlns:a16="http://schemas.microsoft.com/office/drawing/2014/main" id="{FA913FAC-321D-4CAE-B1AA-D9CD65FAD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40290" name="Group 2">
            <a:extLst>
              <a:ext uri="{FF2B5EF4-FFF2-40B4-BE49-F238E27FC236}">
                <a16:creationId xmlns:a16="http://schemas.microsoft.com/office/drawing/2014/main" id="{517CD69D-AEEB-473F-8F3F-55652DF3E9E1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40300" name="Line 77">
              <a:extLst>
                <a:ext uri="{FF2B5EF4-FFF2-40B4-BE49-F238E27FC236}">
                  <a16:creationId xmlns:a16="http://schemas.microsoft.com/office/drawing/2014/main" id="{B3D2BA15-D747-42E6-AEF2-457BA99A7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1" name="Line 78">
              <a:extLst>
                <a:ext uri="{FF2B5EF4-FFF2-40B4-BE49-F238E27FC236}">
                  <a16:creationId xmlns:a16="http://schemas.microsoft.com/office/drawing/2014/main" id="{595E0C16-7A95-4D49-8118-0E86D5EC30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2" name="Rectangle 80">
              <a:extLst>
                <a:ext uri="{FF2B5EF4-FFF2-40B4-BE49-F238E27FC236}">
                  <a16:creationId xmlns:a16="http://schemas.microsoft.com/office/drawing/2014/main" id="{52586A20-D1A9-422C-A608-1B97D8B8F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3" name="Rectangle 81">
              <a:extLst>
                <a:ext uri="{FF2B5EF4-FFF2-40B4-BE49-F238E27FC236}">
                  <a16:creationId xmlns:a16="http://schemas.microsoft.com/office/drawing/2014/main" id="{2F5825AE-CC78-4088-A6D6-2013C532E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4" name="Rectangle 82">
              <a:extLst>
                <a:ext uri="{FF2B5EF4-FFF2-40B4-BE49-F238E27FC236}">
                  <a16:creationId xmlns:a16="http://schemas.microsoft.com/office/drawing/2014/main" id="{5C21F4DF-EECA-46C8-AC5D-95802751D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5" name="Rectangle 83">
              <a:extLst>
                <a:ext uri="{FF2B5EF4-FFF2-40B4-BE49-F238E27FC236}">
                  <a16:creationId xmlns:a16="http://schemas.microsoft.com/office/drawing/2014/main" id="{4A7ABBDA-E8C0-4A25-A582-07C902BC1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6" name="Rectangle 84">
              <a:extLst>
                <a:ext uri="{FF2B5EF4-FFF2-40B4-BE49-F238E27FC236}">
                  <a16:creationId xmlns:a16="http://schemas.microsoft.com/office/drawing/2014/main" id="{B0974708-6BAB-4105-A7F0-A09ECC528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7" name="Rectangle 85">
              <a:extLst>
                <a:ext uri="{FF2B5EF4-FFF2-40B4-BE49-F238E27FC236}">
                  <a16:creationId xmlns:a16="http://schemas.microsoft.com/office/drawing/2014/main" id="{BA5CD9CA-2F96-4934-8A78-124E252BC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8" name="Rectangle 86">
              <a:extLst>
                <a:ext uri="{FF2B5EF4-FFF2-40B4-BE49-F238E27FC236}">
                  <a16:creationId xmlns:a16="http://schemas.microsoft.com/office/drawing/2014/main" id="{74DC987E-C872-48D3-94D8-70A4B7966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09" name="Rectangle 87">
              <a:extLst>
                <a:ext uri="{FF2B5EF4-FFF2-40B4-BE49-F238E27FC236}">
                  <a16:creationId xmlns:a16="http://schemas.microsoft.com/office/drawing/2014/main" id="{7189897B-719F-4700-899A-D36232D83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0" name="Rectangle 88">
              <a:extLst>
                <a:ext uri="{FF2B5EF4-FFF2-40B4-BE49-F238E27FC236}">
                  <a16:creationId xmlns:a16="http://schemas.microsoft.com/office/drawing/2014/main" id="{767E6E42-1CCF-4A8F-B841-0B8BD10C9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1" name="Rectangle 89">
              <a:extLst>
                <a:ext uri="{FF2B5EF4-FFF2-40B4-BE49-F238E27FC236}">
                  <a16:creationId xmlns:a16="http://schemas.microsoft.com/office/drawing/2014/main" id="{AD63B4F5-56D1-40E2-80F1-A90B36611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2" name="Rectangle 90">
              <a:extLst>
                <a:ext uri="{FF2B5EF4-FFF2-40B4-BE49-F238E27FC236}">
                  <a16:creationId xmlns:a16="http://schemas.microsoft.com/office/drawing/2014/main" id="{27607A83-C834-4F2E-9924-8333B56EB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3" name="Rectangle 91">
              <a:extLst>
                <a:ext uri="{FF2B5EF4-FFF2-40B4-BE49-F238E27FC236}">
                  <a16:creationId xmlns:a16="http://schemas.microsoft.com/office/drawing/2014/main" id="{3D94D809-0C2C-480D-8717-F09205028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4" name="Rectangle 92">
              <a:extLst>
                <a:ext uri="{FF2B5EF4-FFF2-40B4-BE49-F238E27FC236}">
                  <a16:creationId xmlns:a16="http://schemas.microsoft.com/office/drawing/2014/main" id="{5269EDAA-BBDA-4F1A-892C-414782214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5" name="Rectangle 93">
              <a:extLst>
                <a:ext uri="{FF2B5EF4-FFF2-40B4-BE49-F238E27FC236}">
                  <a16:creationId xmlns:a16="http://schemas.microsoft.com/office/drawing/2014/main" id="{5A13288E-AD2E-47FD-91E9-4E6CC20C2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6" name="Rectangle 102">
              <a:extLst>
                <a:ext uri="{FF2B5EF4-FFF2-40B4-BE49-F238E27FC236}">
                  <a16:creationId xmlns:a16="http://schemas.microsoft.com/office/drawing/2014/main" id="{6263B6A7-3153-43AC-8D0B-6763E54E4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7" name="Rectangle 103">
              <a:extLst>
                <a:ext uri="{FF2B5EF4-FFF2-40B4-BE49-F238E27FC236}">
                  <a16:creationId xmlns:a16="http://schemas.microsoft.com/office/drawing/2014/main" id="{C8FCA914-F2B1-49BF-B1B0-AC5083019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8" name="Rectangle 104">
              <a:extLst>
                <a:ext uri="{FF2B5EF4-FFF2-40B4-BE49-F238E27FC236}">
                  <a16:creationId xmlns:a16="http://schemas.microsoft.com/office/drawing/2014/main" id="{E798A3D2-797D-4B0C-B4D8-A70A65566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19" name="Rectangle 105">
              <a:extLst>
                <a:ext uri="{FF2B5EF4-FFF2-40B4-BE49-F238E27FC236}">
                  <a16:creationId xmlns:a16="http://schemas.microsoft.com/office/drawing/2014/main" id="{B5A3C19C-84E2-40C4-9FBB-AFAD61C9D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0" name="Rectangle 106">
              <a:extLst>
                <a:ext uri="{FF2B5EF4-FFF2-40B4-BE49-F238E27FC236}">
                  <a16:creationId xmlns:a16="http://schemas.microsoft.com/office/drawing/2014/main" id="{6CB251C7-8479-4936-9F75-BE9A2344E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1" name="Rectangle 107">
              <a:extLst>
                <a:ext uri="{FF2B5EF4-FFF2-40B4-BE49-F238E27FC236}">
                  <a16:creationId xmlns:a16="http://schemas.microsoft.com/office/drawing/2014/main" id="{C0C2D080-13B6-442D-9D33-074C6EAAF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2" name="Rectangle 108">
              <a:extLst>
                <a:ext uri="{FF2B5EF4-FFF2-40B4-BE49-F238E27FC236}">
                  <a16:creationId xmlns:a16="http://schemas.microsoft.com/office/drawing/2014/main" id="{914FE5CC-600A-400B-80DC-B76DA67CC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3" name="Rectangle 109">
              <a:extLst>
                <a:ext uri="{FF2B5EF4-FFF2-40B4-BE49-F238E27FC236}">
                  <a16:creationId xmlns:a16="http://schemas.microsoft.com/office/drawing/2014/main" id="{C83CCD7D-1B08-4237-8B75-71AD6FFDB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4" name="Rectangle 110">
              <a:extLst>
                <a:ext uri="{FF2B5EF4-FFF2-40B4-BE49-F238E27FC236}">
                  <a16:creationId xmlns:a16="http://schemas.microsoft.com/office/drawing/2014/main" id="{F0B5C617-A02C-48DF-9520-C6F0CFB22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5" name="Rectangle 111">
              <a:extLst>
                <a:ext uri="{FF2B5EF4-FFF2-40B4-BE49-F238E27FC236}">
                  <a16:creationId xmlns:a16="http://schemas.microsoft.com/office/drawing/2014/main" id="{162E0589-5B49-4762-83AD-82487A127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6" name="Rectangle 112">
              <a:extLst>
                <a:ext uri="{FF2B5EF4-FFF2-40B4-BE49-F238E27FC236}">
                  <a16:creationId xmlns:a16="http://schemas.microsoft.com/office/drawing/2014/main" id="{AF15B46F-37DD-41C4-B3F0-6B25ED95F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7" name="Rectangle 113">
              <a:extLst>
                <a:ext uri="{FF2B5EF4-FFF2-40B4-BE49-F238E27FC236}">
                  <a16:creationId xmlns:a16="http://schemas.microsoft.com/office/drawing/2014/main" id="{66477290-C732-4AB3-BB7A-73B2A02EB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8" name="Rectangle 114">
              <a:extLst>
                <a:ext uri="{FF2B5EF4-FFF2-40B4-BE49-F238E27FC236}">
                  <a16:creationId xmlns:a16="http://schemas.microsoft.com/office/drawing/2014/main" id="{572280E3-B3F7-44A8-9CCD-A925D7BDE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29" name="Rectangle 115">
              <a:extLst>
                <a:ext uri="{FF2B5EF4-FFF2-40B4-BE49-F238E27FC236}">
                  <a16:creationId xmlns:a16="http://schemas.microsoft.com/office/drawing/2014/main" id="{1EB7F43C-0E5D-458F-A8C5-C83D885AA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0" name="Rectangle 116">
              <a:extLst>
                <a:ext uri="{FF2B5EF4-FFF2-40B4-BE49-F238E27FC236}">
                  <a16:creationId xmlns:a16="http://schemas.microsoft.com/office/drawing/2014/main" id="{73CD7266-30EE-4957-9A3C-0AEB1FEE1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1" name="Rectangle 117">
              <a:extLst>
                <a:ext uri="{FF2B5EF4-FFF2-40B4-BE49-F238E27FC236}">
                  <a16:creationId xmlns:a16="http://schemas.microsoft.com/office/drawing/2014/main" id="{513C5FC8-BAEB-444A-AEE6-7E6243F62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2" name="Rectangle 118">
              <a:extLst>
                <a:ext uri="{FF2B5EF4-FFF2-40B4-BE49-F238E27FC236}">
                  <a16:creationId xmlns:a16="http://schemas.microsoft.com/office/drawing/2014/main" id="{3EA64E21-C56F-4EB4-9B20-B00E57F6F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3" name="Rectangle 119">
              <a:extLst>
                <a:ext uri="{FF2B5EF4-FFF2-40B4-BE49-F238E27FC236}">
                  <a16:creationId xmlns:a16="http://schemas.microsoft.com/office/drawing/2014/main" id="{D62732B4-00FA-425C-BA0E-8E70D3E99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4" name="Rectangle 120">
              <a:extLst>
                <a:ext uri="{FF2B5EF4-FFF2-40B4-BE49-F238E27FC236}">
                  <a16:creationId xmlns:a16="http://schemas.microsoft.com/office/drawing/2014/main" id="{0844719B-833C-40F3-976E-CF5B53A19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5" name="Rectangle 121">
              <a:extLst>
                <a:ext uri="{FF2B5EF4-FFF2-40B4-BE49-F238E27FC236}">
                  <a16:creationId xmlns:a16="http://schemas.microsoft.com/office/drawing/2014/main" id="{271EADB3-EB40-4DA7-945E-8594585A7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6" name="Rectangle 122">
              <a:extLst>
                <a:ext uri="{FF2B5EF4-FFF2-40B4-BE49-F238E27FC236}">
                  <a16:creationId xmlns:a16="http://schemas.microsoft.com/office/drawing/2014/main" id="{CA5E08F6-43E4-4CA8-B34F-E070A7D40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337" name="Rectangle 123">
              <a:extLst>
                <a:ext uri="{FF2B5EF4-FFF2-40B4-BE49-F238E27FC236}">
                  <a16:creationId xmlns:a16="http://schemas.microsoft.com/office/drawing/2014/main" id="{DC619C76-644A-4121-8681-8E8D7886E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0291" name="TextBox 125">
            <a:extLst>
              <a:ext uri="{FF2B5EF4-FFF2-40B4-BE49-F238E27FC236}">
                <a16:creationId xmlns:a16="http://schemas.microsoft.com/office/drawing/2014/main" id="{465166D3-63AD-4E8D-BF92-41CF3647D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40292" name="TextBox 16">
            <a:extLst>
              <a:ext uri="{FF2B5EF4-FFF2-40B4-BE49-F238E27FC236}">
                <a16:creationId xmlns:a16="http://schemas.microsoft.com/office/drawing/2014/main" id="{FDD39D01-98F9-4B44-9971-3F0395389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43957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0293" name="TextBox 16">
            <a:extLst>
              <a:ext uri="{FF2B5EF4-FFF2-40B4-BE49-F238E27FC236}">
                <a16:creationId xmlns:a16="http://schemas.microsoft.com/office/drawing/2014/main" id="{066025A5-9F77-4BCD-9038-7BB357337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8313" y="5343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0294" name="TextBox 16">
            <a:extLst>
              <a:ext uri="{FF2B5EF4-FFF2-40B4-BE49-F238E27FC236}">
                <a16:creationId xmlns:a16="http://schemas.microsoft.com/office/drawing/2014/main" id="{B3CA23BA-07AD-48DE-9A0B-AE8DB6712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100" y="38100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0295" name="TextBox 16">
            <a:extLst>
              <a:ext uri="{FF2B5EF4-FFF2-40B4-BE49-F238E27FC236}">
                <a16:creationId xmlns:a16="http://schemas.microsoft.com/office/drawing/2014/main" id="{F44E3627-C545-4260-9F76-A44F9950C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3227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0296" name="TextBox 16">
            <a:extLst>
              <a:ext uri="{FF2B5EF4-FFF2-40B4-BE49-F238E27FC236}">
                <a16:creationId xmlns:a16="http://schemas.microsoft.com/office/drawing/2014/main" id="{BEF99286-98F8-48A6-AC06-CD6BCE1C99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9133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0297" name="TextBox 16">
            <a:extLst>
              <a:ext uri="{FF2B5EF4-FFF2-40B4-BE49-F238E27FC236}">
                <a16:creationId xmlns:a16="http://schemas.microsoft.com/office/drawing/2014/main" id="{38F81324-8102-4E6C-A1BD-2A2CC1144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3" y="55133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0298" name="Rectangle 82">
            <a:extLst>
              <a:ext uri="{FF2B5EF4-FFF2-40B4-BE49-F238E27FC236}">
                <a16:creationId xmlns:a16="http://schemas.microsoft.com/office/drawing/2014/main" id="{8B7FC9FD-4C50-4893-BCE9-C2BB272B2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9925" y="2087563"/>
            <a:ext cx="2389188" cy="2286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0299" name="Title 1">
            <a:extLst>
              <a:ext uri="{FF2B5EF4-FFF2-40B4-BE49-F238E27FC236}">
                <a16:creationId xmlns:a16="http://schemas.microsoft.com/office/drawing/2014/main" id="{624F5FF9-8BE4-4260-87A2-856FDBE2F34D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</p:spTree>
    <p:extLst>
      <p:ext uri="{BB962C8B-B14F-4D97-AF65-F5344CB8AC3E}">
        <p14:creationId xmlns:p14="http://schemas.microsoft.com/office/powerpoint/2010/main" val="3914148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13" name="Group 1">
            <a:extLst>
              <a:ext uri="{FF2B5EF4-FFF2-40B4-BE49-F238E27FC236}">
                <a16:creationId xmlns:a16="http://schemas.microsoft.com/office/drawing/2014/main" id="{2F6E99D8-B6AC-4FD5-B719-DC6393D514A4}"/>
              </a:ext>
            </a:extLst>
          </p:cNvPr>
          <p:cNvGrpSpPr>
            <a:grpSpLocks/>
          </p:cNvGrpSpPr>
          <p:nvPr/>
        </p:nvGrpSpPr>
        <p:grpSpPr bwMode="auto">
          <a:xfrm>
            <a:off x="2495550" y="4097338"/>
            <a:ext cx="3922713" cy="1957387"/>
            <a:chOff x="2495550" y="3189288"/>
            <a:chExt cx="3922713" cy="1957387"/>
          </a:xfrm>
        </p:grpSpPr>
        <p:sp>
          <p:nvSpPr>
            <p:cNvPr id="141362" name="Rectangle 95">
              <a:extLst>
                <a:ext uri="{FF2B5EF4-FFF2-40B4-BE49-F238E27FC236}">
                  <a16:creationId xmlns:a16="http://schemas.microsoft.com/office/drawing/2014/main" id="{B54AC0F4-B76A-457C-B451-D5E0D296A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63" name="Rectangle 96">
              <a:extLst>
                <a:ext uri="{FF2B5EF4-FFF2-40B4-BE49-F238E27FC236}">
                  <a16:creationId xmlns:a16="http://schemas.microsoft.com/office/drawing/2014/main" id="{53121443-7520-48FA-9BAE-EE99724EB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64" name="Rectangle 97">
              <a:extLst>
                <a:ext uri="{FF2B5EF4-FFF2-40B4-BE49-F238E27FC236}">
                  <a16:creationId xmlns:a16="http://schemas.microsoft.com/office/drawing/2014/main" id="{CA6A6606-EF16-4AB6-812D-E7F1D1D36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65" name="Line 98">
              <a:extLst>
                <a:ext uri="{FF2B5EF4-FFF2-40B4-BE49-F238E27FC236}">
                  <a16:creationId xmlns:a16="http://schemas.microsoft.com/office/drawing/2014/main" id="{4DF67CA9-EE41-4C5C-995C-A2432A63F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66" name="Freeform 99">
              <a:extLst>
                <a:ext uri="{FF2B5EF4-FFF2-40B4-BE49-F238E27FC236}">
                  <a16:creationId xmlns:a16="http://schemas.microsoft.com/office/drawing/2014/main" id="{97C96177-B497-4768-8E45-C91A40AB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67" name="Freeform 100">
              <a:extLst>
                <a:ext uri="{FF2B5EF4-FFF2-40B4-BE49-F238E27FC236}">
                  <a16:creationId xmlns:a16="http://schemas.microsoft.com/office/drawing/2014/main" id="{8203CA70-AB4B-4CD8-B538-0A2AF377D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68" name="Rectangle 101">
              <a:extLst>
                <a:ext uri="{FF2B5EF4-FFF2-40B4-BE49-F238E27FC236}">
                  <a16:creationId xmlns:a16="http://schemas.microsoft.com/office/drawing/2014/main" id="{24FAD411-9AA7-4E31-A53D-498624F86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69" name="Rectangle 124">
              <a:extLst>
                <a:ext uri="{FF2B5EF4-FFF2-40B4-BE49-F238E27FC236}">
                  <a16:creationId xmlns:a16="http://schemas.microsoft.com/office/drawing/2014/main" id="{FC9484B9-8C3A-4E4A-988B-14E2E26E3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70" name="Line 125">
              <a:extLst>
                <a:ext uri="{FF2B5EF4-FFF2-40B4-BE49-F238E27FC236}">
                  <a16:creationId xmlns:a16="http://schemas.microsoft.com/office/drawing/2014/main" id="{BACD76DB-827E-47D4-841C-C07591943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1" name="Freeform 126">
              <a:extLst>
                <a:ext uri="{FF2B5EF4-FFF2-40B4-BE49-F238E27FC236}">
                  <a16:creationId xmlns:a16="http://schemas.microsoft.com/office/drawing/2014/main" id="{96330C4E-D3FB-4A8B-B038-F56F99BE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2" name="Freeform 127">
              <a:extLst>
                <a:ext uri="{FF2B5EF4-FFF2-40B4-BE49-F238E27FC236}">
                  <a16:creationId xmlns:a16="http://schemas.microsoft.com/office/drawing/2014/main" id="{A0CD70A3-2E87-4E0A-9B60-1303F8573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3" name="Freeform 128">
              <a:extLst>
                <a:ext uri="{FF2B5EF4-FFF2-40B4-BE49-F238E27FC236}">
                  <a16:creationId xmlns:a16="http://schemas.microsoft.com/office/drawing/2014/main" id="{30B2DCB6-4583-4DDE-A557-BBDD6CC0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4" name="Freeform 129">
              <a:extLst>
                <a:ext uri="{FF2B5EF4-FFF2-40B4-BE49-F238E27FC236}">
                  <a16:creationId xmlns:a16="http://schemas.microsoft.com/office/drawing/2014/main" id="{BC4E745F-098E-4BAA-8E2E-24836AE7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5" name="Line 130">
              <a:extLst>
                <a:ext uri="{FF2B5EF4-FFF2-40B4-BE49-F238E27FC236}">
                  <a16:creationId xmlns:a16="http://schemas.microsoft.com/office/drawing/2014/main" id="{E60B5272-559C-4073-8CA4-E4E7A84A74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6" name="Rectangle 131">
              <a:extLst>
                <a:ext uri="{FF2B5EF4-FFF2-40B4-BE49-F238E27FC236}">
                  <a16:creationId xmlns:a16="http://schemas.microsoft.com/office/drawing/2014/main" id="{CC99A4B7-BA96-4012-B34B-EFEF573B7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77" name="Rectangle 132">
              <a:extLst>
                <a:ext uri="{FF2B5EF4-FFF2-40B4-BE49-F238E27FC236}">
                  <a16:creationId xmlns:a16="http://schemas.microsoft.com/office/drawing/2014/main" id="{3EC71D6E-E34F-4CBE-A794-E03689693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78" name="Rectangle 133">
              <a:extLst>
                <a:ext uri="{FF2B5EF4-FFF2-40B4-BE49-F238E27FC236}">
                  <a16:creationId xmlns:a16="http://schemas.microsoft.com/office/drawing/2014/main" id="{1D4F71DE-E32A-4A91-A370-8777F78CF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79" name="Rectangle 134">
              <a:extLst>
                <a:ext uri="{FF2B5EF4-FFF2-40B4-BE49-F238E27FC236}">
                  <a16:creationId xmlns:a16="http://schemas.microsoft.com/office/drawing/2014/main" id="{B573C74F-E2E8-43E4-8063-6A5ACF77C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80" name="Rectangle 135">
              <a:extLst>
                <a:ext uri="{FF2B5EF4-FFF2-40B4-BE49-F238E27FC236}">
                  <a16:creationId xmlns:a16="http://schemas.microsoft.com/office/drawing/2014/main" id="{A70137EF-0FDF-4A5E-8B5A-5BEF58CE9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81" name="Rectangle 136">
              <a:extLst>
                <a:ext uri="{FF2B5EF4-FFF2-40B4-BE49-F238E27FC236}">
                  <a16:creationId xmlns:a16="http://schemas.microsoft.com/office/drawing/2014/main" id="{91E3A1ED-8651-4595-9E4D-B12E01229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82" name="Line 137">
              <a:extLst>
                <a:ext uri="{FF2B5EF4-FFF2-40B4-BE49-F238E27FC236}">
                  <a16:creationId xmlns:a16="http://schemas.microsoft.com/office/drawing/2014/main" id="{E8D9FD2E-6042-4920-8B62-6D3881AC2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3" name="Freeform 138">
              <a:extLst>
                <a:ext uri="{FF2B5EF4-FFF2-40B4-BE49-F238E27FC236}">
                  <a16:creationId xmlns:a16="http://schemas.microsoft.com/office/drawing/2014/main" id="{B21EEAFB-4D88-4470-A45C-438F3FB4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4" name="Freeform 139">
              <a:extLst>
                <a:ext uri="{FF2B5EF4-FFF2-40B4-BE49-F238E27FC236}">
                  <a16:creationId xmlns:a16="http://schemas.microsoft.com/office/drawing/2014/main" id="{8AEB359A-7D2B-4A5F-A99E-B03C428B7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5" name="Freeform 140">
              <a:extLst>
                <a:ext uri="{FF2B5EF4-FFF2-40B4-BE49-F238E27FC236}">
                  <a16:creationId xmlns:a16="http://schemas.microsoft.com/office/drawing/2014/main" id="{1CE13C96-F727-452A-BD96-B459C672C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6" name="Freeform 141">
              <a:extLst>
                <a:ext uri="{FF2B5EF4-FFF2-40B4-BE49-F238E27FC236}">
                  <a16:creationId xmlns:a16="http://schemas.microsoft.com/office/drawing/2014/main" id="{52FAFED9-A67C-4BF4-B9FB-32B115633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7" name="Line 142">
              <a:extLst>
                <a:ext uri="{FF2B5EF4-FFF2-40B4-BE49-F238E27FC236}">
                  <a16:creationId xmlns:a16="http://schemas.microsoft.com/office/drawing/2014/main" id="{54912CF9-3189-49BA-816B-4037F220E8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8" name="Line 143">
              <a:extLst>
                <a:ext uri="{FF2B5EF4-FFF2-40B4-BE49-F238E27FC236}">
                  <a16:creationId xmlns:a16="http://schemas.microsoft.com/office/drawing/2014/main" id="{72FE5AA6-B9CA-48D0-9C26-20A23CC1FA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9" name="Freeform 144">
              <a:extLst>
                <a:ext uri="{FF2B5EF4-FFF2-40B4-BE49-F238E27FC236}">
                  <a16:creationId xmlns:a16="http://schemas.microsoft.com/office/drawing/2014/main" id="{475FAD5E-4471-4E1B-AFBC-1D83A868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90" name="Line 145">
              <a:extLst>
                <a:ext uri="{FF2B5EF4-FFF2-40B4-BE49-F238E27FC236}">
                  <a16:creationId xmlns:a16="http://schemas.microsoft.com/office/drawing/2014/main" id="{AB6EACD5-DF7A-45A1-B6FE-B7774CC02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91" name="Line 146">
              <a:extLst>
                <a:ext uri="{FF2B5EF4-FFF2-40B4-BE49-F238E27FC236}">
                  <a16:creationId xmlns:a16="http://schemas.microsoft.com/office/drawing/2014/main" id="{F14203B3-A6A5-42BA-A3AA-D6747C47E6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92" name="Rectangle 147">
              <a:extLst>
                <a:ext uri="{FF2B5EF4-FFF2-40B4-BE49-F238E27FC236}">
                  <a16:creationId xmlns:a16="http://schemas.microsoft.com/office/drawing/2014/main" id="{F59B8AEE-A28E-4D35-9BB4-5E5DE59BF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41314" name="Group 2">
            <a:extLst>
              <a:ext uri="{FF2B5EF4-FFF2-40B4-BE49-F238E27FC236}">
                <a16:creationId xmlns:a16="http://schemas.microsoft.com/office/drawing/2014/main" id="{17A7834D-6261-4494-B49C-29D1E5F97FE2}"/>
              </a:ext>
            </a:extLst>
          </p:cNvPr>
          <p:cNvGrpSpPr>
            <a:grpSpLocks/>
          </p:cNvGrpSpPr>
          <p:nvPr/>
        </p:nvGrpSpPr>
        <p:grpSpPr bwMode="auto">
          <a:xfrm>
            <a:off x="3182938" y="1077913"/>
            <a:ext cx="2451100" cy="1608137"/>
            <a:chOff x="3182938" y="417513"/>
            <a:chExt cx="2451100" cy="1608137"/>
          </a:xfrm>
        </p:grpSpPr>
        <p:sp>
          <p:nvSpPr>
            <p:cNvPr id="141324" name="Line 77">
              <a:extLst>
                <a:ext uri="{FF2B5EF4-FFF2-40B4-BE49-F238E27FC236}">
                  <a16:creationId xmlns:a16="http://schemas.microsoft.com/office/drawing/2014/main" id="{C0BD6E4C-C712-4517-B89B-1619C790DB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742950"/>
              <a:ext cx="2451100" cy="1588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5" name="Line 78">
              <a:extLst>
                <a:ext uri="{FF2B5EF4-FFF2-40B4-BE49-F238E27FC236}">
                  <a16:creationId xmlns:a16="http://schemas.microsoft.com/office/drawing/2014/main" id="{BE332CEF-5D32-479F-8CCC-CA5142C598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6313" y="422275"/>
              <a:ext cx="1587" cy="1603375"/>
            </a:xfrm>
            <a:prstGeom prst="line">
              <a:avLst/>
            </a:prstGeom>
            <a:noFill/>
            <a:ln w="2222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6" name="Rectangle 80">
              <a:extLst>
                <a:ext uri="{FF2B5EF4-FFF2-40B4-BE49-F238E27FC236}">
                  <a16:creationId xmlns:a16="http://schemas.microsoft.com/office/drawing/2014/main" id="{556F6857-4AC4-46CD-9790-8D05357F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27" name="Rectangle 81">
              <a:extLst>
                <a:ext uri="{FF2B5EF4-FFF2-40B4-BE49-F238E27FC236}">
                  <a16:creationId xmlns:a16="http://schemas.microsoft.com/office/drawing/2014/main" id="{2D330175-994B-4B72-829D-AD7D977F5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28" name="Rectangle 82">
              <a:extLst>
                <a:ext uri="{FF2B5EF4-FFF2-40B4-BE49-F238E27FC236}">
                  <a16:creationId xmlns:a16="http://schemas.microsoft.com/office/drawing/2014/main" id="{C4A50400-2E10-4436-BA2A-AE1EA1B20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29" name="Rectangle 83">
              <a:extLst>
                <a:ext uri="{FF2B5EF4-FFF2-40B4-BE49-F238E27FC236}">
                  <a16:creationId xmlns:a16="http://schemas.microsoft.com/office/drawing/2014/main" id="{4BFECF1A-993D-4A2F-AF70-ED0459C65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0" name="Rectangle 84">
              <a:extLst>
                <a:ext uri="{FF2B5EF4-FFF2-40B4-BE49-F238E27FC236}">
                  <a16:creationId xmlns:a16="http://schemas.microsoft.com/office/drawing/2014/main" id="{EA9580F0-9517-4590-A47D-7FFE0F333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1" name="Rectangle 85">
              <a:extLst>
                <a:ext uri="{FF2B5EF4-FFF2-40B4-BE49-F238E27FC236}">
                  <a16:creationId xmlns:a16="http://schemas.microsoft.com/office/drawing/2014/main" id="{3AACDB5F-4DFF-4CFE-A1B7-3DE9F14A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2" name="Rectangle 86">
              <a:extLst>
                <a:ext uri="{FF2B5EF4-FFF2-40B4-BE49-F238E27FC236}">
                  <a16:creationId xmlns:a16="http://schemas.microsoft.com/office/drawing/2014/main" id="{36A10FF3-6C4B-40A1-8854-1C5E480F7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3" name="Rectangle 87">
              <a:extLst>
                <a:ext uri="{FF2B5EF4-FFF2-40B4-BE49-F238E27FC236}">
                  <a16:creationId xmlns:a16="http://schemas.microsoft.com/office/drawing/2014/main" id="{0B6DED3F-EC50-4E25-BFDF-D9EC5F75D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2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4" name="Rectangle 88">
              <a:extLst>
                <a:ext uri="{FF2B5EF4-FFF2-40B4-BE49-F238E27FC236}">
                  <a16:creationId xmlns:a16="http://schemas.microsoft.com/office/drawing/2014/main" id="{F2077C1E-C2EE-48EB-B0CD-D6E2FE700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3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5" name="Rectangle 89">
              <a:extLst>
                <a:ext uri="{FF2B5EF4-FFF2-40B4-BE49-F238E27FC236}">
                  <a16:creationId xmlns:a16="http://schemas.microsoft.com/office/drawing/2014/main" id="{86983473-859F-49CE-8C3F-C000008F9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823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6" name="Rectangle 90">
              <a:extLst>
                <a:ext uri="{FF2B5EF4-FFF2-40B4-BE49-F238E27FC236}">
                  <a16:creationId xmlns:a16="http://schemas.microsoft.com/office/drawing/2014/main" id="{3F7DF592-767B-4C30-80E9-693856FFF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7" name="Rectangle 91">
              <a:extLst>
                <a:ext uri="{FF2B5EF4-FFF2-40B4-BE49-F238E27FC236}">
                  <a16:creationId xmlns:a16="http://schemas.microsoft.com/office/drawing/2014/main" id="{8A61A32C-9E99-4252-A9BE-02B6463EB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8" name="Rectangle 92">
              <a:extLst>
                <a:ext uri="{FF2B5EF4-FFF2-40B4-BE49-F238E27FC236}">
                  <a16:creationId xmlns:a16="http://schemas.microsoft.com/office/drawing/2014/main" id="{29780D4D-80B0-4306-8E1B-D8151D82D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41751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39" name="Rectangle 93">
              <a:extLst>
                <a:ext uri="{FF2B5EF4-FFF2-40B4-BE49-F238E27FC236}">
                  <a16:creationId xmlns:a16="http://schemas.microsoft.com/office/drawing/2014/main" id="{34792853-65CB-43D5-84D8-A74624855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61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0" name="Rectangle 102">
              <a:extLst>
                <a:ext uri="{FF2B5EF4-FFF2-40B4-BE49-F238E27FC236}">
                  <a16:creationId xmlns:a16="http://schemas.microsoft.com/office/drawing/2014/main" id="{EB2C0ED6-83A9-4E8C-A752-8F26B2548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1" name="Rectangle 103">
              <a:extLst>
                <a:ext uri="{FF2B5EF4-FFF2-40B4-BE49-F238E27FC236}">
                  <a16:creationId xmlns:a16="http://schemas.microsoft.com/office/drawing/2014/main" id="{4A41CAED-47FD-4F87-B623-D3ABECA37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2" name="Rectangle 104">
              <a:extLst>
                <a:ext uri="{FF2B5EF4-FFF2-40B4-BE49-F238E27FC236}">
                  <a16:creationId xmlns:a16="http://schemas.microsoft.com/office/drawing/2014/main" id="{276C8197-8E7B-47B1-9074-8276BE8F7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3" name="Rectangle 105">
              <a:extLst>
                <a:ext uri="{FF2B5EF4-FFF2-40B4-BE49-F238E27FC236}">
                  <a16:creationId xmlns:a16="http://schemas.microsoft.com/office/drawing/2014/main" id="{12F552A2-3FD8-4F57-A647-600425DBD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2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4" name="Rectangle 106">
              <a:extLst>
                <a:ext uri="{FF2B5EF4-FFF2-40B4-BE49-F238E27FC236}">
                  <a16:creationId xmlns:a16="http://schemas.microsoft.com/office/drawing/2014/main" id="{E66C448E-4A7C-40B4-88F0-F32321E4B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5" name="Rectangle 107">
              <a:extLst>
                <a:ext uri="{FF2B5EF4-FFF2-40B4-BE49-F238E27FC236}">
                  <a16:creationId xmlns:a16="http://schemas.microsoft.com/office/drawing/2014/main" id="{DA97D6E4-8FFF-4738-A6DA-F407A3A93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263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6" name="Rectangle 108">
              <a:extLst>
                <a:ext uri="{FF2B5EF4-FFF2-40B4-BE49-F238E27FC236}">
                  <a16:creationId xmlns:a16="http://schemas.microsoft.com/office/drawing/2014/main" id="{3532DCA0-F519-4C40-8931-7F6DD1285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7" name="Rectangle 109">
              <a:extLst>
                <a:ext uri="{FF2B5EF4-FFF2-40B4-BE49-F238E27FC236}">
                  <a16:creationId xmlns:a16="http://schemas.microsoft.com/office/drawing/2014/main" id="{6436D04A-9BE6-4E00-B8A8-7E9313B8D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8" name="Rectangle 110">
              <a:extLst>
                <a:ext uri="{FF2B5EF4-FFF2-40B4-BE49-F238E27FC236}">
                  <a16:creationId xmlns:a16="http://schemas.microsoft.com/office/drawing/2014/main" id="{2842867A-89E6-4C13-B9EC-79160CE2F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49" name="Rectangle 111">
              <a:extLst>
                <a:ext uri="{FF2B5EF4-FFF2-40B4-BE49-F238E27FC236}">
                  <a16:creationId xmlns:a16="http://schemas.microsoft.com/office/drawing/2014/main" id="{3FF22835-CD00-4C71-A28A-4DC98C24F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0" name="Rectangle 112">
              <a:extLst>
                <a:ext uri="{FF2B5EF4-FFF2-40B4-BE49-F238E27FC236}">
                  <a16:creationId xmlns:a16="http://schemas.microsoft.com/office/drawing/2014/main" id="{79F6F5F2-3A91-4961-9F4E-59760F411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163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1" name="Rectangle 113">
              <a:extLst>
                <a:ext uri="{FF2B5EF4-FFF2-40B4-BE49-F238E27FC236}">
                  <a16:creationId xmlns:a16="http://schemas.microsoft.com/office/drawing/2014/main" id="{F1DC423D-AC13-4B8B-B91B-2CC27D35B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625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2" name="Rectangle 114">
              <a:extLst>
                <a:ext uri="{FF2B5EF4-FFF2-40B4-BE49-F238E27FC236}">
                  <a16:creationId xmlns:a16="http://schemas.microsoft.com/office/drawing/2014/main" id="{1EAE7D92-17A1-4606-8939-BC857188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3" name="Rectangle 115">
              <a:extLst>
                <a:ext uri="{FF2B5EF4-FFF2-40B4-BE49-F238E27FC236}">
                  <a16:creationId xmlns:a16="http://schemas.microsoft.com/office/drawing/2014/main" id="{7055B700-FF40-4F3B-A097-EA86FAA45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4" name="Rectangle 116">
              <a:extLst>
                <a:ext uri="{FF2B5EF4-FFF2-40B4-BE49-F238E27FC236}">
                  <a16:creationId xmlns:a16="http://schemas.microsoft.com/office/drawing/2014/main" id="{4216EE1D-1A19-46D4-AEA6-B7AE1F228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17002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5" name="Rectangle 117">
              <a:extLst>
                <a:ext uri="{FF2B5EF4-FFF2-40B4-BE49-F238E27FC236}">
                  <a16:creationId xmlns:a16="http://schemas.microsoft.com/office/drawing/2014/main" id="{AB640E0A-890A-44E3-ADFB-9BED5F8C9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188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6" name="Rectangle 118">
              <a:extLst>
                <a:ext uri="{FF2B5EF4-FFF2-40B4-BE49-F238E27FC236}">
                  <a16:creationId xmlns:a16="http://schemas.microsoft.com/office/drawing/2014/main" id="{07312498-B9F0-44F8-A3FD-EBDC57504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288" y="417513"/>
              <a:ext cx="284162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7" name="Rectangle 119">
              <a:extLst>
                <a:ext uri="{FF2B5EF4-FFF2-40B4-BE49-F238E27FC236}">
                  <a16:creationId xmlns:a16="http://schemas.microsoft.com/office/drawing/2014/main" id="{7A8B8122-B95E-4DA4-9280-22AE04828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50" y="52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8" name="Rectangle 120">
              <a:extLst>
                <a:ext uri="{FF2B5EF4-FFF2-40B4-BE49-F238E27FC236}">
                  <a16:creationId xmlns:a16="http://schemas.microsoft.com/office/drawing/2014/main" id="{FA4534E3-ABD6-46F5-89A4-B7103AC50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150938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59" name="Rectangle 121">
              <a:extLst>
                <a:ext uri="{FF2B5EF4-FFF2-40B4-BE49-F238E27FC236}">
                  <a16:creationId xmlns:a16="http://schemas.microsoft.com/office/drawing/2014/main" id="{EBFCB82A-2483-4551-B792-BBDCCE131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425575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60" name="Rectangle 122">
              <a:extLst>
                <a:ext uri="{FF2B5EF4-FFF2-40B4-BE49-F238E27FC236}">
                  <a16:creationId xmlns:a16="http://schemas.microsoft.com/office/drawing/2014/main" id="{15495F63-4F13-4C28-9770-F02AA1D8B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1701800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361" name="Rectangle 123">
              <a:extLst>
                <a:ext uri="{FF2B5EF4-FFF2-40B4-BE49-F238E27FC236}">
                  <a16:creationId xmlns:a16="http://schemas.microsoft.com/office/drawing/2014/main" id="{75DD5ED0-8E78-439A-9E2A-B6CB43B6F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313" y="874713"/>
              <a:ext cx="247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1315" name="TextBox 125">
            <a:extLst>
              <a:ext uri="{FF2B5EF4-FFF2-40B4-BE49-F238E27FC236}">
                <a16:creationId xmlns:a16="http://schemas.microsoft.com/office/drawing/2014/main" id="{F531549E-09B1-47BD-9B8E-B39223A31A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4.19 from the textbook ]</a:t>
            </a:r>
          </a:p>
        </p:txBody>
      </p:sp>
      <p:sp>
        <p:nvSpPr>
          <p:cNvPr id="141316" name="TextBox 16">
            <a:extLst>
              <a:ext uri="{FF2B5EF4-FFF2-40B4-BE49-F238E27FC236}">
                <a16:creationId xmlns:a16="http://schemas.microsoft.com/office/drawing/2014/main" id="{42696203-DB4E-4AB8-84B8-2099BB0E5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43957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1317" name="TextBox 16">
            <a:extLst>
              <a:ext uri="{FF2B5EF4-FFF2-40B4-BE49-F238E27FC236}">
                <a16:creationId xmlns:a16="http://schemas.microsoft.com/office/drawing/2014/main" id="{8898DE30-6051-4238-B775-FBB84F38A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8313" y="5343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1318" name="TextBox 16">
            <a:extLst>
              <a:ext uri="{FF2B5EF4-FFF2-40B4-BE49-F238E27FC236}">
                <a16:creationId xmlns:a16="http://schemas.microsoft.com/office/drawing/2014/main" id="{AC51E52F-AB8C-4600-9484-AFBB93BD8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100" y="3810000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1319" name="TextBox 16">
            <a:extLst>
              <a:ext uri="{FF2B5EF4-FFF2-40B4-BE49-F238E27FC236}">
                <a16:creationId xmlns:a16="http://schemas.microsoft.com/office/drawing/2014/main" id="{3BB5A620-6B09-4903-8C2C-A11FE5FC3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3227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1320" name="TextBox 16">
            <a:extLst>
              <a:ext uri="{FF2B5EF4-FFF2-40B4-BE49-F238E27FC236}">
                <a16:creationId xmlns:a16="http://schemas.microsoft.com/office/drawing/2014/main" id="{BAEE6BCF-AF91-4307-B388-40BEAF83DD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8925" y="49133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1321" name="TextBox 16">
            <a:extLst>
              <a:ext uri="{FF2B5EF4-FFF2-40B4-BE49-F238E27FC236}">
                <a16:creationId xmlns:a16="http://schemas.microsoft.com/office/drawing/2014/main" id="{1BBFFDB8-F7FA-4330-A5FE-4079F8A49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3" y="55133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anose="02020603050405020304" pitchFamily="18" charset="0"/>
              </a:rPr>
              <a:t>1</a:t>
            </a:r>
            <a:endParaRPr lang="en-US" altLang="en-US" baseline="-25000">
              <a:solidFill>
                <a:srgbClr val="FF0000"/>
              </a:solidFill>
              <a:latin typeface="Times" panose="02020603050405020304" pitchFamily="18" charset="0"/>
            </a:endParaRPr>
          </a:p>
        </p:txBody>
      </p:sp>
      <p:sp>
        <p:nvSpPr>
          <p:cNvPr id="141322" name="Rectangle 82">
            <a:extLst>
              <a:ext uri="{FF2B5EF4-FFF2-40B4-BE49-F238E27FC236}">
                <a16:creationId xmlns:a16="http://schemas.microsoft.com/office/drawing/2014/main" id="{2872B4B9-C306-4049-95AA-AC5A168144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2362200"/>
            <a:ext cx="2389187" cy="2286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1323" name="Title 1">
            <a:extLst>
              <a:ext uri="{FF2B5EF4-FFF2-40B4-BE49-F238E27FC236}">
                <a16:creationId xmlns:a16="http://schemas.microsoft.com/office/drawing/2014/main" id="{CEBE1CD0-8DE9-44BC-8859-A03C778FA00B}"/>
              </a:ext>
            </a:extLst>
          </p:cNvPr>
          <p:cNvSpPr txBox="1">
            <a:spLocks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Circuit for a 4-to-2 binary encoder</a:t>
            </a:r>
          </a:p>
        </p:txBody>
      </p:sp>
    </p:spTree>
    <p:extLst>
      <p:ext uri="{BB962C8B-B14F-4D97-AF65-F5344CB8AC3E}">
        <p14:creationId xmlns:p14="http://schemas.microsoft.com/office/powerpoint/2010/main" val="369775292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585130BC-5C4F-AA4E-903A-1F1D1AD039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Priority Encoders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1" name="Group 1">
            <a:extLst>
              <a:ext uri="{FF2B5EF4-FFF2-40B4-BE49-F238E27FC236}">
                <a16:creationId xmlns:a16="http://schemas.microsoft.com/office/drawing/2014/main" id="{1AB06BF1-0215-4C96-9BD5-80AE552392A6}"/>
              </a:ext>
            </a:extLst>
          </p:cNvPr>
          <p:cNvGrpSpPr>
            <a:grpSpLocks/>
          </p:cNvGrpSpPr>
          <p:nvPr/>
        </p:nvGrpSpPr>
        <p:grpSpPr bwMode="auto">
          <a:xfrm>
            <a:off x="3836987" y="629812"/>
            <a:ext cx="3478213" cy="2357863"/>
            <a:chOff x="2841625" y="1730375"/>
            <a:chExt cx="3173413" cy="2073275"/>
          </a:xfrm>
        </p:grpSpPr>
        <p:sp>
          <p:nvSpPr>
            <p:cNvPr id="148485" name="Line 5">
              <a:extLst>
                <a:ext uri="{FF2B5EF4-FFF2-40B4-BE49-F238E27FC236}">
                  <a16:creationId xmlns:a16="http://schemas.microsoft.com/office/drawing/2014/main" id="{DE030C4B-1C0E-4936-84C3-1B48A8C3C8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6" name="Line 6">
              <a:extLst>
                <a:ext uri="{FF2B5EF4-FFF2-40B4-BE49-F238E27FC236}">
                  <a16:creationId xmlns:a16="http://schemas.microsoft.com/office/drawing/2014/main" id="{417AA45F-D1B6-4AD9-8B1D-F448BB9182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7" name="Rectangle 7">
              <a:extLst>
                <a:ext uri="{FF2B5EF4-FFF2-40B4-BE49-F238E27FC236}">
                  <a16:creationId xmlns:a16="http://schemas.microsoft.com/office/drawing/2014/main" id="{A4E2133E-F351-4280-86C7-02A5F238E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88" name="Rectangle 8">
              <a:extLst>
                <a:ext uri="{FF2B5EF4-FFF2-40B4-BE49-F238E27FC236}">
                  <a16:creationId xmlns:a16="http://schemas.microsoft.com/office/drawing/2014/main" id="{6BDB138F-848B-48F1-882E-80D7310C7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89" name="Rectangle 9">
              <a:extLst>
                <a:ext uri="{FF2B5EF4-FFF2-40B4-BE49-F238E27FC236}">
                  <a16:creationId xmlns:a16="http://schemas.microsoft.com/office/drawing/2014/main" id="{0B241F05-D1F4-4246-8FFB-07851AEF0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0" name="Rectangle 10">
              <a:extLst>
                <a:ext uri="{FF2B5EF4-FFF2-40B4-BE49-F238E27FC236}">
                  <a16:creationId xmlns:a16="http://schemas.microsoft.com/office/drawing/2014/main" id="{C8F65193-A269-4E6A-930F-6492F1F5D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1" name="Rectangle 11">
              <a:extLst>
                <a:ext uri="{FF2B5EF4-FFF2-40B4-BE49-F238E27FC236}">
                  <a16:creationId xmlns:a16="http://schemas.microsoft.com/office/drawing/2014/main" id="{9F673891-8CDF-4451-8F03-950C0A0A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2" name="Rectangle 12">
              <a:extLst>
                <a:ext uri="{FF2B5EF4-FFF2-40B4-BE49-F238E27FC236}">
                  <a16:creationId xmlns:a16="http://schemas.microsoft.com/office/drawing/2014/main" id="{561DC503-8499-4DCD-AA6D-E715E72A8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3" name="Rectangle 13">
              <a:extLst>
                <a:ext uri="{FF2B5EF4-FFF2-40B4-BE49-F238E27FC236}">
                  <a16:creationId xmlns:a16="http://schemas.microsoft.com/office/drawing/2014/main" id="{E3A032FC-0A0C-4649-A4DD-C53235689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4" name="Rectangle 14">
              <a:extLst>
                <a:ext uri="{FF2B5EF4-FFF2-40B4-BE49-F238E27FC236}">
                  <a16:creationId xmlns:a16="http://schemas.microsoft.com/office/drawing/2014/main" id="{5C2B4B5D-CC51-4A48-BB4C-67CBAFD44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5" name="Rectangle 15">
              <a:extLst>
                <a:ext uri="{FF2B5EF4-FFF2-40B4-BE49-F238E27FC236}">
                  <a16:creationId xmlns:a16="http://schemas.microsoft.com/office/drawing/2014/main" id="{533716C5-DC7F-437C-A7B1-4737332BA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6" name="Rectangle 16">
              <a:extLst>
                <a:ext uri="{FF2B5EF4-FFF2-40B4-BE49-F238E27FC236}">
                  <a16:creationId xmlns:a16="http://schemas.microsoft.com/office/drawing/2014/main" id="{8EEDBF47-1E6F-46F0-A53F-D1100A5B3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7" name="Rectangle 17">
              <a:extLst>
                <a:ext uri="{FF2B5EF4-FFF2-40B4-BE49-F238E27FC236}">
                  <a16:creationId xmlns:a16="http://schemas.microsoft.com/office/drawing/2014/main" id="{51B1629F-07E3-4D91-A4EC-924242C6F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8" name="Rectangle 18">
              <a:extLst>
                <a:ext uri="{FF2B5EF4-FFF2-40B4-BE49-F238E27FC236}">
                  <a16:creationId xmlns:a16="http://schemas.microsoft.com/office/drawing/2014/main" id="{FEBEA1FC-2BC7-437E-8B45-87AF2B3FC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9" name="Rectangle 19">
              <a:extLst>
                <a:ext uri="{FF2B5EF4-FFF2-40B4-BE49-F238E27FC236}">
                  <a16:creationId xmlns:a16="http://schemas.microsoft.com/office/drawing/2014/main" id="{504466BE-61F9-4089-A0EA-8547FB328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0" name="Rectangle 20">
              <a:extLst>
                <a:ext uri="{FF2B5EF4-FFF2-40B4-BE49-F238E27FC236}">
                  <a16:creationId xmlns:a16="http://schemas.microsoft.com/office/drawing/2014/main" id="{3F4A8D8C-5E9B-428C-BCB0-D04E2DBB8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1" name="Rectangle 21">
              <a:extLst>
                <a:ext uri="{FF2B5EF4-FFF2-40B4-BE49-F238E27FC236}">
                  <a16:creationId xmlns:a16="http://schemas.microsoft.com/office/drawing/2014/main" id="{0CCB7BBE-F926-41AB-98DA-06A2894CC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2" name="Rectangle 22">
              <a:extLst>
                <a:ext uri="{FF2B5EF4-FFF2-40B4-BE49-F238E27FC236}">
                  <a16:creationId xmlns:a16="http://schemas.microsoft.com/office/drawing/2014/main" id="{3941CDD7-7852-4F41-A83F-96B8AB82B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3" name="Rectangle 23">
              <a:extLst>
                <a:ext uri="{FF2B5EF4-FFF2-40B4-BE49-F238E27FC236}">
                  <a16:creationId xmlns:a16="http://schemas.microsoft.com/office/drawing/2014/main" id="{EDEB48F4-7E3E-4E6A-971B-C84BE34DD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dirty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48504" name="Rectangle 24">
              <a:extLst>
                <a:ext uri="{FF2B5EF4-FFF2-40B4-BE49-F238E27FC236}">
                  <a16:creationId xmlns:a16="http://schemas.microsoft.com/office/drawing/2014/main" id="{199DD724-2E1B-4E69-A4E8-D0F665C7B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5" name="Rectangle 25">
              <a:extLst>
                <a:ext uri="{FF2B5EF4-FFF2-40B4-BE49-F238E27FC236}">
                  <a16:creationId xmlns:a16="http://schemas.microsoft.com/office/drawing/2014/main" id="{96509E30-68E4-46E5-9422-04841F15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6" name="Rectangle 26">
              <a:extLst>
                <a:ext uri="{FF2B5EF4-FFF2-40B4-BE49-F238E27FC236}">
                  <a16:creationId xmlns:a16="http://schemas.microsoft.com/office/drawing/2014/main" id="{CE40D682-AD16-426A-9EC3-341C3C4F7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7" name="Rectangle 27">
              <a:extLst>
                <a:ext uri="{FF2B5EF4-FFF2-40B4-BE49-F238E27FC236}">
                  <a16:creationId xmlns:a16="http://schemas.microsoft.com/office/drawing/2014/main" id="{E24CD175-FAC7-4C8F-B12F-B28E303D8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8" name="Rectangle 28">
              <a:extLst>
                <a:ext uri="{FF2B5EF4-FFF2-40B4-BE49-F238E27FC236}">
                  <a16:creationId xmlns:a16="http://schemas.microsoft.com/office/drawing/2014/main" id="{FCFD291E-C17D-4D3A-9CDD-FDC482764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9" name="Rectangle 29">
              <a:extLst>
                <a:ext uri="{FF2B5EF4-FFF2-40B4-BE49-F238E27FC236}">
                  <a16:creationId xmlns:a16="http://schemas.microsoft.com/office/drawing/2014/main" id="{68FCE42F-826A-4746-B457-5A92041A0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0" name="Rectangle 30">
              <a:extLst>
                <a:ext uri="{FF2B5EF4-FFF2-40B4-BE49-F238E27FC236}">
                  <a16:creationId xmlns:a16="http://schemas.microsoft.com/office/drawing/2014/main" id="{61CBD57C-1955-4D3E-96B3-669A3264D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1" name="Rectangle 31">
              <a:extLst>
                <a:ext uri="{FF2B5EF4-FFF2-40B4-BE49-F238E27FC236}">
                  <a16:creationId xmlns:a16="http://schemas.microsoft.com/office/drawing/2014/main" id="{E9130856-1358-4421-A2FD-27C2E60E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2" name="Rectangle 32">
              <a:extLst>
                <a:ext uri="{FF2B5EF4-FFF2-40B4-BE49-F238E27FC236}">
                  <a16:creationId xmlns:a16="http://schemas.microsoft.com/office/drawing/2014/main" id="{F3C53A04-6256-4B2E-AFC4-BB23D268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3" name="Rectangle 33">
              <a:extLst>
                <a:ext uri="{FF2B5EF4-FFF2-40B4-BE49-F238E27FC236}">
                  <a16:creationId xmlns:a16="http://schemas.microsoft.com/office/drawing/2014/main" id="{ACDC425B-6908-4C52-B653-95F05D756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4" name="Rectangle 34">
              <a:extLst>
                <a:ext uri="{FF2B5EF4-FFF2-40B4-BE49-F238E27FC236}">
                  <a16:creationId xmlns:a16="http://schemas.microsoft.com/office/drawing/2014/main" id="{3DC71040-8AFD-4195-A7EC-877B9AD1C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5" name="Rectangle 35">
              <a:extLst>
                <a:ext uri="{FF2B5EF4-FFF2-40B4-BE49-F238E27FC236}">
                  <a16:creationId xmlns:a16="http://schemas.microsoft.com/office/drawing/2014/main" id="{FA27D85F-A7DE-4B40-A646-FA6F38C2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6" name="Rectangle 36">
              <a:extLst>
                <a:ext uri="{FF2B5EF4-FFF2-40B4-BE49-F238E27FC236}">
                  <a16:creationId xmlns:a16="http://schemas.microsoft.com/office/drawing/2014/main" id="{B67359B8-1C8B-4681-B59D-9C65E06E4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7" name="Rectangle 37">
              <a:extLst>
                <a:ext uri="{FF2B5EF4-FFF2-40B4-BE49-F238E27FC236}">
                  <a16:creationId xmlns:a16="http://schemas.microsoft.com/office/drawing/2014/main" id="{A6A845EE-537F-40F5-A0E1-716437CF1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8" name="Rectangle 38">
              <a:extLst>
                <a:ext uri="{FF2B5EF4-FFF2-40B4-BE49-F238E27FC236}">
                  <a16:creationId xmlns:a16="http://schemas.microsoft.com/office/drawing/2014/main" id="{FB7A9D19-81E6-4377-ACA4-A39B1D72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9" name="Rectangle 39">
              <a:extLst>
                <a:ext uri="{FF2B5EF4-FFF2-40B4-BE49-F238E27FC236}">
                  <a16:creationId xmlns:a16="http://schemas.microsoft.com/office/drawing/2014/main" id="{04F38FEE-3BFB-438F-AE44-56C6920EC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dirty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48520" name="Rectangle 40">
              <a:extLst>
                <a:ext uri="{FF2B5EF4-FFF2-40B4-BE49-F238E27FC236}">
                  <a16:creationId xmlns:a16="http://schemas.microsoft.com/office/drawing/2014/main" id="{E10BC1D6-B8B8-4318-9072-384B01300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1" name="Rectangle 41">
              <a:extLst>
                <a:ext uri="{FF2B5EF4-FFF2-40B4-BE49-F238E27FC236}">
                  <a16:creationId xmlns:a16="http://schemas.microsoft.com/office/drawing/2014/main" id="{8D1ED602-6501-47CF-9DCE-9DFFBB982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2" name="Rectangle 42">
              <a:extLst>
                <a:ext uri="{FF2B5EF4-FFF2-40B4-BE49-F238E27FC236}">
                  <a16:creationId xmlns:a16="http://schemas.microsoft.com/office/drawing/2014/main" id="{A44ED129-1AF3-4F67-8A6B-B5736A1CE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3" name="Rectangle 43">
              <a:extLst>
                <a:ext uri="{FF2B5EF4-FFF2-40B4-BE49-F238E27FC236}">
                  <a16:creationId xmlns:a16="http://schemas.microsoft.com/office/drawing/2014/main" id="{09D5AF6E-DF65-4FC8-B3C0-F7EFD8403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4" name="Rectangle 44">
              <a:extLst>
                <a:ext uri="{FF2B5EF4-FFF2-40B4-BE49-F238E27FC236}">
                  <a16:creationId xmlns:a16="http://schemas.microsoft.com/office/drawing/2014/main" id="{817BB86B-71CA-4B67-B70E-82D363099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5" name="Rectangle 45">
              <a:extLst>
                <a:ext uri="{FF2B5EF4-FFF2-40B4-BE49-F238E27FC236}">
                  <a16:creationId xmlns:a16="http://schemas.microsoft.com/office/drawing/2014/main" id="{09AAA708-A3B6-4FAA-9D30-BFB88F126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6" name="Rectangle 46">
              <a:extLst>
                <a:ext uri="{FF2B5EF4-FFF2-40B4-BE49-F238E27FC236}">
                  <a16:creationId xmlns:a16="http://schemas.microsoft.com/office/drawing/2014/main" id="{1C4BF82A-0BBB-4835-BC87-4808979E4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7" name="Rectangle 47">
              <a:extLst>
                <a:ext uri="{FF2B5EF4-FFF2-40B4-BE49-F238E27FC236}">
                  <a16:creationId xmlns:a16="http://schemas.microsoft.com/office/drawing/2014/main" id="{A8E650B0-FA75-466E-8AA4-37AFCFEE2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8" name="Rectangle 48">
              <a:extLst>
                <a:ext uri="{FF2B5EF4-FFF2-40B4-BE49-F238E27FC236}">
                  <a16:creationId xmlns:a16="http://schemas.microsoft.com/office/drawing/2014/main" id="{0EB245A6-0375-43E1-9F8B-760105E7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 dirty="0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48529" name="Rectangle 49">
              <a:extLst>
                <a:ext uri="{FF2B5EF4-FFF2-40B4-BE49-F238E27FC236}">
                  <a16:creationId xmlns:a16="http://schemas.microsoft.com/office/drawing/2014/main" id="{F308143B-4A6E-45EF-B3E6-95FED7164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0" name="Rectangle 50">
              <a:extLst>
                <a:ext uri="{FF2B5EF4-FFF2-40B4-BE49-F238E27FC236}">
                  <a16:creationId xmlns:a16="http://schemas.microsoft.com/office/drawing/2014/main" id="{05C0CDB9-03B0-403E-B779-309E2C9E4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1" name="Rectangle 51">
              <a:extLst>
                <a:ext uri="{FF2B5EF4-FFF2-40B4-BE49-F238E27FC236}">
                  <a16:creationId xmlns:a16="http://schemas.microsoft.com/office/drawing/2014/main" id="{57BA8872-4692-46BA-9306-54EF5E249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2" name="Rectangle 52">
              <a:extLst>
                <a:ext uri="{FF2B5EF4-FFF2-40B4-BE49-F238E27FC236}">
                  <a16:creationId xmlns:a16="http://schemas.microsoft.com/office/drawing/2014/main" id="{81AD4732-AB7C-4780-8847-ADB8D7326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3" name="Rectangle 53">
              <a:extLst>
                <a:ext uri="{FF2B5EF4-FFF2-40B4-BE49-F238E27FC236}">
                  <a16:creationId xmlns:a16="http://schemas.microsoft.com/office/drawing/2014/main" id="{3B9375C4-C84F-4C01-BF8B-6D8A79F09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dirty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48534" name="Rectangle 54">
              <a:extLst>
                <a:ext uri="{FF2B5EF4-FFF2-40B4-BE49-F238E27FC236}">
                  <a16:creationId xmlns:a16="http://schemas.microsoft.com/office/drawing/2014/main" id="{280BEF7A-8030-4BF6-BC40-7ED0F7D0B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8482" name="TextBox 125">
            <a:extLst>
              <a:ext uri="{FF2B5EF4-FFF2-40B4-BE49-F238E27FC236}">
                <a16:creationId xmlns:a16="http://schemas.microsoft.com/office/drawing/2014/main" id="{AC4A2041-AA53-4EC9-96CC-D794168B89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4.20 from the textbook ]</a:t>
            </a:r>
          </a:p>
        </p:txBody>
      </p:sp>
      <p:sp>
        <p:nvSpPr>
          <p:cNvPr id="148483" name="Rectangle 2">
            <a:extLst>
              <a:ext uri="{FF2B5EF4-FFF2-40B4-BE49-F238E27FC236}">
                <a16:creationId xmlns:a16="http://schemas.microsoft.com/office/drawing/2014/main" id="{34F72A8B-F607-4690-8F02-C11C1989A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553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 dirty="0">
                <a:latin typeface="+mn-lt"/>
              </a:rPr>
              <a:t>Truth table for a 4-to-2 priority encoder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83E8DAC-70DC-4AEF-ADB8-EA17FF9FFA87}"/>
              </a:ext>
            </a:extLst>
          </p:cNvPr>
          <p:cNvSpPr/>
          <p:nvPr/>
        </p:nvSpPr>
        <p:spPr>
          <a:xfrm>
            <a:off x="76200" y="3201412"/>
            <a:ext cx="8894762" cy="32778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dirty="0">
                <a:latin typeface="+mn-lt"/>
              </a:rPr>
              <a:t>In a priority encoder each input has a priority level associated with it. The encoder outputs indicate the active input that has the highest priority. </a:t>
            </a:r>
          </a:p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dirty="0">
                <a:latin typeface="+mn-lt"/>
              </a:rPr>
              <a:t>When an input with a high priority is asserted, the other inputs with lower priority are ignored. </a:t>
            </a:r>
          </a:p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b="1" dirty="0">
                <a:latin typeface="+mn-lt"/>
              </a:rPr>
              <a:t>It assumes that w</a:t>
            </a:r>
            <a:r>
              <a:rPr lang="en-US" b="1" baseline="-25000" dirty="0">
                <a:latin typeface="+mn-lt"/>
              </a:rPr>
              <a:t>0 </a:t>
            </a:r>
            <a:r>
              <a:rPr lang="en-US" b="1" dirty="0">
                <a:latin typeface="+mn-lt"/>
              </a:rPr>
              <a:t>has the lowest priority and w</a:t>
            </a:r>
            <a:r>
              <a:rPr lang="en-US" b="1" baseline="-25000" dirty="0">
                <a:latin typeface="+mn-lt"/>
              </a:rPr>
              <a:t>3</a:t>
            </a:r>
            <a:r>
              <a:rPr lang="en-US" b="1" dirty="0">
                <a:latin typeface="+mn-lt"/>
              </a:rPr>
              <a:t> the highest.</a:t>
            </a:r>
          </a:p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dirty="0">
                <a:latin typeface="+mn-lt"/>
              </a:rPr>
              <a:t>Since it is possible that none of the inputs is equal to 1, an output, </a:t>
            </a:r>
            <a:r>
              <a:rPr lang="en-US" b="1" i="1" dirty="0">
                <a:latin typeface="+mn-lt"/>
              </a:rPr>
              <a:t>z</a:t>
            </a:r>
            <a:r>
              <a:rPr lang="en-US" dirty="0">
                <a:latin typeface="+mn-lt"/>
              </a:rPr>
              <a:t>, is provided to indicate this condition.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E49D35C-7979-4E8B-841B-EED15EF56369}"/>
              </a:ext>
            </a:extLst>
          </p:cNvPr>
          <p:cNvSpPr/>
          <p:nvPr/>
        </p:nvSpPr>
        <p:spPr>
          <a:xfrm>
            <a:off x="3955305" y="1143000"/>
            <a:ext cx="1677339" cy="18392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DEDA8BB7-4F34-4ED3-BBE2-D51A3B565746}"/>
              </a:ext>
            </a:extLst>
          </p:cNvPr>
          <p:cNvSpPr/>
          <p:nvPr/>
        </p:nvSpPr>
        <p:spPr>
          <a:xfrm>
            <a:off x="5977347" y="1197539"/>
            <a:ext cx="1677339" cy="18392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6517017-B33D-47EC-9715-209545503B91}"/>
                  </a:ext>
                </a:extLst>
              </p14:cNvPr>
              <p14:cNvContentPartPr/>
              <p14:nvPr/>
            </p14:nvContentPartPr>
            <p14:xfrm>
              <a:off x="3902400" y="534240"/>
              <a:ext cx="3246120" cy="243324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6517017-B33D-47EC-9715-209545503B9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893040" y="524880"/>
                <a:ext cx="3264840" cy="24519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1" name="Group 1">
            <a:extLst>
              <a:ext uri="{FF2B5EF4-FFF2-40B4-BE49-F238E27FC236}">
                <a16:creationId xmlns:a16="http://schemas.microsoft.com/office/drawing/2014/main" id="{1AB06BF1-0215-4C96-9BD5-80AE552392A6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629812"/>
            <a:ext cx="3478213" cy="2357863"/>
            <a:chOff x="2841625" y="1730375"/>
            <a:chExt cx="3173413" cy="2073275"/>
          </a:xfrm>
        </p:grpSpPr>
        <p:sp>
          <p:nvSpPr>
            <p:cNvPr id="148485" name="Line 5">
              <a:extLst>
                <a:ext uri="{FF2B5EF4-FFF2-40B4-BE49-F238E27FC236}">
                  <a16:creationId xmlns:a16="http://schemas.microsoft.com/office/drawing/2014/main" id="{DE030C4B-1C0E-4936-84C3-1B48A8C3C8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6" name="Line 6">
              <a:extLst>
                <a:ext uri="{FF2B5EF4-FFF2-40B4-BE49-F238E27FC236}">
                  <a16:creationId xmlns:a16="http://schemas.microsoft.com/office/drawing/2014/main" id="{417AA45F-D1B6-4AD9-8B1D-F448BB9182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7" name="Rectangle 7">
              <a:extLst>
                <a:ext uri="{FF2B5EF4-FFF2-40B4-BE49-F238E27FC236}">
                  <a16:creationId xmlns:a16="http://schemas.microsoft.com/office/drawing/2014/main" id="{A4E2133E-F351-4280-86C7-02A5F238E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88" name="Rectangle 8">
              <a:extLst>
                <a:ext uri="{FF2B5EF4-FFF2-40B4-BE49-F238E27FC236}">
                  <a16:creationId xmlns:a16="http://schemas.microsoft.com/office/drawing/2014/main" id="{6BDB138F-848B-48F1-882E-80D7310C7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89" name="Rectangle 9">
              <a:extLst>
                <a:ext uri="{FF2B5EF4-FFF2-40B4-BE49-F238E27FC236}">
                  <a16:creationId xmlns:a16="http://schemas.microsoft.com/office/drawing/2014/main" id="{0B241F05-D1F4-4246-8FFB-07851AEF0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0" name="Rectangle 10">
              <a:extLst>
                <a:ext uri="{FF2B5EF4-FFF2-40B4-BE49-F238E27FC236}">
                  <a16:creationId xmlns:a16="http://schemas.microsoft.com/office/drawing/2014/main" id="{C8F65193-A269-4E6A-930F-6492F1F5D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1" name="Rectangle 11">
              <a:extLst>
                <a:ext uri="{FF2B5EF4-FFF2-40B4-BE49-F238E27FC236}">
                  <a16:creationId xmlns:a16="http://schemas.microsoft.com/office/drawing/2014/main" id="{9F673891-8CDF-4451-8F03-950C0A0A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2" name="Rectangle 12">
              <a:extLst>
                <a:ext uri="{FF2B5EF4-FFF2-40B4-BE49-F238E27FC236}">
                  <a16:creationId xmlns:a16="http://schemas.microsoft.com/office/drawing/2014/main" id="{561DC503-8499-4DCD-AA6D-E715E72A8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3" name="Rectangle 13">
              <a:extLst>
                <a:ext uri="{FF2B5EF4-FFF2-40B4-BE49-F238E27FC236}">
                  <a16:creationId xmlns:a16="http://schemas.microsoft.com/office/drawing/2014/main" id="{E3A032FC-0A0C-4649-A4DD-C53235689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4" name="Rectangle 14">
              <a:extLst>
                <a:ext uri="{FF2B5EF4-FFF2-40B4-BE49-F238E27FC236}">
                  <a16:creationId xmlns:a16="http://schemas.microsoft.com/office/drawing/2014/main" id="{5C2B4B5D-CC51-4A48-BB4C-67CBAFD44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5" name="Rectangle 15">
              <a:extLst>
                <a:ext uri="{FF2B5EF4-FFF2-40B4-BE49-F238E27FC236}">
                  <a16:creationId xmlns:a16="http://schemas.microsoft.com/office/drawing/2014/main" id="{533716C5-DC7F-437C-A7B1-4737332BA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6" name="Rectangle 16">
              <a:extLst>
                <a:ext uri="{FF2B5EF4-FFF2-40B4-BE49-F238E27FC236}">
                  <a16:creationId xmlns:a16="http://schemas.microsoft.com/office/drawing/2014/main" id="{8EEDBF47-1E6F-46F0-A53F-D1100A5B3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7" name="Rectangle 17">
              <a:extLst>
                <a:ext uri="{FF2B5EF4-FFF2-40B4-BE49-F238E27FC236}">
                  <a16:creationId xmlns:a16="http://schemas.microsoft.com/office/drawing/2014/main" id="{51B1629F-07E3-4D91-A4EC-924242C6F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8" name="Rectangle 18">
              <a:extLst>
                <a:ext uri="{FF2B5EF4-FFF2-40B4-BE49-F238E27FC236}">
                  <a16:creationId xmlns:a16="http://schemas.microsoft.com/office/drawing/2014/main" id="{FEBEA1FC-2BC7-437E-8B45-87AF2B3FC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499" name="Rectangle 19">
              <a:extLst>
                <a:ext uri="{FF2B5EF4-FFF2-40B4-BE49-F238E27FC236}">
                  <a16:creationId xmlns:a16="http://schemas.microsoft.com/office/drawing/2014/main" id="{504466BE-61F9-4089-A0EA-8547FB328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0" name="Rectangle 20">
              <a:extLst>
                <a:ext uri="{FF2B5EF4-FFF2-40B4-BE49-F238E27FC236}">
                  <a16:creationId xmlns:a16="http://schemas.microsoft.com/office/drawing/2014/main" id="{3F4A8D8C-5E9B-428C-BCB0-D04E2DBB8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1" name="Rectangle 21">
              <a:extLst>
                <a:ext uri="{FF2B5EF4-FFF2-40B4-BE49-F238E27FC236}">
                  <a16:creationId xmlns:a16="http://schemas.microsoft.com/office/drawing/2014/main" id="{0CCB7BBE-F926-41AB-98DA-06A2894CC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2" name="Rectangle 22">
              <a:extLst>
                <a:ext uri="{FF2B5EF4-FFF2-40B4-BE49-F238E27FC236}">
                  <a16:creationId xmlns:a16="http://schemas.microsoft.com/office/drawing/2014/main" id="{3941CDD7-7852-4F41-A83F-96B8AB82B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3" name="Rectangle 23">
              <a:extLst>
                <a:ext uri="{FF2B5EF4-FFF2-40B4-BE49-F238E27FC236}">
                  <a16:creationId xmlns:a16="http://schemas.microsoft.com/office/drawing/2014/main" id="{EDEB48F4-7E3E-4E6A-971B-C84BE34DD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4" name="Rectangle 24">
              <a:extLst>
                <a:ext uri="{FF2B5EF4-FFF2-40B4-BE49-F238E27FC236}">
                  <a16:creationId xmlns:a16="http://schemas.microsoft.com/office/drawing/2014/main" id="{199DD724-2E1B-4E69-A4E8-D0F665C7B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5" name="Rectangle 25">
              <a:extLst>
                <a:ext uri="{FF2B5EF4-FFF2-40B4-BE49-F238E27FC236}">
                  <a16:creationId xmlns:a16="http://schemas.microsoft.com/office/drawing/2014/main" id="{96509E30-68E4-46E5-9422-04841F15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6" name="Rectangle 26">
              <a:extLst>
                <a:ext uri="{FF2B5EF4-FFF2-40B4-BE49-F238E27FC236}">
                  <a16:creationId xmlns:a16="http://schemas.microsoft.com/office/drawing/2014/main" id="{CE40D682-AD16-426A-9EC3-341C3C4F7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7" name="Rectangle 27">
              <a:extLst>
                <a:ext uri="{FF2B5EF4-FFF2-40B4-BE49-F238E27FC236}">
                  <a16:creationId xmlns:a16="http://schemas.microsoft.com/office/drawing/2014/main" id="{E24CD175-FAC7-4C8F-B12F-B28E303D8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8" name="Rectangle 28">
              <a:extLst>
                <a:ext uri="{FF2B5EF4-FFF2-40B4-BE49-F238E27FC236}">
                  <a16:creationId xmlns:a16="http://schemas.microsoft.com/office/drawing/2014/main" id="{FCFD291E-C17D-4D3A-9CDD-FDC482764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09" name="Rectangle 29">
              <a:extLst>
                <a:ext uri="{FF2B5EF4-FFF2-40B4-BE49-F238E27FC236}">
                  <a16:creationId xmlns:a16="http://schemas.microsoft.com/office/drawing/2014/main" id="{68FCE42F-826A-4746-B457-5A92041A0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0" name="Rectangle 30">
              <a:extLst>
                <a:ext uri="{FF2B5EF4-FFF2-40B4-BE49-F238E27FC236}">
                  <a16:creationId xmlns:a16="http://schemas.microsoft.com/office/drawing/2014/main" id="{61CBD57C-1955-4D3E-96B3-669A3264D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1" name="Rectangle 31">
              <a:extLst>
                <a:ext uri="{FF2B5EF4-FFF2-40B4-BE49-F238E27FC236}">
                  <a16:creationId xmlns:a16="http://schemas.microsoft.com/office/drawing/2014/main" id="{E9130856-1358-4421-A2FD-27C2E60E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2" name="Rectangle 32">
              <a:extLst>
                <a:ext uri="{FF2B5EF4-FFF2-40B4-BE49-F238E27FC236}">
                  <a16:creationId xmlns:a16="http://schemas.microsoft.com/office/drawing/2014/main" id="{F3C53A04-6256-4B2E-AFC4-BB23D268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3" name="Rectangle 33">
              <a:extLst>
                <a:ext uri="{FF2B5EF4-FFF2-40B4-BE49-F238E27FC236}">
                  <a16:creationId xmlns:a16="http://schemas.microsoft.com/office/drawing/2014/main" id="{ACDC425B-6908-4C52-B653-95F05D756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4" name="Rectangle 34">
              <a:extLst>
                <a:ext uri="{FF2B5EF4-FFF2-40B4-BE49-F238E27FC236}">
                  <a16:creationId xmlns:a16="http://schemas.microsoft.com/office/drawing/2014/main" id="{3DC71040-8AFD-4195-A7EC-877B9AD1C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5" name="Rectangle 35">
              <a:extLst>
                <a:ext uri="{FF2B5EF4-FFF2-40B4-BE49-F238E27FC236}">
                  <a16:creationId xmlns:a16="http://schemas.microsoft.com/office/drawing/2014/main" id="{FA27D85F-A7DE-4B40-A646-FA6F38C2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6" name="Rectangle 36">
              <a:extLst>
                <a:ext uri="{FF2B5EF4-FFF2-40B4-BE49-F238E27FC236}">
                  <a16:creationId xmlns:a16="http://schemas.microsoft.com/office/drawing/2014/main" id="{B67359B8-1C8B-4681-B59D-9C65E06E4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7" name="Rectangle 37">
              <a:extLst>
                <a:ext uri="{FF2B5EF4-FFF2-40B4-BE49-F238E27FC236}">
                  <a16:creationId xmlns:a16="http://schemas.microsoft.com/office/drawing/2014/main" id="{A6A845EE-537F-40F5-A0E1-716437CF1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8" name="Rectangle 38">
              <a:extLst>
                <a:ext uri="{FF2B5EF4-FFF2-40B4-BE49-F238E27FC236}">
                  <a16:creationId xmlns:a16="http://schemas.microsoft.com/office/drawing/2014/main" id="{FB7A9D19-81E6-4377-ACA4-A39B1D72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19" name="Rectangle 39">
              <a:extLst>
                <a:ext uri="{FF2B5EF4-FFF2-40B4-BE49-F238E27FC236}">
                  <a16:creationId xmlns:a16="http://schemas.microsoft.com/office/drawing/2014/main" id="{04F38FEE-3BFB-438F-AE44-56C6920EC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0" name="Rectangle 40">
              <a:extLst>
                <a:ext uri="{FF2B5EF4-FFF2-40B4-BE49-F238E27FC236}">
                  <a16:creationId xmlns:a16="http://schemas.microsoft.com/office/drawing/2014/main" id="{E10BC1D6-B8B8-4318-9072-384B01300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1" name="Rectangle 41">
              <a:extLst>
                <a:ext uri="{FF2B5EF4-FFF2-40B4-BE49-F238E27FC236}">
                  <a16:creationId xmlns:a16="http://schemas.microsoft.com/office/drawing/2014/main" id="{8D1ED602-6501-47CF-9DCE-9DFFBB982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2" name="Rectangle 42">
              <a:extLst>
                <a:ext uri="{FF2B5EF4-FFF2-40B4-BE49-F238E27FC236}">
                  <a16:creationId xmlns:a16="http://schemas.microsoft.com/office/drawing/2014/main" id="{A44ED129-1AF3-4F67-8A6B-B5736A1CE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3" name="Rectangle 43">
              <a:extLst>
                <a:ext uri="{FF2B5EF4-FFF2-40B4-BE49-F238E27FC236}">
                  <a16:creationId xmlns:a16="http://schemas.microsoft.com/office/drawing/2014/main" id="{09D5AF6E-DF65-4FC8-B3C0-F7EFD8403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4" name="Rectangle 44">
              <a:extLst>
                <a:ext uri="{FF2B5EF4-FFF2-40B4-BE49-F238E27FC236}">
                  <a16:creationId xmlns:a16="http://schemas.microsoft.com/office/drawing/2014/main" id="{817BB86B-71CA-4B67-B70E-82D363099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5" name="Rectangle 45">
              <a:extLst>
                <a:ext uri="{FF2B5EF4-FFF2-40B4-BE49-F238E27FC236}">
                  <a16:creationId xmlns:a16="http://schemas.microsoft.com/office/drawing/2014/main" id="{09AAA708-A3B6-4FAA-9D30-BFB88F126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6" name="Rectangle 46">
              <a:extLst>
                <a:ext uri="{FF2B5EF4-FFF2-40B4-BE49-F238E27FC236}">
                  <a16:creationId xmlns:a16="http://schemas.microsoft.com/office/drawing/2014/main" id="{1C4BF82A-0BBB-4835-BC87-4808979E4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7" name="Rectangle 47">
              <a:extLst>
                <a:ext uri="{FF2B5EF4-FFF2-40B4-BE49-F238E27FC236}">
                  <a16:creationId xmlns:a16="http://schemas.microsoft.com/office/drawing/2014/main" id="{A8E650B0-FA75-466E-8AA4-37AFCFEE2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28" name="Rectangle 48">
              <a:extLst>
                <a:ext uri="{FF2B5EF4-FFF2-40B4-BE49-F238E27FC236}">
                  <a16:creationId xmlns:a16="http://schemas.microsoft.com/office/drawing/2014/main" id="{0EB245A6-0375-43E1-9F8B-760105E7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 dirty="0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48529" name="Rectangle 49">
              <a:extLst>
                <a:ext uri="{FF2B5EF4-FFF2-40B4-BE49-F238E27FC236}">
                  <a16:creationId xmlns:a16="http://schemas.microsoft.com/office/drawing/2014/main" id="{F308143B-4A6E-45EF-B3E6-95FED7164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0" name="Rectangle 50">
              <a:extLst>
                <a:ext uri="{FF2B5EF4-FFF2-40B4-BE49-F238E27FC236}">
                  <a16:creationId xmlns:a16="http://schemas.microsoft.com/office/drawing/2014/main" id="{05C0CDB9-03B0-403E-B779-309E2C9E4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1" name="Rectangle 51">
              <a:extLst>
                <a:ext uri="{FF2B5EF4-FFF2-40B4-BE49-F238E27FC236}">
                  <a16:creationId xmlns:a16="http://schemas.microsoft.com/office/drawing/2014/main" id="{57BA8872-4692-46BA-9306-54EF5E249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2" name="Rectangle 52">
              <a:extLst>
                <a:ext uri="{FF2B5EF4-FFF2-40B4-BE49-F238E27FC236}">
                  <a16:creationId xmlns:a16="http://schemas.microsoft.com/office/drawing/2014/main" id="{81AD4732-AB7C-4780-8847-ADB8D7326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3" name="Rectangle 53">
              <a:extLst>
                <a:ext uri="{FF2B5EF4-FFF2-40B4-BE49-F238E27FC236}">
                  <a16:creationId xmlns:a16="http://schemas.microsoft.com/office/drawing/2014/main" id="{3B9375C4-C84F-4C01-BF8B-6D8A79F09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534" name="Rectangle 54">
              <a:extLst>
                <a:ext uri="{FF2B5EF4-FFF2-40B4-BE49-F238E27FC236}">
                  <a16:creationId xmlns:a16="http://schemas.microsoft.com/office/drawing/2014/main" id="{280BEF7A-8030-4BF6-BC40-7ED0F7D0B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8482" name="TextBox 125">
            <a:extLst>
              <a:ext uri="{FF2B5EF4-FFF2-40B4-BE49-F238E27FC236}">
                <a16:creationId xmlns:a16="http://schemas.microsoft.com/office/drawing/2014/main" id="{AC4A2041-AA53-4EC9-96CC-D794168B89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4.20 from the textbook ]</a:t>
            </a:r>
          </a:p>
        </p:txBody>
      </p:sp>
      <p:sp>
        <p:nvSpPr>
          <p:cNvPr id="148483" name="Rectangle 2">
            <a:extLst>
              <a:ext uri="{FF2B5EF4-FFF2-40B4-BE49-F238E27FC236}">
                <a16:creationId xmlns:a16="http://schemas.microsoft.com/office/drawing/2014/main" id="{34F72A8B-F607-4690-8F02-C11C1989A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553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 dirty="0">
                <a:latin typeface="+mn-lt"/>
              </a:rPr>
              <a:t>Truth table for a 4-to-2 priority encoder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83E8DAC-70DC-4AEF-ADB8-EA17FF9FFA87}"/>
              </a:ext>
            </a:extLst>
          </p:cNvPr>
          <p:cNvSpPr/>
          <p:nvPr/>
        </p:nvSpPr>
        <p:spPr>
          <a:xfrm>
            <a:off x="76200" y="3201412"/>
            <a:ext cx="8894762" cy="32778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dirty="0">
                <a:latin typeface="+mn-lt"/>
              </a:rPr>
              <a:t>In a priority encoder each input has a priority level associated with it. The encoder outputs indicate the active input that has the highest priority. </a:t>
            </a:r>
          </a:p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dirty="0">
                <a:latin typeface="+mn-lt"/>
              </a:rPr>
              <a:t>When an input with a high priority is asserted, the other inputs with lower priority are ignored. </a:t>
            </a:r>
          </a:p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b="1" dirty="0">
                <a:latin typeface="+mn-lt"/>
              </a:rPr>
              <a:t>It assumes that w</a:t>
            </a:r>
            <a:r>
              <a:rPr lang="en-US" b="1" baseline="-25000" dirty="0">
                <a:latin typeface="+mn-lt"/>
              </a:rPr>
              <a:t>0 </a:t>
            </a:r>
            <a:r>
              <a:rPr lang="en-US" b="1" dirty="0">
                <a:latin typeface="+mn-lt"/>
              </a:rPr>
              <a:t>has the lowest priority and w</a:t>
            </a:r>
            <a:r>
              <a:rPr lang="en-US" b="1" baseline="-25000" dirty="0">
                <a:latin typeface="+mn-lt"/>
              </a:rPr>
              <a:t>3</a:t>
            </a:r>
            <a:r>
              <a:rPr lang="en-US" b="1" dirty="0">
                <a:latin typeface="+mn-lt"/>
              </a:rPr>
              <a:t> the highest.</a:t>
            </a:r>
          </a:p>
          <a:p>
            <a:pPr marL="342900" indent="-342900" algn="just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dirty="0">
                <a:latin typeface="+mn-lt"/>
              </a:rPr>
              <a:t>Since it is possible that none of the inputs is equal to 1, an output, </a:t>
            </a:r>
            <a:r>
              <a:rPr lang="en-US" b="1" i="1" dirty="0">
                <a:latin typeface="+mn-lt"/>
              </a:rPr>
              <a:t>z</a:t>
            </a:r>
            <a:r>
              <a:rPr lang="en-US" dirty="0">
                <a:latin typeface="+mn-lt"/>
              </a:rPr>
              <a:t>, is provided to indicate this condition.</a:t>
            </a:r>
          </a:p>
        </p:txBody>
      </p:sp>
    </p:spTree>
    <p:extLst>
      <p:ext uri="{BB962C8B-B14F-4D97-AF65-F5344CB8AC3E}">
        <p14:creationId xmlns:p14="http://schemas.microsoft.com/office/powerpoint/2010/main" val="343193095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5" name="Group 1">
            <a:extLst>
              <a:ext uri="{FF2B5EF4-FFF2-40B4-BE49-F238E27FC236}">
                <a16:creationId xmlns:a16="http://schemas.microsoft.com/office/drawing/2014/main" id="{8CE78D10-DE74-4553-8B85-12A1B1AB6D63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2574925"/>
            <a:ext cx="3173413" cy="2073275"/>
            <a:chOff x="2841625" y="1730375"/>
            <a:chExt cx="3173413" cy="2073275"/>
          </a:xfrm>
        </p:grpSpPr>
        <p:sp>
          <p:nvSpPr>
            <p:cNvPr id="149514" name="Line 5">
              <a:extLst>
                <a:ext uri="{FF2B5EF4-FFF2-40B4-BE49-F238E27FC236}">
                  <a16:creationId xmlns:a16="http://schemas.microsoft.com/office/drawing/2014/main" id="{E1161976-6E29-4088-9B5F-DFC7E2F41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5" name="Line 6">
              <a:extLst>
                <a:ext uri="{FF2B5EF4-FFF2-40B4-BE49-F238E27FC236}">
                  <a16:creationId xmlns:a16="http://schemas.microsoft.com/office/drawing/2014/main" id="{455C0D0B-2DE8-4DAF-9AAB-E940A94C0E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6" name="Rectangle 7">
              <a:extLst>
                <a:ext uri="{FF2B5EF4-FFF2-40B4-BE49-F238E27FC236}">
                  <a16:creationId xmlns:a16="http://schemas.microsoft.com/office/drawing/2014/main" id="{A14CE9FD-E4D3-4AD1-8BDB-DC463E48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17" name="Rectangle 8">
              <a:extLst>
                <a:ext uri="{FF2B5EF4-FFF2-40B4-BE49-F238E27FC236}">
                  <a16:creationId xmlns:a16="http://schemas.microsoft.com/office/drawing/2014/main" id="{169BA751-B7E4-45DD-955B-D1F8DFA73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18" name="Rectangle 9">
              <a:extLst>
                <a:ext uri="{FF2B5EF4-FFF2-40B4-BE49-F238E27FC236}">
                  <a16:creationId xmlns:a16="http://schemas.microsoft.com/office/drawing/2014/main" id="{50C25D64-1BE6-4F1D-BA25-7EFFFB9EE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19" name="Rectangle 10">
              <a:extLst>
                <a:ext uri="{FF2B5EF4-FFF2-40B4-BE49-F238E27FC236}">
                  <a16:creationId xmlns:a16="http://schemas.microsoft.com/office/drawing/2014/main" id="{2321E261-A8E0-4000-A2FC-9A6A91B65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0" name="Rectangle 11">
              <a:extLst>
                <a:ext uri="{FF2B5EF4-FFF2-40B4-BE49-F238E27FC236}">
                  <a16:creationId xmlns:a16="http://schemas.microsoft.com/office/drawing/2014/main" id="{3C25AA06-492B-4D70-88CD-355B8BF89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1" name="Rectangle 12">
              <a:extLst>
                <a:ext uri="{FF2B5EF4-FFF2-40B4-BE49-F238E27FC236}">
                  <a16:creationId xmlns:a16="http://schemas.microsoft.com/office/drawing/2014/main" id="{D9EEE208-BDD5-4854-9A22-5753DD080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2" name="Rectangle 13">
              <a:extLst>
                <a:ext uri="{FF2B5EF4-FFF2-40B4-BE49-F238E27FC236}">
                  <a16:creationId xmlns:a16="http://schemas.microsoft.com/office/drawing/2014/main" id="{7DF43501-BD7B-469D-A601-63E39B400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3" name="Rectangle 14">
              <a:extLst>
                <a:ext uri="{FF2B5EF4-FFF2-40B4-BE49-F238E27FC236}">
                  <a16:creationId xmlns:a16="http://schemas.microsoft.com/office/drawing/2014/main" id="{F9E02666-8817-4538-A543-83E7E1CC5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4" name="Rectangle 15">
              <a:extLst>
                <a:ext uri="{FF2B5EF4-FFF2-40B4-BE49-F238E27FC236}">
                  <a16:creationId xmlns:a16="http://schemas.microsoft.com/office/drawing/2014/main" id="{989AC2B4-7ED0-4ED7-92C3-5A934D976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5" name="Rectangle 16">
              <a:extLst>
                <a:ext uri="{FF2B5EF4-FFF2-40B4-BE49-F238E27FC236}">
                  <a16:creationId xmlns:a16="http://schemas.microsoft.com/office/drawing/2014/main" id="{4BADAF22-0F8D-4402-87C8-5CDC8A47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6" name="Rectangle 17">
              <a:extLst>
                <a:ext uri="{FF2B5EF4-FFF2-40B4-BE49-F238E27FC236}">
                  <a16:creationId xmlns:a16="http://schemas.microsoft.com/office/drawing/2014/main" id="{F4CA6D2C-51E2-42D8-89F4-C6C472FDA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7" name="Rectangle 18">
              <a:extLst>
                <a:ext uri="{FF2B5EF4-FFF2-40B4-BE49-F238E27FC236}">
                  <a16:creationId xmlns:a16="http://schemas.microsoft.com/office/drawing/2014/main" id="{4ECA96F5-0413-4D20-8FF7-60BE0986A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8" name="Rectangle 19">
              <a:extLst>
                <a:ext uri="{FF2B5EF4-FFF2-40B4-BE49-F238E27FC236}">
                  <a16:creationId xmlns:a16="http://schemas.microsoft.com/office/drawing/2014/main" id="{E757D5AD-7DDD-4639-8D86-493FA41AA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29" name="Rectangle 20">
              <a:extLst>
                <a:ext uri="{FF2B5EF4-FFF2-40B4-BE49-F238E27FC236}">
                  <a16:creationId xmlns:a16="http://schemas.microsoft.com/office/drawing/2014/main" id="{775199B0-315F-4B69-92AE-0C6135299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0" name="Rectangle 21">
              <a:extLst>
                <a:ext uri="{FF2B5EF4-FFF2-40B4-BE49-F238E27FC236}">
                  <a16:creationId xmlns:a16="http://schemas.microsoft.com/office/drawing/2014/main" id="{FA82A94B-0CAD-4997-9748-9AD25491F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1" name="Rectangle 22">
              <a:extLst>
                <a:ext uri="{FF2B5EF4-FFF2-40B4-BE49-F238E27FC236}">
                  <a16:creationId xmlns:a16="http://schemas.microsoft.com/office/drawing/2014/main" id="{697983BE-2695-4557-8670-A0B3B9D35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2" name="Rectangle 23">
              <a:extLst>
                <a:ext uri="{FF2B5EF4-FFF2-40B4-BE49-F238E27FC236}">
                  <a16:creationId xmlns:a16="http://schemas.microsoft.com/office/drawing/2014/main" id="{F36265F3-1E7C-44B0-B454-9E04534EB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3" name="Rectangle 24">
              <a:extLst>
                <a:ext uri="{FF2B5EF4-FFF2-40B4-BE49-F238E27FC236}">
                  <a16:creationId xmlns:a16="http://schemas.microsoft.com/office/drawing/2014/main" id="{76A13BEA-EB4D-4C2C-9F49-99761F47F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4" name="Rectangle 25">
              <a:extLst>
                <a:ext uri="{FF2B5EF4-FFF2-40B4-BE49-F238E27FC236}">
                  <a16:creationId xmlns:a16="http://schemas.microsoft.com/office/drawing/2014/main" id="{45B56F9D-C21B-4447-B005-5BCE162FA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5" name="Rectangle 26">
              <a:extLst>
                <a:ext uri="{FF2B5EF4-FFF2-40B4-BE49-F238E27FC236}">
                  <a16:creationId xmlns:a16="http://schemas.microsoft.com/office/drawing/2014/main" id="{82588F6B-5976-4291-B3FD-980089391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6" name="Rectangle 27">
              <a:extLst>
                <a:ext uri="{FF2B5EF4-FFF2-40B4-BE49-F238E27FC236}">
                  <a16:creationId xmlns:a16="http://schemas.microsoft.com/office/drawing/2014/main" id="{620DC962-6B8C-4F02-8C05-961B68C5C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7" name="Rectangle 28">
              <a:extLst>
                <a:ext uri="{FF2B5EF4-FFF2-40B4-BE49-F238E27FC236}">
                  <a16:creationId xmlns:a16="http://schemas.microsoft.com/office/drawing/2014/main" id="{5FDBFE48-DC47-48DD-8DD2-DDCCB8AD6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8" name="Rectangle 29">
              <a:extLst>
                <a:ext uri="{FF2B5EF4-FFF2-40B4-BE49-F238E27FC236}">
                  <a16:creationId xmlns:a16="http://schemas.microsoft.com/office/drawing/2014/main" id="{FC7D48E2-07B1-4CC7-95EF-F45EA6C2C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39" name="Rectangle 30">
              <a:extLst>
                <a:ext uri="{FF2B5EF4-FFF2-40B4-BE49-F238E27FC236}">
                  <a16:creationId xmlns:a16="http://schemas.microsoft.com/office/drawing/2014/main" id="{B4836CA2-E110-43E8-A8BD-A3D3A7A9F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0" name="Rectangle 31">
              <a:extLst>
                <a:ext uri="{FF2B5EF4-FFF2-40B4-BE49-F238E27FC236}">
                  <a16:creationId xmlns:a16="http://schemas.microsoft.com/office/drawing/2014/main" id="{CB17DCB5-C987-4498-9FE0-04FEBB8AC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1" name="Rectangle 32">
              <a:extLst>
                <a:ext uri="{FF2B5EF4-FFF2-40B4-BE49-F238E27FC236}">
                  <a16:creationId xmlns:a16="http://schemas.microsoft.com/office/drawing/2014/main" id="{FD5AE963-AC22-4493-B85E-CE0AEC97C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2" name="Rectangle 33">
              <a:extLst>
                <a:ext uri="{FF2B5EF4-FFF2-40B4-BE49-F238E27FC236}">
                  <a16:creationId xmlns:a16="http://schemas.microsoft.com/office/drawing/2014/main" id="{A914591C-EA31-494D-9EAC-714A089CC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3" name="Rectangle 34">
              <a:extLst>
                <a:ext uri="{FF2B5EF4-FFF2-40B4-BE49-F238E27FC236}">
                  <a16:creationId xmlns:a16="http://schemas.microsoft.com/office/drawing/2014/main" id="{567227F4-97F5-4777-8EB3-F60FDF08A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4" name="Rectangle 35">
              <a:extLst>
                <a:ext uri="{FF2B5EF4-FFF2-40B4-BE49-F238E27FC236}">
                  <a16:creationId xmlns:a16="http://schemas.microsoft.com/office/drawing/2014/main" id="{B3CC163B-7202-4C32-979B-095B9341C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5" name="Rectangle 36">
              <a:extLst>
                <a:ext uri="{FF2B5EF4-FFF2-40B4-BE49-F238E27FC236}">
                  <a16:creationId xmlns:a16="http://schemas.microsoft.com/office/drawing/2014/main" id="{9B5BBAFD-0766-4EA0-AC0B-16A805506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6" name="Rectangle 37">
              <a:extLst>
                <a:ext uri="{FF2B5EF4-FFF2-40B4-BE49-F238E27FC236}">
                  <a16:creationId xmlns:a16="http://schemas.microsoft.com/office/drawing/2014/main" id="{9E19613B-EE0A-494A-86C5-6FB10579F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7" name="Rectangle 38">
              <a:extLst>
                <a:ext uri="{FF2B5EF4-FFF2-40B4-BE49-F238E27FC236}">
                  <a16:creationId xmlns:a16="http://schemas.microsoft.com/office/drawing/2014/main" id="{BEEBFF0D-A60F-4509-BF7F-6FBA787EA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8" name="Rectangle 39">
              <a:extLst>
                <a:ext uri="{FF2B5EF4-FFF2-40B4-BE49-F238E27FC236}">
                  <a16:creationId xmlns:a16="http://schemas.microsoft.com/office/drawing/2014/main" id="{96FB2BCC-56B0-41CB-92F5-D6CD66B50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49" name="Rectangle 40">
              <a:extLst>
                <a:ext uri="{FF2B5EF4-FFF2-40B4-BE49-F238E27FC236}">
                  <a16:creationId xmlns:a16="http://schemas.microsoft.com/office/drawing/2014/main" id="{9F537C8C-9348-49B2-8435-502A0E196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0" name="Rectangle 41">
              <a:extLst>
                <a:ext uri="{FF2B5EF4-FFF2-40B4-BE49-F238E27FC236}">
                  <a16:creationId xmlns:a16="http://schemas.microsoft.com/office/drawing/2014/main" id="{2096405B-0FBD-4A22-B123-E878FDA36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1" name="Rectangle 42">
              <a:extLst>
                <a:ext uri="{FF2B5EF4-FFF2-40B4-BE49-F238E27FC236}">
                  <a16:creationId xmlns:a16="http://schemas.microsoft.com/office/drawing/2014/main" id="{B7F29686-9347-4897-9FDC-73418378F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2" name="Rectangle 43">
              <a:extLst>
                <a:ext uri="{FF2B5EF4-FFF2-40B4-BE49-F238E27FC236}">
                  <a16:creationId xmlns:a16="http://schemas.microsoft.com/office/drawing/2014/main" id="{5184F935-D8F8-4AFA-8870-05A63F36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3" name="Rectangle 44">
              <a:extLst>
                <a:ext uri="{FF2B5EF4-FFF2-40B4-BE49-F238E27FC236}">
                  <a16:creationId xmlns:a16="http://schemas.microsoft.com/office/drawing/2014/main" id="{A1B4C5A6-F405-4422-9677-1C515199F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4" name="Rectangle 45">
              <a:extLst>
                <a:ext uri="{FF2B5EF4-FFF2-40B4-BE49-F238E27FC236}">
                  <a16:creationId xmlns:a16="http://schemas.microsoft.com/office/drawing/2014/main" id="{615F0D92-BB3D-443B-AD3D-45392C42A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5" name="Rectangle 46">
              <a:extLst>
                <a:ext uri="{FF2B5EF4-FFF2-40B4-BE49-F238E27FC236}">
                  <a16:creationId xmlns:a16="http://schemas.microsoft.com/office/drawing/2014/main" id="{181E7084-B533-4A5A-8051-B5E3622BB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6" name="Rectangle 47">
              <a:extLst>
                <a:ext uri="{FF2B5EF4-FFF2-40B4-BE49-F238E27FC236}">
                  <a16:creationId xmlns:a16="http://schemas.microsoft.com/office/drawing/2014/main" id="{85AFFFC9-D0B4-4EE9-96A3-01A8D7099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7" name="Rectangle 48">
              <a:extLst>
                <a:ext uri="{FF2B5EF4-FFF2-40B4-BE49-F238E27FC236}">
                  <a16:creationId xmlns:a16="http://schemas.microsoft.com/office/drawing/2014/main" id="{066B0F28-09C3-44D3-8D8C-FC15B4045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8" name="Rectangle 49">
              <a:extLst>
                <a:ext uri="{FF2B5EF4-FFF2-40B4-BE49-F238E27FC236}">
                  <a16:creationId xmlns:a16="http://schemas.microsoft.com/office/drawing/2014/main" id="{1752552C-8B82-462B-9272-A85646669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59" name="Rectangle 50">
              <a:extLst>
                <a:ext uri="{FF2B5EF4-FFF2-40B4-BE49-F238E27FC236}">
                  <a16:creationId xmlns:a16="http://schemas.microsoft.com/office/drawing/2014/main" id="{C381B097-6A79-4990-A5C7-FE6F8F2C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60" name="Rectangle 51">
              <a:extLst>
                <a:ext uri="{FF2B5EF4-FFF2-40B4-BE49-F238E27FC236}">
                  <a16:creationId xmlns:a16="http://schemas.microsoft.com/office/drawing/2014/main" id="{25200CC7-B4E7-4F93-AF74-148B6BA3C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61" name="Rectangle 52">
              <a:extLst>
                <a:ext uri="{FF2B5EF4-FFF2-40B4-BE49-F238E27FC236}">
                  <a16:creationId xmlns:a16="http://schemas.microsoft.com/office/drawing/2014/main" id="{867783B2-584F-4C23-A2B2-84D64E0C5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62" name="Rectangle 53">
              <a:extLst>
                <a:ext uri="{FF2B5EF4-FFF2-40B4-BE49-F238E27FC236}">
                  <a16:creationId xmlns:a16="http://schemas.microsoft.com/office/drawing/2014/main" id="{0F46002D-49DD-43B5-AFF2-BB68F931E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563" name="Rectangle 54">
              <a:extLst>
                <a:ext uri="{FF2B5EF4-FFF2-40B4-BE49-F238E27FC236}">
                  <a16:creationId xmlns:a16="http://schemas.microsoft.com/office/drawing/2014/main" id="{425E69F6-43BE-4FB8-9670-D3A7D5A6C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49506" name="TextBox 125">
            <a:extLst>
              <a:ext uri="{FF2B5EF4-FFF2-40B4-BE49-F238E27FC236}">
                <a16:creationId xmlns:a16="http://schemas.microsoft.com/office/drawing/2014/main" id="{E41A642A-B8E4-4231-A0C6-104B54C04D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anose="02020603050405020304" pitchFamily="18" charset="0"/>
              </a:rPr>
              <a:t>[ Figure 4.20 from the textbook ]</a:t>
            </a:r>
          </a:p>
        </p:txBody>
      </p:sp>
      <p:sp>
        <p:nvSpPr>
          <p:cNvPr id="149507" name="Rectangle 54">
            <a:extLst>
              <a:ext uri="{FF2B5EF4-FFF2-40B4-BE49-F238E27FC236}">
                <a16:creationId xmlns:a16="http://schemas.microsoft.com/office/drawing/2014/main" id="{964A6BD1-B4A1-4BD1-973B-13A9D7C0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100388"/>
            <a:ext cx="2971800" cy="271462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9508" name="Rectangle 55">
            <a:extLst>
              <a:ext uri="{FF2B5EF4-FFF2-40B4-BE49-F238E27FC236}">
                <a16:creationId xmlns:a16="http://schemas.microsoft.com/office/drawing/2014/main" id="{CD767681-2A86-4053-9430-39134BF17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3113" y="3409950"/>
            <a:ext cx="2971800" cy="271463"/>
          </a:xfrm>
          <a:prstGeom prst="rect">
            <a:avLst/>
          </a:prstGeom>
          <a:solidFill>
            <a:srgbClr val="92D050">
              <a:alpha val="20000"/>
            </a:srgbClr>
          </a:solidFill>
          <a:ln w="9525">
            <a:solidFill>
              <a:srgbClr val="92D05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9509" name="Rectangle 56">
            <a:extLst>
              <a:ext uri="{FF2B5EF4-FFF2-40B4-BE49-F238E27FC236}">
                <a16:creationId xmlns:a16="http://schemas.microsoft.com/office/drawing/2014/main" id="{2A8E5EF6-195C-4B68-B1F4-8A873BFDC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729038"/>
            <a:ext cx="2971800" cy="269875"/>
          </a:xfrm>
          <a:prstGeom prst="rect">
            <a:avLst/>
          </a:prstGeom>
          <a:solidFill>
            <a:srgbClr val="00B0F0">
              <a:alpha val="20000"/>
            </a:srgbClr>
          </a:solidFill>
          <a:ln w="9525">
            <a:solidFill>
              <a:srgbClr val="00B0F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9510" name="Rectangle 57">
            <a:extLst>
              <a:ext uri="{FF2B5EF4-FFF2-40B4-BE49-F238E27FC236}">
                <a16:creationId xmlns:a16="http://schemas.microsoft.com/office/drawing/2014/main" id="{B8EFB97F-8244-414D-A33A-5AF8161CC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3113" y="4048125"/>
            <a:ext cx="2971800" cy="269875"/>
          </a:xfrm>
          <a:prstGeom prst="rect">
            <a:avLst/>
          </a:prstGeom>
          <a:solidFill>
            <a:srgbClr val="7030A0">
              <a:alpha val="20000"/>
            </a:srgbClr>
          </a:solidFill>
          <a:ln w="9525">
            <a:solidFill>
              <a:srgbClr val="7030A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9511" name="Rectangle 58">
            <a:extLst>
              <a:ext uri="{FF2B5EF4-FFF2-40B4-BE49-F238E27FC236}">
                <a16:creationId xmlns:a16="http://schemas.microsoft.com/office/drawing/2014/main" id="{E7203FD2-B666-41BA-B0F8-262B0F420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8350" y="4357688"/>
            <a:ext cx="2971800" cy="269875"/>
          </a:xfrm>
          <a:prstGeom prst="rect">
            <a:avLst/>
          </a:prstGeom>
          <a:solidFill>
            <a:srgbClr val="002060">
              <a:alpha val="20000"/>
            </a:srgbClr>
          </a:solidFill>
          <a:ln w="9525">
            <a:solidFill>
              <a:srgbClr val="00206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49512" name="Rectangle 2">
            <a:extLst>
              <a:ext uri="{FF2B5EF4-FFF2-40B4-BE49-F238E27FC236}">
                <a16:creationId xmlns:a16="http://schemas.microsoft.com/office/drawing/2014/main" id="{EF5203DF-E9C0-491D-A5AF-E1DECB584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Truth table for a 4-to-2 priority encoder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5C0AC04-C43A-3C45-8BBC-304238DBC54B}"/>
              </a:ext>
            </a:extLst>
          </p:cNvPr>
          <p:cNvSpPr txBox="1"/>
          <p:nvPr/>
        </p:nvSpPr>
        <p:spPr>
          <a:xfrm>
            <a:off x="2471738" y="727075"/>
            <a:ext cx="4327525" cy="5842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3200" b="1" dirty="0">
                <a:latin typeface="+mj-lt"/>
                <a:ea typeface="MS PGothic" charset="-128"/>
              </a:rPr>
              <a:t>(abbreviated version)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10F29B3-D2F1-3744-9D43-686F4C5C56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5802241"/>
              </p:ext>
            </p:extLst>
          </p:nvPr>
        </p:nvGraphicFramePr>
        <p:xfrm>
          <a:off x="3222625" y="762000"/>
          <a:ext cx="33528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z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50675" name="Rectangle 2">
            <a:extLst>
              <a:ext uri="{FF2B5EF4-FFF2-40B4-BE49-F238E27FC236}">
                <a16:creationId xmlns:a16="http://schemas.microsoft.com/office/drawing/2014/main" id="{362DAF96-F8EB-4622-BA04-C0B008660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Truth table for a 4-to-2 priority encoder</a:t>
            </a:r>
          </a:p>
        </p:txBody>
      </p:sp>
      <p:sp>
        <p:nvSpPr>
          <p:cNvPr id="150676" name="Rectangle 52">
            <a:extLst>
              <a:ext uri="{FF2B5EF4-FFF2-40B4-BE49-F238E27FC236}">
                <a16:creationId xmlns:a16="http://schemas.microsoft.com/office/drawing/2014/main" id="{4B471B8C-A9CC-4170-870E-68B69153D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038" y="1166813"/>
            <a:ext cx="3119437" cy="269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0677" name="Rectangle 53">
            <a:extLst>
              <a:ext uri="{FF2B5EF4-FFF2-40B4-BE49-F238E27FC236}">
                <a16:creationId xmlns:a16="http://schemas.microsoft.com/office/drawing/2014/main" id="{59F0B072-3EA4-4FEF-9D2F-535A6EA5C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3275" y="1476375"/>
            <a:ext cx="3119438" cy="269875"/>
          </a:xfrm>
          <a:prstGeom prst="rect">
            <a:avLst/>
          </a:prstGeom>
          <a:solidFill>
            <a:srgbClr val="92D050">
              <a:alpha val="20000"/>
            </a:srgbClr>
          </a:solidFill>
          <a:ln w="9525">
            <a:solidFill>
              <a:srgbClr val="92D05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0678" name="Rectangle 54">
            <a:extLst>
              <a:ext uri="{FF2B5EF4-FFF2-40B4-BE49-F238E27FC236}">
                <a16:creationId xmlns:a16="http://schemas.microsoft.com/office/drawing/2014/main" id="{B0E77D19-5DD2-47B7-A5BC-1F247CBC7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038" y="1793875"/>
            <a:ext cx="3119437" cy="576263"/>
          </a:xfrm>
          <a:prstGeom prst="rect">
            <a:avLst/>
          </a:prstGeom>
          <a:solidFill>
            <a:srgbClr val="00B0F0">
              <a:alpha val="20000"/>
            </a:srgbClr>
          </a:solidFill>
          <a:ln w="9525">
            <a:solidFill>
              <a:srgbClr val="00B0F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0679" name="Rectangle 55">
            <a:extLst>
              <a:ext uri="{FF2B5EF4-FFF2-40B4-BE49-F238E27FC236}">
                <a16:creationId xmlns:a16="http://schemas.microsoft.com/office/drawing/2014/main" id="{08226C32-87C5-4436-863B-4D35EAF15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3275" y="2457450"/>
            <a:ext cx="3119438" cy="1177925"/>
          </a:xfrm>
          <a:prstGeom prst="rect">
            <a:avLst/>
          </a:prstGeom>
          <a:solidFill>
            <a:srgbClr val="7030A0">
              <a:alpha val="20000"/>
            </a:srgbClr>
          </a:solidFill>
          <a:ln w="9525">
            <a:solidFill>
              <a:srgbClr val="7030A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0680" name="Rectangle 56">
            <a:extLst>
              <a:ext uri="{FF2B5EF4-FFF2-40B4-BE49-F238E27FC236}">
                <a16:creationId xmlns:a16="http://schemas.microsoft.com/office/drawing/2014/main" id="{14A53C1E-CD41-4D0A-8E35-36B6B22DF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8513" y="3706813"/>
            <a:ext cx="3119437" cy="2516187"/>
          </a:xfrm>
          <a:prstGeom prst="rect">
            <a:avLst/>
          </a:prstGeom>
          <a:solidFill>
            <a:srgbClr val="002060">
              <a:alpha val="20000"/>
            </a:srgbClr>
          </a:solidFill>
          <a:ln w="9525">
            <a:solidFill>
              <a:srgbClr val="00206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0681" name="TextBox 3">
            <a:extLst>
              <a:ext uri="{FF2B5EF4-FFF2-40B4-BE49-F238E27FC236}">
                <a16:creationId xmlns:a16="http://schemas.microsoft.com/office/drawing/2014/main" id="{0D652EA3-F814-4ACD-9BA1-B99E7F2BC0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888" y="4632325"/>
            <a:ext cx="1338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2060"/>
                </a:solidFill>
                <a:latin typeface="Times" panose="02020603050405020304" pitchFamily="18" charset="0"/>
              </a:rPr>
              <a:t>1  x  x  x </a:t>
            </a:r>
          </a:p>
        </p:txBody>
      </p:sp>
      <p:sp>
        <p:nvSpPr>
          <p:cNvPr id="150682" name="TextBox 57">
            <a:extLst>
              <a:ext uri="{FF2B5EF4-FFF2-40B4-BE49-F238E27FC236}">
                <a16:creationId xmlns:a16="http://schemas.microsoft.com/office/drawing/2014/main" id="{39FF2656-30D7-48DE-A704-1896DDE18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0063" y="2806700"/>
            <a:ext cx="13398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7030A0"/>
                </a:solidFill>
                <a:latin typeface="Times" panose="02020603050405020304" pitchFamily="18" charset="0"/>
              </a:rPr>
              <a:t>0  1  x  x </a:t>
            </a:r>
          </a:p>
        </p:txBody>
      </p:sp>
      <p:sp>
        <p:nvSpPr>
          <p:cNvPr id="150683" name="TextBox 58">
            <a:extLst>
              <a:ext uri="{FF2B5EF4-FFF2-40B4-BE49-F238E27FC236}">
                <a16:creationId xmlns:a16="http://schemas.microsoft.com/office/drawing/2014/main" id="{953627CE-4FE1-47AF-9D41-D49B292077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1793875"/>
            <a:ext cx="1338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F0"/>
                </a:solidFill>
                <a:latin typeface="Times" panose="02020603050405020304" pitchFamily="18" charset="0"/>
              </a:rPr>
              <a:t>0  0  1  x </a:t>
            </a:r>
          </a:p>
        </p:txBody>
      </p:sp>
      <p:sp>
        <p:nvSpPr>
          <p:cNvPr id="150684" name="TextBox 59">
            <a:extLst>
              <a:ext uri="{FF2B5EF4-FFF2-40B4-BE49-F238E27FC236}">
                <a16:creationId xmlns:a16="http://schemas.microsoft.com/office/drawing/2014/main" id="{FDB70723-CB6C-4307-964E-0C3DDCF17D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5" y="1352550"/>
            <a:ext cx="13382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92D050"/>
                </a:solidFill>
                <a:latin typeface="Times" panose="02020603050405020304" pitchFamily="18" charset="0"/>
              </a:rPr>
              <a:t>0  0  0  1 </a:t>
            </a:r>
          </a:p>
        </p:txBody>
      </p:sp>
      <p:sp>
        <p:nvSpPr>
          <p:cNvPr id="150685" name="TextBox 60">
            <a:extLst>
              <a:ext uri="{FF2B5EF4-FFF2-40B4-BE49-F238E27FC236}">
                <a16:creationId xmlns:a16="http://schemas.microsoft.com/office/drawing/2014/main" id="{9CC05F01-56CD-4EBB-AD1A-38E137807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012825"/>
            <a:ext cx="1338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0  0  0  0 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605ABB3-F7C7-4458-BB36-AAE55362DDD4}"/>
                  </a:ext>
                </a:extLst>
              </p14:cNvPr>
              <p14:cNvContentPartPr/>
              <p14:nvPr/>
            </p14:nvContentPartPr>
            <p14:xfrm>
              <a:off x="5359680" y="571680"/>
              <a:ext cx="1320840" cy="298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605ABB3-F7C7-4458-BB36-AAE55362DD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320" y="562320"/>
                <a:ext cx="1339560" cy="317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F1E06A5-633B-064F-AF9B-9050EA66882A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33528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z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51699" name="Rectangle 2">
            <a:extLst>
              <a:ext uri="{FF2B5EF4-FFF2-40B4-BE49-F238E27FC236}">
                <a16:creationId xmlns:a16="http://schemas.microsoft.com/office/drawing/2014/main" id="{02FE26EB-944F-4854-9D4C-58E42BA4B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priority encoder</a:t>
            </a:r>
          </a:p>
        </p:txBody>
      </p:sp>
      <p:sp>
        <p:nvSpPr>
          <p:cNvPr id="151700" name="Line 382">
            <a:extLst>
              <a:ext uri="{FF2B5EF4-FFF2-40B4-BE49-F238E27FC236}">
                <a16:creationId xmlns:a16="http://schemas.microsoft.com/office/drawing/2014/main" id="{D9FF1A07-494F-4A5F-ACDC-EDF71445231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5938" y="2403475"/>
            <a:ext cx="442912" cy="46355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01" name="Rectangle 383">
            <a:extLst>
              <a:ext uri="{FF2B5EF4-FFF2-40B4-BE49-F238E27FC236}">
                <a16:creationId xmlns:a16="http://schemas.microsoft.com/office/drawing/2014/main" id="{DCC641BA-CAD2-416B-AB38-11C12501A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2286000"/>
            <a:ext cx="5365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3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2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51702" name="Rectangle 394">
            <a:extLst>
              <a:ext uri="{FF2B5EF4-FFF2-40B4-BE49-F238E27FC236}">
                <a16:creationId xmlns:a16="http://schemas.microsoft.com/office/drawing/2014/main" id="{E6816A02-F590-4FA9-A220-C59752496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29892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d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3" name="Rectangle 395">
            <a:extLst>
              <a:ext uri="{FF2B5EF4-FFF2-40B4-BE49-F238E27FC236}">
                <a16:creationId xmlns:a16="http://schemas.microsoft.com/office/drawing/2014/main" id="{E2FE1A21-2566-4BF1-98EA-096AC8A2C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375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4" name="Rectangle 396">
            <a:extLst>
              <a:ext uri="{FF2B5EF4-FFF2-40B4-BE49-F238E27FC236}">
                <a16:creationId xmlns:a16="http://schemas.microsoft.com/office/drawing/2014/main" id="{9E93BE0A-C3B1-44AB-BFF1-B327E0D76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5" name="Rectangle 397">
            <a:extLst>
              <a:ext uri="{FF2B5EF4-FFF2-40B4-BE49-F238E27FC236}">
                <a16:creationId xmlns:a16="http://schemas.microsoft.com/office/drawing/2014/main" id="{297B61D6-C3D8-49EF-9927-2E15844CE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0725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6" name="Rectangle 398">
            <a:extLst>
              <a:ext uri="{FF2B5EF4-FFF2-40B4-BE49-F238E27FC236}">
                <a16:creationId xmlns:a16="http://schemas.microsoft.com/office/drawing/2014/main" id="{01B96761-4F5C-4126-8C9E-887A907F5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0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7" name="Rectangle 399">
            <a:extLst>
              <a:ext uri="{FF2B5EF4-FFF2-40B4-BE49-F238E27FC236}">
                <a16:creationId xmlns:a16="http://schemas.microsoft.com/office/drawing/2014/main" id="{095689B5-F128-43E4-90F1-E4CC34A92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9892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8" name="Rectangle 400">
            <a:extLst>
              <a:ext uri="{FF2B5EF4-FFF2-40B4-BE49-F238E27FC236}">
                <a16:creationId xmlns:a16="http://schemas.microsoft.com/office/drawing/2014/main" id="{C6CF91AE-4CB6-4EA2-AD0E-F81FD61F7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29892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09" name="Rectangle 401">
            <a:extLst>
              <a:ext uri="{FF2B5EF4-FFF2-40B4-BE49-F238E27FC236}">
                <a16:creationId xmlns:a16="http://schemas.microsoft.com/office/drawing/2014/main" id="{1167A0F3-85DD-491D-8B5D-64DAED2974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298926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0" name="Rectangle 402">
            <a:extLst>
              <a:ext uri="{FF2B5EF4-FFF2-40B4-BE49-F238E27FC236}">
                <a16:creationId xmlns:a16="http://schemas.microsoft.com/office/drawing/2014/main" id="{2F4DF5A1-D94B-4C49-A292-C2A319C56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343693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1" name="Rectangle 403">
            <a:extLst>
              <a:ext uri="{FF2B5EF4-FFF2-40B4-BE49-F238E27FC236}">
                <a16:creationId xmlns:a16="http://schemas.microsoft.com/office/drawing/2014/main" id="{BDD0992F-5D64-4FF1-9312-6B5EA6D3D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43693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2" name="Rectangle 404">
            <a:extLst>
              <a:ext uri="{FF2B5EF4-FFF2-40B4-BE49-F238E27FC236}">
                <a16:creationId xmlns:a16="http://schemas.microsoft.com/office/drawing/2014/main" id="{8AC14D4E-98B6-45CF-9BC0-F9D6F1A16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34369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3" name="Rectangle 405">
            <a:extLst>
              <a:ext uri="{FF2B5EF4-FFF2-40B4-BE49-F238E27FC236}">
                <a16:creationId xmlns:a16="http://schemas.microsoft.com/office/drawing/2014/main" id="{1F0DBAC3-4314-4750-811F-CAEABFE5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7263" y="2857500"/>
            <a:ext cx="1801812" cy="1811338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CA" altLang="en-US" b="0">
              <a:latin typeface="Times" panose="02020603050405020304" pitchFamily="18" charset="0"/>
            </a:endParaRPr>
          </a:p>
        </p:txBody>
      </p:sp>
      <p:sp>
        <p:nvSpPr>
          <p:cNvPr id="151714" name="Line 407">
            <a:extLst>
              <a:ext uri="{FF2B5EF4-FFF2-40B4-BE49-F238E27FC236}">
                <a16:creationId xmlns:a16="http://schemas.microsoft.com/office/drawing/2014/main" id="{0446B00C-0851-4652-9599-1763A4D82A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40550" y="2857500"/>
            <a:ext cx="0" cy="18113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15" name="Rectangle 408">
            <a:extLst>
              <a:ext uri="{FF2B5EF4-FFF2-40B4-BE49-F238E27FC236}">
                <a16:creationId xmlns:a16="http://schemas.microsoft.com/office/drawing/2014/main" id="{44923D5F-9653-45B1-BE85-CF11F0134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3436938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6" name="Rectangle 412">
            <a:extLst>
              <a:ext uri="{FF2B5EF4-FFF2-40B4-BE49-F238E27FC236}">
                <a16:creationId xmlns:a16="http://schemas.microsoft.com/office/drawing/2014/main" id="{396606DB-B8EC-4FAB-A528-8BE5CFEF6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38846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7" name="Rectangle 413">
            <a:extLst>
              <a:ext uri="{FF2B5EF4-FFF2-40B4-BE49-F238E27FC236}">
                <a16:creationId xmlns:a16="http://schemas.microsoft.com/office/drawing/2014/main" id="{8CEE6AC0-DD00-40F9-B7FC-751B0D224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88461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8" name="Rectangle 414">
            <a:extLst>
              <a:ext uri="{FF2B5EF4-FFF2-40B4-BE49-F238E27FC236}">
                <a16:creationId xmlns:a16="http://schemas.microsoft.com/office/drawing/2014/main" id="{FAA15BD2-8302-473E-996D-007A0EE4F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38846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19" name="Rectangle 415">
            <a:extLst>
              <a:ext uri="{FF2B5EF4-FFF2-40B4-BE49-F238E27FC236}">
                <a16:creationId xmlns:a16="http://schemas.microsoft.com/office/drawing/2014/main" id="{7E172572-1FCB-45F7-9FCF-C33423F43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38846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0" name="Rectangle 416">
            <a:extLst>
              <a:ext uri="{FF2B5EF4-FFF2-40B4-BE49-F238E27FC236}">
                <a16:creationId xmlns:a16="http://schemas.microsoft.com/office/drawing/2014/main" id="{0E024FB1-80F1-40B3-A6E3-8CE015110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43322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1" name="Rectangle 417">
            <a:extLst>
              <a:ext uri="{FF2B5EF4-FFF2-40B4-BE49-F238E27FC236}">
                <a16:creationId xmlns:a16="http://schemas.microsoft.com/office/drawing/2014/main" id="{E5FBE723-4C6E-4202-B31D-45759A65A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43322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2" name="Rectangle 418">
            <a:extLst>
              <a:ext uri="{FF2B5EF4-FFF2-40B4-BE49-F238E27FC236}">
                <a16:creationId xmlns:a16="http://schemas.microsoft.com/office/drawing/2014/main" id="{06A42798-FCD7-4F82-881C-3C40F8E10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43322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3" name="Rectangle 419">
            <a:extLst>
              <a:ext uri="{FF2B5EF4-FFF2-40B4-BE49-F238E27FC236}">
                <a16:creationId xmlns:a16="http://schemas.microsoft.com/office/drawing/2014/main" id="{610768F5-563F-41B7-B618-58856146C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43322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4" name="Rectangle 420">
            <a:extLst>
              <a:ext uri="{FF2B5EF4-FFF2-40B4-BE49-F238E27FC236}">
                <a16:creationId xmlns:a16="http://schemas.microsoft.com/office/drawing/2014/main" id="{1E4E4F6C-705F-43A6-AA81-68D51A685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29892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5" name="Rectangle 421">
            <a:extLst>
              <a:ext uri="{FF2B5EF4-FFF2-40B4-BE49-F238E27FC236}">
                <a16:creationId xmlns:a16="http://schemas.microsoft.com/office/drawing/2014/main" id="{123542F0-8947-4742-A6FA-033C6F2C4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34369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6" name="Rectangle 422">
            <a:extLst>
              <a:ext uri="{FF2B5EF4-FFF2-40B4-BE49-F238E27FC236}">
                <a16:creationId xmlns:a16="http://schemas.microsoft.com/office/drawing/2014/main" id="{CE792EBC-8254-4C71-9FDA-719B9D51E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388461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7" name="Rectangle 425">
            <a:extLst>
              <a:ext uri="{FF2B5EF4-FFF2-40B4-BE49-F238E27FC236}">
                <a16:creationId xmlns:a16="http://schemas.microsoft.com/office/drawing/2014/main" id="{FB1B6908-870B-4AD0-96C7-8EED31AFF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6750" y="4332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1728" name="Rectangle 383">
            <a:extLst>
              <a:ext uri="{FF2B5EF4-FFF2-40B4-BE49-F238E27FC236}">
                <a16:creationId xmlns:a16="http://schemas.microsoft.com/office/drawing/2014/main" id="{0F0119DC-3A2F-44B0-814E-5BD1CFAD3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540000"/>
            <a:ext cx="5349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1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0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51729" name="Line 407">
            <a:extLst>
              <a:ext uri="{FF2B5EF4-FFF2-40B4-BE49-F238E27FC236}">
                <a16:creationId xmlns:a16="http://schemas.microsoft.com/office/drawing/2014/main" id="{F20F5701-17D6-400A-855C-EFCC0B91282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00925" y="2851150"/>
            <a:ext cx="1588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30" name="Line 407">
            <a:extLst>
              <a:ext uri="{FF2B5EF4-FFF2-40B4-BE49-F238E27FC236}">
                <a16:creationId xmlns:a16="http://schemas.microsoft.com/office/drawing/2014/main" id="{D809F915-2B6A-449F-AF58-5161AED2299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89700" y="2851150"/>
            <a:ext cx="3175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31" name="Line 407">
            <a:extLst>
              <a:ext uri="{FF2B5EF4-FFF2-40B4-BE49-F238E27FC236}">
                <a16:creationId xmlns:a16="http://schemas.microsoft.com/office/drawing/2014/main" id="{9E91D063-E3D3-4D39-8948-3831B20532E0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5788" y="2865438"/>
            <a:ext cx="1587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32" name="Line 407">
            <a:extLst>
              <a:ext uri="{FF2B5EF4-FFF2-40B4-BE49-F238E27FC236}">
                <a16:creationId xmlns:a16="http://schemas.microsoft.com/office/drawing/2014/main" id="{FCEF600B-F83E-4E0D-BE41-E45A304F12D9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6582" y="242014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33" name="Line 407">
            <a:extLst>
              <a:ext uri="{FF2B5EF4-FFF2-40B4-BE49-F238E27FC236}">
                <a16:creationId xmlns:a16="http://schemas.microsoft.com/office/drawing/2014/main" id="{2436A8C9-819C-40CF-B139-FD80EFDBCF2C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9757" y="330279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734" name="Rectangle 10">
            <a:extLst>
              <a:ext uri="{FF2B5EF4-FFF2-40B4-BE49-F238E27FC236}">
                <a16:creationId xmlns:a16="http://schemas.microsoft.com/office/drawing/2014/main" id="{6DF6083F-AFC8-4852-AB21-EA4E72AF7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6363" y="1158875"/>
            <a:ext cx="338137" cy="544195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CF07FCB9-9E39-004A-A8B1-0F190010AE88}"/>
              </a:ext>
            </a:extLst>
          </p:cNvPr>
          <p:cNvSpPr/>
          <p:nvPr/>
        </p:nvSpPr>
        <p:spPr bwMode="auto">
          <a:xfrm rot="16200000">
            <a:off x="5404644" y="3586957"/>
            <a:ext cx="1697037" cy="361950"/>
          </a:xfrm>
          <a:prstGeom prst="roundRect">
            <a:avLst/>
          </a:prstGeom>
          <a:noFill/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51736" name="TextBox 3">
            <a:extLst>
              <a:ext uri="{FF2B5EF4-FFF2-40B4-BE49-F238E27FC236}">
                <a16:creationId xmlns:a16="http://schemas.microsoft.com/office/drawing/2014/main" id="{4BED0781-9482-459C-927B-0A96104F0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1388" y="5180013"/>
            <a:ext cx="17462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y</a:t>
            </a:r>
            <a:r>
              <a:rPr lang="en-US" altLang="en-US" baseline="-25000">
                <a:latin typeface="Times" panose="02020603050405020304" pitchFamily="18" charset="0"/>
              </a:rPr>
              <a:t>1</a:t>
            </a:r>
            <a:r>
              <a:rPr lang="en-US" altLang="en-US" b="0">
                <a:latin typeface="Times" panose="02020603050405020304" pitchFamily="18" charset="0"/>
              </a:rPr>
              <a:t> = w</a:t>
            </a:r>
            <a:r>
              <a:rPr lang="en-US" altLang="en-US" baseline="-25000">
                <a:latin typeface="Times" panose="02020603050405020304" pitchFamily="18" charset="0"/>
              </a:rPr>
              <a:t>3</a:t>
            </a:r>
            <a:r>
              <a:rPr lang="en-US" altLang="en-US" b="0">
                <a:latin typeface="Times" panose="02020603050405020304" pitchFamily="18" charset="0"/>
              </a:rPr>
              <a:t> + w</a:t>
            </a:r>
            <a:r>
              <a:rPr lang="en-US" altLang="en-US" baseline="-25000">
                <a:latin typeface="Times" panose="02020603050405020304" pitchFamily="18" charset="0"/>
              </a:rPr>
              <a:t>2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91388AD-B8BB-844B-B354-F164A5BD1342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33528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z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52723" name="Rectangle 2">
            <a:extLst>
              <a:ext uri="{FF2B5EF4-FFF2-40B4-BE49-F238E27FC236}">
                <a16:creationId xmlns:a16="http://schemas.microsoft.com/office/drawing/2014/main" id="{78CE6B01-FEA1-4ED2-9A02-E107661367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priority encoder</a:t>
            </a:r>
          </a:p>
        </p:txBody>
      </p:sp>
      <p:sp>
        <p:nvSpPr>
          <p:cNvPr id="152724" name="Rectangle 10">
            <a:extLst>
              <a:ext uri="{FF2B5EF4-FFF2-40B4-BE49-F238E27FC236}">
                <a16:creationId xmlns:a16="http://schemas.microsoft.com/office/drawing/2014/main" id="{D2171B7F-5083-451E-9D61-93CE6FAA1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1158875"/>
            <a:ext cx="338138" cy="544195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  <p:grpSp>
        <p:nvGrpSpPr>
          <p:cNvPr id="152725" name="Group 4">
            <a:extLst>
              <a:ext uri="{FF2B5EF4-FFF2-40B4-BE49-F238E27FC236}">
                <a16:creationId xmlns:a16="http://schemas.microsoft.com/office/drawing/2014/main" id="{DED94575-84E9-4B05-B7EA-89AF55149C8C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5180013"/>
            <a:ext cx="2122488" cy="461962"/>
            <a:chOff x="5867400" y="5180427"/>
            <a:chExt cx="2122697" cy="461665"/>
          </a:xfrm>
        </p:grpSpPr>
        <p:sp>
          <p:nvSpPr>
            <p:cNvPr id="152766" name="TextBox 37">
              <a:extLst>
                <a:ext uri="{FF2B5EF4-FFF2-40B4-BE49-F238E27FC236}">
                  <a16:creationId xmlns:a16="http://schemas.microsoft.com/office/drawing/2014/main" id="{B6C23462-3DEE-4254-95C2-E97BDA9F52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67400" y="5180427"/>
              <a:ext cx="212269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anose="02020603050405020304" pitchFamily="18" charset="0"/>
                </a:rPr>
                <a:t>y</a:t>
              </a:r>
              <a:r>
                <a:rPr lang="en-US" altLang="en-US" baseline="-25000">
                  <a:latin typeface="Times" panose="02020603050405020304" pitchFamily="18" charset="0"/>
                </a:rPr>
                <a:t>0</a:t>
              </a:r>
              <a:r>
                <a:rPr lang="en-US" altLang="en-US" b="0">
                  <a:latin typeface="Times" panose="02020603050405020304" pitchFamily="18" charset="0"/>
                </a:rPr>
                <a:t> = w</a:t>
              </a:r>
              <a:r>
                <a:rPr lang="en-US" altLang="en-US" baseline="-25000">
                  <a:latin typeface="Times" panose="02020603050405020304" pitchFamily="18" charset="0"/>
                </a:rPr>
                <a:t>3</a:t>
              </a:r>
              <a:r>
                <a:rPr lang="en-US" altLang="en-US" b="0">
                  <a:latin typeface="Times" panose="02020603050405020304" pitchFamily="18" charset="0"/>
                </a:rPr>
                <a:t> + w</a:t>
              </a:r>
              <a:r>
                <a:rPr lang="en-US" altLang="en-US" baseline="-25000">
                  <a:latin typeface="Times" panose="02020603050405020304" pitchFamily="18" charset="0"/>
                </a:rPr>
                <a:t>1 </a:t>
              </a:r>
              <a:r>
                <a:rPr lang="en-US" altLang="en-US" b="0">
                  <a:latin typeface="Times" panose="02020603050405020304" pitchFamily="18" charset="0"/>
                </a:rPr>
                <a:t>w</a:t>
              </a:r>
              <a:r>
                <a:rPr lang="en-US" altLang="en-US" baseline="-25000">
                  <a:latin typeface="Times" panose="02020603050405020304" pitchFamily="18" charset="0"/>
                </a:rPr>
                <a:t>2</a:t>
              </a:r>
            </a:p>
          </p:txBody>
        </p:sp>
        <p:cxnSp>
          <p:nvCxnSpPr>
            <p:cNvPr id="152767" name="Straight Connector 3">
              <a:extLst>
                <a:ext uri="{FF2B5EF4-FFF2-40B4-BE49-F238E27FC236}">
                  <a16:creationId xmlns:a16="http://schemas.microsoft.com/office/drawing/2014/main" id="{0DAE7C3F-2B93-4266-9589-176D3D479F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530237" y="5263376"/>
              <a:ext cx="31721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52726" name="Group 6">
            <a:extLst>
              <a:ext uri="{FF2B5EF4-FFF2-40B4-BE49-F238E27FC236}">
                <a16:creationId xmlns:a16="http://schemas.microsoft.com/office/drawing/2014/main" id="{D9D0775A-A8D2-45B7-92D9-38B8205966D2}"/>
              </a:ext>
            </a:extLst>
          </p:cNvPr>
          <p:cNvGrpSpPr>
            <a:grpSpLocks/>
          </p:cNvGrpSpPr>
          <p:nvPr/>
        </p:nvGrpSpPr>
        <p:grpSpPr bwMode="auto">
          <a:xfrm>
            <a:off x="5272088" y="2286000"/>
            <a:ext cx="3230562" cy="2408238"/>
            <a:chOff x="5272712" y="2286000"/>
            <a:chExt cx="3230535" cy="2408238"/>
          </a:xfrm>
        </p:grpSpPr>
        <p:sp>
          <p:nvSpPr>
            <p:cNvPr id="152727" name="Line 382">
              <a:extLst>
                <a:ext uri="{FF2B5EF4-FFF2-40B4-BE49-F238E27FC236}">
                  <a16:creationId xmlns:a16="http://schemas.microsoft.com/office/drawing/2014/main" id="{687AB942-3B0D-44C7-BFB0-4C79EFC6A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6623" y="2403475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28" name="Rectangle 383">
              <a:extLst>
                <a:ext uri="{FF2B5EF4-FFF2-40B4-BE49-F238E27FC236}">
                  <a16:creationId xmlns:a16="http://schemas.microsoft.com/office/drawing/2014/main" id="{3EFB5E3E-8EA6-447B-966A-BE9BE3E8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2673" y="2286000"/>
              <a:ext cx="5354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r>
                <a:rPr lang="en-US" altLang="en-US" sz="1600" i="1" baseline="-25000">
                  <a:solidFill>
                    <a:srgbClr val="000000"/>
                  </a:solidFill>
                  <a:latin typeface="Times-Roman" charset="0"/>
                </a:rPr>
                <a:t>3</a:t>
              </a: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 w</a:t>
              </a:r>
              <a:r>
                <a:rPr lang="en-US" altLang="en-US" sz="1600" i="1" baseline="-25000">
                  <a:solidFill>
                    <a:srgbClr val="000000"/>
                  </a:solidFill>
                  <a:latin typeface="Times-Roman" charset="0"/>
                </a:rPr>
                <a:t>2</a:t>
              </a: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52729" name="Rectangle 394">
              <a:extLst>
                <a:ext uri="{FF2B5EF4-FFF2-40B4-BE49-F238E27FC236}">
                  <a16:creationId xmlns:a16="http://schemas.microsoft.com/office/drawing/2014/main" id="{DE45D178-C1A5-41BA-A185-3A81ADE3A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3686" y="298926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d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0" name="Rectangle 395">
              <a:extLst>
                <a:ext uri="{FF2B5EF4-FFF2-40B4-BE49-F238E27FC236}">
                  <a16:creationId xmlns:a16="http://schemas.microsoft.com/office/drawing/2014/main" id="{81E1CC51-601B-4861-99AC-014524BB4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061" y="26050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1" name="Rectangle 396">
              <a:extLst>
                <a:ext uri="{FF2B5EF4-FFF2-40B4-BE49-F238E27FC236}">
                  <a16:creationId xmlns:a16="http://schemas.microsoft.com/office/drawing/2014/main" id="{ECCE1EBC-927B-4EF0-B366-843C79299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3736" y="26050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2" name="Rectangle 397">
              <a:extLst>
                <a:ext uri="{FF2B5EF4-FFF2-40B4-BE49-F238E27FC236}">
                  <a16:creationId xmlns:a16="http://schemas.microsoft.com/office/drawing/2014/main" id="{5ACC695C-4799-409F-90E5-101FF9D2A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1411" y="26050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3" name="Rectangle 398">
              <a:extLst>
                <a:ext uri="{FF2B5EF4-FFF2-40B4-BE49-F238E27FC236}">
                  <a16:creationId xmlns:a16="http://schemas.microsoft.com/office/drawing/2014/main" id="{81A522F2-2726-47EC-80F6-CC3311EC8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9086" y="26050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4" name="Rectangle 399">
              <a:extLst>
                <a:ext uri="{FF2B5EF4-FFF2-40B4-BE49-F238E27FC236}">
                  <a16:creationId xmlns:a16="http://schemas.microsoft.com/office/drawing/2014/main" id="{54821A1D-3560-4284-BDBF-9E6AE66B0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1361" y="298926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5" name="Rectangle 400">
              <a:extLst>
                <a:ext uri="{FF2B5EF4-FFF2-40B4-BE49-F238E27FC236}">
                  <a16:creationId xmlns:a16="http://schemas.microsoft.com/office/drawing/2014/main" id="{2B59D201-5DD1-46D2-A613-FFAD94B56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9036" y="298926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6" name="Rectangle 401">
              <a:extLst>
                <a:ext uri="{FF2B5EF4-FFF2-40B4-BE49-F238E27FC236}">
                  <a16:creationId xmlns:a16="http://schemas.microsoft.com/office/drawing/2014/main" id="{EF87CF2A-F506-4C4D-A60A-58FAE8AF2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6711" y="298926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7" name="Rectangle 402">
              <a:extLst>
                <a:ext uri="{FF2B5EF4-FFF2-40B4-BE49-F238E27FC236}">
                  <a16:creationId xmlns:a16="http://schemas.microsoft.com/office/drawing/2014/main" id="{74ABD8FF-7E36-4C3D-AEC4-74410278B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3686" y="3436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8" name="Rectangle 403">
              <a:extLst>
                <a:ext uri="{FF2B5EF4-FFF2-40B4-BE49-F238E27FC236}">
                  <a16:creationId xmlns:a16="http://schemas.microsoft.com/office/drawing/2014/main" id="{C4EDF3A3-0F33-40F5-A461-91EA386BD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1361" y="343693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39" name="Rectangle 404">
              <a:extLst>
                <a:ext uri="{FF2B5EF4-FFF2-40B4-BE49-F238E27FC236}">
                  <a16:creationId xmlns:a16="http://schemas.microsoft.com/office/drawing/2014/main" id="{772D09F0-DE01-4B03-AC00-BEB7D4DF3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9036" y="343693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0" name="Rectangle 405">
              <a:extLst>
                <a:ext uri="{FF2B5EF4-FFF2-40B4-BE49-F238E27FC236}">
                  <a16:creationId xmlns:a16="http://schemas.microsoft.com/office/drawing/2014/main" id="{A2E9315E-B1D2-454D-BB8C-9D4B94BE5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7814" y="2857635"/>
              <a:ext cx="1801367" cy="1811969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1" name="Line 407">
              <a:extLst>
                <a:ext uri="{FF2B5EF4-FFF2-40B4-BE49-F238E27FC236}">
                  <a16:creationId xmlns:a16="http://schemas.microsoft.com/office/drawing/2014/main" id="{EA6F769E-D2AB-4E37-9A14-E548A92383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0193" y="2857814"/>
              <a:ext cx="198" cy="181179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42" name="Rectangle 408">
              <a:extLst>
                <a:ext uri="{FF2B5EF4-FFF2-40B4-BE49-F238E27FC236}">
                  <a16:creationId xmlns:a16="http://schemas.microsoft.com/office/drawing/2014/main" id="{BD1E4D99-D3EE-4038-8063-F3F0DE020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6711" y="343693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3" name="Rectangle 412">
              <a:extLst>
                <a:ext uri="{FF2B5EF4-FFF2-40B4-BE49-F238E27FC236}">
                  <a16:creationId xmlns:a16="http://schemas.microsoft.com/office/drawing/2014/main" id="{A2D83C4D-2465-4B00-986C-BDDDA9C9F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3686" y="388461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4" name="Rectangle 413">
              <a:extLst>
                <a:ext uri="{FF2B5EF4-FFF2-40B4-BE49-F238E27FC236}">
                  <a16:creationId xmlns:a16="http://schemas.microsoft.com/office/drawing/2014/main" id="{611D0672-853D-46AB-9E3B-570721663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1361" y="388461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5" name="Rectangle 414">
              <a:extLst>
                <a:ext uri="{FF2B5EF4-FFF2-40B4-BE49-F238E27FC236}">
                  <a16:creationId xmlns:a16="http://schemas.microsoft.com/office/drawing/2014/main" id="{1443497D-BB32-4948-9192-C19270D14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9036" y="388461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6" name="Rectangle 415">
              <a:extLst>
                <a:ext uri="{FF2B5EF4-FFF2-40B4-BE49-F238E27FC236}">
                  <a16:creationId xmlns:a16="http://schemas.microsoft.com/office/drawing/2014/main" id="{1FEAFBA2-CCC1-4CAD-A468-0E0031856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6711" y="388461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7" name="Rectangle 416">
              <a:extLst>
                <a:ext uri="{FF2B5EF4-FFF2-40B4-BE49-F238E27FC236}">
                  <a16:creationId xmlns:a16="http://schemas.microsoft.com/office/drawing/2014/main" id="{59198834-E259-46A7-9F79-4DBF2E143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3686" y="43322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8" name="Rectangle 417">
              <a:extLst>
                <a:ext uri="{FF2B5EF4-FFF2-40B4-BE49-F238E27FC236}">
                  <a16:creationId xmlns:a16="http://schemas.microsoft.com/office/drawing/2014/main" id="{BCAB008C-E0A6-4836-8E7C-E02F13DA6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1361" y="43322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49" name="Rectangle 418">
              <a:extLst>
                <a:ext uri="{FF2B5EF4-FFF2-40B4-BE49-F238E27FC236}">
                  <a16:creationId xmlns:a16="http://schemas.microsoft.com/office/drawing/2014/main" id="{F9ED1D57-E143-471A-A0FD-E1AE0C729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9036" y="43322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50" name="Rectangle 419">
              <a:extLst>
                <a:ext uri="{FF2B5EF4-FFF2-40B4-BE49-F238E27FC236}">
                  <a16:creationId xmlns:a16="http://schemas.microsoft.com/office/drawing/2014/main" id="{E9F506B8-308A-4090-908A-0306F142A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6711" y="43322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51" name="Rectangle 420">
              <a:extLst>
                <a:ext uri="{FF2B5EF4-FFF2-40B4-BE49-F238E27FC236}">
                  <a16:creationId xmlns:a16="http://schemas.microsoft.com/office/drawing/2014/main" id="{DC9DD76B-B64C-486B-9F95-A8BF0D9AF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773" y="29892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52" name="Rectangle 421">
              <a:extLst>
                <a:ext uri="{FF2B5EF4-FFF2-40B4-BE49-F238E27FC236}">
                  <a16:creationId xmlns:a16="http://schemas.microsoft.com/office/drawing/2014/main" id="{E5ADEF9C-82A1-40EC-A797-E42636F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773" y="34369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53" name="Rectangle 422">
              <a:extLst>
                <a:ext uri="{FF2B5EF4-FFF2-40B4-BE49-F238E27FC236}">
                  <a16:creationId xmlns:a16="http://schemas.microsoft.com/office/drawing/2014/main" id="{C0909CD3-0AA0-4613-87ED-5F9ADADDF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773" y="388461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54" name="Rectangle 425">
              <a:extLst>
                <a:ext uri="{FF2B5EF4-FFF2-40B4-BE49-F238E27FC236}">
                  <a16:creationId xmlns:a16="http://schemas.microsoft.com/office/drawing/2014/main" id="{0D0FC7FE-1CE7-491F-81E9-0B4AC69E5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7436" y="433228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2755" name="Rectangle 383">
              <a:extLst>
                <a:ext uri="{FF2B5EF4-FFF2-40B4-BE49-F238E27FC236}">
                  <a16:creationId xmlns:a16="http://schemas.microsoft.com/office/drawing/2014/main" id="{B224DB70-78B9-4C19-B619-716AA0460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236" y="2540000"/>
              <a:ext cx="5354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r>
                <a:rPr lang="en-US" altLang="en-US" sz="1600" i="1" baseline="-25000">
                  <a:solidFill>
                    <a:srgbClr val="000000"/>
                  </a:solidFill>
                  <a:latin typeface="Times-Roman" charset="0"/>
                </a:rPr>
                <a:t>1</a:t>
              </a: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 w</a:t>
              </a:r>
              <a:r>
                <a:rPr lang="en-US" altLang="en-US" sz="1600" i="1" baseline="-25000">
                  <a:solidFill>
                    <a:srgbClr val="000000"/>
                  </a:solidFill>
                  <a:latin typeface="Times-Roman" charset="0"/>
                </a:rPr>
                <a:t>0</a:t>
              </a: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sz="2800" b="0">
                <a:latin typeface="Times" panose="02020603050405020304" pitchFamily="18" charset="0"/>
              </a:endParaRPr>
            </a:p>
          </p:txBody>
        </p:sp>
        <p:sp>
          <p:nvSpPr>
            <p:cNvPr id="152756" name="Line 407">
              <a:extLst>
                <a:ext uri="{FF2B5EF4-FFF2-40B4-BE49-F238E27FC236}">
                  <a16:creationId xmlns:a16="http://schemas.microsoft.com/office/drawing/2014/main" id="{4E2D5502-95B8-496D-972C-DFD9F11138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00798" y="2851398"/>
              <a:ext cx="1731" cy="1823344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57" name="Line 407">
              <a:extLst>
                <a:ext uri="{FF2B5EF4-FFF2-40B4-BE49-F238E27FC236}">
                  <a16:creationId xmlns:a16="http://schemas.microsoft.com/office/drawing/2014/main" id="{02FEF36F-BDC3-4856-A41C-D1963FFA77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490239" y="2850424"/>
              <a:ext cx="3028" cy="182431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58" name="Line 407">
              <a:extLst>
                <a:ext uri="{FF2B5EF4-FFF2-40B4-BE49-F238E27FC236}">
                  <a16:creationId xmlns:a16="http://schemas.microsoft.com/office/drawing/2014/main" id="{1896A136-1F7C-41F6-BD59-7E7371F0BF1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 flipV="1">
              <a:off x="6936638" y="2865414"/>
              <a:ext cx="844" cy="179849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59" name="Line 407">
              <a:extLst>
                <a:ext uri="{FF2B5EF4-FFF2-40B4-BE49-F238E27FC236}">
                  <a16:creationId xmlns:a16="http://schemas.microsoft.com/office/drawing/2014/main" id="{943523E1-133A-49AB-ACEF-D8A06DBCB08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 flipV="1">
              <a:off x="6936638" y="2420294"/>
              <a:ext cx="844" cy="179849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60" name="Line 407">
              <a:extLst>
                <a:ext uri="{FF2B5EF4-FFF2-40B4-BE49-F238E27FC236}">
                  <a16:creationId xmlns:a16="http://schemas.microsoft.com/office/drawing/2014/main" id="{8A2420C9-E979-4900-BBB0-F5F2CB8685F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 flipV="1">
              <a:off x="6939307" y="3303231"/>
              <a:ext cx="844" cy="179849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Rounded Rectangle 52">
              <a:extLst>
                <a:ext uri="{FF2B5EF4-FFF2-40B4-BE49-F238E27FC236}">
                  <a16:creationId xmlns:a16="http://schemas.microsoft.com/office/drawing/2014/main" id="{E79BF4E7-1D4F-5644-B5DD-E6F5383CC663}"/>
                </a:ext>
              </a:extLst>
            </p:cNvPr>
            <p:cNvSpPr/>
            <p:nvPr/>
          </p:nvSpPr>
          <p:spPr bwMode="auto">
            <a:xfrm rot="16200000">
              <a:off x="6534756" y="3359153"/>
              <a:ext cx="1708150" cy="806443"/>
            </a:xfrm>
            <a:prstGeom prst="roundRect">
              <a:avLst/>
            </a:prstGeom>
            <a:noFill/>
            <a:ln>
              <a:solidFill>
                <a:srgbClr val="FF0000"/>
              </a:solidFill>
              <a:headEnd type="none" w="med" len="med"/>
              <a:tailEnd type="none" w="med" len="med"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9pPr>
            </a:lstStyle>
            <a:p>
              <a:pPr>
                <a:defRPr/>
              </a:pPr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54" name="Rounded Rectangle 53">
              <a:extLst>
                <a:ext uri="{FF2B5EF4-FFF2-40B4-BE49-F238E27FC236}">
                  <a16:creationId xmlns:a16="http://schemas.microsoft.com/office/drawing/2014/main" id="{F47631A9-E74F-6942-B723-1FDAEAD1FE89}"/>
                </a:ext>
              </a:extLst>
            </p:cNvPr>
            <p:cNvSpPr/>
            <p:nvPr/>
          </p:nvSpPr>
          <p:spPr bwMode="auto">
            <a:xfrm rot="16200000">
              <a:off x="5589412" y="3769523"/>
              <a:ext cx="801688" cy="914392"/>
            </a:xfrm>
            <a:prstGeom prst="roundRect">
              <a:avLst/>
            </a:prstGeom>
            <a:noFill/>
            <a:ln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9pPr>
            </a:lstStyle>
            <a:p>
              <a:pPr>
                <a:defRPr/>
              </a:pPr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152763" name="Rectangle 20">
              <a:extLst>
                <a:ext uri="{FF2B5EF4-FFF2-40B4-BE49-F238E27FC236}">
                  <a16:creationId xmlns:a16="http://schemas.microsoft.com/office/drawing/2014/main" id="{355CE625-0C2E-48C9-B0C6-039B38C5C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2712" y="3551238"/>
              <a:ext cx="457121" cy="1143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56" name="Rounded Rectangle 55">
              <a:extLst>
                <a:ext uri="{FF2B5EF4-FFF2-40B4-BE49-F238E27FC236}">
                  <a16:creationId xmlns:a16="http://schemas.microsoft.com/office/drawing/2014/main" id="{49840590-AC81-0B41-8AEB-BEDB6A2E59D5}"/>
                </a:ext>
              </a:extLst>
            </p:cNvPr>
            <p:cNvSpPr/>
            <p:nvPr/>
          </p:nvSpPr>
          <p:spPr bwMode="auto">
            <a:xfrm rot="16200000">
              <a:off x="7496777" y="3760792"/>
              <a:ext cx="819150" cy="914392"/>
            </a:xfrm>
            <a:prstGeom prst="roundRect">
              <a:avLst/>
            </a:prstGeom>
            <a:noFill/>
            <a:ln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itchFamily="2" charset="0"/>
                  <a:ea typeface="MS PGothic" panose="020B0600070205080204" pitchFamily="34" charset="-128"/>
                </a:defRPr>
              </a:lvl9pPr>
            </a:lstStyle>
            <a:p>
              <a:pPr>
                <a:defRPr/>
              </a:pPr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152765" name="Rectangle 2">
              <a:extLst>
                <a:ext uri="{FF2B5EF4-FFF2-40B4-BE49-F238E27FC236}">
                  <a16:creationId xmlns:a16="http://schemas.microsoft.com/office/drawing/2014/main" id="{783827AD-A1A0-49C8-B181-D1E6BA6BC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6126" y="3526179"/>
              <a:ext cx="457121" cy="1143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B59C938-5186-1640-AED2-60F8CB363868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1143000"/>
          <a:ext cx="3352800" cy="5461000"/>
        </p:xfrm>
        <a:graphic>
          <a:graphicData uri="http://schemas.openxmlformats.org/drawingml/2006/table">
            <a:tbl>
              <a:tblPr/>
              <a:tblGrid>
                <a:gridCol w="514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08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810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w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y</a:t>
                      </a:r>
                      <a:r>
                        <a:rPr kumimoji="0" lang="en-US" altLang="en-US" sz="18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z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1750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53747" name="Rectangle 2">
            <a:extLst>
              <a:ext uri="{FF2B5EF4-FFF2-40B4-BE49-F238E27FC236}">
                <a16:creationId xmlns:a16="http://schemas.microsoft.com/office/drawing/2014/main" id="{6C91F93A-293F-4DC8-A1F3-65AABC185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Expressions for 4-to-2 priority encoder</a:t>
            </a:r>
          </a:p>
        </p:txBody>
      </p:sp>
      <p:sp>
        <p:nvSpPr>
          <p:cNvPr id="153748" name="Line 382">
            <a:extLst>
              <a:ext uri="{FF2B5EF4-FFF2-40B4-BE49-F238E27FC236}">
                <a16:creationId xmlns:a16="http://schemas.microsoft.com/office/drawing/2014/main" id="{819068B0-A32B-4F54-B261-F4D3AE75562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5938" y="2403475"/>
            <a:ext cx="442912" cy="46355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49" name="Rectangle 383">
            <a:extLst>
              <a:ext uri="{FF2B5EF4-FFF2-40B4-BE49-F238E27FC236}">
                <a16:creationId xmlns:a16="http://schemas.microsoft.com/office/drawing/2014/main" id="{86B8E6E2-A9B0-4BF3-A971-E1E48F8B5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2286000"/>
            <a:ext cx="5365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3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2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53750" name="Rectangle 394">
            <a:extLst>
              <a:ext uri="{FF2B5EF4-FFF2-40B4-BE49-F238E27FC236}">
                <a16:creationId xmlns:a16="http://schemas.microsoft.com/office/drawing/2014/main" id="{277E4E75-1EF0-49F5-8645-5CFAAD60F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29892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1" name="Rectangle 395">
            <a:extLst>
              <a:ext uri="{FF2B5EF4-FFF2-40B4-BE49-F238E27FC236}">
                <a16:creationId xmlns:a16="http://schemas.microsoft.com/office/drawing/2014/main" id="{A97F07C4-1B82-4D3A-B6CD-47C04827F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375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2" name="Rectangle 396">
            <a:extLst>
              <a:ext uri="{FF2B5EF4-FFF2-40B4-BE49-F238E27FC236}">
                <a16:creationId xmlns:a16="http://schemas.microsoft.com/office/drawing/2014/main" id="{5A350B3A-D9A0-483A-907C-EB9808B24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3" name="Rectangle 397">
            <a:extLst>
              <a:ext uri="{FF2B5EF4-FFF2-40B4-BE49-F238E27FC236}">
                <a16:creationId xmlns:a16="http://schemas.microsoft.com/office/drawing/2014/main" id="{AC14096F-E33B-4D1C-89E1-1D267D636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0725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4" name="Rectangle 398">
            <a:extLst>
              <a:ext uri="{FF2B5EF4-FFF2-40B4-BE49-F238E27FC236}">
                <a16:creationId xmlns:a16="http://schemas.microsoft.com/office/drawing/2014/main" id="{C5098734-860F-4DF8-9CD2-F1F737703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0" y="26050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5" name="Rectangle 399">
            <a:extLst>
              <a:ext uri="{FF2B5EF4-FFF2-40B4-BE49-F238E27FC236}">
                <a16:creationId xmlns:a16="http://schemas.microsoft.com/office/drawing/2014/main" id="{0B9C96B9-27E0-482A-92B4-ADF29AC42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9892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6" name="Rectangle 400">
            <a:extLst>
              <a:ext uri="{FF2B5EF4-FFF2-40B4-BE49-F238E27FC236}">
                <a16:creationId xmlns:a16="http://schemas.microsoft.com/office/drawing/2014/main" id="{80D48509-BBFC-4D40-B763-86B5C8C31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298926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7" name="Rectangle 401">
            <a:extLst>
              <a:ext uri="{FF2B5EF4-FFF2-40B4-BE49-F238E27FC236}">
                <a16:creationId xmlns:a16="http://schemas.microsoft.com/office/drawing/2014/main" id="{E66B5317-BFEE-4DCB-95CF-26AD150C8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298926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8" name="Rectangle 402">
            <a:extLst>
              <a:ext uri="{FF2B5EF4-FFF2-40B4-BE49-F238E27FC236}">
                <a16:creationId xmlns:a16="http://schemas.microsoft.com/office/drawing/2014/main" id="{567A230C-0545-4401-BBAF-389FC50FD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34369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59" name="Rectangle 403">
            <a:extLst>
              <a:ext uri="{FF2B5EF4-FFF2-40B4-BE49-F238E27FC236}">
                <a16:creationId xmlns:a16="http://schemas.microsoft.com/office/drawing/2014/main" id="{E2AAE660-1744-4282-BA96-F3CB712F8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43693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0" name="Rectangle 404">
            <a:extLst>
              <a:ext uri="{FF2B5EF4-FFF2-40B4-BE49-F238E27FC236}">
                <a16:creationId xmlns:a16="http://schemas.microsoft.com/office/drawing/2014/main" id="{C14CDA0B-5E3E-4D85-A01F-B47BC25B1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343693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1" name="Rectangle 405">
            <a:extLst>
              <a:ext uri="{FF2B5EF4-FFF2-40B4-BE49-F238E27FC236}">
                <a16:creationId xmlns:a16="http://schemas.microsoft.com/office/drawing/2014/main" id="{38146986-F3BC-4320-B012-57167FF49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7263" y="2857500"/>
            <a:ext cx="1801812" cy="1811338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CA" altLang="en-US" b="0">
              <a:latin typeface="Times" panose="02020603050405020304" pitchFamily="18" charset="0"/>
            </a:endParaRPr>
          </a:p>
        </p:txBody>
      </p:sp>
      <p:sp>
        <p:nvSpPr>
          <p:cNvPr id="153762" name="Line 407">
            <a:extLst>
              <a:ext uri="{FF2B5EF4-FFF2-40B4-BE49-F238E27FC236}">
                <a16:creationId xmlns:a16="http://schemas.microsoft.com/office/drawing/2014/main" id="{172B21B0-D7DA-42D8-957D-F18A9BF2C8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40550" y="2857500"/>
            <a:ext cx="0" cy="18113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63" name="Rectangle 408">
            <a:extLst>
              <a:ext uri="{FF2B5EF4-FFF2-40B4-BE49-F238E27FC236}">
                <a16:creationId xmlns:a16="http://schemas.microsoft.com/office/drawing/2014/main" id="{904368C1-FC1A-45EF-A060-569242844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3436938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4" name="Rectangle 412">
            <a:extLst>
              <a:ext uri="{FF2B5EF4-FFF2-40B4-BE49-F238E27FC236}">
                <a16:creationId xmlns:a16="http://schemas.microsoft.com/office/drawing/2014/main" id="{9DFCB6FB-00DA-43F1-BE41-DBFFA664D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38846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5" name="Rectangle 413">
            <a:extLst>
              <a:ext uri="{FF2B5EF4-FFF2-40B4-BE49-F238E27FC236}">
                <a16:creationId xmlns:a16="http://schemas.microsoft.com/office/drawing/2014/main" id="{F92F1092-69C9-417E-B522-E3B1F4D20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884613"/>
            <a:ext cx="968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6" name="Rectangle 414">
            <a:extLst>
              <a:ext uri="{FF2B5EF4-FFF2-40B4-BE49-F238E27FC236}">
                <a16:creationId xmlns:a16="http://schemas.microsoft.com/office/drawing/2014/main" id="{6D493BFA-074D-482E-BD9D-C8C294E18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38846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7" name="Rectangle 415">
            <a:extLst>
              <a:ext uri="{FF2B5EF4-FFF2-40B4-BE49-F238E27FC236}">
                <a16:creationId xmlns:a16="http://schemas.microsoft.com/office/drawing/2014/main" id="{A7BD064A-8C9B-4418-8870-AC9501037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3884613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8" name="Rectangle 416">
            <a:extLst>
              <a:ext uri="{FF2B5EF4-FFF2-40B4-BE49-F238E27FC236}">
                <a16:creationId xmlns:a16="http://schemas.microsoft.com/office/drawing/2014/main" id="{1ED817E5-5CAD-48F2-A0D9-A7B9FAC01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43322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69" name="Rectangle 417">
            <a:extLst>
              <a:ext uri="{FF2B5EF4-FFF2-40B4-BE49-F238E27FC236}">
                <a16:creationId xmlns:a16="http://schemas.microsoft.com/office/drawing/2014/main" id="{5BF6F5E8-4240-49A9-893C-578425FF5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43322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0" name="Rectangle 418">
            <a:extLst>
              <a:ext uri="{FF2B5EF4-FFF2-40B4-BE49-F238E27FC236}">
                <a16:creationId xmlns:a16="http://schemas.microsoft.com/office/drawing/2014/main" id="{674A36FA-126E-4CA4-8076-225368321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43322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1" name="Rectangle 419">
            <a:extLst>
              <a:ext uri="{FF2B5EF4-FFF2-40B4-BE49-F238E27FC236}">
                <a16:creationId xmlns:a16="http://schemas.microsoft.com/office/drawing/2014/main" id="{35372322-C38B-44EF-A306-3709B68BC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6025" y="4332288"/>
            <a:ext cx="14446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 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2" name="Rectangle 420">
            <a:extLst>
              <a:ext uri="{FF2B5EF4-FFF2-40B4-BE49-F238E27FC236}">
                <a16:creationId xmlns:a16="http://schemas.microsoft.com/office/drawing/2014/main" id="{E253959C-C22B-45D0-9FA4-D9933BA91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298926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3" name="Rectangle 421">
            <a:extLst>
              <a:ext uri="{FF2B5EF4-FFF2-40B4-BE49-F238E27FC236}">
                <a16:creationId xmlns:a16="http://schemas.microsoft.com/office/drawing/2014/main" id="{CFD029AF-3AC6-4D48-B96B-3E38261A2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343693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01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4" name="Rectangle 422">
            <a:extLst>
              <a:ext uri="{FF2B5EF4-FFF2-40B4-BE49-F238E27FC236}">
                <a16:creationId xmlns:a16="http://schemas.microsoft.com/office/drawing/2014/main" id="{53769F3B-C1BA-4849-9983-C7E0E2D8C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3884613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11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5" name="Rectangle 425">
            <a:extLst>
              <a:ext uri="{FF2B5EF4-FFF2-40B4-BE49-F238E27FC236}">
                <a16:creationId xmlns:a16="http://schemas.microsoft.com/office/drawing/2014/main" id="{340F93B3-14A6-49A6-B3AD-96016481C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6750" y="4332288"/>
            <a:ext cx="1905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charset="0"/>
              </a:rPr>
              <a:t>10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3776" name="Rectangle 383">
            <a:extLst>
              <a:ext uri="{FF2B5EF4-FFF2-40B4-BE49-F238E27FC236}">
                <a16:creationId xmlns:a16="http://schemas.microsoft.com/office/drawing/2014/main" id="{A151839B-F443-426B-A7B9-B3159E451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540000"/>
            <a:ext cx="5349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1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w</a:t>
            </a:r>
            <a:r>
              <a:rPr lang="en-US" altLang="en-US" sz="1600" i="1" baseline="-25000">
                <a:solidFill>
                  <a:srgbClr val="000000"/>
                </a:solidFill>
                <a:latin typeface="Times-Roman" charset="0"/>
              </a:rPr>
              <a:t>0</a:t>
            </a: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 </a:t>
            </a:r>
            <a:endParaRPr lang="en-US" altLang="en-US" sz="2800" b="0">
              <a:latin typeface="Times" panose="02020603050405020304" pitchFamily="18" charset="0"/>
            </a:endParaRPr>
          </a:p>
        </p:txBody>
      </p:sp>
      <p:sp>
        <p:nvSpPr>
          <p:cNvPr id="153777" name="Line 407">
            <a:extLst>
              <a:ext uri="{FF2B5EF4-FFF2-40B4-BE49-F238E27FC236}">
                <a16:creationId xmlns:a16="http://schemas.microsoft.com/office/drawing/2014/main" id="{497087DB-05BA-48FA-8A2C-CFCAEC716F0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00925" y="2851150"/>
            <a:ext cx="1588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78" name="Line 407">
            <a:extLst>
              <a:ext uri="{FF2B5EF4-FFF2-40B4-BE49-F238E27FC236}">
                <a16:creationId xmlns:a16="http://schemas.microsoft.com/office/drawing/2014/main" id="{001BB05D-BD0C-4AB8-8DCD-9747925F89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89700" y="2851150"/>
            <a:ext cx="3175" cy="182403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79" name="Line 407">
            <a:extLst>
              <a:ext uri="{FF2B5EF4-FFF2-40B4-BE49-F238E27FC236}">
                <a16:creationId xmlns:a16="http://schemas.microsoft.com/office/drawing/2014/main" id="{CE6C57BE-DB27-4008-B5E4-202588B7C0E1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5788" y="2865438"/>
            <a:ext cx="1587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80" name="Line 407">
            <a:extLst>
              <a:ext uri="{FF2B5EF4-FFF2-40B4-BE49-F238E27FC236}">
                <a16:creationId xmlns:a16="http://schemas.microsoft.com/office/drawing/2014/main" id="{EA62916E-3A5F-41FA-B7C4-319764A1541C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6582" y="242014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81" name="Line 407">
            <a:extLst>
              <a:ext uri="{FF2B5EF4-FFF2-40B4-BE49-F238E27FC236}">
                <a16:creationId xmlns:a16="http://schemas.microsoft.com/office/drawing/2014/main" id="{4975D70B-AEA8-47DE-8992-9560196A1E71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6939757" y="3302794"/>
            <a:ext cx="0" cy="179863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C26F08A7-32E2-EB41-9AA0-A042D8C6E2FB}"/>
              </a:ext>
            </a:extLst>
          </p:cNvPr>
          <p:cNvSpPr/>
          <p:nvPr/>
        </p:nvSpPr>
        <p:spPr bwMode="auto">
          <a:xfrm rot="16200000">
            <a:off x="6068219" y="2912269"/>
            <a:ext cx="381000" cy="373062"/>
          </a:xfrm>
          <a:prstGeom prst="roundRect">
            <a:avLst/>
          </a:prstGeom>
          <a:noFill/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53783" name="TextBox 38">
            <a:extLst>
              <a:ext uri="{FF2B5EF4-FFF2-40B4-BE49-F238E27FC236}">
                <a16:creationId xmlns:a16="http://schemas.microsoft.com/office/drawing/2014/main" id="{D9D35F26-5426-4B9E-B776-9E651E93A0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6413" y="5157788"/>
            <a:ext cx="31003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anose="02020603050405020304" pitchFamily="18" charset="0"/>
              </a:rPr>
              <a:t>z = w</a:t>
            </a:r>
            <a:r>
              <a:rPr lang="en-US" altLang="en-US" baseline="-25000">
                <a:latin typeface="Times" panose="02020603050405020304" pitchFamily="18" charset="0"/>
              </a:rPr>
              <a:t>3</a:t>
            </a:r>
            <a:r>
              <a:rPr lang="en-US" altLang="en-US" b="0">
                <a:latin typeface="Times" panose="02020603050405020304" pitchFamily="18" charset="0"/>
              </a:rPr>
              <a:t> + w</a:t>
            </a:r>
            <a:r>
              <a:rPr lang="en-US" altLang="en-US" baseline="-25000">
                <a:latin typeface="Times" panose="02020603050405020304" pitchFamily="18" charset="0"/>
              </a:rPr>
              <a:t>2 </a:t>
            </a:r>
            <a:r>
              <a:rPr lang="en-US" altLang="en-US" b="0">
                <a:latin typeface="Times" panose="02020603050405020304" pitchFamily="18" charset="0"/>
              </a:rPr>
              <a:t> + w</a:t>
            </a:r>
            <a:r>
              <a:rPr lang="en-US" altLang="en-US" baseline="-25000">
                <a:latin typeface="Times" panose="02020603050405020304" pitchFamily="18" charset="0"/>
              </a:rPr>
              <a:t>1</a:t>
            </a:r>
            <a:r>
              <a:rPr lang="en-US" altLang="en-US" b="0">
                <a:latin typeface="Times" panose="02020603050405020304" pitchFamily="18" charset="0"/>
              </a:rPr>
              <a:t> + w</a:t>
            </a:r>
            <a:r>
              <a:rPr lang="en-US" altLang="en-US" baseline="-25000">
                <a:latin typeface="Times" panose="02020603050405020304" pitchFamily="18" charset="0"/>
              </a:rPr>
              <a:t>0</a:t>
            </a:r>
          </a:p>
        </p:txBody>
      </p:sp>
      <p:sp>
        <p:nvSpPr>
          <p:cNvPr id="153784" name="Rectangle 10">
            <a:extLst>
              <a:ext uri="{FF2B5EF4-FFF2-40B4-BE49-F238E27FC236}">
                <a16:creationId xmlns:a16="http://schemas.microsoft.com/office/drawing/2014/main" id="{97C69626-1716-4D3F-9EA0-A9D6A753D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1158875"/>
            <a:ext cx="338137" cy="544195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anose="02020603050405020304" pitchFamily="18" charset="0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Rectangle 2">
            <a:extLst>
              <a:ext uri="{FF2B5EF4-FFF2-40B4-BE49-F238E27FC236}">
                <a16:creationId xmlns:a16="http://schemas.microsoft.com/office/drawing/2014/main" id="{E4338B37-9336-466F-B18A-3277ABABE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Circuit for the 4-to-2 priority encoder</a:t>
            </a:r>
          </a:p>
        </p:txBody>
      </p:sp>
      <p:grpSp>
        <p:nvGrpSpPr>
          <p:cNvPr id="154626" name="Group 3">
            <a:extLst>
              <a:ext uri="{FF2B5EF4-FFF2-40B4-BE49-F238E27FC236}">
                <a16:creationId xmlns:a16="http://schemas.microsoft.com/office/drawing/2014/main" id="{7B87E2F9-58B5-4AF6-8516-4DBDABA2667E}"/>
              </a:ext>
            </a:extLst>
          </p:cNvPr>
          <p:cNvGrpSpPr>
            <a:grpSpLocks/>
          </p:cNvGrpSpPr>
          <p:nvPr/>
        </p:nvGrpSpPr>
        <p:grpSpPr bwMode="auto">
          <a:xfrm>
            <a:off x="1079500" y="1549400"/>
            <a:ext cx="6997700" cy="3670300"/>
            <a:chOff x="1612306" y="1548926"/>
            <a:chExt cx="6998294" cy="3671130"/>
          </a:xfrm>
        </p:grpSpPr>
        <p:sp>
          <p:nvSpPr>
            <p:cNvPr id="154627" name="Line 266">
              <a:extLst>
                <a:ext uri="{FF2B5EF4-FFF2-40B4-BE49-F238E27FC236}">
                  <a16:creationId xmlns:a16="http://schemas.microsoft.com/office/drawing/2014/main" id="{A3573960-6693-4FE0-977D-204403DFA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2611" y="2115604"/>
              <a:ext cx="1825" cy="30973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28" name="TextBox 53">
              <a:extLst>
                <a:ext uri="{FF2B5EF4-FFF2-40B4-BE49-F238E27FC236}">
                  <a16:creationId xmlns:a16="http://schemas.microsoft.com/office/drawing/2014/main" id="{BDF183E1-C2BC-44E8-B9A7-1F182C2817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306" y="1548926"/>
              <a:ext cx="31002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anose="02020603050405020304" pitchFamily="18" charset="0"/>
                </a:rPr>
                <a:t>w</a:t>
              </a:r>
              <a:r>
                <a:rPr lang="en-US" altLang="en-US" baseline="-25000">
                  <a:latin typeface="Times" panose="02020603050405020304" pitchFamily="18" charset="0"/>
                </a:rPr>
                <a:t>3 </a:t>
              </a:r>
              <a:r>
                <a:rPr lang="en-US" altLang="en-US" b="0">
                  <a:latin typeface="Times" panose="02020603050405020304" pitchFamily="18" charset="0"/>
                </a:rPr>
                <a:t>  w</a:t>
              </a:r>
              <a:r>
                <a:rPr lang="en-US" altLang="en-US" baseline="-25000">
                  <a:latin typeface="Times" panose="02020603050405020304" pitchFamily="18" charset="0"/>
                </a:rPr>
                <a:t>2 </a:t>
              </a:r>
              <a:r>
                <a:rPr lang="en-US" altLang="en-US" b="0">
                  <a:latin typeface="Times" panose="02020603050405020304" pitchFamily="18" charset="0"/>
                </a:rPr>
                <a:t>  w</a:t>
              </a:r>
              <a:r>
                <a:rPr lang="en-US" altLang="en-US" baseline="-25000">
                  <a:latin typeface="Times" panose="02020603050405020304" pitchFamily="18" charset="0"/>
                </a:rPr>
                <a:t>1</a:t>
              </a:r>
              <a:r>
                <a:rPr lang="en-US" altLang="en-US" b="0">
                  <a:latin typeface="Times" panose="02020603050405020304" pitchFamily="18" charset="0"/>
                </a:rPr>
                <a:t>   w</a:t>
              </a:r>
              <a:r>
                <a:rPr lang="en-US" altLang="en-US" baseline="-25000">
                  <a:latin typeface="Times" panose="02020603050405020304" pitchFamily="18" charset="0"/>
                </a:rPr>
                <a:t>0</a:t>
              </a:r>
            </a:p>
          </p:txBody>
        </p:sp>
        <p:sp>
          <p:nvSpPr>
            <p:cNvPr id="154629" name="Line 266">
              <a:extLst>
                <a:ext uri="{FF2B5EF4-FFF2-40B4-BE49-F238E27FC236}">
                  <a16:creationId xmlns:a16="http://schemas.microsoft.com/office/drawing/2014/main" id="{F71C1CCD-4F0A-4F3F-8689-ADEA4A2508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2302" y="2122726"/>
              <a:ext cx="1825" cy="30973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30" name="Line 266">
              <a:extLst>
                <a:ext uri="{FF2B5EF4-FFF2-40B4-BE49-F238E27FC236}">
                  <a16:creationId xmlns:a16="http://schemas.microsoft.com/office/drawing/2014/main" id="{22ED5A23-C1BB-42DB-861A-582D8CC52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2140" y="2114180"/>
              <a:ext cx="1825" cy="30973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31" name="Line 266">
              <a:extLst>
                <a:ext uri="{FF2B5EF4-FFF2-40B4-BE49-F238E27FC236}">
                  <a16:creationId xmlns:a16="http://schemas.microsoft.com/office/drawing/2014/main" id="{79FCA1F2-834B-4573-86DA-E5ECF97F3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1979" y="2105633"/>
              <a:ext cx="1825" cy="30973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54632" name="Group 1">
              <a:extLst>
                <a:ext uri="{FF2B5EF4-FFF2-40B4-BE49-F238E27FC236}">
                  <a16:creationId xmlns:a16="http://schemas.microsoft.com/office/drawing/2014/main" id="{046EB030-8525-4DDC-9191-9F68CC29B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3030" y="2623528"/>
              <a:ext cx="574675" cy="454025"/>
              <a:chOff x="5100638" y="3554413"/>
              <a:chExt cx="574675" cy="454025"/>
            </a:xfrm>
          </p:grpSpPr>
          <p:sp>
            <p:nvSpPr>
              <p:cNvPr id="154674" name="Freeform 209">
                <a:extLst>
                  <a:ext uri="{FF2B5EF4-FFF2-40B4-BE49-F238E27FC236}">
                    <a16:creationId xmlns:a16="http://schemas.microsoft.com/office/drawing/2014/main" id="{381C16D6-A540-4FD7-83F7-47965FE52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400" y="3554413"/>
                <a:ext cx="569913" cy="227012"/>
              </a:xfrm>
              <a:custGeom>
                <a:avLst/>
                <a:gdLst>
                  <a:gd name="T0" fmla="*/ 2147483646 w 717"/>
                  <a:gd name="T1" fmla="*/ 0 h 284"/>
                  <a:gd name="T2" fmla="*/ 2147483646 w 717"/>
                  <a:gd name="T3" fmla="*/ 0 h 284"/>
                  <a:gd name="T4" fmla="*/ 2147483646 w 717"/>
                  <a:gd name="T5" fmla="*/ 0 h 284"/>
                  <a:gd name="T6" fmla="*/ 2147483646 w 717"/>
                  <a:gd name="T7" fmla="*/ 2147483646 h 284"/>
                  <a:gd name="T8" fmla="*/ 2147483646 w 717"/>
                  <a:gd name="T9" fmla="*/ 2147483646 h 284"/>
                  <a:gd name="T10" fmla="*/ 2147483646 w 717"/>
                  <a:gd name="T11" fmla="*/ 2147483646 h 284"/>
                  <a:gd name="T12" fmla="*/ 2147483646 w 717"/>
                  <a:gd name="T13" fmla="*/ 2147483646 h 284"/>
                  <a:gd name="T14" fmla="*/ 2147483646 w 717"/>
                  <a:gd name="T15" fmla="*/ 2147483646 h 284"/>
                  <a:gd name="T16" fmla="*/ 2147483646 w 717"/>
                  <a:gd name="T17" fmla="*/ 2147483646 h 284"/>
                  <a:gd name="T18" fmla="*/ 2147483646 w 717"/>
                  <a:gd name="T19" fmla="*/ 2147483646 h 284"/>
                  <a:gd name="T20" fmla="*/ 2147483646 w 717"/>
                  <a:gd name="T21" fmla="*/ 2147483646 h 284"/>
                  <a:gd name="T22" fmla="*/ 2147483646 w 717"/>
                  <a:gd name="T23" fmla="*/ 2147483646 h 284"/>
                  <a:gd name="T24" fmla="*/ 2147483646 w 717"/>
                  <a:gd name="T25" fmla="*/ 2147483646 h 284"/>
                  <a:gd name="T26" fmla="*/ 2147483646 w 717"/>
                  <a:gd name="T27" fmla="*/ 2147483646 h 284"/>
                  <a:gd name="T28" fmla="*/ 2147483646 w 717"/>
                  <a:gd name="T29" fmla="*/ 2147483646 h 284"/>
                  <a:gd name="T30" fmla="*/ 2147483646 w 717"/>
                  <a:gd name="T31" fmla="*/ 2147483646 h 284"/>
                  <a:gd name="T32" fmla="*/ 2147483646 w 717"/>
                  <a:gd name="T33" fmla="*/ 2147483646 h 284"/>
                  <a:gd name="T34" fmla="*/ 2147483646 w 717"/>
                  <a:gd name="T35" fmla="*/ 2147483646 h 284"/>
                  <a:gd name="T36" fmla="*/ 2147483646 w 717"/>
                  <a:gd name="T37" fmla="*/ 2147483646 h 284"/>
                  <a:gd name="T38" fmla="*/ 2147483646 w 717"/>
                  <a:gd name="T39" fmla="*/ 2147483646 h 284"/>
                  <a:gd name="T40" fmla="*/ 2147483646 w 717"/>
                  <a:gd name="T41" fmla="*/ 2147483646 h 284"/>
                  <a:gd name="T42" fmla="*/ 2147483646 w 717"/>
                  <a:gd name="T43" fmla="*/ 2147483646 h 284"/>
                  <a:gd name="T44" fmla="*/ 2147483646 w 717"/>
                  <a:gd name="T45" fmla="*/ 2147483646 h 284"/>
                  <a:gd name="T46" fmla="*/ 2147483646 w 717"/>
                  <a:gd name="T47" fmla="*/ 2147483646 h 284"/>
                  <a:gd name="T48" fmla="*/ 2147483646 w 717"/>
                  <a:gd name="T49" fmla="*/ 2147483646 h 284"/>
                  <a:gd name="T50" fmla="*/ 2147483646 w 717"/>
                  <a:gd name="T51" fmla="*/ 2147483646 h 284"/>
                  <a:gd name="T52" fmla="*/ 2147483646 w 717"/>
                  <a:gd name="T53" fmla="*/ 2147483646 h 284"/>
                  <a:gd name="T54" fmla="*/ 2147483646 w 717"/>
                  <a:gd name="T55" fmla="*/ 2147483646 h 284"/>
                  <a:gd name="T56" fmla="*/ 2147483646 w 717"/>
                  <a:gd name="T57" fmla="*/ 2147483646 h 284"/>
                  <a:gd name="T58" fmla="*/ 2147483646 w 717"/>
                  <a:gd name="T59" fmla="*/ 2147483646 h 284"/>
                  <a:gd name="T60" fmla="*/ 2147483646 w 717"/>
                  <a:gd name="T61" fmla="*/ 2147483646 h 284"/>
                  <a:gd name="T62" fmla="*/ 2147483646 w 717"/>
                  <a:gd name="T63" fmla="*/ 2147483646 h 284"/>
                  <a:gd name="T64" fmla="*/ 2147483646 w 717"/>
                  <a:gd name="T65" fmla="*/ 2147483646 h 284"/>
                  <a:gd name="T66" fmla="*/ 2147483646 w 717"/>
                  <a:gd name="T67" fmla="*/ 2147483646 h 284"/>
                  <a:gd name="T68" fmla="*/ 2147483646 w 717"/>
                  <a:gd name="T69" fmla="*/ 2147483646 h 284"/>
                  <a:gd name="T70" fmla="*/ 2147483646 w 717"/>
                  <a:gd name="T71" fmla="*/ 2147483646 h 284"/>
                  <a:gd name="T72" fmla="*/ 2147483646 w 717"/>
                  <a:gd name="T73" fmla="*/ 2147483646 h 284"/>
                  <a:gd name="T74" fmla="*/ 2147483646 w 717"/>
                  <a:gd name="T75" fmla="*/ 2147483646 h 284"/>
                  <a:gd name="T76" fmla="*/ 2147483646 w 717"/>
                  <a:gd name="T77" fmla="*/ 2147483646 h 284"/>
                  <a:gd name="T78" fmla="*/ 2147483646 w 717"/>
                  <a:gd name="T79" fmla="*/ 2147483646 h 284"/>
                  <a:gd name="T80" fmla="*/ 2147483646 w 717"/>
                  <a:gd name="T81" fmla="*/ 2147483646 h 284"/>
                  <a:gd name="T82" fmla="*/ 2147483646 w 717"/>
                  <a:gd name="T83" fmla="*/ 2147483646 h 284"/>
                  <a:gd name="T84" fmla="*/ 2147483646 w 717"/>
                  <a:gd name="T85" fmla="*/ 2147483646 h 284"/>
                  <a:gd name="T86" fmla="*/ 2147483646 w 717"/>
                  <a:gd name="T87" fmla="*/ 2147483646 h 284"/>
                  <a:gd name="T88" fmla="*/ 2147483646 w 717"/>
                  <a:gd name="T89" fmla="*/ 2147483646 h 284"/>
                  <a:gd name="T90" fmla="*/ 2147483646 w 717"/>
                  <a:gd name="T91" fmla="*/ 2147483646 h 284"/>
                  <a:gd name="T92" fmla="*/ 2147483646 w 717"/>
                  <a:gd name="T93" fmla="*/ 2147483646 h 284"/>
                  <a:gd name="T94" fmla="*/ 2147483646 w 717"/>
                  <a:gd name="T95" fmla="*/ 2147483646 h 284"/>
                  <a:gd name="T96" fmla="*/ 2147483646 w 717"/>
                  <a:gd name="T97" fmla="*/ 2147483646 h 284"/>
                  <a:gd name="T98" fmla="*/ 2147483646 w 717"/>
                  <a:gd name="T99" fmla="*/ 2147483646 h 284"/>
                  <a:gd name="T100" fmla="*/ 2147483646 w 717"/>
                  <a:gd name="T101" fmla="*/ 2147483646 h 284"/>
                  <a:gd name="T102" fmla="*/ 2147483646 w 717"/>
                  <a:gd name="T103" fmla="*/ 2147483646 h 284"/>
                  <a:gd name="T104" fmla="*/ 2147483646 w 717"/>
                  <a:gd name="T105" fmla="*/ 2147483646 h 284"/>
                  <a:gd name="T106" fmla="*/ 2147483646 w 717"/>
                  <a:gd name="T107" fmla="*/ 2147483646 h 284"/>
                  <a:gd name="T108" fmla="*/ 2147483646 w 717"/>
                  <a:gd name="T109" fmla="*/ 2147483646 h 284"/>
                  <a:gd name="T110" fmla="*/ 2147483646 w 717"/>
                  <a:gd name="T111" fmla="*/ 2147483646 h 284"/>
                  <a:gd name="T112" fmla="*/ 2147483646 w 717"/>
                  <a:gd name="T113" fmla="*/ 2147483646 h 284"/>
                  <a:gd name="T114" fmla="*/ 2147483646 w 717"/>
                  <a:gd name="T115" fmla="*/ 2147483646 h 284"/>
                  <a:gd name="T116" fmla="*/ 2147483646 w 717"/>
                  <a:gd name="T117" fmla="*/ 2147483646 h 284"/>
                  <a:gd name="T118" fmla="*/ 2147483646 w 717"/>
                  <a:gd name="T119" fmla="*/ 2147483646 h 284"/>
                  <a:gd name="T120" fmla="*/ 2147483646 w 717"/>
                  <a:gd name="T121" fmla="*/ 2147483646 h 2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4">
                    <a:moveTo>
                      <a:pt x="0" y="0"/>
                    </a:moveTo>
                    <a:lnTo>
                      <a:pt x="27" y="0"/>
                    </a:lnTo>
                    <a:lnTo>
                      <a:pt x="54" y="0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121" y="0"/>
                    </a:lnTo>
                    <a:lnTo>
                      <a:pt x="140" y="0"/>
                    </a:lnTo>
                    <a:lnTo>
                      <a:pt x="158" y="0"/>
                    </a:lnTo>
                    <a:lnTo>
                      <a:pt x="175" y="0"/>
                    </a:lnTo>
                    <a:lnTo>
                      <a:pt x="191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0" y="0"/>
                    </a:lnTo>
                    <a:lnTo>
                      <a:pt x="249" y="0"/>
                    </a:lnTo>
                    <a:lnTo>
                      <a:pt x="259" y="0"/>
                    </a:lnTo>
                    <a:lnTo>
                      <a:pt x="266" y="0"/>
                    </a:lnTo>
                    <a:lnTo>
                      <a:pt x="273" y="0"/>
                    </a:lnTo>
                    <a:lnTo>
                      <a:pt x="281" y="0"/>
                    </a:lnTo>
                    <a:lnTo>
                      <a:pt x="285" y="0"/>
                    </a:lnTo>
                    <a:lnTo>
                      <a:pt x="291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6" y="0"/>
                    </a:lnTo>
                    <a:lnTo>
                      <a:pt x="308" y="0"/>
                    </a:lnTo>
                    <a:lnTo>
                      <a:pt x="311" y="0"/>
                    </a:lnTo>
                    <a:lnTo>
                      <a:pt x="313" y="1"/>
                    </a:lnTo>
                    <a:lnTo>
                      <a:pt x="315" y="1"/>
                    </a:lnTo>
                    <a:lnTo>
                      <a:pt x="318" y="1"/>
                    </a:lnTo>
                    <a:lnTo>
                      <a:pt x="319" y="1"/>
                    </a:lnTo>
                    <a:lnTo>
                      <a:pt x="321" y="1"/>
                    </a:lnTo>
                    <a:lnTo>
                      <a:pt x="323" y="1"/>
                    </a:lnTo>
                    <a:lnTo>
                      <a:pt x="325" y="1"/>
                    </a:lnTo>
                    <a:lnTo>
                      <a:pt x="327" y="1"/>
                    </a:lnTo>
                    <a:lnTo>
                      <a:pt x="329" y="1"/>
                    </a:lnTo>
                    <a:lnTo>
                      <a:pt x="331" y="1"/>
                    </a:lnTo>
                    <a:lnTo>
                      <a:pt x="332" y="2"/>
                    </a:lnTo>
                    <a:lnTo>
                      <a:pt x="333" y="2"/>
                    </a:lnTo>
                    <a:lnTo>
                      <a:pt x="335" y="2"/>
                    </a:lnTo>
                    <a:lnTo>
                      <a:pt x="336" y="2"/>
                    </a:lnTo>
                    <a:lnTo>
                      <a:pt x="337" y="2"/>
                    </a:lnTo>
                    <a:lnTo>
                      <a:pt x="338" y="2"/>
                    </a:lnTo>
                    <a:lnTo>
                      <a:pt x="339" y="2"/>
                    </a:lnTo>
                    <a:lnTo>
                      <a:pt x="341" y="2"/>
                    </a:lnTo>
                    <a:lnTo>
                      <a:pt x="342" y="2"/>
                    </a:lnTo>
                    <a:lnTo>
                      <a:pt x="343" y="2"/>
                    </a:lnTo>
                    <a:lnTo>
                      <a:pt x="344" y="2"/>
                    </a:lnTo>
                    <a:lnTo>
                      <a:pt x="345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50" y="3"/>
                    </a:lnTo>
                    <a:lnTo>
                      <a:pt x="351" y="3"/>
                    </a:lnTo>
                    <a:lnTo>
                      <a:pt x="353" y="3"/>
                    </a:lnTo>
                    <a:lnTo>
                      <a:pt x="354" y="3"/>
                    </a:lnTo>
                    <a:lnTo>
                      <a:pt x="355" y="3"/>
                    </a:lnTo>
                    <a:lnTo>
                      <a:pt x="356" y="4"/>
                    </a:lnTo>
                    <a:lnTo>
                      <a:pt x="357" y="4"/>
                    </a:lnTo>
                    <a:lnTo>
                      <a:pt x="359" y="4"/>
                    </a:lnTo>
                    <a:lnTo>
                      <a:pt x="361" y="4"/>
                    </a:lnTo>
                    <a:lnTo>
                      <a:pt x="362" y="4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72" y="6"/>
                    </a:lnTo>
                    <a:lnTo>
                      <a:pt x="373" y="7"/>
                    </a:lnTo>
                    <a:lnTo>
                      <a:pt x="374" y="7"/>
                    </a:lnTo>
                    <a:lnTo>
                      <a:pt x="375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8"/>
                    </a:lnTo>
                    <a:lnTo>
                      <a:pt x="383" y="8"/>
                    </a:lnTo>
                    <a:lnTo>
                      <a:pt x="384" y="8"/>
                    </a:lnTo>
                    <a:lnTo>
                      <a:pt x="385" y="8"/>
                    </a:lnTo>
                    <a:lnTo>
                      <a:pt x="386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2" y="10"/>
                    </a:lnTo>
                    <a:lnTo>
                      <a:pt x="393" y="10"/>
                    </a:lnTo>
                    <a:lnTo>
                      <a:pt x="395" y="10"/>
                    </a:lnTo>
                    <a:lnTo>
                      <a:pt x="396" y="12"/>
                    </a:lnTo>
                    <a:lnTo>
                      <a:pt x="397" y="12"/>
                    </a:lnTo>
                    <a:lnTo>
                      <a:pt x="398" y="12"/>
                    </a:lnTo>
                    <a:lnTo>
                      <a:pt x="399" y="13"/>
                    </a:lnTo>
                    <a:lnTo>
                      <a:pt x="402" y="13"/>
                    </a:lnTo>
                    <a:lnTo>
                      <a:pt x="403" y="14"/>
                    </a:lnTo>
                    <a:lnTo>
                      <a:pt x="405" y="14"/>
                    </a:lnTo>
                    <a:lnTo>
                      <a:pt x="407" y="15"/>
                    </a:lnTo>
                    <a:lnTo>
                      <a:pt x="409" y="15"/>
                    </a:lnTo>
                    <a:lnTo>
                      <a:pt x="411" y="16"/>
                    </a:lnTo>
                    <a:lnTo>
                      <a:pt x="414" y="16"/>
                    </a:lnTo>
                    <a:lnTo>
                      <a:pt x="415" y="18"/>
                    </a:lnTo>
                    <a:lnTo>
                      <a:pt x="417" y="18"/>
                    </a:lnTo>
                    <a:lnTo>
                      <a:pt x="419" y="19"/>
                    </a:lnTo>
                    <a:lnTo>
                      <a:pt x="421" y="19"/>
                    </a:lnTo>
                    <a:lnTo>
                      <a:pt x="422" y="20"/>
                    </a:lnTo>
                    <a:lnTo>
                      <a:pt x="423" y="20"/>
                    </a:lnTo>
                    <a:lnTo>
                      <a:pt x="426" y="20"/>
                    </a:lnTo>
                    <a:lnTo>
                      <a:pt x="427" y="21"/>
                    </a:lnTo>
                    <a:lnTo>
                      <a:pt x="428" y="21"/>
                    </a:lnTo>
                    <a:lnTo>
                      <a:pt x="429" y="21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3" y="22"/>
                    </a:lnTo>
                    <a:lnTo>
                      <a:pt x="434" y="24"/>
                    </a:lnTo>
                    <a:lnTo>
                      <a:pt x="435" y="25"/>
                    </a:lnTo>
                    <a:lnTo>
                      <a:pt x="437" y="25"/>
                    </a:lnTo>
                    <a:lnTo>
                      <a:pt x="438" y="25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1" y="27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5" y="28"/>
                    </a:lnTo>
                    <a:lnTo>
                      <a:pt x="446" y="30"/>
                    </a:lnTo>
                    <a:lnTo>
                      <a:pt x="447" y="30"/>
                    </a:lnTo>
                    <a:lnTo>
                      <a:pt x="449" y="31"/>
                    </a:lnTo>
                    <a:lnTo>
                      <a:pt x="451" y="31"/>
                    </a:lnTo>
                    <a:lnTo>
                      <a:pt x="452" y="32"/>
                    </a:lnTo>
                    <a:lnTo>
                      <a:pt x="455" y="33"/>
                    </a:lnTo>
                    <a:lnTo>
                      <a:pt x="456" y="34"/>
                    </a:lnTo>
                    <a:lnTo>
                      <a:pt x="458" y="34"/>
                    </a:lnTo>
                    <a:lnTo>
                      <a:pt x="459" y="36"/>
                    </a:lnTo>
                    <a:lnTo>
                      <a:pt x="462" y="37"/>
                    </a:lnTo>
                    <a:lnTo>
                      <a:pt x="463" y="37"/>
                    </a:lnTo>
                    <a:lnTo>
                      <a:pt x="464" y="38"/>
                    </a:lnTo>
                    <a:lnTo>
                      <a:pt x="465" y="39"/>
                    </a:lnTo>
                    <a:lnTo>
                      <a:pt x="468" y="39"/>
                    </a:lnTo>
                    <a:lnTo>
                      <a:pt x="469" y="40"/>
                    </a:lnTo>
                    <a:lnTo>
                      <a:pt x="470" y="40"/>
                    </a:lnTo>
                    <a:lnTo>
                      <a:pt x="471" y="42"/>
                    </a:lnTo>
                    <a:lnTo>
                      <a:pt x="473" y="43"/>
                    </a:lnTo>
                    <a:lnTo>
                      <a:pt x="474" y="43"/>
                    </a:lnTo>
                    <a:lnTo>
                      <a:pt x="475" y="43"/>
                    </a:lnTo>
                    <a:lnTo>
                      <a:pt x="476" y="44"/>
                    </a:lnTo>
                    <a:lnTo>
                      <a:pt x="477" y="45"/>
                    </a:lnTo>
                    <a:lnTo>
                      <a:pt x="479" y="45"/>
                    </a:lnTo>
                    <a:lnTo>
                      <a:pt x="480" y="45"/>
                    </a:lnTo>
                    <a:lnTo>
                      <a:pt x="481" y="46"/>
                    </a:lnTo>
                    <a:lnTo>
                      <a:pt x="482" y="48"/>
                    </a:lnTo>
                    <a:lnTo>
                      <a:pt x="483" y="48"/>
                    </a:lnTo>
                    <a:lnTo>
                      <a:pt x="485" y="49"/>
                    </a:lnTo>
                    <a:lnTo>
                      <a:pt x="486" y="49"/>
                    </a:lnTo>
                    <a:lnTo>
                      <a:pt x="487" y="50"/>
                    </a:lnTo>
                    <a:lnTo>
                      <a:pt x="488" y="50"/>
                    </a:lnTo>
                    <a:lnTo>
                      <a:pt x="489" y="51"/>
                    </a:lnTo>
                    <a:lnTo>
                      <a:pt x="491" y="52"/>
                    </a:lnTo>
                    <a:lnTo>
                      <a:pt x="493" y="52"/>
                    </a:lnTo>
                    <a:lnTo>
                      <a:pt x="494" y="54"/>
                    </a:lnTo>
                    <a:lnTo>
                      <a:pt x="495" y="55"/>
                    </a:lnTo>
                    <a:lnTo>
                      <a:pt x="498" y="56"/>
                    </a:lnTo>
                    <a:lnTo>
                      <a:pt x="499" y="57"/>
                    </a:lnTo>
                    <a:lnTo>
                      <a:pt x="500" y="57"/>
                    </a:lnTo>
                    <a:lnTo>
                      <a:pt x="501" y="58"/>
                    </a:lnTo>
                    <a:lnTo>
                      <a:pt x="504" y="60"/>
                    </a:lnTo>
                    <a:lnTo>
                      <a:pt x="505" y="60"/>
                    </a:lnTo>
                    <a:lnTo>
                      <a:pt x="506" y="61"/>
                    </a:lnTo>
                    <a:lnTo>
                      <a:pt x="507" y="61"/>
                    </a:lnTo>
                    <a:lnTo>
                      <a:pt x="507" y="62"/>
                    </a:lnTo>
                    <a:lnTo>
                      <a:pt x="509" y="62"/>
                    </a:lnTo>
                    <a:lnTo>
                      <a:pt x="510" y="63"/>
                    </a:lnTo>
                    <a:lnTo>
                      <a:pt x="511" y="63"/>
                    </a:lnTo>
                    <a:lnTo>
                      <a:pt x="511" y="64"/>
                    </a:lnTo>
                    <a:lnTo>
                      <a:pt x="512" y="64"/>
                    </a:lnTo>
                    <a:lnTo>
                      <a:pt x="513" y="64"/>
                    </a:lnTo>
                    <a:lnTo>
                      <a:pt x="515" y="66"/>
                    </a:lnTo>
                    <a:lnTo>
                      <a:pt x="516" y="67"/>
                    </a:lnTo>
                    <a:lnTo>
                      <a:pt x="517" y="67"/>
                    </a:lnTo>
                    <a:lnTo>
                      <a:pt x="518" y="68"/>
                    </a:lnTo>
                    <a:lnTo>
                      <a:pt x="519" y="68"/>
                    </a:lnTo>
                    <a:lnTo>
                      <a:pt x="519" y="69"/>
                    </a:lnTo>
                    <a:lnTo>
                      <a:pt x="521" y="69"/>
                    </a:lnTo>
                    <a:lnTo>
                      <a:pt x="522" y="70"/>
                    </a:lnTo>
                    <a:lnTo>
                      <a:pt x="523" y="70"/>
                    </a:lnTo>
                    <a:lnTo>
                      <a:pt x="523" y="72"/>
                    </a:lnTo>
                    <a:lnTo>
                      <a:pt x="524" y="72"/>
                    </a:lnTo>
                    <a:lnTo>
                      <a:pt x="525" y="73"/>
                    </a:lnTo>
                    <a:lnTo>
                      <a:pt x="527" y="74"/>
                    </a:lnTo>
                    <a:lnTo>
                      <a:pt x="528" y="74"/>
                    </a:lnTo>
                    <a:lnTo>
                      <a:pt x="529" y="75"/>
                    </a:lnTo>
                    <a:lnTo>
                      <a:pt x="531" y="76"/>
                    </a:lnTo>
                    <a:lnTo>
                      <a:pt x="533" y="76"/>
                    </a:lnTo>
                    <a:lnTo>
                      <a:pt x="534" y="78"/>
                    </a:lnTo>
                    <a:lnTo>
                      <a:pt x="535" y="79"/>
                    </a:lnTo>
                    <a:lnTo>
                      <a:pt x="536" y="80"/>
                    </a:lnTo>
                    <a:lnTo>
                      <a:pt x="537" y="80"/>
                    </a:lnTo>
                    <a:lnTo>
                      <a:pt x="539" y="81"/>
                    </a:lnTo>
                    <a:lnTo>
                      <a:pt x="540" y="82"/>
                    </a:lnTo>
                    <a:lnTo>
                      <a:pt x="541" y="82"/>
                    </a:lnTo>
                    <a:lnTo>
                      <a:pt x="542" y="84"/>
                    </a:lnTo>
                    <a:lnTo>
                      <a:pt x="543" y="85"/>
                    </a:lnTo>
                    <a:lnTo>
                      <a:pt x="545" y="85"/>
                    </a:lnTo>
                    <a:lnTo>
                      <a:pt x="545" y="86"/>
                    </a:lnTo>
                    <a:lnTo>
                      <a:pt x="546" y="86"/>
                    </a:lnTo>
                    <a:lnTo>
                      <a:pt x="547" y="87"/>
                    </a:lnTo>
                    <a:lnTo>
                      <a:pt x="548" y="87"/>
                    </a:lnTo>
                    <a:lnTo>
                      <a:pt x="548" y="88"/>
                    </a:lnTo>
                    <a:lnTo>
                      <a:pt x="549" y="88"/>
                    </a:lnTo>
                    <a:lnTo>
                      <a:pt x="551" y="90"/>
                    </a:lnTo>
                    <a:lnTo>
                      <a:pt x="552" y="91"/>
                    </a:lnTo>
                    <a:lnTo>
                      <a:pt x="553" y="92"/>
                    </a:lnTo>
                    <a:lnTo>
                      <a:pt x="554" y="92"/>
                    </a:lnTo>
                    <a:lnTo>
                      <a:pt x="555" y="93"/>
                    </a:lnTo>
                    <a:lnTo>
                      <a:pt x="555" y="94"/>
                    </a:lnTo>
                    <a:lnTo>
                      <a:pt x="557" y="94"/>
                    </a:lnTo>
                    <a:lnTo>
                      <a:pt x="558" y="96"/>
                    </a:lnTo>
                    <a:lnTo>
                      <a:pt x="559" y="96"/>
                    </a:lnTo>
                    <a:lnTo>
                      <a:pt x="559" y="97"/>
                    </a:lnTo>
                    <a:lnTo>
                      <a:pt x="560" y="97"/>
                    </a:lnTo>
                    <a:lnTo>
                      <a:pt x="560" y="98"/>
                    </a:lnTo>
                    <a:lnTo>
                      <a:pt x="561" y="98"/>
                    </a:lnTo>
                    <a:lnTo>
                      <a:pt x="563" y="99"/>
                    </a:lnTo>
                    <a:lnTo>
                      <a:pt x="564" y="100"/>
                    </a:lnTo>
                    <a:lnTo>
                      <a:pt x="565" y="100"/>
                    </a:lnTo>
                    <a:lnTo>
                      <a:pt x="565" y="102"/>
                    </a:lnTo>
                    <a:lnTo>
                      <a:pt x="566" y="102"/>
                    </a:lnTo>
                    <a:lnTo>
                      <a:pt x="567" y="102"/>
                    </a:lnTo>
                    <a:lnTo>
                      <a:pt x="567" y="103"/>
                    </a:lnTo>
                    <a:lnTo>
                      <a:pt x="569" y="103"/>
                    </a:lnTo>
                    <a:lnTo>
                      <a:pt x="569" y="104"/>
                    </a:lnTo>
                    <a:lnTo>
                      <a:pt x="570" y="104"/>
                    </a:lnTo>
                    <a:lnTo>
                      <a:pt x="571" y="105"/>
                    </a:lnTo>
                    <a:lnTo>
                      <a:pt x="572" y="105"/>
                    </a:lnTo>
                    <a:lnTo>
                      <a:pt x="572" y="106"/>
                    </a:lnTo>
                    <a:lnTo>
                      <a:pt x="573" y="106"/>
                    </a:lnTo>
                    <a:lnTo>
                      <a:pt x="575" y="108"/>
                    </a:lnTo>
                    <a:lnTo>
                      <a:pt x="576" y="108"/>
                    </a:lnTo>
                    <a:lnTo>
                      <a:pt x="577" y="109"/>
                    </a:lnTo>
                    <a:lnTo>
                      <a:pt x="577" y="110"/>
                    </a:lnTo>
                    <a:lnTo>
                      <a:pt x="578" y="110"/>
                    </a:lnTo>
                    <a:lnTo>
                      <a:pt x="579" y="111"/>
                    </a:lnTo>
                    <a:lnTo>
                      <a:pt x="581" y="111"/>
                    </a:lnTo>
                    <a:lnTo>
                      <a:pt x="582" y="112"/>
                    </a:lnTo>
                    <a:lnTo>
                      <a:pt x="583" y="112"/>
                    </a:lnTo>
                    <a:lnTo>
                      <a:pt x="583" y="114"/>
                    </a:lnTo>
                    <a:lnTo>
                      <a:pt x="584" y="114"/>
                    </a:lnTo>
                    <a:lnTo>
                      <a:pt x="584" y="115"/>
                    </a:lnTo>
                    <a:lnTo>
                      <a:pt x="585" y="115"/>
                    </a:lnTo>
                    <a:lnTo>
                      <a:pt x="587" y="116"/>
                    </a:lnTo>
                    <a:lnTo>
                      <a:pt x="588" y="117"/>
                    </a:lnTo>
                    <a:lnTo>
                      <a:pt x="589" y="117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0" y="120"/>
                    </a:lnTo>
                    <a:lnTo>
                      <a:pt x="591" y="120"/>
                    </a:lnTo>
                    <a:lnTo>
                      <a:pt x="591" y="121"/>
                    </a:lnTo>
                    <a:lnTo>
                      <a:pt x="593" y="121"/>
                    </a:lnTo>
                    <a:lnTo>
                      <a:pt x="593" y="122"/>
                    </a:lnTo>
                    <a:lnTo>
                      <a:pt x="594" y="122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4"/>
                    </a:lnTo>
                    <a:lnTo>
                      <a:pt x="596" y="126"/>
                    </a:lnTo>
                    <a:lnTo>
                      <a:pt x="597" y="126"/>
                    </a:lnTo>
                    <a:lnTo>
                      <a:pt x="599" y="127"/>
                    </a:lnTo>
                    <a:lnTo>
                      <a:pt x="599" y="128"/>
                    </a:lnTo>
                    <a:lnTo>
                      <a:pt x="600" y="129"/>
                    </a:lnTo>
                    <a:lnTo>
                      <a:pt x="601" y="130"/>
                    </a:lnTo>
                    <a:lnTo>
                      <a:pt x="602" y="132"/>
                    </a:lnTo>
                    <a:lnTo>
                      <a:pt x="603" y="133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7" y="136"/>
                    </a:lnTo>
                    <a:lnTo>
                      <a:pt x="608" y="138"/>
                    </a:lnTo>
                    <a:lnTo>
                      <a:pt x="609" y="139"/>
                    </a:lnTo>
                    <a:lnTo>
                      <a:pt x="609" y="140"/>
                    </a:lnTo>
                    <a:lnTo>
                      <a:pt x="611" y="140"/>
                    </a:lnTo>
                    <a:lnTo>
                      <a:pt x="612" y="141"/>
                    </a:lnTo>
                    <a:lnTo>
                      <a:pt x="613" y="142"/>
                    </a:lnTo>
                    <a:lnTo>
                      <a:pt x="613" y="144"/>
                    </a:lnTo>
                    <a:lnTo>
                      <a:pt x="614" y="144"/>
                    </a:lnTo>
                    <a:lnTo>
                      <a:pt x="614" y="145"/>
                    </a:lnTo>
                    <a:lnTo>
                      <a:pt x="615" y="146"/>
                    </a:lnTo>
                    <a:lnTo>
                      <a:pt x="617" y="147"/>
                    </a:lnTo>
                    <a:lnTo>
                      <a:pt x="618" y="147"/>
                    </a:lnTo>
                    <a:lnTo>
                      <a:pt x="618" y="148"/>
                    </a:lnTo>
                    <a:lnTo>
                      <a:pt x="619" y="150"/>
                    </a:lnTo>
                    <a:lnTo>
                      <a:pt x="619" y="151"/>
                    </a:lnTo>
                    <a:lnTo>
                      <a:pt x="620" y="151"/>
                    </a:lnTo>
                    <a:lnTo>
                      <a:pt x="621" y="152"/>
                    </a:lnTo>
                    <a:lnTo>
                      <a:pt x="623" y="153"/>
                    </a:lnTo>
                    <a:lnTo>
                      <a:pt x="623" y="154"/>
                    </a:lnTo>
                    <a:lnTo>
                      <a:pt x="624" y="156"/>
                    </a:lnTo>
                    <a:lnTo>
                      <a:pt x="625" y="157"/>
                    </a:lnTo>
                    <a:lnTo>
                      <a:pt x="626" y="158"/>
                    </a:lnTo>
                    <a:lnTo>
                      <a:pt x="627" y="159"/>
                    </a:lnTo>
                    <a:lnTo>
                      <a:pt x="629" y="162"/>
                    </a:lnTo>
                    <a:lnTo>
                      <a:pt x="630" y="163"/>
                    </a:lnTo>
                    <a:lnTo>
                      <a:pt x="631" y="164"/>
                    </a:lnTo>
                    <a:lnTo>
                      <a:pt x="632" y="166"/>
                    </a:lnTo>
                    <a:lnTo>
                      <a:pt x="633" y="168"/>
                    </a:lnTo>
                    <a:lnTo>
                      <a:pt x="635" y="169"/>
                    </a:lnTo>
                    <a:lnTo>
                      <a:pt x="636" y="170"/>
                    </a:lnTo>
                    <a:lnTo>
                      <a:pt x="637" y="171"/>
                    </a:lnTo>
                    <a:lnTo>
                      <a:pt x="638" y="172"/>
                    </a:lnTo>
                    <a:lnTo>
                      <a:pt x="639" y="174"/>
                    </a:lnTo>
                    <a:lnTo>
                      <a:pt x="639" y="175"/>
                    </a:lnTo>
                    <a:lnTo>
                      <a:pt x="641" y="176"/>
                    </a:lnTo>
                    <a:lnTo>
                      <a:pt x="642" y="177"/>
                    </a:lnTo>
                    <a:lnTo>
                      <a:pt x="643" y="178"/>
                    </a:lnTo>
                    <a:lnTo>
                      <a:pt x="644" y="180"/>
                    </a:lnTo>
                    <a:lnTo>
                      <a:pt x="644" y="181"/>
                    </a:lnTo>
                    <a:lnTo>
                      <a:pt x="645" y="181"/>
                    </a:lnTo>
                    <a:lnTo>
                      <a:pt x="645" y="182"/>
                    </a:lnTo>
                    <a:lnTo>
                      <a:pt x="647" y="183"/>
                    </a:lnTo>
                    <a:lnTo>
                      <a:pt x="647" y="184"/>
                    </a:lnTo>
                    <a:lnTo>
                      <a:pt x="648" y="186"/>
                    </a:lnTo>
                    <a:lnTo>
                      <a:pt x="649" y="186"/>
                    </a:lnTo>
                    <a:lnTo>
                      <a:pt x="649" y="187"/>
                    </a:lnTo>
                    <a:lnTo>
                      <a:pt x="650" y="188"/>
                    </a:lnTo>
                    <a:lnTo>
                      <a:pt x="651" y="189"/>
                    </a:lnTo>
                    <a:lnTo>
                      <a:pt x="653" y="190"/>
                    </a:lnTo>
                    <a:lnTo>
                      <a:pt x="653" y="192"/>
                    </a:lnTo>
                    <a:lnTo>
                      <a:pt x="654" y="194"/>
                    </a:lnTo>
                    <a:lnTo>
                      <a:pt x="655" y="195"/>
                    </a:lnTo>
                    <a:lnTo>
                      <a:pt x="656" y="196"/>
                    </a:lnTo>
                    <a:lnTo>
                      <a:pt x="657" y="199"/>
                    </a:lnTo>
                    <a:lnTo>
                      <a:pt x="659" y="200"/>
                    </a:lnTo>
                    <a:lnTo>
                      <a:pt x="660" y="202"/>
                    </a:lnTo>
                    <a:lnTo>
                      <a:pt x="661" y="204"/>
                    </a:lnTo>
                    <a:lnTo>
                      <a:pt x="662" y="206"/>
                    </a:lnTo>
                    <a:lnTo>
                      <a:pt x="663" y="207"/>
                    </a:lnTo>
                    <a:lnTo>
                      <a:pt x="665" y="208"/>
                    </a:lnTo>
                    <a:lnTo>
                      <a:pt x="666" y="211"/>
                    </a:lnTo>
                    <a:lnTo>
                      <a:pt x="667" y="212"/>
                    </a:lnTo>
                    <a:lnTo>
                      <a:pt x="668" y="213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71" y="217"/>
                    </a:lnTo>
                    <a:lnTo>
                      <a:pt x="672" y="218"/>
                    </a:lnTo>
                    <a:lnTo>
                      <a:pt x="672" y="219"/>
                    </a:lnTo>
                    <a:lnTo>
                      <a:pt x="673" y="220"/>
                    </a:lnTo>
                    <a:lnTo>
                      <a:pt x="674" y="220"/>
                    </a:lnTo>
                    <a:lnTo>
                      <a:pt x="674" y="222"/>
                    </a:lnTo>
                    <a:lnTo>
                      <a:pt x="675" y="223"/>
                    </a:lnTo>
                    <a:lnTo>
                      <a:pt x="675" y="224"/>
                    </a:lnTo>
                    <a:lnTo>
                      <a:pt x="677" y="225"/>
                    </a:lnTo>
                    <a:lnTo>
                      <a:pt x="678" y="226"/>
                    </a:lnTo>
                    <a:lnTo>
                      <a:pt x="678" y="228"/>
                    </a:lnTo>
                    <a:lnTo>
                      <a:pt x="679" y="228"/>
                    </a:lnTo>
                    <a:lnTo>
                      <a:pt x="680" y="229"/>
                    </a:lnTo>
                    <a:lnTo>
                      <a:pt x="680" y="230"/>
                    </a:lnTo>
                    <a:lnTo>
                      <a:pt x="681" y="231"/>
                    </a:lnTo>
                    <a:lnTo>
                      <a:pt x="683" y="234"/>
                    </a:lnTo>
                    <a:lnTo>
                      <a:pt x="684" y="235"/>
                    </a:lnTo>
                    <a:lnTo>
                      <a:pt x="685" y="236"/>
                    </a:lnTo>
                    <a:lnTo>
                      <a:pt x="686" y="237"/>
                    </a:lnTo>
                    <a:lnTo>
                      <a:pt x="687" y="240"/>
                    </a:lnTo>
                    <a:lnTo>
                      <a:pt x="689" y="241"/>
                    </a:lnTo>
                    <a:lnTo>
                      <a:pt x="690" y="243"/>
                    </a:lnTo>
                    <a:lnTo>
                      <a:pt x="691" y="244"/>
                    </a:lnTo>
                    <a:lnTo>
                      <a:pt x="692" y="247"/>
                    </a:lnTo>
                    <a:lnTo>
                      <a:pt x="693" y="248"/>
                    </a:lnTo>
                    <a:lnTo>
                      <a:pt x="695" y="250"/>
                    </a:lnTo>
                    <a:lnTo>
                      <a:pt x="696" y="252"/>
                    </a:lnTo>
                    <a:lnTo>
                      <a:pt x="697" y="253"/>
                    </a:lnTo>
                    <a:lnTo>
                      <a:pt x="698" y="255"/>
                    </a:lnTo>
                    <a:lnTo>
                      <a:pt x="699" y="256"/>
                    </a:lnTo>
                    <a:lnTo>
                      <a:pt x="701" y="258"/>
                    </a:lnTo>
                    <a:lnTo>
                      <a:pt x="701" y="259"/>
                    </a:lnTo>
                    <a:lnTo>
                      <a:pt x="702" y="260"/>
                    </a:lnTo>
                    <a:lnTo>
                      <a:pt x="703" y="261"/>
                    </a:lnTo>
                    <a:lnTo>
                      <a:pt x="703" y="262"/>
                    </a:lnTo>
                    <a:lnTo>
                      <a:pt x="704" y="262"/>
                    </a:lnTo>
                    <a:lnTo>
                      <a:pt x="704" y="264"/>
                    </a:lnTo>
                    <a:lnTo>
                      <a:pt x="705" y="265"/>
                    </a:lnTo>
                    <a:lnTo>
                      <a:pt x="705" y="266"/>
                    </a:lnTo>
                    <a:lnTo>
                      <a:pt x="707" y="267"/>
                    </a:lnTo>
                    <a:lnTo>
                      <a:pt x="708" y="268"/>
                    </a:lnTo>
                    <a:lnTo>
                      <a:pt x="708" y="270"/>
                    </a:lnTo>
                    <a:lnTo>
                      <a:pt x="709" y="271"/>
                    </a:lnTo>
                    <a:lnTo>
                      <a:pt x="709" y="272"/>
                    </a:lnTo>
                    <a:lnTo>
                      <a:pt x="710" y="272"/>
                    </a:lnTo>
                    <a:lnTo>
                      <a:pt x="710" y="273"/>
                    </a:lnTo>
                    <a:lnTo>
                      <a:pt x="711" y="274"/>
                    </a:lnTo>
                    <a:lnTo>
                      <a:pt x="713" y="276"/>
                    </a:lnTo>
                    <a:lnTo>
                      <a:pt x="713" y="277"/>
                    </a:lnTo>
                    <a:lnTo>
                      <a:pt x="714" y="278"/>
                    </a:lnTo>
                    <a:lnTo>
                      <a:pt x="714" y="279"/>
                    </a:lnTo>
                    <a:lnTo>
                      <a:pt x="715" y="282"/>
                    </a:lnTo>
                    <a:lnTo>
                      <a:pt x="716" y="283"/>
                    </a:lnTo>
                    <a:lnTo>
                      <a:pt x="717" y="28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5" name="Freeform 210">
                <a:extLst>
                  <a:ext uri="{FF2B5EF4-FFF2-40B4-BE49-F238E27FC236}">
                    <a16:creationId xmlns:a16="http://schemas.microsoft.com/office/drawing/2014/main" id="{E12551F6-02E3-47CC-B14B-A128C7D14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400" y="3781425"/>
                <a:ext cx="569913" cy="227013"/>
              </a:xfrm>
              <a:custGeom>
                <a:avLst/>
                <a:gdLst>
                  <a:gd name="T0" fmla="*/ 2147483646 w 717"/>
                  <a:gd name="T1" fmla="*/ 2147483646 h 285"/>
                  <a:gd name="T2" fmla="*/ 2147483646 w 717"/>
                  <a:gd name="T3" fmla="*/ 2147483646 h 285"/>
                  <a:gd name="T4" fmla="*/ 2147483646 w 717"/>
                  <a:gd name="T5" fmla="*/ 2147483646 h 285"/>
                  <a:gd name="T6" fmla="*/ 2147483646 w 717"/>
                  <a:gd name="T7" fmla="*/ 2147483646 h 285"/>
                  <a:gd name="T8" fmla="*/ 2147483646 w 717"/>
                  <a:gd name="T9" fmla="*/ 2147483646 h 285"/>
                  <a:gd name="T10" fmla="*/ 2147483646 w 717"/>
                  <a:gd name="T11" fmla="*/ 2147483646 h 285"/>
                  <a:gd name="T12" fmla="*/ 2147483646 w 717"/>
                  <a:gd name="T13" fmla="*/ 2147483646 h 285"/>
                  <a:gd name="T14" fmla="*/ 2147483646 w 717"/>
                  <a:gd name="T15" fmla="*/ 2147483646 h 285"/>
                  <a:gd name="T16" fmla="*/ 2147483646 w 717"/>
                  <a:gd name="T17" fmla="*/ 2147483646 h 285"/>
                  <a:gd name="T18" fmla="*/ 2147483646 w 717"/>
                  <a:gd name="T19" fmla="*/ 2147483646 h 285"/>
                  <a:gd name="T20" fmla="*/ 2147483646 w 717"/>
                  <a:gd name="T21" fmla="*/ 2147483646 h 285"/>
                  <a:gd name="T22" fmla="*/ 2147483646 w 717"/>
                  <a:gd name="T23" fmla="*/ 2147483646 h 285"/>
                  <a:gd name="T24" fmla="*/ 2147483646 w 717"/>
                  <a:gd name="T25" fmla="*/ 2147483646 h 285"/>
                  <a:gd name="T26" fmla="*/ 2147483646 w 717"/>
                  <a:gd name="T27" fmla="*/ 2147483646 h 285"/>
                  <a:gd name="T28" fmla="*/ 2147483646 w 717"/>
                  <a:gd name="T29" fmla="*/ 2147483646 h 285"/>
                  <a:gd name="T30" fmla="*/ 2147483646 w 717"/>
                  <a:gd name="T31" fmla="*/ 2147483646 h 285"/>
                  <a:gd name="T32" fmla="*/ 2147483646 w 717"/>
                  <a:gd name="T33" fmla="*/ 2147483646 h 285"/>
                  <a:gd name="T34" fmla="*/ 2147483646 w 717"/>
                  <a:gd name="T35" fmla="*/ 2147483646 h 285"/>
                  <a:gd name="T36" fmla="*/ 2147483646 w 717"/>
                  <a:gd name="T37" fmla="*/ 2147483646 h 285"/>
                  <a:gd name="T38" fmla="*/ 2147483646 w 717"/>
                  <a:gd name="T39" fmla="*/ 2147483646 h 285"/>
                  <a:gd name="T40" fmla="*/ 2147483646 w 717"/>
                  <a:gd name="T41" fmla="*/ 2147483646 h 285"/>
                  <a:gd name="T42" fmla="*/ 2147483646 w 717"/>
                  <a:gd name="T43" fmla="*/ 2147483646 h 285"/>
                  <a:gd name="T44" fmla="*/ 2147483646 w 717"/>
                  <a:gd name="T45" fmla="*/ 2147483646 h 285"/>
                  <a:gd name="T46" fmla="*/ 2147483646 w 717"/>
                  <a:gd name="T47" fmla="*/ 2147483646 h 285"/>
                  <a:gd name="T48" fmla="*/ 2147483646 w 717"/>
                  <a:gd name="T49" fmla="*/ 2147483646 h 285"/>
                  <a:gd name="T50" fmla="*/ 2147483646 w 717"/>
                  <a:gd name="T51" fmla="*/ 2147483646 h 285"/>
                  <a:gd name="T52" fmla="*/ 2147483646 w 717"/>
                  <a:gd name="T53" fmla="*/ 2147483646 h 285"/>
                  <a:gd name="T54" fmla="*/ 2147483646 w 717"/>
                  <a:gd name="T55" fmla="*/ 2147483646 h 285"/>
                  <a:gd name="T56" fmla="*/ 2147483646 w 717"/>
                  <a:gd name="T57" fmla="*/ 2147483646 h 285"/>
                  <a:gd name="T58" fmla="*/ 2147483646 w 717"/>
                  <a:gd name="T59" fmla="*/ 2147483646 h 285"/>
                  <a:gd name="T60" fmla="*/ 2147483646 w 717"/>
                  <a:gd name="T61" fmla="*/ 2147483646 h 285"/>
                  <a:gd name="T62" fmla="*/ 2147483646 w 717"/>
                  <a:gd name="T63" fmla="*/ 2147483646 h 285"/>
                  <a:gd name="T64" fmla="*/ 2147483646 w 717"/>
                  <a:gd name="T65" fmla="*/ 2147483646 h 285"/>
                  <a:gd name="T66" fmla="*/ 2147483646 w 717"/>
                  <a:gd name="T67" fmla="*/ 2147483646 h 285"/>
                  <a:gd name="T68" fmla="*/ 2147483646 w 717"/>
                  <a:gd name="T69" fmla="*/ 2147483646 h 285"/>
                  <a:gd name="T70" fmla="*/ 2147483646 w 717"/>
                  <a:gd name="T71" fmla="*/ 2147483646 h 285"/>
                  <a:gd name="T72" fmla="*/ 2147483646 w 717"/>
                  <a:gd name="T73" fmla="*/ 2147483646 h 285"/>
                  <a:gd name="T74" fmla="*/ 2147483646 w 717"/>
                  <a:gd name="T75" fmla="*/ 2147483646 h 285"/>
                  <a:gd name="T76" fmla="*/ 2147483646 w 717"/>
                  <a:gd name="T77" fmla="*/ 2147483646 h 285"/>
                  <a:gd name="T78" fmla="*/ 2147483646 w 717"/>
                  <a:gd name="T79" fmla="*/ 2147483646 h 285"/>
                  <a:gd name="T80" fmla="*/ 2147483646 w 717"/>
                  <a:gd name="T81" fmla="*/ 2147483646 h 285"/>
                  <a:gd name="T82" fmla="*/ 2147483646 w 717"/>
                  <a:gd name="T83" fmla="*/ 2147483646 h 285"/>
                  <a:gd name="T84" fmla="*/ 2147483646 w 717"/>
                  <a:gd name="T85" fmla="*/ 2147483646 h 285"/>
                  <a:gd name="T86" fmla="*/ 2147483646 w 717"/>
                  <a:gd name="T87" fmla="*/ 2147483646 h 285"/>
                  <a:gd name="T88" fmla="*/ 2147483646 w 717"/>
                  <a:gd name="T89" fmla="*/ 2147483646 h 285"/>
                  <a:gd name="T90" fmla="*/ 2147483646 w 717"/>
                  <a:gd name="T91" fmla="*/ 2147483646 h 285"/>
                  <a:gd name="T92" fmla="*/ 2147483646 w 717"/>
                  <a:gd name="T93" fmla="*/ 2147483646 h 285"/>
                  <a:gd name="T94" fmla="*/ 2147483646 w 717"/>
                  <a:gd name="T95" fmla="*/ 2147483646 h 285"/>
                  <a:gd name="T96" fmla="*/ 2147483646 w 717"/>
                  <a:gd name="T97" fmla="*/ 2147483646 h 285"/>
                  <a:gd name="T98" fmla="*/ 2147483646 w 717"/>
                  <a:gd name="T99" fmla="*/ 2147483646 h 285"/>
                  <a:gd name="T100" fmla="*/ 2147483646 w 717"/>
                  <a:gd name="T101" fmla="*/ 2147483646 h 285"/>
                  <a:gd name="T102" fmla="*/ 2147483646 w 717"/>
                  <a:gd name="T103" fmla="*/ 2147483646 h 285"/>
                  <a:gd name="T104" fmla="*/ 2147483646 w 717"/>
                  <a:gd name="T105" fmla="*/ 2147483646 h 285"/>
                  <a:gd name="T106" fmla="*/ 2147483646 w 717"/>
                  <a:gd name="T107" fmla="*/ 2147483646 h 285"/>
                  <a:gd name="T108" fmla="*/ 2147483646 w 717"/>
                  <a:gd name="T109" fmla="*/ 2147483646 h 285"/>
                  <a:gd name="T110" fmla="*/ 2147483646 w 717"/>
                  <a:gd name="T111" fmla="*/ 2147483646 h 285"/>
                  <a:gd name="T112" fmla="*/ 2147483646 w 717"/>
                  <a:gd name="T113" fmla="*/ 2147483646 h 285"/>
                  <a:gd name="T114" fmla="*/ 2147483646 w 717"/>
                  <a:gd name="T115" fmla="*/ 2147483646 h 285"/>
                  <a:gd name="T116" fmla="*/ 2147483646 w 717"/>
                  <a:gd name="T117" fmla="*/ 2147483646 h 285"/>
                  <a:gd name="T118" fmla="*/ 2147483646 w 717"/>
                  <a:gd name="T119" fmla="*/ 2147483646 h 285"/>
                  <a:gd name="T120" fmla="*/ 2147483646 w 717"/>
                  <a:gd name="T121" fmla="*/ 2147483646 h 2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5">
                    <a:moveTo>
                      <a:pt x="0" y="285"/>
                    </a:moveTo>
                    <a:lnTo>
                      <a:pt x="27" y="285"/>
                    </a:lnTo>
                    <a:lnTo>
                      <a:pt x="54" y="285"/>
                    </a:lnTo>
                    <a:lnTo>
                      <a:pt x="78" y="285"/>
                    </a:lnTo>
                    <a:lnTo>
                      <a:pt x="99" y="285"/>
                    </a:lnTo>
                    <a:lnTo>
                      <a:pt x="121" y="285"/>
                    </a:lnTo>
                    <a:lnTo>
                      <a:pt x="140" y="285"/>
                    </a:lnTo>
                    <a:lnTo>
                      <a:pt x="158" y="285"/>
                    </a:lnTo>
                    <a:lnTo>
                      <a:pt x="175" y="285"/>
                    </a:lnTo>
                    <a:lnTo>
                      <a:pt x="191" y="285"/>
                    </a:lnTo>
                    <a:lnTo>
                      <a:pt x="204" y="285"/>
                    </a:lnTo>
                    <a:lnTo>
                      <a:pt x="217" y="285"/>
                    </a:lnTo>
                    <a:lnTo>
                      <a:pt x="229" y="285"/>
                    </a:lnTo>
                    <a:lnTo>
                      <a:pt x="240" y="285"/>
                    </a:lnTo>
                    <a:lnTo>
                      <a:pt x="249" y="285"/>
                    </a:lnTo>
                    <a:lnTo>
                      <a:pt x="259" y="285"/>
                    </a:lnTo>
                    <a:lnTo>
                      <a:pt x="266" y="285"/>
                    </a:lnTo>
                    <a:lnTo>
                      <a:pt x="273" y="285"/>
                    </a:lnTo>
                    <a:lnTo>
                      <a:pt x="281" y="285"/>
                    </a:lnTo>
                    <a:lnTo>
                      <a:pt x="285" y="285"/>
                    </a:lnTo>
                    <a:lnTo>
                      <a:pt x="291" y="285"/>
                    </a:lnTo>
                    <a:lnTo>
                      <a:pt x="295" y="285"/>
                    </a:lnTo>
                    <a:lnTo>
                      <a:pt x="300" y="285"/>
                    </a:lnTo>
                    <a:lnTo>
                      <a:pt x="303" y="285"/>
                    </a:lnTo>
                    <a:lnTo>
                      <a:pt x="306" y="285"/>
                    </a:lnTo>
                    <a:lnTo>
                      <a:pt x="308" y="284"/>
                    </a:lnTo>
                    <a:lnTo>
                      <a:pt x="311" y="284"/>
                    </a:lnTo>
                    <a:lnTo>
                      <a:pt x="313" y="284"/>
                    </a:lnTo>
                    <a:lnTo>
                      <a:pt x="315" y="284"/>
                    </a:lnTo>
                    <a:lnTo>
                      <a:pt x="318" y="284"/>
                    </a:lnTo>
                    <a:lnTo>
                      <a:pt x="319" y="284"/>
                    </a:lnTo>
                    <a:lnTo>
                      <a:pt x="321" y="284"/>
                    </a:lnTo>
                    <a:lnTo>
                      <a:pt x="323" y="284"/>
                    </a:lnTo>
                    <a:lnTo>
                      <a:pt x="325" y="284"/>
                    </a:lnTo>
                    <a:lnTo>
                      <a:pt x="327" y="284"/>
                    </a:lnTo>
                    <a:lnTo>
                      <a:pt x="329" y="284"/>
                    </a:lnTo>
                    <a:lnTo>
                      <a:pt x="331" y="282"/>
                    </a:lnTo>
                    <a:lnTo>
                      <a:pt x="332" y="282"/>
                    </a:lnTo>
                    <a:lnTo>
                      <a:pt x="333" y="282"/>
                    </a:lnTo>
                    <a:lnTo>
                      <a:pt x="335" y="282"/>
                    </a:lnTo>
                    <a:lnTo>
                      <a:pt x="336" y="282"/>
                    </a:lnTo>
                    <a:lnTo>
                      <a:pt x="337" y="282"/>
                    </a:lnTo>
                    <a:lnTo>
                      <a:pt x="338" y="282"/>
                    </a:lnTo>
                    <a:lnTo>
                      <a:pt x="339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3" y="282"/>
                    </a:lnTo>
                    <a:lnTo>
                      <a:pt x="344" y="282"/>
                    </a:lnTo>
                    <a:lnTo>
                      <a:pt x="345" y="281"/>
                    </a:lnTo>
                    <a:lnTo>
                      <a:pt x="347" y="281"/>
                    </a:lnTo>
                    <a:lnTo>
                      <a:pt x="348" y="281"/>
                    </a:lnTo>
                    <a:lnTo>
                      <a:pt x="349" y="281"/>
                    </a:lnTo>
                    <a:lnTo>
                      <a:pt x="350" y="281"/>
                    </a:lnTo>
                    <a:lnTo>
                      <a:pt x="351" y="281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5" y="280"/>
                    </a:lnTo>
                    <a:lnTo>
                      <a:pt x="356" y="280"/>
                    </a:lnTo>
                    <a:lnTo>
                      <a:pt x="357" y="280"/>
                    </a:lnTo>
                    <a:lnTo>
                      <a:pt x="359" y="280"/>
                    </a:lnTo>
                    <a:lnTo>
                      <a:pt x="361" y="280"/>
                    </a:lnTo>
                    <a:lnTo>
                      <a:pt x="362" y="279"/>
                    </a:lnTo>
                    <a:lnTo>
                      <a:pt x="365" y="279"/>
                    </a:lnTo>
                    <a:lnTo>
                      <a:pt x="366" y="279"/>
                    </a:lnTo>
                    <a:lnTo>
                      <a:pt x="368" y="279"/>
                    </a:lnTo>
                    <a:lnTo>
                      <a:pt x="369" y="279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4" y="278"/>
                    </a:lnTo>
                    <a:lnTo>
                      <a:pt x="375" y="278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80" y="276"/>
                    </a:lnTo>
                    <a:lnTo>
                      <a:pt x="381" y="276"/>
                    </a:lnTo>
                    <a:lnTo>
                      <a:pt x="383" y="276"/>
                    </a:lnTo>
                    <a:lnTo>
                      <a:pt x="384" y="276"/>
                    </a:lnTo>
                    <a:lnTo>
                      <a:pt x="385" y="276"/>
                    </a:lnTo>
                    <a:lnTo>
                      <a:pt x="386" y="275"/>
                    </a:lnTo>
                    <a:lnTo>
                      <a:pt x="387" y="275"/>
                    </a:lnTo>
                    <a:lnTo>
                      <a:pt x="389" y="275"/>
                    </a:lnTo>
                    <a:lnTo>
                      <a:pt x="390" y="275"/>
                    </a:lnTo>
                    <a:lnTo>
                      <a:pt x="391" y="274"/>
                    </a:lnTo>
                    <a:lnTo>
                      <a:pt x="392" y="274"/>
                    </a:lnTo>
                    <a:lnTo>
                      <a:pt x="393" y="274"/>
                    </a:lnTo>
                    <a:lnTo>
                      <a:pt x="395" y="274"/>
                    </a:lnTo>
                    <a:lnTo>
                      <a:pt x="396" y="273"/>
                    </a:lnTo>
                    <a:lnTo>
                      <a:pt x="397" y="273"/>
                    </a:lnTo>
                    <a:lnTo>
                      <a:pt x="398" y="273"/>
                    </a:lnTo>
                    <a:lnTo>
                      <a:pt x="399" y="272"/>
                    </a:lnTo>
                    <a:lnTo>
                      <a:pt x="402" y="272"/>
                    </a:lnTo>
                    <a:lnTo>
                      <a:pt x="403" y="270"/>
                    </a:lnTo>
                    <a:lnTo>
                      <a:pt x="405" y="270"/>
                    </a:lnTo>
                    <a:lnTo>
                      <a:pt x="407" y="269"/>
                    </a:lnTo>
                    <a:lnTo>
                      <a:pt x="409" y="269"/>
                    </a:lnTo>
                    <a:lnTo>
                      <a:pt x="411" y="268"/>
                    </a:lnTo>
                    <a:lnTo>
                      <a:pt x="414" y="268"/>
                    </a:lnTo>
                    <a:lnTo>
                      <a:pt x="415" y="267"/>
                    </a:lnTo>
                    <a:lnTo>
                      <a:pt x="417" y="267"/>
                    </a:lnTo>
                    <a:lnTo>
                      <a:pt x="419" y="266"/>
                    </a:lnTo>
                    <a:lnTo>
                      <a:pt x="421" y="266"/>
                    </a:lnTo>
                    <a:lnTo>
                      <a:pt x="422" y="264"/>
                    </a:lnTo>
                    <a:lnTo>
                      <a:pt x="423" y="264"/>
                    </a:lnTo>
                    <a:lnTo>
                      <a:pt x="426" y="264"/>
                    </a:lnTo>
                    <a:lnTo>
                      <a:pt x="427" y="263"/>
                    </a:lnTo>
                    <a:lnTo>
                      <a:pt x="428" y="263"/>
                    </a:lnTo>
                    <a:lnTo>
                      <a:pt x="429" y="262"/>
                    </a:lnTo>
                    <a:lnTo>
                      <a:pt x="431" y="262"/>
                    </a:lnTo>
                    <a:lnTo>
                      <a:pt x="432" y="262"/>
                    </a:lnTo>
                    <a:lnTo>
                      <a:pt x="433" y="261"/>
                    </a:lnTo>
                    <a:lnTo>
                      <a:pt x="434" y="261"/>
                    </a:lnTo>
                    <a:lnTo>
                      <a:pt x="435" y="260"/>
                    </a:lnTo>
                    <a:lnTo>
                      <a:pt x="437" y="260"/>
                    </a:lnTo>
                    <a:lnTo>
                      <a:pt x="438" y="260"/>
                    </a:lnTo>
                    <a:lnTo>
                      <a:pt x="439" y="258"/>
                    </a:lnTo>
                    <a:lnTo>
                      <a:pt x="440" y="258"/>
                    </a:lnTo>
                    <a:lnTo>
                      <a:pt x="441" y="257"/>
                    </a:lnTo>
                    <a:lnTo>
                      <a:pt x="443" y="257"/>
                    </a:lnTo>
                    <a:lnTo>
                      <a:pt x="444" y="256"/>
                    </a:lnTo>
                    <a:lnTo>
                      <a:pt x="445" y="256"/>
                    </a:lnTo>
                    <a:lnTo>
                      <a:pt x="446" y="255"/>
                    </a:lnTo>
                    <a:lnTo>
                      <a:pt x="447" y="255"/>
                    </a:lnTo>
                    <a:lnTo>
                      <a:pt x="449" y="254"/>
                    </a:lnTo>
                    <a:lnTo>
                      <a:pt x="451" y="252"/>
                    </a:lnTo>
                    <a:lnTo>
                      <a:pt x="452" y="252"/>
                    </a:lnTo>
                    <a:lnTo>
                      <a:pt x="455" y="251"/>
                    </a:lnTo>
                    <a:lnTo>
                      <a:pt x="456" y="250"/>
                    </a:lnTo>
                    <a:lnTo>
                      <a:pt x="458" y="249"/>
                    </a:lnTo>
                    <a:lnTo>
                      <a:pt x="459" y="249"/>
                    </a:lnTo>
                    <a:lnTo>
                      <a:pt x="462" y="248"/>
                    </a:lnTo>
                    <a:lnTo>
                      <a:pt x="463" y="246"/>
                    </a:lnTo>
                    <a:lnTo>
                      <a:pt x="464" y="246"/>
                    </a:lnTo>
                    <a:lnTo>
                      <a:pt x="465" y="245"/>
                    </a:lnTo>
                    <a:lnTo>
                      <a:pt x="468" y="245"/>
                    </a:lnTo>
                    <a:lnTo>
                      <a:pt x="469" y="244"/>
                    </a:lnTo>
                    <a:lnTo>
                      <a:pt x="470" y="244"/>
                    </a:lnTo>
                    <a:lnTo>
                      <a:pt x="471" y="243"/>
                    </a:lnTo>
                    <a:lnTo>
                      <a:pt x="473" y="242"/>
                    </a:lnTo>
                    <a:lnTo>
                      <a:pt x="474" y="242"/>
                    </a:lnTo>
                    <a:lnTo>
                      <a:pt x="475" y="240"/>
                    </a:lnTo>
                    <a:lnTo>
                      <a:pt x="476" y="240"/>
                    </a:lnTo>
                    <a:lnTo>
                      <a:pt x="477" y="239"/>
                    </a:lnTo>
                    <a:lnTo>
                      <a:pt x="479" y="239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7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5" y="236"/>
                    </a:lnTo>
                    <a:lnTo>
                      <a:pt x="486" y="236"/>
                    </a:lnTo>
                    <a:lnTo>
                      <a:pt x="487" y="234"/>
                    </a:lnTo>
                    <a:lnTo>
                      <a:pt x="488" y="233"/>
                    </a:lnTo>
                    <a:lnTo>
                      <a:pt x="489" y="233"/>
                    </a:lnTo>
                    <a:lnTo>
                      <a:pt x="491" y="232"/>
                    </a:lnTo>
                    <a:lnTo>
                      <a:pt x="493" y="231"/>
                    </a:lnTo>
                    <a:lnTo>
                      <a:pt x="494" y="231"/>
                    </a:lnTo>
                    <a:lnTo>
                      <a:pt x="495" y="230"/>
                    </a:lnTo>
                    <a:lnTo>
                      <a:pt x="498" y="228"/>
                    </a:lnTo>
                    <a:lnTo>
                      <a:pt x="499" y="227"/>
                    </a:lnTo>
                    <a:lnTo>
                      <a:pt x="500" y="227"/>
                    </a:lnTo>
                    <a:lnTo>
                      <a:pt x="501" y="226"/>
                    </a:lnTo>
                    <a:lnTo>
                      <a:pt x="504" y="225"/>
                    </a:lnTo>
                    <a:lnTo>
                      <a:pt x="505" y="225"/>
                    </a:lnTo>
                    <a:lnTo>
                      <a:pt x="506" y="224"/>
                    </a:lnTo>
                    <a:lnTo>
                      <a:pt x="507" y="224"/>
                    </a:lnTo>
                    <a:lnTo>
                      <a:pt x="507" y="222"/>
                    </a:lnTo>
                    <a:lnTo>
                      <a:pt x="509" y="222"/>
                    </a:lnTo>
                    <a:lnTo>
                      <a:pt x="510" y="221"/>
                    </a:lnTo>
                    <a:lnTo>
                      <a:pt x="511" y="221"/>
                    </a:lnTo>
                    <a:lnTo>
                      <a:pt x="511" y="220"/>
                    </a:lnTo>
                    <a:lnTo>
                      <a:pt x="512" y="220"/>
                    </a:lnTo>
                    <a:lnTo>
                      <a:pt x="513" y="220"/>
                    </a:lnTo>
                    <a:lnTo>
                      <a:pt x="515" y="219"/>
                    </a:lnTo>
                    <a:lnTo>
                      <a:pt x="516" y="218"/>
                    </a:lnTo>
                    <a:lnTo>
                      <a:pt x="517" y="218"/>
                    </a:lnTo>
                    <a:lnTo>
                      <a:pt x="518" y="216"/>
                    </a:lnTo>
                    <a:lnTo>
                      <a:pt x="519" y="216"/>
                    </a:lnTo>
                    <a:lnTo>
                      <a:pt x="519" y="215"/>
                    </a:lnTo>
                    <a:lnTo>
                      <a:pt x="521" y="215"/>
                    </a:lnTo>
                    <a:lnTo>
                      <a:pt x="522" y="214"/>
                    </a:lnTo>
                    <a:lnTo>
                      <a:pt x="523" y="214"/>
                    </a:lnTo>
                    <a:lnTo>
                      <a:pt x="523" y="213"/>
                    </a:lnTo>
                    <a:lnTo>
                      <a:pt x="524" y="213"/>
                    </a:lnTo>
                    <a:lnTo>
                      <a:pt x="525" y="212"/>
                    </a:lnTo>
                    <a:lnTo>
                      <a:pt x="527" y="210"/>
                    </a:lnTo>
                    <a:lnTo>
                      <a:pt x="528" y="210"/>
                    </a:lnTo>
                    <a:lnTo>
                      <a:pt x="529" y="209"/>
                    </a:lnTo>
                    <a:lnTo>
                      <a:pt x="531" y="208"/>
                    </a:lnTo>
                    <a:lnTo>
                      <a:pt x="533" y="208"/>
                    </a:lnTo>
                    <a:lnTo>
                      <a:pt x="534" y="207"/>
                    </a:lnTo>
                    <a:lnTo>
                      <a:pt x="535" y="206"/>
                    </a:lnTo>
                    <a:lnTo>
                      <a:pt x="536" y="204"/>
                    </a:lnTo>
                    <a:lnTo>
                      <a:pt x="537" y="204"/>
                    </a:lnTo>
                    <a:lnTo>
                      <a:pt x="539" y="203"/>
                    </a:lnTo>
                    <a:lnTo>
                      <a:pt x="540" y="202"/>
                    </a:lnTo>
                    <a:lnTo>
                      <a:pt x="541" y="202"/>
                    </a:lnTo>
                    <a:lnTo>
                      <a:pt x="541" y="201"/>
                    </a:lnTo>
                    <a:lnTo>
                      <a:pt x="542" y="201"/>
                    </a:lnTo>
                    <a:lnTo>
                      <a:pt x="543" y="200"/>
                    </a:lnTo>
                    <a:lnTo>
                      <a:pt x="545" y="200"/>
                    </a:lnTo>
                    <a:lnTo>
                      <a:pt x="545" y="198"/>
                    </a:lnTo>
                    <a:lnTo>
                      <a:pt x="546" y="198"/>
                    </a:lnTo>
                    <a:lnTo>
                      <a:pt x="547" y="197"/>
                    </a:lnTo>
                    <a:lnTo>
                      <a:pt x="548" y="196"/>
                    </a:lnTo>
                    <a:lnTo>
                      <a:pt x="549" y="196"/>
                    </a:lnTo>
                    <a:lnTo>
                      <a:pt x="551" y="195"/>
                    </a:lnTo>
                    <a:lnTo>
                      <a:pt x="552" y="194"/>
                    </a:lnTo>
                    <a:lnTo>
                      <a:pt x="553" y="192"/>
                    </a:lnTo>
                    <a:lnTo>
                      <a:pt x="554" y="192"/>
                    </a:lnTo>
                    <a:lnTo>
                      <a:pt x="555" y="191"/>
                    </a:lnTo>
                    <a:lnTo>
                      <a:pt x="555" y="190"/>
                    </a:lnTo>
                    <a:lnTo>
                      <a:pt x="557" y="190"/>
                    </a:lnTo>
                    <a:lnTo>
                      <a:pt x="558" y="189"/>
                    </a:lnTo>
                    <a:lnTo>
                      <a:pt x="559" y="189"/>
                    </a:lnTo>
                    <a:lnTo>
                      <a:pt x="559" y="188"/>
                    </a:lnTo>
                    <a:lnTo>
                      <a:pt x="560" y="188"/>
                    </a:lnTo>
                    <a:lnTo>
                      <a:pt x="560" y="186"/>
                    </a:lnTo>
                    <a:lnTo>
                      <a:pt x="561" y="186"/>
                    </a:lnTo>
                    <a:lnTo>
                      <a:pt x="561" y="185"/>
                    </a:lnTo>
                    <a:lnTo>
                      <a:pt x="563" y="185"/>
                    </a:lnTo>
                    <a:lnTo>
                      <a:pt x="564" y="184"/>
                    </a:lnTo>
                    <a:lnTo>
                      <a:pt x="565" y="184"/>
                    </a:lnTo>
                    <a:lnTo>
                      <a:pt x="565" y="183"/>
                    </a:lnTo>
                    <a:lnTo>
                      <a:pt x="566" y="183"/>
                    </a:lnTo>
                    <a:lnTo>
                      <a:pt x="567" y="182"/>
                    </a:lnTo>
                    <a:lnTo>
                      <a:pt x="569" y="180"/>
                    </a:lnTo>
                    <a:lnTo>
                      <a:pt x="570" y="180"/>
                    </a:lnTo>
                    <a:lnTo>
                      <a:pt x="571" y="179"/>
                    </a:lnTo>
                    <a:lnTo>
                      <a:pt x="572" y="178"/>
                    </a:lnTo>
                    <a:lnTo>
                      <a:pt x="573" y="177"/>
                    </a:lnTo>
                    <a:lnTo>
                      <a:pt x="575" y="177"/>
                    </a:lnTo>
                    <a:lnTo>
                      <a:pt x="576" y="176"/>
                    </a:lnTo>
                    <a:lnTo>
                      <a:pt x="577" y="176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9" y="173"/>
                    </a:lnTo>
                    <a:lnTo>
                      <a:pt x="581" y="172"/>
                    </a:lnTo>
                    <a:lnTo>
                      <a:pt x="582" y="172"/>
                    </a:lnTo>
                    <a:lnTo>
                      <a:pt x="583" y="171"/>
                    </a:lnTo>
                    <a:lnTo>
                      <a:pt x="584" y="170"/>
                    </a:lnTo>
                    <a:lnTo>
                      <a:pt x="585" y="170"/>
                    </a:lnTo>
                    <a:lnTo>
                      <a:pt x="587" y="168"/>
                    </a:lnTo>
                    <a:lnTo>
                      <a:pt x="588" y="167"/>
                    </a:lnTo>
                    <a:lnTo>
                      <a:pt x="589" y="167"/>
                    </a:lnTo>
                    <a:lnTo>
                      <a:pt x="589" y="166"/>
                    </a:lnTo>
                    <a:lnTo>
                      <a:pt x="590" y="166"/>
                    </a:lnTo>
                    <a:lnTo>
                      <a:pt x="590" y="165"/>
                    </a:lnTo>
                    <a:lnTo>
                      <a:pt x="591" y="165"/>
                    </a:lnTo>
                    <a:lnTo>
                      <a:pt x="591" y="164"/>
                    </a:lnTo>
                    <a:lnTo>
                      <a:pt x="593" y="164"/>
                    </a:lnTo>
                    <a:lnTo>
                      <a:pt x="593" y="162"/>
                    </a:lnTo>
                    <a:lnTo>
                      <a:pt x="594" y="162"/>
                    </a:lnTo>
                    <a:lnTo>
                      <a:pt x="594" y="161"/>
                    </a:lnTo>
                    <a:lnTo>
                      <a:pt x="595" y="161"/>
                    </a:lnTo>
                    <a:lnTo>
                      <a:pt x="595" y="160"/>
                    </a:lnTo>
                    <a:lnTo>
                      <a:pt x="596" y="159"/>
                    </a:lnTo>
                    <a:lnTo>
                      <a:pt x="597" y="159"/>
                    </a:lnTo>
                    <a:lnTo>
                      <a:pt x="599" y="158"/>
                    </a:lnTo>
                    <a:lnTo>
                      <a:pt x="599" y="156"/>
                    </a:lnTo>
                    <a:lnTo>
                      <a:pt x="600" y="155"/>
                    </a:lnTo>
                    <a:lnTo>
                      <a:pt x="601" y="154"/>
                    </a:lnTo>
                    <a:lnTo>
                      <a:pt x="602" y="153"/>
                    </a:lnTo>
                    <a:lnTo>
                      <a:pt x="603" y="152"/>
                    </a:lnTo>
                    <a:lnTo>
                      <a:pt x="605" y="150"/>
                    </a:lnTo>
                    <a:lnTo>
                      <a:pt x="606" y="149"/>
                    </a:lnTo>
                    <a:lnTo>
                      <a:pt x="607" y="148"/>
                    </a:lnTo>
                    <a:lnTo>
                      <a:pt x="607" y="147"/>
                    </a:lnTo>
                    <a:lnTo>
                      <a:pt x="608" y="147"/>
                    </a:lnTo>
                    <a:lnTo>
                      <a:pt x="609" y="146"/>
                    </a:lnTo>
                    <a:lnTo>
                      <a:pt x="609" y="144"/>
                    </a:lnTo>
                    <a:lnTo>
                      <a:pt x="611" y="144"/>
                    </a:lnTo>
                    <a:lnTo>
                      <a:pt x="612" y="143"/>
                    </a:lnTo>
                    <a:lnTo>
                      <a:pt x="612" y="142"/>
                    </a:lnTo>
                    <a:lnTo>
                      <a:pt x="613" y="142"/>
                    </a:lnTo>
                    <a:lnTo>
                      <a:pt x="613" y="141"/>
                    </a:lnTo>
                    <a:lnTo>
                      <a:pt x="614" y="141"/>
                    </a:lnTo>
                    <a:lnTo>
                      <a:pt x="614" y="140"/>
                    </a:lnTo>
                    <a:lnTo>
                      <a:pt x="615" y="138"/>
                    </a:lnTo>
                    <a:lnTo>
                      <a:pt x="617" y="137"/>
                    </a:lnTo>
                    <a:lnTo>
                      <a:pt x="618" y="136"/>
                    </a:lnTo>
                    <a:lnTo>
                      <a:pt x="619" y="135"/>
                    </a:lnTo>
                    <a:lnTo>
                      <a:pt x="619" y="134"/>
                    </a:lnTo>
                    <a:lnTo>
                      <a:pt x="620" y="134"/>
                    </a:lnTo>
                    <a:lnTo>
                      <a:pt x="621" y="132"/>
                    </a:lnTo>
                    <a:lnTo>
                      <a:pt x="623" y="131"/>
                    </a:lnTo>
                    <a:lnTo>
                      <a:pt x="623" y="130"/>
                    </a:lnTo>
                    <a:lnTo>
                      <a:pt x="624" y="129"/>
                    </a:lnTo>
                    <a:lnTo>
                      <a:pt x="625" y="128"/>
                    </a:lnTo>
                    <a:lnTo>
                      <a:pt x="626" y="126"/>
                    </a:lnTo>
                    <a:lnTo>
                      <a:pt x="627" y="124"/>
                    </a:lnTo>
                    <a:lnTo>
                      <a:pt x="629" y="123"/>
                    </a:lnTo>
                    <a:lnTo>
                      <a:pt x="630" y="122"/>
                    </a:lnTo>
                    <a:lnTo>
                      <a:pt x="631" y="119"/>
                    </a:lnTo>
                    <a:lnTo>
                      <a:pt x="632" y="118"/>
                    </a:lnTo>
                    <a:lnTo>
                      <a:pt x="633" y="117"/>
                    </a:lnTo>
                    <a:lnTo>
                      <a:pt x="635" y="116"/>
                    </a:lnTo>
                    <a:lnTo>
                      <a:pt x="636" y="114"/>
                    </a:lnTo>
                    <a:lnTo>
                      <a:pt x="637" y="113"/>
                    </a:lnTo>
                    <a:lnTo>
                      <a:pt x="638" y="112"/>
                    </a:lnTo>
                    <a:lnTo>
                      <a:pt x="639" y="111"/>
                    </a:lnTo>
                    <a:lnTo>
                      <a:pt x="639" y="110"/>
                    </a:lnTo>
                    <a:lnTo>
                      <a:pt x="641" y="108"/>
                    </a:lnTo>
                    <a:lnTo>
                      <a:pt x="642" y="107"/>
                    </a:lnTo>
                    <a:lnTo>
                      <a:pt x="643" y="106"/>
                    </a:lnTo>
                    <a:lnTo>
                      <a:pt x="644" y="105"/>
                    </a:lnTo>
                    <a:lnTo>
                      <a:pt x="644" y="104"/>
                    </a:lnTo>
                    <a:lnTo>
                      <a:pt x="645" y="104"/>
                    </a:lnTo>
                    <a:lnTo>
                      <a:pt x="645" y="102"/>
                    </a:lnTo>
                    <a:lnTo>
                      <a:pt x="647" y="101"/>
                    </a:lnTo>
                    <a:lnTo>
                      <a:pt x="647" y="100"/>
                    </a:lnTo>
                    <a:lnTo>
                      <a:pt x="648" y="99"/>
                    </a:lnTo>
                    <a:lnTo>
                      <a:pt x="649" y="98"/>
                    </a:lnTo>
                    <a:lnTo>
                      <a:pt x="650" y="96"/>
                    </a:lnTo>
                    <a:lnTo>
                      <a:pt x="651" y="95"/>
                    </a:lnTo>
                    <a:lnTo>
                      <a:pt x="653" y="94"/>
                    </a:lnTo>
                    <a:lnTo>
                      <a:pt x="653" y="92"/>
                    </a:lnTo>
                    <a:lnTo>
                      <a:pt x="654" y="90"/>
                    </a:lnTo>
                    <a:lnTo>
                      <a:pt x="655" y="89"/>
                    </a:lnTo>
                    <a:lnTo>
                      <a:pt x="656" y="88"/>
                    </a:lnTo>
                    <a:lnTo>
                      <a:pt x="657" y="86"/>
                    </a:lnTo>
                    <a:lnTo>
                      <a:pt x="659" y="84"/>
                    </a:lnTo>
                    <a:lnTo>
                      <a:pt x="660" y="82"/>
                    </a:lnTo>
                    <a:lnTo>
                      <a:pt x="661" y="81"/>
                    </a:lnTo>
                    <a:lnTo>
                      <a:pt x="662" y="78"/>
                    </a:lnTo>
                    <a:lnTo>
                      <a:pt x="663" y="77"/>
                    </a:lnTo>
                    <a:lnTo>
                      <a:pt x="665" y="75"/>
                    </a:lnTo>
                    <a:lnTo>
                      <a:pt x="666" y="74"/>
                    </a:lnTo>
                    <a:lnTo>
                      <a:pt x="667" y="72"/>
                    </a:lnTo>
                    <a:lnTo>
                      <a:pt x="668" y="71"/>
                    </a:lnTo>
                    <a:lnTo>
                      <a:pt x="669" y="70"/>
                    </a:lnTo>
                    <a:lnTo>
                      <a:pt x="669" y="69"/>
                    </a:lnTo>
                    <a:lnTo>
                      <a:pt x="671" y="68"/>
                    </a:lnTo>
                    <a:lnTo>
                      <a:pt x="672" y="66"/>
                    </a:lnTo>
                    <a:lnTo>
                      <a:pt x="672" y="65"/>
                    </a:lnTo>
                    <a:lnTo>
                      <a:pt x="673" y="64"/>
                    </a:lnTo>
                    <a:lnTo>
                      <a:pt x="674" y="63"/>
                    </a:lnTo>
                    <a:lnTo>
                      <a:pt x="675" y="62"/>
                    </a:lnTo>
                    <a:lnTo>
                      <a:pt x="675" y="60"/>
                    </a:lnTo>
                    <a:lnTo>
                      <a:pt x="677" y="59"/>
                    </a:lnTo>
                    <a:lnTo>
                      <a:pt x="678" y="58"/>
                    </a:lnTo>
                    <a:lnTo>
                      <a:pt x="678" y="57"/>
                    </a:lnTo>
                    <a:lnTo>
                      <a:pt x="679" y="56"/>
                    </a:lnTo>
                    <a:lnTo>
                      <a:pt x="680" y="54"/>
                    </a:lnTo>
                    <a:lnTo>
                      <a:pt x="680" y="53"/>
                    </a:lnTo>
                    <a:lnTo>
                      <a:pt x="681" y="52"/>
                    </a:lnTo>
                    <a:lnTo>
                      <a:pt x="683" y="51"/>
                    </a:lnTo>
                    <a:lnTo>
                      <a:pt x="684" y="50"/>
                    </a:lnTo>
                    <a:lnTo>
                      <a:pt x="685" y="48"/>
                    </a:lnTo>
                    <a:lnTo>
                      <a:pt x="686" y="47"/>
                    </a:lnTo>
                    <a:lnTo>
                      <a:pt x="687" y="45"/>
                    </a:lnTo>
                    <a:lnTo>
                      <a:pt x="689" y="44"/>
                    </a:lnTo>
                    <a:lnTo>
                      <a:pt x="690" y="41"/>
                    </a:lnTo>
                    <a:lnTo>
                      <a:pt x="691" y="40"/>
                    </a:lnTo>
                    <a:lnTo>
                      <a:pt x="692" y="38"/>
                    </a:lnTo>
                    <a:lnTo>
                      <a:pt x="693" y="35"/>
                    </a:lnTo>
                    <a:lnTo>
                      <a:pt x="695" y="34"/>
                    </a:lnTo>
                    <a:lnTo>
                      <a:pt x="696" y="33"/>
                    </a:lnTo>
                    <a:lnTo>
                      <a:pt x="697" y="30"/>
                    </a:lnTo>
                    <a:lnTo>
                      <a:pt x="698" y="29"/>
                    </a:lnTo>
                    <a:lnTo>
                      <a:pt x="699" y="28"/>
                    </a:lnTo>
                    <a:lnTo>
                      <a:pt x="701" y="27"/>
                    </a:lnTo>
                    <a:lnTo>
                      <a:pt x="701" y="26"/>
                    </a:lnTo>
                    <a:lnTo>
                      <a:pt x="702" y="24"/>
                    </a:lnTo>
                    <a:lnTo>
                      <a:pt x="703" y="23"/>
                    </a:lnTo>
                    <a:lnTo>
                      <a:pt x="703" y="22"/>
                    </a:lnTo>
                    <a:lnTo>
                      <a:pt x="704" y="21"/>
                    </a:lnTo>
                    <a:lnTo>
                      <a:pt x="705" y="20"/>
                    </a:lnTo>
                    <a:lnTo>
                      <a:pt x="705" y="18"/>
                    </a:lnTo>
                    <a:lnTo>
                      <a:pt x="707" y="17"/>
                    </a:lnTo>
                    <a:lnTo>
                      <a:pt x="707" y="16"/>
                    </a:lnTo>
                    <a:lnTo>
                      <a:pt x="708" y="16"/>
                    </a:lnTo>
                    <a:lnTo>
                      <a:pt x="708" y="15"/>
                    </a:lnTo>
                    <a:lnTo>
                      <a:pt x="709" y="14"/>
                    </a:lnTo>
                    <a:lnTo>
                      <a:pt x="709" y="12"/>
                    </a:lnTo>
                    <a:lnTo>
                      <a:pt x="710" y="11"/>
                    </a:lnTo>
                    <a:lnTo>
                      <a:pt x="711" y="10"/>
                    </a:lnTo>
                    <a:lnTo>
                      <a:pt x="713" y="9"/>
                    </a:lnTo>
                    <a:lnTo>
                      <a:pt x="713" y="8"/>
                    </a:lnTo>
                    <a:lnTo>
                      <a:pt x="714" y="6"/>
                    </a:lnTo>
                    <a:lnTo>
                      <a:pt x="714" y="4"/>
                    </a:lnTo>
                    <a:lnTo>
                      <a:pt x="715" y="3"/>
                    </a:lnTo>
                    <a:lnTo>
                      <a:pt x="716" y="2"/>
                    </a:lnTo>
                    <a:lnTo>
                      <a:pt x="71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6" name="Freeform 211">
                <a:extLst>
                  <a:ext uri="{FF2B5EF4-FFF2-40B4-BE49-F238E27FC236}">
                    <a16:creationId xmlns:a16="http://schemas.microsoft.com/office/drawing/2014/main" id="{21305894-A3E1-4B98-B9E3-47A12A2C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638" y="3554413"/>
                <a:ext cx="66675" cy="227012"/>
              </a:xfrm>
              <a:custGeom>
                <a:avLst/>
                <a:gdLst>
                  <a:gd name="T0" fmla="*/ 2147483646 w 85"/>
                  <a:gd name="T1" fmla="*/ 2147483646 h 286"/>
                  <a:gd name="T2" fmla="*/ 2147483646 w 85"/>
                  <a:gd name="T3" fmla="*/ 2147483646 h 286"/>
                  <a:gd name="T4" fmla="*/ 2147483646 w 85"/>
                  <a:gd name="T5" fmla="*/ 2147483646 h 286"/>
                  <a:gd name="T6" fmla="*/ 2147483646 w 85"/>
                  <a:gd name="T7" fmla="*/ 2147483646 h 286"/>
                  <a:gd name="T8" fmla="*/ 2147483646 w 85"/>
                  <a:gd name="T9" fmla="*/ 2147483646 h 286"/>
                  <a:gd name="T10" fmla="*/ 2147483646 w 85"/>
                  <a:gd name="T11" fmla="*/ 2147483646 h 286"/>
                  <a:gd name="T12" fmla="*/ 2147483646 w 85"/>
                  <a:gd name="T13" fmla="*/ 2147483646 h 286"/>
                  <a:gd name="T14" fmla="*/ 2147483646 w 85"/>
                  <a:gd name="T15" fmla="*/ 2147483646 h 286"/>
                  <a:gd name="T16" fmla="*/ 2147483646 w 85"/>
                  <a:gd name="T17" fmla="*/ 2147483646 h 286"/>
                  <a:gd name="T18" fmla="*/ 2147483646 w 85"/>
                  <a:gd name="T19" fmla="*/ 2147483646 h 286"/>
                  <a:gd name="T20" fmla="*/ 2147483646 w 85"/>
                  <a:gd name="T21" fmla="*/ 2147483646 h 286"/>
                  <a:gd name="T22" fmla="*/ 2147483646 w 85"/>
                  <a:gd name="T23" fmla="*/ 2147483646 h 286"/>
                  <a:gd name="T24" fmla="*/ 2147483646 w 85"/>
                  <a:gd name="T25" fmla="*/ 2147483646 h 286"/>
                  <a:gd name="T26" fmla="*/ 2147483646 w 85"/>
                  <a:gd name="T27" fmla="*/ 2147483646 h 286"/>
                  <a:gd name="T28" fmla="*/ 2147483646 w 85"/>
                  <a:gd name="T29" fmla="*/ 2147483646 h 286"/>
                  <a:gd name="T30" fmla="*/ 2147483646 w 85"/>
                  <a:gd name="T31" fmla="*/ 2147483646 h 286"/>
                  <a:gd name="T32" fmla="*/ 2147483646 w 85"/>
                  <a:gd name="T33" fmla="*/ 2147483646 h 286"/>
                  <a:gd name="T34" fmla="*/ 2147483646 w 85"/>
                  <a:gd name="T35" fmla="*/ 2147483646 h 286"/>
                  <a:gd name="T36" fmla="*/ 2147483646 w 85"/>
                  <a:gd name="T37" fmla="*/ 2147483646 h 286"/>
                  <a:gd name="T38" fmla="*/ 2147483646 w 85"/>
                  <a:gd name="T39" fmla="*/ 2147483646 h 286"/>
                  <a:gd name="T40" fmla="*/ 2147483646 w 85"/>
                  <a:gd name="T41" fmla="*/ 2147483646 h 286"/>
                  <a:gd name="T42" fmla="*/ 2147483646 w 85"/>
                  <a:gd name="T43" fmla="*/ 2147483646 h 286"/>
                  <a:gd name="T44" fmla="*/ 2147483646 w 85"/>
                  <a:gd name="T45" fmla="*/ 2147483646 h 286"/>
                  <a:gd name="T46" fmla="*/ 2147483646 w 85"/>
                  <a:gd name="T47" fmla="*/ 2147483646 h 286"/>
                  <a:gd name="T48" fmla="*/ 2147483646 w 85"/>
                  <a:gd name="T49" fmla="*/ 2147483646 h 286"/>
                  <a:gd name="T50" fmla="*/ 2147483646 w 85"/>
                  <a:gd name="T51" fmla="*/ 2147483646 h 286"/>
                  <a:gd name="T52" fmla="*/ 2147483646 w 85"/>
                  <a:gd name="T53" fmla="*/ 2147483646 h 286"/>
                  <a:gd name="T54" fmla="*/ 2147483646 w 85"/>
                  <a:gd name="T55" fmla="*/ 2147483646 h 286"/>
                  <a:gd name="T56" fmla="*/ 2147483646 w 85"/>
                  <a:gd name="T57" fmla="*/ 2147483646 h 286"/>
                  <a:gd name="T58" fmla="*/ 2147483646 w 85"/>
                  <a:gd name="T59" fmla="*/ 2147483646 h 286"/>
                  <a:gd name="T60" fmla="*/ 2147483646 w 85"/>
                  <a:gd name="T61" fmla="*/ 2147483646 h 286"/>
                  <a:gd name="T62" fmla="*/ 2147483646 w 85"/>
                  <a:gd name="T63" fmla="*/ 2147483646 h 286"/>
                  <a:gd name="T64" fmla="*/ 2147483646 w 85"/>
                  <a:gd name="T65" fmla="*/ 2147483646 h 286"/>
                  <a:gd name="T66" fmla="*/ 2147483646 w 85"/>
                  <a:gd name="T67" fmla="*/ 2147483646 h 286"/>
                  <a:gd name="T68" fmla="*/ 2147483646 w 85"/>
                  <a:gd name="T69" fmla="*/ 2147483646 h 286"/>
                  <a:gd name="T70" fmla="*/ 2147483646 w 85"/>
                  <a:gd name="T71" fmla="*/ 2147483646 h 286"/>
                  <a:gd name="T72" fmla="*/ 2147483646 w 85"/>
                  <a:gd name="T73" fmla="*/ 2147483646 h 286"/>
                  <a:gd name="T74" fmla="*/ 2147483646 w 85"/>
                  <a:gd name="T75" fmla="*/ 2147483646 h 286"/>
                  <a:gd name="T76" fmla="*/ 2147483646 w 85"/>
                  <a:gd name="T77" fmla="*/ 2147483646 h 286"/>
                  <a:gd name="T78" fmla="*/ 2147483646 w 85"/>
                  <a:gd name="T79" fmla="*/ 2147483646 h 286"/>
                  <a:gd name="T80" fmla="*/ 2147483646 w 85"/>
                  <a:gd name="T81" fmla="*/ 2147483646 h 286"/>
                  <a:gd name="T82" fmla="*/ 2147483646 w 85"/>
                  <a:gd name="T83" fmla="*/ 2147483646 h 286"/>
                  <a:gd name="T84" fmla="*/ 2147483646 w 85"/>
                  <a:gd name="T85" fmla="*/ 2147483646 h 286"/>
                  <a:gd name="T86" fmla="*/ 2147483646 w 85"/>
                  <a:gd name="T87" fmla="*/ 2147483646 h 286"/>
                  <a:gd name="T88" fmla="*/ 2147483646 w 85"/>
                  <a:gd name="T89" fmla="*/ 2147483646 h 286"/>
                  <a:gd name="T90" fmla="*/ 2147483646 w 85"/>
                  <a:gd name="T91" fmla="*/ 2147483646 h 286"/>
                  <a:gd name="T92" fmla="*/ 2147483646 w 85"/>
                  <a:gd name="T93" fmla="*/ 2147483646 h 286"/>
                  <a:gd name="T94" fmla="*/ 2147483646 w 85"/>
                  <a:gd name="T95" fmla="*/ 2147483646 h 286"/>
                  <a:gd name="T96" fmla="*/ 2147483646 w 85"/>
                  <a:gd name="T97" fmla="*/ 2147483646 h 286"/>
                  <a:gd name="T98" fmla="*/ 2147483646 w 85"/>
                  <a:gd name="T99" fmla="*/ 2147483646 h 286"/>
                  <a:gd name="T100" fmla="*/ 2147483646 w 85"/>
                  <a:gd name="T101" fmla="*/ 2147483646 h 286"/>
                  <a:gd name="T102" fmla="*/ 2147483646 w 85"/>
                  <a:gd name="T103" fmla="*/ 2147483646 h 286"/>
                  <a:gd name="T104" fmla="*/ 2147483646 w 85"/>
                  <a:gd name="T105" fmla="*/ 2147483646 h 286"/>
                  <a:gd name="T106" fmla="*/ 2147483646 w 85"/>
                  <a:gd name="T107" fmla="*/ 2147483646 h 286"/>
                  <a:gd name="T108" fmla="*/ 2147483646 w 85"/>
                  <a:gd name="T109" fmla="*/ 2147483646 h 286"/>
                  <a:gd name="T110" fmla="*/ 2147483646 w 85"/>
                  <a:gd name="T111" fmla="*/ 2147483646 h 286"/>
                  <a:gd name="T112" fmla="*/ 2147483646 w 85"/>
                  <a:gd name="T113" fmla="*/ 2147483646 h 2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6">
                    <a:moveTo>
                      <a:pt x="0" y="0"/>
                    </a:moveTo>
                    <a:lnTo>
                      <a:pt x="1" y="2"/>
                    </a:lnTo>
                    <a:lnTo>
                      <a:pt x="3" y="6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2" y="21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6" y="30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9" y="33"/>
                    </a:lnTo>
                    <a:lnTo>
                      <a:pt x="19" y="34"/>
                    </a:lnTo>
                    <a:lnTo>
                      <a:pt x="19" y="36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2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5" y="49"/>
                    </a:lnTo>
                    <a:lnTo>
                      <a:pt x="26" y="50"/>
                    </a:lnTo>
                    <a:lnTo>
                      <a:pt x="26" y="52"/>
                    </a:lnTo>
                    <a:lnTo>
                      <a:pt x="27" y="54"/>
                    </a:lnTo>
                    <a:lnTo>
                      <a:pt x="28" y="55"/>
                    </a:lnTo>
                    <a:lnTo>
                      <a:pt x="28" y="56"/>
                    </a:lnTo>
                    <a:lnTo>
                      <a:pt x="30" y="58"/>
                    </a:lnTo>
                    <a:lnTo>
                      <a:pt x="30" y="60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2" y="63"/>
                    </a:lnTo>
                    <a:lnTo>
                      <a:pt x="32" y="64"/>
                    </a:lnTo>
                    <a:lnTo>
                      <a:pt x="32" y="66"/>
                    </a:lnTo>
                    <a:lnTo>
                      <a:pt x="33" y="67"/>
                    </a:lnTo>
                    <a:lnTo>
                      <a:pt x="33" y="68"/>
                    </a:lnTo>
                    <a:lnTo>
                      <a:pt x="33" y="69"/>
                    </a:lnTo>
                    <a:lnTo>
                      <a:pt x="34" y="70"/>
                    </a:lnTo>
                    <a:lnTo>
                      <a:pt x="34" y="72"/>
                    </a:lnTo>
                    <a:lnTo>
                      <a:pt x="34" y="73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7" y="76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8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5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2" y="90"/>
                    </a:lnTo>
                    <a:lnTo>
                      <a:pt x="42" y="92"/>
                    </a:lnTo>
                    <a:lnTo>
                      <a:pt x="43" y="93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5" y="99"/>
                    </a:lnTo>
                    <a:lnTo>
                      <a:pt x="45" y="100"/>
                    </a:lnTo>
                    <a:lnTo>
                      <a:pt x="46" y="102"/>
                    </a:lnTo>
                    <a:lnTo>
                      <a:pt x="46" y="103"/>
                    </a:lnTo>
                    <a:lnTo>
                      <a:pt x="48" y="104"/>
                    </a:lnTo>
                    <a:lnTo>
                      <a:pt x="48" y="105"/>
                    </a:lnTo>
                    <a:lnTo>
                      <a:pt x="48" y="106"/>
                    </a:lnTo>
                    <a:lnTo>
                      <a:pt x="49" y="108"/>
                    </a:lnTo>
                    <a:lnTo>
                      <a:pt x="49" y="109"/>
                    </a:lnTo>
                    <a:lnTo>
                      <a:pt x="49" y="110"/>
                    </a:lnTo>
                    <a:lnTo>
                      <a:pt x="50" y="111"/>
                    </a:lnTo>
                    <a:lnTo>
                      <a:pt x="50" y="112"/>
                    </a:lnTo>
                    <a:lnTo>
                      <a:pt x="50" y="114"/>
                    </a:lnTo>
                    <a:lnTo>
                      <a:pt x="51" y="115"/>
                    </a:lnTo>
                    <a:lnTo>
                      <a:pt x="51" y="116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4" y="122"/>
                    </a:lnTo>
                    <a:lnTo>
                      <a:pt x="54" y="123"/>
                    </a:lnTo>
                    <a:lnTo>
                      <a:pt x="54" y="124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7" y="133"/>
                    </a:lnTo>
                    <a:lnTo>
                      <a:pt x="57" y="135"/>
                    </a:lnTo>
                    <a:lnTo>
                      <a:pt x="58" y="138"/>
                    </a:lnTo>
                    <a:lnTo>
                      <a:pt x="58" y="139"/>
                    </a:lnTo>
                    <a:lnTo>
                      <a:pt x="60" y="141"/>
                    </a:lnTo>
                    <a:lnTo>
                      <a:pt x="60" y="142"/>
                    </a:lnTo>
                    <a:lnTo>
                      <a:pt x="60" y="144"/>
                    </a:lnTo>
                    <a:lnTo>
                      <a:pt x="61" y="145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62" y="150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63" y="153"/>
                    </a:lnTo>
                    <a:lnTo>
                      <a:pt x="63" y="154"/>
                    </a:lnTo>
                    <a:lnTo>
                      <a:pt x="63" y="156"/>
                    </a:lnTo>
                    <a:lnTo>
                      <a:pt x="64" y="157"/>
                    </a:lnTo>
                    <a:lnTo>
                      <a:pt x="64" y="158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6" y="162"/>
                    </a:lnTo>
                    <a:lnTo>
                      <a:pt x="66" y="163"/>
                    </a:lnTo>
                    <a:lnTo>
                      <a:pt x="67" y="164"/>
                    </a:lnTo>
                    <a:lnTo>
                      <a:pt x="67" y="165"/>
                    </a:lnTo>
                    <a:lnTo>
                      <a:pt x="67" y="168"/>
                    </a:lnTo>
                    <a:lnTo>
                      <a:pt x="68" y="169"/>
                    </a:lnTo>
                    <a:lnTo>
                      <a:pt x="68" y="170"/>
                    </a:lnTo>
                    <a:lnTo>
                      <a:pt x="68" y="171"/>
                    </a:lnTo>
                    <a:lnTo>
                      <a:pt x="69" y="174"/>
                    </a:lnTo>
                    <a:lnTo>
                      <a:pt x="69" y="175"/>
                    </a:lnTo>
                    <a:lnTo>
                      <a:pt x="70" y="177"/>
                    </a:lnTo>
                    <a:lnTo>
                      <a:pt x="70" y="178"/>
                    </a:lnTo>
                    <a:lnTo>
                      <a:pt x="72" y="181"/>
                    </a:lnTo>
                    <a:lnTo>
                      <a:pt x="72" y="182"/>
                    </a:lnTo>
                    <a:lnTo>
                      <a:pt x="73" y="184"/>
                    </a:lnTo>
                    <a:lnTo>
                      <a:pt x="73" y="186"/>
                    </a:lnTo>
                    <a:lnTo>
                      <a:pt x="74" y="187"/>
                    </a:lnTo>
                    <a:lnTo>
                      <a:pt x="74" y="189"/>
                    </a:lnTo>
                    <a:lnTo>
                      <a:pt x="74" y="190"/>
                    </a:lnTo>
                    <a:lnTo>
                      <a:pt x="75" y="192"/>
                    </a:lnTo>
                    <a:lnTo>
                      <a:pt x="75" y="193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6" y="196"/>
                    </a:lnTo>
                    <a:lnTo>
                      <a:pt x="76" y="198"/>
                    </a:lnTo>
                    <a:lnTo>
                      <a:pt x="76" y="199"/>
                    </a:lnTo>
                    <a:lnTo>
                      <a:pt x="76" y="200"/>
                    </a:lnTo>
                    <a:lnTo>
                      <a:pt x="78" y="201"/>
                    </a:lnTo>
                    <a:lnTo>
                      <a:pt x="78" y="202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6"/>
                    </a:lnTo>
                    <a:lnTo>
                      <a:pt x="78" y="207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79" y="211"/>
                    </a:lnTo>
                    <a:lnTo>
                      <a:pt x="79" y="212"/>
                    </a:lnTo>
                    <a:lnTo>
                      <a:pt x="79" y="213"/>
                    </a:lnTo>
                    <a:lnTo>
                      <a:pt x="79" y="214"/>
                    </a:lnTo>
                    <a:lnTo>
                      <a:pt x="79" y="216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9" y="220"/>
                    </a:lnTo>
                    <a:lnTo>
                      <a:pt x="79" y="223"/>
                    </a:lnTo>
                    <a:lnTo>
                      <a:pt x="80" y="224"/>
                    </a:lnTo>
                    <a:lnTo>
                      <a:pt x="80" y="225"/>
                    </a:lnTo>
                    <a:lnTo>
                      <a:pt x="80" y="226"/>
                    </a:lnTo>
                    <a:lnTo>
                      <a:pt x="80" y="228"/>
                    </a:lnTo>
                    <a:lnTo>
                      <a:pt x="80" y="229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80" y="232"/>
                    </a:lnTo>
                    <a:lnTo>
                      <a:pt x="80" y="234"/>
                    </a:lnTo>
                    <a:lnTo>
                      <a:pt x="80" y="235"/>
                    </a:lnTo>
                    <a:lnTo>
                      <a:pt x="80" y="236"/>
                    </a:lnTo>
                    <a:lnTo>
                      <a:pt x="81" y="237"/>
                    </a:lnTo>
                    <a:lnTo>
                      <a:pt x="81" y="238"/>
                    </a:lnTo>
                    <a:lnTo>
                      <a:pt x="81" y="240"/>
                    </a:lnTo>
                    <a:lnTo>
                      <a:pt x="81" y="241"/>
                    </a:lnTo>
                    <a:lnTo>
                      <a:pt x="81" y="242"/>
                    </a:lnTo>
                    <a:lnTo>
                      <a:pt x="81" y="243"/>
                    </a:lnTo>
                    <a:lnTo>
                      <a:pt x="81" y="244"/>
                    </a:lnTo>
                    <a:lnTo>
                      <a:pt x="82" y="244"/>
                    </a:lnTo>
                    <a:lnTo>
                      <a:pt x="82" y="246"/>
                    </a:lnTo>
                    <a:lnTo>
                      <a:pt x="82" y="247"/>
                    </a:lnTo>
                    <a:lnTo>
                      <a:pt x="82" y="248"/>
                    </a:lnTo>
                    <a:lnTo>
                      <a:pt x="82" y="249"/>
                    </a:lnTo>
                    <a:lnTo>
                      <a:pt x="82" y="250"/>
                    </a:lnTo>
                    <a:lnTo>
                      <a:pt x="84" y="252"/>
                    </a:lnTo>
                    <a:lnTo>
                      <a:pt x="84" y="253"/>
                    </a:lnTo>
                    <a:lnTo>
                      <a:pt x="84" y="254"/>
                    </a:lnTo>
                    <a:lnTo>
                      <a:pt x="84" y="255"/>
                    </a:lnTo>
                    <a:lnTo>
                      <a:pt x="84" y="256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59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5" y="262"/>
                    </a:lnTo>
                    <a:lnTo>
                      <a:pt x="85" y="264"/>
                    </a:lnTo>
                    <a:lnTo>
                      <a:pt x="85" y="265"/>
                    </a:lnTo>
                    <a:lnTo>
                      <a:pt x="85" y="266"/>
                    </a:lnTo>
                    <a:lnTo>
                      <a:pt x="85" y="267"/>
                    </a:lnTo>
                    <a:lnTo>
                      <a:pt x="85" y="268"/>
                    </a:lnTo>
                    <a:lnTo>
                      <a:pt x="85" y="270"/>
                    </a:lnTo>
                    <a:lnTo>
                      <a:pt x="85" y="271"/>
                    </a:lnTo>
                    <a:lnTo>
                      <a:pt x="85" y="272"/>
                    </a:lnTo>
                    <a:lnTo>
                      <a:pt x="85" y="274"/>
                    </a:lnTo>
                    <a:lnTo>
                      <a:pt x="84" y="276"/>
                    </a:lnTo>
                    <a:lnTo>
                      <a:pt x="84" y="278"/>
                    </a:lnTo>
                    <a:lnTo>
                      <a:pt x="84" y="279"/>
                    </a:lnTo>
                    <a:lnTo>
                      <a:pt x="84" y="282"/>
                    </a:lnTo>
                    <a:lnTo>
                      <a:pt x="84" y="284"/>
                    </a:lnTo>
                    <a:lnTo>
                      <a:pt x="84" y="28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7" name="Freeform 212">
                <a:extLst>
                  <a:ext uri="{FF2B5EF4-FFF2-40B4-BE49-F238E27FC236}">
                    <a16:creationId xmlns:a16="http://schemas.microsoft.com/office/drawing/2014/main" id="{5D54BC20-2772-46BE-BCE0-A90154D5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638" y="3781425"/>
                <a:ext cx="66675" cy="227013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287"/>
                    </a:moveTo>
                    <a:lnTo>
                      <a:pt x="1" y="283"/>
                    </a:lnTo>
                    <a:lnTo>
                      <a:pt x="3" y="281"/>
                    </a:lnTo>
                    <a:lnTo>
                      <a:pt x="4" y="278"/>
                    </a:lnTo>
                    <a:lnTo>
                      <a:pt x="6" y="275"/>
                    </a:lnTo>
                    <a:lnTo>
                      <a:pt x="7" y="272"/>
                    </a:lnTo>
                    <a:lnTo>
                      <a:pt x="9" y="271"/>
                    </a:lnTo>
                    <a:lnTo>
                      <a:pt x="10" y="269"/>
                    </a:lnTo>
                    <a:lnTo>
                      <a:pt x="10" y="266"/>
                    </a:lnTo>
                    <a:lnTo>
                      <a:pt x="12" y="265"/>
                    </a:lnTo>
                    <a:lnTo>
                      <a:pt x="13" y="263"/>
                    </a:lnTo>
                    <a:lnTo>
                      <a:pt x="14" y="262"/>
                    </a:lnTo>
                    <a:lnTo>
                      <a:pt x="15" y="259"/>
                    </a:lnTo>
                    <a:lnTo>
                      <a:pt x="15" y="258"/>
                    </a:lnTo>
                    <a:lnTo>
                      <a:pt x="16" y="257"/>
                    </a:lnTo>
                    <a:lnTo>
                      <a:pt x="16" y="256"/>
                    </a:lnTo>
                    <a:lnTo>
                      <a:pt x="18" y="254"/>
                    </a:lnTo>
                    <a:lnTo>
                      <a:pt x="19" y="253"/>
                    </a:lnTo>
                    <a:lnTo>
                      <a:pt x="19" y="252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8"/>
                    </a:lnTo>
                    <a:lnTo>
                      <a:pt x="21" y="247"/>
                    </a:lnTo>
                    <a:lnTo>
                      <a:pt x="21" y="246"/>
                    </a:lnTo>
                    <a:lnTo>
                      <a:pt x="22" y="245"/>
                    </a:lnTo>
                    <a:lnTo>
                      <a:pt x="22" y="244"/>
                    </a:lnTo>
                    <a:lnTo>
                      <a:pt x="24" y="242"/>
                    </a:lnTo>
                    <a:lnTo>
                      <a:pt x="24" y="241"/>
                    </a:lnTo>
                    <a:lnTo>
                      <a:pt x="24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6" y="236"/>
                    </a:lnTo>
                    <a:lnTo>
                      <a:pt x="26" y="234"/>
                    </a:lnTo>
                    <a:lnTo>
                      <a:pt x="27" y="233"/>
                    </a:lnTo>
                    <a:lnTo>
                      <a:pt x="28" y="232"/>
                    </a:lnTo>
                    <a:lnTo>
                      <a:pt x="28" y="229"/>
                    </a:lnTo>
                    <a:lnTo>
                      <a:pt x="30" y="228"/>
                    </a:lnTo>
                    <a:lnTo>
                      <a:pt x="30" y="227"/>
                    </a:lnTo>
                    <a:lnTo>
                      <a:pt x="30" y="226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2" y="222"/>
                    </a:lnTo>
                    <a:lnTo>
                      <a:pt x="32" y="221"/>
                    </a:lnTo>
                    <a:lnTo>
                      <a:pt x="33" y="220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4" y="214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7" y="210"/>
                    </a:lnTo>
                    <a:lnTo>
                      <a:pt x="37" y="209"/>
                    </a:lnTo>
                    <a:lnTo>
                      <a:pt x="37" y="208"/>
                    </a:lnTo>
                    <a:lnTo>
                      <a:pt x="38" y="206"/>
                    </a:lnTo>
                    <a:lnTo>
                      <a:pt x="38" y="205"/>
                    </a:lnTo>
                    <a:lnTo>
                      <a:pt x="39" y="203"/>
                    </a:lnTo>
                    <a:lnTo>
                      <a:pt x="39" y="202"/>
                    </a:lnTo>
                    <a:lnTo>
                      <a:pt x="40" y="200"/>
                    </a:lnTo>
                    <a:lnTo>
                      <a:pt x="40" y="198"/>
                    </a:lnTo>
                    <a:lnTo>
                      <a:pt x="42" y="197"/>
                    </a:lnTo>
                    <a:lnTo>
                      <a:pt x="42" y="194"/>
                    </a:lnTo>
                    <a:lnTo>
                      <a:pt x="43" y="193"/>
                    </a:lnTo>
                    <a:lnTo>
                      <a:pt x="44" y="191"/>
                    </a:lnTo>
                    <a:lnTo>
                      <a:pt x="44" y="190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6" y="185"/>
                    </a:lnTo>
                    <a:lnTo>
                      <a:pt x="46" y="184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8" y="179"/>
                    </a:lnTo>
                    <a:lnTo>
                      <a:pt x="49" y="178"/>
                    </a:lnTo>
                    <a:lnTo>
                      <a:pt x="49" y="176"/>
                    </a:lnTo>
                    <a:lnTo>
                      <a:pt x="50" y="175"/>
                    </a:lnTo>
                    <a:lnTo>
                      <a:pt x="50" y="174"/>
                    </a:lnTo>
                    <a:lnTo>
                      <a:pt x="50" y="173"/>
                    </a:lnTo>
                    <a:lnTo>
                      <a:pt x="51" y="172"/>
                    </a:lnTo>
                    <a:lnTo>
                      <a:pt x="51" y="170"/>
                    </a:lnTo>
                    <a:lnTo>
                      <a:pt x="51" y="169"/>
                    </a:lnTo>
                    <a:lnTo>
                      <a:pt x="52" y="168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8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4"/>
                    </a:lnTo>
                    <a:lnTo>
                      <a:pt x="57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1" y="140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2" y="137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1"/>
                    </a:lnTo>
                    <a:lnTo>
                      <a:pt x="64" y="130"/>
                    </a:lnTo>
                    <a:lnTo>
                      <a:pt x="64" y="128"/>
                    </a:lnTo>
                    <a:lnTo>
                      <a:pt x="64" y="127"/>
                    </a:lnTo>
                    <a:lnTo>
                      <a:pt x="64" y="126"/>
                    </a:lnTo>
                    <a:lnTo>
                      <a:pt x="66" y="125"/>
                    </a:lnTo>
                    <a:lnTo>
                      <a:pt x="66" y="124"/>
                    </a:lnTo>
                    <a:lnTo>
                      <a:pt x="66" y="122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8"/>
                    </a:lnTo>
                    <a:lnTo>
                      <a:pt x="68" y="116"/>
                    </a:lnTo>
                    <a:lnTo>
                      <a:pt x="68" y="115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2" y="106"/>
                    </a:lnTo>
                    <a:lnTo>
                      <a:pt x="72" y="103"/>
                    </a:lnTo>
                    <a:lnTo>
                      <a:pt x="73" y="102"/>
                    </a:lnTo>
                    <a:lnTo>
                      <a:pt x="73" y="101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6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8" y="80"/>
                    </a:lnTo>
                    <a:lnTo>
                      <a:pt x="78" y="79"/>
                    </a:lnTo>
                    <a:lnTo>
                      <a:pt x="78" y="78"/>
                    </a:lnTo>
                    <a:lnTo>
                      <a:pt x="78" y="77"/>
                    </a:lnTo>
                    <a:lnTo>
                      <a:pt x="79" y="76"/>
                    </a:lnTo>
                    <a:lnTo>
                      <a:pt x="79" y="74"/>
                    </a:lnTo>
                    <a:lnTo>
                      <a:pt x="79" y="73"/>
                    </a:lnTo>
                    <a:lnTo>
                      <a:pt x="79" y="72"/>
                    </a:lnTo>
                    <a:lnTo>
                      <a:pt x="79" y="71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0" y="61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8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80" y="52"/>
                    </a:lnTo>
                    <a:lnTo>
                      <a:pt x="80" y="50"/>
                    </a:lnTo>
                    <a:lnTo>
                      <a:pt x="81" y="49"/>
                    </a:lnTo>
                    <a:lnTo>
                      <a:pt x="81" y="48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4"/>
                    </a:lnTo>
                    <a:lnTo>
                      <a:pt x="81" y="43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2" y="36"/>
                    </a:lnTo>
                    <a:lnTo>
                      <a:pt x="84" y="35"/>
                    </a:lnTo>
                    <a:lnTo>
                      <a:pt x="84" y="34"/>
                    </a:lnTo>
                    <a:lnTo>
                      <a:pt x="84" y="32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5" y="19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4" y="8"/>
                    </a:lnTo>
                    <a:lnTo>
                      <a:pt x="84" y="7"/>
                    </a:lnTo>
                    <a:lnTo>
                      <a:pt x="84" y="5"/>
                    </a:lnTo>
                    <a:lnTo>
                      <a:pt x="84" y="2"/>
                    </a:lnTo>
                    <a:lnTo>
                      <a:pt x="8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4633" name="AutoShape 271">
              <a:extLst>
                <a:ext uri="{FF2B5EF4-FFF2-40B4-BE49-F238E27FC236}">
                  <a16:creationId xmlns:a16="http://schemas.microsoft.com/office/drawing/2014/main" id="{1EFAFE17-65D6-49E8-B212-ABDCA8610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039" y="2286000"/>
              <a:ext cx="514350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grpSp>
          <p:nvGrpSpPr>
            <p:cNvPr id="154634" name="Group 68">
              <a:extLst>
                <a:ext uri="{FF2B5EF4-FFF2-40B4-BE49-F238E27FC236}">
                  <a16:creationId xmlns:a16="http://schemas.microsoft.com/office/drawing/2014/main" id="{E8D8C1D2-AD8B-45D6-BE42-5C7B53D82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38353" y="3552989"/>
              <a:ext cx="574675" cy="454025"/>
              <a:chOff x="5100638" y="3554413"/>
              <a:chExt cx="574675" cy="454025"/>
            </a:xfrm>
          </p:grpSpPr>
          <p:sp>
            <p:nvSpPr>
              <p:cNvPr id="154670" name="Freeform 209">
                <a:extLst>
                  <a:ext uri="{FF2B5EF4-FFF2-40B4-BE49-F238E27FC236}">
                    <a16:creationId xmlns:a16="http://schemas.microsoft.com/office/drawing/2014/main" id="{586B8727-E0BA-4EAE-958B-5D8BF77E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400" y="3554413"/>
                <a:ext cx="569913" cy="227012"/>
              </a:xfrm>
              <a:custGeom>
                <a:avLst/>
                <a:gdLst>
                  <a:gd name="T0" fmla="*/ 2147483646 w 717"/>
                  <a:gd name="T1" fmla="*/ 0 h 284"/>
                  <a:gd name="T2" fmla="*/ 2147483646 w 717"/>
                  <a:gd name="T3" fmla="*/ 0 h 284"/>
                  <a:gd name="T4" fmla="*/ 2147483646 w 717"/>
                  <a:gd name="T5" fmla="*/ 0 h 284"/>
                  <a:gd name="T6" fmla="*/ 2147483646 w 717"/>
                  <a:gd name="T7" fmla="*/ 2147483646 h 284"/>
                  <a:gd name="T8" fmla="*/ 2147483646 w 717"/>
                  <a:gd name="T9" fmla="*/ 2147483646 h 284"/>
                  <a:gd name="T10" fmla="*/ 2147483646 w 717"/>
                  <a:gd name="T11" fmla="*/ 2147483646 h 284"/>
                  <a:gd name="T12" fmla="*/ 2147483646 w 717"/>
                  <a:gd name="T13" fmla="*/ 2147483646 h 284"/>
                  <a:gd name="T14" fmla="*/ 2147483646 w 717"/>
                  <a:gd name="T15" fmla="*/ 2147483646 h 284"/>
                  <a:gd name="T16" fmla="*/ 2147483646 w 717"/>
                  <a:gd name="T17" fmla="*/ 2147483646 h 284"/>
                  <a:gd name="T18" fmla="*/ 2147483646 w 717"/>
                  <a:gd name="T19" fmla="*/ 2147483646 h 284"/>
                  <a:gd name="T20" fmla="*/ 2147483646 w 717"/>
                  <a:gd name="T21" fmla="*/ 2147483646 h 284"/>
                  <a:gd name="T22" fmla="*/ 2147483646 w 717"/>
                  <a:gd name="T23" fmla="*/ 2147483646 h 284"/>
                  <a:gd name="T24" fmla="*/ 2147483646 w 717"/>
                  <a:gd name="T25" fmla="*/ 2147483646 h 284"/>
                  <a:gd name="T26" fmla="*/ 2147483646 w 717"/>
                  <a:gd name="T27" fmla="*/ 2147483646 h 284"/>
                  <a:gd name="T28" fmla="*/ 2147483646 w 717"/>
                  <a:gd name="T29" fmla="*/ 2147483646 h 284"/>
                  <a:gd name="T30" fmla="*/ 2147483646 w 717"/>
                  <a:gd name="T31" fmla="*/ 2147483646 h 284"/>
                  <a:gd name="T32" fmla="*/ 2147483646 w 717"/>
                  <a:gd name="T33" fmla="*/ 2147483646 h 284"/>
                  <a:gd name="T34" fmla="*/ 2147483646 w 717"/>
                  <a:gd name="T35" fmla="*/ 2147483646 h 284"/>
                  <a:gd name="T36" fmla="*/ 2147483646 w 717"/>
                  <a:gd name="T37" fmla="*/ 2147483646 h 284"/>
                  <a:gd name="T38" fmla="*/ 2147483646 w 717"/>
                  <a:gd name="T39" fmla="*/ 2147483646 h 284"/>
                  <a:gd name="T40" fmla="*/ 2147483646 w 717"/>
                  <a:gd name="T41" fmla="*/ 2147483646 h 284"/>
                  <a:gd name="T42" fmla="*/ 2147483646 w 717"/>
                  <a:gd name="T43" fmla="*/ 2147483646 h 284"/>
                  <a:gd name="T44" fmla="*/ 2147483646 w 717"/>
                  <a:gd name="T45" fmla="*/ 2147483646 h 284"/>
                  <a:gd name="T46" fmla="*/ 2147483646 w 717"/>
                  <a:gd name="T47" fmla="*/ 2147483646 h 284"/>
                  <a:gd name="T48" fmla="*/ 2147483646 w 717"/>
                  <a:gd name="T49" fmla="*/ 2147483646 h 284"/>
                  <a:gd name="T50" fmla="*/ 2147483646 w 717"/>
                  <a:gd name="T51" fmla="*/ 2147483646 h 284"/>
                  <a:gd name="T52" fmla="*/ 2147483646 w 717"/>
                  <a:gd name="T53" fmla="*/ 2147483646 h 284"/>
                  <a:gd name="T54" fmla="*/ 2147483646 w 717"/>
                  <a:gd name="T55" fmla="*/ 2147483646 h 284"/>
                  <a:gd name="T56" fmla="*/ 2147483646 w 717"/>
                  <a:gd name="T57" fmla="*/ 2147483646 h 284"/>
                  <a:gd name="T58" fmla="*/ 2147483646 w 717"/>
                  <a:gd name="T59" fmla="*/ 2147483646 h 284"/>
                  <a:gd name="T60" fmla="*/ 2147483646 w 717"/>
                  <a:gd name="T61" fmla="*/ 2147483646 h 284"/>
                  <a:gd name="T62" fmla="*/ 2147483646 w 717"/>
                  <a:gd name="T63" fmla="*/ 2147483646 h 284"/>
                  <a:gd name="T64" fmla="*/ 2147483646 w 717"/>
                  <a:gd name="T65" fmla="*/ 2147483646 h 284"/>
                  <a:gd name="T66" fmla="*/ 2147483646 w 717"/>
                  <a:gd name="T67" fmla="*/ 2147483646 h 284"/>
                  <a:gd name="T68" fmla="*/ 2147483646 w 717"/>
                  <a:gd name="T69" fmla="*/ 2147483646 h 284"/>
                  <a:gd name="T70" fmla="*/ 2147483646 w 717"/>
                  <a:gd name="T71" fmla="*/ 2147483646 h 284"/>
                  <a:gd name="T72" fmla="*/ 2147483646 w 717"/>
                  <a:gd name="T73" fmla="*/ 2147483646 h 284"/>
                  <a:gd name="T74" fmla="*/ 2147483646 w 717"/>
                  <a:gd name="T75" fmla="*/ 2147483646 h 284"/>
                  <a:gd name="T76" fmla="*/ 2147483646 w 717"/>
                  <a:gd name="T77" fmla="*/ 2147483646 h 284"/>
                  <a:gd name="T78" fmla="*/ 2147483646 w 717"/>
                  <a:gd name="T79" fmla="*/ 2147483646 h 284"/>
                  <a:gd name="T80" fmla="*/ 2147483646 w 717"/>
                  <a:gd name="T81" fmla="*/ 2147483646 h 284"/>
                  <a:gd name="T82" fmla="*/ 2147483646 w 717"/>
                  <a:gd name="T83" fmla="*/ 2147483646 h 284"/>
                  <a:gd name="T84" fmla="*/ 2147483646 w 717"/>
                  <a:gd name="T85" fmla="*/ 2147483646 h 284"/>
                  <a:gd name="T86" fmla="*/ 2147483646 w 717"/>
                  <a:gd name="T87" fmla="*/ 2147483646 h 284"/>
                  <a:gd name="T88" fmla="*/ 2147483646 w 717"/>
                  <a:gd name="T89" fmla="*/ 2147483646 h 284"/>
                  <a:gd name="T90" fmla="*/ 2147483646 w 717"/>
                  <a:gd name="T91" fmla="*/ 2147483646 h 284"/>
                  <a:gd name="T92" fmla="*/ 2147483646 w 717"/>
                  <a:gd name="T93" fmla="*/ 2147483646 h 284"/>
                  <a:gd name="T94" fmla="*/ 2147483646 w 717"/>
                  <a:gd name="T95" fmla="*/ 2147483646 h 284"/>
                  <a:gd name="T96" fmla="*/ 2147483646 w 717"/>
                  <a:gd name="T97" fmla="*/ 2147483646 h 284"/>
                  <a:gd name="T98" fmla="*/ 2147483646 w 717"/>
                  <a:gd name="T99" fmla="*/ 2147483646 h 284"/>
                  <a:gd name="T100" fmla="*/ 2147483646 w 717"/>
                  <a:gd name="T101" fmla="*/ 2147483646 h 284"/>
                  <a:gd name="T102" fmla="*/ 2147483646 w 717"/>
                  <a:gd name="T103" fmla="*/ 2147483646 h 284"/>
                  <a:gd name="T104" fmla="*/ 2147483646 w 717"/>
                  <a:gd name="T105" fmla="*/ 2147483646 h 284"/>
                  <a:gd name="T106" fmla="*/ 2147483646 w 717"/>
                  <a:gd name="T107" fmla="*/ 2147483646 h 284"/>
                  <a:gd name="T108" fmla="*/ 2147483646 w 717"/>
                  <a:gd name="T109" fmla="*/ 2147483646 h 284"/>
                  <a:gd name="T110" fmla="*/ 2147483646 w 717"/>
                  <a:gd name="T111" fmla="*/ 2147483646 h 284"/>
                  <a:gd name="T112" fmla="*/ 2147483646 w 717"/>
                  <a:gd name="T113" fmla="*/ 2147483646 h 284"/>
                  <a:gd name="T114" fmla="*/ 2147483646 w 717"/>
                  <a:gd name="T115" fmla="*/ 2147483646 h 284"/>
                  <a:gd name="T116" fmla="*/ 2147483646 w 717"/>
                  <a:gd name="T117" fmla="*/ 2147483646 h 284"/>
                  <a:gd name="T118" fmla="*/ 2147483646 w 717"/>
                  <a:gd name="T119" fmla="*/ 2147483646 h 284"/>
                  <a:gd name="T120" fmla="*/ 2147483646 w 717"/>
                  <a:gd name="T121" fmla="*/ 2147483646 h 2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4">
                    <a:moveTo>
                      <a:pt x="0" y="0"/>
                    </a:moveTo>
                    <a:lnTo>
                      <a:pt x="27" y="0"/>
                    </a:lnTo>
                    <a:lnTo>
                      <a:pt x="54" y="0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121" y="0"/>
                    </a:lnTo>
                    <a:lnTo>
                      <a:pt x="140" y="0"/>
                    </a:lnTo>
                    <a:lnTo>
                      <a:pt x="158" y="0"/>
                    </a:lnTo>
                    <a:lnTo>
                      <a:pt x="175" y="0"/>
                    </a:lnTo>
                    <a:lnTo>
                      <a:pt x="191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0" y="0"/>
                    </a:lnTo>
                    <a:lnTo>
                      <a:pt x="249" y="0"/>
                    </a:lnTo>
                    <a:lnTo>
                      <a:pt x="259" y="0"/>
                    </a:lnTo>
                    <a:lnTo>
                      <a:pt x="266" y="0"/>
                    </a:lnTo>
                    <a:lnTo>
                      <a:pt x="273" y="0"/>
                    </a:lnTo>
                    <a:lnTo>
                      <a:pt x="281" y="0"/>
                    </a:lnTo>
                    <a:lnTo>
                      <a:pt x="285" y="0"/>
                    </a:lnTo>
                    <a:lnTo>
                      <a:pt x="291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6" y="0"/>
                    </a:lnTo>
                    <a:lnTo>
                      <a:pt x="308" y="0"/>
                    </a:lnTo>
                    <a:lnTo>
                      <a:pt x="311" y="0"/>
                    </a:lnTo>
                    <a:lnTo>
                      <a:pt x="313" y="1"/>
                    </a:lnTo>
                    <a:lnTo>
                      <a:pt x="315" y="1"/>
                    </a:lnTo>
                    <a:lnTo>
                      <a:pt x="318" y="1"/>
                    </a:lnTo>
                    <a:lnTo>
                      <a:pt x="319" y="1"/>
                    </a:lnTo>
                    <a:lnTo>
                      <a:pt x="321" y="1"/>
                    </a:lnTo>
                    <a:lnTo>
                      <a:pt x="323" y="1"/>
                    </a:lnTo>
                    <a:lnTo>
                      <a:pt x="325" y="1"/>
                    </a:lnTo>
                    <a:lnTo>
                      <a:pt x="327" y="1"/>
                    </a:lnTo>
                    <a:lnTo>
                      <a:pt x="329" y="1"/>
                    </a:lnTo>
                    <a:lnTo>
                      <a:pt x="331" y="1"/>
                    </a:lnTo>
                    <a:lnTo>
                      <a:pt x="332" y="2"/>
                    </a:lnTo>
                    <a:lnTo>
                      <a:pt x="333" y="2"/>
                    </a:lnTo>
                    <a:lnTo>
                      <a:pt x="335" y="2"/>
                    </a:lnTo>
                    <a:lnTo>
                      <a:pt x="336" y="2"/>
                    </a:lnTo>
                    <a:lnTo>
                      <a:pt x="337" y="2"/>
                    </a:lnTo>
                    <a:lnTo>
                      <a:pt x="338" y="2"/>
                    </a:lnTo>
                    <a:lnTo>
                      <a:pt x="339" y="2"/>
                    </a:lnTo>
                    <a:lnTo>
                      <a:pt x="341" y="2"/>
                    </a:lnTo>
                    <a:lnTo>
                      <a:pt x="342" y="2"/>
                    </a:lnTo>
                    <a:lnTo>
                      <a:pt x="343" y="2"/>
                    </a:lnTo>
                    <a:lnTo>
                      <a:pt x="344" y="2"/>
                    </a:lnTo>
                    <a:lnTo>
                      <a:pt x="345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50" y="3"/>
                    </a:lnTo>
                    <a:lnTo>
                      <a:pt x="351" y="3"/>
                    </a:lnTo>
                    <a:lnTo>
                      <a:pt x="353" y="3"/>
                    </a:lnTo>
                    <a:lnTo>
                      <a:pt x="354" y="3"/>
                    </a:lnTo>
                    <a:lnTo>
                      <a:pt x="355" y="3"/>
                    </a:lnTo>
                    <a:lnTo>
                      <a:pt x="356" y="4"/>
                    </a:lnTo>
                    <a:lnTo>
                      <a:pt x="357" y="4"/>
                    </a:lnTo>
                    <a:lnTo>
                      <a:pt x="359" y="4"/>
                    </a:lnTo>
                    <a:lnTo>
                      <a:pt x="361" y="4"/>
                    </a:lnTo>
                    <a:lnTo>
                      <a:pt x="362" y="4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72" y="6"/>
                    </a:lnTo>
                    <a:lnTo>
                      <a:pt x="373" y="7"/>
                    </a:lnTo>
                    <a:lnTo>
                      <a:pt x="374" y="7"/>
                    </a:lnTo>
                    <a:lnTo>
                      <a:pt x="375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8"/>
                    </a:lnTo>
                    <a:lnTo>
                      <a:pt x="383" y="8"/>
                    </a:lnTo>
                    <a:lnTo>
                      <a:pt x="384" y="8"/>
                    </a:lnTo>
                    <a:lnTo>
                      <a:pt x="385" y="8"/>
                    </a:lnTo>
                    <a:lnTo>
                      <a:pt x="386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2" y="10"/>
                    </a:lnTo>
                    <a:lnTo>
                      <a:pt x="393" y="10"/>
                    </a:lnTo>
                    <a:lnTo>
                      <a:pt x="395" y="10"/>
                    </a:lnTo>
                    <a:lnTo>
                      <a:pt x="396" y="12"/>
                    </a:lnTo>
                    <a:lnTo>
                      <a:pt x="397" y="12"/>
                    </a:lnTo>
                    <a:lnTo>
                      <a:pt x="398" y="12"/>
                    </a:lnTo>
                    <a:lnTo>
                      <a:pt x="399" y="13"/>
                    </a:lnTo>
                    <a:lnTo>
                      <a:pt x="402" y="13"/>
                    </a:lnTo>
                    <a:lnTo>
                      <a:pt x="403" y="14"/>
                    </a:lnTo>
                    <a:lnTo>
                      <a:pt x="405" y="14"/>
                    </a:lnTo>
                    <a:lnTo>
                      <a:pt x="407" y="15"/>
                    </a:lnTo>
                    <a:lnTo>
                      <a:pt x="409" y="15"/>
                    </a:lnTo>
                    <a:lnTo>
                      <a:pt x="411" y="16"/>
                    </a:lnTo>
                    <a:lnTo>
                      <a:pt x="414" y="16"/>
                    </a:lnTo>
                    <a:lnTo>
                      <a:pt x="415" y="18"/>
                    </a:lnTo>
                    <a:lnTo>
                      <a:pt x="417" y="18"/>
                    </a:lnTo>
                    <a:lnTo>
                      <a:pt x="419" y="19"/>
                    </a:lnTo>
                    <a:lnTo>
                      <a:pt x="421" y="19"/>
                    </a:lnTo>
                    <a:lnTo>
                      <a:pt x="422" y="20"/>
                    </a:lnTo>
                    <a:lnTo>
                      <a:pt x="423" y="20"/>
                    </a:lnTo>
                    <a:lnTo>
                      <a:pt x="426" y="20"/>
                    </a:lnTo>
                    <a:lnTo>
                      <a:pt x="427" y="21"/>
                    </a:lnTo>
                    <a:lnTo>
                      <a:pt x="428" y="21"/>
                    </a:lnTo>
                    <a:lnTo>
                      <a:pt x="429" y="21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3" y="22"/>
                    </a:lnTo>
                    <a:lnTo>
                      <a:pt x="434" y="24"/>
                    </a:lnTo>
                    <a:lnTo>
                      <a:pt x="435" y="25"/>
                    </a:lnTo>
                    <a:lnTo>
                      <a:pt x="437" y="25"/>
                    </a:lnTo>
                    <a:lnTo>
                      <a:pt x="438" y="25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1" y="27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5" y="28"/>
                    </a:lnTo>
                    <a:lnTo>
                      <a:pt x="446" y="30"/>
                    </a:lnTo>
                    <a:lnTo>
                      <a:pt x="447" y="30"/>
                    </a:lnTo>
                    <a:lnTo>
                      <a:pt x="449" y="31"/>
                    </a:lnTo>
                    <a:lnTo>
                      <a:pt x="451" y="31"/>
                    </a:lnTo>
                    <a:lnTo>
                      <a:pt x="452" y="32"/>
                    </a:lnTo>
                    <a:lnTo>
                      <a:pt x="455" y="33"/>
                    </a:lnTo>
                    <a:lnTo>
                      <a:pt x="456" y="34"/>
                    </a:lnTo>
                    <a:lnTo>
                      <a:pt x="458" y="34"/>
                    </a:lnTo>
                    <a:lnTo>
                      <a:pt x="459" y="36"/>
                    </a:lnTo>
                    <a:lnTo>
                      <a:pt x="462" y="37"/>
                    </a:lnTo>
                    <a:lnTo>
                      <a:pt x="463" y="37"/>
                    </a:lnTo>
                    <a:lnTo>
                      <a:pt x="464" y="38"/>
                    </a:lnTo>
                    <a:lnTo>
                      <a:pt x="465" y="39"/>
                    </a:lnTo>
                    <a:lnTo>
                      <a:pt x="468" y="39"/>
                    </a:lnTo>
                    <a:lnTo>
                      <a:pt x="469" y="40"/>
                    </a:lnTo>
                    <a:lnTo>
                      <a:pt x="470" y="40"/>
                    </a:lnTo>
                    <a:lnTo>
                      <a:pt x="471" y="42"/>
                    </a:lnTo>
                    <a:lnTo>
                      <a:pt x="473" y="43"/>
                    </a:lnTo>
                    <a:lnTo>
                      <a:pt x="474" y="43"/>
                    </a:lnTo>
                    <a:lnTo>
                      <a:pt x="475" y="43"/>
                    </a:lnTo>
                    <a:lnTo>
                      <a:pt x="476" y="44"/>
                    </a:lnTo>
                    <a:lnTo>
                      <a:pt x="477" y="45"/>
                    </a:lnTo>
                    <a:lnTo>
                      <a:pt x="479" y="45"/>
                    </a:lnTo>
                    <a:lnTo>
                      <a:pt x="480" y="45"/>
                    </a:lnTo>
                    <a:lnTo>
                      <a:pt x="481" y="46"/>
                    </a:lnTo>
                    <a:lnTo>
                      <a:pt x="482" y="48"/>
                    </a:lnTo>
                    <a:lnTo>
                      <a:pt x="483" y="48"/>
                    </a:lnTo>
                    <a:lnTo>
                      <a:pt x="485" y="49"/>
                    </a:lnTo>
                    <a:lnTo>
                      <a:pt x="486" y="49"/>
                    </a:lnTo>
                    <a:lnTo>
                      <a:pt x="487" y="50"/>
                    </a:lnTo>
                    <a:lnTo>
                      <a:pt x="488" y="50"/>
                    </a:lnTo>
                    <a:lnTo>
                      <a:pt x="489" y="51"/>
                    </a:lnTo>
                    <a:lnTo>
                      <a:pt x="491" y="52"/>
                    </a:lnTo>
                    <a:lnTo>
                      <a:pt x="493" y="52"/>
                    </a:lnTo>
                    <a:lnTo>
                      <a:pt x="494" y="54"/>
                    </a:lnTo>
                    <a:lnTo>
                      <a:pt x="495" y="55"/>
                    </a:lnTo>
                    <a:lnTo>
                      <a:pt x="498" y="56"/>
                    </a:lnTo>
                    <a:lnTo>
                      <a:pt x="499" y="57"/>
                    </a:lnTo>
                    <a:lnTo>
                      <a:pt x="500" y="57"/>
                    </a:lnTo>
                    <a:lnTo>
                      <a:pt x="501" y="58"/>
                    </a:lnTo>
                    <a:lnTo>
                      <a:pt x="504" y="60"/>
                    </a:lnTo>
                    <a:lnTo>
                      <a:pt x="505" y="60"/>
                    </a:lnTo>
                    <a:lnTo>
                      <a:pt x="506" y="61"/>
                    </a:lnTo>
                    <a:lnTo>
                      <a:pt x="507" y="61"/>
                    </a:lnTo>
                    <a:lnTo>
                      <a:pt x="507" y="62"/>
                    </a:lnTo>
                    <a:lnTo>
                      <a:pt x="509" y="62"/>
                    </a:lnTo>
                    <a:lnTo>
                      <a:pt x="510" y="63"/>
                    </a:lnTo>
                    <a:lnTo>
                      <a:pt x="511" y="63"/>
                    </a:lnTo>
                    <a:lnTo>
                      <a:pt x="511" y="64"/>
                    </a:lnTo>
                    <a:lnTo>
                      <a:pt x="512" y="64"/>
                    </a:lnTo>
                    <a:lnTo>
                      <a:pt x="513" y="64"/>
                    </a:lnTo>
                    <a:lnTo>
                      <a:pt x="515" y="66"/>
                    </a:lnTo>
                    <a:lnTo>
                      <a:pt x="516" y="67"/>
                    </a:lnTo>
                    <a:lnTo>
                      <a:pt x="517" y="67"/>
                    </a:lnTo>
                    <a:lnTo>
                      <a:pt x="518" y="68"/>
                    </a:lnTo>
                    <a:lnTo>
                      <a:pt x="519" y="68"/>
                    </a:lnTo>
                    <a:lnTo>
                      <a:pt x="519" y="69"/>
                    </a:lnTo>
                    <a:lnTo>
                      <a:pt x="521" y="69"/>
                    </a:lnTo>
                    <a:lnTo>
                      <a:pt x="522" y="70"/>
                    </a:lnTo>
                    <a:lnTo>
                      <a:pt x="523" y="70"/>
                    </a:lnTo>
                    <a:lnTo>
                      <a:pt x="523" y="72"/>
                    </a:lnTo>
                    <a:lnTo>
                      <a:pt x="524" y="72"/>
                    </a:lnTo>
                    <a:lnTo>
                      <a:pt x="525" y="73"/>
                    </a:lnTo>
                    <a:lnTo>
                      <a:pt x="527" y="74"/>
                    </a:lnTo>
                    <a:lnTo>
                      <a:pt x="528" y="74"/>
                    </a:lnTo>
                    <a:lnTo>
                      <a:pt x="529" y="75"/>
                    </a:lnTo>
                    <a:lnTo>
                      <a:pt x="531" y="76"/>
                    </a:lnTo>
                    <a:lnTo>
                      <a:pt x="533" y="76"/>
                    </a:lnTo>
                    <a:lnTo>
                      <a:pt x="534" y="78"/>
                    </a:lnTo>
                    <a:lnTo>
                      <a:pt x="535" y="79"/>
                    </a:lnTo>
                    <a:lnTo>
                      <a:pt x="536" y="80"/>
                    </a:lnTo>
                    <a:lnTo>
                      <a:pt x="537" y="80"/>
                    </a:lnTo>
                    <a:lnTo>
                      <a:pt x="539" y="81"/>
                    </a:lnTo>
                    <a:lnTo>
                      <a:pt x="540" y="82"/>
                    </a:lnTo>
                    <a:lnTo>
                      <a:pt x="541" y="82"/>
                    </a:lnTo>
                    <a:lnTo>
                      <a:pt x="542" y="84"/>
                    </a:lnTo>
                    <a:lnTo>
                      <a:pt x="543" y="85"/>
                    </a:lnTo>
                    <a:lnTo>
                      <a:pt x="545" y="85"/>
                    </a:lnTo>
                    <a:lnTo>
                      <a:pt x="545" y="86"/>
                    </a:lnTo>
                    <a:lnTo>
                      <a:pt x="546" y="86"/>
                    </a:lnTo>
                    <a:lnTo>
                      <a:pt x="547" y="87"/>
                    </a:lnTo>
                    <a:lnTo>
                      <a:pt x="548" y="87"/>
                    </a:lnTo>
                    <a:lnTo>
                      <a:pt x="548" y="88"/>
                    </a:lnTo>
                    <a:lnTo>
                      <a:pt x="549" y="88"/>
                    </a:lnTo>
                    <a:lnTo>
                      <a:pt x="551" y="90"/>
                    </a:lnTo>
                    <a:lnTo>
                      <a:pt x="552" y="91"/>
                    </a:lnTo>
                    <a:lnTo>
                      <a:pt x="553" y="92"/>
                    </a:lnTo>
                    <a:lnTo>
                      <a:pt x="554" y="92"/>
                    </a:lnTo>
                    <a:lnTo>
                      <a:pt x="555" y="93"/>
                    </a:lnTo>
                    <a:lnTo>
                      <a:pt x="555" y="94"/>
                    </a:lnTo>
                    <a:lnTo>
                      <a:pt x="557" y="94"/>
                    </a:lnTo>
                    <a:lnTo>
                      <a:pt x="558" y="96"/>
                    </a:lnTo>
                    <a:lnTo>
                      <a:pt x="559" y="96"/>
                    </a:lnTo>
                    <a:lnTo>
                      <a:pt x="559" y="97"/>
                    </a:lnTo>
                    <a:lnTo>
                      <a:pt x="560" y="97"/>
                    </a:lnTo>
                    <a:lnTo>
                      <a:pt x="560" y="98"/>
                    </a:lnTo>
                    <a:lnTo>
                      <a:pt x="561" y="98"/>
                    </a:lnTo>
                    <a:lnTo>
                      <a:pt x="563" y="99"/>
                    </a:lnTo>
                    <a:lnTo>
                      <a:pt x="564" y="100"/>
                    </a:lnTo>
                    <a:lnTo>
                      <a:pt x="565" y="100"/>
                    </a:lnTo>
                    <a:lnTo>
                      <a:pt x="565" y="102"/>
                    </a:lnTo>
                    <a:lnTo>
                      <a:pt x="566" y="102"/>
                    </a:lnTo>
                    <a:lnTo>
                      <a:pt x="567" y="102"/>
                    </a:lnTo>
                    <a:lnTo>
                      <a:pt x="567" y="103"/>
                    </a:lnTo>
                    <a:lnTo>
                      <a:pt x="569" y="103"/>
                    </a:lnTo>
                    <a:lnTo>
                      <a:pt x="569" y="104"/>
                    </a:lnTo>
                    <a:lnTo>
                      <a:pt x="570" y="104"/>
                    </a:lnTo>
                    <a:lnTo>
                      <a:pt x="571" y="105"/>
                    </a:lnTo>
                    <a:lnTo>
                      <a:pt x="572" y="105"/>
                    </a:lnTo>
                    <a:lnTo>
                      <a:pt x="572" y="106"/>
                    </a:lnTo>
                    <a:lnTo>
                      <a:pt x="573" y="106"/>
                    </a:lnTo>
                    <a:lnTo>
                      <a:pt x="575" y="108"/>
                    </a:lnTo>
                    <a:lnTo>
                      <a:pt x="576" y="108"/>
                    </a:lnTo>
                    <a:lnTo>
                      <a:pt x="577" y="109"/>
                    </a:lnTo>
                    <a:lnTo>
                      <a:pt x="577" y="110"/>
                    </a:lnTo>
                    <a:lnTo>
                      <a:pt x="578" y="110"/>
                    </a:lnTo>
                    <a:lnTo>
                      <a:pt x="579" y="111"/>
                    </a:lnTo>
                    <a:lnTo>
                      <a:pt x="581" y="111"/>
                    </a:lnTo>
                    <a:lnTo>
                      <a:pt x="582" y="112"/>
                    </a:lnTo>
                    <a:lnTo>
                      <a:pt x="583" y="112"/>
                    </a:lnTo>
                    <a:lnTo>
                      <a:pt x="583" y="114"/>
                    </a:lnTo>
                    <a:lnTo>
                      <a:pt x="584" y="114"/>
                    </a:lnTo>
                    <a:lnTo>
                      <a:pt x="584" y="115"/>
                    </a:lnTo>
                    <a:lnTo>
                      <a:pt x="585" y="115"/>
                    </a:lnTo>
                    <a:lnTo>
                      <a:pt x="587" y="116"/>
                    </a:lnTo>
                    <a:lnTo>
                      <a:pt x="588" y="117"/>
                    </a:lnTo>
                    <a:lnTo>
                      <a:pt x="589" y="117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0" y="120"/>
                    </a:lnTo>
                    <a:lnTo>
                      <a:pt x="591" y="120"/>
                    </a:lnTo>
                    <a:lnTo>
                      <a:pt x="591" y="121"/>
                    </a:lnTo>
                    <a:lnTo>
                      <a:pt x="593" y="121"/>
                    </a:lnTo>
                    <a:lnTo>
                      <a:pt x="593" y="122"/>
                    </a:lnTo>
                    <a:lnTo>
                      <a:pt x="594" y="122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4"/>
                    </a:lnTo>
                    <a:lnTo>
                      <a:pt x="596" y="126"/>
                    </a:lnTo>
                    <a:lnTo>
                      <a:pt x="597" y="126"/>
                    </a:lnTo>
                    <a:lnTo>
                      <a:pt x="599" y="127"/>
                    </a:lnTo>
                    <a:lnTo>
                      <a:pt x="599" y="128"/>
                    </a:lnTo>
                    <a:lnTo>
                      <a:pt x="600" y="129"/>
                    </a:lnTo>
                    <a:lnTo>
                      <a:pt x="601" y="130"/>
                    </a:lnTo>
                    <a:lnTo>
                      <a:pt x="602" y="132"/>
                    </a:lnTo>
                    <a:lnTo>
                      <a:pt x="603" y="133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7" y="136"/>
                    </a:lnTo>
                    <a:lnTo>
                      <a:pt x="608" y="138"/>
                    </a:lnTo>
                    <a:lnTo>
                      <a:pt x="609" y="139"/>
                    </a:lnTo>
                    <a:lnTo>
                      <a:pt x="609" y="140"/>
                    </a:lnTo>
                    <a:lnTo>
                      <a:pt x="611" y="140"/>
                    </a:lnTo>
                    <a:lnTo>
                      <a:pt x="612" y="141"/>
                    </a:lnTo>
                    <a:lnTo>
                      <a:pt x="613" y="142"/>
                    </a:lnTo>
                    <a:lnTo>
                      <a:pt x="613" y="144"/>
                    </a:lnTo>
                    <a:lnTo>
                      <a:pt x="614" y="144"/>
                    </a:lnTo>
                    <a:lnTo>
                      <a:pt x="614" y="145"/>
                    </a:lnTo>
                    <a:lnTo>
                      <a:pt x="615" y="146"/>
                    </a:lnTo>
                    <a:lnTo>
                      <a:pt x="617" y="147"/>
                    </a:lnTo>
                    <a:lnTo>
                      <a:pt x="618" y="147"/>
                    </a:lnTo>
                    <a:lnTo>
                      <a:pt x="618" y="148"/>
                    </a:lnTo>
                    <a:lnTo>
                      <a:pt x="619" y="150"/>
                    </a:lnTo>
                    <a:lnTo>
                      <a:pt x="619" y="151"/>
                    </a:lnTo>
                    <a:lnTo>
                      <a:pt x="620" y="151"/>
                    </a:lnTo>
                    <a:lnTo>
                      <a:pt x="621" y="152"/>
                    </a:lnTo>
                    <a:lnTo>
                      <a:pt x="623" y="153"/>
                    </a:lnTo>
                    <a:lnTo>
                      <a:pt x="623" y="154"/>
                    </a:lnTo>
                    <a:lnTo>
                      <a:pt x="624" y="156"/>
                    </a:lnTo>
                    <a:lnTo>
                      <a:pt x="625" y="157"/>
                    </a:lnTo>
                    <a:lnTo>
                      <a:pt x="626" y="158"/>
                    </a:lnTo>
                    <a:lnTo>
                      <a:pt x="627" y="159"/>
                    </a:lnTo>
                    <a:lnTo>
                      <a:pt x="629" y="162"/>
                    </a:lnTo>
                    <a:lnTo>
                      <a:pt x="630" y="163"/>
                    </a:lnTo>
                    <a:lnTo>
                      <a:pt x="631" y="164"/>
                    </a:lnTo>
                    <a:lnTo>
                      <a:pt x="632" y="166"/>
                    </a:lnTo>
                    <a:lnTo>
                      <a:pt x="633" y="168"/>
                    </a:lnTo>
                    <a:lnTo>
                      <a:pt x="635" y="169"/>
                    </a:lnTo>
                    <a:lnTo>
                      <a:pt x="636" y="170"/>
                    </a:lnTo>
                    <a:lnTo>
                      <a:pt x="637" y="171"/>
                    </a:lnTo>
                    <a:lnTo>
                      <a:pt x="638" y="172"/>
                    </a:lnTo>
                    <a:lnTo>
                      <a:pt x="639" y="174"/>
                    </a:lnTo>
                    <a:lnTo>
                      <a:pt x="639" y="175"/>
                    </a:lnTo>
                    <a:lnTo>
                      <a:pt x="641" y="176"/>
                    </a:lnTo>
                    <a:lnTo>
                      <a:pt x="642" y="177"/>
                    </a:lnTo>
                    <a:lnTo>
                      <a:pt x="643" y="178"/>
                    </a:lnTo>
                    <a:lnTo>
                      <a:pt x="644" y="180"/>
                    </a:lnTo>
                    <a:lnTo>
                      <a:pt x="644" y="181"/>
                    </a:lnTo>
                    <a:lnTo>
                      <a:pt x="645" y="181"/>
                    </a:lnTo>
                    <a:lnTo>
                      <a:pt x="645" y="182"/>
                    </a:lnTo>
                    <a:lnTo>
                      <a:pt x="647" y="183"/>
                    </a:lnTo>
                    <a:lnTo>
                      <a:pt x="647" y="184"/>
                    </a:lnTo>
                    <a:lnTo>
                      <a:pt x="648" y="186"/>
                    </a:lnTo>
                    <a:lnTo>
                      <a:pt x="649" y="186"/>
                    </a:lnTo>
                    <a:lnTo>
                      <a:pt x="649" y="187"/>
                    </a:lnTo>
                    <a:lnTo>
                      <a:pt x="650" y="188"/>
                    </a:lnTo>
                    <a:lnTo>
                      <a:pt x="651" y="189"/>
                    </a:lnTo>
                    <a:lnTo>
                      <a:pt x="653" y="190"/>
                    </a:lnTo>
                    <a:lnTo>
                      <a:pt x="653" y="192"/>
                    </a:lnTo>
                    <a:lnTo>
                      <a:pt x="654" y="194"/>
                    </a:lnTo>
                    <a:lnTo>
                      <a:pt x="655" y="195"/>
                    </a:lnTo>
                    <a:lnTo>
                      <a:pt x="656" y="196"/>
                    </a:lnTo>
                    <a:lnTo>
                      <a:pt x="657" y="199"/>
                    </a:lnTo>
                    <a:lnTo>
                      <a:pt x="659" y="200"/>
                    </a:lnTo>
                    <a:lnTo>
                      <a:pt x="660" y="202"/>
                    </a:lnTo>
                    <a:lnTo>
                      <a:pt x="661" y="204"/>
                    </a:lnTo>
                    <a:lnTo>
                      <a:pt x="662" y="206"/>
                    </a:lnTo>
                    <a:lnTo>
                      <a:pt x="663" y="207"/>
                    </a:lnTo>
                    <a:lnTo>
                      <a:pt x="665" y="208"/>
                    </a:lnTo>
                    <a:lnTo>
                      <a:pt x="666" y="211"/>
                    </a:lnTo>
                    <a:lnTo>
                      <a:pt x="667" y="212"/>
                    </a:lnTo>
                    <a:lnTo>
                      <a:pt x="668" y="213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71" y="217"/>
                    </a:lnTo>
                    <a:lnTo>
                      <a:pt x="672" y="218"/>
                    </a:lnTo>
                    <a:lnTo>
                      <a:pt x="672" y="219"/>
                    </a:lnTo>
                    <a:lnTo>
                      <a:pt x="673" y="220"/>
                    </a:lnTo>
                    <a:lnTo>
                      <a:pt x="674" y="220"/>
                    </a:lnTo>
                    <a:lnTo>
                      <a:pt x="674" y="222"/>
                    </a:lnTo>
                    <a:lnTo>
                      <a:pt x="675" y="223"/>
                    </a:lnTo>
                    <a:lnTo>
                      <a:pt x="675" y="224"/>
                    </a:lnTo>
                    <a:lnTo>
                      <a:pt x="677" y="225"/>
                    </a:lnTo>
                    <a:lnTo>
                      <a:pt x="678" y="226"/>
                    </a:lnTo>
                    <a:lnTo>
                      <a:pt x="678" y="228"/>
                    </a:lnTo>
                    <a:lnTo>
                      <a:pt x="679" y="228"/>
                    </a:lnTo>
                    <a:lnTo>
                      <a:pt x="680" y="229"/>
                    </a:lnTo>
                    <a:lnTo>
                      <a:pt x="680" y="230"/>
                    </a:lnTo>
                    <a:lnTo>
                      <a:pt x="681" y="231"/>
                    </a:lnTo>
                    <a:lnTo>
                      <a:pt x="683" y="234"/>
                    </a:lnTo>
                    <a:lnTo>
                      <a:pt x="684" y="235"/>
                    </a:lnTo>
                    <a:lnTo>
                      <a:pt x="685" y="236"/>
                    </a:lnTo>
                    <a:lnTo>
                      <a:pt x="686" y="237"/>
                    </a:lnTo>
                    <a:lnTo>
                      <a:pt x="687" y="240"/>
                    </a:lnTo>
                    <a:lnTo>
                      <a:pt x="689" y="241"/>
                    </a:lnTo>
                    <a:lnTo>
                      <a:pt x="690" y="243"/>
                    </a:lnTo>
                    <a:lnTo>
                      <a:pt x="691" y="244"/>
                    </a:lnTo>
                    <a:lnTo>
                      <a:pt x="692" y="247"/>
                    </a:lnTo>
                    <a:lnTo>
                      <a:pt x="693" y="248"/>
                    </a:lnTo>
                    <a:lnTo>
                      <a:pt x="695" y="250"/>
                    </a:lnTo>
                    <a:lnTo>
                      <a:pt x="696" y="252"/>
                    </a:lnTo>
                    <a:lnTo>
                      <a:pt x="697" y="253"/>
                    </a:lnTo>
                    <a:lnTo>
                      <a:pt x="698" y="255"/>
                    </a:lnTo>
                    <a:lnTo>
                      <a:pt x="699" y="256"/>
                    </a:lnTo>
                    <a:lnTo>
                      <a:pt x="701" y="258"/>
                    </a:lnTo>
                    <a:lnTo>
                      <a:pt x="701" y="259"/>
                    </a:lnTo>
                    <a:lnTo>
                      <a:pt x="702" y="260"/>
                    </a:lnTo>
                    <a:lnTo>
                      <a:pt x="703" y="261"/>
                    </a:lnTo>
                    <a:lnTo>
                      <a:pt x="703" y="262"/>
                    </a:lnTo>
                    <a:lnTo>
                      <a:pt x="704" y="262"/>
                    </a:lnTo>
                    <a:lnTo>
                      <a:pt x="704" y="264"/>
                    </a:lnTo>
                    <a:lnTo>
                      <a:pt x="705" y="265"/>
                    </a:lnTo>
                    <a:lnTo>
                      <a:pt x="705" y="266"/>
                    </a:lnTo>
                    <a:lnTo>
                      <a:pt x="707" y="267"/>
                    </a:lnTo>
                    <a:lnTo>
                      <a:pt x="708" y="268"/>
                    </a:lnTo>
                    <a:lnTo>
                      <a:pt x="708" y="270"/>
                    </a:lnTo>
                    <a:lnTo>
                      <a:pt x="709" y="271"/>
                    </a:lnTo>
                    <a:lnTo>
                      <a:pt x="709" y="272"/>
                    </a:lnTo>
                    <a:lnTo>
                      <a:pt x="710" y="272"/>
                    </a:lnTo>
                    <a:lnTo>
                      <a:pt x="710" y="273"/>
                    </a:lnTo>
                    <a:lnTo>
                      <a:pt x="711" y="274"/>
                    </a:lnTo>
                    <a:lnTo>
                      <a:pt x="713" y="276"/>
                    </a:lnTo>
                    <a:lnTo>
                      <a:pt x="713" y="277"/>
                    </a:lnTo>
                    <a:lnTo>
                      <a:pt x="714" y="278"/>
                    </a:lnTo>
                    <a:lnTo>
                      <a:pt x="714" y="279"/>
                    </a:lnTo>
                    <a:lnTo>
                      <a:pt x="715" y="282"/>
                    </a:lnTo>
                    <a:lnTo>
                      <a:pt x="716" y="283"/>
                    </a:lnTo>
                    <a:lnTo>
                      <a:pt x="717" y="28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1" name="Freeform 210">
                <a:extLst>
                  <a:ext uri="{FF2B5EF4-FFF2-40B4-BE49-F238E27FC236}">
                    <a16:creationId xmlns:a16="http://schemas.microsoft.com/office/drawing/2014/main" id="{0DEDD5F5-0B51-4589-91DE-3FFE626FC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400" y="3781425"/>
                <a:ext cx="569913" cy="227013"/>
              </a:xfrm>
              <a:custGeom>
                <a:avLst/>
                <a:gdLst>
                  <a:gd name="T0" fmla="*/ 2147483646 w 717"/>
                  <a:gd name="T1" fmla="*/ 2147483646 h 285"/>
                  <a:gd name="T2" fmla="*/ 2147483646 w 717"/>
                  <a:gd name="T3" fmla="*/ 2147483646 h 285"/>
                  <a:gd name="T4" fmla="*/ 2147483646 w 717"/>
                  <a:gd name="T5" fmla="*/ 2147483646 h 285"/>
                  <a:gd name="T6" fmla="*/ 2147483646 w 717"/>
                  <a:gd name="T7" fmla="*/ 2147483646 h 285"/>
                  <a:gd name="T8" fmla="*/ 2147483646 w 717"/>
                  <a:gd name="T9" fmla="*/ 2147483646 h 285"/>
                  <a:gd name="T10" fmla="*/ 2147483646 w 717"/>
                  <a:gd name="T11" fmla="*/ 2147483646 h 285"/>
                  <a:gd name="T12" fmla="*/ 2147483646 w 717"/>
                  <a:gd name="T13" fmla="*/ 2147483646 h 285"/>
                  <a:gd name="T14" fmla="*/ 2147483646 w 717"/>
                  <a:gd name="T15" fmla="*/ 2147483646 h 285"/>
                  <a:gd name="T16" fmla="*/ 2147483646 w 717"/>
                  <a:gd name="T17" fmla="*/ 2147483646 h 285"/>
                  <a:gd name="T18" fmla="*/ 2147483646 w 717"/>
                  <a:gd name="T19" fmla="*/ 2147483646 h 285"/>
                  <a:gd name="T20" fmla="*/ 2147483646 w 717"/>
                  <a:gd name="T21" fmla="*/ 2147483646 h 285"/>
                  <a:gd name="T22" fmla="*/ 2147483646 w 717"/>
                  <a:gd name="T23" fmla="*/ 2147483646 h 285"/>
                  <a:gd name="T24" fmla="*/ 2147483646 w 717"/>
                  <a:gd name="T25" fmla="*/ 2147483646 h 285"/>
                  <a:gd name="T26" fmla="*/ 2147483646 w 717"/>
                  <a:gd name="T27" fmla="*/ 2147483646 h 285"/>
                  <a:gd name="T28" fmla="*/ 2147483646 w 717"/>
                  <a:gd name="T29" fmla="*/ 2147483646 h 285"/>
                  <a:gd name="T30" fmla="*/ 2147483646 w 717"/>
                  <a:gd name="T31" fmla="*/ 2147483646 h 285"/>
                  <a:gd name="T32" fmla="*/ 2147483646 w 717"/>
                  <a:gd name="T33" fmla="*/ 2147483646 h 285"/>
                  <a:gd name="T34" fmla="*/ 2147483646 w 717"/>
                  <a:gd name="T35" fmla="*/ 2147483646 h 285"/>
                  <a:gd name="T36" fmla="*/ 2147483646 w 717"/>
                  <a:gd name="T37" fmla="*/ 2147483646 h 285"/>
                  <a:gd name="T38" fmla="*/ 2147483646 w 717"/>
                  <a:gd name="T39" fmla="*/ 2147483646 h 285"/>
                  <a:gd name="T40" fmla="*/ 2147483646 w 717"/>
                  <a:gd name="T41" fmla="*/ 2147483646 h 285"/>
                  <a:gd name="T42" fmla="*/ 2147483646 w 717"/>
                  <a:gd name="T43" fmla="*/ 2147483646 h 285"/>
                  <a:gd name="T44" fmla="*/ 2147483646 w 717"/>
                  <a:gd name="T45" fmla="*/ 2147483646 h 285"/>
                  <a:gd name="T46" fmla="*/ 2147483646 w 717"/>
                  <a:gd name="T47" fmla="*/ 2147483646 h 285"/>
                  <a:gd name="T48" fmla="*/ 2147483646 w 717"/>
                  <a:gd name="T49" fmla="*/ 2147483646 h 285"/>
                  <a:gd name="T50" fmla="*/ 2147483646 w 717"/>
                  <a:gd name="T51" fmla="*/ 2147483646 h 285"/>
                  <a:gd name="T52" fmla="*/ 2147483646 w 717"/>
                  <a:gd name="T53" fmla="*/ 2147483646 h 285"/>
                  <a:gd name="T54" fmla="*/ 2147483646 w 717"/>
                  <a:gd name="T55" fmla="*/ 2147483646 h 285"/>
                  <a:gd name="T56" fmla="*/ 2147483646 w 717"/>
                  <a:gd name="T57" fmla="*/ 2147483646 h 285"/>
                  <a:gd name="T58" fmla="*/ 2147483646 w 717"/>
                  <a:gd name="T59" fmla="*/ 2147483646 h 285"/>
                  <a:gd name="T60" fmla="*/ 2147483646 w 717"/>
                  <a:gd name="T61" fmla="*/ 2147483646 h 285"/>
                  <a:gd name="T62" fmla="*/ 2147483646 w 717"/>
                  <a:gd name="T63" fmla="*/ 2147483646 h 285"/>
                  <a:gd name="T64" fmla="*/ 2147483646 w 717"/>
                  <a:gd name="T65" fmla="*/ 2147483646 h 285"/>
                  <a:gd name="T66" fmla="*/ 2147483646 w 717"/>
                  <a:gd name="T67" fmla="*/ 2147483646 h 285"/>
                  <a:gd name="T68" fmla="*/ 2147483646 w 717"/>
                  <a:gd name="T69" fmla="*/ 2147483646 h 285"/>
                  <a:gd name="T70" fmla="*/ 2147483646 w 717"/>
                  <a:gd name="T71" fmla="*/ 2147483646 h 285"/>
                  <a:gd name="T72" fmla="*/ 2147483646 w 717"/>
                  <a:gd name="T73" fmla="*/ 2147483646 h 285"/>
                  <a:gd name="T74" fmla="*/ 2147483646 w 717"/>
                  <a:gd name="T75" fmla="*/ 2147483646 h 285"/>
                  <a:gd name="T76" fmla="*/ 2147483646 w 717"/>
                  <a:gd name="T77" fmla="*/ 2147483646 h 285"/>
                  <a:gd name="T78" fmla="*/ 2147483646 w 717"/>
                  <a:gd name="T79" fmla="*/ 2147483646 h 285"/>
                  <a:gd name="T80" fmla="*/ 2147483646 w 717"/>
                  <a:gd name="T81" fmla="*/ 2147483646 h 285"/>
                  <a:gd name="T82" fmla="*/ 2147483646 w 717"/>
                  <a:gd name="T83" fmla="*/ 2147483646 h 285"/>
                  <a:gd name="T84" fmla="*/ 2147483646 w 717"/>
                  <a:gd name="T85" fmla="*/ 2147483646 h 285"/>
                  <a:gd name="T86" fmla="*/ 2147483646 w 717"/>
                  <a:gd name="T87" fmla="*/ 2147483646 h 285"/>
                  <a:gd name="T88" fmla="*/ 2147483646 w 717"/>
                  <a:gd name="T89" fmla="*/ 2147483646 h 285"/>
                  <a:gd name="T90" fmla="*/ 2147483646 w 717"/>
                  <a:gd name="T91" fmla="*/ 2147483646 h 285"/>
                  <a:gd name="T92" fmla="*/ 2147483646 w 717"/>
                  <a:gd name="T93" fmla="*/ 2147483646 h 285"/>
                  <a:gd name="T94" fmla="*/ 2147483646 w 717"/>
                  <a:gd name="T95" fmla="*/ 2147483646 h 285"/>
                  <a:gd name="T96" fmla="*/ 2147483646 w 717"/>
                  <a:gd name="T97" fmla="*/ 2147483646 h 285"/>
                  <a:gd name="T98" fmla="*/ 2147483646 w 717"/>
                  <a:gd name="T99" fmla="*/ 2147483646 h 285"/>
                  <a:gd name="T100" fmla="*/ 2147483646 w 717"/>
                  <a:gd name="T101" fmla="*/ 2147483646 h 285"/>
                  <a:gd name="T102" fmla="*/ 2147483646 w 717"/>
                  <a:gd name="T103" fmla="*/ 2147483646 h 285"/>
                  <a:gd name="T104" fmla="*/ 2147483646 w 717"/>
                  <a:gd name="T105" fmla="*/ 2147483646 h 285"/>
                  <a:gd name="T106" fmla="*/ 2147483646 w 717"/>
                  <a:gd name="T107" fmla="*/ 2147483646 h 285"/>
                  <a:gd name="T108" fmla="*/ 2147483646 w 717"/>
                  <a:gd name="T109" fmla="*/ 2147483646 h 285"/>
                  <a:gd name="T110" fmla="*/ 2147483646 w 717"/>
                  <a:gd name="T111" fmla="*/ 2147483646 h 285"/>
                  <a:gd name="T112" fmla="*/ 2147483646 w 717"/>
                  <a:gd name="T113" fmla="*/ 2147483646 h 285"/>
                  <a:gd name="T114" fmla="*/ 2147483646 w 717"/>
                  <a:gd name="T115" fmla="*/ 2147483646 h 285"/>
                  <a:gd name="T116" fmla="*/ 2147483646 w 717"/>
                  <a:gd name="T117" fmla="*/ 2147483646 h 285"/>
                  <a:gd name="T118" fmla="*/ 2147483646 w 717"/>
                  <a:gd name="T119" fmla="*/ 2147483646 h 285"/>
                  <a:gd name="T120" fmla="*/ 2147483646 w 717"/>
                  <a:gd name="T121" fmla="*/ 2147483646 h 2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5">
                    <a:moveTo>
                      <a:pt x="0" y="285"/>
                    </a:moveTo>
                    <a:lnTo>
                      <a:pt x="27" y="285"/>
                    </a:lnTo>
                    <a:lnTo>
                      <a:pt x="54" y="285"/>
                    </a:lnTo>
                    <a:lnTo>
                      <a:pt x="78" y="285"/>
                    </a:lnTo>
                    <a:lnTo>
                      <a:pt x="99" y="285"/>
                    </a:lnTo>
                    <a:lnTo>
                      <a:pt x="121" y="285"/>
                    </a:lnTo>
                    <a:lnTo>
                      <a:pt x="140" y="285"/>
                    </a:lnTo>
                    <a:lnTo>
                      <a:pt x="158" y="285"/>
                    </a:lnTo>
                    <a:lnTo>
                      <a:pt x="175" y="285"/>
                    </a:lnTo>
                    <a:lnTo>
                      <a:pt x="191" y="285"/>
                    </a:lnTo>
                    <a:lnTo>
                      <a:pt x="204" y="285"/>
                    </a:lnTo>
                    <a:lnTo>
                      <a:pt x="217" y="285"/>
                    </a:lnTo>
                    <a:lnTo>
                      <a:pt x="229" y="285"/>
                    </a:lnTo>
                    <a:lnTo>
                      <a:pt x="240" y="285"/>
                    </a:lnTo>
                    <a:lnTo>
                      <a:pt x="249" y="285"/>
                    </a:lnTo>
                    <a:lnTo>
                      <a:pt x="259" y="285"/>
                    </a:lnTo>
                    <a:lnTo>
                      <a:pt x="266" y="285"/>
                    </a:lnTo>
                    <a:lnTo>
                      <a:pt x="273" y="285"/>
                    </a:lnTo>
                    <a:lnTo>
                      <a:pt x="281" y="285"/>
                    </a:lnTo>
                    <a:lnTo>
                      <a:pt x="285" y="285"/>
                    </a:lnTo>
                    <a:lnTo>
                      <a:pt x="291" y="285"/>
                    </a:lnTo>
                    <a:lnTo>
                      <a:pt x="295" y="285"/>
                    </a:lnTo>
                    <a:lnTo>
                      <a:pt x="300" y="285"/>
                    </a:lnTo>
                    <a:lnTo>
                      <a:pt x="303" y="285"/>
                    </a:lnTo>
                    <a:lnTo>
                      <a:pt x="306" y="285"/>
                    </a:lnTo>
                    <a:lnTo>
                      <a:pt x="308" y="284"/>
                    </a:lnTo>
                    <a:lnTo>
                      <a:pt x="311" y="284"/>
                    </a:lnTo>
                    <a:lnTo>
                      <a:pt x="313" y="284"/>
                    </a:lnTo>
                    <a:lnTo>
                      <a:pt x="315" y="284"/>
                    </a:lnTo>
                    <a:lnTo>
                      <a:pt x="318" y="284"/>
                    </a:lnTo>
                    <a:lnTo>
                      <a:pt x="319" y="284"/>
                    </a:lnTo>
                    <a:lnTo>
                      <a:pt x="321" y="284"/>
                    </a:lnTo>
                    <a:lnTo>
                      <a:pt x="323" y="284"/>
                    </a:lnTo>
                    <a:lnTo>
                      <a:pt x="325" y="284"/>
                    </a:lnTo>
                    <a:lnTo>
                      <a:pt x="327" y="284"/>
                    </a:lnTo>
                    <a:lnTo>
                      <a:pt x="329" y="284"/>
                    </a:lnTo>
                    <a:lnTo>
                      <a:pt x="331" y="282"/>
                    </a:lnTo>
                    <a:lnTo>
                      <a:pt x="332" y="282"/>
                    </a:lnTo>
                    <a:lnTo>
                      <a:pt x="333" y="282"/>
                    </a:lnTo>
                    <a:lnTo>
                      <a:pt x="335" y="282"/>
                    </a:lnTo>
                    <a:lnTo>
                      <a:pt x="336" y="282"/>
                    </a:lnTo>
                    <a:lnTo>
                      <a:pt x="337" y="282"/>
                    </a:lnTo>
                    <a:lnTo>
                      <a:pt x="338" y="282"/>
                    </a:lnTo>
                    <a:lnTo>
                      <a:pt x="339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3" y="282"/>
                    </a:lnTo>
                    <a:lnTo>
                      <a:pt x="344" y="282"/>
                    </a:lnTo>
                    <a:lnTo>
                      <a:pt x="345" y="281"/>
                    </a:lnTo>
                    <a:lnTo>
                      <a:pt x="347" y="281"/>
                    </a:lnTo>
                    <a:lnTo>
                      <a:pt x="348" y="281"/>
                    </a:lnTo>
                    <a:lnTo>
                      <a:pt x="349" y="281"/>
                    </a:lnTo>
                    <a:lnTo>
                      <a:pt x="350" y="281"/>
                    </a:lnTo>
                    <a:lnTo>
                      <a:pt x="351" y="281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5" y="280"/>
                    </a:lnTo>
                    <a:lnTo>
                      <a:pt x="356" y="280"/>
                    </a:lnTo>
                    <a:lnTo>
                      <a:pt x="357" y="280"/>
                    </a:lnTo>
                    <a:lnTo>
                      <a:pt x="359" y="280"/>
                    </a:lnTo>
                    <a:lnTo>
                      <a:pt x="361" y="280"/>
                    </a:lnTo>
                    <a:lnTo>
                      <a:pt x="362" y="279"/>
                    </a:lnTo>
                    <a:lnTo>
                      <a:pt x="365" y="279"/>
                    </a:lnTo>
                    <a:lnTo>
                      <a:pt x="366" y="279"/>
                    </a:lnTo>
                    <a:lnTo>
                      <a:pt x="368" y="279"/>
                    </a:lnTo>
                    <a:lnTo>
                      <a:pt x="369" y="279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4" y="278"/>
                    </a:lnTo>
                    <a:lnTo>
                      <a:pt x="375" y="278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80" y="276"/>
                    </a:lnTo>
                    <a:lnTo>
                      <a:pt x="381" y="276"/>
                    </a:lnTo>
                    <a:lnTo>
                      <a:pt x="383" y="276"/>
                    </a:lnTo>
                    <a:lnTo>
                      <a:pt x="384" y="276"/>
                    </a:lnTo>
                    <a:lnTo>
                      <a:pt x="385" y="276"/>
                    </a:lnTo>
                    <a:lnTo>
                      <a:pt x="386" y="275"/>
                    </a:lnTo>
                    <a:lnTo>
                      <a:pt x="387" y="275"/>
                    </a:lnTo>
                    <a:lnTo>
                      <a:pt x="389" y="275"/>
                    </a:lnTo>
                    <a:lnTo>
                      <a:pt x="390" y="275"/>
                    </a:lnTo>
                    <a:lnTo>
                      <a:pt x="391" y="274"/>
                    </a:lnTo>
                    <a:lnTo>
                      <a:pt x="392" y="274"/>
                    </a:lnTo>
                    <a:lnTo>
                      <a:pt x="393" y="274"/>
                    </a:lnTo>
                    <a:lnTo>
                      <a:pt x="395" y="274"/>
                    </a:lnTo>
                    <a:lnTo>
                      <a:pt x="396" y="273"/>
                    </a:lnTo>
                    <a:lnTo>
                      <a:pt x="397" y="273"/>
                    </a:lnTo>
                    <a:lnTo>
                      <a:pt x="398" y="273"/>
                    </a:lnTo>
                    <a:lnTo>
                      <a:pt x="399" y="272"/>
                    </a:lnTo>
                    <a:lnTo>
                      <a:pt x="402" y="272"/>
                    </a:lnTo>
                    <a:lnTo>
                      <a:pt x="403" y="270"/>
                    </a:lnTo>
                    <a:lnTo>
                      <a:pt x="405" y="270"/>
                    </a:lnTo>
                    <a:lnTo>
                      <a:pt x="407" y="269"/>
                    </a:lnTo>
                    <a:lnTo>
                      <a:pt x="409" y="269"/>
                    </a:lnTo>
                    <a:lnTo>
                      <a:pt x="411" y="268"/>
                    </a:lnTo>
                    <a:lnTo>
                      <a:pt x="414" y="268"/>
                    </a:lnTo>
                    <a:lnTo>
                      <a:pt x="415" y="267"/>
                    </a:lnTo>
                    <a:lnTo>
                      <a:pt x="417" y="267"/>
                    </a:lnTo>
                    <a:lnTo>
                      <a:pt x="419" y="266"/>
                    </a:lnTo>
                    <a:lnTo>
                      <a:pt x="421" y="266"/>
                    </a:lnTo>
                    <a:lnTo>
                      <a:pt x="422" y="264"/>
                    </a:lnTo>
                    <a:lnTo>
                      <a:pt x="423" y="264"/>
                    </a:lnTo>
                    <a:lnTo>
                      <a:pt x="426" y="264"/>
                    </a:lnTo>
                    <a:lnTo>
                      <a:pt x="427" y="263"/>
                    </a:lnTo>
                    <a:lnTo>
                      <a:pt x="428" y="263"/>
                    </a:lnTo>
                    <a:lnTo>
                      <a:pt x="429" y="262"/>
                    </a:lnTo>
                    <a:lnTo>
                      <a:pt x="431" y="262"/>
                    </a:lnTo>
                    <a:lnTo>
                      <a:pt x="432" y="262"/>
                    </a:lnTo>
                    <a:lnTo>
                      <a:pt x="433" y="261"/>
                    </a:lnTo>
                    <a:lnTo>
                      <a:pt x="434" y="261"/>
                    </a:lnTo>
                    <a:lnTo>
                      <a:pt x="435" y="260"/>
                    </a:lnTo>
                    <a:lnTo>
                      <a:pt x="437" y="260"/>
                    </a:lnTo>
                    <a:lnTo>
                      <a:pt x="438" y="260"/>
                    </a:lnTo>
                    <a:lnTo>
                      <a:pt x="439" y="258"/>
                    </a:lnTo>
                    <a:lnTo>
                      <a:pt x="440" y="258"/>
                    </a:lnTo>
                    <a:lnTo>
                      <a:pt x="441" y="257"/>
                    </a:lnTo>
                    <a:lnTo>
                      <a:pt x="443" y="257"/>
                    </a:lnTo>
                    <a:lnTo>
                      <a:pt x="444" y="256"/>
                    </a:lnTo>
                    <a:lnTo>
                      <a:pt x="445" y="256"/>
                    </a:lnTo>
                    <a:lnTo>
                      <a:pt x="446" y="255"/>
                    </a:lnTo>
                    <a:lnTo>
                      <a:pt x="447" y="255"/>
                    </a:lnTo>
                    <a:lnTo>
                      <a:pt x="449" y="254"/>
                    </a:lnTo>
                    <a:lnTo>
                      <a:pt x="451" y="252"/>
                    </a:lnTo>
                    <a:lnTo>
                      <a:pt x="452" y="252"/>
                    </a:lnTo>
                    <a:lnTo>
                      <a:pt x="455" y="251"/>
                    </a:lnTo>
                    <a:lnTo>
                      <a:pt x="456" y="250"/>
                    </a:lnTo>
                    <a:lnTo>
                      <a:pt x="458" y="249"/>
                    </a:lnTo>
                    <a:lnTo>
                      <a:pt x="459" y="249"/>
                    </a:lnTo>
                    <a:lnTo>
                      <a:pt x="462" y="248"/>
                    </a:lnTo>
                    <a:lnTo>
                      <a:pt x="463" y="246"/>
                    </a:lnTo>
                    <a:lnTo>
                      <a:pt x="464" y="246"/>
                    </a:lnTo>
                    <a:lnTo>
                      <a:pt x="465" y="245"/>
                    </a:lnTo>
                    <a:lnTo>
                      <a:pt x="468" y="245"/>
                    </a:lnTo>
                    <a:lnTo>
                      <a:pt x="469" y="244"/>
                    </a:lnTo>
                    <a:lnTo>
                      <a:pt x="470" y="244"/>
                    </a:lnTo>
                    <a:lnTo>
                      <a:pt x="471" y="243"/>
                    </a:lnTo>
                    <a:lnTo>
                      <a:pt x="473" y="242"/>
                    </a:lnTo>
                    <a:lnTo>
                      <a:pt x="474" y="242"/>
                    </a:lnTo>
                    <a:lnTo>
                      <a:pt x="475" y="240"/>
                    </a:lnTo>
                    <a:lnTo>
                      <a:pt x="476" y="240"/>
                    </a:lnTo>
                    <a:lnTo>
                      <a:pt x="477" y="239"/>
                    </a:lnTo>
                    <a:lnTo>
                      <a:pt x="479" y="239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7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5" y="236"/>
                    </a:lnTo>
                    <a:lnTo>
                      <a:pt x="486" y="236"/>
                    </a:lnTo>
                    <a:lnTo>
                      <a:pt x="487" y="234"/>
                    </a:lnTo>
                    <a:lnTo>
                      <a:pt x="488" y="233"/>
                    </a:lnTo>
                    <a:lnTo>
                      <a:pt x="489" y="233"/>
                    </a:lnTo>
                    <a:lnTo>
                      <a:pt x="491" y="232"/>
                    </a:lnTo>
                    <a:lnTo>
                      <a:pt x="493" y="231"/>
                    </a:lnTo>
                    <a:lnTo>
                      <a:pt x="494" y="231"/>
                    </a:lnTo>
                    <a:lnTo>
                      <a:pt x="495" y="230"/>
                    </a:lnTo>
                    <a:lnTo>
                      <a:pt x="498" y="228"/>
                    </a:lnTo>
                    <a:lnTo>
                      <a:pt x="499" y="227"/>
                    </a:lnTo>
                    <a:lnTo>
                      <a:pt x="500" y="227"/>
                    </a:lnTo>
                    <a:lnTo>
                      <a:pt x="501" y="226"/>
                    </a:lnTo>
                    <a:lnTo>
                      <a:pt x="504" y="225"/>
                    </a:lnTo>
                    <a:lnTo>
                      <a:pt x="505" y="225"/>
                    </a:lnTo>
                    <a:lnTo>
                      <a:pt x="506" y="224"/>
                    </a:lnTo>
                    <a:lnTo>
                      <a:pt x="507" y="224"/>
                    </a:lnTo>
                    <a:lnTo>
                      <a:pt x="507" y="222"/>
                    </a:lnTo>
                    <a:lnTo>
                      <a:pt x="509" y="222"/>
                    </a:lnTo>
                    <a:lnTo>
                      <a:pt x="510" y="221"/>
                    </a:lnTo>
                    <a:lnTo>
                      <a:pt x="511" y="221"/>
                    </a:lnTo>
                    <a:lnTo>
                      <a:pt x="511" y="220"/>
                    </a:lnTo>
                    <a:lnTo>
                      <a:pt x="512" y="220"/>
                    </a:lnTo>
                    <a:lnTo>
                      <a:pt x="513" y="220"/>
                    </a:lnTo>
                    <a:lnTo>
                      <a:pt x="515" y="219"/>
                    </a:lnTo>
                    <a:lnTo>
                      <a:pt x="516" y="218"/>
                    </a:lnTo>
                    <a:lnTo>
                      <a:pt x="517" y="218"/>
                    </a:lnTo>
                    <a:lnTo>
                      <a:pt x="518" y="216"/>
                    </a:lnTo>
                    <a:lnTo>
                      <a:pt x="519" y="216"/>
                    </a:lnTo>
                    <a:lnTo>
                      <a:pt x="519" y="215"/>
                    </a:lnTo>
                    <a:lnTo>
                      <a:pt x="521" y="215"/>
                    </a:lnTo>
                    <a:lnTo>
                      <a:pt x="522" y="214"/>
                    </a:lnTo>
                    <a:lnTo>
                      <a:pt x="523" y="214"/>
                    </a:lnTo>
                    <a:lnTo>
                      <a:pt x="523" y="213"/>
                    </a:lnTo>
                    <a:lnTo>
                      <a:pt x="524" y="213"/>
                    </a:lnTo>
                    <a:lnTo>
                      <a:pt x="525" y="212"/>
                    </a:lnTo>
                    <a:lnTo>
                      <a:pt x="527" y="210"/>
                    </a:lnTo>
                    <a:lnTo>
                      <a:pt x="528" y="210"/>
                    </a:lnTo>
                    <a:lnTo>
                      <a:pt x="529" y="209"/>
                    </a:lnTo>
                    <a:lnTo>
                      <a:pt x="531" y="208"/>
                    </a:lnTo>
                    <a:lnTo>
                      <a:pt x="533" y="208"/>
                    </a:lnTo>
                    <a:lnTo>
                      <a:pt x="534" y="207"/>
                    </a:lnTo>
                    <a:lnTo>
                      <a:pt x="535" y="206"/>
                    </a:lnTo>
                    <a:lnTo>
                      <a:pt x="536" y="204"/>
                    </a:lnTo>
                    <a:lnTo>
                      <a:pt x="537" y="204"/>
                    </a:lnTo>
                    <a:lnTo>
                      <a:pt x="539" y="203"/>
                    </a:lnTo>
                    <a:lnTo>
                      <a:pt x="540" y="202"/>
                    </a:lnTo>
                    <a:lnTo>
                      <a:pt x="541" y="202"/>
                    </a:lnTo>
                    <a:lnTo>
                      <a:pt x="541" y="201"/>
                    </a:lnTo>
                    <a:lnTo>
                      <a:pt x="542" y="201"/>
                    </a:lnTo>
                    <a:lnTo>
                      <a:pt x="543" y="200"/>
                    </a:lnTo>
                    <a:lnTo>
                      <a:pt x="545" y="200"/>
                    </a:lnTo>
                    <a:lnTo>
                      <a:pt x="545" y="198"/>
                    </a:lnTo>
                    <a:lnTo>
                      <a:pt x="546" y="198"/>
                    </a:lnTo>
                    <a:lnTo>
                      <a:pt x="547" y="197"/>
                    </a:lnTo>
                    <a:lnTo>
                      <a:pt x="548" y="196"/>
                    </a:lnTo>
                    <a:lnTo>
                      <a:pt x="549" y="196"/>
                    </a:lnTo>
                    <a:lnTo>
                      <a:pt x="551" y="195"/>
                    </a:lnTo>
                    <a:lnTo>
                      <a:pt x="552" y="194"/>
                    </a:lnTo>
                    <a:lnTo>
                      <a:pt x="553" y="192"/>
                    </a:lnTo>
                    <a:lnTo>
                      <a:pt x="554" y="192"/>
                    </a:lnTo>
                    <a:lnTo>
                      <a:pt x="555" y="191"/>
                    </a:lnTo>
                    <a:lnTo>
                      <a:pt x="555" y="190"/>
                    </a:lnTo>
                    <a:lnTo>
                      <a:pt x="557" y="190"/>
                    </a:lnTo>
                    <a:lnTo>
                      <a:pt x="558" y="189"/>
                    </a:lnTo>
                    <a:lnTo>
                      <a:pt x="559" y="189"/>
                    </a:lnTo>
                    <a:lnTo>
                      <a:pt x="559" y="188"/>
                    </a:lnTo>
                    <a:lnTo>
                      <a:pt x="560" y="188"/>
                    </a:lnTo>
                    <a:lnTo>
                      <a:pt x="560" y="186"/>
                    </a:lnTo>
                    <a:lnTo>
                      <a:pt x="561" y="186"/>
                    </a:lnTo>
                    <a:lnTo>
                      <a:pt x="561" y="185"/>
                    </a:lnTo>
                    <a:lnTo>
                      <a:pt x="563" y="185"/>
                    </a:lnTo>
                    <a:lnTo>
                      <a:pt x="564" y="184"/>
                    </a:lnTo>
                    <a:lnTo>
                      <a:pt x="565" y="184"/>
                    </a:lnTo>
                    <a:lnTo>
                      <a:pt x="565" y="183"/>
                    </a:lnTo>
                    <a:lnTo>
                      <a:pt x="566" y="183"/>
                    </a:lnTo>
                    <a:lnTo>
                      <a:pt x="567" y="182"/>
                    </a:lnTo>
                    <a:lnTo>
                      <a:pt x="569" y="180"/>
                    </a:lnTo>
                    <a:lnTo>
                      <a:pt x="570" y="180"/>
                    </a:lnTo>
                    <a:lnTo>
                      <a:pt x="571" y="179"/>
                    </a:lnTo>
                    <a:lnTo>
                      <a:pt x="572" y="178"/>
                    </a:lnTo>
                    <a:lnTo>
                      <a:pt x="573" y="177"/>
                    </a:lnTo>
                    <a:lnTo>
                      <a:pt x="575" y="177"/>
                    </a:lnTo>
                    <a:lnTo>
                      <a:pt x="576" y="176"/>
                    </a:lnTo>
                    <a:lnTo>
                      <a:pt x="577" y="176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9" y="173"/>
                    </a:lnTo>
                    <a:lnTo>
                      <a:pt x="581" y="172"/>
                    </a:lnTo>
                    <a:lnTo>
                      <a:pt x="582" y="172"/>
                    </a:lnTo>
                    <a:lnTo>
                      <a:pt x="583" y="171"/>
                    </a:lnTo>
                    <a:lnTo>
                      <a:pt x="584" y="170"/>
                    </a:lnTo>
                    <a:lnTo>
                      <a:pt x="585" y="170"/>
                    </a:lnTo>
                    <a:lnTo>
                      <a:pt x="587" y="168"/>
                    </a:lnTo>
                    <a:lnTo>
                      <a:pt x="588" y="167"/>
                    </a:lnTo>
                    <a:lnTo>
                      <a:pt x="589" y="167"/>
                    </a:lnTo>
                    <a:lnTo>
                      <a:pt x="589" y="166"/>
                    </a:lnTo>
                    <a:lnTo>
                      <a:pt x="590" y="166"/>
                    </a:lnTo>
                    <a:lnTo>
                      <a:pt x="590" y="165"/>
                    </a:lnTo>
                    <a:lnTo>
                      <a:pt x="591" y="165"/>
                    </a:lnTo>
                    <a:lnTo>
                      <a:pt x="591" y="164"/>
                    </a:lnTo>
                    <a:lnTo>
                      <a:pt x="593" y="164"/>
                    </a:lnTo>
                    <a:lnTo>
                      <a:pt x="593" y="162"/>
                    </a:lnTo>
                    <a:lnTo>
                      <a:pt x="594" y="162"/>
                    </a:lnTo>
                    <a:lnTo>
                      <a:pt x="594" y="161"/>
                    </a:lnTo>
                    <a:lnTo>
                      <a:pt x="595" y="161"/>
                    </a:lnTo>
                    <a:lnTo>
                      <a:pt x="595" y="160"/>
                    </a:lnTo>
                    <a:lnTo>
                      <a:pt x="596" y="159"/>
                    </a:lnTo>
                    <a:lnTo>
                      <a:pt x="597" y="159"/>
                    </a:lnTo>
                    <a:lnTo>
                      <a:pt x="599" y="158"/>
                    </a:lnTo>
                    <a:lnTo>
                      <a:pt x="599" y="156"/>
                    </a:lnTo>
                    <a:lnTo>
                      <a:pt x="600" y="155"/>
                    </a:lnTo>
                    <a:lnTo>
                      <a:pt x="601" y="154"/>
                    </a:lnTo>
                    <a:lnTo>
                      <a:pt x="602" y="153"/>
                    </a:lnTo>
                    <a:lnTo>
                      <a:pt x="603" y="152"/>
                    </a:lnTo>
                    <a:lnTo>
                      <a:pt x="605" y="150"/>
                    </a:lnTo>
                    <a:lnTo>
                      <a:pt x="606" y="149"/>
                    </a:lnTo>
                    <a:lnTo>
                      <a:pt x="607" y="148"/>
                    </a:lnTo>
                    <a:lnTo>
                      <a:pt x="607" y="147"/>
                    </a:lnTo>
                    <a:lnTo>
                      <a:pt x="608" y="147"/>
                    </a:lnTo>
                    <a:lnTo>
                      <a:pt x="609" y="146"/>
                    </a:lnTo>
                    <a:lnTo>
                      <a:pt x="609" y="144"/>
                    </a:lnTo>
                    <a:lnTo>
                      <a:pt x="611" y="144"/>
                    </a:lnTo>
                    <a:lnTo>
                      <a:pt x="612" y="143"/>
                    </a:lnTo>
                    <a:lnTo>
                      <a:pt x="612" y="142"/>
                    </a:lnTo>
                    <a:lnTo>
                      <a:pt x="613" y="142"/>
                    </a:lnTo>
                    <a:lnTo>
                      <a:pt x="613" y="141"/>
                    </a:lnTo>
                    <a:lnTo>
                      <a:pt x="614" y="141"/>
                    </a:lnTo>
                    <a:lnTo>
                      <a:pt x="614" y="140"/>
                    </a:lnTo>
                    <a:lnTo>
                      <a:pt x="615" y="138"/>
                    </a:lnTo>
                    <a:lnTo>
                      <a:pt x="617" y="137"/>
                    </a:lnTo>
                    <a:lnTo>
                      <a:pt x="618" y="136"/>
                    </a:lnTo>
                    <a:lnTo>
                      <a:pt x="619" y="135"/>
                    </a:lnTo>
                    <a:lnTo>
                      <a:pt x="619" y="134"/>
                    </a:lnTo>
                    <a:lnTo>
                      <a:pt x="620" y="134"/>
                    </a:lnTo>
                    <a:lnTo>
                      <a:pt x="621" y="132"/>
                    </a:lnTo>
                    <a:lnTo>
                      <a:pt x="623" y="131"/>
                    </a:lnTo>
                    <a:lnTo>
                      <a:pt x="623" y="130"/>
                    </a:lnTo>
                    <a:lnTo>
                      <a:pt x="624" y="129"/>
                    </a:lnTo>
                    <a:lnTo>
                      <a:pt x="625" y="128"/>
                    </a:lnTo>
                    <a:lnTo>
                      <a:pt x="626" y="126"/>
                    </a:lnTo>
                    <a:lnTo>
                      <a:pt x="627" y="124"/>
                    </a:lnTo>
                    <a:lnTo>
                      <a:pt x="629" y="123"/>
                    </a:lnTo>
                    <a:lnTo>
                      <a:pt x="630" y="122"/>
                    </a:lnTo>
                    <a:lnTo>
                      <a:pt x="631" y="119"/>
                    </a:lnTo>
                    <a:lnTo>
                      <a:pt x="632" y="118"/>
                    </a:lnTo>
                    <a:lnTo>
                      <a:pt x="633" y="117"/>
                    </a:lnTo>
                    <a:lnTo>
                      <a:pt x="635" y="116"/>
                    </a:lnTo>
                    <a:lnTo>
                      <a:pt x="636" y="114"/>
                    </a:lnTo>
                    <a:lnTo>
                      <a:pt x="637" y="113"/>
                    </a:lnTo>
                    <a:lnTo>
                      <a:pt x="638" y="112"/>
                    </a:lnTo>
                    <a:lnTo>
                      <a:pt x="639" y="111"/>
                    </a:lnTo>
                    <a:lnTo>
                      <a:pt x="639" y="110"/>
                    </a:lnTo>
                    <a:lnTo>
                      <a:pt x="641" y="108"/>
                    </a:lnTo>
                    <a:lnTo>
                      <a:pt x="642" y="107"/>
                    </a:lnTo>
                    <a:lnTo>
                      <a:pt x="643" y="106"/>
                    </a:lnTo>
                    <a:lnTo>
                      <a:pt x="644" y="105"/>
                    </a:lnTo>
                    <a:lnTo>
                      <a:pt x="644" y="104"/>
                    </a:lnTo>
                    <a:lnTo>
                      <a:pt x="645" y="104"/>
                    </a:lnTo>
                    <a:lnTo>
                      <a:pt x="645" y="102"/>
                    </a:lnTo>
                    <a:lnTo>
                      <a:pt x="647" y="101"/>
                    </a:lnTo>
                    <a:lnTo>
                      <a:pt x="647" y="100"/>
                    </a:lnTo>
                    <a:lnTo>
                      <a:pt x="648" y="99"/>
                    </a:lnTo>
                    <a:lnTo>
                      <a:pt x="649" y="98"/>
                    </a:lnTo>
                    <a:lnTo>
                      <a:pt x="650" y="96"/>
                    </a:lnTo>
                    <a:lnTo>
                      <a:pt x="651" y="95"/>
                    </a:lnTo>
                    <a:lnTo>
                      <a:pt x="653" y="94"/>
                    </a:lnTo>
                    <a:lnTo>
                      <a:pt x="653" y="92"/>
                    </a:lnTo>
                    <a:lnTo>
                      <a:pt x="654" y="90"/>
                    </a:lnTo>
                    <a:lnTo>
                      <a:pt x="655" y="89"/>
                    </a:lnTo>
                    <a:lnTo>
                      <a:pt x="656" y="88"/>
                    </a:lnTo>
                    <a:lnTo>
                      <a:pt x="657" y="86"/>
                    </a:lnTo>
                    <a:lnTo>
                      <a:pt x="659" y="84"/>
                    </a:lnTo>
                    <a:lnTo>
                      <a:pt x="660" y="82"/>
                    </a:lnTo>
                    <a:lnTo>
                      <a:pt x="661" y="81"/>
                    </a:lnTo>
                    <a:lnTo>
                      <a:pt x="662" y="78"/>
                    </a:lnTo>
                    <a:lnTo>
                      <a:pt x="663" y="77"/>
                    </a:lnTo>
                    <a:lnTo>
                      <a:pt x="665" y="75"/>
                    </a:lnTo>
                    <a:lnTo>
                      <a:pt x="666" y="74"/>
                    </a:lnTo>
                    <a:lnTo>
                      <a:pt x="667" y="72"/>
                    </a:lnTo>
                    <a:lnTo>
                      <a:pt x="668" y="71"/>
                    </a:lnTo>
                    <a:lnTo>
                      <a:pt x="669" y="70"/>
                    </a:lnTo>
                    <a:lnTo>
                      <a:pt x="669" y="69"/>
                    </a:lnTo>
                    <a:lnTo>
                      <a:pt x="671" y="68"/>
                    </a:lnTo>
                    <a:lnTo>
                      <a:pt x="672" y="66"/>
                    </a:lnTo>
                    <a:lnTo>
                      <a:pt x="672" y="65"/>
                    </a:lnTo>
                    <a:lnTo>
                      <a:pt x="673" y="64"/>
                    </a:lnTo>
                    <a:lnTo>
                      <a:pt x="674" y="63"/>
                    </a:lnTo>
                    <a:lnTo>
                      <a:pt x="675" y="62"/>
                    </a:lnTo>
                    <a:lnTo>
                      <a:pt x="675" y="60"/>
                    </a:lnTo>
                    <a:lnTo>
                      <a:pt x="677" y="59"/>
                    </a:lnTo>
                    <a:lnTo>
                      <a:pt x="678" y="58"/>
                    </a:lnTo>
                    <a:lnTo>
                      <a:pt x="678" y="57"/>
                    </a:lnTo>
                    <a:lnTo>
                      <a:pt x="679" y="56"/>
                    </a:lnTo>
                    <a:lnTo>
                      <a:pt x="680" y="54"/>
                    </a:lnTo>
                    <a:lnTo>
                      <a:pt x="680" y="53"/>
                    </a:lnTo>
                    <a:lnTo>
                      <a:pt x="681" y="52"/>
                    </a:lnTo>
                    <a:lnTo>
                      <a:pt x="683" y="51"/>
                    </a:lnTo>
                    <a:lnTo>
                      <a:pt x="684" y="50"/>
                    </a:lnTo>
                    <a:lnTo>
                      <a:pt x="685" y="48"/>
                    </a:lnTo>
                    <a:lnTo>
                      <a:pt x="686" y="47"/>
                    </a:lnTo>
                    <a:lnTo>
                      <a:pt x="687" y="45"/>
                    </a:lnTo>
                    <a:lnTo>
                      <a:pt x="689" y="44"/>
                    </a:lnTo>
                    <a:lnTo>
                      <a:pt x="690" y="41"/>
                    </a:lnTo>
                    <a:lnTo>
                      <a:pt x="691" y="40"/>
                    </a:lnTo>
                    <a:lnTo>
                      <a:pt x="692" y="38"/>
                    </a:lnTo>
                    <a:lnTo>
                      <a:pt x="693" y="35"/>
                    </a:lnTo>
                    <a:lnTo>
                      <a:pt x="695" y="34"/>
                    </a:lnTo>
                    <a:lnTo>
                      <a:pt x="696" y="33"/>
                    </a:lnTo>
                    <a:lnTo>
                      <a:pt x="697" y="30"/>
                    </a:lnTo>
                    <a:lnTo>
                      <a:pt x="698" y="29"/>
                    </a:lnTo>
                    <a:lnTo>
                      <a:pt x="699" y="28"/>
                    </a:lnTo>
                    <a:lnTo>
                      <a:pt x="701" y="27"/>
                    </a:lnTo>
                    <a:lnTo>
                      <a:pt x="701" y="26"/>
                    </a:lnTo>
                    <a:lnTo>
                      <a:pt x="702" y="24"/>
                    </a:lnTo>
                    <a:lnTo>
                      <a:pt x="703" y="23"/>
                    </a:lnTo>
                    <a:lnTo>
                      <a:pt x="703" y="22"/>
                    </a:lnTo>
                    <a:lnTo>
                      <a:pt x="704" y="21"/>
                    </a:lnTo>
                    <a:lnTo>
                      <a:pt x="705" y="20"/>
                    </a:lnTo>
                    <a:lnTo>
                      <a:pt x="705" y="18"/>
                    </a:lnTo>
                    <a:lnTo>
                      <a:pt x="707" y="17"/>
                    </a:lnTo>
                    <a:lnTo>
                      <a:pt x="707" y="16"/>
                    </a:lnTo>
                    <a:lnTo>
                      <a:pt x="708" y="16"/>
                    </a:lnTo>
                    <a:lnTo>
                      <a:pt x="708" y="15"/>
                    </a:lnTo>
                    <a:lnTo>
                      <a:pt x="709" y="14"/>
                    </a:lnTo>
                    <a:lnTo>
                      <a:pt x="709" y="12"/>
                    </a:lnTo>
                    <a:lnTo>
                      <a:pt x="710" y="11"/>
                    </a:lnTo>
                    <a:lnTo>
                      <a:pt x="711" y="10"/>
                    </a:lnTo>
                    <a:lnTo>
                      <a:pt x="713" y="9"/>
                    </a:lnTo>
                    <a:lnTo>
                      <a:pt x="713" y="8"/>
                    </a:lnTo>
                    <a:lnTo>
                      <a:pt x="714" y="6"/>
                    </a:lnTo>
                    <a:lnTo>
                      <a:pt x="714" y="4"/>
                    </a:lnTo>
                    <a:lnTo>
                      <a:pt x="715" y="3"/>
                    </a:lnTo>
                    <a:lnTo>
                      <a:pt x="716" y="2"/>
                    </a:lnTo>
                    <a:lnTo>
                      <a:pt x="71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2" name="Freeform 211">
                <a:extLst>
                  <a:ext uri="{FF2B5EF4-FFF2-40B4-BE49-F238E27FC236}">
                    <a16:creationId xmlns:a16="http://schemas.microsoft.com/office/drawing/2014/main" id="{48B117E9-28BD-4BAC-B602-D0D120C6D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638" y="3554413"/>
                <a:ext cx="66675" cy="227012"/>
              </a:xfrm>
              <a:custGeom>
                <a:avLst/>
                <a:gdLst>
                  <a:gd name="T0" fmla="*/ 2147483646 w 85"/>
                  <a:gd name="T1" fmla="*/ 2147483646 h 286"/>
                  <a:gd name="T2" fmla="*/ 2147483646 w 85"/>
                  <a:gd name="T3" fmla="*/ 2147483646 h 286"/>
                  <a:gd name="T4" fmla="*/ 2147483646 w 85"/>
                  <a:gd name="T5" fmla="*/ 2147483646 h 286"/>
                  <a:gd name="T6" fmla="*/ 2147483646 w 85"/>
                  <a:gd name="T7" fmla="*/ 2147483646 h 286"/>
                  <a:gd name="T8" fmla="*/ 2147483646 w 85"/>
                  <a:gd name="T9" fmla="*/ 2147483646 h 286"/>
                  <a:gd name="T10" fmla="*/ 2147483646 w 85"/>
                  <a:gd name="T11" fmla="*/ 2147483646 h 286"/>
                  <a:gd name="T12" fmla="*/ 2147483646 w 85"/>
                  <a:gd name="T13" fmla="*/ 2147483646 h 286"/>
                  <a:gd name="T14" fmla="*/ 2147483646 w 85"/>
                  <a:gd name="T15" fmla="*/ 2147483646 h 286"/>
                  <a:gd name="T16" fmla="*/ 2147483646 w 85"/>
                  <a:gd name="T17" fmla="*/ 2147483646 h 286"/>
                  <a:gd name="T18" fmla="*/ 2147483646 w 85"/>
                  <a:gd name="T19" fmla="*/ 2147483646 h 286"/>
                  <a:gd name="T20" fmla="*/ 2147483646 w 85"/>
                  <a:gd name="T21" fmla="*/ 2147483646 h 286"/>
                  <a:gd name="T22" fmla="*/ 2147483646 w 85"/>
                  <a:gd name="T23" fmla="*/ 2147483646 h 286"/>
                  <a:gd name="T24" fmla="*/ 2147483646 w 85"/>
                  <a:gd name="T25" fmla="*/ 2147483646 h 286"/>
                  <a:gd name="T26" fmla="*/ 2147483646 w 85"/>
                  <a:gd name="T27" fmla="*/ 2147483646 h 286"/>
                  <a:gd name="T28" fmla="*/ 2147483646 w 85"/>
                  <a:gd name="T29" fmla="*/ 2147483646 h 286"/>
                  <a:gd name="T30" fmla="*/ 2147483646 w 85"/>
                  <a:gd name="T31" fmla="*/ 2147483646 h 286"/>
                  <a:gd name="T32" fmla="*/ 2147483646 w 85"/>
                  <a:gd name="T33" fmla="*/ 2147483646 h 286"/>
                  <a:gd name="T34" fmla="*/ 2147483646 w 85"/>
                  <a:gd name="T35" fmla="*/ 2147483646 h 286"/>
                  <a:gd name="T36" fmla="*/ 2147483646 w 85"/>
                  <a:gd name="T37" fmla="*/ 2147483646 h 286"/>
                  <a:gd name="T38" fmla="*/ 2147483646 w 85"/>
                  <a:gd name="T39" fmla="*/ 2147483646 h 286"/>
                  <a:gd name="T40" fmla="*/ 2147483646 w 85"/>
                  <a:gd name="T41" fmla="*/ 2147483646 h 286"/>
                  <a:gd name="T42" fmla="*/ 2147483646 w 85"/>
                  <a:gd name="T43" fmla="*/ 2147483646 h 286"/>
                  <a:gd name="T44" fmla="*/ 2147483646 w 85"/>
                  <a:gd name="T45" fmla="*/ 2147483646 h 286"/>
                  <a:gd name="T46" fmla="*/ 2147483646 w 85"/>
                  <a:gd name="T47" fmla="*/ 2147483646 h 286"/>
                  <a:gd name="T48" fmla="*/ 2147483646 w 85"/>
                  <a:gd name="T49" fmla="*/ 2147483646 h 286"/>
                  <a:gd name="T50" fmla="*/ 2147483646 w 85"/>
                  <a:gd name="T51" fmla="*/ 2147483646 h 286"/>
                  <a:gd name="T52" fmla="*/ 2147483646 w 85"/>
                  <a:gd name="T53" fmla="*/ 2147483646 h 286"/>
                  <a:gd name="T54" fmla="*/ 2147483646 w 85"/>
                  <a:gd name="T55" fmla="*/ 2147483646 h 286"/>
                  <a:gd name="T56" fmla="*/ 2147483646 w 85"/>
                  <a:gd name="T57" fmla="*/ 2147483646 h 286"/>
                  <a:gd name="T58" fmla="*/ 2147483646 w 85"/>
                  <a:gd name="T59" fmla="*/ 2147483646 h 286"/>
                  <a:gd name="T60" fmla="*/ 2147483646 w 85"/>
                  <a:gd name="T61" fmla="*/ 2147483646 h 286"/>
                  <a:gd name="T62" fmla="*/ 2147483646 w 85"/>
                  <a:gd name="T63" fmla="*/ 2147483646 h 286"/>
                  <a:gd name="T64" fmla="*/ 2147483646 w 85"/>
                  <a:gd name="T65" fmla="*/ 2147483646 h 286"/>
                  <a:gd name="T66" fmla="*/ 2147483646 w 85"/>
                  <a:gd name="T67" fmla="*/ 2147483646 h 286"/>
                  <a:gd name="T68" fmla="*/ 2147483646 w 85"/>
                  <a:gd name="T69" fmla="*/ 2147483646 h 286"/>
                  <a:gd name="T70" fmla="*/ 2147483646 w 85"/>
                  <a:gd name="T71" fmla="*/ 2147483646 h 286"/>
                  <a:gd name="T72" fmla="*/ 2147483646 w 85"/>
                  <a:gd name="T73" fmla="*/ 2147483646 h 286"/>
                  <a:gd name="T74" fmla="*/ 2147483646 w 85"/>
                  <a:gd name="T75" fmla="*/ 2147483646 h 286"/>
                  <a:gd name="T76" fmla="*/ 2147483646 w 85"/>
                  <a:gd name="T77" fmla="*/ 2147483646 h 286"/>
                  <a:gd name="T78" fmla="*/ 2147483646 w 85"/>
                  <a:gd name="T79" fmla="*/ 2147483646 h 286"/>
                  <a:gd name="T80" fmla="*/ 2147483646 w 85"/>
                  <a:gd name="T81" fmla="*/ 2147483646 h 286"/>
                  <a:gd name="T82" fmla="*/ 2147483646 w 85"/>
                  <a:gd name="T83" fmla="*/ 2147483646 h 286"/>
                  <a:gd name="T84" fmla="*/ 2147483646 w 85"/>
                  <a:gd name="T85" fmla="*/ 2147483646 h 286"/>
                  <a:gd name="T86" fmla="*/ 2147483646 w 85"/>
                  <a:gd name="T87" fmla="*/ 2147483646 h 286"/>
                  <a:gd name="T88" fmla="*/ 2147483646 w 85"/>
                  <a:gd name="T89" fmla="*/ 2147483646 h 286"/>
                  <a:gd name="T90" fmla="*/ 2147483646 w 85"/>
                  <a:gd name="T91" fmla="*/ 2147483646 h 286"/>
                  <a:gd name="T92" fmla="*/ 2147483646 w 85"/>
                  <a:gd name="T93" fmla="*/ 2147483646 h 286"/>
                  <a:gd name="T94" fmla="*/ 2147483646 w 85"/>
                  <a:gd name="T95" fmla="*/ 2147483646 h 286"/>
                  <a:gd name="T96" fmla="*/ 2147483646 w 85"/>
                  <a:gd name="T97" fmla="*/ 2147483646 h 286"/>
                  <a:gd name="T98" fmla="*/ 2147483646 w 85"/>
                  <a:gd name="T99" fmla="*/ 2147483646 h 286"/>
                  <a:gd name="T100" fmla="*/ 2147483646 w 85"/>
                  <a:gd name="T101" fmla="*/ 2147483646 h 286"/>
                  <a:gd name="T102" fmla="*/ 2147483646 w 85"/>
                  <a:gd name="T103" fmla="*/ 2147483646 h 286"/>
                  <a:gd name="T104" fmla="*/ 2147483646 w 85"/>
                  <a:gd name="T105" fmla="*/ 2147483646 h 286"/>
                  <a:gd name="T106" fmla="*/ 2147483646 w 85"/>
                  <a:gd name="T107" fmla="*/ 2147483646 h 286"/>
                  <a:gd name="T108" fmla="*/ 2147483646 w 85"/>
                  <a:gd name="T109" fmla="*/ 2147483646 h 286"/>
                  <a:gd name="T110" fmla="*/ 2147483646 w 85"/>
                  <a:gd name="T111" fmla="*/ 2147483646 h 286"/>
                  <a:gd name="T112" fmla="*/ 2147483646 w 85"/>
                  <a:gd name="T113" fmla="*/ 2147483646 h 2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6">
                    <a:moveTo>
                      <a:pt x="0" y="0"/>
                    </a:moveTo>
                    <a:lnTo>
                      <a:pt x="1" y="2"/>
                    </a:lnTo>
                    <a:lnTo>
                      <a:pt x="3" y="6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2" y="21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6" y="30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9" y="33"/>
                    </a:lnTo>
                    <a:lnTo>
                      <a:pt x="19" y="34"/>
                    </a:lnTo>
                    <a:lnTo>
                      <a:pt x="19" y="36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2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5" y="49"/>
                    </a:lnTo>
                    <a:lnTo>
                      <a:pt x="26" y="50"/>
                    </a:lnTo>
                    <a:lnTo>
                      <a:pt x="26" y="52"/>
                    </a:lnTo>
                    <a:lnTo>
                      <a:pt x="27" y="54"/>
                    </a:lnTo>
                    <a:lnTo>
                      <a:pt x="28" y="55"/>
                    </a:lnTo>
                    <a:lnTo>
                      <a:pt x="28" y="56"/>
                    </a:lnTo>
                    <a:lnTo>
                      <a:pt x="30" y="58"/>
                    </a:lnTo>
                    <a:lnTo>
                      <a:pt x="30" y="60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2" y="63"/>
                    </a:lnTo>
                    <a:lnTo>
                      <a:pt x="32" y="64"/>
                    </a:lnTo>
                    <a:lnTo>
                      <a:pt x="32" y="66"/>
                    </a:lnTo>
                    <a:lnTo>
                      <a:pt x="33" y="67"/>
                    </a:lnTo>
                    <a:lnTo>
                      <a:pt x="33" y="68"/>
                    </a:lnTo>
                    <a:lnTo>
                      <a:pt x="33" y="69"/>
                    </a:lnTo>
                    <a:lnTo>
                      <a:pt x="34" y="70"/>
                    </a:lnTo>
                    <a:lnTo>
                      <a:pt x="34" y="72"/>
                    </a:lnTo>
                    <a:lnTo>
                      <a:pt x="34" y="73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7" y="76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8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5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2" y="90"/>
                    </a:lnTo>
                    <a:lnTo>
                      <a:pt x="42" y="92"/>
                    </a:lnTo>
                    <a:lnTo>
                      <a:pt x="43" y="93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5" y="99"/>
                    </a:lnTo>
                    <a:lnTo>
                      <a:pt x="45" y="100"/>
                    </a:lnTo>
                    <a:lnTo>
                      <a:pt x="46" y="102"/>
                    </a:lnTo>
                    <a:lnTo>
                      <a:pt x="46" y="103"/>
                    </a:lnTo>
                    <a:lnTo>
                      <a:pt x="48" y="104"/>
                    </a:lnTo>
                    <a:lnTo>
                      <a:pt x="48" y="105"/>
                    </a:lnTo>
                    <a:lnTo>
                      <a:pt x="48" y="106"/>
                    </a:lnTo>
                    <a:lnTo>
                      <a:pt x="49" y="108"/>
                    </a:lnTo>
                    <a:lnTo>
                      <a:pt x="49" y="109"/>
                    </a:lnTo>
                    <a:lnTo>
                      <a:pt x="49" y="110"/>
                    </a:lnTo>
                    <a:lnTo>
                      <a:pt x="50" y="111"/>
                    </a:lnTo>
                    <a:lnTo>
                      <a:pt x="50" y="112"/>
                    </a:lnTo>
                    <a:lnTo>
                      <a:pt x="50" y="114"/>
                    </a:lnTo>
                    <a:lnTo>
                      <a:pt x="51" y="115"/>
                    </a:lnTo>
                    <a:lnTo>
                      <a:pt x="51" y="116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4" y="122"/>
                    </a:lnTo>
                    <a:lnTo>
                      <a:pt x="54" y="123"/>
                    </a:lnTo>
                    <a:lnTo>
                      <a:pt x="54" y="124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7" y="133"/>
                    </a:lnTo>
                    <a:lnTo>
                      <a:pt x="57" y="135"/>
                    </a:lnTo>
                    <a:lnTo>
                      <a:pt x="58" y="138"/>
                    </a:lnTo>
                    <a:lnTo>
                      <a:pt x="58" y="139"/>
                    </a:lnTo>
                    <a:lnTo>
                      <a:pt x="60" y="141"/>
                    </a:lnTo>
                    <a:lnTo>
                      <a:pt x="60" y="142"/>
                    </a:lnTo>
                    <a:lnTo>
                      <a:pt x="60" y="144"/>
                    </a:lnTo>
                    <a:lnTo>
                      <a:pt x="61" y="145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62" y="150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63" y="153"/>
                    </a:lnTo>
                    <a:lnTo>
                      <a:pt x="63" y="154"/>
                    </a:lnTo>
                    <a:lnTo>
                      <a:pt x="63" y="156"/>
                    </a:lnTo>
                    <a:lnTo>
                      <a:pt x="64" y="157"/>
                    </a:lnTo>
                    <a:lnTo>
                      <a:pt x="64" y="158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6" y="162"/>
                    </a:lnTo>
                    <a:lnTo>
                      <a:pt x="66" y="163"/>
                    </a:lnTo>
                    <a:lnTo>
                      <a:pt x="67" y="164"/>
                    </a:lnTo>
                    <a:lnTo>
                      <a:pt x="67" y="165"/>
                    </a:lnTo>
                    <a:lnTo>
                      <a:pt x="67" y="168"/>
                    </a:lnTo>
                    <a:lnTo>
                      <a:pt x="68" y="169"/>
                    </a:lnTo>
                    <a:lnTo>
                      <a:pt x="68" y="170"/>
                    </a:lnTo>
                    <a:lnTo>
                      <a:pt x="68" y="171"/>
                    </a:lnTo>
                    <a:lnTo>
                      <a:pt x="69" y="174"/>
                    </a:lnTo>
                    <a:lnTo>
                      <a:pt x="69" y="175"/>
                    </a:lnTo>
                    <a:lnTo>
                      <a:pt x="70" y="177"/>
                    </a:lnTo>
                    <a:lnTo>
                      <a:pt x="70" y="178"/>
                    </a:lnTo>
                    <a:lnTo>
                      <a:pt x="72" y="181"/>
                    </a:lnTo>
                    <a:lnTo>
                      <a:pt x="72" y="182"/>
                    </a:lnTo>
                    <a:lnTo>
                      <a:pt x="73" y="184"/>
                    </a:lnTo>
                    <a:lnTo>
                      <a:pt x="73" y="186"/>
                    </a:lnTo>
                    <a:lnTo>
                      <a:pt x="74" y="187"/>
                    </a:lnTo>
                    <a:lnTo>
                      <a:pt x="74" y="189"/>
                    </a:lnTo>
                    <a:lnTo>
                      <a:pt x="74" y="190"/>
                    </a:lnTo>
                    <a:lnTo>
                      <a:pt x="75" y="192"/>
                    </a:lnTo>
                    <a:lnTo>
                      <a:pt x="75" y="193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6" y="196"/>
                    </a:lnTo>
                    <a:lnTo>
                      <a:pt x="76" y="198"/>
                    </a:lnTo>
                    <a:lnTo>
                      <a:pt x="76" y="199"/>
                    </a:lnTo>
                    <a:lnTo>
                      <a:pt x="76" y="200"/>
                    </a:lnTo>
                    <a:lnTo>
                      <a:pt x="78" y="201"/>
                    </a:lnTo>
                    <a:lnTo>
                      <a:pt x="78" y="202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6"/>
                    </a:lnTo>
                    <a:lnTo>
                      <a:pt x="78" y="207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79" y="211"/>
                    </a:lnTo>
                    <a:lnTo>
                      <a:pt x="79" y="212"/>
                    </a:lnTo>
                    <a:lnTo>
                      <a:pt x="79" y="213"/>
                    </a:lnTo>
                    <a:lnTo>
                      <a:pt x="79" y="214"/>
                    </a:lnTo>
                    <a:lnTo>
                      <a:pt x="79" y="216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9" y="220"/>
                    </a:lnTo>
                    <a:lnTo>
                      <a:pt x="79" y="223"/>
                    </a:lnTo>
                    <a:lnTo>
                      <a:pt x="80" y="224"/>
                    </a:lnTo>
                    <a:lnTo>
                      <a:pt x="80" y="225"/>
                    </a:lnTo>
                    <a:lnTo>
                      <a:pt x="80" y="226"/>
                    </a:lnTo>
                    <a:lnTo>
                      <a:pt x="80" y="228"/>
                    </a:lnTo>
                    <a:lnTo>
                      <a:pt x="80" y="229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80" y="232"/>
                    </a:lnTo>
                    <a:lnTo>
                      <a:pt x="80" y="234"/>
                    </a:lnTo>
                    <a:lnTo>
                      <a:pt x="80" y="235"/>
                    </a:lnTo>
                    <a:lnTo>
                      <a:pt x="80" y="236"/>
                    </a:lnTo>
                    <a:lnTo>
                      <a:pt x="81" y="237"/>
                    </a:lnTo>
                    <a:lnTo>
                      <a:pt x="81" y="238"/>
                    </a:lnTo>
                    <a:lnTo>
                      <a:pt x="81" y="240"/>
                    </a:lnTo>
                    <a:lnTo>
                      <a:pt x="81" y="241"/>
                    </a:lnTo>
                    <a:lnTo>
                      <a:pt x="81" y="242"/>
                    </a:lnTo>
                    <a:lnTo>
                      <a:pt x="81" y="243"/>
                    </a:lnTo>
                    <a:lnTo>
                      <a:pt x="81" y="244"/>
                    </a:lnTo>
                    <a:lnTo>
                      <a:pt x="82" y="244"/>
                    </a:lnTo>
                    <a:lnTo>
                      <a:pt x="82" y="246"/>
                    </a:lnTo>
                    <a:lnTo>
                      <a:pt x="82" y="247"/>
                    </a:lnTo>
                    <a:lnTo>
                      <a:pt x="82" y="248"/>
                    </a:lnTo>
                    <a:lnTo>
                      <a:pt x="82" y="249"/>
                    </a:lnTo>
                    <a:lnTo>
                      <a:pt x="82" y="250"/>
                    </a:lnTo>
                    <a:lnTo>
                      <a:pt x="84" y="252"/>
                    </a:lnTo>
                    <a:lnTo>
                      <a:pt x="84" y="253"/>
                    </a:lnTo>
                    <a:lnTo>
                      <a:pt x="84" y="254"/>
                    </a:lnTo>
                    <a:lnTo>
                      <a:pt x="84" y="255"/>
                    </a:lnTo>
                    <a:lnTo>
                      <a:pt x="84" y="256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59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5" y="262"/>
                    </a:lnTo>
                    <a:lnTo>
                      <a:pt x="85" y="264"/>
                    </a:lnTo>
                    <a:lnTo>
                      <a:pt x="85" y="265"/>
                    </a:lnTo>
                    <a:lnTo>
                      <a:pt x="85" y="266"/>
                    </a:lnTo>
                    <a:lnTo>
                      <a:pt x="85" y="267"/>
                    </a:lnTo>
                    <a:lnTo>
                      <a:pt x="85" y="268"/>
                    </a:lnTo>
                    <a:lnTo>
                      <a:pt x="85" y="270"/>
                    </a:lnTo>
                    <a:lnTo>
                      <a:pt x="85" y="271"/>
                    </a:lnTo>
                    <a:lnTo>
                      <a:pt x="85" y="272"/>
                    </a:lnTo>
                    <a:lnTo>
                      <a:pt x="85" y="274"/>
                    </a:lnTo>
                    <a:lnTo>
                      <a:pt x="84" y="276"/>
                    </a:lnTo>
                    <a:lnTo>
                      <a:pt x="84" y="278"/>
                    </a:lnTo>
                    <a:lnTo>
                      <a:pt x="84" y="279"/>
                    </a:lnTo>
                    <a:lnTo>
                      <a:pt x="84" y="282"/>
                    </a:lnTo>
                    <a:lnTo>
                      <a:pt x="84" y="284"/>
                    </a:lnTo>
                    <a:lnTo>
                      <a:pt x="84" y="28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3" name="Freeform 212">
                <a:extLst>
                  <a:ext uri="{FF2B5EF4-FFF2-40B4-BE49-F238E27FC236}">
                    <a16:creationId xmlns:a16="http://schemas.microsoft.com/office/drawing/2014/main" id="{A6794C8E-A52B-4C94-894D-A27D9050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638" y="3781425"/>
                <a:ext cx="66675" cy="227013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287"/>
                    </a:moveTo>
                    <a:lnTo>
                      <a:pt x="1" y="283"/>
                    </a:lnTo>
                    <a:lnTo>
                      <a:pt x="3" y="281"/>
                    </a:lnTo>
                    <a:lnTo>
                      <a:pt x="4" y="278"/>
                    </a:lnTo>
                    <a:lnTo>
                      <a:pt x="6" y="275"/>
                    </a:lnTo>
                    <a:lnTo>
                      <a:pt x="7" y="272"/>
                    </a:lnTo>
                    <a:lnTo>
                      <a:pt x="9" y="271"/>
                    </a:lnTo>
                    <a:lnTo>
                      <a:pt x="10" y="269"/>
                    </a:lnTo>
                    <a:lnTo>
                      <a:pt x="10" y="266"/>
                    </a:lnTo>
                    <a:lnTo>
                      <a:pt x="12" y="265"/>
                    </a:lnTo>
                    <a:lnTo>
                      <a:pt x="13" y="263"/>
                    </a:lnTo>
                    <a:lnTo>
                      <a:pt x="14" y="262"/>
                    </a:lnTo>
                    <a:lnTo>
                      <a:pt x="15" y="259"/>
                    </a:lnTo>
                    <a:lnTo>
                      <a:pt x="15" y="258"/>
                    </a:lnTo>
                    <a:lnTo>
                      <a:pt x="16" y="257"/>
                    </a:lnTo>
                    <a:lnTo>
                      <a:pt x="16" y="256"/>
                    </a:lnTo>
                    <a:lnTo>
                      <a:pt x="18" y="254"/>
                    </a:lnTo>
                    <a:lnTo>
                      <a:pt x="19" y="253"/>
                    </a:lnTo>
                    <a:lnTo>
                      <a:pt x="19" y="252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8"/>
                    </a:lnTo>
                    <a:lnTo>
                      <a:pt x="21" y="247"/>
                    </a:lnTo>
                    <a:lnTo>
                      <a:pt x="21" y="246"/>
                    </a:lnTo>
                    <a:lnTo>
                      <a:pt x="22" y="245"/>
                    </a:lnTo>
                    <a:lnTo>
                      <a:pt x="22" y="244"/>
                    </a:lnTo>
                    <a:lnTo>
                      <a:pt x="24" y="242"/>
                    </a:lnTo>
                    <a:lnTo>
                      <a:pt x="24" y="241"/>
                    </a:lnTo>
                    <a:lnTo>
                      <a:pt x="24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6" y="236"/>
                    </a:lnTo>
                    <a:lnTo>
                      <a:pt x="26" y="234"/>
                    </a:lnTo>
                    <a:lnTo>
                      <a:pt x="27" y="233"/>
                    </a:lnTo>
                    <a:lnTo>
                      <a:pt x="28" y="232"/>
                    </a:lnTo>
                    <a:lnTo>
                      <a:pt x="28" y="229"/>
                    </a:lnTo>
                    <a:lnTo>
                      <a:pt x="30" y="228"/>
                    </a:lnTo>
                    <a:lnTo>
                      <a:pt x="30" y="227"/>
                    </a:lnTo>
                    <a:lnTo>
                      <a:pt x="30" y="226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2" y="222"/>
                    </a:lnTo>
                    <a:lnTo>
                      <a:pt x="32" y="221"/>
                    </a:lnTo>
                    <a:lnTo>
                      <a:pt x="33" y="220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4" y="214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7" y="210"/>
                    </a:lnTo>
                    <a:lnTo>
                      <a:pt x="37" y="209"/>
                    </a:lnTo>
                    <a:lnTo>
                      <a:pt x="37" y="208"/>
                    </a:lnTo>
                    <a:lnTo>
                      <a:pt x="38" y="206"/>
                    </a:lnTo>
                    <a:lnTo>
                      <a:pt x="38" y="205"/>
                    </a:lnTo>
                    <a:lnTo>
                      <a:pt x="39" y="203"/>
                    </a:lnTo>
                    <a:lnTo>
                      <a:pt x="39" y="202"/>
                    </a:lnTo>
                    <a:lnTo>
                      <a:pt x="40" y="200"/>
                    </a:lnTo>
                    <a:lnTo>
                      <a:pt x="40" y="198"/>
                    </a:lnTo>
                    <a:lnTo>
                      <a:pt x="42" y="197"/>
                    </a:lnTo>
                    <a:lnTo>
                      <a:pt x="42" y="194"/>
                    </a:lnTo>
                    <a:lnTo>
                      <a:pt x="43" y="193"/>
                    </a:lnTo>
                    <a:lnTo>
                      <a:pt x="44" y="191"/>
                    </a:lnTo>
                    <a:lnTo>
                      <a:pt x="44" y="190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6" y="185"/>
                    </a:lnTo>
                    <a:lnTo>
                      <a:pt x="46" y="184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8" y="179"/>
                    </a:lnTo>
                    <a:lnTo>
                      <a:pt x="49" y="178"/>
                    </a:lnTo>
                    <a:lnTo>
                      <a:pt x="49" y="176"/>
                    </a:lnTo>
                    <a:lnTo>
                      <a:pt x="50" y="175"/>
                    </a:lnTo>
                    <a:lnTo>
                      <a:pt x="50" y="174"/>
                    </a:lnTo>
                    <a:lnTo>
                      <a:pt x="50" y="173"/>
                    </a:lnTo>
                    <a:lnTo>
                      <a:pt x="51" y="172"/>
                    </a:lnTo>
                    <a:lnTo>
                      <a:pt x="51" y="170"/>
                    </a:lnTo>
                    <a:lnTo>
                      <a:pt x="51" y="169"/>
                    </a:lnTo>
                    <a:lnTo>
                      <a:pt x="52" y="168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8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4"/>
                    </a:lnTo>
                    <a:lnTo>
                      <a:pt x="57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1" y="140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2" y="137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1"/>
                    </a:lnTo>
                    <a:lnTo>
                      <a:pt x="64" y="130"/>
                    </a:lnTo>
                    <a:lnTo>
                      <a:pt x="64" y="128"/>
                    </a:lnTo>
                    <a:lnTo>
                      <a:pt x="64" y="127"/>
                    </a:lnTo>
                    <a:lnTo>
                      <a:pt x="64" y="126"/>
                    </a:lnTo>
                    <a:lnTo>
                      <a:pt x="66" y="125"/>
                    </a:lnTo>
                    <a:lnTo>
                      <a:pt x="66" y="124"/>
                    </a:lnTo>
                    <a:lnTo>
                      <a:pt x="66" y="122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8"/>
                    </a:lnTo>
                    <a:lnTo>
                      <a:pt x="68" y="116"/>
                    </a:lnTo>
                    <a:lnTo>
                      <a:pt x="68" y="115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2" y="106"/>
                    </a:lnTo>
                    <a:lnTo>
                      <a:pt x="72" y="103"/>
                    </a:lnTo>
                    <a:lnTo>
                      <a:pt x="73" y="102"/>
                    </a:lnTo>
                    <a:lnTo>
                      <a:pt x="73" y="101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6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8" y="80"/>
                    </a:lnTo>
                    <a:lnTo>
                      <a:pt x="78" y="79"/>
                    </a:lnTo>
                    <a:lnTo>
                      <a:pt x="78" y="78"/>
                    </a:lnTo>
                    <a:lnTo>
                      <a:pt x="78" y="77"/>
                    </a:lnTo>
                    <a:lnTo>
                      <a:pt x="79" y="76"/>
                    </a:lnTo>
                    <a:lnTo>
                      <a:pt x="79" y="74"/>
                    </a:lnTo>
                    <a:lnTo>
                      <a:pt x="79" y="73"/>
                    </a:lnTo>
                    <a:lnTo>
                      <a:pt x="79" y="72"/>
                    </a:lnTo>
                    <a:lnTo>
                      <a:pt x="79" y="71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0" y="61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8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80" y="52"/>
                    </a:lnTo>
                    <a:lnTo>
                      <a:pt x="80" y="50"/>
                    </a:lnTo>
                    <a:lnTo>
                      <a:pt x="81" y="49"/>
                    </a:lnTo>
                    <a:lnTo>
                      <a:pt x="81" y="48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4"/>
                    </a:lnTo>
                    <a:lnTo>
                      <a:pt x="81" y="43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2" y="36"/>
                    </a:lnTo>
                    <a:lnTo>
                      <a:pt x="84" y="35"/>
                    </a:lnTo>
                    <a:lnTo>
                      <a:pt x="84" y="34"/>
                    </a:lnTo>
                    <a:lnTo>
                      <a:pt x="84" y="32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5" y="19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4" y="8"/>
                    </a:lnTo>
                    <a:lnTo>
                      <a:pt x="84" y="7"/>
                    </a:lnTo>
                    <a:lnTo>
                      <a:pt x="84" y="5"/>
                    </a:lnTo>
                    <a:lnTo>
                      <a:pt x="84" y="2"/>
                    </a:lnTo>
                    <a:lnTo>
                      <a:pt x="8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4635" name="Group 73">
              <a:extLst>
                <a:ext uri="{FF2B5EF4-FFF2-40B4-BE49-F238E27FC236}">
                  <a16:creationId xmlns:a16="http://schemas.microsoft.com/office/drawing/2014/main" id="{E66A44E3-E58D-4D7B-B38B-080D7D1BE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38353" y="4458843"/>
              <a:ext cx="574675" cy="454025"/>
              <a:chOff x="5100638" y="3554413"/>
              <a:chExt cx="574675" cy="454025"/>
            </a:xfrm>
          </p:grpSpPr>
          <p:sp>
            <p:nvSpPr>
              <p:cNvPr id="154666" name="Freeform 209">
                <a:extLst>
                  <a:ext uri="{FF2B5EF4-FFF2-40B4-BE49-F238E27FC236}">
                    <a16:creationId xmlns:a16="http://schemas.microsoft.com/office/drawing/2014/main" id="{413B365D-8834-44A7-8E0C-F12B63CAD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400" y="3554413"/>
                <a:ext cx="569913" cy="227012"/>
              </a:xfrm>
              <a:custGeom>
                <a:avLst/>
                <a:gdLst>
                  <a:gd name="T0" fmla="*/ 2147483646 w 717"/>
                  <a:gd name="T1" fmla="*/ 0 h 284"/>
                  <a:gd name="T2" fmla="*/ 2147483646 w 717"/>
                  <a:gd name="T3" fmla="*/ 0 h 284"/>
                  <a:gd name="T4" fmla="*/ 2147483646 w 717"/>
                  <a:gd name="T5" fmla="*/ 0 h 284"/>
                  <a:gd name="T6" fmla="*/ 2147483646 w 717"/>
                  <a:gd name="T7" fmla="*/ 2147483646 h 284"/>
                  <a:gd name="T8" fmla="*/ 2147483646 w 717"/>
                  <a:gd name="T9" fmla="*/ 2147483646 h 284"/>
                  <a:gd name="T10" fmla="*/ 2147483646 w 717"/>
                  <a:gd name="T11" fmla="*/ 2147483646 h 284"/>
                  <a:gd name="T12" fmla="*/ 2147483646 w 717"/>
                  <a:gd name="T13" fmla="*/ 2147483646 h 284"/>
                  <a:gd name="T14" fmla="*/ 2147483646 w 717"/>
                  <a:gd name="T15" fmla="*/ 2147483646 h 284"/>
                  <a:gd name="T16" fmla="*/ 2147483646 w 717"/>
                  <a:gd name="T17" fmla="*/ 2147483646 h 284"/>
                  <a:gd name="T18" fmla="*/ 2147483646 w 717"/>
                  <a:gd name="T19" fmla="*/ 2147483646 h 284"/>
                  <a:gd name="T20" fmla="*/ 2147483646 w 717"/>
                  <a:gd name="T21" fmla="*/ 2147483646 h 284"/>
                  <a:gd name="T22" fmla="*/ 2147483646 w 717"/>
                  <a:gd name="T23" fmla="*/ 2147483646 h 284"/>
                  <a:gd name="T24" fmla="*/ 2147483646 w 717"/>
                  <a:gd name="T25" fmla="*/ 2147483646 h 284"/>
                  <a:gd name="T26" fmla="*/ 2147483646 w 717"/>
                  <a:gd name="T27" fmla="*/ 2147483646 h 284"/>
                  <a:gd name="T28" fmla="*/ 2147483646 w 717"/>
                  <a:gd name="T29" fmla="*/ 2147483646 h 284"/>
                  <a:gd name="T30" fmla="*/ 2147483646 w 717"/>
                  <a:gd name="T31" fmla="*/ 2147483646 h 284"/>
                  <a:gd name="T32" fmla="*/ 2147483646 w 717"/>
                  <a:gd name="T33" fmla="*/ 2147483646 h 284"/>
                  <a:gd name="T34" fmla="*/ 2147483646 w 717"/>
                  <a:gd name="T35" fmla="*/ 2147483646 h 284"/>
                  <a:gd name="T36" fmla="*/ 2147483646 w 717"/>
                  <a:gd name="T37" fmla="*/ 2147483646 h 284"/>
                  <a:gd name="T38" fmla="*/ 2147483646 w 717"/>
                  <a:gd name="T39" fmla="*/ 2147483646 h 284"/>
                  <a:gd name="T40" fmla="*/ 2147483646 w 717"/>
                  <a:gd name="T41" fmla="*/ 2147483646 h 284"/>
                  <a:gd name="T42" fmla="*/ 2147483646 w 717"/>
                  <a:gd name="T43" fmla="*/ 2147483646 h 284"/>
                  <a:gd name="T44" fmla="*/ 2147483646 w 717"/>
                  <a:gd name="T45" fmla="*/ 2147483646 h 284"/>
                  <a:gd name="T46" fmla="*/ 2147483646 w 717"/>
                  <a:gd name="T47" fmla="*/ 2147483646 h 284"/>
                  <a:gd name="T48" fmla="*/ 2147483646 w 717"/>
                  <a:gd name="T49" fmla="*/ 2147483646 h 284"/>
                  <a:gd name="T50" fmla="*/ 2147483646 w 717"/>
                  <a:gd name="T51" fmla="*/ 2147483646 h 284"/>
                  <a:gd name="T52" fmla="*/ 2147483646 w 717"/>
                  <a:gd name="T53" fmla="*/ 2147483646 h 284"/>
                  <a:gd name="T54" fmla="*/ 2147483646 w 717"/>
                  <a:gd name="T55" fmla="*/ 2147483646 h 284"/>
                  <a:gd name="T56" fmla="*/ 2147483646 w 717"/>
                  <a:gd name="T57" fmla="*/ 2147483646 h 284"/>
                  <a:gd name="T58" fmla="*/ 2147483646 w 717"/>
                  <a:gd name="T59" fmla="*/ 2147483646 h 284"/>
                  <a:gd name="T60" fmla="*/ 2147483646 w 717"/>
                  <a:gd name="T61" fmla="*/ 2147483646 h 284"/>
                  <a:gd name="T62" fmla="*/ 2147483646 w 717"/>
                  <a:gd name="T63" fmla="*/ 2147483646 h 284"/>
                  <a:gd name="T64" fmla="*/ 2147483646 w 717"/>
                  <a:gd name="T65" fmla="*/ 2147483646 h 284"/>
                  <a:gd name="T66" fmla="*/ 2147483646 w 717"/>
                  <a:gd name="T67" fmla="*/ 2147483646 h 284"/>
                  <a:gd name="T68" fmla="*/ 2147483646 w 717"/>
                  <a:gd name="T69" fmla="*/ 2147483646 h 284"/>
                  <a:gd name="T70" fmla="*/ 2147483646 w 717"/>
                  <a:gd name="T71" fmla="*/ 2147483646 h 284"/>
                  <a:gd name="T72" fmla="*/ 2147483646 w 717"/>
                  <a:gd name="T73" fmla="*/ 2147483646 h 284"/>
                  <a:gd name="T74" fmla="*/ 2147483646 w 717"/>
                  <a:gd name="T75" fmla="*/ 2147483646 h 284"/>
                  <a:gd name="T76" fmla="*/ 2147483646 w 717"/>
                  <a:gd name="T77" fmla="*/ 2147483646 h 284"/>
                  <a:gd name="T78" fmla="*/ 2147483646 w 717"/>
                  <a:gd name="T79" fmla="*/ 2147483646 h 284"/>
                  <a:gd name="T80" fmla="*/ 2147483646 w 717"/>
                  <a:gd name="T81" fmla="*/ 2147483646 h 284"/>
                  <a:gd name="T82" fmla="*/ 2147483646 w 717"/>
                  <a:gd name="T83" fmla="*/ 2147483646 h 284"/>
                  <a:gd name="T84" fmla="*/ 2147483646 w 717"/>
                  <a:gd name="T85" fmla="*/ 2147483646 h 284"/>
                  <a:gd name="T86" fmla="*/ 2147483646 w 717"/>
                  <a:gd name="T87" fmla="*/ 2147483646 h 284"/>
                  <a:gd name="T88" fmla="*/ 2147483646 w 717"/>
                  <a:gd name="T89" fmla="*/ 2147483646 h 284"/>
                  <a:gd name="T90" fmla="*/ 2147483646 w 717"/>
                  <a:gd name="T91" fmla="*/ 2147483646 h 284"/>
                  <a:gd name="T92" fmla="*/ 2147483646 w 717"/>
                  <a:gd name="T93" fmla="*/ 2147483646 h 284"/>
                  <a:gd name="T94" fmla="*/ 2147483646 w 717"/>
                  <a:gd name="T95" fmla="*/ 2147483646 h 284"/>
                  <a:gd name="T96" fmla="*/ 2147483646 w 717"/>
                  <a:gd name="T97" fmla="*/ 2147483646 h 284"/>
                  <a:gd name="T98" fmla="*/ 2147483646 w 717"/>
                  <a:gd name="T99" fmla="*/ 2147483646 h 284"/>
                  <a:gd name="T100" fmla="*/ 2147483646 w 717"/>
                  <a:gd name="T101" fmla="*/ 2147483646 h 284"/>
                  <a:gd name="T102" fmla="*/ 2147483646 w 717"/>
                  <a:gd name="T103" fmla="*/ 2147483646 h 284"/>
                  <a:gd name="T104" fmla="*/ 2147483646 w 717"/>
                  <a:gd name="T105" fmla="*/ 2147483646 h 284"/>
                  <a:gd name="T106" fmla="*/ 2147483646 w 717"/>
                  <a:gd name="T107" fmla="*/ 2147483646 h 284"/>
                  <a:gd name="T108" fmla="*/ 2147483646 w 717"/>
                  <a:gd name="T109" fmla="*/ 2147483646 h 284"/>
                  <a:gd name="T110" fmla="*/ 2147483646 w 717"/>
                  <a:gd name="T111" fmla="*/ 2147483646 h 284"/>
                  <a:gd name="T112" fmla="*/ 2147483646 w 717"/>
                  <a:gd name="T113" fmla="*/ 2147483646 h 284"/>
                  <a:gd name="T114" fmla="*/ 2147483646 w 717"/>
                  <a:gd name="T115" fmla="*/ 2147483646 h 284"/>
                  <a:gd name="T116" fmla="*/ 2147483646 w 717"/>
                  <a:gd name="T117" fmla="*/ 2147483646 h 284"/>
                  <a:gd name="T118" fmla="*/ 2147483646 w 717"/>
                  <a:gd name="T119" fmla="*/ 2147483646 h 284"/>
                  <a:gd name="T120" fmla="*/ 2147483646 w 717"/>
                  <a:gd name="T121" fmla="*/ 2147483646 h 2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4">
                    <a:moveTo>
                      <a:pt x="0" y="0"/>
                    </a:moveTo>
                    <a:lnTo>
                      <a:pt x="27" y="0"/>
                    </a:lnTo>
                    <a:lnTo>
                      <a:pt x="54" y="0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121" y="0"/>
                    </a:lnTo>
                    <a:lnTo>
                      <a:pt x="140" y="0"/>
                    </a:lnTo>
                    <a:lnTo>
                      <a:pt x="158" y="0"/>
                    </a:lnTo>
                    <a:lnTo>
                      <a:pt x="175" y="0"/>
                    </a:lnTo>
                    <a:lnTo>
                      <a:pt x="191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0" y="0"/>
                    </a:lnTo>
                    <a:lnTo>
                      <a:pt x="249" y="0"/>
                    </a:lnTo>
                    <a:lnTo>
                      <a:pt x="259" y="0"/>
                    </a:lnTo>
                    <a:lnTo>
                      <a:pt x="266" y="0"/>
                    </a:lnTo>
                    <a:lnTo>
                      <a:pt x="273" y="0"/>
                    </a:lnTo>
                    <a:lnTo>
                      <a:pt x="281" y="0"/>
                    </a:lnTo>
                    <a:lnTo>
                      <a:pt x="285" y="0"/>
                    </a:lnTo>
                    <a:lnTo>
                      <a:pt x="291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6" y="0"/>
                    </a:lnTo>
                    <a:lnTo>
                      <a:pt x="308" y="0"/>
                    </a:lnTo>
                    <a:lnTo>
                      <a:pt x="311" y="0"/>
                    </a:lnTo>
                    <a:lnTo>
                      <a:pt x="313" y="1"/>
                    </a:lnTo>
                    <a:lnTo>
                      <a:pt x="315" y="1"/>
                    </a:lnTo>
                    <a:lnTo>
                      <a:pt x="318" y="1"/>
                    </a:lnTo>
                    <a:lnTo>
                      <a:pt x="319" y="1"/>
                    </a:lnTo>
                    <a:lnTo>
                      <a:pt x="321" y="1"/>
                    </a:lnTo>
                    <a:lnTo>
                      <a:pt x="323" y="1"/>
                    </a:lnTo>
                    <a:lnTo>
                      <a:pt x="325" y="1"/>
                    </a:lnTo>
                    <a:lnTo>
                      <a:pt x="327" y="1"/>
                    </a:lnTo>
                    <a:lnTo>
                      <a:pt x="329" y="1"/>
                    </a:lnTo>
                    <a:lnTo>
                      <a:pt x="331" y="1"/>
                    </a:lnTo>
                    <a:lnTo>
                      <a:pt x="332" y="2"/>
                    </a:lnTo>
                    <a:lnTo>
                      <a:pt x="333" y="2"/>
                    </a:lnTo>
                    <a:lnTo>
                      <a:pt x="335" y="2"/>
                    </a:lnTo>
                    <a:lnTo>
                      <a:pt x="336" y="2"/>
                    </a:lnTo>
                    <a:lnTo>
                      <a:pt x="337" y="2"/>
                    </a:lnTo>
                    <a:lnTo>
                      <a:pt x="338" y="2"/>
                    </a:lnTo>
                    <a:lnTo>
                      <a:pt x="339" y="2"/>
                    </a:lnTo>
                    <a:lnTo>
                      <a:pt x="341" y="2"/>
                    </a:lnTo>
                    <a:lnTo>
                      <a:pt x="342" y="2"/>
                    </a:lnTo>
                    <a:lnTo>
                      <a:pt x="343" y="2"/>
                    </a:lnTo>
                    <a:lnTo>
                      <a:pt x="344" y="2"/>
                    </a:lnTo>
                    <a:lnTo>
                      <a:pt x="345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50" y="3"/>
                    </a:lnTo>
                    <a:lnTo>
                      <a:pt x="351" y="3"/>
                    </a:lnTo>
                    <a:lnTo>
                      <a:pt x="353" y="3"/>
                    </a:lnTo>
                    <a:lnTo>
                      <a:pt x="354" y="3"/>
                    </a:lnTo>
                    <a:lnTo>
                      <a:pt x="355" y="3"/>
                    </a:lnTo>
                    <a:lnTo>
                      <a:pt x="356" y="4"/>
                    </a:lnTo>
                    <a:lnTo>
                      <a:pt x="357" y="4"/>
                    </a:lnTo>
                    <a:lnTo>
                      <a:pt x="359" y="4"/>
                    </a:lnTo>
                    <a:lnTo>
                      <a:pt x="361" y="4"/>
                    </a:lnTo>
                    <a:lnTo>
                      <a:pt x="362" y="4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72" y="6"/>
                    </a:lnTo>
                    <a:lnTo>
                      <a:pt x="373" y="7"/>
                    </a:lnTo>
                    <a:lnTo>
                      <a:pt x="374" y="7"/>
                    </a:lnTo>
                    <a:lnTo>
                      <a:pt x="375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8"/>
                    </a:lnTo>
                    <a:lnTo>
                      <a:pt x="383" y="8"/>
                    </a:lnTo>
                    <a:lnTo>
                      <a:pt x="384" y="8"/>
                    </a:lnTo>
                    <a:lnTo>
                      <a:pt x="385" y="8"/>
                    </a:lnTo>
                    <a:lnTo>
                      <a:pt x="386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2" y="10"/>
                    </a:lnTo>
                    <a:lnTo>
                      <a:pt x="393" y="10"/>
                    </a:lnTo>
                    <a:lnTo>
                      <a:pt x="395" y="10"/>
                    </a:lnTo>
                    <a:lnTo>
                      <a:pt x="396" y="12"/>
                    </a:lnTo>
                    <a:lnTo>
                      <a:pt x="397" y="12"/>
                    </a:lnTo>
                    <a:lnTo>
                      <a:pt x="398" y="12"/>
                    </a:lnTo>
                    <a:lnTo>
                      <a:pt x="399" y="13"/>
                    </a:lnTo>
                    <a:lnTo>
                      <a:pt x="402" y="13"/>
                    </a:lnTo>
                    <a:lnTo>
                      <a:pt x="403" y="14"/>
                    </a:lnTo>
                    <a:lnTo>
                      <a:pt x="405" y="14"/>
                    </a:lnTo>
                    <a:lnTo>
                      <a:pt x="407" y="15"/>
                    </a:lnTo>
                    <a:lnTo>
                      <a:pt x="409" y="15"/>
                    </a:lnTo>
                    <a:lnTo>
                      <a:pt x="411" y="16"/>
                    </a:lnTo>
                    <a:lnTo>
                      <a:pt x="414" y="16"/>
                    </a:lnTo>
                    <a:lnTo>
                      <a:pt x="415" y="18"/>
                    </a:lnTo>
                    <a:lnTo>
                      <a:pt x="417" y="18"/>
                    </a:lnTo>
                    <a:lnTo>
                      <a:pt x="419" y="19"/>
                    </a:lnTo>
                    <a:lnTo>
                      <a:pt x="421" y="19"/>
                    </a:lnTo>
                    <a:lnTo>
                      <a:pt x="422" y="20"/>
                    </a:lnTo>
                    <a:lnTo>
                      <a:pt x="423" y="20"/>
                    </a:lnTo>
                    <a:lnTo>
                      <a:pt x="426" y="20"/>
                    </a:lnTo>
                    <a:lnTo>
                      <a:pt x="427" y="21"/>
                    </a:lnTo>
                    <a:lnTo>
                      <a:pt x="428" y="21"/>
                    </a:lnTo>
                    <a:lnTo>
                      <a:pt x="429" y="21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3" y="22"/>
                    </a:lnTo>
                    <a:lnTo>
                      <a:pt x="434" y="24"/>
                    </a:lnTo>
                    <a:lnTo>
                      <a:pt x="435" y="25"/>
                    </a:lnTo>
                    <a:lnTo>
                      <a:pt x="437" y="25"/>
                    </a:lnTo>
                    <a:lnTo>
                      <a:pt x="438" y="25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1" y="27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5" y="28"/>
                    </a:lnTo>
                    <a:lnTo>
                      <a:pt x="446" y="30"/>
                    </a:lnTo>
                    <a:lnTo>
                      <a:pt x="447" y="30"/>
                    </a:lnTo>
                    <a:lnTo>
                      <a:pt x="449" y="31"/>
                    </a:lnTo>
                    <a:lnTo>
                      <a:pt x="451" y="31"/>
                    </a:lnTo>
                    <a:lnTo>
                      <a:pt x="452" y="32"/>
                    </a:lnTo>
                    <a:lnTo>
                      <a:pt x="455" y="33"/>
                    </a:lnTo>
                    <a:lnTo>
                      <a:pt x="456" y="34"/>
                    </a:lnTo>
                    <a:lnTo>
                      <a:pt x="458" y="34"/>
                    </a:lnTo>
                    <a:lnTo>
                      <a:pt x="459" y="36"/>
                    </a:lnTo>
                    <a:lnTo>
                      <a:pt x="462" y="37"/>
                    </a:lnTo>
                    <a:lnTo>
                      <a:pt x="463" y="37"/>
                    </a:lnTo>
                    <a:lnTo>
                      <a:pt x="464" y="38"/>
                    </a:lnTo>
                    <a:lnTo>
                      <a:pt x="465" y="39"/>
                    </a:lnTo>
                    <a:lnTo>
                      <a:pt x="468" y="39"/>
                    </a:lnTo>
                    <a:lnTo>
                      <a:pt x="469" y="40"/>
                    </a:lnTo>
                    <a:lnTo>
                      <a:pt x="470" y="40"/>
                    </a:lnTo>
                    <a:lnTo>
                      <a:pt x="471" y="42"/>
                    </a:lnTo>
                    <a:lnTo>
                      <a:pt x="473" y="43"/>
                    </a:lnTo>
                    <a:lnTo>
                      <a:pt x="474" y="43"/>
                    </a:lnTo>
                    <a:lnTo>
                      <a:pt x="475" y="43"/>
                    </a:lnTo>
                    <a:lnTo>
                      <a:pt x="476" y="44"/>
                    </a:lnTo>
                    <a:lnTo>
                      <a:pt x="477" y="45"/>
                    </a:lnTo>
                    <a:lnTo>
                      <a:pt x="479" y="45"/>
                    </a:lnTo>
                    <a:lnTo>
                      <a:pt x="480" y="45"/>
                    </a:lnTo>
                    <a:lnTo>
                      <a:pt x="481" y="46"/>
                    </a:lnTo>
                    <a:lnTo>
                      <a:pt x="482" y="48"/>
                    </a:lnTo>
                    <a:lnTo>
                      <a:pt x="483" y="48"/>
                    </a:lnTo>
                    <a:lnTo>
                      <a:pt x="485" y="49"/>
                    </a:lnTo>
                    <a:lnTo>
                      <a:pt x="486" y="49"/>
                    </a:lnTo>
                    <a:lnTo>
                      <a:pt x="487" y="50"/>
                    </a:lnTo>
                    <a:lnTo>
                      <a:pt x="488" y="50"/>
                    </a:lnTo>
                    <a:lnTo>
                      <a:pt x="489" y="51"/>
                    </a:lnTo>
                    <a:lnTo>
                      <a:pt x="491" y="52"/>
                    </a:lnTo>
                    <a:lnTo>
                      <a:pt x="493" y="52"/>
                    </a:lnTo>
                    <a:lnTo>
                      <a:pt x="494" y="54"/>
                    </a:lnTo>
                    <a:lnTo>
                      <a:pt x="495" y="55"/>
                    </a:lnTo>
                    <a:lnTo>
                      <a:pt x="498" y="56"/>
                    </a:lnTo>
                    <a:lnTo>
                      <a:pt x="499" y="57"/>
                    </a:lnTo>
                    <a:lnTo>
                      <a:pt x="500" y="57"/>
                    </a:lnTo>
                    <a:lnTo>
                      <a:pt x="501" y="58"/>
                    </a:lnTo>
                    <a:lnTo>
                      <a:pt x="504" y="60"/>
                    </a:lnTo>
                    <a:lnTo>
                      <a:pt x="505" y="60"/>
                    </a:lnTo>
                    <a:lnTo>
                      <a:pt x="506" y="61"/>
                    </a:lnTo>
                    <a:lnTo>
                      <a:pt x="507" y="61"/>
                    </a:lnTo>
                    <a:lnTo>
                      <a:pt x="507" y="62"/>
                    </a:lnTo>
                    <a:lnTo>
                      <a:pt x="509" y="62"/>
                    </a:lnTo>
                    <a:lnTo>
                      <a:pt x="510" y="63"/>
                    </a:lnTo>
                    <a:lnTo>
                      <a:pt x="511" y="63"/>
                    </a:lnTo>
                    <a:lnTo>
                      <a:pt x="511" y="64"/>
                    </a:lnTo>
                    <a:lnTo>
                      <a:pt x="512" y="64"/>
                    </a:lnTo>
                    <a:lnTo>
                      <a:pt x="513" y="64"/>
                    </a:lnTo>
                    <a:lnTo>
                      <a:pt x="515" y="66"/>
                    </a:lnTo>
                    <a:lnTo>
                      <a:pt x="516" y="67"/>
                    </a:lnTo>
                    <a:lnTo>
                      <a:pt x="517" y="67"/>
                    </a:lnTo>
                    <a:lnTo>
                      <a:pt x="518" y="68"/>
                    </a:lnTo>
                    <a:lnTo>
                      <a:pt x="519" y="68"/>
                    </a:lnTo>
                    <a:lnTo>
                      <a:pt x="519" y="69"/>
                    </a:lnTo>
                    <a:lnTo>
                      <a:pt x="521" y="69"/>
                    </a:lnTo>
                    <a:lnTo>
                      <a:pt x="522" y="70"/>
                    </a:lnTo>
                    <a:lnTo>
                      <a:pt x="523" y="70"/>
                    </a:lnTo>
                    <a:lnTo>
                      <a:pt x="523" y="72"/>
                    </a:lnTo>
                    <a:lnTo>
                      <a:pt x="524" y="72"/>
                    </a:lnTo>
                    <a:lnTo>
                      <a:pt x="525" y="73"/>
                    </a:lnTo>
                    <a:lnTo>
                      <a:pt x="527" y="74"/>
                    </a:lnTo>
                    <a:lnTo>
                      <a:pt x="528" y="74"/>
                    </a:lnTo>
                    <a:lnTo>
                      <a:pt x="529" y="75"/>
                    </a:lnTo>
                    <a:lnTo>
                      <a:pt x="531" y="76"/>
                    </a:lnTo>
                    <a:lnTo>
                      <a:pt x="533" y="76"/>
                    </a:lnTo>
                    <a:lnTo>
                      <a:pt x="534" y="78"/>
                    </a:lnTo>
                    <a:lnTo>
                      <a:pt x="535" y="79"/>
                    </a:lnTo>
                    <a:lnTo>
                      <a:pt x="536" y="80"/>
                    </a:lnTo>
                    <a:lnTo>
                      <a:pt x="537" y="80"/>
                    </a:lnTo>
                    <a:lnTo>
                      <a:pt x="539" y="81"/>
                    </a:lnTo>
                    <a:lnTo>
                      <a:pt x="540" y="82"/>
                    </a:lnTo>
                    <a:lnTo>
                      <a:pt x="541" y="82"/>
                    </a:lnTo>
                    <a:lnTo>
                      <a:pt x="542" y="84"/>
                    </a:lnTo>
                    <a:lnTo>
                      <a:pt x="543" y="85"/>
                    </a:lnTo>
                    <a:lnTo>
                      <a:pt x="545" y="85"/>
                    </a:lnTo>
                    <a:lnTo>
                      <a:pt x="545" y="86"/>
                    </a:lnTo>
                    <a:lnTo>
                      <a:pt x="546" y="86"/>
                    </a:lnTo>
                    <a:lnTo>
                      <a:pt x="547" y="87"/>
                    </a:lnTo>
                    <a:lnTo>
                      <a:pt x="548" y="87"/>
                    </a:lnTo>
                    <a:lnTo>
                      <a:pt x="548" y="88"/>
                    </a:lnTo>
                    <a:lnTo>
                      <a:pt x="549" y="88"/>
                    </a:lnTo>
                    <a:lnTo>
                      <a:pt x="551" y="90"/>
                    </a:lnTo>
                    <a:lnTo>
                      <a:pt x="552" y="91"/>
                    </a:lnTo>
                    <a:lnTo>
                      <a:pt x="553" y="92"/>
                    </a:lnTo>
                    <a:lnTo>
                      <a:pt x="554" y="92"/>
                    </a:lnTo>
                    <a:lnTo>
                      <a:pt x="555" y="93"/>
                    </a:lnTo>
                    <a:lnTo>
                      <a:pt x="555" y="94"/>
                    </a:lnTo>
                    <a:lnTo>
                      <a:pt x="557" y="94"/>
                    </a:lnTo>
                    <a:lnTo>
                      <a:pt x="558" y="96"/>
                    </a:lnTo>
                    <a:lnTo>
                      <a:pt x="559" y="96"/>
                    </a:lnTo>
                    <a:lnTo>
                      <a:pt x="559" y="97"/>
                    </a:lnTo>
                    <a:lnTo>
                      <a:pt x="560" y="97"/>
                    </a:lnTo>
                    <a:lnTo>
                      <a:pt x="560" y="98"/>
                    </a:lnTo>
                    <a:lnTo>
                      <a:pt x="561" y="98"/>
                    </a:lnTo>
                    <a:lnTo>
                      <a:pt x="563" y="99"/>
                    </a:lnTo>
                    <a:lnTo>
                      <a:pt x="564" y="100"/>
                    </a:lnTo>
                    <a:lnTo>
                      <a:pt x="565" y="100"/>
                    </a:lnTo>
                    <a:lnTo>
                      <a:pt x="565" y="102"/>
                    </a:lnTo>
                    <a:lnTo>
                      <a:pt x="566" y="102"/>
                    </a:lnTo>
                    <a:lnTo>
                      <a:pt x="567" y="102"/>
                    </a:lnTo>
                    <a:lnTo>
                      <a:pt x="567" y="103"/>
                    </a:lnTo>
                    <a:lnTo>
                      <a:pt x="569" y="103"/>
                    </a:lnTo>
                    <a:lnTo>
                      <a:pt x="569" y="104"/>
                    </a:lnTo>
                    <a:lnTo>
                      <a:pt x="570" y="104"/>
                    </a:lnTo>
                    <a:lnTo>
                      <a:pt x="571" y="105"/>
                    </a:lnTo>
                    <a:lnTo>
                      <a:pt x="572" y="105"/>
                    </a:lnTo>
                    <a:lnTo>
                      <a:pt x="572" y="106"/>
                    </a:lnTo>
                    <a:lnTo>
                      <a:pt x="573" y="106"/>
                    </a:lnTo>
                    <a:lnTo>
                      <a:pt x="575" y="108"/>
                    </a:lnTo>
                    <a:lnTo>
                      <a:pt x="576" y="108"/>
                    </a:lnTo>
                    <a:lnTo>
                      <a:pt x="577" y="109"/>
                    </a:lnTo>
                    <a:lnTo>
                      <a:pt x="577" y="110"/>
                    </a:lnTo>
                    <a:lnTo>
                      <a:pt x="578" y="110"/>
                    </a:lnTo>
                    <a:lnTo>
                      <a:pt x="579" y="111"/>
                    </a:lnTo>
                    <a:lnTo>
                      <a:pt x="581" y="111"/>
                    </a:lnTo>
                    <a:lnTo>
                      <a:pt x="582" y="112"/>
                    </a:lnTo>
                    <a:lnTo>
                      <a:pt x="583" y="112"/>
                    </a:lnTo>
                    <a:lnTo>
                      <a:pt x="583" y="114"/>
                    </a:lnTo>
                    <a:lnTo>
                      <a:pt x="584" y="114"/>
                    </a:lnTo>
                    <a:lnTo>
                      <a:pt x="584" y="115"/>
                    </a:lnTo>
                    <a:lnTo>
                      <a:pt x="585" y="115"/>
                    </a:lnTo>
                    <a:lnTo>
                      <a:pt x="587" y="116"/>
                    </a:lnTo>
                    <a:lnTo>
                      <a:pt x="588" y="117"/>
                    </a:lnTo>
                    <a:lnTo>
                      <a:pt x="589" y="117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0" y="120"/>
                    </a:lnTo>
                    <a:lnTo>
                      <a:pt x="591" y="120"/>
                    </a:lnTo>
                    <a:lnTo>
                      <a:pt x="591" y="121"/>
                    </a:lnTo>
                    <a:lnTo>
                      <a:pt x="593" y="121"/>
                    </a:lnTo>
                    <a:lnTo>
                      <a:pt x="593" y="122"/>
                    </a:lnTo>
                    <a:lnTo>
                      <a:pt x="594" y="122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4"/>
                    </a:lnTo>
                    <a:lnTo>
                      <a:pt x="596" y="126"/>
                    </a:lnTo>
                    <a:lnTo>
                      <a:pt x="597" y="126"/>
                    </a:lnTo>
                    <a:lnTo>
                      <a:pt x="599" y="127"/>
                    </a:lnTo>
                    <a:lnTo>
                      <a:pt x="599" y="128"/>
                    </a:lnTo>
                    <a:lnTo>
                      <a:pt x="600" y="129"/>
                    </a:lnTo>
                    <a:lnTo>
                      <a:pt x="601" y="130"/>
                    </a:lnTo>
                    <a:lnTo>
                      <a:pt x="602" y="132"/>
                    </a:lnTo>
                    <a:lnTo>
                      <a:pt x="603" y="133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7" y="136"/>
                    </a:lnTo>
                    <a:lnTo>
                      <a:pt x="608" y="138"/>
                    </a:lnTo>
                    <a:lnTo>
                      <a:pt x="609" y="139"/>
                    </a:lnTo>
                    <a:lnTo>
                      <a:pt x="609" y="140"/>
                    </a:lnTo>
                    <a:lnTo>
                      <a:pt x="611" y="140"/>
                    </a:lnTo>
                    <a:lnTo>
                      <a:pt x="612" y="141"/>
                    </a:lnTo>
                    <a:lnTo>
                      <a:pt x="613" y="142"/>
                    </a:lnTo>
                    <a:lnTo>
                      <a:pt x="613" y="144"/>
                    </a:lnTo>
                    <a:lnTo>
                      <a:pt x="614" y="144"/>
                    </a:lnTo>
                    <a:lnTo>
                      <a:pt x="614" y="145"/>
                    </a:lnTo>
                    <a:lnTo>
                      <a:pt x="615" y="146"/>
                    </a:lnTo>
                    <a:lnTo>
                      <a:pt x="617" y="147"/>
                    </a:lnTo>
                    <a:lnTo>
                      <a:pt x="618" y="147"/>
                    </a:lnTo>
                    <a:lnTo>
                      <a:pt x="618" y="148"/>
                    </a:lnTo>
                    <a:lnTo>
                      <a:pt x="619" y="150"/>
                    </a:lnTo>
                    <a:lnTo>
                      <a:pt x="619" y="151"/>
                    </a:lnTo>
                    <a:lnTo>
                      <a:pt x="620" y="151"/>
                    </a:lnTo>
                    <a:lnTo>
                      <a:pt x="621" y="152"/>
                    </a:lnTo>
                    <a:lnTo>
                      <a:pt x="623" y="153"/>
                    </a:lnTo>
                    <a:lnTo>
                      <a:pt x="623" y="154"/>
                    </a:lnTo>
                    <a:lnTo>
                      <a:pt x="624" y="156"/>
                    </a:lnTo>
                    <a:lnTo>
                      <a:pt x="625" y="157"/>
                    </a:lnTo>
                    <a:lnTo>
                      <a:pt x="626" y="158"/>
                    </a:lnTo>
                    <a:lnTo>
                      <a:pt x="627" y="159"/>
                    </a:lnTo>
                    <a:lnTo>
                      <a:pt x="629" y="162"/>
                    </a:lnTo>
                    <a:lnTo>
                      <a:pt x="630" y="163"/>
                    </a:lnTo>
                    <a:lnTo>
                      <a:pt x="631" y="164"/>
                    </a:lnTo>
                    <a:lnTo>
                      <a:pt x="632" y="166"/>
                    </a:lnTo>
                    <a:lnTo>
                      <a:pt x="633" y="168"/>
                    </a:lnTo>
                    <a:lnTo>
                      <a:pt x="635" y="169"/>
                    </a:lnTo>
                    <a:lnTo>
                      <a:pt x="636" y="170"/>
                    </a:lnTo>
                    <a:lnTo>
                      <a:pt x="637" y="171"/>
                    </a:lnTo>
                    <a:lnTo>
                      <a:pt x="638" y="172"/>
                    </a:lnTo>
                    <a:lnTo>
                      <a:pt x="639" y="174"/>
                    </a:lnTo>
                    <a:lnTo>
                      <a:pt x="639" y="175"/>
                    </a:lnTo>
                    <a:lnTo>
                      <a:pt x="641" y="176"/>
                    </a:lnTo>
                    <a:lnTo>
                      <a:pt x="642" y="177"/>
                    </a:lnTo>
                    <a:lnTo>
                      <a:pt x="643" y="178"/>
                    </a:lnTo>
                    <a:lnTo>
                      <a:pt x="644" y="180"/>
                    </a:lnTo>
                    <a:lnTo>
                      <a:pt x="644" y="181"/>
                    </a:lnTo>
                    <a:lnTo>
                      <a:pt x="645" y="181"/>
                    </a:lnTo>
                    <a:lnTo>
                      <a:pt x="645" y="182"/>
                    </a:lnTo>
                    <a:lnTo>
                      <a:pt x="647" y="183"/>
                    </a:lnTo>
                    <a:lnTo>
                      <a:pt x="647" y="184"/>
                    </a:lnTo>
                    <a:lnTo>
                      <a:pt x="648" y="186"/>
                    </a:lnTo>
                    <a:lnTo>
                      <a:pt x="649" y="186"/>
                    </a:lnTo>
                    <a:lnTo>
                      <a:pt x="649" y="187"/>
                    </a:lnTo>
                    <a:lnTo>
                      <a:pt x="650" y="188"/>
                    </a:lnTo>
                    <a:lnTo>
                      <a:pt x="651" y="189"/>
                    </a:lnTo>
                    <a:lnTo>
                      <a:pt x="653" y="190"/>
                    </a:lnTo>
                    <a:lnTo>
                      <a:pt x="653" y="192"/>
                    </a:lnTo>
                    <a:lnTo>
                      <a:pt x="654" y="194"/>
                    </a:lnTo>
                    <a:lnTo>
                      <a:pt x="655" y="195"/>
                    </a:lnTo>
                    <a:lnTo>
                      <a:pt x="656" y="196"/>
                    </a:lnTo>
                    <a:lnTo>
                      <a:pt x="657" y="199"/>
                    </a:lnTo>
                    <a:lnTo>
                      <a:pt x="659" y="200"/>
                    </a:lnTo>
                    <a:lnTo>
                      <a:pt x="660" y="202"/>
                    </a:lnTo>
                    <a:lnTo>
                      <a:pt x="661" y="204"/>
                    </a:lnTo>
                    <a:lnTo>
                      <a:pt x="662" y="206"/>
                    </a:lnTo>
                    <a:lnTo>
                      <a:pt x="663" y="207"/>
                    </a:lnTo>
                    <a:lnTo>
                      <a:pt x="665" y="208"/>
                    </a:lnTo>
                    <a:lnTo>
                      <a:pt x="666" y="211"/>
                    </a:lnTo>
                    <a:lnTo>
                      <a:pt x="667" y="212"/>
                    </a:lnTo>
                    <a:lnTo>
                      <a:pt x="668" y="213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71" y="217"/>
                    </a:lnTo>
                    <a:lnTo>
                      <a:pt x="672" y="218"/>
                    </a:lnTo>
                    <a:lnTo>
                      <a:pt x="672" y="219"/>
                    </a:lnTo>
                    <a:lnTo>
                      <a:pt x="673" y="220"/>
                    </a:lnTo>
                    <a:lnTo>
                      <a:pt x="674" y="220"/>
                    </a:lnTo>
                    <a:lnTo>
                      <a:pt x="674" y="222"/>
                    </a:lnTo>
                    <a:lnTo>
                      <a:pt x="675" y="223"/>
                    </a:lnTo>
                    <a:lnTo>
                      <a:pt x="675" y="224"/>
                    </a:lnTo>
                    <a:lnTo>
                      <a:pt x="677" y="225"/>
                    </a:lnTo>
                    <a:lnTo>
                      <a:pt x="678" y="226"/>
                    </a:lnTo>
                    <a:lnTo>
                      <a:pt x="678" y="228"/>
                    </a:lnTo>
                    <a:lnTo>
                      <a:pt x="679" y="228"/>
                    </a:lnTo>
                    <a:lnTo>
                      <a:pt x="680" y="229"/>
                    </a:lnTo>
                    <a:lnTo>
                      <a:pt x="680" y="230"/>
                    </a:lnTo>
                    <a:lnTo>
                      <a:pt x="681" y="231"/>
                    </a:lnTo>
                    <a:lnTo>
                      <a:pt x="683" y="234"/>
                    </a:lnTo>
                    <a:lnTo>
                      <a:pt x="684" y="235"/>
                    </a:lnTo>
                    <a:lnTo>
                      <a:pt x="685" y="236"/>
                    </a:lnTo>
                    <a:lnTo>
                      <a:pt x="686" y="237"/>
                    </a:lnTo>
                    <a:lnTo>
                      <a:pt x="687" y="240"/>
                    </a:lnTo>
                    <a:lnTo>
                      <a:pt x="689" y="241"/>
                    </a:lnTo>
                    <a:lnTo>
                      <a:pt x="690" y="243"/>
                    </a:lnTo>
                    <a:lnTo>
                      <a:pt x="691" y="244"/>
                    </a:lnTo>
                    <a:lnTo>
                      <a:pt x="692" y="247"/>
                    </a:lnTo>
                    <a:lnTo>
                      <a:pt x="693" y="248"/>
                    </a:lnTo>
                    <a:lnTo>
                      <a:pt x="695" y="250"/>
                    </a:lnTo>
                    <a:lnTo>
                      <a:pt x="696" y="252"/>
                    </a:lnTo>
                    <a:lnTo>
                      <a:pt x="697" y="253"/>
                    </a:lnTo>
                    <a:lnTo>
                      <a:pt x="698" y="255"/>
                    </a:lnTo>
                    <a:lnTo>
                      <a:pt x="699" y="256"/>
                    </a:lnTo>
                    <a:lnTo>
                      <a:pt x="701" y="258"/>
                    </a:lnTo>
                    <a:lnTo>
                      <a:pt x="701" y="259"/>
                    </a:lnTo>
                    <a:lnTo>
                      <a:pt x="702" y="260"/>
                    </a:lnTo>
                    <a:lnTo>
                      <a:pt x="703" y="261"/>
                    </a:lnTo>
                    <a:lnTo>
                      <a:pt x="703" y="262"/>
                    </a:lnTo>
                    <a:lnTo>
                      <a:pt x="704" y="262"/>
                    </a:lnTo>
                    <a:lnTo>
                      <a:pt x="704" y="264"/>
                    </a:lnTo>
                    <a:lnTo>
                      <a:pt x="705" y="265"/>
                    </a:lnTo>
                    <a:lnTo>
                      <a:pt x="705" y="266"/>
                    </a:lnTo>
                    <a:lnTo>
                      <a:pt x="707" y="267"/>
                    </a:lnTo>
                    <a:lnTo>
                      <a:pt x="708" y="268"/>
                    </a:lnTo>
                    <a:lnTo>
                      <a:pt x="708" y="270"/>
                    </a:lnTo>
                    <a:lnTo>
                      <a:pt x="709" y="271"/>
                    </a:lnTo>
                    <a:lnTo>
                      <a:pt x="709" y="272"/>
                    </a:lnTo>
                    <a:lnTo>
                      <a:pt x="710" y="272"/>
                    </a:lnTo>
                    <a:lnTo>
                      <a:pt x="710" y="273"/>
                    </a:lnTo>
                    <a:lnTo>
                      <a:pt x="711" y="274"/>
                    </a:lnTo>
                    <a:lnTo>
                      <a:pt x="713" y="276"/>
                    </a:lnTo>
                    <a:lnTo>
                      <a:pt x="713" y="277"/>
                    </a:lnTo>
                    <a:lnTo>
                      <a:pt x="714" y="278"/>
                    </a:lnTo>
                    <a:lnTo>
                      <a:pt x="714" y="279"/>
                    </a:lnTo>
                    <a:lnTo>
                      <a:pt x="715" y="282"/>
                    </a:lnTo>
                    <a:lnTo>
                      <a:pt x="716" y="283"/>
                    </a:lnTo>
                    <a:lnTo>
                      <a:pt x="717" y="28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7" name="Freeform 210">
                <a:extLst>
                  <a:ext uri="{FF2B5EF4-FFF2-40B4-BE49-F238E27FC236}">
                    <a16:creationId xmlns:a16="http://schemas.microsoft.com/office/drawing/2014/main" id="{6AE4E332-01C8-4F9B-90BB-BAB53A676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400" y="3781425"/>
                <a:ext cx="569913" cy="227013"/>
              </a:xfrm>
              <a:custGeom>
                <a:avLst/>
                <a:gdLst>
                  <a:gd name="T0" fmla="*/ 2147483646 w 717"/>
                  <a:gd name="T1" fmla="*/ 2147483646 h 285"/>
                  <a:gd name="T2" fmla="*/ 2147483646 w 717"/>
                  <a:gd name="T3" fmla="*/ 2147483646 h 285"/>
                  <a:gd name="T4" fmla="*/ 2147483646 w 717"/>
                  <a:gd name="T5" fmla="*/ 2147483646 h 285"/>
                  <a:gd name="T6" fmla="*/ 2147483646 w 717"/>
                  <a:gd name="T7" fmla="*/ 2147483646 h 285"/>
                  <a:gd name="T8" fmla="*/ 2147483646 w 717"/>
                  <a:gd name="T9" fmla="*/ 2147483646 h 285"/>
                  <a:gd name="T10" fmla="*/ 2147483646 w 717"/>
                  <a:gd name="T11" fmla="*/ 2147483646 h 285"/>
                  <a:gd name="T12" fmla="*/ 2147483646 w 717"/>
                  <a:gd name="T13" fmla="*/ 2147483646 h 285"/>
                  <a:gd name="T14" fmla="*/ 2147483646 w 717"/>
                  <a:gd name="T15" fmla="*/ 2147483646 h 285"/>
                  <a:gd name="T16" fmla="*/ 2147483646 w 717"/>
                  <a:gd name="T17" fmla="*/ 2147483646 h 285"/>
                  <a:gd name="T18" fmla="*/ 2147483646 w 717"/>
                  <a:gd name="T19" fmla="*/ 2147483646 h 285"/>
                  <a:gd name="T20" fmla="*/ 2147483646 w 717"/>
                  <a:gd name="T21" fmla="*/ 2147483646 h 285"/>
                  <a:gd name="T22" fmla="*/ 2147483646 w 717"/>
                  <a:gd name="T23" fmla="*/ 2147483646 h 285"/>
                  <a:gd name="T24" fmla="*/ 2147483646 w 717"/>
                  <a:gd name="T25" fmla="*/ 2147483646 h 285"/>
                  <a:gd name="T26" fmla="*/ 2147483646 w 717"/>
                  <a:gd name="T27" fmla="*/ 2147483646 h 285"/>
                  <a:gd name="T28" fmla="*/ 2147483646 w 717"/>
                  <a:gd name="T29" fmla="*/ 2147483646 h 285"/>
                  <a:gd name="T30" fmla="*/ 2147483646 w 717"/>
                  <a:gd name="T31" fmla="*/ 2147483646 h 285"/>
                  <a:gd name="T32" fmla="*/ 2147483646 w 717"/>
                  <a:gd name="T33" fmla="*/ 2147483646 h 285"/>
                  <a:gd name="T34" fmla="*/ 2147483646 w 717"/>
                  <a:gd name="T35" fmla="*/ 2147483646 h 285"/>
                  <a:gd name="T36" fmla="*/ 2147483646 w 717"/>
                  <a:gd name="T37" fmla="*/ 2147483646 h 285"/>
                  <a:gd name="T38" fmla="*/ 2147483646 w 717"/>
                  <a:gd name="T39" fmla="*/ 2147483646 h 285"/>
                  <a:gd name="T40" fmla="*/ 2147483646 w 717"/>
                  <a:gd name="T41" fmla="*/ 2147483646 h 285"/>
                  <a:gd name="T42" fmla="*/ 2147483646 w 717"/>
                  <a:gd name="T43" fmla="*/ 2147483646 h 285"/>
                  <a:gd name="T44" fmla="*/ 2147483646 w 717"/>
                  <a:gd name="T45" fmla="*/ 2147483646 h 285"/>
                  <a:gd name="T46" fmla="*/ 2147483646 w 717"/>
                  <a:gd name="T47" fmla="*/ 2147483646 h 285"/>
                  <a:gd name="T48" fmla="*/ 2147483646 w 717"/>
                  <a:gd name="T49" fmla="*/ 2147483646 h 285"/>
                  <a:gd name="T50" fmla="*/ 2147483646 w 717"/>
                  <a:gd name="T51" fmla="*/ 2147483646 h 285"/>
                  <a:gd name="T52" fmla="*/ 2147483646 w 717"/>
                  <a:gd name="T53" fmla="*/ 2147483646 h 285"/>
                  <a:gd name="T54" fmla="*/ 2147483646 w 717"/>
                  <a:gd name="T55" fmla="*/ 2147483646 h 285"/>
                  <a:gd name="T56" fmla="*/ 2147483646 w 717"/>
                  <a:gd name="T57" fmla="*/ 2147483646 h 285"/>
                  <a:gd name="T58" fmla="*/ 2147483646 w 717"/>
                  <a:gd name="T59" fmla="*/ 2147483646 h 285"/>
                  <a:gd name="T60" fmla="*/ 2147483646 w 717"/>
                  <a:gd name="T61" fmla="*/ 2147483646 h 285"/>
                  <a:gd name="T62" fmla="*/ 2147483646 w 717"/>
                  <a:gd name="T63" fmla="*/ 2147483646 h 285"/>
                  <a:gd name="T64" fmla="*/ 2147483646 w 717"/>
                  <a:gd name="T65" fmla="*/ 2147483646 h 285"/>
                  <a:gd name="T66" fmla="*/ 2147483646 w 717"/>
                  <a:gd name="T67" fmla="*/ 2147483646 h 285"/>
                  <a:gd name="T68" fmla="*/ 2147483646 w 717"/>
                  <a:gd name="T69" fmla="*/ 2147483646 h 285"/>
                  <a:gd name="T70" fmla="*/ 2147483646 w 717"/>
                  <a:gd name="T71" fmla="*/ 2147483646 h 285"/>
                  <a:gd name="T72" fmla="*/ 2147483646 w 717"/>
                  <a:gd name="T73" fmla="*/ 2147483646 h 285"/>
                  <a:gd name="T74" fmla="*/ 2147483646 w 717"/>
                  <a:gd name="T75" fmla="*/ 2147483646 h 285"/>
                  <a:gd name="T76" fmla="*/ 2147483646 w 717"/>
                  <a:gd name="T77" fmla="*/ 2147483646 h 285"/>
                  <a:gd name="T78" fmla="*/ 2147483646 w 717"/>
                  <a:gd name="T79" fmla="*/ 2147483646 h 285"/>
                  <a:gd name="T80" fmla="*/ 2147483646 w 717"/>
                  <a:gd name="T81" fmla="*/ 2147483646 h 285"/>
                  <a:gd name="T82" fmla="*/ 2147483646 w 717"/>
                  <a:gd name="T83" fmla="*/ 2147483646 h 285"/>
                  <a:gd name="T84" fmla="*/ 2147483646 w 717"/>
                  <a:gd name="T85" fmla="*/ 2147483646 h 285"/>
                  <a:gd name="T86" fmla="*/ 2147483646 w 717"/>
                  <a:gd name="T87" fmla="*/ 2147483646 h 285"/>
                  <a:gd name="T88" fmla="*/ 2147483646 w 717"/>
                  <a:gd name="T89" fmla="*/ 2147483646 h 285"/>
                  <a:gd name="T90" fmla="*/ 2147483646 w 717"/>
                  <a:gd name="T91" fmla="*/ 2147483646 h 285"/>
                  <a:gd name="T92" fmla="*/ 2147483646 w 717"/>
                  <a:gd name="T93" fmla="*/ 2147483646 h 285"/>
                  <a:gd name="T94" fmla="*/ 2147483646 w 717"/>
                  <a:gd name="T95" fmla="*/ 2147483646 h 285"/>
                  <a:gd name="T96" fmla="*/ 2147483646 w 717"/>
                  <a:gd name="T97" fmla="*/ 2147483646 h 285"/>
                  <a:gd name="T98" fmla="*/ 2147483646 w 717"/>
                  <a:gd name="T99" fmla="*/ 2147483646 h 285"/>
                  <a:gd name="T100" fmla="*/ 2147483646 w 717"/>
                  <a:gd name="T101" fmla="*/ 2147483646 h 285"/>
                  <a:gd name="T102" fmla="*/ 2147483646 w 717"/>
                  <a:gd name="T103" fmla="*/ 2147483646 h 285"/>
                  <a:gd name="T104" fmla="*/ 2147483646 w 717"/>
                  <a:gd name="T105" fmla="*/ 2147483646 h 285"/>
                  <a:gd name="T106" fmla="*/ 2147483646 w 717"/>
                  <a:gd name="T107" fmla="*/ 2147483646 h 285"/>
                  <a:gd name="T108" fmla="*/ 2147483646 w 717"/>
                  <a:gd name="T109" fmla="*/ 2147483646 h 285"/>
                  <a:gd name="T110" fmla="*/ 2147483646 w 717"/>
                  <a:gd name="T111" fmla="*/ 2147483646 h 285"/>
                  <a:gd name="T112" fmla="*/ 2147483646 w 717"/>
                  <a:gd name="T113" fmla="*/ 2147483646 h 285"/>
                  <a:gd name="T114" fmla="*/ 2147483646 w 717"/>
                  <a:gd name="T115" fmla="*/ 2147483646 h 285"/>
                  <a:gd name="T116" fmla="*/ 2147483646 w 717"/>
                  <a:gd name="T117" fmla="*/ 2147483646 h 285"/>
                  <a:gd name="T118" fmla="*/ 2147483646 w 717"/>
                  <a:gd name="T119" fmla="*/ 2147483646 h 285"/>
                  <a:gd name="T120" fmla="*/ 2147483646 w 717"/>
                  <a:gd name="T121" fmla="*/ 2147483646 h 2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5">
                    <a:moveTo>
                      <a:pt x="0" y="285"/>
                    </a:moveTo>
                    <a:lnTo>
                      <a:pt x="27" y="285"/>
                    </a:lnTo>
                    <a:lnTo>
                      <a:pt x="54" y="285"/>
                    </a:lnTo>
                    <a:lnTo>
                      <a:pt x="78" y="285"/>
                    </a:lnTo>
                    <a:lnTo>
                      <a:pt x="99" y="285"/>
                    </a:lnTo>
                    <a:lnTo>
                      <a:pt x="121" y="285"/>
                    </a:lnTo>
                    <a:lnTo>
                      <a:pt x="140" y="285"/>
                    </a:lnTo>
                    <a:lnTo>
                      <a:pt x="158" y="285"/>
                    </a:lnTo>
                    <a:lnTo>
                      <a:pt x="175" y="285"/>
                    </a:lnTo>
                    <a:lnTo>
                      <a:pt x="191" y="285"/>
                    </a:lnTo>
                    <a:lnTo>
                      <a:pt x="204" y="285"/>
                    </a:lnTo>
                    <a:lnTo>
                      <a:pt x="217" y="285"/>
                    </a:lnTo>
                    <a:lnTo>
                      <a:pt x="229" y="285"/>
                    </a:lnTo>
                    <a:lnTo>
                      <a:pt x="240" y="285"/>
                    </a:lnTo>
                    <a:lnTo>
                      <a:pt x="249" y="285"/>
                    </a:lnTo>
                    <a:lnTo>
                      <a:pt x="259" y="285"/>
                    </a:lnTo>
                    <a:lnTo>
                      <a:pt x="266" y="285"/>
                    </a:lnTo>
                    <a:lnTo>
                      <a:pt x="273" y="285"/>
                    </a:lnTo>
                    <a:lnTo>
                      <a:pt x="281" y="285"/>
                    </a:lnTo>
                    <a:lnTo>
                      <a:pt x="285" y="285"/>
                    </a:lnTo>
                    <a:lnTo>
                      <a:pt x="291" y="285"/>
                    </a:lnTo>
                    <a:lnTo>
                      <a:pt x="295" y="285"/>
                    </a:lnTo>
                    <a:lnTo>
                      <a:pt x="300" y="285"/>
                    </a:lnTo>
                    <a:lnTo>
                      <a:pt x="303" y="285"/>
                    </a:lnTo>
                    <a:lnTo>
                      <a:pt x="306" y="285"/>
                    </a:lnTo>
                    <a:lnTo>
                      <a:pt x="308" y="284"/>
                    </a:lnTo>
                    <a:lnTo>
                      <a:pt x="311" y="284"/>
                    </a:lnTo>
                    <a:lnTo>
                      <a:pt x="313" y="284"/>
                    </a:lnTo>
                    <a:lnTo>
                      <a:pt x="315" y="284"/>
                    </a:lnTo>
                    <a:lnTo>
                      <a:pt x="318" y="284"/>
                    </a:lnTo>
                    <a:lnTo>
                      <a:pt x="319" y="284"/>
                    </a:lnTo>
                    <a:lnTo>
                      <a:pt x="321" y="284"/>
                    </a:lnTo>
                    <a:lnTo>
                      <a:pt x="323" y="284"/>
                    </a:lnTo>
                    <a:lnTo>
                      <a:pt x="325" y="284"/>
                    </a:lnTo>
                    <a:lnTo>
                      <a:pt x="327" y="284"/>
                    </a:lnTo>
                    <a:lnTo>
                      <a:pt x="329" y="284"/>
                    </a:lnTo>
                    <a:lnTo>
                      <a:pt x="331" y="282"/>
                    </a:lnTo>
                    <a:lnTo>
                      <a:pt x="332" y="282"/>
                    </a:lnTo>
                    <a:lnTo>
                      <a:pt x="333" y="282"/>
                    </a:lnTo>
                    <a:lnTo>
                      <a:pt x="335" y="282"/>
                    </a:lnTo>
                    <a:lnTo>
                      <a:pt x="336" y="282"/>
                    </a:lnTo>
                    <a:lnTo>
                      <a:pt x="337" y="282"/>
                    </a:lnTo>
                    <a:lnTo>
                      <a:pt x="338" y="282"/>
                    </a:lnTo>
                    <a:lnTo>
                      <a:pt x="339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3" y="282"/>
                    </a:lnTo>
                    <a:lnTo>
                      <a:pt x="344" y="282"/>
                    </a:lnTo>
                    <a:lnTo>
                      <a:pt x="345" y="281"/>
                    </a:lnTo>
                    <a:lnTo>
                      <a:pt x="347" y="281"/>
                    </a:lnTo>
                    <a:lnTo>
                      <a:pt x="348" y="281"/>
                    </a:lnTo>
                    <a:lnTo>
                      <a:pt x="349" y="281"/>
                    </a:lnTo>
                    <a:lnTo>
                      <a:pt x="350" y="281"/>
                    </a:lnTo>
                    <a:lnTo>
                      <a:pt x="351" y="281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5" y="280"/>
                    </a:lnTo>
                    <a:lnTo>
                      <a:pt x="356" y="280"/>
                    </a:lnTo>
                    <a:lnTo>
                      <a:pt x="357" y="280"/>
                    </a:lnTo>
                    <a:lnTo>
                      <a:pt x="359" y="280"/>
                    </a:lnTo>
                    <a:lnTo>
                      <a:pt x="361" y="280"/>
                    </a:lnTo>
                    <a:lnTo>
                      <a:pt x="362" y="279"/>
                    </a:lnTo>
                    <a:lnTo>
                      <a:pt x="365" y="279"/>
                    </a:lnTo>
                    <a:lnTo>
                      <a:pt x="366" y="279"/>
                    </a:lnTo>
                    <a:lnTo>
                      <a:pt x="368" y="279"/>
                    </a:lnTo>
                    <a:lnTo>
                      <a:pt x="369" y="279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4" y="278"/>
                    </a:lnTo>
                    <a:lnTo>
                      <a:pt x="375" y="278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80" y="276"/>
                    </a:lnTo>
                    <a:lnTo>
                      <a:pt x="381" y="276"/>
                    </a:lnTo>
                    <a:lnTo>
                      <a:pt x="383" y="276"/>
                    </a:lnTo>
                    <a:lnTo>
                      <a:pt x="384" y="276"/>
                    </a:lnTo>
                    <a:lnTo>
                      <a:pt x="385" y="276"/>
                    </a:lnTo>
                    <a:lnTo>
                      <a:pt x="386" y="275"/>
                    </a:lnTo>
                    <a:lnTo>
                      <a:pt x="387" y="275"/>
                    </a:lnTo>
                    <a:lnTo>
                      <a:pt x="389" y="275"/>
                    </a:lnTo>
                    <a:lnTo>
                      <a:pt x="390" y="275"/>
                    </a:lnTo>
                    <a:lnTo>
                      <a:pt x="391" y="274"/>
                    </a:lnTo>
                    <a:lnTo>
                      <a:pt x="392" y="274"/>
                    </a:lnTo>
                    <a:lnTo>
                      <a:pt x="393" y="274"/>
                    </a:lnTo>
                    <a:lnTo>
                      <a:pt x="395" y="274"/>
                    </a:lnTo>
                    <a:lnTo>
                      <a:pt x="396" y="273"/>
                    </a:lnTo>
                    <a:lnTo>
                      <a:pt x="397" y="273"/>
                    </a:lnTo>
                    <a:lnTo>
                      <a:pt x="398" y="273"/>
                    </a:lnTo>
                    <a:lnTo>
                      <a:pt x="399" y="272"/>
                    </a:lnTo>
                    <a:lnTo>
                      <a:pt x="402" y="272"/>
                    </a:lnTo>
                    <a:lnTo>
                      <a:pt x="403" y="270"/>
                    </a:lnTo>
                    <a:lnTo>
                      <a:pt x="405" y="270"/>
                    </a:lnTo>
                    <a:lnTo>
                      <a:pt x="407" y="269"/>
                    </a:lnTo>
                    <a:lnTo>
                      <a:pt x="409" y="269"/>
                    </a:lnTo>
                    <a:lnTo>
                      <a:pt x="411" y="268"/>
                    </a:lnTo>
                    <a:lnTo>
                      <a:pt x="414" y="268"/>
                    </a:lnTo>
                    <a:lnTo>
                      <a:pt x="415" y="267"/>
                    </a:lnTo>
                    <a:lnTo>
                      <a:pt x="417" y="267"/>
                    </a:lnTo>
                    <a:lnTo>
                      <a:pt x="419" y="266"/>
                    </a:lnTo>
                    <a:lnTo>
                      <a:pt x="421" y="266"/>
                    </a:lnTo>
                    <a:lnTo>
                      <a:pt x="422" y="264"/>
                    </a:lnTo>
                    <a:lnTo>
                      <a:pt x="423" y="264"/>
                    </a:lnTo>
                    <a:lnTo>
                      <a:pt x="426" y="264"/>
                    </a:lnTo>
                    <a:lnTo>
                      <a:pt x="427" y="263"/>
                    </a:lnTo>
                    <a:lnTo>
                      <a:pt x="428" y="263"/>
                    </a:lnTo>
                    <a:lnTo>
                      <a:pt x="429" y="262"/>
                    </a:lnTo>
                    <a:lnTo>
                      <a:pt x="431" y="262"/>
                    </a:lnTo>
                    <a:lnTo>
                      <a:pt x="432" y="262"/>
                    </a:lnTo>
                    <a:lnTo>
                      <a:pt x="433" y="261"/>
                    </a:lnTo>
                    <a:lnTo>
                      <a:pt x="434" y="261"/>
                    </a:lnTo>
                    <a:lnTo>
                      <a:pt x="435" y="260"/>
                    </a:lnTo>
                    <a:lnTo>
                      <a:pt x="437" y="260"/>
                    </a:lnTo>
                    <a:lnTo>
                      <a:pt x="438" y="260"/>
                    </a:lnTo>
                    <a:lnTo>
                      <a:pt x="439" y="258"/>
                    </a:lnTo>
                    <a:lnTo>
                      <a:pt x="440" y="258"/>
                    </a:lnTo>
                    <a:lnTo>
                      <a:pt x="441" y="257"/>
                    </a:lnTo>
                    <a:lnTo>
                      <a:pt x="443" y="257"/>
                    </a:lnTo>
                    <a:lnTo>
                      <a:pt x="444" y="256"/>
                    </a:lnTo>
                    <a:lnTo>
                      <a:pt x="445" y="256"/>
                    </a:lnTo>
                    <a:lnTo>
                      <a:pt x="446" y="255"/>
                    </a:lnTo>
                    <a:lnTo>
                      <a:pt x="447" y="255"/>
                    </a:lnTo>
                    <a:lnTo>
                      <a:pt x="449" y="254"/>
                    </a:lnTo>
                    <a:lnTo>
                      <a:pt x="451" y="252"/>
                    </a:lnTo>
                    <a:lnTo>
                      <a:pt x="452" y="252"/>
                    </a:lnTo>
                    <a:lnTo>
                      <a:pt x="455" y="251"/>
                    </a:lnTo>
                    <a:lnTo>
                      <a:pt x="456" y="250"/>
                    </a:lnTo>
                    <a:lnTo>
                      <a:pt x="458" y="249"/>
                    </a:lnTo>
                    <a:lnTo>
                      <a:pt x="459" y="249"/>
                    </a:lnTo>
                    <a:lnTo>
                      <a:pt x="462" y="248"/>
                    </a:lnTo>
                    <a:lnTo>
                      <a:pt x="463" y="246"/>
                    </a:lnTo>
                    <a:lnTo>
                      <a:pt x="464" y="246"/>
                    </a:lnTo>
                    <a:lnTo>
                      <a:pt x="465" y="245"/>
                    </a:lnTo>
                    <a:lnTo>
                      <a:pt x="468" y="245"/>
                    </a:lnTo>
                    <a:lnTo>
                      <a:pt x="469" y="244"/>
                    </a:lnTo>
                    <a:lnTo>
                      <a:pt x="470" y="244"/>
                    </a:lnTo>
                    <a:lnTo>
                      <a:pt x="471" y="243"/>
                    </a:lnTo>
                    <a:lnTo>
                      <a:pt x="473" y="242"/>
                    </a:lnTo>
                    <a:lnTo>
                      <a:pt x="474" y="242"/>
                    </a:lnTo>
                    <a:lnTo>
                      <a:pt x="475" y="240"/>
                    </a:lnTo>
                    <a:lnTo>
                      <a:pt x="476" y="240"/>
                    </a:lnTo>
                    <a:lnTo>
                      <a:pt x="477" y="239"/>
                    </a:lnTo>
                    <a:lnTo>
                      <a:pt x="479" y="239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7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5" y="236"/>
                    </a:lnTo>
                    <a:lnTo>
                      <a:pt x="486" y="236"/>
                    </a:lnTo>
                    <a:lnTo>
                      <a:pt x="487" y="234"/>
                    </a:lnTo>
                    <a:lnTo>
                      <a:pt x="488" y="233"/>
                    </a:lnTo>
                    <a:lnTo>
                      <a:pt x="489" y="233"/>
                    </a:lnTo>
                    <a:lnTo>
                      <a:pt x="491" y="232"/>
                    </a:lnTo>
                    <a:lnTo>
                      <a:pt x="493" y="231"/>
                    </a:lnTo>
                    <a:lnTo>
                      <a:pt x="494" y="231"/>
                    </a:lnTo>
                    <a:lnTo>
                      <a:pt x="495" y="230"/>
                    </a:lnTo>
                    <a:lnTo>
                      <a:pt x="498" y="228"/>
                    </a:lnTo>
                    <a:lnTo>
                      <a:pt x="499" y="227"/>
                    </a:lnTo>
                    <a:lnTo>
                      <a:pt x="500" y="227"/>
                    </a:lnTo>
                    <a:lnTo>
                      <a:pt x="501" y="226"/>
                    </a:lnTo>
                    <a:lnTo>
                      <a:pt x="504" y="225"/>
                    </a:lnTo>
                    <a:lnTo>
                      <a:pt x="505" y="225"/>
                    </a:lnTo>
                    <a:lnTo>
                      <a:pt x="506" y="224"/>
                    </a:lnTo>
                    <a:lnTo>
                      <a:pt x="507" y="224"/>
                    </a:lnTo>
                    <a:lnTo>
                      <a:pt x="507" y="222"/>
                    </a:lnTo>
                    <a:lnTo>
                      <a:pt x="509" y="222"/>
                    </a:lnTo>
                    <a:lnTo>
                      <a:pt x="510" y="221"/>
                    </a:lnTo>
                    <a:lnTo>
                      <a:pt x="511" y="221"/>
                    </a:lnTo>
                    <a:lnTo>
                      <a:pt x="511" y="220"/>
                    </a:lnTo>
                    <a:lnTo>
                      <a:pt x="512" y="220"/>
                    </a:lnTo>
                    <a:lnTo>
                      <a:pt x="513" y="220"/>
                    </a:lnTo>
                    <a:lnTo>
                      <a:pt x="515" y="219"/>
                    </a:lnTo>
                    <a:lnTo>
                      <a:pt x="516" y="218"/>
                    </a:lnTo>
                    <a:lnTo>
                      <a:pt x="517" y="218"/>
                    </a:lnTo>
                    <a:lnTo>
                      <a:pt x="518" y="216"/>
                    </a:lnTo>
                    <a:lnTo>
                      <a:pt x="519" y="216"/>
                    </a:lnTo>
                    <a:lnTo>
                      <a:pt x="519" y="215"/>
                    </a:lnTo>
                    <a:lnTo>
                      <a:pt x="521" y="215"/>
                    </a:lnTo>
                    <a:lnTo>
                      <a:pt x="522" y="214"/>
                    </a:lnTo>
                    <a:lnTo>
                      <a:pt x="523" y="214"/>
                    </a:lnTo>
                    <a:lnTo>
                      <a:pt x="523" y="213"/>
                    </a:lnTo>
                    <a:lnTo>
                      <a:pt x="524" y="213"/>
                    </a:lnTo>
                    <a:lnTo>
                      <a:pt x="525" y="212"/>
                    </a:lnTo>
                    <a:lnTo>
                      <a:pt x="527" y="210"/>
                    </a:lnTo>
                    <a:lnTo>
                      <a:pt x="528" y="210"/>
                    </a:lnTo>
                    <a:lnTo>
                      <a:pt x="529" y="209"/>
                    </a:lnTo>
                    <a:lnTo>
                      <a:pt x="531" y="208"/>
                    </a:lnTo>
                    <a:lnTo>
                      <a:pt x="533" y="208"/>
                    </a:lnTo>
                    <a:lnTo>
                      <a:pt x="534" y="207"/>
                    </a:lnTo>
                    <a:lnTo>
                      <a:pt x="535" y="206"/>
                    </a:lnTo>
                    <a:lnTo>
                      <a:pt x="536" y="204"/>
                    </a:lnTo>
                    <a:lnTo>
                      <a:pt x="537" y="204"/>
                    </a:lnTo>
                    <a:lnTo>
                      <a:pt x="539" y="203"/>
                    </a:lnTo>
                    <a:lnTo>
                      <a:pt x="540" y="202"/>
                    </a:lnTo>
                    <a:lnTo>
                      <a:pt x="541" y="202"/>
                    </a:lnTo>
                    <a:lnTo>
                      <a:pt x="541" y="201"/>
                    </a:lnTo>
                    <a:lnTo>
                      <a:pt x="542" y="201"/>
                    </a:lnTo>
                    <a:lnTo>
                      <a:pt x="543" y="200"/>
                    </a:lnTo>
                    <a:lnTo>
                      <a:pt x="545" y="200"/>
                    </a:lnTo>
                    <a:lnTo>
                      <a:pt x="545" y="198"/>
                    </a:lnTo>
                    <a:lnTo>
                      <a:pt x="546" y="198"/>
                    </a:lnTo>
                    <a:lnTo>
                      <a:pt x="547" y="197"/>
                    </a:lnTo>
                    <a:lnTo>
                      <a:pt x="548" y="196"/>
                    </a:lnTo>
                    <a:lnTo>
                      <a:pt x="549" y="196"/>
                    </a:lnTo>
                    <a:lnTo>
                      <a:pt x="551" y="195"/>
                    </a:lnTo>
                    <a:lnTo>
                      <a:pt x="552" y="194"/>
                    </a:lnTo>
                    <a:lnTo>
                      <a:pt x="553" y="192"/>
                    </a:lnTo>
                    <a:lnTo>
                      <a:pt x="554" y="192"/>
                    </a:lnTo>
                    <a:lnTo>
                      <a:pt x="555" y="191"/>
                    </a:lnTo>
                    <a:lnTo>
                      <a:pt x="555" y="190"/>
                    </a:lnTo>
                    <a:lnTo>
                      <a:pt x="557" y="190"/>
                    </a:lnTo>
                    <a:lnTo>
                      <a:pt x="558" y="189"/>
                    </a:lnTo>
                    <a:lnTo>
                      <a:pt x="559" y="189"/>
                    </a:lnTo>
                    <a:lnTo>
                      <a:pt x="559" y="188"/>
                    </a:lnTo>
                    <a:lnTo>
                      <a:pt x="560" y="188"/>
                    </a:lnTo>
                    <a:lnTo>
                      <a:pt x="560" y="186"/>
                    </a:lnTo>
                    <a:lnTo>
                      <a:pt x="561" y="186"/>
                    </a:lnTo>
                    <a:lnTo>
                      <a:pt x="561" y="185"/>
                    </a:lnTo>
                    <a:lnTo>
                      <a:pt x="563" y="185"/>
                    </a:lnTo>
                    <a:lnTo>
                      <a:pt x="564" y="184"/>
                    </a:lnTo>
                    <a:lnTo>
                      <a:pt x="565" y="184"/>
                    </a:lnTo>
                    <a:lnTo>
                      <a:pt x="565" y="183"/>
                    </a:lnTo>
                    <a:lnTo>
                      <a:pt x="566" y="183"/>
                    </a:lnTo>
                    <a:lnTo>
                      <a:pt x="567" y="182"/>
                    </a:lnTo>
                    <a:lnTo>
                      <a:pt x="569" y="180"/>
                    </a:lnTo>
                    <a:lnTo>
                      <a:pt x="570" y="180"/>
                    </a:lnTo>
                    <a:lnTo>
                      <a:pt x="571" y="179"/>
                    </a:lnTo>
                    <a:lnTo>
                      <a:pt x="572" y="178"/>
                    </a:lnTo>
                    <a:lnTo>
                      <a:pt x="573" y="177"/>
                    </a:lnTo>
                    <a:lnTo>
                      <a:pt x="575" y="177"/>
                    </a:lnTo>
                    <a:lnTo>
                      <a:pt x="576" y="176"/>
                    </a:lnTo>
                    <a:lnTo>
                      <a:pt x="577" y="176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9" y="173"/>
                    </a:lnTo>
                    <a:lnTo>
                      <a:pt x="581" y="172"/>
                    </a:lnTo>
                    <a:lnTo>
                      <a:pt x="582" y="172"/>
                    </a:lnTo>
                    <a:lnTo>
                      <a:pt x="583" y="171"/>
                    </a:lnTo>
                    <a:lnTo>
                      <a:pt x="584" y="170"/>
                    </a:lnTo>
                    <a:lnTo>
                      <a:pt x="585" y="170"/>
                    </a:lnTo>
                    <a:lnTo>
                      <a:pt x="587" y="168"/>
                    </a:lnTo>
                    <a:lnTo>
                      <a:pt x="588" y="167"/>
                    </a:lnTo>
                    <a:lnTo>
                      <a:pt x="589" y="167"/>
                    </a:lnTo>
                    <a:lnTo>
                      <a:pt x="589" y="166"/>
                    </a:lnTo>
                    <a:lnTo>
                      <a:pt x="590" y="166"/>
                    </a:lnTo>
                    <a:lnTo>
                      <a:pt x="590" y="165"/>
                    </a:lnTo>
                    <a:lnTo>
                      <a:pt x="591" y="165"/>
                    </a:lnTo>
                    <a:lnTo>
                      <a:pt x="591" y="164"/>
                    </a:lnTo>
                    <a:lnTo>
                      <a:pt x="593" y="164"/>
                    </a:lnTo>
                    <a:lnTo>
                      <a:pt x="593" y="162"/>
                    </a:lnTo>
                    <a:lnTo>
                      <a:pt x="594" y="162"/>
                    </a:lnTo>
                    <a:lnTo>
                      <a:pt x="594" y="161"/>
                    </a:lnTo>
                    <a:lnTo>
                      <a:pt x="595" y="161"/>
                    </a:lnTo>
                    <a:lnTo>
                      <a:pt x="595" y="160"/>
                    </a:lnTo>
                    <a:lnTo>
                      <a:pt x="596" y="159"/>
                    </a:lnTo>
                    <a:lnTo>
                      <a:pt x="597" y="159"/>
                    </a:lnTo>
                    <a:lnTo>
                      <a:pt x="599" y="158"/>
                    </a:lnTo>
                    <a:lnTo>
                      <a:pt x="599" y="156"/>
                    </a:lnTo>
                    <a:lnTo>
                      <a:pt x="600" y="155"/>
                    </a:lnTo>
                    <a:lnTo>
                      <a:pt x="601" y="154"/>
                    </a:lnTo>
                    <a:lnTo>
                      <a:pt x="602" y="153"/>
                    </a:lnTo>
                    <a:lnTo>
                      <a:pt x="603" y="152"/>
                    </a:lnTo>
                    <a:lnTo>
                      <a:pt x="605" y="150"/>
                    </a:lnTo>
                    <a:lnTo>
                      <a:pt x="606" y="149"/>
                    </a:lnTo>
                    <a:lnTo>
                      <a:pt x="607" y="148"/>
                    </a:lnTo>
                    <a:lnTo>
                      <a:pt x="607" y="147"/>
                    </a:lnTo>
                    <a:lnTo>
                      <a:pt x="608" y="147"/>
                    </a:lnTo>
                    <a:lnTo>
                      <a:pt x="609" y="146"/>
                    </a:lnTo>
                    <a:lnTo>
                      <a:pt x="609" y="144"/>
                    </a:lnTo>
                    <a:lnTo>
                      <a:pt x="611" y="144"/>
                    </a:lnTo>
                    <a:lnTo>
                      <a:pt x="612" y="143"/>
                    </a:lnTo>
                    <a:lnTo>
                      <a:pt x="612" y="142"/>
                    </a:lnTo>
                    <a:lnTo>
                      <a:pt x="613" y="142"/>
                    </a:lnTo>
                    <a:lnTo>
                      <a:pt x="613" y="141"/>
                    </a:lnTo>
                    <a:lnTo>
                      <a:pt x="614" y="141"/>
                    </a:lnTo>
                    <a:lnTo>
                      <a:pt x="614" y="140"/>
                    </a:lnTo>
                    <a:lnTo>
                      <a:pt x="615" y="138"/>
                    </a:lnTo>
                    <a:lnTo>
                      <a:pt x="617" y="137"/>
                    </a:lnTo>
                    <a:lnTo>
                      <a:pt x="618" y="136"/>
                    </a:lnTo>
                    <a:lnTo>
                      <a:pt x="619" y="135"/>
                    </a:lnTo>
                    <a:lnTo>
                      <a:pt x="619" y="134"/>
                    </a:lnTo>
                    <a:lnTo>
                      <a:pt x="620" y="134"/>
                    </a:lnTo>
                    <a:lnTo>
                      <a:pt x="621" y="132"/>
                    </a:lnTo>
                    <a:lnTo>
                      <a:pt x="623" y="131"/>
                    </a:lnTo>
                    <a:lnTo>
                      <a:pt x="623" y="130"/>
                    </a:lnTo>
                    <a:lnTo>
                      <a:pt x="624" y="129"/>
                    </a:lnTo>
                    <a:lnTo>
                      <a:pt x="625" y="128"/>
                    </a:lnTo>
                    <a:lnTo>
                      <a:pt x="626" y="126"/>
                    </a:lnTo>
                    <a:lnTo>
                      <a:pt x="627" y="124"/>
                    </a:lnTo>
                    <a:lnTo>
                      <a:pt x="629" y="123"/>
                    </a:lnTo>
                    <a:lnTo>
                      <a:pt x="630" y="122"/>
                    </a:lnTo>
                    <a:lnTo>
                      <a:pt x="631" y="119"/>
                    </a:lnTo>
                    <a:lnTo>
                      <a:pt x="632" y="118"/>
                    </a:lnTo>
                    <a:lnTo>
                      <a:pt x="633" y="117"/>
                    </a:lnTo>
                    <a:lnTo>
                      <a:pt x="635" y="116"/>
                    </a:lnTo>
                    <a:lnTo>
                      <a:pt x="636" y="114"/>
                    </a:lnTo>
                    <a:lnTo>
                      <a:pt x="637" y="113"/>
                    </a:lnTo>
                    <a:lnTo>
                      <a:pt x="638" y="112"/>
                    </a:lnTo>
                    <a:lnTo>
                      <a:pt x="639" y="111"/>
                    </a:lnTo>
                    <a:lnTo>
                      <a:pt x="639" y="110"/>
                    </a:lnTo>
                    <a:lnTo>
                      <a:pt x="641" y="108"/>
                    </a:lnTo>
                    <a:lnTo>
                      <a:pt x="642" y="107"/>
                    </a:lnTo>
                    <a:lnTo>
                      <a:pt x="643" y="106"/>
                    </a:lnTo>
                    <a:lnTo>
                      <a:pt x="644" y="105"/>
                    </a:lnTo>
                    <a:lnTo>
                      <a:pt x="644" y="104"/>
                    </a:lnTo>
                    <a:lnTo>
                      <a:pt x="645" y="104"/>
                    </a:lnTo>
                    <a:lnTo>
                      <a:pt x="645" y="102"/>
                    </a:lnTo>
                    <a:lnTo>
                      <a:pt x="647" y="101"/>
                    </a:lnTo>
                    <a:lnTo>
                      <a:pt x="647" y="100"/>
                    </a:lnTo>
                    <a:lnTo>
                      <a:pt x="648" y="99"/>
                    </a:lnTo>
                    <a:lnTo>
                      <a:pt x="649" y="98"/>
                    </a:lnTo>
                    <a:lnTo>
                      <a:pt x="650" y="96"/>
                    </a:lnTo>
                    <a:lnTo>
                      <a:pt x="651" y="95"/>
                    </a:lnTo>
                    <a:lnTo>
                      <a:pt x="653" y="94"/>
                    </a:lnTo>
                    <a:lnTo>
                      <a:pt x="653" y="92"/>
                    </a:lnTo>
                    <a:lnTo>
                      <a:pt x="654" y="90"/>
                    </a:lnTo>
                    <a:lnTo>
                      <a:pt x="655" y="89"/>
                    </a:lnTo>
                    <a:lnTo>
                      <a:pt x="656" y="88"/>
                    </a:lnTo>
                    <a:lnTo>
                      <a:pt x="657" y="86"/>
                    </a:lnTo>
                    <a:lnTo>
                      <a:pt x="659" y="84"/>
                    </a:lnTo>
                    <a:lnTo>
                      <a:pt x="660" y="82"/>
                    </a:lnTo>
                    <a:lnTo>
                      <a:pt x="661" y="81"/>
                    </a:lnTo>
                    <a:lnTo>
                      <a:pt x="662" y="78"/>
                    </a:lnTo>
                    <a:lnTo>
                      <a:pt x="663" y="77"/>
                    </a:lnTo>
                    <a:lnTo>
                      <a:pt x="665" y="75"/>
                    </a:lnTo>
                    <a:lnTo>
                      <a:pt x="666" y="74"/>
                    </a:lnTo>
                    <a:lnTo>
                      <a:pt x="667" y="72"/>
                    </a:lnTo>
                    <a:lnTo>
                      <a:pt x="668" y="71"/>
                    </a:lnTo>
                    <a:lnTo>
                      <a:pt x="669" y="70"/>
                    </a:lnTo>
                    <a:lnTo>
                      <a:pt x="669" y="69"/>
                    </a:lnTo>
                    <a:lnTo>
                      <a:pt x="671" y="68"/>
                    </a:lnTo>
                    <a:lnTo>
                      <a:pt x="672" y="66"/>
                    </a:lnTo>
                    <a:lnTo>
                      <a:pt x="672" y="65"/>
                    </a:lnTo>
                    <a:lnTo>
                      <a:pt x="673" y="64"/>
                    </a:lnTo>
                    <a:lnTo>
                      <a:pt x="674" y="63"/>
                    </a:lnTo>
                    <a:lnTo>
                      <a:pt x="675" y="62"/>
                    </a:lnTo>
                    <a:lnTo>
                      <a:pt x="675" y="60"/>
                    </a:lnTo>
                    <a:lnTo>
                      <a:pt x="677" y="59"/>
                    </a:lnTo>
                    <a:lnTo>
                      <a:pt x="678" y="58"/>
                    </a:lnTo>
                    <a:lnTo>
                      <a:pt x="678" y="57"/>
                    </a:lnTo>
                    <a:lnTo>
                      <a:pt x="679" y="56"/>
                    </a:lnTo>
                    <a:lnTo>
                      <a:pt x="680" y="54"/>
                    </a:lnTo>
                    <a:lnTo>
                      <a:pt x="680" y="53"/>
                    </a:lnTo>
                    <a:lnTo>
                      <a:pt x="681" y="52"/>
                    </a:lnTo>
                    <a:lnTo>
                      <a:pt x="683" y="51"/>
                    </a:lnTo>
                    <a:lnTo>
                      <a:pt x="684" y="50"/>
                    </a:lnTo>
                    <a:lnTo>
                      <a:pt x="685" y="48"/>
                    </a:lnTo>
                    <a:lnTo>
                      <a:pt x="686" y="47"/>
                    </a:lnTo>
                    <a:lnTo>
                      <a:pt x="687" y="45"/>
                    </a:lnTo>
                    <a:lnTo>
                      <a:pt x="689" y="44"/>
                    </a:lnTo>
                    <a:lnTo>
                      <a:pt x="690" y="41"/>
                    </a:lnTo>
                    <a:lnTo>
                      <a:pt x="691" y="40"/>
                    </a:lnTo>
                    <a:lnTo>
                      <a:pt x="692" y="38"/>
                    </a:lnTo>
                    <a:lnTo>
                      <a:pt x="693" y="35"/>
                    </a:lnTo>
                    <a:lnTo>
                      <a:pt x="695" y="34"/>
                    </a:lnTo>
                    <a:lnTo>
                      <a:pt x="696" y="33"/>
                    </a:lnTo>
                    <a:lnTo>
                      <a:pt x="697" y="30"/>
                    </a:lnTo>
                    <a:lnTo>
                      <a:pt x="698" y="29"/>
                    </a:lnTo>
                    <a:lnTo>
                      <a:pt x="699" y="28"/>
                    </a:lnTo>
                    <a:lnTo>
                      <a:pt x="701" y="27"/>
                    </a:lnTo>
                    <a:lnTo>
                      <a:pt x="701" y="26"/>
                    </a:lnTo>
                    <a:lnTo>
                      <a:pt x="702" y="24"/>
                    </a:lnTo>
                    <a:lnTo>
                      <a:pt x="703" y="23"/>
                    </a:lnTo>
                    <a:lnTo>
                      <a:pt x="703" y="22"/>
                    </a:lnTo>
                    <a:lnTo>
                      <a:pt x="704" y="21"/>
                    </a:lnTo>
                    <a:lnTo>
                      <a:pt x="705" y="20"/>
                    </a:lnTo>
                    <a:lnTo>
                      <a:pt x="705" y="18"/>
                    </a:lnTo>
                    <a:lnTo>
                      <a:pt x="707" y="17"/>
                    </a:lnTo>
                    <a:lnTo>
                      <a:pt x="707" y="16"/>
                    </a:lnTo>
                    <a:lnTo>
                      <a:pt x="708" y="16"/>
                    </a:lnTo>
                    <a:lnTo>
                      <a:pt x="708" y="15"/>
                    </a:lnTo>
                    <a:lnTo>
                      <a:pt x="709" y="14"/>
                    </a:lnTo>
                    <a:lnTo>
                      <a:pt x="709" y="12"/>
                    </a:lnTo>
                    <a:lnTo>
                      <a:pt x="710" y="11"/>
                    </a:lnTo>
                    <a:lnTo>
                      <a:pt x="711" y="10"/>
                    </a:lnTo>
                    <a:lnTo>
                      <a:pt x="713" y="9"/>
                    </a:lnTo>
                    <a:lnTo>
                      <a:pt x="713" y="8"/>
                    </a:lnTo>
                    <a:lnTo>
                      <a:pt x="714" y="6"/>
                    </a:lnTo>
                    <a:lnTo>
                      <a:pt x="714" y="4"/>
                    </a:lnTo>
                    <a:lnTo>
                      <a:pt x="715" y="3"/>
                    </a:lnTo>
                    <a:lnTo>
                      <a:pt x="716" y="2"/>
                    </a:lnTo>
                    <a:lnTo>
                      <a:pt x="71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8" name="Freeform 211">
                <a:extLst>
                  <a:ext uri="{FF2B5EF4-FFF2-40B4-BE49-F238E27FC236}">
                    <a16:creationId xmlns:a16="http://schemas.microsoft.com/office/drawing/2014/main" id="{6E777270-6893-4D6B-B16B-C2AF617C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638" y="3554413"/>
                <a:ext cx="66675" cy="227012"/>
              </a:xfrm>
              <a:custGeom>
                <a:avLst/>
                <a:gdLst>
                  <a:gd name="T0" fmla="*/ 2147483646 w 85"/>
                  <a:gd name="T1" fmla="*/ 2147483646 h 286"/>
                  <a:gd name="T2" fmla="*/ 2147483646 w 85"/>
                  <a:gd name="T3" fmla="*/ 2147483646 h 286"/>
                  <a:gd name="T4" fmla="*/ 2147483646 w 85"/>
                  <a:gd name="T5" fmla="*/ 2147483646 h 286"/>
                  <a:gd name="T6" fmla="*/ 2147483646 w 85"/>
                  <a:gd name="T7" fmla="*/ 2147483646 h 286"/>
                  <a:gd name="T8" fmla="*/ 2147483646 w 85"/>
                  <a:gd name="T9" fmla="*/ 2147483646 h 286"/>
                  <a:gd name="T10" fmla="*/ 2147483646 w 85"/>
                  <a:gd name="T11" fmla="*/ 2147483646 h 286"/>
                  <a:gd name="T12" fmla="*/ 2147483646 w 85"/>
                  <a:gd name="T13" fmla="*/ 2147483646 h 286"/>
                  <a:gd name="T14" fmla="*/ 2147483646 w 85"/>
                  <a:gd name="T15" fmla="*/ 2147483646 h 286"/>
                  <a:gd name="T16" fmla="*/ 2147483646 w 85"/>
                  <a:gd name="T17" fmla="*/ 2147483646 h 286"/>
                  <a:gd name="T18" fmla="*/ 2147483646 w 85"/>
                  <a:gd name="T19" fmla="*/ 2147483646 h 286"/>
                  <a:gd name="T20" fmla="*/ 2147483646 w 85"/>
                  <a:gd name="T21" fmla="*/ 2147483646 h 286"/>
                  <a:gd name="T22" fmla="*/ 2147483646 w 85"/>
                  <a:gd name="T23" fmla="*/ 2147483646 h 286"/>
                  <a:gd name="T24" fmla="*/ 2147483646 w 85"/>
                  <a:gd name="T25" fmla="*/ 2147483646 h 286"/>
                  <a:gd name="T26" fmla="*/ 2147483646 w 85"/>
                  <a:gd name="T27" fmla="*/ 2147483646 h 286"/>
                  <a:gd name="T28" fmla="*/ 2147483646 w 85"/>
                  <a:gd name="T29" fmla="*/ 2147483646 h 286"/>
                  <a:gd name="T30" fmla="*/ 2147483646 w 85"/>
                  <a:gd name="T31" fmla="*/ 2147483646 h 286"/>
                  <a:gd name="T32" fmla="*/ 2147483646 w 85"/>
                  <a:gd name="T33" fmla="*/ 2147483646 h 286"/>
                  <a:gd name="T34" fmla="*/ 2147483646 w 85"/>
                  <a:gd name="T35" fmla="*/ 2147483646 h 286"/>
                  <a:gd name="T36" fmla="*/ 2147483646 w 85"/>
                  <a:gd name="T37" fmla="*/ 2147483646 h 286"/>
                  <a:gd name="T38" fmla="*/ 2147483646 w 85"/>
                  <a:gd name="T39" fmla="*/ 2147483646 h 286"/>
                  <a:gd name="T40" fmla="*/ 2147483646 w 85"/>
                  <a:gd name="T41" fmla="*/ 2147483646 h 286"/>
                  <a:gd name="T42" fmla="*/ 2147483646 w 85"/>
                  <a:gd name="T43" fmla="*/ 2147483646 h 286"/>
                  <a:gd name="T44" fmla="*/ 2147483646 w 85"/>
                  <a:gd name="T45" fmla="*/ 2147483646 h 286"/>
                  <a:gd name="T46" fmla="*/ 2147483646 w 85"/>
                  <a:gd name="T47" fmla="*/ 2147483646 h 286"/>
                  <a:gd name="T48" fmla="*/ 2147483646 w 85"/>
                  <a:gd name="T49" fmla="*/ 2147483646 h 286"/>
                  <a:gd name="T50" fmla="*/ 2147483646 w 85"/>
                  <a:gd name="T51" fmla="*/ 2147483646 h 286"/>
                  <a:gd name="T52" fmla="*/ 2147483646 w 85"/>
                  <a:gd name="T53" fmla="*/ 2147483646 h 286"/>
                  <a:gd name="T54" fmla="*/ 2147483646 w 85"/>
                  <a:gd name="T55" fmla="*/ 2147483646 h 286"/>
                  <a:gd name="T56" fmla="*/ 2147483646 w 85"/>
                  <a:gd name="T57" fmla="*/ 2147483646 h 286"/>
                  <a:gd name="T58" fmla="*/ 2147483646 w 85"/>
                  <a:gd name="T59" fmla="*/ 2147483646 h 286"/>
                  <a:gd name="T60" fmla="*/ 2147483646 w 85"/>
                  <a:gd name="T61" fmla="*/ 2147483646 h 286"/>
                  <a:gd name="T62" fmla="*/ 2147483646 w 85"/>
                  <a:gd name="T63" fmla="*/ 2147483646 h 286"/>
                  <a:gd name="T64" fmla="*/ 2147483646 w 85"/>
                  <a:gd name="T65" fmla="*/ 2147483646 h 286"/>
                  <a:gd name="T66" fmla="*/ 2147483646 w 85"/>
                  <a:gd name="T67" fmla="*/ 2147483646 h 286"/>
                  <a:gd name="T68" fmla="*/ 2147483646 w 85"/>
                  <a:gd name="T69" fmla="*/ 2147483646 h 286"/>
                  <a:gd name="T70" fmla="*/ 2147483646 w 85"/>
                  <a:gd name="T71" fmla="*/ 2147483646 h 286"/>
                  <a:gd name="T72" fmla="*/ 2147483646 w 85"/>
                  <a:gd name="T73" fmla="*/ 2147483646 h 286"/>
                  <a:gd name="T74" fmla="*/ 2147483646 w 85"/>
                  <a:gd name="T75" fmla="*/ 2147483646 h 286"/>
                  <a:gd name="T76" fmla="*/ 2147483646 w 85"/>
                  <a:gd name="T77" fmla="*/ 2147483646 h 286"/>
                  <a:gd name="T78" fmla="*/ 2147483646 w 85"/>
                  <a:gd name="T79" fmla="*/ 2147483646 h 286"/>
                  <a:gd name="T80" fmla="*/ 2147483646 w 85"/>
                  <a:gd name="T81" fmla="*/ 2147483646 h 286"/>
                  <a:gd name="T82" fmla="*/ 2147483646 w 85"/>
                  <a:gd name="T83" fmla="*/ 2147483646 h 286"/>
                  <a:gd name="T84" fmla="*/ 2147483646 w 85"/>
                  <a:gd name="T85" fmla="*/ 2147483646 h 286"/>
                  <a:gd name="T86" fmla="*/ 2147483646 w 85"/>
                  <a:gd name="T87" fmla="*/ 2147483646 h 286"/>
                  <a:gd name="T88" fmla="*/ 2147483646 w 85"/>
                  <a:gd name="T89" fmla="*/ 2147483646 h 286"/>
                  <a:gd name="T90" fmla="*/ 2147483646 w 85"/>
                  <a:gd name="T91" fmla="*/ 2147483646 h 286"/>
                  <a:gd name="T92" fmla="*/ 2147483646 w 85"/>
                  <a:gd name="T93" fmla="*/ 2147483646 h 286"/>
                  <a:gd name="T94" fmla="*/ 2147483646 w 85"/>
                  <a:gd name="T95" fmla="*/ 2147483646 h 286"/>
                  <a:gd name="T96" fmla="*/ 2147483646 w 85"/>
                  <a:gd name="T97" fmla="*/ 2147483646 h 286"/>
                  <a:gd name="T98" fmla="*/ 2147483646 w 85"/>
                  <a:gd name="T99" fmla="*/ 2147483646 h 286"/>
                  <a:gd name="T100" fmla="*/ 2147483646 w 85"/>
                  <a:gd name="T101" fmla="*/ 2147483646 h 286"/>
                  <a:gd name="T102" fmla="*/ 2147483646 w 85"/>
                  <a:gd name="T103" fmla="*/ 2147483646 h 286"/>
                  <a:gd name="T104" fmla="*/ 2147483646 w 85"/>
                  <a:gd name="T105" fmla="*/ 2147483646 h 286"/>
                  <a:gd name="T106" fmla="*/ 2147483646 w 85"/>
                  <a:gd name="T107" fmla="*/ 2147483646 h 286"/>
                  <a:gd name="T108" fmla="*/ 2147483646 w 85"/>
                  <a:gd name="T109" fmla="*/ 2147483646 h 286"/>
                  <a:gd name="T110" fmla="*/ 2147483646 w 85"/>
                  <a:gd name="T111" fmla="*/ 2147483646 h 286"/>
                  <a:gd name="T112" fmla="*/ 2147483646 w 85"/>
                  <a:gd name="T113" fmla="*/ 2147483646 h 2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6">
                    <a:moveTo>
                      <a:pt x="0" y="0"/>
                    </a:moveTo>
                    <a:lnTo>
                      <a:pt x="1" y="2"/>
                    </a:lnTo>
                    <a:lnTo>
                      <a:pt x="3" y="6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2" y="21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6" y="30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9" y="33"/>
                    </a:lnTo>
                    <a:lnTo>
                      <a:pt x="19" y="34"/>
                    </a:lnTo>
                    <a:lnTo>
                      <a:pt x="19" y="36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2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5" y="49"/>
                    </a:lnTo>
                    <a:lnTo>
                      <a:pt x="26" y="50"/>
                    </a:lnTo>
                    <a:lnTo>
                      <a:pt x="26" y="52"/>
                    </a:lnTo>
                    <a:lnTo>
                      <a:pt x="27" y="54"/>
                    </a:lnTo>
                    <a:lnTo>
                      <a:pt x="28" y="55"/>
                    </a:lnTo>
                    <a:lnTo>
                      <a:pt x="28" y="56"/>
                    </a:lnTo>
                    <a:lnTo>
                      <a:pt x="30" y="58"/>
                    </a:lnTo>
                    <a:lnTo>
                      <a:pt x="30" y="60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2" y="63"/>
                    </a:lnTo>
                    <a:lnTo>
                      <a:pt x="32" y="64"/>
                    </a:lnTo>
                    <a:lnTo>
                      <a:pt x="32" y="66"/>
                    </a:lnTo>
                    <a:lnTo>
                      <a:pt x="33" y="67"/>
                    </a:lnTo>
                    <a:lnTo>
                      <a:pt x="33" y="68"/>
                    </a:lnTo>
                    <a:lnTo>
                      <a:pt x="33" y="69"/>
                    </a:lnTo>
                    <a:lnTo>
                      <a:pt x="34" y="70"/>
                    </a:lnTo>
                    <a:lnTo>
                      <a:pt x="34" y="72"/>
                    </a:lnTo>
                    <a:lnTo>
                      <a:pt x="34" y="73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7" y="76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8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5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2" y="90"/>
                    </a:lnTo>
                    <a:lnTo>
                      <a:pt x="42" y="92"/>
                    </a:lnTo>
                    <a:lnTo>
                      <a:pt x="43" y="93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5" y="99"/>
                    </a:lnTo>
                    <a:lnTo>
                      <a:pt x="45" y="100"/>
                    </a:lnTo>
                    <a:lnTo>
                      <a:pt x="46" y="102"/>
                    </a:lnTo>
                    <a:lnTo>
                      <a:pt x="46" y="103"/>
                    </a:lnTo>
                    <a:lnTo>
                      <a:pt x="48" y="104"/>
                    </a:lnTo>
                    <a:lnTo>
                      <a:pt x="48" y="105"/>
                    </a:lnTo>
                    <a:lnTo>
                      <a:pt x="48" y="106"/>
                    </a:lnTo>
                    <a:lnTo>
                      <a:pt x="49" y="108"/>
                    </a:lnTo>
                    <a:lnTo>
                      <a:pt x="49" y="109"/>
                    </a:lnTo>
                    <a:lnTo>
                      <a:pt x="49" y="110"/>
                    </a:lnTo>
                    <a:lnTo>
                      <a:pt x="50" y="111"/>
                    </a:lnTo>
                    <a:lnTo>
                      <a:pt x="50" y="112"/>
                    </a:lnTo>
                    <a:lnTo>
                      <a:pt x="50" y="114"/>
                    </a:lnTo>
                    <a:lnTo>
                      <a:pt x="51" y="115"/>
                    </a:lnTo>
                    <a:lnTo>
                      <a:pt x="51" y="116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4" y="122"/>
                    </a:lnTo>
                    <a:lnTo>
                      <a:pt x="54" y="123"/>
                    </a:lnTo>
                    <a:lnTo>
                      <a:pt x="54" y="124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7" y="133"/>
                    </a:lnTo>
                    <a:lnTo>
                      <a:pt x="57" y="135"/>
                    </a:lnTo>
                    <a:lnTo>
                      <a:pt x="58" y="138"/>
                    </a:lnTo>
                    <a:lnTo>
                      <a:pt x="58" y="139"/>
                    </a:lnTo>
                    <a:lnTo>
                      <a:pt x="60" y="141"/>
                    </a:lnTo>
                    <a:lnTo>
                      <a:pt x="60" y="142"/>
                    </a:lnTo>
                    <a:lnTo>
                      <a:pt x="60" y="144"/>
                    </a:lnTo>
                    <a:lnTo>
                      <a:pt x="61" y="145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62" y="150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63" y="153"/>
                    </a:lnTo>
                    <a:lnTo>
                      <a:pt x="63" y="154"/>
                    </a:lnTo>
                    <a:lnTo>
                      <a:pt x="63" y="156"/>
                    </a:lnTo>
                    <a:lnTo>
                      <a:pt x="64" y="157"/>
                    </a:lnTo>
                    <a:lnTo>
                      <a:pt x="64" y="158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6" y="162"/>
                    </a:lnTo>
                    <a:lnTo>
                      <a:pt x="66" y="163"/>
                    </a:lnTo>
                    <a:lnTo>
                      <a:pt x="67" y="164"/>
                    </a:lnTo>
                    <a:lnTo>
                      <a:pt x="67" y="165"/>
                    </a:lnTo>
                    <a:lnTo>
                      <a:pt x="67" y="168"/>
                    </a:lnTo>
                    <a:lnTo>
                      <a:pt x="68" y="169"/>
                    </a:lnTo>
                    <a:lnTo>
                      <a:pt x="68" y="170"/>
                    </a:lnTo>
                    <a:lnTo>
                      <a:pt x="68" y="171"/>
                    </a:lnTo>
                    <a:lnTo>
                      <a:pt x="69" y="174"/>
                    </a:lnTo>
                    <a:lnTo>
                      <a:pt x="69" y="175"/>
                    </a:lnTo>
                    <a:lnTo>
                      <a:pt x="70" y="177"/>
                    </a:lnTo>
                    <a:lnTo>
                      <a:pt x="70" y="178"/>
                    </a:lnTo>
                    <a:lnTo>
                      <a:pt x="72" y="181"/>
                    </a:lnTo>
                    <a:lnTo>
                      <a:pt x="72" y="182"/>
                    </a:lnTo>
                    <a:lnTo>
                      <a:pt x="73" y="184"/>
                    </a:lnTo>
                    <a:lnTo>
                      <a:pt x="73" y="186"/>
                    </a:lnTo>
                    <a:lnTo>
                      <a:pt x="74" y="187"/>
                    </a:lnTo>
                    <a:lnTo>
                      <a:pt x="74" y="189"/>
                    </a:lnTo>
                    <a:lnTo>
                      <a:pt x="74" y="190"/>
                    </a:lnTo>
                    <a:lnTo>
                      <a:pt x="75" y="192"/>
                    </a:lnTo>
                    <a:lnTo>
                      <a:pt x="75" y="193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6" y="196"/>
                    </a:lnTo>
                    <a:lnTo>
                      <a:pt x="76" y="198"/>
                    </a:lnTo>
                    <a:lnTo>
                      <a:pt x="76" y="199"/>
                    </a:lnTo>
                    <a:lnTo>
                      <a:pt x="76" y="200"/>
                    </a:lnTo>
                    <a:lnTo>
                      <a:pt x="78" y="201"/>
                    </a:lnTo>
                    <a:lnTo>
                      <a:pt x="78" y="202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6"/>
                    </a:lnTo>
                    <a:lnTo>
                      <a:pt x="78" y="207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79" y="211"/>
                    </a:lnTo>
                    <a:lnTo>
                      <a:pt x="79" y="212"/>
                    </a:lnTo>
                    <a:lnTo>
                      <a:pt x="79" y="213"/>
                    </a:lnTo>
                    <a:lnTo>
                      <a:pt x="79" y="214"/>
                    </a:lnTo>
                    <a:lnTo>
                      <a:pt x="79" y="216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9" y="220"/>
                    </a:lnTo>
                    <a:lnTo>
                      <a:pt x="79" y="223"/>
                    </a:lnTo>
                    <a:lnTo>
                      <a:pt x="80" y="224"/>
                    </a:lnTo>
                    <a:lnTo>
                      <a:pt x="80" y="225"/>
                    </a:lnTo>
                    <a:lnTo>
                      <a:pt x="80" y="226"/>
                    </a:lnTo>
                    <a:lnTo>
                      <a:pt x="80" y="228"/>
                    </a:lnTo>
                    <a:lnTo>
                      <a:pt x="80" y="229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80" y="232"/>
                    </a:lnTo>
                    <a:lnTo>
                      <a:pt x="80" y="234"/>
                    </a:lnTo>
                    <a:lnTo>
                      <a:pt x="80" y="235"/>
                    </a:lnTo>
                    <a:lnTo>
                      <a:pt x="80" y="236"/>
                    </a:lnTo>
                    <a:lnTo>
                      <a:pt x="81" y="237"/>
                    </a:lnTo>
                    <a:lnTo>
                      <a:pt x="81" y="238"/>
                    </a:lnTo>
                    <a:lnTo>
                      <a:pt x="81" y="240"/>
                    </a:lnTo>
                    <a:lnTo>
                      <a:pt x="81" y="241"/>
                    </a:lnTo>
                    <a:lnTo>
                      <a:pt x="81" y="242"/>
                    </a:lnTo>
                    <a:lnTo>
                      <a:pt x="81" y="243"/>
                    </a:lnTo>
                    <a:lnTo>
                      <a:pt x="81" y="244"/>
                    </a:lnTo>
                    <a:lnTo>
                      <a:pt x="82" y="244"/>
                    </a:lnTo>
                    <a:lnTo>
                      <a:pt x="82" y="246"/>
                    </a:lnTo>
                    <a:lnTo>
                      <a:pt x="82" y="247"/>
                    </a:lnTo>
                    <a:lnTo>
                      <a:pt x="82" y="248"/>
                    </a:lnTo>
                    <a:lnTo>
                      <a:pt x="82" y="249"/>
                    </a:lnTo>
                    <a:lnTo>
                      <a:pt x="82" y="250"/>
                    </a:lnTo>
                    <a:lnTo>
                      <a:pt x="84" y="252"/>
                    </a:lnTo>
                    <a:lnTo>
                      <a:pt x="84" y="253"/>
                    </a:lnTo>
                    <a:lnTo>
                      <a:pt x="84" y="254"/>
                    </a:lnTo>
                    <a:lnTo>
                      <a:pt x="84" y="255"/>
                    </a:lnTo>
                    <a:lnTo>
                      <a:pt x="84" y="256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59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5" y="262"/>
                    </a:lnTo>
                    <a:lnTo>
                      <a:pt x="85" y="264"/>
                    </a:lnTo>
                    <a:lnTo>
                      <a:pt x="85" y="265"/>
                    </a:lnTo>
                    <a:lnTo>
                      <a:pt x="85" y="266"/>
                    </a:lnTo>
                    <a:lnTo>
                      <a:pt x="85" y="267"/>
                    </a:lnTo>
                    <a:lnTo>
                      <a:pt x="85" y="268"/>
                    </a:lnTo>
                    <a:lnTo>
                      <a:pt x="85" y="270"/>
                    </a:lnTo>
                    <a:lnTo>
                      <a:pt x="85" y="271"/>
                    </a:lnTo>
                    <a:lnTo>
                      <a:pt x="85" y="272"/>
                    </a:lnTo>
                    <a:lnTo>
                      <a:pt x="85" y="274"/>
                    </a:lnTo>
                    <a:lnTo>
                      <a:pt x="84" y="276"/>
                    </a:lnTo>
                    <a:lnTo>
                      <a:pt x="84" y="278"/>
                    </a:lnTo>
                    <a:lnTo>
                      <a:pt x="84" y="279"/>
                    </a:lnTo>
                    <a:lnTo>
                      <a:pt x="84" y="282"/>
                    </a:lnTo>
                    <a:lnTo>
                      <a:pt x="84" y="284"/>
                    </a:lnTo>
                    <a:lnTo>
                      <a:pt x="84" y="28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9" name="Freeform 212">
                <a:extLst>
                  <a:ext uri="{FF2B5EF4-FFF2-40B4-BE49-F238E27FC236}">
                    <a16:creationId xmlns:a16="http://schemas.microsoft.com/office/drawing/2014/main" id="{081F54D1-7139-4BB6-B039-8F6295B3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638" y="3781425"/>
                <a:ext cx="66675" cy="227013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287"/>
                    </a:moveTo>
                    <a:lnTo>
                      <a:pt x="1" y="283"/>
                    </a:lnTo>
                    <a:lnTo>
                      <a:pt x="3" y="281"/>
                    </a:lnTo>
                    <a:lnTo>
                      <a:pt x="4" y="278"/>
                    </a:lnTo>
                    <a:lnTo>
                      <a:pt x="6" y="275"/>
                    </a:lnTo>
                    <a:lnTo>
                      <a:pt x="7" y="272"/>
                    </a:lnTo>
                    <a:lnTo>
                      <a:pt x="9" y="271"/>
                    </a:lnTo>
                    <a:lnTo>
                      <a:pt x="10" y="269"/>
                    </a:lnTo>
                    <a:lnTo>
                      <a:pt x="10" y="266"/>
                    </a:lnTo>
                    <a:lnTo>
                      <a:pt x="12" y="265"/>
                    </a:lnTo>
                    <a:lnTo>
                      <a:pt x="13" y="263"/>
                    </a:lnTo>
                    <a:lnTo>
                      <a:pt x="14" y="262"/>
                    </a:lnTo>
                    <a:lnTo>
                      <a:pt x="15" y="259"/>
                    </a:lnTo>
                    <a:lnTo>
                      <a:pt x="15" y="258"/>
                    </a:lnTo>
                    <a:lnTo>
                      <a:pt x="16" y="257"/>
                    </a:lnTo>
                    <a:lnTo>
                      <a:pt x="16" y="256"/>
                    </a:lnTo>
                    <a:lnTo>
                      <a:pt x="18" y="254"/>
                    </a:lnTo>
                    <a:lnTo>
                      <a:pt x="19" y="253"/>
                    </a:lnTo>
                    <a:lnTo>
                      <a:pt x="19" y="252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8"/>
                    </a:lnTo>
                    <a:lnTo>
                      <a:pt x="21" y="247"/>
                    </a:lnTo>
                    <a:lnTo>
                      <a:pt x="21" y="246"/>
                    </a:lnTo>
                    <a:lnTo>
                      <a:pt x="22" y="245"/>
                    </a:lnTo>
                    <a:lnTo>
                      <a:pt x="22" y="244"/>
                    </a:lnTo>
                    <a:lnTo>
                      <a:pt x="24" y="242"/>
                    </a:lnTo>
                    <a:lnTo>
                      <a:pt x="24" y="241"/>
                    </a:lnTo>
                    <a:lnTo>
                      <a:pt x="24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6" y="236"/>
                    </a:lnTo>
                    <a:lnTo>
                      <a:pt x="26" y="234"/>
                    </a:lnTo>
                    <a:lnTo>
                      <a:pt x="27" y="233"/>
                    </a:lnTo>
                    <a:lnTo>
                      <a:pt x="28" y="232"/>
                    </a:lnTo>
                    <a:lnTo>
                      <a:pt x="28" y="229"/>
                    </a:lnTo>
                    <a:lnTo>
                      <a:pt x="30" y="228"/>
                    </a:lnTo>
                    <a:lnTo>
                      <a:pt x="30" y="227"/>
                    </a:lnTo>
                    <a:lnTo>
                      <a:pt x="30" y="226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2" y="222"/>
                    </a:lnTo>
                    <a:lnTo>
                      <a:pt x="32" y="221"/>
                    </a:lnTo>
                    <a:lnTo>
                      <a:pt x="33" y="220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4" y="214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7" y="210"/>
                    </a:lnTo>
                    <a:lnTo>
                      <a:pt x="37" y="209"/>
                    </a:lnTo>
                    <a:lnTo>
                      <a:pt x="37" y="208"/>
                    </a:lnTo>
                    <a:lnTo>
                      <a:pt x="38" y="206"/>
                    </a:lnTo>
                    <a:lnTo>
                      <a:pt x="38" y="205"/>
                    </a:lnTo>
                    <a:lnTo>
                      <a:pt x="39" y="203"/>
                    </a:lnTo>
                    <a:lnTo>
                      <a:pt x="39" y="202"/>
                    </a:lnTo>
                    <a:lnTo>
                      <a:pt x="40" y="200"/>
                    </a:lnTo>
                    <a:lnTo>
                      <a:pt x="40" y="198"/>
                    </a:lnTo>
                    <a:lnTo>
                      <a:pt x="42" y="197"/>
                    </a:lnTo>
                    <a:lnTo>
                      <a:pt x="42" y="194"/>
                    </a:lnTo>
                    <a:lnTo>
                      <a:pt x="43" y="193"/>
                    </a:lnTo>
                    <a:lnTo>
                      <a:pt x="44" y="191"/>
                    </a:lnTo>
                    <a:lnTo>
                      <a:pt x="44" y="190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6" y="185"/>
                    </a:lnTo>
                    <a:lnTo>
                      <a:pt x="46" y="184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8" y="179"/>
                    </a:lnTo>
                    <a:lnTo>
                      <a:pt x="49" y="178"/>
                    </a:lnTo>
                    <a:lnTo>
                      <a:pt x="49" y="176"/>
                    </a:lnTo>
                    <a:lnTo>
                      <a:pt x="50" y="175"/>
                    </a:lnTo>
                    <a:lnTo>
                      <a:pt x="50" y="174"/>
                    </a:lnTo>
                    <a:lnTo>
                      <a:pt x="50" y="173"/>
                    </a:lnTo>
                    <a:lnTo>
                      <a:pt x="51" y="172"/>
                    </a:lnTo>
                    <a:lnTo>
                      <a:pt x="51" y="170"/>
                    </a:lnTo>
                    <a:lnTo>
                      <a:pt x="51" y="169"/>
                    </a:lnTo>
                    <a:lnTo>
                      <a:pt x="52" y="168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8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4"/>
                    </a:lnTo>
                    <a:lnTo>
                      <a:pt x="57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1" y="140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2" y="137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1"/>
                    </a:lnTo>
                    <a:lnTo>
                      <a:pt x="64" y="130"/>
                    </a:lnTo>
                    <a:lnTo>
                      <a:pt x="64" y="128"/>
                    </a:lnTo>
                    <a:lnTo>
                      <a:pt x="64" y="127"/>
                    </a:lnTo>
                    <a:lnTo>
                      <a:pt x="64" y="126"/>
                    </a:lnTo>
                    <a:lnTo>
                      <a:pt x="66" y="125"/>
                    </a:lnTo>
                    <a:lnTo>
                      <a:pt x="66" y="124"/>
                    </a:lnTo>
                    <a:lnTo>
                      <a:pt x="66" y="122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8"/>
                    </a:lnTo>
                    <a:lnTo>
                      <a:pt x="68" y="116"/>
                    </a:lnTo>
                    <a:lnTo>
                      <a:pt x="68" y="115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2" y="106"/>
                    </a:lnTo>
                    <a:lnTo>
                      <a:pt x="72" y="103"/>
                    </a:lnTo>
                    <a:lnTo>
                      <a:pt x="73" y="102"/>
                    </a:lnTo>
                    <a:lnTo>
                      <a:pt x="73" y="101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6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8" y="80"/>
                    </a:lnTo>
                    <a:lnTo>
                      <a:pt x="78" y="79"/>
                    </a:lnTo>
                    <a:lnTo>
                      <a:pt x="78" y="78"/>
                    </a:lnTo>
                    <a:lnTo>
                      <a:pt x="78" y="77"/>
                    </a:lnTo>
                    <a:lnTo>
                      <a:pt x="79" y="76"/>
                    </a:lnTo>
                    <a:lnTo>
                      <a:pt x="79" y="74"/>
                    </a:lnTo>
                    <a:lnTo>
                      <a:pt x="79" y="73"/>
                    </a:lnTo>
                    <a:lnTo>
                      <a:pt x="79" y="72"/>
                    </a:lnTo>
                    <a:lnTo>
                      <a:pt x="79" y="71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0" y="61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8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80" y="52"/>
                    </a:lnTo>
                    <a:lnTo>
                      <a:pt x="80" y="50"/>
                    </a:lnTo>
                    <a:lnTo>
                      <a:pt x="81" y="49"/>
                    </a:lnTo>
                    <a:lnTo>
                      <a:pt x="81" y="48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4"/>
                    </a:lnTo>
                    <a:lnTo>
                      <a:pt x="81" y="43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2" y="36"/>
                    </a:lnTo>
                    <a:lnTo>
                      <a:pt x="84" y="35"/>
                    </a:lnTo>
                    <a:lnTo>
                      <a:pt x="84" y="34"/>
                    </a:lnTo>
                    <a:lnTo>
                      <a:pt x="84" y="32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5" y="19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4" y="8"/>
                    </a:lnTo>
                    <a:lnTo>
                      <a:pt x="84" y="7"/>
                    </a:lnTo>
                    <a:lnTo>
                      <a:pt x="84" y="5"/>
                    </a:lnTo>
                    <a:lnTo>
                      <a:pt x="84" y="2"/>
                    </a:lnTo>
                    <a:lnTo>
                      <a:pt x="8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4636" name="Group 78">
              <a:extLst>
                <a:ext uri="{FF2B5EF4-FFF2-40B4-BE49-F238E27FC236}">
                  <a16:creationId xmlns:a16="http://schemas.microsoft.com/office/drawing/2014/main" id="{4AED002F-58C6-42C4-8217-B84C59B21A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3454" y="2456098"/>
              <a:ext cx="644585" cy="348493"/>
              <a:chOff x="1150937" y="2740025"/>
              <a:chExt cx="884236" cy="441325"/>
            </a:xfrm>
          </p:grpSpPr>
          <p:sp>
            <p:nvSpPr>
              <p:cNvPr id="154663" name="Line 16">
                <a:extLst>
                  <a:ext uri="{FF2B5EF4-FFF2-40B4-BE49-F238E27FC236}">
                    <a16:creationId xmlns:a16="http://schemas.microsoft.com/office/drawing/2014/main" id="{B1147237-A144-43BC-897C-8D293480DB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39898" y="2949574"/>
                <a:ext cx="295275" cy="1587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4" name="Freeform 18">
                <a:extLst>
                  <a:ext uri="{FF2B5EF4-FFF2-40B4-BE49-F238E27FC236}">
                    <a16:creationId xmlns:a16="http://schemas.microsoft.com/office/drawing/2014/main" id="{4FC84480-3D7D-4324-8BB5-1D26D02E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937" y="2740025"/>
                <a:ext cx="442913" cy="441325"/>
              </a:xfrm>
              <a:custGeom>
                <a:avLst/>
                <a:gdLst>
                  <a:gd name="T0" fmla="*/ 2147483646 w 556"/>
                  <a:gd name="T1" fmla="*/ 2147483646 h 556"/>
                  <a:gd name="T2" fmla="*/ 0 w 556"/>
                  <a:gd name="T3" fmla="*/ 2147483646 h 556"/>
                  <a:gd name="T4" fmla="*/ 0 w 556"/>
                  <a:gd name="T5" fmla="*/ 0 h 556"/>
                  <a:gd name="T6" fmla="*/ 2147483646 w 556"/>
                  <a:gd name="T7" fmla="*/ 2147483646 h 5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6" h="556">
                    <a:moveTo>
                      <a:pt x="556" y="265"/>
                    </a:moveTo>
                    <a:lnTo>
                      <a:pt x="0" y="556"/>
                    </a:lnTo>
                    <a:lnTo>
                      <a:pt x="0" y="0"/>
                    </a:lnTo>
                    <a:lnTo>
                      <a:pt x="556" y="265"/>
                    </a:lnTo>
                    <a:close/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5" name="Freeform 19">
                <a:extLst>
                  <a:ext uri="{FF2B5EF4-FFF2-40B4-BE49-F238E27FC236}">
                    <a16:creationId xmlns:a16="http://schemas.microsoft.com/office/drawing/2014/main" id="{94D8407A-308B-4237-94F4-D8C9C5D32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2890837"/>
                <a:ext cx="117475" cy="119063"/>
              </a:xfrm>
              <a:custGeom>
                <a:avLst/>
                <a:gdLst>
                  <a:gd name="T0" fmla="*/ 2147483646 w 149"/>
                  <a:gd name="T1" fmla="*/ 0 h 150"/>
                  <a:gd name="T2" fmla="*/ 2147483646 w 149"/>
                  <a:gd name="T3" fmla="*/ 2147483646 h 150"/>
                  <a:gd name="T4" fmla="*/ 2147483646 w 149"/>
                  <a:gd name="T5" fmla="*/ 2147483646 h 150"/>
                  <a:gd name="T6" fmla="*/ 2147483646 w 149"/>
                  <a:gd name="T7" fmla="*/ 2147483646 h 150"/>
                  <a:gd name="T8" fmla="*/ 2147483646 w 149"/>
                  <a:gd name="T9" fmla="*/ 2147483646 h 150"/>
                  <a:gd name="T10" fmla="*/ 2147483646 w 149"/>
                  <a:gd name="T11" fmla="*/ 2147483646 h 150"/>
                  <a:gd name="T12" fmla="*/ 2147483646 w 149"/>
                  <a:gd name="T13" fmla="*/ 2147483646 h 150"/>
                  <a:gd name="T14" fmla="*/ 2147483646 w 149"/>
                  <a:gd name="T15" fmla="*/ 2147483646 h 150"/>
                  <a:gd name="T16" fmla="*/ 2147483646 w 149"/>
                  <a:gd name="T17" fmla="*/ 2147483646 h 150"/>
                  <a:gd name="T18" fmla="*/ 2147483646 w 149"/>
                  <a:gd name="T19" fmla="*/ 2147483646 h 150"/>
                  <a:gd name="T20" fmla="*/ 0 w 149"/>
                  <a:gd name="T21" fmla="*/ 2147483646 h 150"/>
                  <a:gd name="T22" fmla="*/ 0 w 149"/>
                  <a:gd name="T23" fmla="*/ 2147483646 h 150"/>
                  <a:gd name="T24" fmla="*/ 2147483646 w 149"/>
                  <a:gd name="T25" fmla="*/ 2147483646 h 150"/>
                  <a:gd name="T26" fmla="*/ 2147483646 w 149"/>
                  <a:gd name="T27" fmla="*/ 2147483646 h 150"/>
                  <a:gd name="T28" fmla="*/ 2147483646 w 149"/>
                  <a:gd name="T29" fmla="*/ 2147483646 h 150"/>
                  <a:gd name="T30" fmla="*/ 2147483646 w 149"/>
                  <a:gd name="T31" fmla="*/ 2147483646 h 150"/>
                  <a:gd name="T32" fmla="*/ 2147483646 w 149"/>
                  <a:gd name="T33" fmla="*/ 2147483646 h 150"/>
                  <a:gd name="T34" fmla="*/ 2147483646 w 149"/>
                  <a:gd name="T35" fmla="*/ 2147483646 h 150"/>
                  <a:gd name="T36" fmla="*/ 2147483646 w 149"/>
                  <a:gd name="T37" fmla="*/ 2147483646 h 150"/>
                  <a:gd name="T38" fmla="*/ 2147483646 w 149"/>
                  <a:gd name="T39" fmla="*/ 2147483646 h 150"/>
                  <a:gd name="T40" fmla="*/ 2147483646 w 149"/>
                  <a:gd name="T41" fmla="*/ 2147483646 h 150"/>
                  <a:gd name="T42" fmla="*/ 2147483646 w 149"/>
                  <a:gd name="T43" fmla="*/ 2147483646 h 150"/>
                  <a:gd name="T44" fmla="*/ 2147483646 w 149"/>
                  <a:gd name="T45" fmla="*/ 2147483646 h 150"/>
                  <a:gd name="T46" fmla="*/ 2147483646 w 149"/>
                  <a:gd name="T47" fmla="*/ 2147483646 h 150"/>
                  <a:gd name="T48" fmla="*/ 2147483646 w 149"/>
                  <a:gd name="T49" fmla="*/ 2147483646 h 150"/>
                  <a:gd name="T50" fmla="*/ 2147483646 w 149"/>
                  <a:gd name="T51" fmla="*/ 2147483646 h 150"/>
                  <a:gd name="T52" fmla="*/ 2147483646 w 149"/>
                  <a:gd name="T53" fmla="*/ 2147483646 h 150"/>
                  <a:gd name="T54" fmla="*/ 2147483646 w 149"/>
                  <a:gd name="T55" fmla="*/ 2147483646 h 150"/>
                  <a:gd name="T56" fmla="*/ 2147483646 w 149"/>
                  <a:gd name="T57" fmla="*/ 2147483646 h 150"/>
                  <a:gd name="T58" fmla="*/ 2147483646 w 149"/>
                  <a:gd name="T59" fmla="*/ 2147483646 h 150"/>
                  <a:gd name="T60" fmla="*/ 2147483646 w 149"/>
                  <a:gd name="T61" fmla="*/ 2147483646 h 150"/>
                  <a:gd name="T62" fmla="*/ 2147483646 w 149"/>
                  <a:gd name="T63" fmla="*/ 2147483646 h 150"/>
                  <a:gd name="T64" fmla="*/ 2147483646 w 149"/>
                  <a:gd name="T65" fmla="*/ 2147483646 h 150"/>
                  <a:gd name="T66" fmla="*/ 2147483646 w 149"/>
                  <a:gd name="T67" fmla="*/ 2147483646 h 150"/>
                  <a:gd name="T68" fmla="*/ 2147483646 w 149"/>
                  <a:gd name="T69" fmla="*/ 2147483646 h 150"/>
                  <a:gd name="T70" fmla="*/ 2147483646 w 149"/>
                  <a:gd name="T71" fmla="*/ 2147483646 h 150"/>
                  <a:gd name="T72" fmla="*/ 2147483646 w 149"/>
                  <a:gd name="T73" fmla="*/ 2147483646 h 150"/>
                  <a:gd name="T74" fmla="*/ 2147483646 w 149"/>
                  <a:gd name="T75" fmla="*/ 2147483646 h 150"/>
                  <a:gd name="T76" fmla="*/ 2147483646 w 149"/>
                  <a:gd name="T77" fmla="*/ 2147483646 h 150"/>
                  <a:gd name="T78" fmla="*/ 2147483646 w 149"/>
                  <a:gd name="T79" fmla="*/ 2147483646 h 150"/>
                  <a:gd name="T80" fmla="*/ 2147483646 w 149"/>
                  <a:gd name="T81" fmla="*/ 2147483646 h 150"/>
                  <a:gd name="T82" fmla="*/ 2147483646 w 149"/>
                  <a:gd name="T83" fmla="*/ 2147483646 h 150"/>
                  <a:gd name="T84" fmla="*/ 2147483646 w 149"/>
                  <a:gd name="T85" fmla="*/ 0 h 150"/>
                  <a:gd name="T86" fmla="*/ 2147483646 w 149"/>
                  <a:gd name="T87" fmla="*/ 0 h 1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9" h="150">
                    <a:moveTo>
                      <a:pt x="75" y="0"/>
                    </a:moveTo>
                    <a:lnTo>
                      <a:pt x="71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3" y="3"/>
                    </a:lnTo>
                    <a:lnTo>
                      <a:pt x="49" y="4"/>
                    </a:lnTo>
                    <a:lnTo>
                      <a:pt x="46" y="6"/>
                    </a:lnTo>
                    <a:lnTo>
                      <a:pt x="42" y="7"/>
                    </a:lnTo>
                    <a:lnTo>
                      <a:pt x="39" y="8"/>
                    </a:lnTo>
                    <a:lnTo>
                      <a:pt x="35" y="11"/>
                    </a:lnTo>
                    <a:lnTo>
                      <a:pt x="33" y="12"/>
                    </a:lnTo>
                    <a:lnTo>
                      <a:pt x="30" y="15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22" y="22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3" y="32"/>
                    </a:lnTo>
                    <a:lnTo>
                      <a:pt x="10" y="36"/>
                    </a:lnTo>
                    <a:lnTo>
                      <a:pt x="9" y="39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5" y="49"/>
                    </a:lnTo>
                    <a:lnTo>
                      <a:pt x="4" y="52"/>
                    </a:lnTo>
                    <a:lnTo>
                      <a:pt x="2" y="56"/>
                    </a:lnTo>
                    <a:lnTo>
                      <a:pt x="1" y="60"/>
                    </a:lnTo>
                    <a:lnTo>
                      <a:pt x="1" y="64"/>
                    </a:lnTo>
                    <a:lnTo>
                      <a:pt x="0" y="67"/>
                    </a:lnTo>
                    <a:lnTo>
                      <a:pt x="0" y="71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1" y="86"/>
                    </a:lnTo>
                    <a:lnTo>
                      <a:pt x="1" y="90"/>
                    </a:lnTo>
                    <a:lnTo>
                      <a:pt x="2" y="93"/>
                    </a:lnTo>
                    <a:lnTo>
                      <a:pt x="4" y="97"/>
                    </a:lnTo>
                    <a:lnTo>
                      <a:pt x="5" y="101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0" y="113"/>
                    </a:lnTo>
                    <a:lnTo>
                      <a:pt x="13" y="117"/>
                    </a:lnTo>
                    <a:lnTo>
                      <a:pt x="14" y="120"/>
                    </a:lnTo>
                    <a:lnTo>
                      <a:pt x="17" y="122"/>
                    </a:lnTo>
                    <a:lnTo>
                      <a:pt x="19" y="125"/>
                    </a:lnTo>
                    <a:lnTo>
                      <a:pt x="22" y="127"/>
                    </a:lnTo>
                    <a:lnTo>
                      <a:pt x="25" y="130"/>
                    </a:lnTo>
                    <a:lnTo>
                      <a:pt x="27" y="133"/>
                    </a:lnTo>
                    <a:lnTo>
                      <a:pt x="30" y="134"/>
                    </a:lnTo>
                    <a:lnTo>
                      <a:pt x="33" y="137"/>
                    </a:lnTo>
                    <a:lnTo>
                      <a:pt x="35" y="139"/>
                    </a:lnTo>
                    <a:lnTo>
                      <a:pt x="39" y="141"/>
                    </a:lnTo>
                    <a:lnTo>
                      <a:pt x="42" y="142"/>
                    </a:lnTo>
                    <a:lnTo>
                      <a:pt x="46" y="143"/>
                    </a:lnTo>
                    <a:lnTo>
                      <a:pt x="49" y="145"/>
                    </a:lnTo>
                    <a:lnTo>
                      <a:pt x="53" y="146"/>
                    </a:lnTo>
                    <a:lnTo>
                      <a:pt x="57" y="147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71" y="150"/>
                    </a:lnTo>
                    <a:lnTo>
                      <a:pt x="75" y="150"/>
                    </a:lnTo>
                    <a:lnTo>
                      <a:pt x="79" y="150"/>
                    </a:lnTo>
                    <a:lnTo>
                      <a:pt x="83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7"/>
                    </a:lnTo>
                    <a:lnTo>
                      <a:pt x="98" y="146"/>
                    </a:lnTo>
                    <a:lnTo>
                      <a:pt x="100" y="145"/>
                    </a:lnTo>
                    <a:lnTo>
                      <a:pt x="104" y="143"/>
                    </a:lnTo>
                    <a:lnTo>
                      <a:pt x="107" y="142"/>
                    </a:lnTo>
                    <a:lnTo>
                      <a:pt x="111" y="141"/>
                    </a:lnTo>
                    <a:lnTo>
                      <a:pt x="114" y="139"/>
                    </a:lnTo>
                    <a:lnTo>
                      <a:pt x="116" y="137"/>
                    </a:lnTo>
                    <a:lnTo>
                      <a:pt x="120" y="134"/>
                    </a:lnTo>
                    <a:lnTo>
                      <a:pt x="123" y="133"/>
                    </a:lnTo>
                    <a:lnTo>
                      <a:pt x="125" y="130"/>
                    </a:lnTo>
                    <a:lnTo>
                      <a:pt x="128" y="127"/>
                    </a:lnTo>
                    <a:lnTo>
                      <a:pt x="131" y="125"/>
                    </a:lnTo>
                    <a:lnTo>
                      <a:pt x="132" y="122"/>
                    </a:lnTo>
                    <a:lnTo>
                      <a:pt x="135" y="120"/>
                    </a:lnTo>
                    <a:lnTo>
                      <a:pt x="137" y="117"/>
                    </a:lnTo>
                    <a:lnTo>
                      <a:pt x="139" y="113"/>
                    </a:lnTo>
                    <a:lnTo>
                      <a:pt x="141" y="110"/>
                    </a:lnTo>
                    <a:lnTo>
                      <a:pt x="143" y="108"/>
                    </a:lnTo>
                    <a:lnTo>
                      <a:pt x="144" y="104"/>
                    </a:lnTo>
                    <a:lnTo>
                      <a:pt x="145" y="101"/>
                    </a:lnTo>
                    <a:lnTo>
                      <a:pt x="147" y="97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78"/>
                    </a:lnTo>
                    <a:lnTo>
                      <a:pt x="149" y="75"/>
                    </a:lnTo>
                    <a:lnTo>
                      <a:pt x="149" y="71"/>
                    </a:lnTo>
                    <a:lnTo>
                      <a:pt x="149" y="67"/>
                    </a:lnTo>
                    <a:lnTo>
                      <a:pt x="149" y="64"/>
                    </a:lnTo>
                    <a:lnTo>
                      <a:pt x="148" y="60"/>
                    </a:lnTo>
                    <a:lnTo>
                      <a:pt x="148" y="56"/>
                    </a:lnTo>
                    <a:lnTo>
                      <a:pt x="147" y="52"/>
                    </a:lnTo>
                    <a:lnTo>
                      <a:pt x="145" y="49"/>
                    </a:lnTo>
                    <a:lnTo>
                      <a:pt x="144" y="45"/>
                    </a:lnTo>
                    <a:lnTo>
                      <a:pt x="143" y="43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37" y="32"/>
                    </a:lnTo>
                    <a:lnTo>
                      <a:pt x="135" y="29"/>
                    </a:lnTo>
                    <a:lnTo>
                      <a:pt x="132" y="27"/>
                    </a:lnTo>
                    <a:lnTo>
                      <a:pt x="131" y="24"/>
                    </a:lnTo>
                    <a:lnTo>
                      <a:pt x="128" y="22"/>
                    </a:lnTo>
                    <a:lnTo>
                      <a:pt x="125" y="19"/>
                    </a:lnTo>
                    <a:lnTo>
                      <a:pt x="123" y="16"/>
                    </a:lnTo>
                    <a:lnTo>
                      <a:pt x="120" y="15"/>
                    </a:lnTo>
                    <a:lnTo>
                      <a:pt x="116" y="12"/>
                    </a:lnTo>
                    <a:lnTo>
                      <a:pt x="114" y="11"/>
                    </a:lnTo>
                    <a:lnTo>
                      <a:pt x="111" y="8"/>
                    </a:lnTo>
                    <a:lnTo>
                      <a:pt x="107" y="7"/>
                    </a:lnTo>
                    <a:lnTo>
                      <a:pt x="104" y="6"/>
                    </a:lnTo>
                    <a:lnTo>
                      <a:pt x="100" y="4"/>
                    </a:lnTo>
                    <a:lnTo>
                      <a:pt x="98" y="3"/>
                    </a:lnTo>
                    <a:lnTo>
                      <a:pt x="94" y="2"/>
                    </a:lnTo>
                    <a:lnTo>
                      <a:pt x="90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5" y="0"/>
                    </a:lnTo>
                  </a:path>
                </a:pathLst>
              </a:custGeom>
              <a:noFill/>
              <a:ln w="254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4637" name="Line 266">
              <a:extLst>
                <a:ext uri="{FF2B5EF4-FFF2-40B4-BE49-F238E27FC236}">
                  <a16:creationId xmlns:a16="http://schemas.microsoft.com/office/drawing/2014/main" id="{1050AE89-4508-4D92-A80E-B60820E362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478088" y="1582458"/>
              <a:ext cx="2675" cy="20942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38" name="Line 266">
              <a:extLst>
                <a:ext uri="{FF2B5EF4-FFF2-40B4-BE49-F238E27FC236}">
                  <a16:creationId xmlns:a16="http://schemas.microsoft.com/office/drawing/2014/main" id="{8ED53DCE-88C8-4CA2-A8DD-3A55D78A43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067537" y="1261135"/>
              <a:ext cx="0" cy="221079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39" name="Line 266">
              <a:extLst>
                <a:ext uri="{FF2B5EF4-FFF2-40B4-BE49-F238E27FC236}">
                  <a16:creationId xmlns:a16="http://schemas.microsoft.com/office/drawing/2014/main" id="{59D06D1B-1B12-4B35-8D8C-50FDEC4DD94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409781" y="1950005"/>
              <a:ext cx="1506" cy="395646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0" name="Line 266">
              <a:extLst>
                <a:ext uri="{FF2B5EF4-FFF2-40B4-BE49-F238E27FC236}">
                  <a16:creationId xmlns:a16="http://schemas.microsoft.com/office/drawing/2014/main" id="{E49F92E4-5A65-48D0-8B48-F37E9324A00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16677" y="1385512"/>
              <a:ext cx="0" cy="452813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1" name="Line 266">
              <a:extLst>
                <a:ext uri="{FF2B5EF4-FFF2-40B4-BE49-F238E27FC236}">
                  <a16:creationId xmlns:a16="http://schemas.microsoft.com/office/drawing/2014/main" id="{C278093D-92D2-4C24-BDFF-4789D4BF22B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421814" y="2662332"/>
              <a:ext cx="1506" cy="395646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2" name="Line 266">
              <a:extLst>
                <a:ext uri="{FF2B5EF4-FFF2-40B4-BE49-F238E27FC236}">
                  <a16:creationId xmlns:a16="http://schemas.microsoft.com/office/drawing/2014/main" id="{B08099EC-4D87-4DC9-9E59-D686F3E74D3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110263" y="2275566"/>
              <a:ext cx="3620" cy="44948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3" name="Line 266">
              <a:extLst>
                <a:ext uri="{FF2B5EF4-FFF2-40B4-BE49-F238E27FC236}">
                  <a16:creationId xmlns:a16="http://schemas.microsoft.com/office/drawing/2014/main" id="{9AF627E8-B597-4E2D-B96F-7B1D203CBA3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689658" y="3030139"/>
              <a:ext cx="0" cy="345433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4" name="Line 266">
              <a:extLst>
                <a:ext uri="{FF2B5EF4-FFF2-40B4-BE49-F238E27FC236}">
                  <a16:creationId xmlns:a16="http://schemas.microsoft.com/office/drawing/2014/main" id="{B1AB413F-0488-4086-8EF0-32BD4666FD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25976" y="3415746"/>
              <a:ext cx="0" cy="289065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5" name="Line 266">
              <a:extLst>
                <a:ext uri="{FF2B5EF4-FFF2-40B4-BE49-F238E27FC236}">
                  <a16:creationId xmlns:a16="http://schemas.microsoft.com/office/drawing/2014/main" id="{843E68B6-C59A-4099-B7BA-3A39FC3E33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28708" y="679476"/>
              <a:ext cx="0" cy="452813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6" name="Freeform 220">
              <a:extLst>
                <a:ext uri="{FF2B5EF4-FFF2-40B4-BE49-F238E27FC236}">
                  <a16:creationId xmlns:a16="http://schemas.microsoft.com/office/drawing/2014/main" id="{3A6E546A-F649-485E-B894-E66FD2CB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2042" y="2486946"/>
              <a:ext cx="401638" cy="266700"/>
            </a:xfrm>
            <a:custGeom>
              <a:avLst/>
              <a:gdLst>
                <a:gd name="T0" fmla="*/ 2147483646 w 504"/>
                <a:gd name="T1" fmla="*/ 2147483646 h 336"/>
                <a:gd name="T2" fmla="*/ 2147483646 w 504"/>
                <a:gd name="T3" fmla="*/ 0 h 336"/>
                <a:gd name="T4" fmla="*/ 0 w 50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336"/>
                  </a:moveTo>
                  <a:lnTo>
                    <a:pt x="504" y="0"/>
                  </a:lnTo>
                  <a:lnTo>
                    <a:pt x="0" y="0"/>
                  </a:lnTo>
                </a:path>
              </a:pathLst>
            </a:custGeom>
            <a:noFill/>
            <a:ln w="254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7" name="Line 16">
              <a:extLst>
                <a:ext uri="{FF2B5EF4-FFF2-40B4-BE49-F238E27FC236}">
                  <a16:creationId xmlns:a16="http://schemas.microsoft.com/office/drawing/2014/main" id="{F076D0A4-3B67-4AA9-94C3-684BEDFEE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84483" y="2743201"/>
              <a:ext cx="310417" cy="2526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8" name="Line 266">
              <a:extLst>
                <a:ext uri="{FF2B5EF4-FFF2-40B4-BE49-F238E27FC236}">
                  <a16:creationId xmlns:a16="http://schemas.microsoft.com/office/drawing/2014/main" id="{EE41FC8A-6E13-4122-97EE-C9866208AA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7363318" y="2396678"/>
              <a:ext cx="614" cy="9060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49" name="Line 266">
              <a:extLst>
                <a:ext uri="{FF2B5EF4-FFF2-40B4-BE49-F238E27FC236}">
                  <a16:creationId xmlns:a16="http://schemas.microsoft.com/office/drawing/2014/main" id="{4C5894A5-6577-48FA-BDA0-59D5B9C5CBC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7362335" y="3333692"/>
              <a:ext cx="614" cy="9060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50" name="Line 266">
              <a:extLst>
                <a:ext uri="{FF2B5EF4-FFF2-40B4-BE49-F238E27FC236}">
                  <a16:creationId xmlns:a16="http://schemas.microsoft.com/office/drawing/2014/main" id="{547F0412-AC26-4BA3-94F4-995767F5EF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7356435" y="4236294"/>
              <a:ext cx="614" cy="9060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51" name="TextBox 104">
              <a:extLst>
                <a:ext uri="{FF2B5EF4-FFF2-40B4-BE49-F238E27FC236}">
                  <a16:creationId xmlns:a16="http://schemas.microsoft.com/office/drawing/2014/main" id="{AE574F47-0002-4E82-B783-FB5C2AEBC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9480" y="4415163"/>
              <a:ext cx="3394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anose="02020603050405020304" pitchFamily="18" charset="0"/>
                </a:rPr>
                <a:t>z</a:t>
              </a:r>
              <a:endParaRPr lang="en-US" altLang="en-US" baseline="-25000">
                <a:latin typeface="Times" panose="02020603050405020304" pitchFamily="18" charset="0"/>
              </a:endParaRPr>
            </a:p>
          </p:txBody>
        </p:sp>
        <p:sp>
          <p:nvSpPr>
            <p:cNvPr id="154652" name="TextBox 105">
              <a:extLst>
                <a:ext uri="{FF2B5EF4-FFF2-40B4-BE49-F238E27FC236}">
                  <a16:creationId xmlns:a16="http://schemas.microsoft.com/office/drawing/2014/main" id="{20032D29-CAC6-4885-BBF1-3A9E7B062D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1656" y="3502940"/>
              <a:ext cx="5789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anose="02020603050405020304" pitchFamily="18" charset="0"/>
                </a:rPr>
                <a:t>y</a:t>
              </a:r>
              <a:r>
                <a:rPr lang="en-US" altLang="en-US" b="0" baseline="-25000">
                  <a:latin typeface="Times" panose="02020603050405020304" pitchFamily="18" charset="0"/>
                </a:rPr>
                <a:t>1</a:t>
              </a:r>
              <a:endParaRPr lang="en-US" altLang="en-US" baseline="-25000">
                <a:latin typeface="Times" panose="02020603050405020304" pitchFamily="18" charset="0"/>
              </a:endParaRPr>
            </a:p>
          </p:txBody>
        </p:sp>
        <p:sp>
          <p:nvSpPr>
            <p:cNvPr id="154653" name="TextBox 106">
              <a:extLst>
                <a:ext uri="{FF2B5EF4-FFF2-40B4-BE49-F238E27FC236}">
                  <a16:creationId xmlns:a16="http://schemas.microsoft.com/office/drawing/2014/main" id="{11B25177-9035-4280-A270-A0E41611BC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8073" y="2554370"/>
              <a:ext cx="5789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anose="02020603050405020304" pitchFamily="18" charset="0"/>
                </a:rPr>
                <a:t>y</a:t>
              </a:r>
              <a:r>
                <a:rPr lang="en-US" altLang="en-US" b="0" baseline="-25000">
                  <a:latin typeface="Times" panose="02020603050405020304" pitchFamily="18" charset="0"/>
                </a:rPr>
                <a:t>0</a:t>
              </a:r>
              <a:endParaRPr lang="en-US" altLang="en-US" baseline="-25000">
                <a:latin typeface="Times" panose="02020603050405020304" pitchFamily="18" charset="0"/>
              </a:endParaRPr>
            </a:p>
          </p:txBody>
        </p:sp>
        <p:sp>
          <p:nvSpPr>
            <p:cNvPr id="154654" name="Freeform 225">
              <a:extLst>
                <a:ext uri="{FF2B5EF4-FFF2-40B4-BE49-F238E27FC236}">
                  <a16:creationId xmlns:a16="http://schemas.microsoft.com/office/drawing/2014/main" id="{5F6EBAD1-9123-423F-AD93-404A75C9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4841875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55" name="Freeform 225">
              <a:extLst>
                <a:ext uri="{FF2B5EF4-FFF2-40B4-BE49-F238E27FC236}">
                  <a16:creationId xmlns:a16="http://schemas.microsoft.com/office/drawing/2014/main" id="{2F7C9633-14BB-40E1-A918-C24C329D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945" y="4743263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56" name="Freeform 225">
              <a:extLst>
                <a:ext uri="{FF2B5EF4-FFF2-40B4-BE49-F238E27FC236}">
                  <a16:creationId xmlns:a16="http://schemas.microsoft.com/office/drawing/2014/main" id="{7FE76061-71E7-48FE-8C60-B5A8B6DEE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028" y="4614769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57" name="Freeform 225">
              <a:extLst>
                <a:ext uri="{FF2B5EF4-FFF2-40B4-BE49-F238E27FC236}">
                  <a16:creationId xmlns:a16="http://schemas.microsoft.com/office/drawing/2014/main" id="{A2AFA5F0-7778-4A71-96E1-C9CC0DD63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298" y="4498228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58" name="Freeform 225">
              <a:extLst>
                <a:ext uri="{FF2B5EF4-FFF2-40B4-BE49-F238E27FC236}">
                  <a16:creationId xmlns:a16="http://schemas.microsoft.com/office/drawing/2014/main" id="{71F46D73-B25F-4939-8A76-1388BA837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321" y="3631640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59" name="Freeform 225">
              <a:extLst>
                <a:ext uri="{FF2B5EF4-FFF2-40B4-BE49-F238E27FC236}">
                  <a16:creationId xmlns:a16="http://schemas.microsoft.com/office/drawing/2014/main" id="{5D748D7B-0F27-4795-9A67-4A4717FE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028" y="3903569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60" name="Freeform 225">
              <a:extLst>
                <a:ext uri="{FF2B5EF4-FFF2-40B4-BE49-F238E27FC236}">
                  <a16:creationId xmlns:a16="http://schemas.microsoft.com/office/drawing/2014/main" id="{E86B41FB-413D-4DA2-A31A-3B14FA43D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321" y="2920439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61" name="Freeform 225">
              <a:extLst>
                <a:ext uri="{FF2B5EF4-FFF2-40B4-BE49-F238E27FC236}">
                  <a16:creationId xmlns:a16="http://schemas.microsoft.com/office/drawing/2014/main" id="{2054F033-4540-414D-99C2-B046C721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039" y="2603687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62" name="Freeform 225">
              <a:extLst>
                <a:ext uri="{FF2B5EF4-FFF2-40B4-BE49-F238E27FC236}">
                  <a16:creationId xmlns:a16="http://schemas.microsoft.com/office/drawing/2014/main" id="{A10592A5-7793-4EBF-BE7F-8101E603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945" y="2334746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635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649" name="Group 1">
            <a:extLst>
              <a:ext uri="{FF2B5EF4-FFF2-40B4-BE49-F238E27FC236}">
                <a16:creationId xmlns:a16="http://schemas.microsoft.com/office/drawing/2014/main" id="{F4446E74-16F4-4A9E-9558-03178AC34C2F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321858"/>
            <a:ext cx="3173412" cy="2073275"/>
            <a:chOff x="2841625" y="1730375"/>
            <a:chExt cx="3173413" cy="2073275"/>
          </a:xfrm>
        </p:grpSpPr>
        <p:sp>
          <p:nvSpPr>
            <p:cNvPr id="155654" name="Line 5">
              <a:extLst>
                <a:ext uri="{FF2B5EF4-FFF2-40B4-BE49-F238E27FC236}">
                  <a16:creationId xmlns:a16="http://schemas.microsoft.com/office/drawing/2014/main" id="{49F3A434-5E1A-4242-8147-B42790894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5" name="Line 6">
              <a:extLst>
                <a:ext uri="{FF2B5EF4-FFF2-40B4-BE49-F238E27FC236}">
                  <a16:creationId xmlns:a16="http://schemas.microsoft.com/office/drawing/2014/main" id="{8BB1FAEB-FC9C-4346-B6C3-025C9E6F3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6" name="Rectangle 7">
              <a:extLst>
                <a:ext uri="{FF2B5EF4-FFF2-40B4-BE49-F238E27FC236}">
                  <a16:creationId xmlns:a16="http://schemas.microsoft.com/office/drawing/2014/main" id="{26BE0D87-B3EB-4887-AAAC-3FAD9F77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57" name="Rectangle 8">
              <a:extLst>
                <a:ext uri="{FF2B5EF4-FFF2-40B4-BE49-F238E27FC236}">
                  <a16:creationId xmlns:a16="http://schemas.microsoft.com/office/drawing/2014/main" id="{5A947400-1080-4E55-B669-F4F58C306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58" name="Rectangle 9">
              <a:extLst>
                <a:ext uri="{FF2B5EF4-FFF2-40B4-BE49-F238E27FC236}">
                  <a16:creationId xmlns:a16="http://schemas.microsoft.com/office/drawing/2014/main" id="{AE8146F3-C941-4E14-A651-9685D3B1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59" name="Rectangle 10">
              <a:extLst>
                <a:ext uri="{FF2B5EF4-FFF2-40B4-BE49-F238E27FC236}">
                  <a16:creationId xmlns:a16="http://schemas.microsoft.com/office/drawing/2014/main" id="{FE723AB6-564C-4C66-94C1-57FB8E5D2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0" name="Rectangle 11">
              <a:extLst>
                <a:ext uri="{FF2B5EF4-FFF2-40B4-BE49-F238E27FC236}">
                  <a16:creationId xmlns:a16="http://schemas.microsoft.com/office/drawing/2014/main" id="{F4015B5C-4593-49D9-B392-CE551CB35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1" name="Rectangle 12">
              <a:extLst>
                <a:ext uri="{FF2B5EF4-FFF2-40B4-BE49-F238E27FC236}">
                  <a16:creationId xmlns:a16="http://schemas.microsoft.com/office/drawing/2014/main" id="{D90EF8E2-B6BB-42BF-B790-93FE176FE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2" name="Rectangle 13">
              <a:extLst>
                <a:ext uri="{FF2B5EF4-FFF2-40B4-BE49-F238E27FC236}">
                  <a16:creationId xmlns:a16="http://schemas.microsoft.com/office/drawing/2014/main" id="{ADF100E7-4FC8-406A-9832-23372E4A9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3" name="Rectangle 14">
              <a:extLst>
                <a:ext uri="{FF2B5EF4-FFF2-40B4-BE49-F238E27FC236}">
                  <a16:creationId xmlns:a16="http://schemas.microsoft.com/office/drawing/2014/main" id="{A33236EC-99EC-4A15-9C7D-256B3795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4" name="Rectangle 15">
              <a:extLst>
                <a:ext uri="{FF2B5EF4-FFF2-40B4-BE49-F238E27FC236}">
                  <a16:creationId xmlns:a16="http://schemas.microsoft.com/office/drawing/2014/main" id="{EA842BD1-11B1-4E8B-AEFB-0446E28D2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5" name="Rectangle 16">
              <a:extLst>
                <a:ext uri="{FF2B5EF4-FFF2-40B4-BE49-F238E27FC236}">
                  <a16:creationId xmlns:a16="http://schemas.microsoft.com/office/drawing/2014/main" id="{1F7ED168-1672-4E16-967A-4B9FBF43F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6" name="Rectangle 17">
              <a:extLst>
                <a:ext uri="{FF2B5EF4-FFF2-40B4-BE49-F238E27FC236}">
                  <a16:creationId xmlns:a16="http://schemas.microsoft.com/office/drawing/2014/main" id="{BF66A2B3-F904-4D44-BAFB-960380BEC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7" name="Rectangle 18">
              <a:extLst>
                <a:ext uri="{FF2B5EF4-FFF2-40B4-BE49-F238E27FC236}">
                  <a16:creationId xmlns:a16="http://schemas.microsoft.com/office/drawing/2014/main" id="{89E07628-09BB-48CB-AD8E-8E291C54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8" name="Rectangle 19">
              <a:extLst>
                <a:ext uri="{FF2B5EF4-FFF2-40B4-BE49-F238E27FC236}">
                  <a16:creationId xmlns:a16="http://schemas.microsoft.com/office/drawing/2014/main" id="{3D5F5CFC-F49D-4404-BE4B-F44F352B5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9" name="Rectangle 20">
              <a:extLst>
                <a:ext uri="{FF2B5EF4-FFF2-40B4-BE49-F238E27FC236}">
                  <a16:creationId xmlns:a16="http://schemas.microsoft.com/office/drawing/2014/main" id="{A7A5918F-F537-4894-B165-9FEF436D7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0" name="Rectangle 21">
              <a:extLst>
                <a:ext uri="{FF2B5EF4-FFF2-40B4-BE49-F238E27FC236}">
                  <a16:creationId xmlns:a16="http://schemas.microsoft.com/office/drawing/2014/main" id="{795E1EB1-FB3C-42E2-847E-C7B3B9D40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1" name="Rectangle 22">
              <a:extLst>
                <a:ext uri="{FF2B5EF4-FFF2-40B4-BE49-F238E27FC236}">
                  <a16:creationId xmlns:a16="http://schemas.microsoft.com/office/drawing/2014/main" id="{30A179C8-71D3-4E86-8429-48F218EE2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2" name="Rectangle 23">
              <a:extLst>
                <a:ext uri="{FF2B5EF4-FFF2-40B4-BE49-F238E27FC236}">
                  <a16:creationId xmlns:a16="http://schemas.microsoft.com/office/drawing/2014/main" id="{AB415713-97B8-441F-8D5F-C12B90751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3" name="Rectangle 24">
              <a:extLst>
                <a:ext uri="{FF2B5EF4-FFF2-40B4-BE49-F238E27FC236}">
                  <a16:creationId xmlns:a16="http://schemas.microsoft.com/office/drawing/2014/main" id="{5473DD9E-4E95-4638-B8A4-889F6FAF7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4" name="Rectangle 25">
              <a:extLst>
                <a:ext uri="{FF2B5EF4-FFF2-40B4-BE49-F238E27FC236}">
                  <a16:creationId xmlns:a16="http://schemas.microsoft.com/office/drawing/2014/main" id="{50F2B7F2-F1A5-453F-8AB0-799F4E484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5" name="Rectangle 26">
              <a:extLst>
                <a:ext uri="{FF2B5EF4-FFF2-40B4-BE49-F238E27FC236}">
                  <a16:creationId xmlns:a16="http://schemas.microsoft.com/office/drawing/2014/main" id="{AC31E196-AA82-42C2-B0F4-6129E86FE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6" name="Rectangle 27">
              <a:extLst>
                <a:ext uri="{FF2B5EF4-FFF2-40B4-BE49-F238E27FC236}">
                  <a16:creationId xmlns:a16="http://schemas.microsoft.com/office/drawing/2014/main" id="{CE3BBEF3-70BD-4C78-97EB-6DA953EE8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7" name="Rectangle 28">
              <a:extLst>
                <a:ext uri="{FF2B5EF4-FFF2-40B4-BE49-F238E27FC236}">
                  <a16:creationId xmlns:a16="http://schemas.microsoft.com/office/drawing/2014/main" id="{987A7638-677B-4D6F-90F4-4F78BA91A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8" name="Rectangle 29">
              <a:extLst>
                <a:ext uri="{FF2B5EF4-FFF2-40B4-BE49-F238E27FC236}">
                  <a16:creationId xmlns:a16="http://schemas.microsoft.com/office/drawing/2014/main" id="{BDC89204-57F0-4276-B962-3A54E7302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9" name="Rectangle 30">
              <a:extLst>
                <a:ext uri="{FF2B5EF4-FFF2-40B4-BE49-F238E27FC236}">
                  <a16:creationId xmlns:a16="http://schemas.microsoft.com/office/drawing/2014/main" id="{55CDDAE2-28F0-46E8-8D5C-79F33401B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0" name="Rectangle 31">
              <a:extLst>
                <a:ext uri="{FF2B5EF4-FFF2-40B4-BE49-F238E27FC236}">
                  <a16:creationId xmlns:a16="http://schemas.microsoft.com/office/drawing/2014/main" id="{2F6666E8-C75B-4E8E-B57E-0BC5758D8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1" name="Rectangle 32">
              <a:extLst>
                <a:ext uri="{FF2B5EF4-FFF2-40B4-BE49-F238E27FC236}">
                  <a16:creationId xmlns:a16="http://schemas.microsoft.com/office/drawing/2014/main" id="{96C24623-3E9E-4036-B47F-91E8D1F50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2" name="Rectangle 33">
              <a:extLst>
                <a:ext uri="{FF2B5EF4-FFF2-40B4-BE49-F238E27FC236}">
                  <a16:creationId xmlns:a16="http://schemas.microsoft.com/office/drawing/2014/main" id="{5E41B6B8-FA7B-4F91-AB10-3A76B6AFF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3" name="Rectangle 34">
              <a:extLst>
                <a:ext uri="{FF2B5EF4-FFF2-40B4-BE49-F238E27FC236}">
                  <a16:creationId xmlns:a16="http://schemas.microsoft.com/office/drawing/2014/main" id="{AEEC5345-80C2-42D5-87C9-F875F9E6C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4" name="Rectangle 35">
              <a:extLst>
                <a:ext uri="{FF2B5EF4-FFF2-40B4-BE49-F238E27FC236}">
                  <a16:creationId xmlns:a16="http://schemas.microsoft.com/office/drawing/2014/main" id="{AAC5902B-2C19-4928-8605-C3A77389E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5" name="Rectangle 36">
              <a:extLst>
                <a:ext uri="{FF2B5EF4-FFF2-40B4-BE49-F238E27FC236}">
                  <a16:creationId xmlns:a16="http://schemas.microsoft.com/office/drawing/2014/main" id="{8656D4F8-E537-4065-B825-414816447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6" name="Rectangle 37">
              <a:extLst>
                <a:ext uri="{FF2B5EF4-FFF2-40B4-BE49-F238E27FC236}">
                  <a16:creationId xmlns:a16="http://schemas.microsoft.com/office/drawing/2014/main" id="{2FDF4E8B-2254-4C60-93F5-ADC89FBAE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7" name="Rectangle 38">
              <a:extLst>
                <a:ext uri="{FF2B5EF4-FFF2-40B4-BE49-F238E27FC236}">
                  <a16:creationId xmlns:a16="http://schemas.microsoft.com/office/drawing/2014/main" id="{FEC85E80-22F9-4C77-93D6-8B87353CF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8" name="Rectangle 39">
              <a:extLst>
                <a:ext uri="{FF2B5EF4-FFF2-40B4-BE49-F238E27FC236}">
                  <a16:creationId xmlns:a16="http://schemas.microsoft.com/office/drawing/2014/main" id="{C0D30172-AE01-4C63-B08E-C4E046DC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9" name="Rectangle 40">
              <a:extLst>
                <a:ext uri="{FF2B5EF4-FFF2-40B4-BE49-F238E27FC236}">
                  <a16:creationId xmlns:a16="http://schemas.microsoft.com/office/drawing/2014/main" id="{B7AB29A9-5FD2-4B70-9C4B-0232F689B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0" name="Rectangle 41">
              <a:extLst>
                <a:ext uri="{FF2B5EF4-FFF2-40B4-BE49-F238E27FC236}">
                  <a16:creationId xmlns:a16="http://schemas.microsoft.com/office/drawing/2014/main" id="{7AFD583B-EA31-4419-95A2-83C7ECA2C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1" name="Rectangle 42">
              <a:extLst>
                <a:ext uri="{FF2B5EF4-FFF2-40B4-BE49-F238E27FC236}">
                  <a16:creationId xmlns:a16="http://schemas.microsoft.com/office/drawing/2014/main" id="{7A4C12A8-23BF-4A48-AFD6-5439BA3D5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2" name="Rectangle 43">
              <a:extLst>
                <a:ext uri="{FF2B5EF4-FFF2-40B4-BE49-F238E27FC236}">
                  <a16:creationId xmlns:a16="http://schemas.microsoft.com/office/drawing/2014/main" id="{D00AA7AF-78B7-4EED-B545-1F60148AC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3" name="Rectangle 44">
              <a:extLst>
                <a:ext uri="{FF2B5EF4-FFF2-40B4-BE49-F238E27FC236}">
                  <a16:creationId xmlns:a16="http://schemas.microsoft.com/office/drawing/2014/main" id="{15565B64-534B-4FC2-B565-0EBE5535B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4" name="Rectangle 45">
              <a:extLst>
                <a:ext uri="{FF2B5EF4-FFF2-40B4-BE49-F238E27FC236}">
                  <a16:creationId xmlns:a16="http://schemas.microsoft.com/office/drawing/2014/main" id="{96778B3F-53F2-4BCC-AFEC-F545CE90F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5" name="Rectangle 46">
              <a:extLst>
                <a:ext uri="{FF2B5EF4-FFF2-40B4-BE49-F238E27FC236}">
                  <a16:creationId xmlns:a16="http://schemas.microsoft.com/office/drawing/2014/main" id="{4FBDE99D-305E-4804-A685-28453D25E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6" name="Rectangle 47">
              <a:extLst>
                <a:ext uri="{FF2B5EF4-FFF2-40B4-BE49-F238E27FC236}">
                  <a16:creationId xmlns:a16="http://schemas.microsoft.com/office/drawing/2014/main" id="{828C2F27-C322-4FCC-8DD2-257F3399A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7" name="Rectangle 48">
              <a:extLst>
                <a:ext uri="{FF2B5EF4-FFF2-40B4-BE49-F238E27FC236}">
                  <a16:creationId xmlns:a16="http://schemas.microsoft.com/office/drawing/2014/main" id="{2B40B3F5-6D2A-4D8C-987E-74C5BD7D2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8" name="Rectangle 49">
              <a:extLst>
                <a:ext uri="{FF2B5EF4-FFF2-40B4-BE49-F238E27FC236}">
                  <a16:creationId xmlns:a16="http://schemas.microsoft.com/office/drawing/2014/main" id="{AC023C43-047B-4A75-AA20-29DE079DB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9" name="Rectangle 50">
              <a:extLst>
                <a:ext uri="{FF2B5EF4-FFF2-40B4-BE49-F238E27FC236}">
                  <a16:creationId xmlns:a16="http://schemas.microsoft.com/office/drawing/2014/main" id="{C0A3E27D-09DA-40BF-B083-F568F286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0" name="Rectangle 51">
              <a:extLst>
                <a:ext uri="{FF2B5EF4-FFF2-40B4-BE49-F238E27FC236}">
                  <a16:creationId xmlns:a16="http://schemas.microsoft.com/office/drawing/2014/main" id="{E72AFCD4-4C9A-4B98-B9A3-B454073B0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1" name="Rectangle 52">
              <a:extLst>
                <a:ext uri="{FF2B5EF4-FFF2-40B4-BE49-F238E27FC236}">
                  <a16:creationId xmlns:a16="http://schemas.microsoft.com/office/drawing/2014/main" id="{42A71276-CCC6-48F5-9B4E-FFE867079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2" name="Rectangle 53">
              <a:extLst>
                <a:ext uri="{FF2B5EF4-FFF2-40B4-BE49-F238E27FC236}">
                  <a16:creationId xmlns:a16="http://schemas.microsoft.com/office/drawing/2014/main" id="{961839F5-0604-438F-888F-924853955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3" name="Rectangle 54">
              <a:extLst>
                <a:ext uri="{FF2B5EF4-FFF2-40B4-BE49-F238E27FC236}">
                  <a16:creationId xmlns:a16="http://schemas.microsoft.com/office/drawing/2014/main" id="{2432DCEE-356F-4BFA-9E50-366CDDBEE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5650" name="Title 1">
            <a:extLst>
              <a:ext uri="{FF2B5EF4-FFF2-40B4-BE49-F238E27FC236}">
                <a16:creationId xmlns:a16="http://schemas.microsoft.com/office/drawing/2014/main" id="{86F34ECD-C986-41A0-9F30-8F760A7BA7F6}"/>
              </a:ext>
            </a:extLst>
          </p:cNvPr>
          <p:cNvSpPr txBox="1">
            <a:spLocks/>
          </p:cNvSpPr>
          <p:nvPr/>
        </p:nvSpPr>
        <p:spPr bwMode="auto">
          <a:xfrm>
            <a:off x="0" y="93663"/>
            <a:ext cx="9144000" cy="1174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The textbook derives a different circuit for the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4-to-2 </a:t>
            </a:r>
            <a:r>
              <a:rPr lang="en-US" altLang="en-US" sz="2800" u="sng"/>
              <a:t>priority</a:t>
            </a:r>
            <a:r>
              <a:rPr lang="en-US" altLang="en-US" sz="2800"/>
              <a:t> encoder using a 4-to-2 </a:t>
            </a:r>
            <a:r>
              <a:rPr lang="en-US" altLang="en-US" sz="2800" u="sng"/>
              <a:t>binary</a:t>
            </a:r>
            <a:r>
              <a:rPr lang="en-US" altLang="en-US" sz="2800"/>
              <a:t> encoder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649" name="Group 1">
            <a:extLst>
              <a:ext uri="{FF2B5EF4-FFF2-40B4-BE49-F238E27FC236}">
                <a16:creationId xmlns:a16="http://schemas.microsoft.com/office/drawing/2014/main" id="{F4446E74-16F4-4A9E-9558-03178AC34C2F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321858"/>
            <a:ext cx="3173412" cy="2073275"/>
            <a:chOff x="2841625" y="1730375"/>
            <a:chExt cx="3173413" cy="2073275"/>
          </a:xfrm>
        </p:grpSpPr>
        <p:sp>
          <p:nvSpPr>
            <p:cNvPr id="155654" name="Line 5">
              <a:extLst>
                <a:ext uri="{FF2B5EF4-FFF2-40B4-BE49-F238E27FC236}">
                  <a16:creationId xmlns:a16="http://schemas.microsoft.com/office/drawing/2014/main" id="{49F3A434-5E1A-4242-8147-B42790894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5" name="Line 6">
              <a:extLst>
                <a:ext uri="{FF2B5EF4-FFF2-40B4-BE49-F238E27FC236}">
                  <a16:creationId xmlns:a16="http://schemas.microsoft.com/office/drawing/2014/main" id="{8BB1FAEB-FC9C-4346-B6C3-025C9E6F3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6" name="Rectangle 7">
              <a:extLst>
                <a:ext uri="{FF2B5EF4-FFF2-40B4-BE49-F238E27FC236}">
                  <a16:creationId xmlns:a16="http://schemas.microsoft.com/office/drawing/2014/main" id="{26BE0D87-B3EB-4887-AAAC-3FAD9F77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57" name="Rectangle 8">
              <a:extLst>
                <a:ext uri="{FF2B5EF4-FFF2-40B4-BE49-F238E27FC236}">
                  <a16:creationId xmlns:a16="http://schemas.microsoft.com/office/drawing/2014/main" id="{5A947400-1080-4E55-B669-F4F58C306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58" name="Rectangle 9">
              <a:extLst>
                <a:ext uri="{FF2B5EF4-FFF2-40B4-BE49-F238E27FC236}">
                  <a16:creationId xmlns:a16="http://schemas.microsoft.com/office/drawing/2014/main" id="{AE8146F3-C941-4E14-A651-9685D3B1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59" name="Rectangle 10">
              <a:extLst>
                <a:ext uri="{FF2B5EF4-FFF2-40B4-BE49-F238E27FC236}">
                  <a16:creationId xmlns:a16="http://schemas.microsoft.com/office/drawing/2014/main" id="{FE723AB6-564C-4C66-94C1-57FB8E5D2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0" name="Rectangle 11">
              <a:extLst>
                <a:ext uri="{FF2B5EF4-FFF2-40B4-BE49-F238E27FC236}">
                  <a16:creationId xmlns:a16="http://schemas.microsoft.com/office/drawing/2014/main" id="{F4015B5C-4593-49D9-B392-CE551CB35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1" name="Rectangle 12">
              <a:extLst>
                <a:ext uri="{FF2B5EF4-FFF2-40B4-BE49-F238E27FC236}">
                  <a16:creationId xmlns:a16="http://schemas.microsoft.com/office/drawing/2014/main" id="{D90EF8E2-B6BB-42BF-B790-93FE176FE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2" name="Rectangle 13">
              <a:extLst>
                <a:ext uri="{FF2B5EF4-FFF2-40B4-BE49-F238E27FC236}">
                  <a16:creationId xmlns:a16="http://schemas.microsoft.com/office/drawing/2014/main" id="{ADF100E7-4FC8-406A-9832-23372E4A9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3" name="Rectangle 14">
              <a:extLst>
                <a:ext uri="{FF2B5EF4-FFF2-40B4-BE49-F238E27FC236}">
                  <a16:creationId xmlns:a16="http://schemas.microsoft.com/office/drawing/2014/main" id="{A33236EC-99EC-4A15-9C7D-256B3795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4" name="Rectangle 15">
              <a:extLst>
                <a:ext uri="{FF2B5EF4-FFF2-40B4-BE49-F238E27FC236}">
                  <a16:creationId xmlns:a16="http://schemas.microsoft.com/office/drawing/2014/main" id="{EA842BD1-11B1-4E8B-AEFB-0446E28D2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5" name="Rectangle 16">
              <a:extLst>
                <a:ext uri="{FF2B5EF4-FFF2-40B4-BE49-F238E27FC236}">
                  <a16:creationId xmlns:a16="http://schemas.microsoft.com/office/drawing/2014/main" id="{1F7ED168-1672-4E16-967A-4B9FBF43F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6" name="Rectangle 17">
              <a:extLst>
                <a:ext uri="{FF2B5EF4-FFF2-40B4-BE49-F238E27FC236}">
                  <a16:creationId xmlns:a16="http://schemas.microsoft.com/office/drawing/2014/main" id="{BF66A2B3-F904-4D44-BAFB-960380BEC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7" name="Rectangle 18">
              <a:extLst>
                <a:ext uri="{FF2B5EF4-FFF2-40B4-BE49-F238E27FC236}">
                  <a16:creationId xmlns:a16="http://schemas.microsoft.com/office/drawing/2014/main" id="{89E07628-09BB-48CB-AD8E-8E291C54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8" name="Rectangle 19">
              <a:extLst>
                <a:ext uri="{FF2B5EF4-FFF2-40B4-BE49-F238E27FC236}">
                  <a16:creationId xmlns:a16="http://schemas.microsoft.com/office/drawing/2014/main" id="{3D5F5CFC-F49D-4404-BE4B-F44F352B5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69" name="Rectangle 20">
              <a:extLst>
                <a:ext uri="{FF2B5EF4-FFF2-40B4-BE49-F238E27FC236}">
                  <a16:creationId xmlns:a16="http://schemas.microsoft.com/office/drawing/2014/main" id="{A7A5918F-F537-4894-B165-9FEF436D7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0" name="Rectangle 21">
              <a:extLst>
                <a:ext uri="{FF2B5EF4-FFF2-40B4-BE49-F238E27FC236}">
                  <a16:creationId xmlns:a16="http://schemas.microsoft.com/office/drawing/2014/main" id="{795E1EB1-FB3C-42E2-847E-C7B3B9D40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1" name="Rectangle 22">
              <a:extLst>
                <a:ext uri="{FF2B5EF4-FFF2-40B4-BE49-F238E27FC236}">
                  <a16:creationId xmlns:a16="http://schemas.microsoft.com/office/drawing/2014/main" id="{30A179C8-71D3-4E86-8429-48F218EE2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2" name="Rectangle 23">
              <a:extLst>
                <a:ext uri="{FF2B5EF4-FFF2-40B4-BE49-F238E27FC236}">
                  <a16:creationId xmlns:a16="http://schemas.microsoft.com/office/drawing/2014/main" id="{AB415713-97B8-441F-8D5F-C12B90751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3" name="Rectangle 24">
              <a:extLst>
                <a:ext uri="{FF2B5EF4-FFF2-40B4-BE49-F238E27FC236}">
                  <a16:creationId xmlns:a16="http://schemas.microsoft.com/office/drawing/2014/main" id="{5473DD9E-4E95-4638-B8A4-889F6FAF7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4" name="Rectangle 25">
              <a:extLst>
                <a:ext uri="{FF2B5EF4-FFF2-40B4-BE49-F238E27FC236}">
                  <a16:creationId xmlns:a16="http://schemas.microsoft.com/office/drawing/2014/main" id="{50F2B7F2-F1A5-453F-8AB0-799F4E484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5" name="Rectangle 26">
              <a:extLst>
                <a:ext uri="{FF2B5EF4-FFF2-40B4-BE49-F238E27FC236}">
                  <a16:creationId xmlns:a16="http://schemas.microsoft.com/office/drawing/2014/main" id="{AC31E196-AA82-42C2-B0F4-6129E86FE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6" name="Rectangle 27">
              <a:extLst>
                <a:ext uri="{FF2B5EF4-FFF2-40B4-BE49-F238E27FC236}">
                  <a16:creationId xmlns:a16="http://schemas.microsoft.com/office/drawing/2014/main" id="{CE3BBEF3-70BD-4C78-97EB-6DA953EE8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7" name="Rectangle 28">
              <a:extLst>
                <a:ext uri="{FF2B5EF4-FFF2-40B4-BE49-F238E27FC236}">
                  <a16:creationId xmlns:a16="http://schemas.microsoft.com/office/drawing/2014/main" id="{987A7638-677B-4D6F-90F4-4F78BA91A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8" name="Rectangle 29">
              <a:extLst>
                <a:ext uri="{FF2B5EF4-FFF2-40B4-BE49-F238E27FC236}">
                  <a16:creationId xmlns:a16="http://schemas.microsoft.com/office/drawing/2014/main" id="{BDC89204-57F0-4276-B962-3A54E7302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79" name="Rectangle 30">
              <a:extLst>
                <a:ext uri="{FF2B5EF4-FFF2-40B4-BE49-F238E27FC236}">
                  <a16:creationId xmlns:a16="http://schemas.microsoft.com/office/drawing/2014/main" id="{55CDDAE2-28F0-46E8-8D5C-79F33401B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0" name="Rectangle 31">
              <a:extLst>
                <a:ext uri="{FF2B5EF4-FFF2-40B4-BE49-F238E27FC236}">
                  <a16:creationId xmlns:a16="http://schemas.microsoft.com/office/drawing/2014/main" id="{2F6666E8-C75B-4E8E-B57E-0BC5758D8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1" name="Rectangle 32">
              <a:extLst>
                <a:ext uri="{FF2B5EF4-FFF2-40B4-BE49-F238E27FC236}">
                  <a16:creationId xmlns:a16="http://schemas.microsoft.com/office/drawing/2014/main" id="{96C24623-3E9E-4036-B47F-91E8D1F50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2" name="Rectangle 33">
              <a:extLst>
                <a:ext uri="{FF2B5EF4-FFF2-40B4-BE49-F238E27FC236}">
                  <a16:creationId xmlns:a16="http://schemas.microsoft.com/office/drawing/2014/main" id="{5E41B6B8-FA7B-4F91-AB10-3A76B6AFF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3" name="Rectangle 34">
              <a:extLst>
                <a:ext uri="{FF2B5EF4-FFF2-40B4-BE49-F238E27FC236}">
                  <a16:creationId xmlns:a16="http://schemas.microsoft.com/office/drawing/2014/main" id="{AEEC5345-80C2-42D5-87C9-F875F9E6C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4" name="Rectangle 35">
              <a:extLst>
                <a:ext uri="{FF2B5EF4-FFF2-40B4-BE49-F238E27FC236}">
                  <a16:creationId xmlns:a16="http://schemas.microsoft.com/office/drawing/2014/main" id="{AAC5902B-2C19-4928-8605-C3A77389E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5" name="Rectangle 36">
              <a:extLst>
                <a:ext uri="{FF2B5EF4-FFF2-40B4-BE49-F238E27FC236}">
                  <a16:creationId xmlns:a16="http://schemas.microsoft.com/office/drawing/2014/main" id="{8656D4F8-E537-4065-B825-414816447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6" name="Rectangle 37">
              <a:extLst>
                <a:ext uri="{FF2B5EF4-FFF2-40B4-BE49-F238E27FC236}">
                  <a16:creationId xmlns:a16="http://schemas.microsoft.com/office/drawing/2014/main" id="{2FDF4E8B-2254-4C60-93F5-ADC89FBAE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7" name="Rectangle 38">
              <a:extLst>
                <a:ext uri="{FF2B5EF4-FFF2-40B4-BE49-F238E27FC236}">
                  <a16:creationId xmlns:a16="http://schemas.microsoft.com/office/drawing/2014/main" id="{FEC85E80-22F9-4C77-93D6-8B87353CF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8" name="Rectangle 39">
              <a:extLst>
                <a:ext uri="{FF2B5EF4-FFF2-40B4-BE49-F238E27FC236}">
                  <a16:creationId xmlns:a16="http://schemas.microsoft.com/office/drawing/2014/main" id="{C0D30172-AE01-4C63-B08E-C4E046DC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89" name="Rectangle 40">
              <a:extLst>
                <a:ext uri="{FF2B5EF4-FFF2-40B4-BE49-F238E27FC236}">
                  <a16:creationId xmlns:a16="http://schemas.microsoft.com/office/drawing/2014/main" id="{B7AB29A9-5FD2-4B70-9C4B-0232F689B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0" name="Rectangle 41">
              <a:extLst>
                <a:ext uri="{FF2B5EF4-FFF2-40B4-BE49-F238E27FC236}">
                  <a16:creationId xmlns:a16="http://schemas.microsoft.com/office/drawing/2014/main" id="{7AFD583B-EA31-4419-95A2-83C7ECA2C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1" name="Rectangle 42">
              <a:extLst>
                <a:ext uri="{FF2B5EF4-FFF2-40B4-BE49-F238E27FC236}">
                  <a16:creationId xmlns:a16="http://schemas.microsoft.com/office/drawing/2014/main" id="{7A4C12A8-23BF-4A48-AFD6-5439BA3D5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2" name="Rectangle 43">
              <a:extLst>
                <a:ext uri="{FF2B5EF4-FFF2-40B4-BE49-F238E27FC236}">
                  <a16:creationId xmlns:a16="http://schemas.microsoft.com/office/drawing/2014/main" id="{D00AA7AF-78B7-4EED-B545-1F60148AC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3" name="Rectangle 44">
              <a:extLst>
                <a:ext uri="{FF2B5EF4-FFF2-40B4-BE49-F238E27FC236}">
                  <a16:creationId xmlns:a16="http://schemas.microsoft.com/office/drawing/2014/main" id="{15565B64-534B-4FC2-B565-0EBE5535B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4" name="Rectangle 45">
              <a:extLst>
                <a:ext uri="{FF2B5EF4-FFF2-40B4-BE49-F238E27FC236}">
                  <a16:creationId xmlns:a16="http://schemas.microsoft.com/office/drawing/2014/main" id="{96778B3F-53F2-4BCC-AFEC-F545CE90F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5" name="Rectangle 46">
              <a:extLst>
                <a:ext uri="{FF2B5EF4-FFF2-40B4-BE49-F238E27FC236}">
                  <a16:creationId xmlns:a16="http://schemas.microsoft.com/office/drawing/2014/main" id="{4FBDE99D-305E-4804-A685-28453D25E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6" name="Rectangle 47">
              <a:extLst>
                <a:ext uri="{FF2B5EF4-FFF2-40B4-BE49-F238E27FC236}">
                  <a16:creationId xmlns:a16="http://schemas.microsoft.com/office/drawing/2014/main" id="{828C2F27-C322-4FCC-8DD2-257F3399A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7" name="Rectangle 48">
              <a:extLst>
                <a:ext uri="{FF2B5EF4-FFF2-40B4-BE49-F238E27FC236}">
                  <a16:creationId xmlns:a16="http://schemas.microsoft.com/office/drawing/2014/main" id="{2B40B3F5-6D2A-4D8C-987E-74C5BD7D2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8" name="Rectangle 49">
              <a:extLst>
                <a:ext uri="{FF2B5EF4-FFF2-40B4-BE49-F238E27FC236}">
                  <a16:creationId xmlns:a16="http://schemas.microsoft.com/office/drawing/2014/main" id="{AC023C43-047B-4A75-AA20-29DE079DB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699" name="Rectangle 50">
              <a:extLst>
                <a:ext uri="{FF2B5EF4-FFF2-40B4-BE49-F238E27FC236}">
                  <a16:creationId xmlns:a16="http://schemas.microsoft.com/office/drawing/2014/main" id="{C0A3E27D-09DA-40BF-B083-F568F286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0" name="Rectangle 51">
              <a:extLst>
                <a:ext uri="{FF2B5EF4-FFF2-40B4-BE49-F238E27FC236}">
                  <a16:creationId xmlns:a16="http://schemas.microsoft.com/office/drawing/2014/main" id="{E72AFCD4-4C9A-4B98-B9A3-B454073B0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1" name="Rectangle 52">
              <a:extLst>
                <a:ext uri="{FF2B5EF4-FFF2-40B4-BE49-F238E27FC236}">
                  <a16:creationId xmlns:a16="http://schemas.microsoft.com/office/drawing/2014/main" id="{42A71276-CCC6-48F5-9B4E-FFE867079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2" name="Rectangle 53">
              <a:extLst>
                <a:ext uri="{FF2B5EF4-FFF2-40B4-BE49-F238E27FC236}">
                  <a16:creationId xmlns:a16="http://schemas.microsoft.com/office/drawing/2014/main" id="{961839F5-0604-438F-888F-924853955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5703" name="Rectangle 54">
              <a:extLst>
                <a:ext uri="{FF2B5EF4-FFF2-40B4-BE49-F238E27FC236}">
                  <a16:creationId xmlns:a16="http://schemas.microsoft.com/office/drawing/2014/main" id="{2432DCEE-356F-4BFA-9E50-366CDDBEE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5650" name="Title 1">
            <a:extLst>
              <a:ext uri="{FF2B5EF4-FFF2-40B4-BE49-F238E27FC236}">
                <a16:creationId xmlns:a16="http://schemas.microsoft.com/office/drawing/2014/main" id="{86F34ECD-C986-41A0-9F30-8F760A7BA7F6}"/>
              </a:ext>
            </a:extLst>
          </p:cNvPr>
          <p:cNvSpPr txBox="1">
            <a:spLocks/>
          </p:cNvSpPr>
          <p:nvPr/>
        </p:nvSpPr>
        <p:spPr bwMode="auto">
          <a:xfrm>
            <a:off x="0" y="93663"/>
            <a:ext cx="9144000" cy="1174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The textbook derives a different circuit for the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4-to-2 </a:t>
            </a:r>
            <a:r>
              <a:rPr lang="en-US" altLang="en-US" sz="2800" u="sng"/>
              <a:t>priority</a:t>
            </a:r>
            <a:r>
              <a:rPr lang="en-US" altLang="en-US" sz="2800"/>
              <a:t> encoder using a 4-to-2 </a:t>
            </a:r>
            <a:r>
              <a:rPr lang="en-US" altLang="en-US" sz="2800" u="sng"/>
              <a:t>binary</a:t>
            </a:r>
            <a:r>
              <a:rPr lang="en-US" altLang="en-US" sz="2800"/>
              <a:t> encoder</a:t>
            </a:r>
          </a:p>
        </p:txBody>
      </p:sp>
      <p:pic>
        <p:nvPicPr>
          <p:cNvPr id="155651" name="Picture 1" descr="Screen shot 2016-10-12 at 4.02.09 PM.png">
            <a:extLst>
              <a:ext uri="{FF2B5EF4-FFF2-40B4-BE49-F238E27FC236}">
                <a16:creationId xmlns:a16="http://schemas.microsoft.com/office/drawing/2014/main" id="{7D690451-6212-47A0-907F-50A4F75979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1832" y="1811919"/>
            <a:ext cx="1736718" cy="15837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5652" name="Picture 2" descr="Screen shot 2016-10-12 at 4.02.16 PM.png">
            <a:extLst>
              <a:ext uri="{FF2B5EF4-FFF2-40B4-BE49-F238E27FC236}">
                <a16:creationId xmlns:a16="http://schemas.microsoft.com/office/drawing/2014/main" id="{6D9C9C26-5E3F-4AAC-8F1F-A3AA195BE5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5563" y="1709738"/>
            <a:ext cx="1833562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5653" name="Picture 3" descr="Screen shot 2016-10-12 at 4.02.22 PM.png">
            <a:extLst>
              <a:ext uri="{FF2B5EF4-FFF2-40B4-BE49-F238E27FC236}">
                <a16:creationId xmlns:a16="http://schemas.microsoft.com/office/drawing/2014/main" id="{3A9BC152-9D22-4614-AB1D-7939BEE6E97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2388" y="2933700"/>
            <a:ext cx="26384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2907657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673" name="Group 1">
            <a:extLst>
              <a:ext uri="{FF2B5EF4-FFF2-40B4-BE49-F238E27FC236}">
                <a16:creationId xmlns:a16="http://schemas.microsoft.com/office/drawing/2014/main" id="{82B19342-999F-46E8-BF46-25957C892049}"/>
              </a:ext>
            </a:extLst>
          </p:cNvPr>
          <p:cNvGrpSpPr>
            <a:grpSpLocks/>
          </p:cNvGrpSpPr>
          <p:nvPr/>
        </p:nvGrpSpPr>
        <p:grpSpPr bwMode="auto">
          <a:xfrm>
            <a:off x="490538" y="1371600"/>
            <a:ext cx="3173412" cy="2073275"/>
            <a:chOff x="2841625" y="1730375"/>
            <a:chExt cx="3173413" cy="2073275"/>
          </a:xfrm>
        </p:grpSpPr>
        <p:sp>
          <p:nvSpPr>
            <p:cNvPr id="156710" name="Line 5">
              <a:extLst>
                <a:ext uri="{FF2B5EF4-FFF2-40B4-BE49-F238E27FC236}">
                  <a16:creationId xmlns:a16="http://schemas.microsoft.com/office/drawing/2014/main" id="{270380D5-42F8-4B4D-983C-EE6808EBCA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1" name="Line 6">
              <a:extLst>
                <a:ext uri="{FF2B5EF4-FFF2-40B4-BE49-F238E27FC236}">
                  <a16:creationId xmlns:a16="http://schemas.microsoft.com/office/drawing/2014/main" id="{C47067C5-E4BC-4AAA-9C4A-C05C2E62D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2" name="Rectangle 7">
              <a:extLst>
                <a:ext uri="{FF2B5EF4-FFF2-40B4-BE49-F238E27FC236}">
                  <a16:creationId xmlns:a16="http://schemas.microsoft.com/office/drawing/2014/main" id="{225788F3-6277-489D-A710-FF03BD2C4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3" name="Rectangle 8">
              <a:extLst>
                <a:ext uri="{FF2B5EF4-FFF2-40B4-BE49-F238E27FC236}">
                  <a16:creationId xmlns:a16="http://schemas.microsoft.com/office/drawing/2014/main" id="{07F05684-667B-4ACE-B120-B75BC294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4" name="Rectangle 9">
              <a:extLst>
                <a:ext uri="{FF2B5EF4-FFF2-40B4-BE49-F238E27FC236}">
                  <a16:creationId xmlns:a16="http://schemas.microsoft.com/office/drawing/2014/main" id="{964E751B-92A3-4B38-A771-AAFA6A2FC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5" name="Rectangle 10">
              <a:extLst>
                <a:ext uri="{FF2B5EF4-FFF2-40B4-BE49-F238E27FC236}">
                  <a16:creationId xmlns:a16="http://schemas.microsoft.com/office/drawing/2014/main" id="{FDE05B4E-2B5A-4D54-A674-72E662363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6" name="Rectangle 11">
              <a:extLst>
                <a:ext uri="{FF2B5EF4-FFF2-40B4-BE49-F238E27FC236}">
                  <a16:creationId xmlns:a16="http://schemas.microsoft.com/office/drawing/2014/main" id="{D209D2D5-39F2-4181-BE7D-6A001342D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7" name="Rectangle 12">
              <a:extLst>
                <a:ext uri="{FF2B5EF4-FFF2-40B4-BE49-F238E27FC236}">
                  <a16:creationId xmlns:a16="http://schemas.microsoft.com/office/drawing/2014/main" id="{F7400B40-1C09-4C5A-8E50-F5884EBA7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8" name="Rectangle 13">
              <a:extLst>
                <a:ext uri="{FF2B5EF4-FFF2-40B4-BE49-F238E27FC236}">
                  <a16:creationId xmlns:a16="http://schemas.microsoft.com/office/drawing/2014/main" id="{104535A9-4FC2-4DC7-BD0A-1FD50BBB3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19" name="Rectangle 14">
              <a:extLst>
                <a:ext uri="{FF2B5EF4-FFF2-40B4-BE49-F238E27FC236}">
                  <a16:creationId xmlns:a16="http://schemas.microsoft.com/office/drawing/2014/main" id="{583C9F89-7AE4-4BDA-81AE-F37FECC15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0" name="Rectangle 15">
              <a:extLst>
                <a:ext uri="{FF2B5EF4-FFF2-40B4-BE49-F238E27FC236}">
                  <a16:creationId xmlns:a16="http://schemas.microsoft.com/office/drawing/2014/main" id="{4DAC0863-684F-4D75-90C3-7A00407E0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1" name="Rectangle 16">
              <a:extLst>
                <a:ext uri="{FF2B5EF4-FFF2-40B4-BE49-F238E27FC236}">
                  <a16:creationId xmlns:a16="http://schemas.microsoft.com/office/drawing/2014/main" id="{24C9A586-1009-4A54-8AA5-400D1A7A8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2" name="Rectangle 17">
              <a:extLst>
                <a:ext uri="{FF2B5EF4-FFF2-40B4-BE49-F238E27FC236}">
                  <a16:creationId xmlns:a16="http://schemas.microsoft.com/office/drawing/2014/main" id="{449BE769-51BF-4AEE-AC99-476EBE270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3" name="Rectangle 18">
              <a:extLst>
                <a:ext uri="{FF2B5EF4-FFF2-40B4-BE49-F238E27FC236}">
                  <a16:creationId xmlns:a16="http://schemas.microsoft.com/office/drawing/2014/main" id="{BBA59F76-C3AF-410D-94FD-D421F6FA6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4" name="Rectangle 19">
              <a:extLst>
                <a:ext uri="{FF2B5EF4-FFF2-40B4-BE49-F238E27FC236}">
                  <a16:creationId xmlns:a16="http://schemas.microsoft.com/office/drawing/2014/main" id="{DC46CADB-2352-4497-A273-D372B4FCA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5" name="Rectangle 20">
              <a:extLst>
                <a:ext uri="{FF2B5EF4-FFF2-40B4-BE49-F238E27FC236}">
                  <a16:creationId xmlns:a16="http://schemas.microsoft.com/office/drawing/2014/main" id="{975D5C3D-82CC-414C-AD12-B5FA176A6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6" name="Rectangle 21">
              <a:extLst>
                <a:ext uri="{FF2B5EF4-FFF2-40B4-BE49-F238E27FC236}">
                  <a16:creationId xmlns:a16="http://schemas.microsoft.com/office/drawing/2014/main" id="{5A292149-CA4A-4E99-9FF0-79E9C631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7" name="Rectangle 22">
              <a:extLst>
                <a:ext uri="{FF2B5EF4-FFF2-40B4-BE49-F238E27FC236}">
                  <a16:creationId xmlns:a16="http://schemas.microsoft.com/office/drawing/2014/main" id="{E48E3D5D-F650-4E64-B596-03FFF8DDD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8" name="Rectangle 23">
              <a:extLst>
                <a:ext uri="{FF2B5EF4-FFF2-40B4-BE49-F238E27FC236}">
                  <a16:creationId xmlns:a16="http://schemas.microsoft.com/office/drawing/2014/main" id="{1B898CCC-5F6B-4EEC-B8C0-C211772E0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29" name="Rectangle 24">
              <a:extLst>
                <a:ext uri="{FF2B5EF4-FFF2-40B4-BE49-F238E27FC236}">
                  <a16:creationId xmlns:a16="http://schemas.microsoft.com/office/drawing/2014/main" id="{866981E5-3916-42F7-9B87-F9F13134F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0" name="Rectangle 25">
              <a:extLst>
                <a:ext uri="{FF2B5EF4-FFF2-40B4-BE49-F238E27FC236}">
                  <a16:creationId xmlns:a16="http://schemas.microsoft.com/office/drawing/2014/main" id="{7C1045B4-2213-4756-B066-9C8F261D3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1" name="Rectangle 26">
              <a:extLst>
                <a:ext uri="{FF2B5EF4-FFF2-40B4-BE49-F238E27FC236}">
                  <a16:creationId xmlns:a16="http://schemas.microsoft.com/office/drawing/2014/main" id="{D517F923-90CA-4FA3-AAE8-9E6BAFD9B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2" name="Rectangle 27">
              <a:extLst>
                <a:ext uri="{FF2B5EF4-FFF2-40B4-BE49-F238E27FC236}">
                  <a16:creationId xmlns:a16="http://schemas.microsoft.com/office/drawing/2014/main" id="{62841EC2-48B1-4248-AC3B-69ABA38CF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3" name="Rectangle 28">
              <a:extLst>
                <a:ext uri="{FF2B5EF4-FFF2-40B4-BE49-F238E27FC236}">
                  <a16:creationId xmlns:a16="http://schemas.microsoft.com/office/drawing/2014/main" id="{25A8B2FF-FE44-47B8-97C9-5F296319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4" name="Rectangle 29">
              <a:extLst>
                <a:ext uri="{FF2B5EF4-FFF2-40B4-BE49-F238E27FC236}">
                  <a16:creationId xmlns:a16="http://schemas.microsoft.com/office/drawing/2014/main" id="{0A1BF28B-7BA3-4EB5-8D2B-32133343F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5" name="Rectangle 30">
              <a:extLst>
                <a:ext uri="{FF2B5EF4-FFF2-40B4-BE49-F238E27FC236}">
                  <a16:creationId xmlns:a16="http://schemas.microsoft.com/office/drawing/2014/main" id="{16C7182E-FBF7-4728-B4A0-D16653D75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6" name="Rectangle 31">
              <a:extLst>
                <a:ext uri="{FF2B5EF4-FFF2-40B4-BE49-F238E27FC236}">
                  <a16:creationId xmlns:a16="http://schemas.microsoft.com/office/drawing/2014/main" id="{BE8FA4E9-54C7-40F5-B324-01C20FEF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7" name="Rectangle 32">
              <a:extLst>
                <a:ext uri="{FF2B5EF4-FFF2-40B4-BE49-F238E27FC236}">
                  <a16:creationId xmlns:a16="http://schemas.microsoft.com/office/drawing/2014/main" id="{A1DF116A-2C4F-4E84-BBB3-50CF8F011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8" name="Rectangle 33">
              <a:extLst>
                <a:ext uri="{FF2B5EF4-FFF2-40B4-BE49-F238E27FC236}">
                  <a16:creationId xmlns:a16="http://schemas.microsoft.com/office/drawing/2014/main" id="{FDC9BE73-0DA5-43DA-84DE-21E947882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39" name="Rectangle 34">
              <a:extLst>
                <a:ext uri="{FF2B5EF4-FFF2-40B4-BE49-F238E27FC236}">
                  <a16:creationId xmlns:a16="http://schemas.microsoft.com/office/drawing/2014/main" id="{5F5F71ED-BEAD-4D86-94F1-779DCCF5F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0" name="Rectangle 35">
              <a:extLst>
                <a:ext uri="{FF2B5EF4-FFF2-40B4-BE49-F238E27FC236}">
                  <a16:creationId xmlns:a16="http://schemas.microsoft.com/office/drawing/2014/main" id="{003E5889-4DD5-4A46-98AF-7EE43B6E6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1" name="Rectangle 36">
              <a:extLst>
                <a:ext uri="{FF2B5EF4-FFF2-40B4-BE49-F238E27FC236}">
                  <a16:creationId xmlns:a16="http://schemas.microsoft.com/office/drawing/2014/main" id="{26939639-96A7-446A-89D3-034EBAE18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2" name="Rectangle 37">
              <a:extLst>
                <a:ext uri="{FF2B5EF4-FFF2-40B4-BE49-F238E27FC236}">
                  <a16:creationId xmlns:a16="http://schemas.microsoft.com/office/drawing/2014/main" id="{0FBA5334-D259-4741-8689-AB01F89ED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3" name="Rectangle 38">
              <a:extLst>
                <a:ext uri="{FF2B5EF4-FFF2-40B4-BE49-F238E27FC236}">
                  <a16:creationId xmlns:a16="http://schemas.microsoft.com/office/drawing/2014/main" id="{1C393AB2-8B3A-4B11-B7D9-7406F5C36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4" name="Rectangle 39">
              <a:extLst>
                <a:ext uri="{FF2B5EF4-FFF2-40B4-BE49-F238E27FC236}">
                  <a16:creationId xmlns:a16="http://schemas.microsoft.com/office/drawing/2014/main" id="{74DDDF89-79CB-4F22-B5FD-FC3AF041A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5" name="Rectangle 40">
              <a:extLst>
                <a:ext uri="{FF2B5EF4-FFF2-40B4-BE49-F238E27FC236}">
                  <a16:creationId xmlns:a16="http://schemas.microsoft.com/office/drawing/2014/main" id="{DFE947B2-56BD-4FFB-BF56-E57137CD9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6" name="Rectangle 41">
              <a:extLst>
                <a:ext uri="{FF2B5EF4-FFF2-40B4-BE49-F238E27FC236}">
                  <a16:creationId xmlns:a16="http://schemas.microsoft.com/office/drawing/2014/main" id="{EA403FEE-4110-40DF-9F28-0D9569A31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7" name="Rectangle 42">
              <a:extLst>
                <a:ext uri="{FF2B5EF4-FFF2-40B4-BE49-F238E27FC236}">
                  <a16:creationId xmlns:a16="http://schemas.microsoft.com/office/drawing/2014/main" id="{974F9352-EFA7-44D1-B692-CB159F5C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8" name="Rectangle 43">
              <a:extLst>
                <a:ext uri="{FF2B5EF4-FFF2-40B4-BE49-F238E27FC236}">
                  <a16:creationId xmlns:a16="http://schemas.microsoft.com/office/drawing/2014/main" id="{3ECF49C2-ED7E-4460-BE01-A3B9F7F0D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49" name="Rectangle 44">
              <a:extLst>
                <a:ext uri="{FF2B5EF4-FFF2-40B4-BE49-F238E27FC236}">
                  <a16:creationId xmlns:a16="http://schemas.microsoft.com/office/drawing/2014/main" id="{0168E4D5-A6B8-4FB7-8606-F31E3BEFE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0" name="Rectangle 45">
              <a:extLst>
                <a:ext uri="{FF2B5EF4-FFF2-40B4-BE49-F238E27FC236}">
                  <a16:creationId xmlns:a16="http://schemas.microsoft.com/office/drawing/2014/main" id="{F0ECC6EC-CA01-4C38-B0C6-C8AF540DD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1" name="Rectangle 46">
              <a:extLst>
                <a:ext uri="{FF2B5EF4-FFF2-40B4-BE49-F238E27FC236}">
                  <a16:creationId xmlns:a16="http://schemas.microsoft.com/office/drawing/2014/main" id="{ABDF6F5E-A91D-484C-876A-695AC0E15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2" name="Rectangle 47">
              <a:extLst>
                <a:ext uri="{FF2B5EF4-FFF2-40B4-BE49-F238E27FC236}">
                  <a16:creationId xmlns:a16="http://schemas.microsoft.com/office/drawing/2014/main" id="{E55EC3D2-A100-4506-B111-3CC148569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3" name="Rectangle 48">
              <a:extLst>
                <a:ext uri="{FF2B5EF4-FFF2-40B4-BE49-F238E27FC236}">
                  <a16:creationId xmlns:a16="http://schemas.microsoft.com/office/drawing/2014/main" id="{8260E964-C2B1-433C-9DEB-7C650CC9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4" name="Rectangle 49">
              <a:extLst>
                <a:ext uri="{FF2B5EF4-FFF2-40B4-BE49-F238E27FC236}">
                  <a16:creationId xmlns:a16="http://schemas.microsoft.com/office/drawing/2014/main" id="{1677A7EF-A5B1-44E9-BD7E-8BC5DBD09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5" name="Rectangle 50">
              <a:extLst>
                <a:ext uri="{FF2B5EF4-FFF2-40B4-BE49-F238E27FC236}">
                  <a16:creationId xmlns:a16="http://schemas.microsoft.com/office/drawing/2014/main" id="{12F27BD8-E831-4B54-903A-681017918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6" name="Rectangle 51">
              <a:extLst>
                <a:ext uri="{FF2B5EF4-FFF2-40B4-BE49-F238E27FC236}">
                  <a16:creationId xmlns:a16="http://schemas.microsoft.com/office/drawing/2014/main" id="{FE1B16C2-7006-4D6D-B8EA-BB0014A0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7" name="Rectangle 52">
              <a:extLst>
                <a:ext uri="{FF2B5EF4-FFF2-40B4-BE49-F238E27FC236}">
                  <a16:creationId xmlns:a16="http://schemas.microsoft.com/office/drawing/2014/main" id="{C551CB7C-FBEB-4C3E-895A-1999AFB07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8" name="Rectangle 53">
              <a:extLst>
                <a:ext uri="{FF2B5EF4-FFF2-40B4-BE49-F238E27FC236}">
                  <a16:creationId xmlns:a16="http://schemas.microsoft.com/office/drawing/2014/main" id="{1360DAAD-8168-4597-803D-F9EA1C203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759" name="Rectangle 54">
              <a:extLst>
                <a:ext uri="{FF2B5EF4-FFF2-40B4-BE49-F238E27FC236}">
                  <a16:creationId xmlns:a16="http://schemas.microsoft.com/office/drawing/2014/main" id="{A32B811B-D261-4EB5-9459-2B8BADFBA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6674" name="Title 1">
            <a:extLst>
              <a:ext uri="{FF2B5EF4-FFF2-40B4-BE49-F238E27FC236}">
                <a16:creationId xmlns:a16="http://schemas.microsoft.com/office/drawing/2014/main" id="{9DBBBAC6-49FB-4CBB-A407-0CA4B6079477}"/>
              </a:ext>
            </a:extLst>
          </p:cNvPr>
          <p:cNvSpPr txBox="1">
            <a:spLocks/>
          </p:cNvSpPr>
          <p:nvPr/>
        </p:nvSpPr>
        <p:spPr bwMode="auto">
          <a:xfrm>
            <a:off x="0" y="93663"/>
            <a:ext cx="9144000" cy="1174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The textbook derives a different circuit for the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4-to-2 </a:t>
            </a:r>
            <a:r>
              <a:rPr lang="en-US" altLang="en-US" sz="2800" u="sng"/>
              <a:t>priority</a:t>
            </a:r>
            <a:r>
              <a:rPr lang="en-US" altLang="en-US" sz="2800"/>
              <a:t> encoder using a 4-to-2 </a:t>
            </a:r>
            <a:r>
              <a:rPr lang="en-US" altLang="en-US" sz="2800" u="sng"/>
              <a:t>binary</a:t>
            </a:r>
            <a:r>
              <a:rPr lang="en-US" altLang="en-US" sz="2800"/>
              <a:t> encoder</a:t>
            </a:r>
          </a:p>
        </p:txBody>
      </p:sp>
      <p:pic>
        <p:nvPicPr>
          <p:cNvPr id="156675" name="Picture 1" descr="Screen shot 2016-10-12 at 4.02.09 PM.png">
            <a:extLst>
              <a:ext uri="{FF2B5EF4-FFF2-40B4-BE49-F238E27FC236}">
                <a16:creationId xmlns:a16="http://schemas.microsoft.com/office/drawing/2014/main" id="{09E9D4F3-453A-4385-A0DE-FDF87BA3BD1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0225" y="1719263"/>
            <a:ext cx="1838325" cy="167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676" name="Picture 2" descr="Screen shot 2016-10-12 at 4.02.16 PM.png">
            <a:extLst>
              <a:ext uri="{FF2B5EF4-FFF2-40B4-BE49-F238E27FC236}">
                <a16:creationId xmlns:a16="http://schemas.microsoft.com/office/drawing/2014/main" id="{B8A93EDA-A384-4E9B-814F-3883DC3A293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5563" y="1709738"/>
            <a:ext cx="1833562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677" name="Picture 3" descr="Screen shot 2016-10-12 at 4.02.22 PM.png">
            <a:extLst>
              <a:ext uri="{FF2B5EF4-FFF2-40B4-BE49-F238E27FC236}">
                <a16:creationId xmlns:a16="http://schemas.microsoft.com/office/drawing/2014/main" id="{6A1D7D22-6A47-4183-A513-7AF805FB43C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2388" y="2933700"/>
            <a:ext cx="26384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6678" name="Group 57">
            <a:extLst>
              <a:ext uri="{FF2B5EF4-FFF2-40B4-BE49-F238E27FC236}">
                <a16:creationId xmlns:a16="http://schemas.microsoft.com/office/drawing/2014/main" id="{AF3544A9-CD34-4024-946A-DC1790DC1ACA}"/>
              </a:ext>
            </a:extLst>
          </p:cNvPr>
          <p:cNvGrpSpPr>
            <a:grpSpLocks/>
          </p:cNvGrpSpPr>
          <p:nvPr/>
        </p:nvGrpSpPr>
        <p:grpSpPr bwMode="auto">
          <a:xfrm>
            <a:off x="3295650" y="3792538"/>
            <a:ext cx="3922713" cy="1957387"/>
            <a:chOff x="2495550" y="3189288"/>
            <a:chExt cx="3922713" cy="1957387"/>
          </a:xfrm>
        </p:grpSpPr>
        <p:sp>
          <p:nvSpPr>
            <p:cNvPr id="156679" name="Rectangle 95">
              <a:extLst>
                <a:ext uri="{FF2B5EF4-FFF2-40B4-BE49-F238E27FC236}">
                  <a16:creationId xmlns:a16="http://schemas.microsoft.com/office/drawing/2014/main" id="{0A021926-0727-4F7B-AB29-C777BA01B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80" name="Rectangle 96">
              <a:extLst>
                <a:ext uri="{FF2B5EF4-FFF2-40B4-BE49-F238E27FC236}">
                  <a16:creationId xmlns:a16="http://schemas.microsoft.com/office/drawing/2014/main" id="{E054A755-00AC-4D8B-A61A-229FEC06A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81" name="Rectangle 97">
              <a:extLst>
                <a:ext uri="{FF2B5EF4-FFF2-40B4-BE49-F238E27FC236}">
                  <a16:creationId xmlns:a16="http://schemas.microsoft.com/office/drawing/2014/main" id="{42516DD8-2712-45C4-A2B1-8BB9ADD2C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82" name="Line 98">
              <a:extLst>
                <a:ext uri="{FF2B5EF4-FFF2-40B4-BE49-F238E27FC236}">
                  <a16:creationId xmlns:a16="http://schemas.microsoft.com/office/drawing/2014/main" id="{E2544386-5AB8-41D1-B439-D8E0F691CD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3" name="Freeform 99">
              <a:extLst>
                <a:ext uri="{FF2B5EF4-FFF2-40B4-BE49-F238E27FC236}">
                  <a16:creationId xmlns:a16="http://schemas.microsoft.com/office/drawing/2014/main" id="{570945C8-3C6C-4DEE-98EF-E1D213AAD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4" name="Freeform 100">
              <a:extLst>
                <a:ext uri="{FF2B5EF4-FFF2-40B4-BE49-F238E27FC236}">
                  <a16:creationId xmlns:a16="http://schemas.microsoft.com/office/drawing/2014/main" id="{F813A20F-395D-4A1F-83F2-8E6CCE10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5" name="Rectangle 101">
              <a:extLst>
                <a:ext uri="{FF2B5EF4-FFF2-40B4-BE49-F238E27FC236}">
                  <a16:creationId xmlns:a16="http://schemas.microsoft.com/office/drawing/2014/main" id="{AEDDDA8D-FD40-4640-9EF1-466EA8D09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86" name="Rectangle 124">
              <a:extLst>
                <a:ext uri="{FF2B5EF4-FFF2-40B4-BE49-F238E27FC236}">
                  <a16:creationId xmlns:a16="http://schemas.microsoft.com/office/drawing/2014/main" id="{1C6D23AF-08EB-4A06-87B8-310CD1E88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87" name="Line 125">
              <a:extLst>
                <a:ext uri="{FF2B5EF4-FFF2-40B4-BE49-F238E27FC236}">
                  <a16:creationId xmlns:a16="http://schemas.microsoft.com/office/drawing/2014/main" id="{C194EE3F-4736-4C91-9A9E-8DEEE0D332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8" name="Freeform 126">
              <a:extLst>
                <a:ext uri="{FF2B5EF4-FFF2-40B4-BE49-F238E27FC236}">
                  <a16:creationId xmlns:a16="http://schemas.microsoft.com/office/drawing/2014/main" id="{B86E7039-A415-47DC-986C-514F3B8AD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9" name="Freeform 127">
              <a:extLst>
                <a:ext uri="{FF2B5EF4-FFF2-40B4-BE49-F238E27FC236}">
                  <a16:creationId xmlns:a16="http://schemas.microsoft.com/office/drawing/2014/main" id="{7EAB0D47-2463-4031-AAFD-072F0F9B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0" name="Freeform 128">
              <a:extLst>
                <a:ext uri="{FF2B5EF4-FFF2-40B4-BE49-F238E27FC236}">
                  <a16:creationId xmlns:a16="http://schemas.microsoft.com/office/drawing/2014/main" id="{05A650A8-895C-44EC-BCBF-008D4A03F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1" name="Freeform 129">
              <a:extLst>
                <a:ext uri="{FF2B5EF4-FFF2-40B4-BE49-F238E27FC236}">
                  <a16:creationId xmlns:a16="http://schemas.microsoft.com/office/drawing/2014/main" id="{6AEC7D35-785D-490B-B138-AD07E5FAE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2" name="Line 130">
              <a:extLst>
                <a:ext uri="{FF2B5EF4-FFF2-40B4-BE49-F238E27FC236}">
                  <a16:creationId xmlns:a16="http://schemas.microsoft.com/office/drawing/2014/main" id="{990B3257-22BB-4DA5-80D6-364C9DC49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3" name="Rectangle 131">
              <a:extLst>
                <a:ext uri="{FF2B5EF4-FFF2-40B4-BE49-F238E27FC236}">
                  <a16:creationId xmlns:a16="http://schemas.microsoft.com/office/drawing/2014/main" id="{525FB26C-73EF-4344-817E-BE593EF6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94" name="Rectangle 132">
              <a:extLst>
                <a:ext uri="{FF2B5EF4-FFF2-40B4-BE49-F238E27FC236}">
                  <a16:creationId xmlns:a16="http://schemas.microsoft.com/office/drawing/2014/main" id="{9A371D45-5CBF-4CF0-A0DC-180E0F186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95" name="Rectangle 133">
              <a:extLst>
                <a:ext uri="{FF2B5EF4-FFF2-40B4-BE49-F238E27FC236}">
                  <a16:creationId xmlns:a16="http://schemas.microsoft.com/office/drawing/2014/main" id="{E405EA8C-7E6A-44DC-A0E8-9A56A691C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96" name="Rectangle 134">
              <a:extLst>
                <a:ext uri="{FF2B5EF4-FFF2-40B4-BE49-F238E27FC236}">
                  <a16:creationId xmlns:a16="http://schemas.microsoft.com/office/drawing/2014/main" id="{0FE03310-EE3B-4BB4-A792-2877FCC50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97" name="Rectangle 135">
              <a:extLst>
                <a:ext uri="{FF2B5EF4-FFF2-40B4-BE49-F238E27FC236}">
                  <a16:creationId xmlns:a16="http://schemas.microsoft.com/office/drawing/2014/main" id="{289CF1CC-6F13-4725-B156-A2F138851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98" name="Rectangle 136">
              <a:extLst>
                <a:ext uri="{FF2B5EF4-FFF2-40B4-BE49-F238E27FC236}">
                  <a16:creationId xmlns:a16="http://schemas.microsoft.com/office/drawing/2014/main" id="{2091A2F2-BA1F-4AC3-A802-BE21C355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6699" name="Line 137">
              <a:extLst>
                <a:ext uri="{FF2B5EF4-FFF2-40B4-BE49-F238E27FC236}">
                  <a16:creationId xmlns:a16="http://schemas.microsoft.com/office/drawing/2014/main" id="{17863A03-CD7E-4A4F-9022-5B22D988C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0" name="Freeform 138">
              <a:extLst>
                <a:ext uri="{FF2B5EF4-FFF2-40B4-BE49-F238E27FC236}">
                  <a16:creationId xmlns:a16="http://schemas.microsoft.com/office/drawing/2014/main" id="{863A919E-51E7-48D2-95A3-CE452542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1" name="Freeform 139">
              <a:extLst>
                <a:ext uri="{FF2B5EF4-FFF2-40B4-BE49-F238E27FC236}">
                  <a16:creationId xmlns:a16="http://schemas.microsoft.com/office/drawing/2014/main" id="{DD6890E7-8264-46EE-9668-BE511905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2" name="Freeform 140">
              <a:extLst>
                <a:ext uri="{FF2B5EF4-FFF2-40B4-BE49-F238E27FC236}">
                  <a16:creationId xmlns:a16="http://schemas.microsoft.com/office/drawing/2014/main" id="{52D0E092-7D53-4381-8A98-3AC77AC9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3" name="Freeform 141">
              <a:extLst>
                <a:ext uri="{FF2B5EF4-FFF2-40B4-BE49-F238E27FC236}">
                  <a16:creationId xmlns:a16="http://schemas.microsoft.com/office/drawing/2014/main" id="{4088B221-29EB-4A22-ACC0-8FB2FEC3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4" name="Line 142">
              <a:extLst>
                <a:ext uri="{FF2B5EF4-FFF2-40B4-BE49-F238E27FC236}">
                  <a16:creationId xmlns:a16="http://schemas.microsoft.com/office/drawing/2014/main" id="{153CDB86-BFA5-47F0-9880-097DEF7E5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5" name="Line 143">
              <a:extLst>
                <a:ext uri="{FF2B5EF4-FFF2-40B4-BE49-F238E27FC236}">
                  <a16:creationId xmlns:a16="http://schemas.microsoft.com/office/drawing/2014/main" id="{3689386F-16B6-474C-BCB4-1E6FE48E4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6" name="Freeform 144">
              <a:extLst>
                <a:ext uri="{FF2B5EF4-FFF2-40B4-BE49-F238E27FC236}">
                  <a16:creationId xmlns:a16="http://schemas.microsoft.com/office/drawing/2014/main" id="{ED97711A-03A2-478B-9C3B-3D38B138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7" name="Line 145">
              <a:extLst>
                <a:ext uri="{FF2B5EF4-FFF2-40B4-BE49-F238E27FC236}">
                  <a16:creationId xmlns:a16="http://schemas.microsoft.com/office/drawing/2014/main" id="{9953AA15-7535-44AC-8732-57ACCB0B3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8" name="Line 146">
              <a:extLst>
                <a:ext uri="{FF2B5EF4-FFF2-40B4-BE49-F238E27FC236}">
                  <a16:creationId xmlns:a16="http://schemas.microsoft.com/office/drawing/2014/main" id="{F3A8AA7F-1321-44BC-A35B-EF92A647D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9" name="Rectangle 147">
              <a:extLst>
                <a:ext uri="{FF2B5EF4-FFF2-40B4-BE49-F238E27FC236}">
                  <a16:creationId xmlns:a16="http://schemas.microsoft.com/office/drawing/2014/main" id="{439A85E6-4CDC-4AD7-A978-ED04EBC87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1">
            <a:extLst>
              <a:ext uri="{FF2B5EF4-FFF2-40B4-BE49-F238E27FC236}">
                <a16:creationId xmlns:a16="http://schemas.microsoft.com/office/drawing/2014/main" id="{F1AD224E-6FBC-4550-B85B-3A8539ED774D}"/>
              </a:ext>
            </a:extLst>
          </p:cNvPr>
          <p:cNvGrpSpPr>
            <a:grpSpLocks/>
          </p:cNvGrpSpPr>
          <p:nvPr/>
        </p:nvGrpSpPr>
        <p:grpSpPr bwMode="auto">
          <a:xfrm>
            <a:off x="490538" y="1371600"/>
            <a:ext cx="3173412" cy="2073275"/>
            <a:chOff x="2841625" y="1730375"/>
            <a:chExt cx="3173413" cy="2073275"/>
          </a:xfrm>
        </p:grpSpPr>
        <p:sp>
          <p:nvSpPr>
            <p:cNvPr id="157738" name="Line 5">
              <a:extLst>
                <a:ext uri="{FF2B5EF4-FFF2-40B4-BE49-F238E27FC236}">
                  <a16:creationId xmlns:a16="http://schemas.microsoft.com/office/drawing/2014/main" id="{40971212-EC90-41BC-A938-09A16ABE35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9" name="Line 6">
              <a:extLst>
                <a:ext uri="{FF2B5EF4-FFF2-40B4-BE49-F238E27FC236}">
                  <a16:creationId xmlns:a16="http://schemas.microsoft.com/office/drawing/2014/main" id="{9F4D68CC-3669-487C-B6C7-7779D923D3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0" name="Rectangle 7">
              <a:extLst>
                <a:ext uri="{FF2B5EF4-FFF2-40B4-BE49-F238E27FC236}">
                  <a16:creationId xmlns:a16="http://schemas.microsoft.com/office/drawing/2014/main" id="{9CE56573-B52E-416D-B76F-2965B78EB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1" name="Rectangle 8">
              <a:extLst>
                <a:ext uri="{FF2B5EF4-FFF2-40B4-BE49-F238E27FC236}">
                  <a16:creationId xmlns:a16="http://schemas.microsoft.com/office/drawing/2014/main" id="{4E16DC39-5F34-4509-9CEF-C691DC663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2" name="Rectangle 9">
              <a:extLst>
                <a:ext uri="{FF2B5EF4-FFF2-40B4-BE49-F238E27FC236}">
                  <a16:creationId xmlns:a16="http://schemas.microsoft.com/office/drawing/2014/main" id="{B4BC92E7-B4B7-4FA5-985F-53C311E7A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3" name="Rectangle 10">
              <a:extLst>
                <a:ext uri="{FF2B5EF4-FFF2-40B4-BE49-F238E27FC236}">
                  <a16:creationId xmlns:a16="http://schemas.microsoft.com/office/drawing/2014/main" id="{7C2D8FBF-F04F-43A3-BDA1-BE02F6F07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4" name="Rectangle 11">
              <a:extLst>
                <a:ext uri="{FF2B5EF4-FFF2-40B4-BE49-F238E27FC236}">
                  <a16:creationId xmlns:a16="http://schemas.microsoft.com/office/drawing/2014/main" id="{A32C50AB-F7B2-4F67-A29D-C46A056BB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5" name="Rectangle 12">
              <a:extLst>
                <a:ext uri="{FF2B5EF4-FFF2-40B4-BE49-F238E27FC236}">
                  <a16:creationId xmlns:a16="http://schemas.microsoft.com/office/drawing/2014/main" id="{2E28BF3A-A4AD-4BFC-8CA2-DE06BF7D7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6" name="Rectangle 13">
              <a:extLst>
                <a:ext uri="{FF2B5EF4-FFF2-40B4-BE49-F238E27FC236}">
                  <a16:creationId xmlns:a16="http://schemas.microsoft.com/office/drawing/2014/main" id="{E62F129C-1E33-4E08-AC9E-3B4BCA74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7" name="Rectangle 14">
              <a:extLst>
                <a:ext uri="{FF2B5EF4-FFF2-40B4-BE49-F238E27FC236}">
                  <a16:creationId xmlns:a16="http://schemas.microsoft.com/office/drawing/2014/main" id="{64407986-D960-45FD-947A-F0798B830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8" name="Rectangle 15">
              <a:extLst>
                <a:ext uri="{FF2B5EF4-FFF2-40B4-BE49-F238E27FC236}">
                  <a16:creationId xmlns:a16="http://schemas.microsoft.com/office/drawing/2014/main" id="{9CA35ABE-3F4F-413D-A9CF-D3B74852D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49" name="Rectangle 16">
              <a:extLst>
                <a:ext uri="{FF2B5EF4-FFF2-40B4-BE49-F238E27FC236}">
                  <a16:creationId xmlns:a16="http://schemas.microsoft.com/office/drawing/2014/main" id="{A0125D08-B4EB-437D-8AA8-57318110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0" name="Rectangle 17">
              <a:extLst>
                <a:ext uri="{FF2B5EF4-FFF2-40B4-BE49-F238E27FC236}">
                  <a16:creationId xmlns:a16="http://schemas.microsoft.com/office/drawing/2014/main" id="{56434F90-D171-444E-8B6D-C3F42D251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1" name="Rectangle 18">
              <a:extLst>
                <a:ext uri="{FF2B5EF4-FFF2-40B4-BE49-F238E27FC236}">
                  <a16:creationId xmlns:a16="http://schemas.microsoft.com/office/drawing/2014/main" id="{669FFF6C-AA61-4E6D-8ECE-AA806F4C6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2" name="Rectangle 19">
              <a:extLst>
                <a:ext uri="{FF2B5EF4-FFF2-40B4-BE49-F238E27FC236}">
                  <a16:creationId xmlns:a16="http://schemas.microsoft.com/office/drawing/2014/main" id="{D683ACF4-B1DD-4581-9808-E506B810B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3" name="Rectangle 20">
              <a:extLst>
                <a:ext uri="{FF2B5EF4-FFF2-40B4-BE49-F238E27FC236}">
                  <a16:creationId xmlns:a16="http://schemas.microsoft.com/office/drawing/2014/main" id="{BE61A8D9-AA5A-4935-89F3-DFFE91B75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4" name="Rectangle 21">
              <a:extLst>
                <a:ext uri="{FF2B5EF4-FFF2-40B4-BE49-F238E27FC236}">
                  <a16:creationId xmlns:a16="http://schemas.microsoft.com/office/drawing/2014/main" id="{8B613182-1AD5-4A02-A640-ACB4DE98C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5" name="Rectangle 22">
              <a:extLst>
                <a:ext uri="{FF2B5EF4-FFF2-40B4-BE49-F238E27FC236}">
                  <a16:creationId xmlns:a16="http://schemas.microsoft.com/office/drawing/2014/main" id="{20E40BC5-85A5-46FB-A6BF-60A0925DA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6" name="Rectangle 23">
              <a:extLst>
                <a:ext uri="{FF2B5EF4-FFF2-40B4-BE49-F238E27FC236}">
                  <a16:creationId xmlns:a16="http://schemas.microsoft.com/office/drawing/2014/main" id="{AAD6236D-2946-46D5-9135-25FB5CD39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7" name="Rectangle 24">
              <a:extLst>
                <a:ext uri="{FF2B5EF4-FFF2-40B4-BE49-F238E27FC236}">
                  <a16:creationId xmlns:a16="http://schemas.microsoft.com/office/drawing/2014/main" id="{C2C014D7-BFB7-4913-947D-2FCC7501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8" name="Rectangle 25">
              <a:extLst>
                <a:ext uri="{FF2B5EF4-FFF2-40B4-BE49-F238E27FC236}">
                  <a16:creationId xmlns:a16="http://schemas.microsoft.com/office/drawing/2014/main" id="{02B0CFAD-1AE2-4A3E-82A3-4BF4C4A18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59" name="Rectangle 26">
              <a:extLst>
                <a:ext uri="{FF2B5EF4-FFF2-40B4-BE49-F238E27FC236}">
                  <a16:creationId xmlns:a16="http://schemas.microsoft.com/office/drawing/2014/main" id="{98AB49BE-FA0F-4A6A-AA3F-611DEAFA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0" name="Rectangle 27">
              <a:extLst>
                <a:ext uri="{FF2B5EF4-FFF2-40B4-BE49-F238E27FC236}">
                  <a16:creationId xmlns:a16="http://schemas.microsoft.com/office/drawing/2014/main" id="{9911EF48-A079-444C-B8E9-35B8CAA55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1" name="Rectangle 28">
              <a:extLst>
                <a:ext uri="{FF2B5EF4-FFF2-40B4-BE49-F238E27FC236}">
                  <a16:creationId xmlns:a16="http://schemas.microsoft.com/office/drawing/2014/main" id="{F1293351-17F3-4BA9-B5F9-CD98EAAF1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2" name="Rectangle 29">
              <a:extLst>
                <a:ext uri="{FF2B5EF4-FFF2-40B4-BE49-F238E27FC236}">
                  <a16:creationId xmlns:a16="http://schemas.microsoft.com/office/drawing/2014/main" id="{457F17FA-B68C-4468-8C62-9C6E8FF1F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3" name="Rectangle 30">
              <a:extLst>
                <a:ext uri="{FF2B5EF4-FFF2-40B4-BE49-F238E27FC236}">
                  <a16:creationId xmlns:a16="http://schemas.microsoft.com/office/drawing/2014/main" id="{E885BA92-1152-4AB2-9722-D4405E104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4" name="Rectangle 31">
              <a:extLst>
                <a:ext uri="{FF2B5EF4-FFF2-40B4-BE49-F238E27FC236}">
                  <a16:creationId xmlns:a16="http://schemas.microsoft.com/office/drawing/2014/main" id="{59406A51-BF49-454D-926B-B430BF0A5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5" name="Rectangle 32">
              <a:extLst>
                <a:ext uri="{FF2B5EF4-FFF2-40B4-BE49-F238E27FC236}">
                  <a16:creationId xmlns:a16="http://schemas.microsoft.com/office/drawing/2014/main" id="{564E2C2B-61A1-4D74-A94A-D70F5D12D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6" name="Rectangle 33">
              <a:extLst>
                <a:ext uri="{FF2B5EF4-FFF2-40B4-BE49-F238E27FC236}">
                  <a16:creationId xmlns:a16="http://schemas.microsoft.com/office/drawing/2014/main" id="{556FC0EC-A45C-4E45-A44E-1CA2A45BE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7" name="Rectangle 34">
              <a:extLst>
                <a:ext uri="{FF2B5EF4-FFF2-40B4-BE49-F238E27FC236}">
                  <a16:creationId xmlns:a16="http://schemas.microsoft.com/office/drawing/2014/main" id="{6197153F-5A9F-4270-8789-F4A49615D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8" name="Rectangle 35">
              <a:extLst>
                <a:ext uri="{FF2B5EF4-FFF2-40B4-BE49-F238E27FC236}">
                  <a16:creationId xmlns:a16="http://schemas.microsoft.com/office/drawing/2014/main" id="{5E9AB70A-F7D2-4906-AF5E-AF1F0B4C2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69" name="Rectangle 36">
              <a:extLst>
                <a:ext uri="{FF2B5EF4-FFF2-40B4-BE49-F238E27FC236}">
                  <a16:creationId xmlns:a16="http://schemas.microsoft.com/office/drawing/2014/main" id="{BEDAF75B-661A-4515-80A5-C676EDA09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0" name="Rectangle 37">
              <a:extLst>
                <a:ext uri="{FF2B5EF4-FFF2-40B4-BE49-F238E27FC236}">
                  <a16:creationId xmlns:a16="http://schemas.microsoft.com/office/drawing/2014/main" id="{2FA1CCBE-2A90-45AB-9320-403B65B19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1" name="Rectangle 38">
              <a:extLst>
                <a:ext uri="{FF2B5EF4-FFF2-40B4-BE49-F238E27FC236}">
                  <a16:creationId xmlns:a16="http://schemas.microsoft.com/office/drawing/2014/main" id="{35BBEBF0-A87B-4BDE-AD61-803E188A1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2" name="Rectangle 39">
              <a:extLst>
                <a:ext uri="{FF2B5EF4-FFF2-40B4-BE49-F238E27FC236}">
                  <a16:creationId xmlns:a16="http://schemas.microsoft.com/office/drawing/2014/main" id="{0C64354A-8F1D-4C4E-8CC8-F9472E1D3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3" name="Rectangle 40">
              <a:extLst>
                <a:ext uri="{FF2B5EF4-FFF2-40B4-BE49-F238E27FC236}">
                  <a16:creationId xmlns:a16="http://schemas.microsoft.com/office/drawing/2014/main" id="{4EE0C048-A6D8-4C91-B91E-7B0CD95DD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4" name="Rectangle 41">
              <a:extLst>
                <a:ext uri="{FF2B5EF4-FFF2-40B4-BE49-F238E27FC236}">
                  <a16:creationId xmlns:a16="http://schemas.microsoft.com/office/drawing/2014/main" id="{065CD8F5-1DED-4BB3-BE5B-2152B19A6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5" name="Rectangle 42">
              <a:extLst>
                <a:ext uri="{FF2B5EF4-FFF2-40B4-BE49-F238E27FC236}">
                  <a16:creationId xmlns:a16="http://schemas.microsoft.com/office/drawing/2014/main" id="{1EFF5499-54C9-4F5A-AFDD-CD12AD855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6" name="Rectangle 43">
              <a:extLst>
                <a:ext uri="{FF2B5EF4-FFF2-40B4-BE49-F238E27FC236}">
                  <a16:creationId xmlns:a16="http://schemas.microsoft.com/office/drawing/2014/main" id="{14A4E22E-924E-4144-B913-411FB27DC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7" name="Rectangle 44">
              <a:extLst>
                <a:ext uri="{FF2B5EF4-FFF2-40B4-BE49-F238E27FC236}">
                  <a16:creationId xmlns:a16="http://schemas.microsoft.com/office/drawing/2014/main" id="{A4D70446-511E-4F2E-8EED-D9FDFB076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8" name="Rectangle 45">
              <a:extLst>
                <a:ext uri="{FF2B5EF4-FFF2-40B4-BE49-F238E27FC236}">
                  <a16:creationId xmlns:a16="http://schemas.microsoft.com/office/drawing/2014/main" id="{082BAC84-35B4-4D06-A980-5103DBF5B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79" name="Rectangle 46">
              <a:extLst>
                <a:ext uri="{FF2B5EF4-FFF2-40B4-BE49-F238E27FC236}">
                  <a16:creationId xmlns:a16="http://schemas.microsoft.com/office/drawing/2014/main" id="{56184419-4174-444D-BFF2-22973AD6C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0" name="Rectangle 47">
              <a:extLst>
                <a:ext uri="{FF2B5EF4-FFF2-40B4-BE49-F238E27FC236}">
                  <a16:creationId xmlns:a16="http://schemas.microsoft.com/office/drawing/2014/main" id="{E8E819F4-5AAC-495D-9331-9201721EE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1" name="Rectangle 48">
              <a:extLst>
                <a:ext uri="{FF2B5EF4-FFF2-40B4-BE49-F238E27FC236}">
                  <a16:creationId xmlns:a16="http://schemas.microsoft.com/office/drawing/2014/main" id="{7ABF6BEF-6BC3-4026-B324-D9C67E890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2" name="Rectangle 49">
              <a:extLst>
                <a:ext uri="{FF2B5EF4-FFF2-40B4-BE49-F238E27FC236}">
                  <a16:creationId xmlns:a16="http://schemas.microsoft.com/office/drawing/2014/main" id="{CCA2F530-5C75-458D-B9B8-264FF9B8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3" name="Rectangle 50">
              <a:extLst>
                <a:ext uri="{FF2B5EF4-FFF2-40B4-BE49-F238E27FC236}">
                  <a16:creationId xmlns:a16="http://schemas.microsoft.com/office/drawing/2014/main" id="{1110D38C-3415-49FB-B24B-CAD0DA571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4" name="Rectangle 51">
              <a:extLst>
                <a:ext uri="{FF2B5EF4-FFF2-40B4-BE49-F238E27FC236}">
                  <a16:creationId xmlns:a16="http://schemas.microsoft.com/office/drawing/2014/main" id="{55D9EE24-B1FE-440A-8FC8-1169E64AC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5" name="Rectangle 52">
              <a:extLst>
                <a:ext uri="{FF2B5EF4-FFF2-40B4-BE49-F238E27FC236}">
                  <a16:creationId xmlns:a16="http://schemas.microsoft.com/office/drawing/2014/main" id="{178728D4-CAD8-4798-A508-B42DA4E97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6" name="Rectangle 53">
              <a:extLst>
                <a:ext uri="{FF2B5EF4-FFF2-40B4-BE49-F238E27FC236}">
                  <a16:creationId xmlns:a16="http://schemas.microsoft.com/office/drawing/2014/main" id="{6769D343-7FAF-46D7-8A47-0BA7FDF7F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87" name="Rectangle 54">
              <a:extLst>
                <a:ext uri="{FF2B5EF4-FFF2-40B4-BE49-F238E27FC236}">
                  <a16:creationId xmlns:a16="http://schemas.microsoft.com/office/drawing/2014/main" id="{BFA6985D-D2A1-49A1-B885-DA9DA950D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7698" name="Title 1">
            <a:extLst>
              <a:ext uri="{FF2B5EF4-FFF2-40B4-BE49-F238E27FC236}">
                <a16:creationId xmlns:a16="http://schemas.microsoft.com/office/drawing/2014/main" id="{B8343A8D-3D8E-4345-BBFC-C16CD58EED35}"/>
              </a:ext>
            </a:extLst>
          </p:cNvPr>
          <p:cNvSpPr txBox="1">
            <a:spLocks/>
          </p:cNvSpPr>
          <p:nvPr/>
        </p:nvSpPr>
        <p:spPr bwMode="auto">
          <a:xfrm>
            <a:off x="0" y="93663"/>
            <a:ext cx="9144000" cy="1174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The textbook derives a different circuit for the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4-to-2 </a:t>
            </a:r>
            <a:r>
              <a:rPr lang="en-US" altLang="en-US" sz="2800" u="sng"/>
              <a:t>priority</a:t>
            </a:r>
            <a:r>
              <a:rPr lang="en-US" altLang="en-US" sz="2800"/>
              <a:t> encoder using a 4-to-2 </a:t>
            </a:r>
            <a:r>
              <a:rPr lang="en-US" altLang="en-US" sz="2800" u="sng"/>
              <a:t>binary</a:t>
            </a:r>
            <a:r>
              <a:rPr lang="en-US" altLang="en-US" sz="2800"/>
              <a:t> encoder</a:t>
            </a:r>
          </a:p>
        </p:txBody>
      </p:sp>
      <p:pic>
        <p:nvPicPr>
          <p:cNvPr id="157699" name="Picture 1" descr="Screen shot 2016-10-12 at 4.02.09 PM.png">
            <a:extLst>
              <a:ext uri="{FF2B5EF4-FFF2-40B4-BE49-F238E27FC236}">
                <a16:creationId xmlns:a16="http://schemas.microsoft.com/office/drawing/2014/main" id="{1A64CED1-6414-4DFD-8EA6-0CF8C38EA4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0225" y="1719263"/>
            <a:ext cx="1838325" cy="167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700" name="Picture 2" descr="Screen shot 2016-10-12 at 4.02.16 PM.png">
            <a:extLst>
              <a:ext uri="{FF2B5EF4-FFF2-40B4-BE49-F238E27FC236}">
                <a16:creationId xmlns:a16="http://schemas.microsoft.com/office/drawing/2014/main" id="{163EEAEF-806B-43B8-BD68-52F77C13B95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5563" y="1709738"/>
            <a:ext cx="1833562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701" name="Picture 3" descr="Screen shot 2016-10-12 at 4.02.22 PM.png">
            <a:extLst>
              <a:ext uri="{FF2B5EF4-FFF2-40B4-BE49-F238E27FC236}">
                <a16:creationId xmlns:a16="http://schemas.microsoft.com/office/drawing/2014/main" id="{F2F69744-FAB7-4B68-AD06-EE376909520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2388" y="2933700"/>
            <a:ext cx="26384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7702" name="Group 57">
            <a:extLst>
              <a:ext uri="{FF2B5EF4-FFF2-40B4-BE49-F238E27FC236}">
                <a16:creationId xmlns:a16="http://schemas.microsoft.com/office/drawing/2014/main" id="{4DFB26AD-2AF0-4ED0-9B16-B879BD6067C0}"/>
              </a:ext>
            </a:extLst>
          </p:cNvPr>
          <p:cNvGrpSpPr>
            <a:grpSpLocks/>
          </p:cNvGrpSpPr>
          <p:nvPr/>
        </p:nvGrpSpPr>
        <p:grpSpPr bwMode="auto">
          <a:xfrm>
            <a:off x="3295650" y="3792538"/>
            <a:ext cx="3922713" cy="1957387"/>
            <a:chOff x="2495550" y="3189288"/>
            <a:chExt cx="3922713" cy="1957387"/>
          </a:xfrm>
        </p:grpSpPr>
        <p:sp>
          <p:nvSpPr>
            <p:cNvPr id="157707" name="Rectangle 95">
              <a:extLst>
                <a:ext uri="{FF2B5EF4-FFF2-40B4-BE49-F238E27FC236}">
                  <a16:creationId xmlns:a16="http://schemas.microsoft.com/office/drawing/2014/main" id="{821BEACB-2CC9-4E54-93CE-B6B20EA1A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08" name="Rectangle 96">
              <a:extLst>
                <a:ext uri="{FF2B5EF4-FFF2-40B4-BE49-F238E27FC236}">
                  <a16:creationId xmlns:a16="http://schemas.microsoft.com/office/drawing/2014/main" id="{271976AA-29FA-4843-B391-B57DF1292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09" name="Rectangle 97">
              <a:extLst>
                <a:ext uri="{FF2B5EF4-FFF2-40B4-BE49-F238E27FC236}">
                  <a16:creationId xmlns:a16="http://schemas.microsoft.com/office/drawing/2014/main" id="{5151C56B-3B31-4A67-A46F-8824AA287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10" name="Line 98">
              <a:extLst>
                <a:ext uri="{FF2B5EF4-FFF2-40B4-BE49-F238E27FC236}">
                  <a16:creationId xmlns:a16="http://schemas.microsoft.com/office/drawing/2014/main" id="{553DD527-75F2-4240-9D26-166E9B1E33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1" name="Freeform 99">
              <a:extLst>
                <a:ext uri="{FF2B5EF4-FFF2-40B4-BE49-F238E27FC236}">
                  <a16:creationId xmlns:a16="http://schemas.microsoft.com/office/drawing/2014/main" id="{D8CD66C3-F351-41B0-BEA9-0F471A2C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2" name="Freeform 100">
              <a:extLst>
                <a:ext uri="{FF2B5EF4-FFF2-40B4-BE49-F238E27FC236}">
                  <a16:creationId xmlns:a16="http://schemas.microsoft.com/office/drawing/2014/main" id="{D8B54BF1-5DE7-4235-BBD5-7E62B4E7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3" name="Rectangle 101">
              <a:extLst>
                <a:ext uri="{FF2B5EF4-FFF2-40B4-BE49-F238E27FC236}">
                  <a16:creationId xmlns:a16="http://schemas.microsoft.com/office/drawing/2014/main" id="{3F8A571C-CFB2-4CA6-B150-F1CA6DF13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14" name="Rectangle 124">
              <a:extLst>
                <a:ext uri="{FF2B5EF4-FFF2-40B4-BE49-F238E27FC236}">
                  <a16:creationId xmlns:a16="http://schemas.microsoft.com/office/drawing/2014/main" id="{F195FB5A-A84E-44A1-957B-5F2890A0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15" name="Line 125">
              <a:extLst>
                <a:ext uri="{FF2B5EF4-FFF2-40B4-BE49-F238E27FC236}">
                  <a16:creationId xmlns:a16="http://schemas.microsoft.com/office/drawing/2014/main" id="{F19D3DD0-5104-420A-A722-26C80E2B9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6" name="Freeform 126">
              <a:extLst>
                <a:ext uri="{FF2B5EF4-FFF2-40B4-BE49-F238E27FC236}">
                  <a16:creationId xmlns:a16="http://schemas.microsoft.com/office/drawing/2014/main" id="{1C40475B-EFEF-4A28-8C7A-71CCF710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7" name="Freeform 127">
              <a:extLst>
                <a:ext uri="{FF2B5EF4-FFF2-40B4-BE49-F238E27FC236}">
                  <a16:creationId xmlns:a16="http://schemas.microsoft.com/office/drawing/2014/main" id="{77189F3E-F350-4D38-A7BB-2E4EF974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8" name="Freeform 128">
              <a:extLst>
                <a:ext uri="{FF2B5EF4-FFF2-40B4-BE49-F238E27FC236}">
                  <a16:creationId xmlns:a16="http://schemas.microsoft.com/office/drawing/2014/main" id="{97883FA4-DEB7-4551-B1DD-3B9C685DB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9" name="Freeform 129">
              <a:extLst>
                <a:ext uri="{FF2B5EF4-FFF2-40B4-BE49-F238E27FC236}">
                  <a16:creationId xmlns:a16="http://schemas.microsoft.com/office/drawing/2014/main" id="{285E2133-A63C-4496-93EC-C3D6E9E2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0" name="Line 130">
              <a:extLst>
                <a:ext uri="{FF2B5EF4-FFF2-40B4-BE49-F238E27FC236}">
                  <a16:creationId xmlns:a16="http://schemas.microsoft.com/office/drawing/2014/main" id="{FB9068B5-D595-446A-9C31-DD64F77DB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1" name="Rectangle 131">
              <a:extLst>
                <a:ext uri="{FF2B5EF4-FFF2-40B4-BE49-F238E27FC236}">
                  <a16:creationId xmlns:a16="http://schemas.microsoft.com/office/drawing/2014/main" id="{DB5B1803-051F-40F4-B41C-6826413A0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22" name="Rectangle 132">
              <a:extLst>
                <a:ext uri="{FF2B5EF4-FFF2-40B4-BE49-F238E27FC236}">
                  <a16:creationId xmlns:a16="http://schemas.microsoft.com/office/drawing/2014/main" id="{73CFAD40-FE6E-4999-9E16-6A725088E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23" name="Rectangle 133">
              <a:extLst>
                <a:ext uri="{FF2B5EF4-FFF2-40B4-BE49-F238E27FC236}">
                  <a16:creationId xmlns:a16="http://schemas.microsoft.com/office/drawing/2014/main" id="{7BAD24D3-5D8E-438F-A0DA-1F08DD8B4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24" name="Rectangle 134">
              <a:extLst>
                <a:ext uri="{FF2B5EF4-FFF2-40B4-BE49-F238E27FC236}">
                  <a16:creationId xmlns:a16="http://schemas.microsoft.com/office/drawing/2014/main" id="{1A3CA1FE-B29B-42E9-A8E5-7F86AC44C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25" name="Rectangle 135">
              <a:extLst>
                <a:ext uri="{FF2B5EF4-FFF2-40B4-BE49-F238E27FC236}">
                  <a16:creationId xmlns:a16="http://schemas.microsoft.com/office/drawing/2014/main" id="{A37FE29E-6A3C-4552-A3BC-1C721356E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26" name="Rectangle 136">
              <a:extLst>
                <a:ext uri="{FF2B5EF4-FFF2-40B4-BE49-F238E27FC236}">
                  <a16:creationId xmlns:a16="http://schemas.microsoft.com/office/drawing/2014/main" id="{609EF7C8-5210-4D55-B662-589D7EC28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7727" name="Line 137">
              <a:extLst>
                <a:ext uri="{FF2B5EF4-FFF2-40B4-BE49-F238E27FC236}">
                  <a16:creationId xmlns:a16="http://schemas.microsoft.com/office/drawing/2014/main" id="{ED494731-DE7A-4D34-82C5-459897F20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8" name="Freeform 138">
              <a:extLst>
                <a:ext uri="{FF2B5EF4-FFF2-40B4-BE49-F238E27FC236}">
                  <a16:creationId xmlns:a16="http://schemas.microsoft.com/office/drawing/2014/main" id="{B846018C-E375-4496-964C-4FF5BD896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9" name="Freeform 139">
              <a:extLst>
                <a:ext uri="{FF2B5EF4-FFF2-40B4-BE49-F238E27FC236}">
                  <a16:creationId xmlns:a16="http://schemas.microsoft.com/office/drawing/2014/main" id="{30C17288-144F-4D63-AE6C-AA8A3C28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0" name="Freeform 140">
              <a:extLst>
                <a:ext uri="{FF2B5EF4-FFF2-40B4-BE49-F238E27FC236}">
                  <a16:creationId xmlns:a16="http://schemas.microsoft.com/office/drawing/2014/main" id="{81CDC3D0-A6FD-4F64-9F66-53997A871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1" name="Freeform 141">
              <a:extLst>
                <a:ext uri="{FF2B5EF4-FFF2-40B4-BE49-F238E27FC236}">
                  <a16:creationId xmlns:a16="http://schemas.microsoft.com/office/drawing/2014/main" id="{ECE37F17-4702-4A72-9F7D-82F430CA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2" name="Line 142">
              <a:extLst>
                <a:ext uri="{FF2B5EF4-FFF2-40B4-BE49-F238E27FC236}">
                  <a16:creationId xmlns:a16="http://schemas.microsoft.com/office/drawing/2014/main" id="{220BFC86-BDD8-4329-8F0E-AF1934874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3" name="Line 143">
              <a:extLst>
                <a:ext uri="{FF2B5EF4-FFF2-40B4-BE49-F238E27FC236}">
                  <a16:creationId xmlns:a16="http://schemas.microsoft.com/office/drawing/2014/main" id="{28B3E97A-FEBB-4B0F-A311-BAC72DE497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4" name="Freeform 144">
              <a:extLst>
                <a:ext uri="{FF2B5EF4-FFF2-40B4-BE49-F238E27FC236}">
                  <a16:creationId xmlns:a16="http://schemas.microsoft.com/office/drawing/2014/main" id="{A5DC4BFF-CA29-46D9-9FDB-72778790C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5" name="Line 145">
              <a:extLst>
                <a:ext uri="{FF2B5EF4-FFF2-40B4-BE49-F238E27FC236}">
                  <a16:creationId xmlns:a16="http://schemas.microsoft.com/office/drawing/2014/main" id="{F09FCC8E-6B1C-4F6D-BA8A-4725B3C3F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6" name="Line 146">
              <a:extLst>
                <a:ext uri="{FF2B5EF4-FFF2-40B4-BE49-F238E27FC236}">
                  <a16:creationId xmlns:a16="http://schemas.microsoft.com/office/drawing/2014/main" id="{FFAAB803-1415-4B9C-9760-4D6B2E1DE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7" name="Rectangle 147">
              <a:extLst>
                <a:ext uri="{FF2B5EF4-FFF2-40B4-BE49-F238E27FC236}">
                  <a16:creationId xmlns:a16="http://schemas.microsoft.com/office/drawing/2014/main" id="{E9006799-13EC-42EE-9EA8-1560813DA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7703" name="TextBox 1">
            <a:extLst>
              <a:ext uri="{FF2B5EF4-FFF2-40B4-BE49-F238E27FC236}">
                <a16:creationId xmlns:a16="http://schemas.microsoft.com/office/drawing/2014/main" id="{DCD10876-6982-4D47-8CB7-EE75FD1593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7638" y="3657600"/>
            <a:ext cx="373062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200" b="0">
              <a:latin typeface="Times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1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200" b="0">
              <a:latin typeface="Times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200" b="0">
              <a:latin typeface="Times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3</a:t>
            </a:r>
          </a:p>
        </p:txBody>
      </p:sp>
      <p:sp>
        <p:nvSpPr>
          <p:cNvPr id="157704" name="Line 98">
            <a:extLst>
              <a:ext uri="{FF2B5EF4-FFF2-40B4-BE49-F238E27FC236}">
                <a16:creationId xmlns:a16="http://schemas.microsoft.com/office/drawing/2014/main" id="{0841392D-C83D-409E-A031-BF71B010C1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4088" y="6084888"/>
            <a:ext cx="3317875" cy="142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5" name="Rectangle 124">
            <a:extLst>
              <a:ext uri="{FF2B5EF4-FFF2-40B4-BE49-F238E27FC236}">
                <a16:creationId xmlns:a16="http://schemas.microsoft.com/office/drawing/2014/main" id="{E5F15206-7C5B-4D98-B302-F116F7674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613" y="5905500"/>
            <a:ext cx="920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z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7706" name="TextBox 93">
            <a:extLst>
              <a:ext uri="{FF2B5EF4-FFF2-40B4-BE49-F238E27FC236}">
                <a16:creationId xmlns:a16="http://schemas.microsoft.com/office/drawing/2014/main" id="{9165214E-8E9C-4B8D-A634-D1CA0B311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0363" y="5807075"/>
            <a:ext cx="1841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0 </a:t>
            </a:r>
            <a:r>
              <a:rPr lang="en-US" altLang="en-US" i="1">
                <a:latin typeface="Times" panose="02020603050405020304" pitchFamily="18" charset="0"/>
              </a:rPr>
              <a:t>+ i</a:t>
            </a:r>
            <a:r>
              <a:rPr lang="en-US" altLang="en-US" i="1" baseline="-25000">
                <a:latin typeface="Times" panose="02020603050405020304" pitchFamily="18" charset="0"/>
              </a:rPr>
              <a:t>1 </a:t>
            </a:r>
            <a:r>
              <a:rPr lang="en-US" altLang="en-US" i="1">
                <a:latin typeface="Times" panose="02020603050405020304" pitchFamily="18" charset="0"/>
              </a:rPr>
              <a:t>+ i</a:t>
            </a:r>
            <a:r>
              <a:rPr lang="en-US" altLang="en-US" i="1" baseline="-25000">
                <a:latin typeface="Times" panose="02020603050405020304" pitchFamily="18" charset="0"/>
              </a:rPr>
              <a:t>2 </a:t>
            </a:r>
            <a:r>
              <a:rPr lang="en-US" altLang="en-US" i="1">
                <a:latin typeface="Times" panose="02020603050405020304" pitchFamily="18" charset="0"/>
              </a:rPr>
              <a:t>+ i</a:t>
            </a:r>
            <a:r>
              <a:rPr lang="en-US" altLang="en-US" i="1" baseline="-25000">
                <a:latin typeface="Times" panose="02020603050405020304" pitchFamily="18" charset="0"/>
              </a:rPr>
              <a:t>3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721" name="Group 1">
            <a:extLst>
              <a:ext uri="{FF2B5EF4-FFF2-40B4-BE49-F238E27FC236}">
                <a16:creationId xmlns:a16="http://schemas.microsoft.com/office/drawing/2014/main" id="{AC4932E5-2D29-41AE-AF95-287CFC7A8CC3}"/>
              </a:ext>
            </a:extLst>
          </p:cNvPr>
          <p:cNvGrpSpPr>
            <a:grpSpLocks/>
          </p:cNvGrpSpPr>
          <p:nvPr/>
        </p:nvGrpSpPr>
        <p:grpSpPr bwMode="auto">
          <a:xfrm>
            <a:off x="490538" y="1371600"/>
            <a:ext cx="3173412" cy="2073275"/>
            <a:chOff x="2841625" y="1730375"/>
            <a:chExt cx="3173413" cy="2073275"/>
          </a:xfrm>
        </p:grpSpPr>
        <p:sp>
          <p:nvSpPr>
            <p:cNvPr id="158763" name="Line 5">
              <a:extLst>
                <a:ext uri="{FF2B5EF4-FFF2-40B4-BE49-F238E27FC236}">
                  <a16:creationId xmlns:a16="http://schemas.microsoft.com/office/drawing/2014/main" id="{43A0CE8E-0C5A-429A-8B31-07ECCDAF1A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1625" y="2114550"/>
              <a:ext cx="3173413" cy="1588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4" name="Line 6">
              <a:extLst>
                <a:ext uri="{FF2B5EF4-FFF2-40B4-BE49-F238E27FC236}">
                  <a16:creationId xmlns:a16="http://schemas.microsoft.com/office/drawing/2014/main" id="{621DC21A-9AF9-4ADA-855A-C0BEBFB675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3600" y="1730375"/>
              <a:ext cx="1588" cy="2051050"/>
            </a:xfrm>
            <a:prstGeom prst="line">
              <a:avLst/>
            </a:prstGeom>
            <a:noFill/>
            <a:ln w="23813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5" name="Rectangle 7">
              <a:extLst>
                <a:ext uri="{FF2B5EF4-FFF2-40B4-BE49-F238E27FC236}">
                  <a16:creationId xmlns:a16="http://schemas.microsoft.com/office/drawing/2014/main" id="{CD4D6DD9-4061-4776-B4F2-611B2E2C0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66" name="Rectangle 8">
              <a:extLst>
                <a:ext uri="{FF2B5EF4-FFF2-40B4-BE49-F238E27FC236}">
                  <a16:creationId xmlns:a16="http://schemas.microsoft.com/office/drawing/2014/main" id="{B3C0B213-21C1-420D-984E-D648AFC07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67" name="Rectangle 9">
              <a:extLst>
                <a:ext uri="{FF2B5EF4-FFF2-40B4-BE49-F238E27FC236}">
                  <a16:creationId xmlns:a16="http://schemas.microsoft.com/office/drawing/2014/main" id="{84D79261-719A-4879-B99C-2395FDBD0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68" name="Rectangle 10">
              <a:extLst>
                <a:ext uri="{FF2B5EF4-FFF2-40B4-BE49-F238E27FC236}">
                  <a16:creationId xmlns:a16="http://schemas.microsoft.com/office/drawing/2014/main" id="{5958A780-8C79-4142-B546-C3F825A3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69" name="Rectangle 11">
              <a:extLst>
                <a:ext uri="{FF2B5EF4-FFF2-40B4-BE49-F238E27FC236}">
                  <a16:creationId xmlns:a16="http://schemas.microsoft.com/office/drawing/2014/main" id="{19E73B38-8848-4670-AFA8-C96A979D0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0" name="Rectangle 12">
              <a:extLst>
                <a:ext uri="{FF2B5EF4-FFF2-40B4-BE49-F238E27FC236}">
                  <a16:creationId xmlns:a16="http://schemas.microsoft.com/office/drawing/2014/main" id="{FA486048-E8BB-47BA-A050-FBBDDD4E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1" name="Rectangle 13">
              <a:extLst>
                <a:ext uri="{FF2B5EF4-FFF2-40B4-BE49-F238E27FC236}">
                  <a16:creationId xmlns:a16="http://schemas.microsoft.com/office/drawing/2014/main" id="{8E3FA41D-B63A-4BB2-B7E1-36E3875F2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2" name="Rectangle 14">
              <a:extLst>
                <a:ext uri="{FF2B5EF4-FFF2-40B4-BE49-F238E27FC236}">
                  <a16:creationId xmlns:a16="http://schemas.microsoft.com/office/drawing/2014/main" id="{8EF1D8D5-B0CA-49B6-BF21-96C89CCA0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3" name="Rectangle 15">
              <a:extLst>
                <a:ext uri="{FF2B5EF4-FFF2-40B4-BE49-F238E27FC236}">
                  <a16:creationId xmlns:a16="http://schemas.microsoft.com/office/drawing/2014/main" id="{553D7981-CF0D-4CD5-BC34-DA545465D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849438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4" name="Rectangle 16">
              <a:extLst>
                <a:ext uri="{FF2B5EF4-FFF2-40B4-BE49-F238E27FC236}">
                  <a16:creationId xmlns:a16="http://schemas.microsoft.com/office/drawing/2014/main" id="{2FE75408-CC93-40C5-AC15-2A0878C39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863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5" name="Rectangle 17">
              <a:extLst>
                <a:ext uri="{FF2B5EF4-FFF2-40B4-BE49-F238E27FC236}">
                  <a16:creationId xmlns:a16="http://schemas.microsoft.com/office/drawing/2014/main" id="{039995D6-7475-4BD3-A0EE-D1AB11731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6" name="Rectangle 18">
              <a:extLst>
                <a:ext uri="{FF2B5EF4-FFF2-40B4-BE49-F238E27FC236}">
                  <a16:creationId xmlns:a16="http://schemas.microsoft.com/office/drawing/2014/main" id="{59BE116B-3DA1-44F1-A56B-994FD35DB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d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7" name="Rectangle 19">
              <a:extLst>
                <a:ext uri="{FF2B5EF4-FFF2-40B4-BE49-F238E27FC236}">
                  <a16:creationId xmlns:a16="http://schemas.microsoft.com/office/drawing/2014/main" id="{E5CAC035-D7CB-4CD7-9388-ECEC1D7CE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850" y="1733550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y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8" name="Rectangle 20">
              <a:extLst>
                <a:ext uri="{FF2B5EF4-FFF2-40B4-BE49-F238E27FC236}">
                  <a16:creationId xmlns:a16="http://schemas.microsoft.com/office/drawing/2014/main" id="{2FC69402-1C50-4BD6-9A66-DC14D4486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79" name="Rectangle 21">
              <a:extLst>
                <a:ext uri="{FF2B5EF4-FFF2-40B4-BE49-F238E27FC236}">
                  <a16:creationId xmlns:a16="http://schemas.microsoft.com/office/drawing/2014/main" id="{4F67FA40-ED66-40CE-8113-C5045DF5D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0" name="Rectangle 22">
              <a:extLst>
                <a:ext uri="{FF2B5EF4-FFF2-40B4-BE49-F238E27FC236}">
                  <a16:creationId xmlns:a16="http://schemas.microsoft.com/office/drawing/2014/main" id="{51B84939-8E5A-4C44-A3A6-8B63BAB35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1" name="Rectangle 23">
              <a:extLst>
                <a:ext uri="{FF2B5EF4-FFF2-40B4-BE49-F238E27FC236}">
                  <a16:creationId xmlns:a16="http://schemas.microsoft.com/office/drawing/2014/main" id="{A3778E54-02B7-49D1-AC6D-B4529D4B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2" name="Rectangle 24">
              <a:extLst>
                <a:ext uri="{FF2B5EF4-FFF2-40B4-BE49-F238E27FC236}">
                  <a16:creationId xmlns:a16="http://schemas.microsoft.com/office/drawing/2014/main" id="{A1B9EF1C-666B-44A9-99CE-67124CE9E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3" name="Rectangle 25">
              <a:extLst>
                <a:ext uri="{FF2B5EF4-FFF2-40B4-BE49-F238E27FC236}">
                  <a16:creationId xmlns:a16="http://schemas.microsoft.com/office/drawing/2014/main" id="{520A49C9-3B7F-4479-9FBA-D72874B20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4" name="Rectangle 26">
              <a:extLst>
                <a:ext uri="{FF2B5EF4-FFF2-40B4-BE49-F238E27FC236}">
                  <a16:creationId xmlns:a16="http://schemas.microsoft.com/office/drawing/2014/main" id="{E6E9351D-CAB7-48EB-BD8D-B02696C50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5" name="Rectangle 27">
              <a:extLst>
                <a:ext uri="{FF2B5EF4-FFF2-40B4-BE49-F238E27FC236}">
                  <a16:creationId xmlns:a16="http://schemas.microsoft.com/office/drawing/2014/main" id="{302F767B-C3C9-44E9-9BC3-93A23290C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6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6" name="Rectangle 28">
              <a:extLst>
                <a:ext uri="{FF2B5EF4-FFF2-40B4-BE49-F238E27FC236}">
                  <a16:creationId xmlns:a16="http://schemas.microsoft.com/office/drawing/2014/main" id="{DCD58B69-994A-42DF-BDF1-22F46F1ED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8338" y="1749425"/>
              <a:ext cx="22860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z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7" name="Rectangle 29">
              <a:extLst>
                <a:ext uri="{FF2B5EF4-FFF2-40B4-BE49-F238E27FC236}">
                  <a16:creationId xmlns:a16="http://schemas.microsoft.com/office/drawing/2014/main" id="{BE093B4C-7C9E-4432-A446-5CFE59E99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8" name="Rectangle 30">
              <a:extLst>
                <a:ext uri="{FF2B5EF4-FFF2-40B4-BE49-F238E27FC236}">
                  <a16:creationId xmlns:a16="http://schemas.microsoft.com/office/drawing/2014/main" id="{AE850331-4DCA-421A-BC7D-287584463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843213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89" name="Rectangle 31">
              <a:extLst>
                <a:ext uri="{FF2B5EF4-FFF2-40B4-BE49-F238E27FC236}">
                  <a16:creationId xmlns:a16="http://schemas.microsoft.com/office/drawing/2014/main" id="{9E379B1A-7949-4F3F-9B25-85D98BC5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0" name="Rectangle 32">
              <a:extLst>
                <a:ext uri="{FF2B5EF4-FFF2-40B4-BE49-F238E27FC236}">
                  <a16:creationId xmlns:a16="http://schemas.microsoft.com/office/drawing/2014/main" id="{D9B5A500-0218-4D9E-BF8A-A2BB3B92A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1" name="Rectangle 33">
              <a:extLst>
                <a:ext uri="{FF2B5EF4-FFF2-40B4-BE49-F238E27FC236}">
                  <a16:creationId xmlns:a16="http://schemas.microsoft.com/office/drawing/2014/main" id="{C61FBD10-AC0E-45B0-B50F-935C1BFD4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088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2" name="Rectangle 34">
              <a:extLst>
                <a:ext uri="{FF2B5EF4-FFF2-40B4-BE49-F238E27FC236}">
                  <a16:creationId xmlns:a16="http://schemas.microsoft.com/office/drawing/2014/main" id="{F8B43381-7417-42DB-ABF9-848EBD6B3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3" name="Rectangle 35">
              <a:extLst>
                <a:ext uri="{FF2B5EF4-FFF2-40B4-BE49-F238E27FC236}">
                  <a16:creationId xmlns:a16="http://schemas.microsoft.com/office/drawing/2014/main" id="{255C656E-C78B-4FC9-A0FF-DE87E6A2D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0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4" name="Rectangle 36">
              <a:extLst>
                <a:ext uri="{FF2B5EF4-FFF2-40B4-BE49-F238E27FC236}">
                  <a16:creationId xmlns:a16="http://schemas.microsoft.com/office/drawing/2014/main" id="{77B03901-87A0-44C4-85AE-3D9195566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5" name="Rectangle 37">
              <a:extLst>
                <a:ext uri="{FF2B5EF4-FFF2-40B4-BE49-F238E27FC236}">
                  <a16:creationId xmlns:a16="http://schemas.microsoft.com/office/drawing/2014/main" id="{F76792F0-DD2B-401F-9F15-462F1C0AA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6" name="Rectangle 38">
              <a:extLst>
                <a:ext uri="{FF2B5EF4-FFF2-40B4-BE49-F238E27FC236}">
                  <a16:creationId xmlns:a16="http://schemas.microsoft.com/office/drawing/2014/main" id="{C774A367-415A-4F82-AFDB-1EFDCCB75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151188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7" name="Rectangle 39">
              <a:extLst>
                <a:ext uri="{FF2B5EF4-FFF2-40B4-BE49-F238E27FC236}">
                  <a16:creationId xmlns:a16="http://schemas.microsoft.com/office/drawing/2014/main" id="{F95FCA40-E122-4DFB-898B-74174116E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8" name="Rectangle 40">
              <a:extLst>
                <a:ext uri="{FF2B5EF4-FFF2-40B4-BE49-F238E27FC236}">
                  <a16:creationId xmlns:a16="http://schemas.microsoft.com/office/drawing/2014/main" id="{E554D56B-AF4B-4707-AE9F-6AC3DC695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1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99" name="Rectangle 41">
              <a:extLst>
                <a:ext uri="{FF2B5EF4-FFF2-40B4-BE49-F238E27FC236}">
                  <a16:creationId xmlns:a16="http://schemas.microsoft.com/office/drawing/2014/main" id="{611DCF1F-BDCC-4E35-BA9E-B0856C90C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150" y="1733550"/>
              <a:ext cx="280988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0" name="Rectangle 42">
              <a:extLst>
                <a:ext uri="{FF2B5EF4-FFF2-40B4-BE49-F238E27FC236}">
                  <a16:creationId xmlns:a16="http://schemas.microsoft.com/office/drawing/2014/main" id="{DEAF0766-8D45-40E8-894E-96D9BD66F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849438"/>
              <a:ext cx="188912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2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1" name="Rectangle 43">
              <a:extLst>
                <a:ext uri="{FF2B5EF4-FFF2-40B4-BE49-F238E27FC236}">
                  <a16:creationId xmlns:a16="http://schemas.microsoft.com/office/drawing/2014/main" id="{75CE4AC7-2665-4304-AE48-49215AD36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55428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2" name="Rectangle 44">
              <a:extLst>
                <a:ext uri="{FF2B5EF4-FFF2-40B4-BE49-F238E27FC236}">
                  <a16:creationId xmlns:a16="http://schemas.microsoft.com/office/drawing/2014/main" id="{EA9B65C1-DE34-476C-8F35-A709B80A9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862263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3" name="Rectangle 45">
              <a:extLst>
                <a:ext uri="{FF2B5EF4-FFF2-40B4-BE49-F238E27FC236}">
                  <a16:creationId xmlns:a16="http://schemas.microsoft.com/office/drawing/2014/main" id="{054AA36D-E566-4871-B778-E92E7EDAD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170238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4" name="Rectangle 46">
              <a:extLst>
                <a:ext uri="{FF2B5EF4-FFF2-40B4-BE49-F238E27FC236}">
                  <a16:creationId xmlns:a16="http://schemas.microsoft.com/office/drawing/2014/main" id="{F7054ADF-F60A-45F8-83AF-D03761708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2244725"/>
              <a:ext cx="242888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5" name="Rectangle 47">
              <a:extLst>
                <a:ext uri="{FF2B5EF4-FFF2-40B4-BE49-F238E27FC236}">
                  <a16:creationId xmlns:a16="http://schemas.microsoft.com/office/drawing/2014/main" id="{54376E93-6B66-474F-A2BA-E394A8A31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700" y="3470275"/>
              <a:ext cx="228600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x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6" name="Rectangle 48">
              <a:extLst>
                <a:ext uri="{FF2B5EF4-FFF2-40B4-BE49-F238E27FC236}">
                  <a16:creationId xmlns:a16="http://schemas.microsoft.com/office/drawing/2014/main" id="{4AF64F1C-BDC4-4259-BDF9-15B7A6D3A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1731963"/>
              <a:ext cx="280988" cy="319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charset="0"/>
                </a:rPr>
                <a:t>w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7" name="Rectangle 49">
              <a:extLst>
                <a:ext uri="{FF2B5EF4-FFF2-40B4-BE49-F238E27FC236}">
                  <a16:creationId xmlns:a16="http://schemas.microsoft.com/office/drawing/2014/main" id="{9549DBCF-9254-4EB4-9AC8-6C6830140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500" y="1847850"/>
              <a:ext cx="188913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3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8" name="Rectangle 50">
              <a:extLst>
                <a:ext uri="{FF2B5EF4-FFF2-40B4-BE49-F238E27FC236}">
                  <a16:creationId xmlns:a16="http://schemas.microsoft.com/office/drawing/2014/main" id="{A96CE407-BCBF-4D3D-99A2-C06B6F9C1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55428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09" name="Rectangle 51">
              <a:extLst>
                <a:ext uri="{FF2B5EF4-FFF2-40B4-BE49-F238E27FC236}">
                  <a16:creationId xmlns:a16="http://schemas.microsoft.com/office/drawing/2014/main" id="{9E729742-48A4-41EA-90E5-96E4684A1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862263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10" name="Rectangle 52">
              <a:extLst>
                <a:ext uri="{FF2B5EF4-FFF2-40B4-BE49-F238E27FC236}">
                  <a16:creationId xmlns:a16="http://schemas.microsoft.com/office/drawing/2014/main" id="{9205E1E8-5013-4BC9-B883-B8E017EFB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170238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11" name="Rectangle 53">
              <a:extLst>
                <a:ext uri="{FF2B5EF4-FFF2-40B4-BE49-F238E27FC236}">
                  <a16:creationId xmlns:a16="http://schemas.microsoft.com/office/drawing/2014/main" id="{0BFEC60A-0DE0-4543-BD4C-950F368DF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224472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812" name="Rectangle 54">
              <a:extLst>
                <a:ext uri="{FF2B5EF4-FFF2-40B4-BE49-F238E27FC236}">
                  <a16:creationId xmlns:a16="http://schemas.microsoft.com/office/drawing/2014/main" id="{529CA780-9A9E-4EF4-A0A9-1C67A7A5F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538" y="3482975"/>
              <a:ext cx="242887" cy="320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charset="0"/>
                </a:rPr>
                <a:t>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8722" name="Title 1">
            <a:extLst>
              <a:ext uri="{FF2B5EF4-FFF2-40B4-BE49-F238E27FC236}">
                <a16:creationId xmlns:a16="http://schemas.microsoft.com/office/drawing/2014/main" id="{4386E12D-BA9E-4E6C-9051-4DF4A4CD30C5}"/>
              </a:ext>
            </a:extLst>
          </p:cNvPr>
          <p:cNvSpPr txBox="1">
            <a:spLocks/>
          </p:cNvSpPr>
          <p:nvPr/>
        </p:nvSpPr>
        <p:spPr bwMode="auto">
          <a:xfrm>
            <a:off x="0" y="93663"/>
            <a:ext cx="9144000" cy="1174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The textbook derives a different circuit for the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4-to-2 </a:t>
            </a:r>
            <a:r>
              <a:rPr lang="en-US" altLang="en-US" sz="2800" u="sng"/>
              <a:t>priority</a:t>
            </a:r>
            <a:r>
              <a:rPr lang="en-US" altLang="en-US" sz="2800"/>
              <a:t> encoder using a 4-to-2 </a:t>
            </a:r>
            <a:r>
              <a:rPr lang="en-US" altLang="en-US" sz="2800" u="sng"/>
              <a:t>binary</a:t>
            </a:r>
            <a:r>
              <a:rPr lang="en-US" altLang="en-US" sz="2800"/>
              <a:t> encoder</a:t>
            </a:r>
          </a:p>
        </p:txBody>
      </p:sp>
      <p:pic>
        <p:nvPicPr>
          <p:cNvPr id="158723" name="Picture 1" descr="Screen shot 2016-10-12 at 4.02.09 PM.png">
            <a:extLst>
              <a:ext uri="{FF2B5EF4-FFF2-40B4-BE49-F238E27FC236}">
                <a16:creationId xmlns:a16="http://schemas.microsoft.com/office/drawing/2014/main" id="{9FDBD303-3624-43B6-B101-CC849754E3C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0225" y="1719263"/>
            <a:ext cx="1838325" cy="167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8724" name="Picture 2" descr="Screen shot 2016-10-12 at 4.02.16 PM.png">
            <a:extLst>
              <a:ext uri="{FF2B5EF4-FFF2-40B4-BE49-F238E27FC236}">
                <a16:creationId xmlns:a16="http://schemas.microsoft.com/office/drawing/2014/main" id="{7899BCCE-1D67-46F8-BE6C-2723E149ED4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5563" y="1709738"/>
            <a:ext cx="1833562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8725" name="Picture 3" descr="Screen shot 2016-10-12 at 4.02.22 PM.png">
            <a:extLst>
              <a:ext uri="{FF2B5EF4-FFF2-40B4-BE49-F238E27FC236}">
                <a16:creationId xmlns:a16="http://schemas.microsoft.com/office/drawing/2014/main" id="{A74FB54C-DAC9-4E20-A44B-5F4A6E7273A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2388" y="2933700"/>
            <a:ext cx="26384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726" name="Group 57">
            <a:extLst>
              <a:ext uri="{FF2B5EF4-FFF2-40B4-BE49-F238E27FC236}">
                <a16:creationId xmlns:a16="http://schemas.microsoft.com/office/drawing/2014/main" id="{07795B25-A0FF-4486-9E0F-C76A6EAD3B64}"/>
              </a:ext>
            </a:extLst>
          </p:cNvPr>
          <p:cNvGrpSpPr>
            <a:grpSpLocks/>
          </p:cNvGrpSpPr>
          <p:nvPr/>
        </p:nvGrpSpPr>
        <p:grpSpPr bwMode="auto">
          <a:xfrm>
            <a:off x="3295650" y="3792538"/>
            <a:ext cx="3922713" cy="1957387"/>
            <a:chOff x="2495550" y="3189288"/>
            <a:chExt cx="3922713" cy="1957387"/>
          </a:xfrm>
        </p:grpSpPr>
        <p:sp>
          <p:nvSpPr>
            <p:cNvPr id="158732" name="Rectangle 95">
              <a:extLst>
                <a:ext uri="{FF2B5EF4-FFF2-40B4-BE49-F238E27FC236}">
                  <a16:creationId xmlns:a16="http://schemas.microsoft.com/office/drawing/2014/main" id="{F7CBF831-955F-4A0B-9908-063D801A0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654425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33" name="Rectangle 96">
              <a:extLst>
                <a:ext uri="{FF2B5EF4-FFF2-40B4-BE49-F238E27FC236}">
                  <a16:creationId xmlns:a16="http://schemas.microsoft.com/office/drawing/2014/main" id="{47029638-E014-4E0D-8334-503684C24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7592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34" name="Rectangle 97">
              <a:extLst>
                <a:ext uri="{FF2B5EF4-FFF2-40B4-BE49-F238E27FC236}">
                  <a16:creationId xmlns:a16="http://schemas.microsoft.com/office/drawing/2014/main" id="{76EEC3CD-8E43-4B80-83BC-6721C0D2D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3189288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35" name="Line 98">
              <a:extLst>
                <a:ext uri="{FF2B5EF4-FFF2-40B4-BE49-F238E27FC236}">
                  <a16:creationId xmlns:a16="http://schemas.microsoft.com/office/drawing/2014/main" id="{0CB5B5E5-D0BF-49C2-A610-0122C2D321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332163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6" name="Freeform 99">
              <a:extLst>
                <a:ext uri="{FF2B5EF4-FFF2-40B4-BE49-F238E27FC236}">
                  <a16:creationId xmlns:a16="http://schemas.microsoft.com/office/drawing/2014/main" id="{5C504594-598C-4004-AE3B-7BF1992A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313" y="4957763"/>
              <a:ext cx="46037" cy="46037"/>
            </a:xfrm>
            <a:custGeom>
              <a:avLst/>
              <a:gdLst>
                <a:gd name="T0" fmla="*/ 2147483646 w 58"/>
                <a:gd name="T1" fmla="*/ 0 h 57"/>
                <a:gd name="T2" fmla="*/ 2147483646 w 58"/>
                <a:gd name="T3" fmla="*/ 2147483646 h 57"/>
                <a:gd name="T4" fmla="*/ 2147483646 w 58"/>
                <a:gd name="T5" fmla="*/ 2147483646 h 57"/>
                <a:gd name="T6" fmla="*/ 2147483646 w 58"/>
                <a:gd name="T7" fmla="*/ 2147483646 h 57"/>
                <a:gd name="T8" fmla="*/ 2147483646 w 58"/>
                <a:gd name="T9" fmla="*/ 2147483646 h 57"/>
                <a:gd name="T10" fmla="*/ 2147483646 w 58"/>
                <a:gd name="T11" fmla="*/ 2147483646 h 57"/>
                <a:gd name="T12" fmla="*/ 2147483646 w 58"/>
                <a:gd name="T13" fmla="*/ 2147483646 h 57"/>
                <a:gd name="T14" fmla="*/ 2147483646 w 58"/>
                <a:gd name="T15" fmla="*/ 2147483646 h 57"/>
                <a:gd name="T16" fmla="*/ 2147483646 w 58"/>
                <a:gd name="T17" fmla="*/ 2147483646 h 57"/>
                <a:gd name="T18" fmla="*/ 0 w 58"/>
                <a:gd name="T19" fmla="*/ 2147483646 h 57"/>
                <a:gd name="T20" fmla="*/ 0 w 58"/>
                <a:gd name="T21" fmla="*/ 2147483646 h 57"/>
                <a:gd name="T22" fmla="*/ 0 w 58"/>
                <a:gd name="T23" fmla="*/ 2147483646 h 57"/>
                <a:gd name="T24" fmla="*/ 0 w 58"/>
                <a:gd name="T25" fmla="*/ 2147483646 h 57"/>
                <a:gd name="T26" fmla="*/ 2147483646 w 58"/>
                <a:gd name="T27" fmla="*/ 2147483646 h 57"/>
                <a:gd name="T28" fmla="*/ 2147483646 w 58"/>
                <a:gd name="T29" fmla="*/ 2147483646 h 57"/>
                <a:gd name="T30" fmla="*/ 2147483646 w 58"/>
                <a:gd name="T31" fmla="*/ 2147483646 h 57"/>
                <a:gd name="T32" fmla="*/ 2147483646 w 58"/>
                <a:gd name="T33" fmla="*/ 2147483646 h 57"/>
                <a:gd name="T34" fmla="*/ 2147483646 w 58"/>
                <a:gd name="T35" fmla="*/ 2147483646 h 57"/>
                <a:gd name="T36" fmla="*/ 2147483646 w 58"/>
                <a:gd name="T37" fmla="*/ 2147483646 h 57"/>
                <a:gd name="T38" fmla="*/ 2147483646 w 58"/>
                <a:gd name="T39" fmla="*/ 2147483646 h 57"/>
                <a:gd name="T40" fmla="*/ 2147483646 w 58"/>
                <a:gd name="T41" fmla="*/ 2147483646 h 57"/>
                <a:gd name="T42" fmla="*/ 2147483646 w 58"/>
                <a:gd name="T43" fmla="*/ 2147483646 h 57"/>
                <a:gd name="T44" fmla="*/ 2147483646 w 58"/>
                <a:gd name="T45" fmla="*/ 2147483646 h 57"/>
                <a:gd name="T46" fmla="*/ 2147483646 w 58"/>
                <a:gd name="T47" fmla="*/ 2147483646 h 57"/>
                <a:gd name="T48" fmla="*/ 2147483646 w 58"/>
                <a:gd name="T49" fmla="*/ 2147483646 h 57"/>
                <a:gd name="T50" fmla="*/ 2147483646 w 58"/>
                <a:gd name="T51" fmla="*/ 2147483646 h 57"/>
                <a:gd name="T52" fmla="*/ 2147483646 w 58"/>
                <a:gd name="T53" fmla="*/ 2147483646 h 57"/>
                <a:gd name="T54" fmla="*/ 2147483646 w 58"/>
                <a:gd name="T55" fmla="*/ 2147483646 h 57"/>
                <a:gd name="T56" fmla="*/ 2147483646 w 58"/>
                <a:gd name="T57" fmla="*/ 2147483646 h 57"/>
                <a:gd name="T58" fmla="*/ 2147483646 w 58"/>
                <a:gd name="T59" fmla="*/ 2147483646 h 57"/>
                <a:gd name="T60" fmla="*/ 2147483646 w 58"/>
                <a:gd name="T61" fmla="*/ 2147483646 h 57"/>
                <a:gd name="T62" fmla="*/ 2147483646 w 58"/>
                <a:gd name="T63" fmla="*/ 2147483646 h 57"/>
                <a:gd name="T64" fmla="*/ 2147483646 w 58"/>
                <a:gd name="T65" fmla="*/ 2147483646 h 57"/>
                <a:gd name="T66" fmla="*/ 2147483646 w 58"/>
                <a:gd name="T67" fmla="*/ 2147483646 h 57"/>
                <a:gd name="T68" fmla="*/ 2147483646 w 58"/>
                <a:gd name="T69" fmla="*/ 2147483646 h 57"/>
                <a:gd name="T70" fmla="*/ 2147483646 w 58"/>
                <a:gd name="T71" fmla="*/ 2147483646 h 57"/>
                <a:gd name="T72" fmla="*/ 2147483646 w 58"/>
                <a:gd name="T73" fmla="*/ 2147483646 h 57"/>
                <a:gd name="T74" fmla="*/ 2147483646 w 58"/>
                <a:gd name="T75" fmla="*/ 2147483646 h 57"/>
                <a:gd name="T76" fmla="*/ 2147483646 w 58"/>
                <a:gd name="T77" fmla="*/ 2147483646 h 57"/>
                <a:gd name="T78" fmla="*/ 2147483646 w 58"/>
                <a:gd name="T79" fmla="*/ 2147483646 h 57"/>
                <a:gd name="T80" fmla="*/ 2147483646 w 58"/>
                <a:gd name="T81" fmla="*/ 2147483646 h 57"/>
                <a:gd name="T82" fmla="*/ 2147483646 w 58"/>
                <a:gd name="T83" fmla="*/ 2147483646 h 57"/>
                <a:gd name="T84" fmla="*/ 2147483646 w 58"/>
                <a:gd name="T85" fmla="*/ 2147483646 h 57"/>
                <a:gd name="T86" fmla="*/ 2147483646 w 58"/>
                <a:gd name="T87" fmla="*/ 0 h 57"/>
                <a:gd name="T88" fmla="*/ 2147483646 w 58"/>
                <a:gd name="T89" fmla="*/ 2147483646 h 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8"/>
                <a:gd name="T136" fmla="*/ 0 h 57"/>
                <a:gd name="T137" fmla="*/ 58 w 58"/>
                <a:gd name="T138" fmla="*/ 57 h 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8" h="57">
                  <a:moveTo>
                    <a:pt x="29" y="28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4" y="43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6" y="54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5" y="53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0" y="49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2" y="11"/>
                  </a:lnTo>
                  <a:lnTo>
                    <a:pt x="50" y="10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5"/>
                  </a:lnTo>
                  <a:lnTo>
                    <a:pt x="45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7" name="Freeform 100">
              <a:extLst>
                <a:ext uri="{FF2B5EF4-FFF2-40B4-BE49-F238E27FC236}">
                  <a16:creationId xmlns:a16="http://schemas.microsoft.com/office/drawing/2014/main" id="{5285FEA8-5A47-444B-98BD-51F68F3A3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945063"/>
              <a:ext cx="55562" cy="55562"/>
            </a:xfrm>
            <a:custGeom>
              <a:avLst/>
              <a:gdLst>
                <a:gd name="T0" fmla="*/ 2147483646 w 71"/>
                <a:gd name="T1" fmla="*/ 0 h 71"/>
                <a:gd name="T2" fmla="*/ 2147483646 w 71"/>
                <a:gd name="T3" fmla="*/ 2147483646 h 71"/>
                <a:gd name="T4" fmla="*/ 2147483646 w 71"/>
                <a:gd name="T5" fmla="*/ 2147483646 h 71"/>
                <a:gd name="T6" fmla="*/ 2147483646 w 71"/>
                <a:gd name="T7" fmla="*/ 2147483646 h 71"/>
                <a:gd name="T8" fmla="*/ 2147483646 w 71"/>
                <a:gd name="T9" fmla="*/ 2147483646 h 71"/>
                <a:gd name="T10" fmla="*/ 2147483646 w 71"/>
                <a:gd name="T11" fmla="*/ 2147483646 h 71"/>
                <a:gd name="T12" fmla="*/ 2147483646 w 71"/>
                <a:gd name="T13" fmla="*/ 2147483646 h 71"/>
                <a:gd name="T14" fmla="*/ 2147483646 w 71"/>
                <a:gd name="T15" fmla="*/ 2147483646 h 71"/>
                <a:gd name="T16" fmla="*/ 2147483646 w 71"/>
                <a:gd name="T17" fmla="*/ 2147483646 h 71"/>
                <a:gd name="T18" fmla="*/ 0 w 71"/>
                <a:gd name="T19" fmla="*/ 2147483646 h 71"/>
                <a:gd name="T20" fmla="*/ 0 w 71"/>
                <a:gd name="T21" fmla="*/ 2147483646 h 71"/>
                <a:gd name="T22" fmla="*/ 0 w 71"/>
                <a:gd name="T23" fmla="*/ 2147483646 h 71"/>
                <a:gd name="T24" fmla="*/ 2147483646 w 71"/>
                <a:gd name="T25" fmla="*/ 2147483646 h 71"/>
                <a:gd name="T26" fmla="*/ 2147483646 w 71"/>
                <a:gd name="T27" fmla="*/ 2147483646 h 71"/>
                <a:gd name="T28" fmla="*/ 2147483646 w 71"/>
                <a:gd name="T29" fmla="*/ 2147483646 h 71"/>
                <a:gd name="T30" fmla="*/ 2147483646 w 71"/>
                <a:gd name="T31" fmla="*/ 2147483646 h 71"/>
                <a:gd name="T32" fmla="*/ 2147483646 w 71"/>
                <a:gd name="T33" fmla="*/ 2147483646 h 71"/>
                <a:gd name="T34" fmla="*/ 2147483646 w 71"/>
                <a:gd name="T35" fmla="*/ 2147483646 h 71"/>
                <a:gd name="T36" fmla="*/ 2147483646 w 71"/>
                <a:gd name="T37" fmla="*/ 2147483646 h 71"/>
                <a:gd name="T38" fmla="*/ 2147483646 w 71"/>
                <a:gd name="T39" fmla="*/ 2147483646 h 71"/>
                <a:gd name="T40" fmla="*/ 2147483646 w 71"/>
                <a:gd name="T41" fmla="*/ 2147483646 h 71"/>
                <a:gd name="T42" fmla="*/ 2147483646 w 71"/>
                <a:gd name="T43" fmla="*/ 2147483646 h 71"/>
                <a:gd name="T44" fmla="*/ 2147483646 w 71"/>
                <a:gd name="T45" fmla="*/ 2147483646 h 71"/>
                <a:gd name="T46" fmla="*/ 2147483646 w 71"/>
                <a:gd name="T47" fmla="*/ 2147483646 h 71"/>
                <a:gd name="T48" fmla="*/ 2147483646 w 71"/>
                <a:gd name="T49" fmla="*/ 2147483646 h 71"/>
                <a:gd name="T50" fmla="*/ 2147483646 w 71"/>
                <a:gd name="T51" fmla="*/ 2147483646 h 71"/>
                <a:gd name="T52" fmla="*/ 2147483646 w 71"/>
                <a:gd name="T53" fmla="*/ 2147483646 h 71"/>
                <a:gd name="T54" fmla="*/ 2147483646 w 71"/>
                <a:gd name="T55" fmla="*/ 2147483646 h 71"/>
                <a:gd name="T56" fmla="*/ 2147483646 w 71"/>
                <a:gd name="T57" fmla="*/ 2147483646 h 71"/>
                <a:gd name="T58" fmla="*/ 2147483646 w 71"/>
                <a:gd name="T59" fmla="*/ 2147483646 h 71"/>
                <a:gd name="T60" fmla="*/ 2147483646 w 71"/>
                <a:gd name="T61" fmla="*/ 2147483646 h 71"/>
                <a:gd name="T62" fmla="*/ 2147483646 w 71"/>
                <a:gd name="T63" fmla="*/ 2147483646 h 71"/>
                <a:gd name="T64" fmla="*/ 2147483646 w 71"/>
                <a:gd name="T65" fmla="*/ 2147483646 h 71"/>
                <a:gd name="T66" fmla="*/ 2147483646 w 71"/>
                <a:gd name="T67" fmla="*/ 2147483646 h 71"/>
                <a:gd name="T68" fmla="*/ 2147483646 w 71"/>
                <a:gd name="T69" fmla="*/ 2147483646 h 71"/>
                <a:gd name="T70" fmla="*/ 2147483646 w 71"/>
                <a:gd name="T71" fmla="*/ 2147483646 h 71"/>
                <a:gd name="T72" fmla="*/ 2147483646 w 71"/>
                <a:gd name="T73" fmla="*/ 2147483646 h 71"/>
                <a:gd name="T74" fmla="*/ 2147483646 w 71"/>
                <a:gd name="T75" fmla="*/ 2147483646 h 71"/>
                <a:gd name="T76" fmla="*/ 2147483646 w 71"/>
                <a:gd name="T77" fmla="*/ 2147483646 h 71"/>
                <a:gd name="T78" fmla="*/ 2147483646 w 71"/>
                <a:gd name="T79" fmla="*/ 2147483646 h 71"/>
                <a:gd name="T80" fmla="*/ 2147483646 w 71"/>
                <a:gd name="T81" fmla="*/ 2147483646 h 71"/>
                <a:gd name="T82" fmla="*/ 2147483646 w 71"/>
                <a:gd name="T83" fmla="*/ 2147483646 h 71"/>
                <a:gd name="T84" fmla="*/ 2147483646 w 71"/>
                <a:gd name="T85" fmla="*/ 0 h 71"/>
                <a:gd name="T86" fmla="*/ 2147483646 w 71"/>
                <a:gd name="T87" fmla="*/ 0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1"/>
                <a:gd name="T134" fmla="*/ 71 w 71"/>
                <a:gd name="T135" fmla="*/ 71 h 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1">
                  <a:moveTo>
                    <a:pt x="35" y="0"/>
                  </a:move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7"/>
                  </a:lnTo>
                  <a:lnTo>
                    <a:pt x="21" y="67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8" y="71"/>
                  </a:lnTo>
                  <a:lnTo>
                    <a:pt x="39" y="71"/>
                  </a:lnTo>
                  <a:lnTo>
                    <a:pt x="41" y="71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7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7"/>
                  </a:lnTo>
                  <a:lnTo>
                    <a:pt x="52" y="67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4"/>
                  </a:lnTo>
                  <a:lnTo>
                    <a:pt x="58" y="62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2" y="58"/>
                  </a:lnTo>
                  <a:lnTo>
                    <a:pt x="64" y="57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0" y="26"/>
                  </a:lnTo>
                  <a:lnTo>
                    <a:pt x="70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5" y="18"/>
                  </a:lnTo>
                  <a:lnTo>
                    <a:pt x="65" y="16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0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4" y="6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8" name="Rectangle 101">
              <a:extLst>
                <a:ext uri="{FF2B5EF4-FFF2-40B4-BE49-F238E27FC236}">
                  <a16:creationId xmlns:a16="http://schemas.microsoft.com/office/drawing/2014/main" id="{E17456B9-07BE-41EA-A699-E21302FA4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329406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39" name="Rectangle 124">
              <a:extLst>
                <a:ext uri="{FF2B5EF4-FFF2-40B4-BE49-F238E27FC236}">
                  <a16:creationId xmlns:a16="http://schemas.microsoft.com/office/drawing/2014/main" id="{7AC0196C-6BB5-49B7-9323-33E7C986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8250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40" name="Line 125">
              <a:extLst>
                <a:ext uri="{FF2B5EF4-FFF2-40B4-BE49-F238E27FC236}">
                  <a16:creationId xmlns:a16="http://schemas.microsoft.com/office/drawing/2014/main" id="{FDA557D0-A431-4025-B475-D5C9AE2D05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39036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1" name="Freeform 126">
              <a:extLst>
                <a:ext uri="{FF2B5EF4-FFF2-40B4-BE49-F238E27FC236}">
                  <a16:creationId xmlns:a16="http://schemas.microsoft.com/office/drawing/2014/main" id="{5675A266-729F-42CF-9719-54C4C258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641725"/>
              <a:ext cx="684213" cy="273050"/>
            </a:xfrm>
            <a:custGeom>
              <a:avLst/>
              <a:gdLst>
                <a:gd name="T0" fmla="*/ 2147483646 w 861"/>
                <a:gd name="T1" fmla="*/ 0 h 343"/>
                <a:gd name="T2" fmla="*/ 2147483646 w 861"/>
                <a:gd name="T3" fmla="*/ 0 h 343"/>
                <a:gd name="T4" fmla="*/ 2147483646 w 861"/>
                <a:gd name="T5" fmla="*/ 0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1"/>
                  </a:lnTo>
                  <a:lnTo>
                    <a:pt x="370" y="1"/>
                  </a:lnTo>
                  <a:lnTo>
                    <a:pt x="373" y="1"/>
                  </a:lnTo>
                  <a:lnTo>
                    <a:pt x="376" y="1"/>
                  </a:lnTo>
                  <a:lnTo>
                    <a:pt x="379" y="1"/>
                  </a:lnTo>
                  <a:lnTo>
                    <a:pt x="381" y="1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8" y="1"/>
                  </a:lnTo>
                  <a:lnTo>
                    <a:pt x="391" y="1"/>
                  </a:lnTo>
                  <a:lnTo>
                    <a:pt x="392" y="1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2"/>
                  </a:lnTo>
                  <a:lnTo>
                    <a:pt x="405" y="2"/>
                  </a:lnTo>
                  <a:lnTo>
                    <a:pt x="407" y="2"/>
                  </a:lnTo>
                  <a:lnTo>
                    <a:pt x="408" y="2"/>
                  </a:lnTo>
                  <a:lnTo>
                    <a:pt x="409" y="2"/>
                  </a:lnTo>
                  <a:lnTo>
                    <a:pt x="411" y="4"/>
                  </a:lnTo>
                  <a:lnTo>
                    <a:pt x="412" y="4"/>
                  </a:lnTo>
                  <a:lnTo>
                    <a:pt x="414" y="4"/>
                  </a:lnTo>
                  <a:lnTo>
                    <a:pt x="415" y="4"/>
                  </a:lnTo>
                  <a:lnTo>
                    <a:pt x="417" y="4"/>
                  </a:lnTo>
                  <a:lnTo>
                    <a:pt x="418" y="4"/>
                  </a:lnTo>
                  <a:lnTo>
                    <a:pt x="419" y="4"/>
                  </a:lnTo>
                  <a:lnTo>
                    <a:pt x="421" y="4"/>
                  </a:lnTo>
                  <a:lnTo>
                    <a:pt x="422" y="4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5" y="7"/>
                  </a:lnTo>
                  <a:lnTo>
                    <a:pt x="437" y="7"/>
                  </a:lnTo>
                  <a:lnTo>
                    <a:pt x="440" y="7"/>
                  </a:lnTo>
                  <a:lnTo>
                    <a:pt x="441" y="7"/>
                  </a:lnTo>
                  <a:lnTo>
                    <a:pt x="444" y="7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3" y="8"/>
                  </a:lnTo>
                  <a:lnTo>
                    <a:pt x="454" y="10"/>
                  </a:lnTo>
                  <a:lnTo>
                    <a:pt x="456" y="10"/>
                  </a:lnTo>
                  <a:lnTo>
                    <a:pt x="457" y="10"/>
                  </a:lnTo>
                  <a:lnTo>
                    <a:pt x="458" y="10"/>
                  </a:lnTo>
                  <a:lnTo>
                    <a:pt x="460" y="10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1"/>
                  </a:lnTo>
                  <a:lnTo>
                    <a:pt x="467" y="13"/>
                  </a:lnTo>
                  <a:lnTo>
                    <a:pt x="469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4"/>
                  </a:lnTo>
                  <a:lnTo>
                    <a:pt x="474" y="14"/>
                  </a:lnTo>
                  <a:lnTo>
                    <a:pt x="476" y="14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5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9" y="18"/>
                  </a:lnTo>
                  <a:lnTo>
                    <a:pt x="490" y="18"/>
                  </a:lnTo>
                  <a:lnTo>
                    <a:pt x="493" y="20"/>
                  </a:lnTo>
                  <a:lnTo>
                    <a:pt x="496" y="20"/>
                  </a:lnTo>
                  <a:lnTo>
                    <a:pt x="499" y="21"/>
                  </a:lnTo>
                  <a:lnTo>
                    <a:pt x="500" y="21"/>
                  </a:lnTo>
                  <a:lnTo>
                    <a:pt x="503" y="23"/>
                  </a:lnTo>
                  <a:lnTo>
                    <a:pt x="505" y="23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6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7"/>
                  </a:lnTo>
                  <a:lnTo>
                    <a:pt x="516" y="27"/>
                  </a:lnTo>
                  <a:lnTo>
                    <a:pt x="518" y="27"/>
                  </a:lnTo>
                  <a:lnTo>
                    <a:pt x="519" y="28"/>
                  </a:lnTo>
                  <a:lnTo>
                    <a:pt x="520" y="28"/>
                  </a:lnTo>
                  <a:lnTo>
                    <a:pt x="522" y="28"/>
                  </a:lnTo>
                  <a:lnTo>
                    <a:pt x="523" y="30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9" y="33"/>
                  </a:lnTo>
                  <a:lnTo>
                    <a:pt x="531" y="33"/>
                  </a:lnTo>
                  <a:lnTo>
                    <a:pt x="532" y="34"/>
                  </a:lnTo>
                  <a:lnTo>
                    <a:pt x="533" y="34"/>
                  </a:lnTo>
                  <a:lnTo>
                    <a:pt x="535" y="36"/>
                  </a:lnTo>
                  <a:lnTo>
                    <a:pt x="538" y="36"/>
                  </a:lnTo>
                  <a:lnTo>
                    <a:pt x="539" y="37"/>
                  </a:lnTo>
                  <a:lnTo>
                    <a:pt x="541" y="39"/>
                  </a:lnTo>
                  <a:lnTo>
                    <a:pt x="544" y="39"/>
                  </a:lnTo>
                  <a:lnTo>
                    <a:pt x="545" y="40"/>
                  </a:lnTo>
                  <a:lnTo>
                    <a:pt x="548" y="41"/>
                  </a:lnTo>
                  <a:lnTo>
                    <a:pt x="549" y="43"/>
                  </a:lnTo>
                  <a:lnTo>
                    <a:pt x="552" y="43"/>
                  </a:lnTo>
                  <a:lnTo>
                    <a:pt x="554" y="44"/>
                  </a:lnTo>
                  <a:lnTo>
                    <a:pt x="557" y="46"/>
                  </a:lnTo>
                  <a:lnTo>
                    <a:pt x="558" y="46"/>
                  </a:lnTo>
                  <a:lnTo>
                    <a:pt x="559" y="47"/>
                  </a:lnTo>
                  <a:lnTo>
                    <a:pt x="561" y="49"/>
                  </a:lnTo>
                  <a:lnTo>
                    <a:pt x="562" y="49"/>
                  </a:lnTo>
                  <a:lnTo>
                    <a:pt x="564" y="50"/>
                  </a:lnTo>
                  <a:lnTo>
                    <a:pt x="565" y="50"/>
                  </a:lnTo>
                  <a:lnTo>
                    <a:pt x="567" y="50"/>
                  </a:lnTo>
                  <a:lnTo>
                    <a:pt x="568" y="51"/>
                  </a:lnTo>
                  <a:lnTo>
                    <a:pt x="570" y="51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5" y="56"/>
                  </a:lnTo>
                  <a:lnTo>
                    <a:pt x="577" y="56"/>
                  </a:lnTo>
                  <a:lnTo>
                    <a:pt x="578" y="57"/>
                  </a:lnTo>
                  <a:lnTo>
                    <a:pt x="580" y="57"/>
                  </a:lnTo>
                  <a:lnTo>
                    <a:pt x="581" y="59"/>
                  </a:lnTo>
                  <a:lnTo>
                    <a:pt x="583" y="59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7" y="62"/>
                  </a:lnTo>
                  <a:lnTo>
                    <a:pt x="588" y="62"/>
                  </a:lnTo>
                  <a:lnTo>
                    <a:pt x="590" y="63"/>
                  </a:lnTo>
                  <a:lnTo>
                    <a:pt x="591" y="64"/>
                  </a:lnTo>
                  <a:lnTo>
                    <a:pt x="593" y="64"/>
                  </a:lnTo>
                  <a:lnTo>
                    <a:pt x="596" y="66"/>
                  </a:lnTo>
                  <a:lnTo>
                    <a:pt x="597" y="67"/>
                  </a:lnTo>
                  <a:lnTo>
                    <a:pt x="600" y="69"/>
                  </a:lnTo>
                  <a:lnTo>
                    <a:pt x="601" y="69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6" y="72"/>
                  </a:lnTo>
                  <a:lnTo>
                    <a:pt x="607" y="73"/>
                  </a:lnTo>
                  <a:lnTo>
                    <a:pt x="608" y="73"/>
                  </a:lnTo>
                  <a:lnTo>
                    <a:pt x="610" y="75"/>
                  </a:lnTo>
                  <a:lnTo>
                    <a:pt x="611" y="75"/>
                  </a:lnTo>
                  <a:lnTo>
                    <a:pt x="613" y="76"/>
                  </a:lnTo>
                  <a:lnTo>
                    <a:pt x="614" y="77"/>
                  </a:lnTo>
                  <a:lnTo>
                    <a:pt x="616" y="77"/>
                  </a:lnTo>
                  <a:lnTo>
                    <a:pt x="616" y="79"/>
                  </a:lnTo>
                  <a:lnTo>
                    <a:pt x="617" y="79"/>
                  </a:lnTo>
                  <a:lnTo>
                    <a:pt x="619" y="79"/>
                  </a:lnTo>
                  <a:lnTo>
                    <a:pt x="619" y="80"/>
                  </a:lnTo>
                  <a:lnTo>
                    <a:pt x="620" y="80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7" y="85"/>
                  </a:lnTo>
                  <a:lnTo>
                    <a:pt x="629" y="86"/>
                  </a:lnTo>
                  <a:lnTo>
                    <a:pt x="630" y="88"/>
                  </a:lnTo>
                  <a:lnTo>
                    <a:pt x="632" y="88"/>
                  </a:lnTo>
                  <a:lnTo>
                    <a:pt x="633" y="89"/>
                  </a:lnTo>
                  <a:lnTo>
                    <a:pt x="634" y="89"/>
                  </a:lnTo>
                  <a:lnTo>
                    <a:pt x="636" y="90"/>
                  </a:lnTo>
                  <a:lnTo>
                    <a:pt x="637" y="92"/>
                  </a:lnTo>
                  <a:lnTo>
                    <a:pt x="639" y="93"/>
                  </a:lnTo>
                  <a:lnTo>
                    <a:pt x="640" y="93"/>
                  </a:lnTo>
                  <a:lnTo>
                    <a:pt x="642" y="95"/>
                  </a:lnTo>
                  <a:lnTo>
                    <a:pt x="643" y="95"/>
                  </a:lnTo>
                  <a:lnTo>
                    <a:pt x="645" y="96"/>
                  </a:lnTo>
                  <a:lnTo>
                    <a:pt x="646" y="96"/>
                  </a:lnTo>
                  <a:lnTo>
                    <a:pt x="646" y="98"/>
                  </a:lnTo>
                  <a:lnTo>
                    <a:pt x="647" y="98"/>
                  </a:lnTo>
                  <a:lnTo>
                    <a:pt x="649" y="99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5" y="102"/>
                  </a:lnTo>
                  <a:lnTo>
                    <a:pt x="655" y="103"/>
                  </a:lnTo>
                  <a:lnTo>
                    <a:pt x="656" y="105"/>
                  </a:lnTo>
                  <a:lnTo>
                    <a:pt x="658" y="105"/>
                  </a:lnTo>
                  <a:lnTo>
                    <a:pt x="658" y="106"/>
                  </a:lnTo>
                  <a:lnTo>
                    <a:pt x="659" y="106"/>
                  </a:lnTo>
                  <a:lnTo>
                    <a:pt x="660" y="106"/>
                  </a:lnTo>
                  <a:lnTo>
                    <a:pt x="660" y="108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3" y="109"/>
                  </a:lnTo>
                  <a:lnTo>
                    <a:pt x="665" y="111"/>
                  </a:lnTo>
                  <a:lnTo>
                    <a:pt x="665" y="112"/>
                  </a:lnTo>
                  <a:lnTo>
                    <a:pt x="666" y="112"/>
                  </a:lnTo>
                  <a:lnTo>
                    <a:pt x="668" y="114"/>
                  </a:lnTo>
                  <a:lnTo>
                    <a:pt x="669" y="114"/>
                  </a:lnTo>
                  <a:lnTo>
                    <a:pt x="671" y="115"/>
                  </a:lnTo>
                  <a:lnTo>
                    <a:pt x="672" y="116"/>
                  </a:lnTo>
                  <a:lnTo>
                    <a:pt x="673" y="118"/>
                  </a:lnTo>
                  <a:lnTo>
                    <a:pt x="675" y="118"/>
                  </a:lnTo>
                  <a:lnTo>
                    <a:pt x="675" y="119"/>
                  </a:lnTo>
                  <a:lnTo>
                    <a:pt x="676" y="119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2"/>
                  </a:lnTo>
                  <a:lnTo>
                    <a:pt x="681" y="122"/>
                  </a:lnTo>
                  <a:lnTo>
                    <a:pt x="681" y="124"/>
                  </a:lnTo>
                  <a:lnTo>
                    <a:pt x="682" y="124"/>
                  </a:lnTo>
                  <a:lnTo>
                    <a:pt x="684" y="125"/>
                  </a:lnTo>
                  <a:lnTo>
                    <a:pt x="685" y="125"/>
                  </a:lnTo>
                  <a:lnTo>
                    <a:pt x="685" y="127"/>
                  </a:lnTo>
                  <a:lnTo>
                    <a:pt x="686" y="127"/>
                  </a:lnTo>
                  <a:lnTo>
                    <a:pt x="686" y="128"/>
                  </a:lnTo>
                  <a:lnTo>
                    <a:pt x="688" y="128"/>
                  </a:lnTo>
                  <a:lnTo>
                    <a:pt x="689" y="129"/>
                  </a:lnTo>
                  <a:lnTo>
                    <a:pt x="691" y="129"/>
                  </a:lnTo>
                  <a:lnTo>
                    <a:pt x="691" y="131"/>
                  </a:lnTo>
                  <a:lnTo>
                    <a:pt x="692" y="131"/>
                  </a:lnTo>
                  <a:lnTo>
                    <a:pt x="694" y="132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8" y="135"/>
                  </a:lnTo>
                  <a:lnTo>
                    <a:pt x="699" y="137"/>
                  </a:lnTo>
                  <a:lnTo>
                    <a:pt x="701" y="137"/>
                  </a:lnTo>
                  <a:lnTo>
                    <a:pt x="701" y="138"/>
                  </a:lnTo>
                  <a:lnTo>
                    <a:pt x="702" y="138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5" y="141"/>
                  </a:lnTo>
                  <a:lnTo>
                    <a:pt x="707" y="141"/>
                  </a:lnTo>
                  <a:lnTo>
                    <a:pt x="707" y="142"/>
                  </a:lnTo>
                  <a:lnTo>
                    <a:pt x="708" y="142"/>
                  </a:lnTo>
                  <a:lnTo>
                    <a:pt x="709" y="144"/>
                  </a:lnTo>
                  <a:lnTo>
                    <a:pt x="711" y="145"/>
                  </a:lnTo>
                  <a:lnTo>
                    <a:pt x="712" y="147"/>
                  </a:lnTo>
                  <a:lnTo>
                    <a:pt x="714" y="148"/>
                  </a:lnTo>
                  <a:lnTo>
                    <a:pt x="715" y="150"/>
                  </a:lnTo>
                  <a:lnTo>
                    <a:pt x="717" y="151"/>
                  </a:lnTo>
                  <a:lnTo>
                    <a:pt x="717" y="153"/>
                  </a:lnTo>
                  <a:lnTo>
                    <a:pt x="718" y="153"/>
                  </a:lnTo>
                  <a:lnTo>
                    <a:pt x="720" y="154"/>
                  </a:lnTo>
                  <a:lnTo>
                    <a:pt x="721" y="155"/>
                  </a:lnTo>
                  <a:lnTo>
                    <a:pt x="722" y="157"/>
                  </a:lnTo>
                  <a:lnTo>
                    <a:pt x="724" y="158"/>
                  </a:lnTo>
                  <a:lnTo>
                    <a:pt x="725" y="160"/>
                  </a:lnTo>
                  <a:lnTo>
                    <a:pt x="727" y="161"/>
                  </a:lnTo>
                  <a:lnTo>
                    <a:pt x="727" y="163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5"/>
                  </a:lnTo>
                  <a:lnTo>
                    <a:pt x="731" y="167"/>
                  </a:lnTo>
                  <a:lnTo>
                    <a:pt x="733" y="168"/>
                  </a:lnTo>
                  <a:lnTo>
                    <a:pt x="734" y="168"/>
                  </a:lnTo>
                  <a:lnTo>
                    <a:pt x="734" y="170"/>
                  </a:lnTo>
                  <a:lnTo>
                    <a:pt x="735" y="171"/>
                  </a:lnTo>
                  <a:lnTo>
                    <a:pt x="737" y="173"/>
                  </a:lnTo>
                  <a:lnTo>
                    <a:pt x="738" y="174"/>
                  </a:lnTo>
                  <a:lnTo>
                    <a:pt x="740" y="176"/>
                  </a:lnTo>
                  <a:lnTo>
                    <a:pt x="741" y="177"/>
                  </a:lnTo>
                  <a:lnTo>
                    <a:pt x="741" y="178"/>
                  </a:lnTo>
                  <a:lnTo>
                    <a:pt x="743" y="178"/>
                  </a:lnTo>
                  <a:lnTo>
                    <a:pt x="743" y="180"/>
                  </a:lnTo>
                  <a:lnTo>
                    <a:pt x="744" y="181"/>
                  </a:lnTo>
                  <a:lnTo>
                    <a:pt x="746" y="183"/>
                  </a:lnTo>
                  <a:lnTo>
                    <a:pt x="747" y="184"/>
                  </a:lnTo>
                  <a:lnTo>
                    <a:pt x="748" y="186"/>
                  </a:lnTo>
                  <a:lnTo>
                    <a:pt x="750" y="187"/>
                  </a:lnTo>
                  <a:lnTo>
                    <a:pt x="751" y="189"/>
                  </a:lnTo>
                  <a:lnTo>
                    <a:pt x="753" y="190"/>
                  </a:lnTo>
                  <a:lnTo>
                    <a:pt x="754" y="193"/>
                  </a:lnTo>
                  <a:lnTo>
                    <a:pt x="756" y="194"/>
                  </a:lnTo>
                  <a:lnTo>
                    <a:pt x="757" y="196"/>
                  </a:lnTo>
                  <a:lnTo>
                    <a:pt x="759" y="199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3"/>
                  </a:lnTo>
                  <a:lnTo>
                    <a:pt x="764" y="204"/>
                  </a:lnTo>
                  <a:lnTo>
                    <a:pt x="766" y="206"/>
                  </a:lnTo>
                  <a:lnTo>
                    <a:pt x="766" y="207"/>
                  </a:lnTo>
                  <a:lnTo>
                    <a:pt x="767" y="209"/>
                  </a:lnTo>
                  <a:lnTo>
                    <a:pt x="769" y="210"/>
                  </a:lnTo>
                  <a:lnTo>
                    <a:pt x="770" y="212"/>
                  </a:lnTo>
                  <a:lnTo>
                    <a:pt x="770" y="213"/>
                  </a:lnTo>
                  <a:lnTo>
                    <a:pt x="772" y="215"/>
                  </a:lnTo>
                  <a:lnTo>
                    <a:pt x="773" y="216"/>
                  </a:lnTo>
                  <a:lnTo>
                    <a:pt x="774" y="217"/>
                  </a:lnTo>
                  <a:lnTo>
                    <a:pt x="774" y="219"/>
                  </a:lnTo>
                  <a:lnTo>
                    <a:pt x="776" y="219"/>
                  </a:lnTo>
                  <a:lnTo>
                    <a:pt x="776" y="220"/>
                  </a:lnTo>
                  <a:lnTo>
                    <a:pt x="777" y="222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80" y="225"/>
                  </a:lnTo>
                  <a:lnTo>
                    <a:pt x="782" y="226"/>
                  </a:lnTo>
                  <a:lnTo>
                    <a:pt x="782" y="228"/>
                  </a:lnTo>
                  <a:lnTo>
                    <a:pt x="783" y="229"/>
                  </a:lnTo>
                  <a:lnTo>
                    <a:pt x="785" y="232"/>
                  </a:lnTo>
                  <a:lnTo>
                    <a:pt x="786" y="233"/>
                  </a:lnTo>
                  <a:lnTo>
                    <a:pt x="787" y="235"/>
                  </a:lnTo>
                  <a:lnTo>
                    <a:pt x="789" y="236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5"/>
                  </a:lnTo>
                  <a:lnTo>
                    <a:pt x="796" y="248"/>
                  </a:lnTo>
                  <a:lnTo>
                    <a:pt x="798" y="249"/>
                  </a:lnTo>
                  <a:lnTo>
                    <a:pt x="799" y="252"/>
                  </a:lnTo>
                  <a:lnTo>
                    <a:pt x="800" y="254"/>
                  </a:lnTo>
                  <a:lnTo>
                    <a:pt x="802" y="255"/>
                  </a:lnTo>
                  <a:lnTo>
                    <a:pt x="802" y="256"/>
                  </a:lnTo>
                  <a:lnTo>
                    <a:pt x="803" y="258"/>
                  </a:lnTo>
                  <a:lnTo>
                    <a:pt x="805" y="259"/>
                  </a:lnTo>
                  <a:lnTo>
                    <a:pt x="806" y="261"/>
                  </a:lnTo>
                  <a:lnTo>
                    <a:pt x="806" y="262"/>
                  </a:lnTo>
                  <a:lnTo>
                    <a:pt x="808" y="264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8"/>
                  </a:lnTo>
                  <a:lnTo>
                    <a:pt x="812" y="269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5" y="274"/>
                  </a:lnTo>
                  <a:lnTo>
                    <a:pt x="815" y="275"/>
                  </a:lnTo>
                  <a:lnTo>
                    <a:pt x="816" y="277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1"/>
                  </a:lnTo>
                  <a:lnTo>
                    <a:pt x="821" y="282"/>
                  </a:lnTo>
                  <a:lnTo>
                    <a:pt x="822" y="284"/>
                  </a:lnTo>
                  <a:lnTo>
                    <a:pt x="823" y="285"/>
                  </a:lnTo>
                  <a:lnTo>
                    <a:pt x="825" y="288"/>
                  </a:lnTo>
                  <a:lnTo>
                    <a:pt x="826" y="290"/>
                  </a:lnTo>
                  <a:lnTo>
                    <a:pt x="828" y="292"/>
                  </a:lnTo>
                  <a:lnTo>
                    <a:pt x="829" y="294"/>
                  </a:lnTo>
                  <a:lnTo>
                    <a:pt x="831" y="297"/>
                  </a:lnTo>
                  <a:lnTo>
                    <a:pt x="834" y="300"/>
                  </a:lnTo>
                  <a:lnTo>
                    <a:pt x="835" y="301"/>
                  </a:lnTo>
                  <a:lnTo>
                    <a:pt x="836" y="303"/>
                  </a:lnTo>
                  <a:lnTo>
                    <a:pt x="838" y="305"/>
                  </a:lnTo>
                  <a:lnTo>
                    <a:pt x="838" y="307"/>
                  </a:lnTo>
                  <a:lnTo>
                    <a:pt x="839" y="308"/>
                  </a:lnTo>
                  <a:lnTo>
                    <a:pt x="841" y="310"/>
                  </a:lnTo>
                  <a:lnTo>
                    <a:pt x="842" y="311"/>
                  </a:lnTo>
                  <a:lnTo>
                    <a:pt x="842" y="313"/>
                  </a:lnTo>
                  <a:lnTo>
                    <a:pt x="844" y="314"/>
                  </a:lnTo>
                  <a:lnTo>
                    <a:pt x="845" y="316"/>
                  </a:lnTo>
                  <a:lnTo>
                    <a:pt x="845" y="317"/>
                  </a:lnTo>
                  <a:lnTo>
                    <a:pt x="847" y="318"/>
                  </a:lnTo>
                  <a:lnTo>
                    <a:pt x="848" y="320"/>
                  </a:lnTo>
                  <a:lnTo>
                    <a:pt x="848" y="321"/>
                  </a:lnTo>
                  <a:lnTo>
                    <a:pt x="849" y="323"/>
                  </a:lnTo>
                  <a:lnTo>
                    <a:pt x="849" y="324"/>
                  </a:lnTo>
                  <a:lnTo>
                    <a:pt x="851" y="324"/>
                  </a:lnTo>
                  <a:lnTo>
                    <a:pt x="851" y="326"/>
                  </a:lnTo>
                  <a:lnTo>
                    <a:pt x="852" y="327"/>
                  </a:lnTo>
                  <a:lnTo>
                    <a:pt x="852" y="329"/>
                  </a:lnTo>
                  <a:lnTo>
                    <a:pt x="854" y="330"/>
                  </a:lnTo>
                  <a:lnTo>
                    <a:pt x="855" y="331"/>
                  </a:lnTo>
                  <a:lnTo>
                    <a:pt x="855" y="333"/>
                  </a:lnTo>
                  <a:lnTo>
                    <a:pt x="857" y="334"/>
                  </a:lnTo>
                  <a:lnTo>
                    <a:pt x="857" y="336"/>
                  </a:lnTo>
                  <a:lnTo>
                    <a:pt x="858" y="337"/>
                  </a:lnTo>
                  <a:lnTo>
                    <a:pt x="860" y="339"/>
                  </a:lnTo>
                  <a:lnTo>
                    <a:pt x="860" y="340"/>
                  </a:lnTo>
                  <a:lnTo>
                    <a:pt x="861" y="34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2" name="Freeform 127">
              <a:extLst>
                <a:ext uri="{FF2B5EF4-FFF2-40B4-BE49-F238E27FC236}">
                  <a16:creationId xmlns:a16="http://schemas.microsoft.com/office/drawing/2014/main" id="{A97A93E4-4D29-45F6-B583-8822C0C4E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3916363"/>
              <a:ext cx="684213" cy="271462"/>
            </a:xfrm>
            <a:custGeom>
              <a:avLst/>
              <a:gdLst>
                <a:gd name="T0" fmla="*/ 2147483646 w 861"/>
                <a:gd name="T1" fmla="*/ 2147483646 h 342"/>
                <a:gd name="T2" fmla="*/ 2147483646 w 861"/>
                <a:gd name="T3" fmla="*/ 2147483646 h 342"/>
                <a:gd name="T4" fmla="*/ 2147483646 w 861"/>
                <a:gd name="T5" fmla="*/ 2147483646 h 342"/>
                <a:gd name="T6" fmla="*/ 2147483646 w 861"/>
                <a:gd name="T7" fmla="*/ 2147483646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342"/>
                  </a:moveTo>
                  <a:lnTo>
                    <a:pt x="33" y="342"/>
                  </a:lnTo>
                  <a:lnTo>
                    <a:pt x="63" y="342"/>
                  </a:lnTo>
                  <a:lnTo>
                    <a:pt x="92" y="342"/>
                  </a:lnTo>
                  <a:lnTo>
                    <a:pt x="119" y="342"/>
                  </a:lnTo>
                  <a:lnTo>
                    <a:pt x="144" y="342"/>
                  </a:lnTo>
                  <a:lnTo>
                    <a:pt x="167" y="342"/>
                  </a:lnTo>
                  <a:lnTo>
                    <a:pt x="189" y="342"/>
                  </a:lnTo>
                  <a:lnTo>
                    <a:pt x="209" y="342"/>
                  </a:lnTo>
                  <a:lnTo>
                    <a:pt x="228" y="342"/>
                  </a:lnTo>
                  <a:lnTo>
                    <a:pt x="245" y="342"/>
                  </a:lnTo>
                  <a:lnTo>
                    <a:pt x="261" y="342"/>
                  </a:lnTo>
                  <a:lnTo>
                    <a:pt x="275" y="342"/>
                  </a:lnTo>
                  <a:lnTo>
                    <a:pt x="288" y="342"/>
                  </a:lnTo>
                  <a:lnTo>
                    <a:pt x="300" y="342"/>
                  </a:lnTo>
                  <a:lnTo>
                    <a:pt x="310" y="342"/>
                  </a:lnTo>
                  <a:lnTo>
                    <a:pt x="320" y="342"/>
                  </a:lnTo>
                  <a:lnTo>
                    <a:pt x="329" y="342"/>
                  </a:lnTo>
                  <a:lnTo>
                    <a:pt x="336" y="342"/>
                  </a:lnTo>
                  <a:lnTo>
                    <a:pt x="343" y="342"/>
                  </a:lnTo>
                  <a:lnTo>
                    <a:pt x="349" y="342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1"/>
                  </a:lnTo>
                  <a:lnTo>
                    <a:pt x="381" y="341"/>
                  </a:lnTo>
                  <a:lnTo>
                    <a:pt x="383" y="341"/>
                  </a:lnTo>
                  <a:lnTo>
                    <a:pt x="385" y="341"/>
                  </a:lnTo>
                  <a:lnTo>
                    <a:pt x="388" y="341"/>
                  </a:lnTo>
                  <a:lnTo>
                    <a:pt x="391" y="341"/>
                  </a:lnTo>
                  <a:lnTo>
                    <a:pt x="392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40"/>
                  </a:lnTo>
                  <a:lnTo>
                    <a:pt x="414" y="340"/>
                  </a:lnTo>
                  <a:lnTo>
                    <a:pt x="415" y="340"/>
                  </a:lnTo>
                  <a:lnTo>
                    <a:pt x="417" y="340"/>
                  </a:lnTo>
                  <a:lnTo>
                    <a:pt x="418" y="338"/>
                  </a:lnTo>
                  <a:lnTo>
                    <a:pt x="419" y="338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7"/>
                  </a:lnTo>
                  <a:lnTo>
                    <a:pt x="431" y="337"/>
                  </a:lnTo>
                  <a:lnTo>
                    <a:pt x="432" y="337"/>
                  </a:lnTo>
                  <a:lnTo>
                    <a:pt x="435" y="337"/>
                  </a:lnTo>
                  <a:lnTo>
                    <a:pt x="437" y="337"/>
                  </a:lnTo>
                  <a:lnTo>
                    <a:pt x="440" y="335"/>
                  </a:lnTo>
                  <a:lnTo>
                    <a:pt x="441" y="335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4"/>
                  </a:lnTo>
                  <a:lnTo>
                    <a:pt x="451" y="334"/>
                  </a:lnTo>
                  <a:lnTo>
                    <a:pt x="453" y="334"/>
                  </a:lnTo>
                  <a:lnTo>
                    <a:pt x="454" y="334"/>
                  </a:lnTo>
                  <a:lnTo>
                    <a:pt x="456" y="334"/>
                  </a:lnTo>
                  <a:lnTo>
                    <a:pt x="457" y="332"/>
                  </a:lnTo>
                  <a:lnTo>
                    <a:pt x="458" y="332"/>
                  </a:lnTo>
                  <a:lnTo>
                    <a:pt x="460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1"/>
                  </a:lnTo>
                  <a:lnTo>
                    <a:pt x="467" y="331"/>
                  </a:lnTo>
                  <a:lnTo>
                    <a:pt x="469" y="331"/>
                  </a:lnTo>
                  <a:lnTo>
                    <a:pt x="470" y="329"/>
                  </a:lnTo>
                  <a:lnTo>
                    <a:pt x="471" y="329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8"/>
                  </a:lnTo>
                  <a:lnTo>
                    <a:pt x="479" y="328"/>
                  </a:lnTo>
                  <a:lnTo>
                    <a:pt x="480" y="328"/>
                  </a:lnTo>
                  <a:lnTo>
                    <a:pt x="482" y="327"/>
                  </a:lnTo>
                  <a:lnTo>
                    <a:pt x="484" y="327"/>
                  </a:lnTo>
                  <a:lnTo>
                    <a:pt x="486" y="325"/>
                  </a:lnTo>
                  <a:lnTo>
                    <a:pt x="489" y="325"/>
                  </a:lnTo>
                  <a:lnTo>
                    <a:pt x="490" y="324"/>
                  </a:lnTo>
                  <a:lnTo>
                    <a:pt x="493" y="324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1"/>
                  </a:lnTo>
                  <a:lnTo>
                    <a:pt x="503" y="321"/>
                  </a:lnTo>
                  <a:lnTo>
                    <a:pt x="505" y="319"/>
                  </a:lnTo>
                  <a:lnTo>
                    <a:pt x="508" y="319"/>
                  </a:lnTo>
                  <a:lnTo>
                    <a:pt x="509" y="318"/>
                  </a:lnTo>
                  <a:lnTo>
                    <a:pt x="510" y="318"/>
                  </a:lnTo>
                  <a:lnTo>
                    <a:pt x="512" y="316"/>
                  </a:lnTo>
                  <a:lnTo>
                    <a:pt x="513" y="316"/>
                  </a:lnTo>
                  <a:lnTo>
                    <a:pt x="515" y="316"/>
                  </a:lnTo>
                  <a:lnTo>
                    <a:pt x="516" y="315"/>
                  </a:lnTo>
                  <a:lnTo>
                    <a:pt x="518" y="315"/>
                  </a:lnTo>
                  <a:lnTo>
                    <a:pt x="519" y="315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4"/>
                  </a:lnTo>
                  <a:lnTo>
                    <a:pt x="525" y="312"/>
                  </a:lnTo>
                  <a:lnTo>
                    <a:pt x="526" y="312"/>
                  </a:lnTo>
                  <a:lnTo>
                    <a:pt x="526" y="311"/>
                  </a:lnTo>
                  <a:lnTo>
                    <a:pt x="528" y="311"/>
                  </a:lnTo>
                  <a:lnTo>
                    <a:pt x="529" y="311"/>
                  </a:lnTo>
                  <a:lnTo>
                    <a:pt x="531" y="309"/>
                  </a:lnTo>
                  <a:lnTo>
                    <a:pt x="532" y="309"/>
                  </a:lnTo>
                  <a:lnTo>
                    <a:pt x="533" y="308"/>
                  </a:lnTo>
                  <a:lnTo>
                    <a:pt x="535" y="308"/>
                  </a:lnTo>
                  <a:lnTo>
                    <a:pt x="538" y="306"/>
                  </a:lnTo>
                  <a:lnTo>
                    <a:pt x="539" y="305"/>
                  </a:lnTo>
                  <a:lnTo>
                    <a:pt x="541" y="305"/>
                  </a:lnTo>
                  <a:lnTo>
                    <a:pt x="544" y="303"/>
                  </a:lnTo>
                  <a:lnTo>
                    <a:pt x="545" y="302"/>
                  </a:lnTo>
                  <a:lnTo>
                    <a:pt x="548" y="302"/>
                  </a:lnTo>
                  <a:lnTo>
                    <a:pt x="549" y="301"/>
                  </a:lnTo>
                  <a:lnTo>
                    <a:pt x="552" y="299"/>
                  </a:lnTo>
                  <a:lnTo>
                    <a:pt x="554" y="298"/>
                  </a:lnTo>
                  <a:lnTo>
                    <a:pt x="557" y="298"/>
                  </a:lnTo>
                  <a:lnTo>
                    <a:pt x="558" y="296"/>
                  </a:lnTo>
                  <a:lnTo>
                    <a:pt x="559" y="295"/>
                  </a:lnTo>
                  <a:lnTo>
                    <a:pt x="561" y="295"/>
                  </a:lnTo>
                  <a:lnTo>
                    <a:pt x="562" y="293"/>
                  </a:lnTo>
                  <a:lnTo>
                    <a:pt x="564" y="293"/>
                  </a:lnTo>
                  <a:lnTo>
                    <a:pt x="565" y="292"/>
                  </a:lnTo>
                  <a:lnTo>
                    <a:pt x="567" y="292"/>
                  </a:lnTo>
                  <a:lnTo>
                    <a:pt x="568" y="292"/>
                  </a:lnTo>
                  <a:lnTo>
                    <a:pt x="570" y="290"/>
                  </a:lnTo>
                  <a:lnTo>
                    <a:pt x="571" y="289"/>
                  </a:lnTo>
                  <a:lnTo>
                    <a:pt x="572" y="289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7" y="286"/>
                  </a:lnTo>
                  <a:lnTo>
                    <a:pt x="578" y="286"/>
                  </a:lnTo>
                  <a:lnTo>
                    <a:pt x="580" y="285"/>
                  </a:lnTo>
                  <a:lnTo>
                    <a:pt x="581" y="285"/>
                  </a:lnTo>
                  <a:lnTo>
                    <a:pt x="583" y="283"/>
                  </a:lnTo>
                  <a:lnTo>
                    <a:pt x="584" y="283"/>
                  </a:lnTo>
                  <a:lnTo>
                    <a:pt x="585" y="282"/>
                  </a:lnTo>
                  <a:lnTo>
                    <a:pt x="587" y="282"/>
                  </a:lnTo>
                  <a:lnTo>
                    <a:pt x="588" y="280"/>
                  </a:lnTo>
                  <a:lnTo>
                    <a:pt x="590" y="279"/>
                  </a:lnTo>
                  <a:lnTo>
                    <a:pt x="591" y="279"/>
                  </a:lnTo>
                  <a:lnTo>
                    <a:pt x="593" y="277"/>
                  </a:lnTo>
                  <a:lnTo>
                    <a:pt x="596" y="276"/>
                  </a:lnTo>
                  <a:lnTo>
                    <a:pt x="597" y="275"/>
                  </a:lnTo>
                  <a:lnTo>
                    <a:pt x="600" y="273"/>
                  </a:lnTo>
                  <a:lnTo>
                    <a:pt x="601" y="273"/>
                  </a:lnTo>
                  <a:lnTo>
                    <a:pt x="603" y="272"/>
                  </a:lnTo>
                  <a:lnTo>
                    <a:pt x="604" y="270"/>
                  </a:lnTo>
                  <a:lnTo>
                    <a:pt x="606" y="270"/>
                  </a:lnTo>
                  <a:lnTo>
                    <a:pt x="607" y="269"/>
                  </a:lnTo>
                  <a:lnTo>
                    <a:pt x="608" y="269"/>
                  </a:lnTo>
                  <a:lnTo>
                    <a:pt x="610" y="267"/>
                  </a:lnTo>
                  <a:lnTo>
                    <a:pt x="611" y="267"/>
                  </a:lnTo>
                  <a:lnTo>
                    <a:pt x="613" y="266"/>
                  </a:lnTo>
                  <a:lnTo>
                    <a:pt x="614" y="266"/>
                  </a:lnTo>
                  <a:lnTo>
                    <a:pt x="616" y="264"/>
                  </a:lnTo>
                  <a:lnTo>
                    <a:pt x="617" y="263"/>
                  </a:lnTo>
                  <a:lnTo>
                    <a:pt x="619" y="263"/>
                  </a:lnTo>
                  <a:lnTo>
                    <a:pt x="620" y="262"/>
                  </a:lnTo>
                  <a:lnTo>
                    <a:pt x="621" y="262"/>
                  </a:lnTo>
                  <a:lnTo>
                    <a:pt x="621" y="260"/>
                  </a:lnTo>
                  <a:lnTo>
                    <a:pt x="623" y="260"/>
                  </a:lnTo>
                  <a:lnTo>
                    <a:pt x="624" y="259"/>
                  </a:lnTo>
                  <a:lnTo>
                    <a:pt x="626" y="259"/>
                  </a:lnTo>
                  <a:lnTo>
                    <a:pt x="627" y="257"/>
                  </a:lnTo>
                  <a:lnTo>
                    <a:pt x="629" y="256"/>
                  </a:lnTo>
                  <a:lnTo>
                    <a:pt x="630" y="256"/>
                  </a:lnTo>
                  <a:lnTo>
                    <a:pt x="632" y="254"/>
                  </a:lnTo>
                  <a:lnTo>
                    <a:pt x="633" y="254"/>
                  </a:lnTo>
                  <a:lnTo>
                    <a:pt x="634" y="253"/>
                  </a:lnTo>
                  <a:lnTo>
                    <a:pt x="636" y="251"/>
                  </a:lnTo>
                  <a:lnTo>
                    <a:pt x="637" y="250"/>
                  </a:lnTo>
                  <a:lnTo>
                    <a:pt x="639" y="250"/>
                  </a:lnTo>
                  <a:lnTo>
                    <a:pt x="640" y="249"/>
                  </a:lnTo>
                  <a:lnTo>
                    <a:pt x="642" y="249"/>
                  </a:lnTo>
                  <a:lnTo>
                    <a:pt x="643" y="247"/>
                  </a:lnTo>
                  <a:lnTo>
                    <a:pt x="645" y="246"/>
                  </a:lnTo>
                  <a:lnTo>
                    <a:pt x="646" y="246"/>
                  </a:lnTo>
                  <a:lnTo>
                    <a:pt x="646" y="244"/>
                  </a:lnTo>
                  <a:lnTo>
                    <a:pt x="647" y="244"/>
                  </a:lnTo>
                  <a:lnTo>
                    <a:pt x="649" y="243"/>
                  </a:lnTo>
                  <a:lnTo>
                    <a:pt x="650" y="243"/>
                  </a:lnTo>
                  <a:lnTo>
                    <a:pt x="650" y="241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3" y="240"/>
                  </a:lnTo>
                  <a:lnTo>
                    <a:pt x="655" y="240"/>
                  </a:lnTo>
                  <a:lnTo>
                    <a:pt x="655" y="239"/>
                  </a:lnTo>
                  <a:lnTo>
                    <a:pt x="656" y="239"/>
                  </a:lnTo>
                  <a:lnTo>
                    <a:pt x="656" y="237"/>
                  </a:lnTo>
                  <a:lnTo>
                    <a:pt x="658" y="237"/>
                  </a:lnTo>
                  <a:lnTo>
                    <a:pt x="659" y="236"/>
                  </a:lnTo>
                  <a:lnTo>
                    <a:pt x="660" y="236"/>
                  </a:lnTo>
                  <a:lnTo>
                    <a:pt x="660" y="234"/>
                  </a:lnTo>
                  <a:lnTo>
                    <a:pt x="662" y="234"/>
                  </a:lnTo>
                  <a:lnTo>
                    <a:pt x="662" y="233"/>
                  </a:lnTo>
                  <a:lnTo>
                    <a:pt x="663" y="233"/>
                  </a:lnTo>
                  <a:lnTo>
                    <a:pt x="665" y="231"/>
                  </a:lnTo>
                  <a:lnTo>
                    <a:pt x="666" y="230"/>
                  </a:lnTo>
                  <a:lnTo>
                    <a:pt x="668" y="230"/>
                  </a:lnTo>
                  <a:lnTo>
                    <a:pt x="669" y="228"/>
                  </a:lnTo>
                  <a:lnTo>
                    <a:pt x="671" y="227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5" y="224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79" y="220"/>
                  </a:lnTo>
                  <a:lnTo>
                    <a:pt x="681" y="220"/>
                  </a:lnTo>
                  <a:lnTo>
                    <a:pt x="682" y="218"/>
                  </a:lnTo>
                  <a:lnTo>
                    <a:pt x="684" y="218"/>
                  </a:lnTo>
                  <a:lnTo>
                    <a:pt x="684" y="217"/>
                  </a:lnTo>
                  <a:lnTo>
                    <a:pt x="685" y="217"/>
                  </a:lnTo>
                  <a:lnTo>
                    <a:pt x="685" y="215"/>
                  </a:lnTo>
                  <a:lnTo>
                    <a:pt x="686" y="215"/>
                  </a:lnTo>
                  <a:lnTo>
                    <a:pt x="688" y="214"/>
                  </a:lnTo>
                  <a:lnTo>
                    <a:pt x="689" y="214"/>
                  </a:lnTo>
                  <a:lnTo>
                    <a:pt x="691" y="213"/>
                  </a:lnTo>
                  <a:lnTo>
                    <a:pt x="692" y="211"/>
                  </a:lnTo>
                  <a:lnTo>
                    <a:pt x="694" y="210"/>
                  </a:lnTo>
                  <a:lnTo>
                    <a:pt x="695" y="210"/>
                  </a:lnTo>
                  <a:lnTo>
                    <a:pt x="697" y="208"/>
                  </a:lnTo>
                  <a:lnTo>
                    <a:pt x="698" y="208"/>
                  </a:lnTo>
                  <a:lnTo>
                    <a:pt x="698" y="207"/>
                  </a:lnTo>
                  <a:lnTo>
                    <a:pt x="699" y="207"/>
                  </a:lnTo>
                  <a:lnTo>
                    <a:pt x="701" y="205"/>
                  </a:lnTo>
                  <a:lnTo>
                    <a:pt x="702" y="204"/>
                  </a:lnTo>
                  <a:lnTo>
                    <a:pt x="704" y="204"/>
                  </a:lnTo>
                  <a:lnTo>
                    <a:pt x="704" y="202"/>
                  </a:lnTo>
                  <a:lnTo>
                    <a:pt x="705" y="202"/>
                  </a:lnTo>
                  <a:lnTo>
                    <a:pt x="707" y="201"/>
                  </a:lnTo>
                  <a:lnTo>
                    <a:pt x="708" y="200"/>
                  </a:lnTo>
                  <a:lnTo>
                    <a:pt x="709" y="200"/>
                  </a:lnTo>
                  <a:lnTo>
                    <a:pt x="709" y="198"/>
                  </a:lnTo>
                  <a:lnTo>
                    <a:pt x="711" y="198"/>
                  </a:lnTo>
                  <a:lnTo>
                    <a:pt x="711" y="197"/>
                  </a:lnTo>
                  <a:lnTo>
                    <a:pt x="712" y="197"/>
                  </a:lnTo>
                  <a:lnTo>
                    <a:pt x="712" y="195"/>
                  </a:lnTo>
                  <a:lnTo>
                    <a:pt x="714" y="195"/>
                  </a:lnTo>
                  <a:lnTo>
                    <a:pt x="714" y="194"/>
                  </a:lnTo>
                  <a:lnTo>
                    <a:pt x="715" y="192"/>
                  </a:lnTo>
                  <a:lnTo>
                    <a:pt x="717" y="192"/>
                  </a:lnTo>
                  <a:lnTo>
                    <a:pt x="717" y="191"/>
                  </a:lnTo>
                  <a:lnTo>
                    <a:pt x="718" y="189"/>
                  </a:lnTo>
                  <a:lnTo>
                    <a:pt x="720" y="188"/>
                  </a:lnTo>
                  <a:lnTo>
                    <a:pt x="721" y="187"/>
                  </a:lnTo>
                  <a:lnTo>
                    <a:pt x="722" y="185"/>
                  </a:lnTo>
                  <a:lnTo>
                    <a:pt x="724" y="184"/>
                  </a:lnTo>
                  <a:lnTo>
                    <a:pt x="725" y="182"/>
                  </a:lnTo>
                  <a:lnTo>
                    <a:pt x="727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30" y="178"/>
                  </a:lnTo>
                  <a:lnTo>
                    <a:pt x="731" y="176"/>
                  </a:lnTo>
                  <a:lnTo>
                    <a:pt x="731" y="175"/>
                  </a:lnTo>
                  <a:lnTo>
                    <a:pt x="733" y="175"/>
                  </a:lnTo>
                  <a:lnTo>
                    <a:pt x="734" y="174"/>
                  </a:lnTo>
                  <a:lnTo>
                    <a:pt x="734" y="172"/>
                  </a:lnTo>
                  <a:lnTo>
                    <a:pt x="735" y="172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8"/>
                  </a:lnTo>
                  <a:lnTo>
                    <a:pt x="740" y="168"/>
                  </a:lnTo>
                  <a:lnTo>
                    <a:pt x="740" y="166"/>
                  </a:lnTo>
                  <a:lnTo>
                    <a:pt x="741" y="165"/>
                  </a:lnTo>
                  <a:lnTo>
                    <a:pt x="743" y="163"/>
                  </a:lnTo>
                  <a:lnTo>
                    <a:pt x="743" y="162"/>
                  </a:lnTo>
                  <a:lnTo>
                    <a:pt x="744" y="162"/>
                  </a:lnTo>
                  <a:lnTo>
                    <a:pt x="746" y="161"/>
                  </a:lnTo>
                  <a:lnTo>
                    <a:pt x="746" y="159"/>
                  </a:lnTo>
                  <a:lnTo>
                    <a:pt x="747" y="158"/>
                  </a:lnTo>
                  <a:lnTo>
                    <a:pt x="748" y="156"/>
                  </a:lnTo>
                  <a:lnTo>
                    <a:pt x="750" y="155"/>
                  </a:lnTo>
                  <a:lnTo>
                    <a:pt x="751" y="153"/>
                  </a:lnTo>
                  <a:lnTo>
                    <a:pt x="753" y="152"/>
                  </a:lnTo>
                  <a:lnTo>
                    <a:pt x="754" y="150"/>
                  </a:lnTo>
                  <a:lnTo>
                    <a:pt x="756" y="148"/>
                  </a:lnTo>
                  <a:lnTo>
                    <a:pt x="757" y="146"/>
                  </a:lnTo>
                  <a:lnTo>
                    <a:pt x="759" y="145"/>
                  </a:lnTo>
                  <a:lnTo>
                    <a:pt x="760" y="142"/>
                  </a:lnTo>
                  <a:lnTo>
                    <a:pt x="761" y="140"/>
                  </a:lnTo>
                  <a:lnTo>
                    <a:pt x="763" y="139"/>
                  </a:lnTo>
                  <a:lnTo>
                    <a:pt x="764" y="138"/>
                  </a:lnTo>
                  <a:lnTo>
                    <a:pt x="766" y="136"/>
                  </a:lnTo>
                  <a:lnTo>
                    <a:pt x="766" y="135"/>
                  </a:lnTo>
                  <a:lnTo>
                    <a:pt x="767" y="133"/>
                  </a:lnTo>
                  <a:lnTo>
                    <a:pt x="769" y="132"/>
                  </a:lnTo>
                  <a:lnTo>
                    <a:pt x="770" y="130"/>
                  </a:lnTo>
                  <a:lnTo>
                    <a:pt x="772" y="129"/>
                  </a:lnTo>
                  <a:lnTo>
                    <a:pt x="772" y="127"/>
                  </a:lnTo>
                  <a:lnTo>
                    <a:pt x="773" y="126"/>
                  </a:lnTo>
                  <a:lnTo>
                    <a:pt x="774" y="125"/>
                  </a:lnTo>
                  <a:lnTo>
                    <a:pt x="776" y="123"/>
                  </a:lnTo>
                  <a:lnTo>
                    <a:pt x="776" y="122"/>
                  </a:lnTo>
                  <a:lnTo>
                    <a:pt x="777" y="120"/>
                  </a:lnTo>
                  <a:lnTo>
                    <a:pt x="779" y="120"/>
                  </a:lnTo>
                  <a:lnTo>
                    <a:pt x="779" y="119"/>
                  </a:lnTo>
                  <a:lnTo>
                    <a:pt x="780" y="117"/>
                  </a:lnTo>
                  <a:lnTo>
                    <a:pt x="782" y="116"/>
                  </a:lnTo>
                  <a:lnTo>
                    <a:pt x="782" y="114"/>
                  </a:lnTo>
                  <a:lnTo>
                    <a:pt x="783" y="113"/>
                  </a:lnTo>
                  <a:lnTo>
                    <a:pt x="785" y="112"/>
                  </a:lnTo>
                  <a:lnTo>
                    <a:pt x="786" y="110"/>
                  </a:lnTo>
                  <a:lnTo>
                    <a:pt x="787" y="107"/>
                  </a:lnTo>
                  <a:lnTo>
                    <a:pt x="789" y="106"/>
                  </a:lnTo>
                  <a:lnTo>
                    <a:pt x="790" y="104"/>
                  </a:lnTo>
                  <a:lnTo>
                    <a:pt x="792" y="101"/>
                  </a:lnTo>
                  <a:lnTo>
                    <a:pt x="793" y="100"/>
                  </a:lnTo>
                  <a:lnTo>
                    <a:pt x="795" y="97"/>
                  </a:lnTo>
                  <a:lnTo>
                    <a:pt x="796" y="96"/>
                  </a:lnTo>
                  <a:lnTo>
                    <a:pt x="798" y="93"/>
                  </a:lnTo>
                  <a:lnTo>
                    <a:pt x="799" y="91"/>
                  </a:lnTo>
                  <a:lnTo>
                    <a:pt x="800" y="90"/>
                  </a:lnTo>
                  <a:lnTo>
                    <a:pt x="802" y="87"/>
                  </a:lnTo>
                  <a:lnTo>
                    <a:pt x="802" y="86"/>
                  </a:lnTo>
                  <a:lnTo>
                    <a:pt x="803" y="84"/>
                  </a:lnTo>
                  <a:lnTo>
                    <a:pt x="805" y="83"/>
                  </a:lnTo>
                  <a:lnTo>
                    <a:pt x="806" y="81"/>
                  </a:lnTo>
                  <a:lnTo>
                    <a:pt x="806" y="80"/>
                  </a:lnTo>
                  <a:lnTo>
                    <a:pt x="808" y="78"/>
                  </a:lnTo>
                  <a:lnTo>
                    <a:pt x="809" y="78"/>
                  </a:lnTo>
                  <a:lnTo>
                    <a:pt x="809" y="77"/>
                  </a:lnTo>
                  <a:lnTo>
                    <a:pt x="810" y="75"/>
                  </a:lnTo>
                  <a:lnTo>
                    <a:pt x="810" y="74"/>
                  </a:lnTo>
                  <a:lnTo>
                    <a:pt x="812" y="73"/>
                  </a:lnTo>
                  <a:lnTo>
                    <a:pt x="813" y="71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5" y="68"/>
                  </a:lnTo>
                  <a:lnTo>
                    <a:pt x="816" y="67"/>
                  </a:lnTo>
                  <a:lnTo>
                    <a:pt x="818" y="65"/>
                  </a:lnTo>
                  <a:lnTo>
                    <a:pt x="819" y="64"/>
                  </a:lnTo>
                  <a:lnTo>
                    <a:pt x="819" y="62"/>
                  </a:lnTo>
                  <a:lnTo>
                    <a:pt x="821" y="60"/>
                  </a:lnTo>
                  <a:lnTo>
                    <a:pt x="822" y="58"/>
                  </a:lnTo>
                  <a:lnTo>
                    <a:pt x="823" y="57"/>
                  </a:lnTo>
                  <a:lnTo>
                    <a:pt x="825" y="55"/>
                  </a:lnTo>
                  <a:lnTo>
                    <a:pt x="826" y="52"/>
                  </a:lnTo>
                  <a:lnTo>
                    <a:pt x="828" y="51"/>
                  </a:lnTo>
                  <a:lnTo>
                    <a:pt x="829" y="48"/>
                  </a:lnTo>
                  <a:lnTo>
                    <a:pt x="831" y="45"/>
                  </a:lnTo>
                  <a:lnTo>
                    <a:pt x="834" y="44"/>
                  </a:lnTo>
                  <a:lnTo>
                    <a:pt x="835" y="41"/>
                  </a:lnTo>
                  <a:lnTo>
                    <a:pt x="836" y="39"/>
                  </a:lnTo>
                  <a:lnTo>
                    <a:pt x="838" y="38"/>
                  </a:lnTo>
                  <a:lnTo>
                    <a:pt x="838" y="35"/>
                  </a:lnTo>
                  <a:lnTo>
                    <a:pt x="839" y="34"/>
                  </a:lnTo>
                  <a:lnTo>
                    <a:pt x="841" y="32"/>
                  </a:lnTo>
                  <a:lnTo>
                    <a:pt x="842" y="31"/>
                  </a:lnTo>
                  <a:lnTo>
                    <a:pt x="842" y="29"/>
                  </a:lnTo>
                  <a:lnTo>
                    <a:pt x="844" y="28"/>
                  </a:lnTo>
                  <a:lnTo>
                    <a:pt x="845" y="26"/>
                  </a:lnTo>
                  <a:lnTo>
                    <a:pt x="847" y="25"/>
                  </a:lnTo>
                  <a:lnTo>
                    <a:pt x="847" y="24"/>
                  </a:lnTo>
                  <a:lnTo>
                    <a:pt x="848" y="22"/>
                  </a:lnTo>
                  <a:lnTo>
                    <a:pt x="848" y="21"/>
                  </a:lnTo>
                  <a:lnTo>
                    <a:pt x="849" y="21"/>
                  </a:lnTo>
                  <a:lnTo>
                    <a:pt x="849" y="19"/>
                  </a:lnTo>
                  <a:lnTo>
                    <a:pt x="851" y="18"/>
                  </a:lnTo>
                  <a:lnTo>
                    <a:pt x="851" y="16"/>
                  </a:lnTo>
                  <a:lnTo>
                    <a:pt x="852" y="16"/>
                  </a:lnTo>
                  <a:lnTo>
                    <a:pt x="852" y="15"/>
                  </a:lnTo>
                  <a:lnTo>
                    <a:pt x="854" y="13"/>
                  </a:lnTo>
                  <a:lnTo>
                    <a:pt x="855" y="12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8"/>
                  </a:lnTo>
                  <a:lnTo>
                    <a:pt x="858" y="6"/>
                  </a:lnTo>
                  <a:lnTo>
                    <a:pt x="860" y="3"/>
                  </a:lnTo>
                  <a:lnTo>
                    <a:pt x="860" y="2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3" name="Freeform 128">
              <a:extLst>
                <a:ext uri="{FF2B5EF4-FFF2-40B4-BE49-F238E27FC236}">
                  <a16:creationId xmlns:a16="http://schemas.microsoft.com/office/drawing/2014/main" id="{33BAD395-BECD-4753-BED8-DCEE6EAF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641725"/>
              <a:ext cx="80962" cy="274638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4"/>
                  </a:lnTo>
                  <a:lnTo>
                    <a:pt x="4" y="7"/>
                  </a:lnTo>
                  <a:lnTo>
                    <a:pt x="7" y="10"/>
                  </a:lnTo>
                  <a:lnTo>
                    <a:pt x="8" y="14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6"/>
                  </a:lnTo>
                  <a:lnTo>
                    <a:pt x="30" y="57"/>
                  </a:lnTo>
                  <a:lnTo>
                    <a:pt x="31" y="59"/>
                  </a:lnTo>
                  <a:lnTo>
                    <a:pt x="33" y="60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6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3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6" y="93"/>
                  </a:lnTo>
                  <a:lnTo>
                    <a:pt x="46" y="95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7" y="101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50" y="106"/>
                  </a:lnTo>
                  <a:lnTo>
                    <a:pt x="50" y="108"/>
                  </a:lnTo>
                  <a:lnTo>
                    <a:pt x="51" y="111"/>
                  </a:lnTo>
                  <a:lnTo>
                    <a:pt x="53" y="114"/>
                  </a:lnTo>
                  <a:lnTo>
                    <a:pt x="53" y="115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6" y="121"/>
                  </a:lnTo>
                  <a:lnTo>
                    <a:pt x="56" y="124"/>
                  </a:lnTo>
                  <a:lnTo>
                    <a:pt x="57" y="125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59" y="129"/>
                  </a:lnTo>
                  <a:lnTo>
                    <a:pt x="59" y="131"/>
                  </a:lnTo>
                  <a:lnTo>
                    <a:pt x="60" y="132"/>
                  </a:lnTo>
                  <a:lnTo>
                    <a:pt x="60" y="134"/>
                  </a:lnTo>
                  <a:lnTo>
                    <a:pt x="62" y="135"/>
                  </a:lnTo>
                  <a:lnTo>
                    <a:pt x="62" y="137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3" y="141"/>
                  </a:lnTo>
                  <a:lnTo>
                    <a:pt x="63" y="142"/>
                  </a:lnTo>
                  <a:lnTo>
                    <a:pt x="64" y="144"/>
                  </a:lnTo>
                  <a:lnTo>
                    <a:pt x="64" y="145"/>
                  </a:lnTo>
                  <a:lnTo>
                    <a:pt x="64" y="147"/>
                  </a:lnTo>
                  <a:lnTo>
                    <a:pt x="66" y="150"/>
                  </a:lnTo>
                  <a:lnTo>
                    <a:pt x="66" y="151"/>
                  </a:lnTo>
                  <a:lnTo>
                    <a:pt x="66" y="153"/>
                  </a:lnTo>
                  <a:lnTo>
                    <a:pt x="67" y="154"/>
                  </a:lnTo>
                  <a:lnTo>
                    <a:pt x="67" y="157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3"/>
                  </a:lnTo>
                  <a:lnTo>
                    <a:pt x="70" y="165"/>
                  </a:lnTo>
                  <a:lnTo>
                    <a:pt x="72" y="167"/>
                  </a:lnTo>
                  <a:lnTo>
                    <a:pt x="72" y="170"/>
                  </a:lnTo>
                  <a:lnTo>
                    <a:pt x="73" y="171"/>
                  </a:lnTo>
                  <a:lnTo>
                    <a:pt x="73" y="173"/>
                  </a:lnTo>
                  <a:lnTo>
                    <a:pt x="73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6" y="181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6"/>
                  </a:lnTo>
                  <a:lnTo>
                    <a:pt x="77" y="187"/>
                  </a:lnTo>
                  <a:lnTo>
                    <a:pt x="77" y="189"/>
                  </a:lnTo>
                  <a:lnTo>
                    <a:pt x="79" y="190"/>
                  </a:lnTo>
                  <a:lnTo>
                    <a:pt x="79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80" y="196"/>
                  </a:lnTo>
                  <a:lnTo>
                    <a:pt x="80" y="197"/>
                  </a:lnTo>
                  <a:lnTo>
                    <a:pt x="80" y="199"/>
                  </a:lnTo>
                  <a:lnTo>
                    <a:pt x="82" y="200"/>
                  </a:lnTo>
                  <a:lnTo>
                    <a:pt x="82" y="202"/>
                  </a:lnTo>
                  <a:lnTo>
                    <a:pt x="82" y="203"/>
                  </a:lnTo>
                  <a:lnTo>
                    <a:pt x="83" y="204"/>
                  </a:lnTo>
                  <a:lnTo>
                    <a:pt x="83" y="206"/>
                  </a:lnTo>
                  <a:lnTo>
                    <a:pt x="83" y="209"/>
                  </a:lnTo>
                  <a:lnTo>
                    <a:pt x="85" y="210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7"/>
                  </a:lnTo>
                  <a:lnTo>
                    <a:pt x="88" y="220"/>
                  </a:lnTo>
                  <a:lnTo>
                    <a:pt x="88" y="222"/>
                  </a:lnTo>
                  <a:lnTo>
                    <a:pt x="89" y="223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0" y="229"/>
                  </a:lnTo>
                  <a:lnTo>
                    <a:pt x="90" y="230"/>
                  </a:lnTo>
                  <a:lnTo>
                    <a:pt x="90" y="232"/>
                  </a:lnTo>
                  <a:lnTo>
                    <a:pt x="92" y="233"/>
                  </a:lnTo>
                  <a:lnTo>
                    <a:pt x="92" y="235"/>
                  </a:lnTo>
                  <a:lnTo>
                    <a:pt x="92" y="236"/>
                  </a:lnTo>
                  <a:lnTo>
                    <a:pt x="92" y="238"/>
                  </a:lnTo>
                  <a:lnTo>
                    <a:pt x="93" y="239"/>
                  </a:lnTo>
                  <a:lnTo>
                    <a:pt x="93" y="241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3" y="245"/>
                  </a:lnTo>
                  <a:lnTo>
                    <a:pt x="95" y="246"/>
                  </a:lnTo>
                  <a:lnTo>
                    <a:pt x="95" y="248"/>
                  </a:lnTo>
                  <a:lnTo>
                    <a:pt x="95" y="249"/>
                  </a:lnTo>
                  <a:lnTo>
                    <a:pt x="95" y="251"/>
                  </a:lnTo>
                  <a:lnTo>
                    <a:pt x="95" y="252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5" y="256"/>
                  </a:lnTo>
                  <a:lnTo>
                    <a:pt x="95" y="258"/>
                  </a:lnTo>
                  <a:lnTo>
                    <a:pt x="95" y="259"/>
                  </a:lnTo>
                  <a:lnTo>
                    <a:pt x="96" y="262"/>
                  </a:lnTo>
                  <a:lnTo>
                    <a:pt x="96" y="264"/>
                  </a:lnTo>
                  <a:lnTo>
                    <a:pt x="96" y="266"/>
                  </a:lnTo>
                  <a:lnTo>
                    <a:pt x="96" y="268"/>
                  </a:lnTo>
                  <a:lnTo>
                    <a:pt x="96" y="269"/>
                  </a:lnTo>
                  <a:lnTo>
                    <a:pt x="96" y="271"/>
                  </a:lnTo>
                  <a:lnTo>
                    <a:pt x="96" y="274"/>
                  </a:lnTo>
                  <a:lnTo>
                    <a:pt x="96" y="275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4"/>
                  </a:lnTo>
                  <a:lnTo>
                    <a:pt x="99" y="295"/>
                  </a:lnTo>
                  <a:lnTo>
                    <a:pt x="99" y="297"/>
                  </a:lnTo>
                  <a:lnTo>
                    <a:pt x="101" y="298"/>
                  </a:lnTo>
                  <a:lnTo>
                    <a:pt x="101" y="300"/>
                  </a:lnTo>
                  <a:lnTo>
                    <a:pt x="101" y="301"/>
                  </a:lnTo>
                  <a:lnTo>
                    <a:pt x="101" y="303"/>
                  </a:lnTo>
                  <a:lnTo>
                    <a:pt x="101" y="304"/>
                  </a:lnTo>
                  <a:lnTo>
                    <a:pt x="102" y="305"/>
                  </a:lnTo>
                  <a:lnTo>
                    <a:pt x="102" y="307"/>
                  </a:lnTo>
                  <a:lnTo>
                    <a:pt x="102" y="308"/>
                  </a:lnTo>
                  <a:lnTo>
                    <a:pt x="102" y="310"/>
                  </a:lnTo>
                  <a:lnTo>
                    <a:pt x="102" y="311"/>
                  </a:lnTo>
                  <a:lnTo>
                    <a:pt x="102" y="313"/>
                  </a:lnTo>
                  <a:lnTo>
                    <a:pt x="102" y="314"/>
                  </a:lnTo>
                  <a:lnTo>
                    <a:pt x="102" y="316"/>
                  </a:lnTo>
                  <a:lnTo>
                    <a:pt x="102" y="317"/>
                  </a:lnTo>
                  <a:lnTo>
                    <a:pt x="102" y="318"/>
                  </a:lnTo>
                  <a:lnTo>
                    <a:pt x="102" y="320"/>
                  </a:lnTo>
                  <a:lnTo>
                    <a:pt x="102" y="321"/>
                  </a:lnTo>
                  <a:lnTo>
                    <a:pt x="102" y="323"/>
                  </a:lnTo>
                  <a:lnTo>
                    <a:pt x="102" y="324"/>
                  </a:lnTo>
                  <a:lnTo>
                    <a:pt x="102" y="326"/>
                  </a:lnTo>
                  <a:lnTo>
                    <a:pt x="102" y="329"/>
                  </a:lnTo>
                  <a:lnTo>
                    <a:pt x="102" y="330"/>
                  </a:lnTo>
                  <a:lnTo>
                    <a:pt x="102" y="331"/>
                  </a:lnTo>
                  <a:lnTo>
                    <a:pt x="102" y="334"/>
                  </a:lnTo>
                  <a:lnTo>
                    <a:pt x="102" y="336"/>
                  </a:lnTo>
                  <a:lnTo>
                    <a:pt x="102" y="339"/>
                  </a:lnTo>
                  <a:lnTo>
                    <a:pt x="102" y="342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4" name="Freeform 129">
              <a:extLst>
                <a:ext uri="{FF2B5EF4-FFF2-40B4-BE49-F238E27FC236}">
                  <a16:creationId xmlns:a16="http://schemas.microsoft.com/office/drawing/2014/main" id="{8BB06932-9E8F-4273-A442-D602A01E5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914775"/>
              <a:ext cx="80962" cy="273050"/>
            </a:xfrm>
            <a:custGeom>
              <a:avLst/>
              <a:gdLst>
                <a:gd name="T0" fmla="*/ 2147483646 w 102"/>
                <a:gd name="T1" fmla="*/ 2147483646 h 343"/>
                <a:gd name="T2" fmla="*/ 2147483646 w 102"/>
                <a:gd name="T3" fmla="*/ 2147483646 h 343"/>
                <a:gd name="T4" fmla="*/ 2147483646 w 102"/>
                <a:gd name="T5" fmla="*/ 2147483646 h 343"/>
                <a:gd name="T6" fmla="*/ 2147483646 w 102"/>
                <a:gd name="T7" fmla="*/ 2147483646 h 343"/>
                <a:gd name="T8" fmla="*/ 2147483646 w 102"/>
                <a:gd name="T9" fmla="*/ 2147483646 h 343"/>
                <a:gd name="T10" fmla="*/ 2147483646 w 102"/>
                <a:gd name="T11" fmla="*/ 2147483646 h 343"/>
                <a:gd name="T12" fmla="*/ 2147483646 w 102"/>
                <a:gd name="T13" fmla="*/ 2147483646 h 343"/>
                <a:gd name="T14" fmla="*/ 2147483646 w 102"/>
                <a:gd name="T15" fmla="*/ 2147483646 h 343"/>
                <a:gd name="T16" fmla="*/ 2147483646 w 102"/>
                <a:gd name="T17" fmla="*/ 2147483646 h 343"/>
                <a:gd name="T18" fmla="*/ 2147483646 w 102"/>
                <a:gd name="T19" fmla="*/ 2147483646 h 343"/>
                <a:gd name="T20" fmla="*/ 2147483646 w 102"/>
                <a:gd name="T21" fmla="*/ 2147483646 h 343"/>
                <a:gd name="T22" fmla="*/ 2147483646 w 102"/>
                <a:gd name="T23" fmla="*/ 2147483646 h 343"/>
                <a:gd name="T24" fmla="*/ 2147483646 w 102"/>
                <a:gd name="T25" fmla="*/ 2147483646 h 343"/>
                <a:gd name="T26" fmla="*/ 2147483646 w 102"/>
                <a:gd name="T27" fmla="*/ 2147483646 h 343"/>
                <a:gd name="T28" fmla="*/ 2147483646 w 102"/>
                <a:gd name="T29" fmla="*/ 2147483646 h 343"/>
                <a:gd name="T30" fmla="*/ 2147483646 w 102"/>
                <a:gd name="T31" fmla="*/ 2147483646 h 343"/>
                <a:gd name="T32" fmla="*/ 2147483646 w 102"/>
                <a:gd name="T33" fmla="*/ 2147483646 h 343"/>
                <a:gd name="T34" fmla="*/ 2147483646 w 102"/>
                <a:gd name="T35" fmla="*/ 2147483646 h 343"/>
                <a:gd name="T36" fmla="*/ 2147483646 w 102"/>
                <a:gd name="T37" fmla="*/ 2147483646 h 343"/>
                <a:gd name="T38" fmla="*/ 2147483646 w 102"/>
                <a:gd name="T39" fmla="*/ 2147483646 h 343"/>
                <a:gd name="T40" fmla="*/ 2147483646 w 102"/>
                <a:gd name="T41" fmla="*/ 2147483646 h 343"/>
                <a:gd name="T42" fmla="*/ 2147483646 w 102"/>
                <a:gd name="T43" fmla="*/ 2147483646 h 343"/>
                <a:gd name="T44" fmla="*/ 2147483646 w 102"/>
                <a:gd name="T45" fmla="*/ 2147483646 h 343"/>
                <a:gd name="T46" fmla="*/ 2147483646 w 102"/>
                <a:gd name="T47" fmla="*/ 2147483646 h 343"/>
                <a:gd name="T48" fmla="*/ 2147483646 w 102"/>
                <a:gd name="T49" fmla="*/ 2147483646 h 343"/>
                <a:gd name="T50" fmla="*/ 2147483646 w 102"/>
                <a:gd name="T51" fmla="*/ 2147483646 h 343"/>
                <a:gd name="T52" fmla="*/ 2147483646 w 102"/>
                <a:gd name="T53" fmla="*/ 2147483646 h 343"/>
                <a:gd name="T54" fmla="*/ 2147483646 w 102"/>
                <a:gd name="T55" fmla="*/ 2147483646 h 343"/>
                <a:gd name="T56" fmla="*/ 2147483646 w 102"/>
                <a:gd name="T57" fmla="*/ 2147483646 h 343"/>
                <a:gd name="T58" fmla="*/ 2147483646 w 102"/>
                <a:gd name="T59" fmla="*/ 2147483646 h 343"/>
                <a:gd name="T60" fmla="*/ 2147483646 w 102"/>
                <a:gd name="T61" fmla="*/ 2147483646 h 343"/>
                <a:gd name="T62" fmla="*/ 2147483646 w 102"/>
                <a:gd name="T63" fmla="*/ 2147483646 h 343"/>
                <a:gd name="T64" fmla="*/ 2147483646 w 102"/>
                <a:gd name="T65" fmla="*/ 2147483646 h 343"/>
                <a:gd name="T66" fmla="*/ 2147483646 w 102"/>
                <a:gd name="T67" fmla="*/ 2147483646 h 343"/>
                <a:gd name="T68" fmla="*/ 2147483646 w 102"/>
                <a:gd name="T69" fmla="*/ 2147483646 h 343"/>
                <a:gd name="T70" fmla="*/ 2147483646 w 102"/>
                <a:gd name="T71" fmla="*/ 2147483646 h 343"/>
                <a:gd name="T72" fmla="*/ 2147483646 w 102"/>
                <a:gd name="T73" fmla="*/ 2147483646 h 343"/>
                <a:gd name="T74" fmla="*/ 2147483646 w 102"/>
                <a:gd name="T75" fmla="*/ 2147483646 h 343"/>
                <a:gd name="T76" fmla="*/ 2147483646 w 102"/>
                <a:gd name="T77" fmla="*/ 2147483646 h 343"/>
                <a:gd name="T78" fmla="*/ 2147483646 w 102"/>
                <a:gd name="T79" fmla="*/ 2147483646 h 343"/>
                <a:gd name="T80" fmla="*/ 2147483646 w 102"/>
                <a:gd name="T81" fmla="*/ 2147483646 h 343"/>
                <a:gd name="T82" fmla="*/ 2147483646 w 102"/>
                <a:gd name="T83" fmla="*/ 2147483646 h 343"/>
                <a:gd name="T84" fmla="*/ 2147483646 w 102"/>
                <a:gd name="T85" fmla="*/ 2147483646 h 343"/>
                <a:gd name="T86" fmla="*/ 2147483646 w 102"/>
                <a:gd name="T87" fmla="*/ 2147483646 h 343"/>
                <a:gd name="T88" fmla="*/ 2147483646 w 102"/>
                <a:gd name="T89" fmla="*/ 2147483646 h 343"/>
                <a:gd name="T90" fmla="*/ 2147483646 w 102"/>
                <a:gd name="T91" fmla="*/ 2147483646 h 343"/>
                <a:gd name="T92" fmla="*/ 2147483646 w 102"/>
                <a:gd name="T93" fmla="*/ 2147483646 h 343"/>
                <a:gd name="T94" fmla="*/ 2147483646 w 102"/>
                <a:gd name="T95" fmla="*/ 2147483646 h 343"/>
                <a:gd name="T96" fmla="*/ 2147483646 w 102"/>
                <a:gd name="T97" fmla="*/ 2147483646 h 343"/>
                <a:gd name="T98" fmla="*/ 2147483646 w 102"/>
                <a:gd name="T99" fmla="*/ 2147483646 h 343"/>
                <a:gd name="T100" fmla="*/ 2147483646 w 102"/>
                <a:gd name="T101" fmla="*/ 2147483646 h 343"/>
                <a:gd name="T102" fmla="*/ 2147483646 w 102"/>
                <a:gd name="T103" fmla="*/ 2147483646 h 343"/>
                <a:gd name="T104" fmla="*/ 2147483646 w 102"/>
                <a:gd name="T105" fmla="*/ 2147483646 h 343"/>
                <a:gd name="T106" fmla="*/ 2147483646 w 102"/>
                <a:gd name="T107" fmla="*/ 2147483646 h 343"/>
                <a:gd name="T108" fmla="*/ 2147483646 w 102"/>
                <a:gd name="T109" fmla="*/ 2147483646 h 343"/>
                <a:gd name="T110" fmla="*/ 2147483646 w 102"/>
                <a:gd name="T111" fmla="*/ 2147483646 h 343"/>
                <a:gd name="T112" fmla="*/ 2147483646 w 102"/>
                <a:gd name="T113" fmla="*/ 2147483646 h 3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3"/>
                <a:gd name="T173" fmla="*/ 102 w 102"/>
                <a:gd name="T174" fmla="*/ 343 h 3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3">
                  <a:moveTo>
                    <a:pt x="0" y="343"/>
                  </a:moveTo>
                  <a:lnTo>
                    <a:pt x="2" y="341"/>
                  </a:lnTo>
                  <a:lnTo>
                    <a:pt x="4" y="336"/>
                  </a:lnTo>
                  <a:lnTo>
                    <a:pt x="7" y="333"/>
                  </a:lnTo>
                  <a:lnTo>
                    <a:pt x="8" y="330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2"/>
                  </a:lnTo>
                  <a:lnTo>
                    <a:pt x="14" y="320"/>
                  </a:lnTo>
                  <a:lnTo>
                    <a:pt x="15" y="317"/>
                  </a:lnTo>
                  <a:lnTo>
                    <a:pt x="17" y="316"/>
                  </a:lnTo>
                  <a:lnTo>
                    <a:pt x="17" y="313"/>
                  </a:lnTo>
                  <a:lnTo>
                    <a:pt x="18" y="312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3" y="303"/>
                  </a:lnTo>
                  <a:lnTo>
                    <a:pt x="23" y="302"/>
                  </a:lnTo>
                  <a:lnTo>
                    <a:pt x="24" y="300"/>
                  </a:lnTo>
                  <a:lnTo>
                    <a:pt x="24" y="299"/>
                  </a:lnTo>
                  <a:lnTo>
                    <a:pt x="26" y="299"/>
                  </a:lnTo>
                  <a:lnTo>
                    <a:pt x="26" y="297"/>
                  </a:lnTo>
                  <a:lnTo>
                    <a:pt x="27" y="296"/>
                  </a:lnTo>
                  <a:lnTo>
                    <a:pt x="27" y="294"/>
                  </a:lnTo>
                  <a:lnTo>
                    <a:pt x="28" y="293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30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4" y="278"/>
                  </a:lnTo>
                  <a:lnTo>
                    <a:pt x="34" y="277"/>
                  </a:lnTo>
                  <a:lnTo>
                    <a:pt x="36" y="276"/>
                  </a:lnTo>
                  <a:lnTo>
                    <a:pt x="36" y="274"/>
                  </a:lnTo>
                  <a:lnTo>
                    <a:pt x="37" y="273"/>
                  </a:lnTo>
                  <a:lnTo>
                    <a:pt x="37" y="271"/>
                  </a:lnTo>
                  <a:lnTo>
                    <a:pt x="37" y="270"/>
                  </a:lnTo>
                  <a:lnTo>
                    <a:pt x="38" y="268"/>
                  </a:lnTo>
                  <a:lnTo>
                    <a:pt x="38" y="267"/>
                  </a:lnTo>
                  <a:lnTo>
                    <a:pt x="38" y="265"/>
                  </a:lnTo>
                  <a:lnTo>
                    <a:pt x="40" y="264"/>
                  </a:lnTo>
                  <a:lnTo>
                    <a:pt x="40" y="263"/>
                  </a:lnTo>
                  <a:lnTo>
                    <a:pt x="41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3" y="257"/>
                  </a:lnTo>
                  <a:lnTo>
                    <a:pt x="43" y="255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4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0" y="235"/>
                  </a:lnTo>
                  <a:lnTo>
                    <a:pt x="51" y="232"/>
                  </a:lnTo>
                  <a:lnTo>
                    <a:pt x="53" y="231"/>
                  </a:lnTo>
                  <a:lnTo>
                    <a:pt x="53" y="228"/>
                  </a:lnTo>
                  <a:lnTo>
                    <a:pt x="54" y="227"/>
                  </a:lnTo>
                  <a:lnTo>
                    <a:pt x="54" y="224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2"/>
                  </a:lnTo>
                  <a:lnTo>
                    <a:pt x="60" y="211"/>
                  </a:lnTo>
                  <a:lnTo>
                    <a:pt x="60" y="209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3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199"/>
                  </a:lnTo>
                  <a:lnTo>
                    <a:pt x="64" y="198"/>
                  </a:lnTo>
                  <a:lnTo>
                    <a:pt x="64" y="196"/>
                  </a:lnTo>
                  <a:lnTo>
                    <a:pt x="66" y="195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67" y="189"/>
                  </a:lnTo>
                  <a:lnTo>
                    <a:pt x="67" y="188"/>
                  </a:lnTo>
                  <a:lnTo>
                    <a:pt x="69" y="185"/>
                  </a:lnTo>
                  <a:lnTo>
                    <a:pt x="69" y="183"/>
                  </a:lnTo>
                  <a:lnTo>
                    <a:pt x="70" y="180"/>
                  </a:lnTo>
                  <a:lnTo>
                    <a:pt x="70" y="179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3" y="172"/>
                  </a:lnTo>
                  <a:lnTo>
                    <a:pt x="73" y="170"/>
                  </a:lnTo>
                  <a:lnTo>
                    <a:pt x="73" y="169"/>
                  </a:lnTo>
                  <a:lnTo>
                    <a:pt x="75" y="167"/>
                  </a:lnTo>
                  <a:lnTo>
                    <a:pt x="75" y="164"/>
                  </a:lnTo>
                  <a:lnTo>
                    <a:pt x="75" y="163"/>
                  </a:lnTo>
                  <a:lnTo>
                    <a:pt x="76" y="162"/>
                  </a:lnTo>
                  <a:lnTo>
                    <a:pt x="76" y="160"/>
                  </a:lnTo>
                  <a:lnTo>
                    <a:pt x="76" y="159"/>
                  </a:lnTo>
                  <a:lnTo>
                    <a:pt x="77" y="157"/>
                  </a:lnTo>
                  <a:lnTo>
                    <a:pt x="77" y="156"/>
                  </a:lnTo>
                  <a:lnTo>
                    <a:pt x="77" y="154"/>
                  </a:lnTo>
                  <a:lnTo>
                    <a:pt x="79" y="153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49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4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5" y="133"/>
                  </a:lnTo>
                  <a:lnTo>
                    <a:pt x="85" y="131"/>
                  </a:lnTo>
                  <a:lnTo>
                    <a:pt x="86" y="128"/>
                  </a:lnTo>
                  <a:lnTo>
                    <a:pt x="86" y="126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89" y="118"/>
                  </a:lnTo>
                  <a:lnTo>
                    <a:pt x="89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2" y="110"/>
                  </a:lnTo>
                  <a:lnTo>
                    <a:pt x="92" y="108"/>
                  </a:lnTo>
                  <a:lnTo>
                    <a:pt x="92" y="107"/>
                  </a:lnTo>
                  <a:lnTo>
                    <a:pt x="93" y="105"/>
                  </a:lnTo>
                  <a:lnTo>
                    <a:pt x="93" y="104"/>
                  </a:lnTo>
                  <a:lnTo>
                    <a:pt x="93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5" y="95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5" y="89"/>
                  </a:lnTo>
                  <a:lnTo>
                    <a:pt x="95" y="87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6" y="82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6" y="75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6" y="71"/>
                  </a:lnTo>
                  <a:lnTo>
                    <a:pt x="96" y="69"/>
                  </a:lnTo>
                  <a:lnTo>
                    <a:pt x="96" y="68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3"/>
                  </a:lnTo>
                  <a:lnTo>
                    <a:pt x="98" y="62"/>
                  </a:lnTo>
                  <a:lnTo>
                    <a:pt x="98" y="61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99" y="53"/>
                  </a:lnTo>
                  <a:lnTo>
                    <a:pt x="99" y="52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8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9"/>
                  </a:lnTo>
                  <a:lnTo>
                    <a:pt x="102" y="37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2" y="33"/>
                  </a:lnTo>
                  <a:lnTo>
                    <a:pt x="102" y="32"/>
                  </a:lnTo>
                  <a:lnTo>
                    <a:pt x="102" y="30"/>
                  </a:lnTo>
                  <a:lnTo>
                    <a:pt x="102" y="29"/>
                  </a:lnTo>
                  <a:lnTo>
                    <a:pt x="102" y="27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3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2" y="16"/>
                  </a:lnTo>
                  <a:lnTo>
                    <a:pt x="102" y="14"/>
                  </a:lnTo>
                  <a:lnTo>
                    <a:pt x="102" y="12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5" name="Line 130">
              <a:extLst>
                <a:ext uri="{FF2B5EF4-FFF2-40B4-BE49-F238E27FC236}">
                  <a16:creationId xmlns:a16="http://schemas.microsoft.com/office/drawing/2014/main" id="{7EF9D113-895C-4362-812D-20B72EB60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3789363"/>
              <a:ext cx="1809750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6" name="Rectangle 131">
              <a:extLst>
                <a:ext uri="{FF2B5EF4-FFF2-40B4-BE49-F238E27FC236}">
                  <a16:creationId xmlns:a16="http://schemas.microsoft.com/office/drawing/2014/main" id="{CD10E26F-8BF6-44AD-9629-C629BDEFB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38814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47" name="Rectangle 132">
              <a:extLst>
                <a:ext uri="{FF2B5EF4-FFF2-40B4-BE49-F238E27FC236}">
                  <a16:creationId xmlns:a16="http://schemas.microsoft.com/office/drawing/2014/main" id="{C40CBB08-691B-491C-8011-E86E5D4C3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233863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48" name="Rectangle 133">
              <a:extLst>
                <a:ext uri="{FF2B5EF4-FFF2-40B4-BE49-F238E27FC236}">
                  <a16:creationId xmlns:a16="http://schemas.microsoft.com/office/drawing/2014/main" id="{1B8F2858-3950-4D99-A5B8-A428289CA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3386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49" name="Rectangle 134">
              <a:extLst>
                <a:ext uri="{FF2B5EF4-FFF2-40B4-BE49-F238E27FC236}">
                  <a16:creationId xmlns:a16="http://schemas.microsoft.com/office/drawing/2014/main" id="{13ACC411-1722-4D51-BD3D-F0E02D802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550" y="4813300"/>
              <a:ext cx="284163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w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50" name="Rectangle 135">
              <a:extLst>
                <a:ext uri="{FF2B5EF4-FFF2-40B4-BE49-F238E27FC236}">
                  <a16:creationId xmlns:a16="http://schemas.microsoft.com/office/drawing/2014/main" id="{BB724315-564F-4C0A-BF36-2EA00075F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600" y="49180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51" name="Rectangle 136">
              <a:extLst>
                <a:ext uri="{FF2B5EF4-FFF2-40B4-BE49-F238E27FC236}">
                  <a16:creationId xmlns:a16="http://schemas.microsoft.com/office/drawing/2014/main" id="{4FFA83F8-F17E-4B0F-AA01-439C7DCBF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4703763"/>
              <a:ext cx="236537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charset="0"/>
                </a:rPr>
                <a:t>y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58752" name="Line 137">
              <a:extLst>
                <a:ext uri="{FF2B5EF4-FFF2-40B4-BE49-F238E27FC236}">
                  <a16:creationId xmlns:a16="http://schemas.microsoft.com/office/drawing/2014/main" id="{D756427A-3885-421B-B411-C1CDE60054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5100" y="4843463"/>
              <a:ext cx="731838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3" name="Freeform 138">
              <a:extLst>
                <a:ext uri="{FF2B5EF4-FFF2-40B4-BE49-F238E27FC236}">
                  <a16:creationId xmlns:a16="http://schemas.microsoft.com/office/drawing/2014/main" id="{6F1F5FE1-FDF7-4213-BF63-1D25B8FD8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567238"/>
              <a:ext cx="684213" cy="271462"/>
            </a:xfrm>
            <a:custGeom>
              <a:avLst/>
              <a:gdLst>
                <a:gd name="T0" fmla="*/ 2147483646 w 861"/>
                <a:gd name="T1" fmla="*/ 0 h 342"/>
                <a:gd name="T2" fmla="*/ 2147483646 w 861"/>
                <a:gd name="T3" fmla="*/ 0 h 342"/>
                <a:gd name="T4" fmla="*/ 2147483646 w 861"/>
                <a:gd name="T5" fmla="*/ 0 h 342"/>
                <a:gd name="T6" fmla="*/ 2147483646 w 861"/>
                <a:gd name="T7" fmla="*/ 0 h 342"/>
                <a:gd name="T8" fmla="*/ 2147483646 w 861"/>
                <a:gd name="T9" fmla="*/ 2147483646 h 342"/>
                <a:gd name="T10" fmla="*/ 2147483646 w 861"/>
                <a:gd name="T11" fmla="*/ 2147483646 h 342"/>
                <a:gd name="T12" fmla="*/ 2147483646 w 861"/>
                <a:gd name="T13" fmla="*/ 2147483646 h 342"/>
                <a:gd name="T14" fmla="*/ 2147483646 w 861"/>
                <a:gd name="T15" fmla="*/ 2147483646 h 342"/>
                <a:gd name="T16" fmla="*/ 2147483646 w 861"/>
                <a:gd name="T17" fmla="*/ 2147483646 h 342"/>
                <a:gd name="T18" fmla="*/ 2147483646 w 861"/>
                <a:gd name="T19" fmla="*/ 2147483646 h 342"/>
                <a:gd name="T20" fmla="*/ 2147483646 w 861"/>
                <a:gd name="T21" fmla="*/ 2147483646 h 342"/>
                <a:gd name="T22" fmla="*/ 2147483646 w 861"/>
                <a:gd name="T23" fmla="*/ 2147483646 h 342"/>
                <a:gd name="T24" fmla="*/ 2147483646 w 861"/>
                <a:gd name="T25" fmla="*/ 2147483646 h 342"/>
                <a:gd name="T26" fmla="*/ 2147483646 w 861"/>
                <a:gd name="T27" fmla="*/ 2147483646 h 342"/>
                <a:gd name="T28" fmla="*/ 2147483646 w 861"/>
                <a:gd name="T29" fmla="*/ 2147483646 h 342"/>
                <a:gd name="T30" fmla="*/ 2147483646 w 861"/>
                <a:gd name="T31" fmla="*/ 2147483646 h 342"/>
                <a:gd name="T32" fmla="*/ 2147483646 w 861"/>
                <a:gd name="T33" fmla="*/ 2147483646 h 342"/>
                <a:gd name="T34" fmla="*/ 2147483646 w 861"/>
                <a:gd name="T35" fmla="*/ 2147483646 h 342"/>
                <a:gd name="T36" fmla="*/ 2147483646 w 861"/>
                <a:gd name="T37" fmla="*/ 2147483646 h 342"/>
                <a:gd name="T38" fmla="*/ 2147483646 w 861"/>
                <a:gd name="T39" fmla="*/ 2147483646 h 342"/>
                <a:gd name="T40" fmla="*/ 2147483646 w 861"/>
                <a:gd name="T41" fmla="*/ 2147483646 h 342"/>
                <a:gd name="T42" fmla="*/ 2147483646 w 861"/>
                <a:gd name="T43" fmla="*/ 2147483646 h 342"/>
                <a:gd name="T44" fmla="*/ 2147483646 w 861"/>
                <a:gd name="T45" fmla="*/ 2147483646 h 342"/>
                <a:gd name="T46" fmla="*/ 2147483646 w 861"/>
                <a:gd name="T47" fmla="*/ 2147483646 h 342"/>
                <a:gd name="T48" fmla="*/ 2147483646 w 861"/>
                <a:gd name="T49" fmla="*/ 2147483646 h 342"/>
                <a:gd name="T50" fmla="*/ 2147483646 w 861"/>
                <a:gd name="T51" fmla="*/ 2147483646 h 342"/>
                <a:gd name="T52" fmla="*/ 2147483646 w 861"/>
                <a:gd name="T53" fmla="*/ 2147483646 h 342"/>
                <a:gd name="T54" fmla="*/ 2147483646 w 861"/>
                <a:gd name="T55" fmla="*/ 2147483646 h 342"/>
                <a:gd name="T56" fmla="*/ 2147483646 w 861"/>
                <a:gd name="T57" fmla="*/ 2147483646 h 342"/>
                <a:gd name="T58" fmla="*/ 2147483646 w 861"/>
                <a:gd name="T59" fmla="*/ 2147483646 h 342"/>
                <a:gd name="T60" fmla="*/ 2147483646 w 861"/>
                <a:gd name="T61" fmla="*/ 2147483646 h 342"/>
                <a:gd name="T62" fmla="*/ 2147483646 w 861"/>
                <a:gd name="T63" fmla="*/ 2147483646 h 342"/>
                <a:gd name="T64" fmla="*/ 2147483646 w 861"/>
                <a:gd name="T65" fmla="*/ 2147483646 h 342"/>
                <a:gd name="T66" fmla="*/ 2147483646 w 861"/>
                <a:gd name="T67" fmla="*/ 2147483646 h 342"/>
                <a:gd name="T68" fmla="*/ 2147483646 w 861"/>
                <a:gd name="T69" fmla="*/ 2147483646 h 342"/>
                <a:gd name="T70" fmla="*/ 2147483646 w 861"/>
                <a:gd name="T71" fmla="*/ 2147483646 h 342"/>
                <a:gd name="T72" fmla="*/ 2147483646 w 861"/>
                <a:gd name="T73" fmla="*/ 2147483646 h 342"/>
                <a:gd name="T74" fmla="*/ 2147483646 w 861"/>
                <a:gd name="T75" fmla="*/ 2147483646 h 342"/>
                <a:gd name="T76" fmla="*/ 2147483646 w 861"/>
                <a:gd name="T77" fmla="*/ 2147483646 h 342"/>
                <a:gd name="T78" fmla="*/ 2147483646 w 861"/>
                <a:gd name="T79" fmla="*/ 2147483646 h 342"/>
                <a:gd name="T80" fmla="*/ 2147483646 w 861"/>
                <a:gd name="T81" fmla="*/ 2147483646 h 342"/>
                <a:gd name="T82" fmla="*/ 2147483646 w 861"/>
                <a:gd name="T83" fmla="*/ 2147483646 h 342"/>
                <a:gd name="T84" fmla="*/ 2147483646 w 861"/>
                <a:gd name="T85" fmla="*/ 2147483646 h 342"/>
                <a:gd name="T86" fmla="*/ 2147483646 w 861"/>
                <a:gd name="T87" fmla="*/ 2147483646 h 342"/>
                <a:gd name="T88" fmla="*/ 2147483646 w 861"/>
                <a:gd name="T89" fmla="*/ 2147483646 h 342"/>
                <a:gd name="T90" fmla="*/ 2147483646 w 861"/>
                <a:gd name="T91" fmla="*/ 2147483646 h 342"/>
                <a:gd name="T92" fmla="*/ 2147483646 w 861"/>
                <a:gd name="T93" fmla="*/ 2147483646 h 342"/>
                <a:gd name="T94" fmla="*/ 2147483646 w 861"/>
                <a:gd name="T95" fmla="*/ 2147483646 h 342"/>
                <a:gd name="T96" fmla="*/ 2147483646 w 861"/>
                <a:gd name="T97" fmla="*/ 2147483646 h 342"/>
                <a:gd name="T98" fmla="*/ 2147483646 w 861"/>
                <a:gd name="T99" fmla="*/ 2147483646 h 342"/>
                <a:gd name="T100" fmla="*/ 2147483646 w 861"/>
                <a:gd name="T101" fmla="*/ 2147483646 h 342"/>
                <a:gd name="T102" fmla="*/ 2147483646 w 861"/>
                <a:gd name="T103" fmla="*/ 2147483646 h 342"/>
                <a:gd name="T104" fmla="*/ 2147483646 w 861"/>
                <a:gd name="T105" fmla="*/ 2147483646 h 342"/>
                <a:gd name="T106" fmla="*/ 2147483646 w 861"/>
                <a:gd name="T107" fmla="*/ 2147483646 h 342"/>
                <a:gd name="T108" fmla="*/ 2147483646 w 861"/>
                <a:gd name="T109" fmla="*/ 2147483646 h 342"/>
                <a:gd name="T110" fmla="*/ 2147483646 w 861"/>
                <a:gd name="T111" fmla="*/ 2147483646 h 342"/>
                <a:gd name="T112" fmla="*/ 2147483646 w 861"/>
                <a:gd name="T113" fmla="*/ 2147483646 h 342"/>
                <a:gd name="T114" fmla="*/ 2147483646 w 861"/>
                <a:gd name="T115" fmla="*/ 2147483646 h 342"/>
                <a:gd name="T116" fmla="*/ 2147483646 w 861"/>
                <a:gd name="T117" fmla="*/ 2147483646 h 342"/>
                <a:gd name="T118" fmla="*/ 2147483646 w 861"/>
                <a:gd name="T119" fmla="*/ 2147483646 h 342"/>
                <a:gd name="T120" fmla="*/ 2147483646 w 861"/>
                <a:gd name="T121" fmla="*/ 2147483646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2"/>
                <a:gd name="T185" fmla="*/ 861 w 861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2">
                  <a:moveTo>
                    <a:pt x="0" y="0"/>
                  </a:moveTo>
                  <a:lnTo>
                    <a:pt x="33" y="0"/>
                  </a:lnTo>
                  <a:lnTo>
                    <a:pt x="63" y="0"/>
                  </a:lnTo>
                  <a:lnTo>
                    <a:pt x="92" y="0"/>
                  </a:lnTo>
                  <a:lnTo>
                    <a:pt x="119" y="0"/>
                  </a:lnTo>
                  <a:lnTo>
                    <a:pt x="144" y="0"/>
                  </a:lnTo>
                  <a:lnTo>
                    <a:pt x="167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3" y="0"/>
                  </a:lnTo>
                  <a:lnTo>
                    <a:pt x="349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0"/>
                  </a:lnTo>
                  <a:lnTo>
                    <a:pt x="368" y="0"/>
                  </a:lnTo>
                  <a:lnTo>
                    <a:pt x="370" y="0"/>
                  </a:lnTo>
                  <a:lnTo>
                    <a:pt x="373" y="0"/>
                  </a:lnTo>
                  <a:lnTo>
                    <a:pt x="376" y="0"/>
                  </a:lnTo>
                  <a:lnTo>
                    <a:pt x="379" y="0"/>
                  </a:lnTo>
                  <a:lnTo>
                    <a:pt x="381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1" y="2"/>
                  </a:lnTo>
                  <a:lnTo>
                    <a:pt x="392" y="2"/>
                  </a:lnTo>
                  <a:lnTo>
                    <a:pt x="395" y="2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01" y="2"/>
                  </a:lnTo>
                  <a:lnTo>
                    <a:pt x="402" y="2"/>
                  </a:lnTo>
                  <a:lnTo>
                    <a:pt x="404" y="3"/>
                  </a:lnTo>
                  <a:lnTo>
                    <a:pt x="405" y="3"/>
                  </a:lnTo>
                  <a:lnTo>
                    <a:pt x="407" y="3"/>
                  </a:lnTo>
                  <a:lnTo>
                    <a:pt x="408" y="3"/>
                  </a:lnTo>
                  <a:lnTo>
                    <a:pt x="409" y="3"/>
                  </a:lnTo>
                  <a:lnTo>
                    <a:pt x="411" y="3"/>
                  </a:lnTo>
                  <a:lnTo>
                    <a:pt x="412" y="3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7" y="3"/>
                  </a:lnTo>
                  <a:lnTo>
                    <a:pt x="418" y="3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2" y="5"/>
                  </a:lnTo>
                  <a:lnTo>
                    <a:pt x="424" y="5"/>
                  </a:lnTo>
                  <a:lnTo>
                    <a:pt x="425" y="5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1" y="6"/>
                  </a:lnTo>
                  <a:lnTo>
                    <a:pt x="432" y="6"/>
                  </a:lnTo>
                  <a:lnTo>
                    <a:pt x="435" y="6"/>
                  </a:lnTo>
                  <a:lnTo>
                    <a:pt x="437" y="6"/>
                  </a:lnTo>
                  <a:lnTo>
                    <a:pt x="440" y="8"/>
                  </a:lnTo>
                  <a:lnTo>
                    <a:pt x="441" y="8"/>
                  </a:lnTo>
                  <a:lnTo>
                    <a:pt x="444" y="8"/>
                  </a:lnTo>
                  <a:lnTo>
                    <a:pt x="445" y="8"/>
                  </a:lnTo>
                  <a:lnTo>
                    <a:pt x="448" y="8"/>
                  </a:lnTo>
                  <a:lnTo>
                    <a:pt x="450" y="9"/>
                  </a:lnTo>
                  <a:lnTo>
                    <a:pt x="451" y="9"/>
                  </a:lnTo>
                  <a:lnTo>
                    <a:pt x="453" y="9"/>
                  </a:lnTo>
                  <a:lnTo>
                    <a:pt x="454" y="9"/>
                  </a:lnTo>
                  <a:lnTo>
                    <a:pt x="456" y="9"/>
                  </a:lnTo>
                  <a:lnTo>
                    <a:pt x="457" y="9"/>
                  </a:lnTo>
                  <a:lnTo>
                    <a:pt x="458" y="11"/>
                  </a:lnTo>
                  <a:lnTo>
                    <a:pt x="460" y="11"/>
                  </a:lnTo>
                  <a:lnTo>
                    <a:pt x="461" y="11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3"/>
                  </a:lnTo>
                  <a:lnTo>
                    <a:pt x="473" y="13"/>
                  </a:lnTo>
                  <a:lnTo>
                    <a:pt x="474" y="13"/>
                  </a:lnTo>
                  <a:lnTo>
                    <a:pt x="476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2" y="16"/>
                  </a:lnTo>
                  <a:lnTo>
                    <a:pt x="484" y="16"/>
                  </a:lnTo>
                  <a:lnTo>
                    <a:pt x="486" y="18"/>
                  </a:lnTo>
                  <a:lnTo>
                    <a:pt x="489" y="18"/>
                  </a:lnTo>
                  <a:lnTo>
                    <a:pt x="490" y="19"/>
                  </a:lnTo>
                  <a:lnTo>
                    <a:pt x="493" y="19"/>
                  </a:lnTo>
                  <a:lnTo>
                    <a:pt x="496" y="21"/>
                  </a:lnTo>
                  <a:lnTo>
                    <a:pt x="499" y="22"/>
                  </a:lnTo>
                  <a:lnTo>
                    <a:pt x="500" y="22"/>
                  </a:lnTo>
                  <a:lnTo>
                    <a:pt x="503" y="22"/>
                  </a:lnTo>
                  <a:lnTo>
                    <a:pt x="505" y="24"/>
                  </a:lnTo>
                  <a:lnTo>
                    <a:pt x="508" y="24"/>
                  </a:lnTo>
                  <a:lnTo>
                    <a:pt x="509" y="25"/>
                  </a:lnTo>
                  <a:lnTo>
                    <a:pt x="510" y="25"/>
                  </a:lnTo>
                  <a:lnTo>
                    <a:pt x="512" y="26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6" y="28"/>
                  </a:lnTo>
                  <a:lnTo>
                    <a:pt x="518" y="28"/>
                  </a:lnTo>
                  <a:lnTo>
                    <a:pt x="519" y="28"/>
                  </a:lnTo>
                  <a:lnTo>
                    <a:pt x="520" y="29"/>
                  </a:lnTo>
                  <a:lnTo>
                    <a:pt x="522" y="29"/>
                  </a:lnTo>
                  <a:lnTo>
                    <a:pt x="523" y="29"/>
                  </a:lnTo>
                  <a:lnTo>
                    <a:pt x="525" y="31"/>
                  </a:lnTo>
                  <a:lnTo>
                    <a:pt x="526" y="31"/>
                  </a:lnTo>
                  <a:lnTo>
                    <a:pt x="528" y="32"/>
                  </a:lnTo>
                  <a:lnTo>
                    <a:pt x="529" y="32"/>
                  </a:lnTo>
                  <a:lnTo>
                    <a:pt x="531" y="34"/>
                  </a:lnTo>
                  <a:lnTo>
                    <a:pt x="532" y="34"/>
                  </a:lnTo>
                  <a:lnTo>
                    <a:pt x="533" y="35"/>
                  </a:lnTo>
                  <a:lnTo>
                    <a:pt x="535" y="35"/>
                  </a:lnTo>
                  <a:lnTo>
                    <a:pt x="538" y="37"/>
                  </a:lnTo>
                  <a:lnTo>
                    <a:pt x="539" y="38"/>
                  </a:lnTo>
                  <a:lnTo>
                    <a:pt x="541" y="38"/>
                  </a:lnTo>
                  <a:lnTo>
                    <a:pt x="544" y="39"/>
                  </a:lnTo>
                  <a:lnTo>
                    <a:pt x="545" y="41"/>
                  </a:lnTo>
                  <a:lnTo>
                    <a:pt x="548" y="41"/>
                  </a:lnTo>
                  <a:lnTo>
                    <a:pt x="549" y="42"/>
                  </a:lnTo>
                  <a:lnTo>
                    <a:pt x="552" y="44"/>
                  </a:lnTo>
                  <a:lnTo>
                    <a:pt x="554" y="45"/>
                  </a:lnTo>
                  <a:lnTo>
                    <a:pt x="557" y="45"/>
                  </a:lnTo>
                  <a:lnTo>
                    <a:pt x="558" y="47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50"/>
                  </a:lnTo>
                  <a:lnTo>
                    <a:pt x="564" y="50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8" y="51"/>
                  </a:lnTo>
                  <a:lnTo>
                    <a:pt x="570" y="52"/>
                  </a:lnTo>
                  <a:lnTo>
                    <a:pt x="571" y="54"/>
                  </a:lnTo>
                  <a:lnTo>
                    <a:pt x="572" y="54"/>
                  </a:lnTo>
                  <a:lnTo>
                    <a:pt x="574" y="54"/>
                  </a:lnTo>
                  <a:lnTo>
                    <a:pt x="575" y="55"/>
                  </a:lnTo>
                  <a:lnTo>
                    <a:pt x="577" y="57"/>
                  </a:lnTo>
                  <a:lnTo>
                    <a:pt x="578" y="57"/>
                  </a:lnTo>
                  <a:lnTo>
                    <a:pt x="580" y="58"/>
                  </a:lnTo>
                  <a:lnTo>
                    <a:pt x="581" y="58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5" y="61"/>
                  </a:lnTo>
                  <a:lnTo>
                    <a:pt x="587" y="61"/>
                  </a:lnTo>
                  <a:lnTo>
                    <a:pt x="588" y="63"/>
                  </a:lnTo>
                  <a:lnTo>
                    <a:pt x="590" y="64"/>
                  </a:lnTo>
                  <a:lnTo>
                    <a:pt x="591" y="64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7" y="68"/>
                  </a:lnTo>
                  <a:lnTo>
                    <a:pt x="600" y="68"/>
                  </a:lnTo>
                  <a:lnTo>
                    <a:pt x="601" y="70"/>
                  </a:lnTo>
                  <a:lnTo>
                    <a:pt x="603" y="71"/>
                  </a:lnTo>
                  <a:lnTo>
                    <a:pt x="604" y="71"/>
                  </a:lnTo>
                  <a:lnTo>
                    <a:pt x="606" y="73"/>
                  </a:lnTo>
                  <a:lnTo>
                    <a:pt x="607" y="74"/>
                  </a:lnTo>
                  <a:lnTo>
                    <a:pt x="608" y="74"/>
                  </a:lnTo>
                  <a:lnTo>
                    <a:pt x="610" y="76"/>
                  </a:lnTo>
                  <a:lnTo>
                    <a:pt x="611" y="76"/>
                  </a:lnTo>
                  <a:lnTo>
                    <a:pt x="613" y="76"/>
                  </a:lnTo>
                  <a:lnTo>
                    <a:pt x="613" y="77"/>
                  </a:lnTo>
                  <a:lnTo>
                    <a:pt x="614" y="77"/>
                  </a:lnTo>
                  <a:lnTo>
                    <a:pt x="616" y="78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20" y="81"/>
                  </a:lnTo>
                  <a:lnTo>
                    <a:pt x="621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4" y="83"/>
                  </a:lnTo>
                  <a:lnTo>
                    <a:pt x="626" y="84"/>
                  </a:lnTo>
                  <a:lnTo>
                    <a:pt x="627" y="86"/>
                  </a:lnTo>
                  <a:lnTo>
                    <a:pt x="629" y="86"/>
                  </a:lnTo>
                  <a:lnTo>
                    <a:pt x="630" y="87"/>
                  </a:lnTo>
                  <a:lnTo>
                    <a:pt x="632" y="89"/>
                  </a:lnTo>
                  <a:lnTo>
                    <a:pt x="633" y="89"/>
                  </a:lnTo>
                  <a:lnTo>
                    <a:pt x="634" y="90"/>
                  </a:lnTo>
                  <a:lnTo>
                    <a:pt x="636" y="91"/>
                  </a:lnTo>
                  <a:lnTo>
                    <a:pt x="637" y="91"/>
                  </a:lnTo>
                  <a:lnTo>
                    <a:pt x="639" y="93"/>
                  </a:lnTo>
                  <a:lnTo>
                    <a:pt x="640" y="94"/>
                  </a:lnTo>
                  <a:lnTo>
                    <a:pt x="642" y="94"/>
                  </a:lnTo>
                  <a:lnTo>
                    <a:pt x="643" y="96"/>
                  </a:lnTo>
                  <a:lnTo>
                    <a:pt x="645" y="96"/>
                  </a:lnTo>
                  <a:lnTo>
                    <a:pt x="646" y="97"/>
                  </a:lnTo>
                  <a:lnTo>
                    <a:pt x="647" y="99"/>
                  </a:lnTo>
                  <a:lnTo>
                    <a:pt x="649" y="99"/>
                  </a:lnTo>
                  <a:lnTo>
                    <a:pt x="649" y="100"/>
                  </a:lnTo>
                  <a:lnTo>
                    <a:pt x="650" y="100"/>
                  </a:lnTo>
                  <a:lnTo>
                    <a:pt x="650" y="101"/>
                  </a:lnTo>
                  <a:lnTo>
                    <a:pt x="652" y="101"/>
                  </a:lnTo>
                  <a:lnTo>
                    <a:pt x="653" y="101"/>
                  </a:lnTo>
                  <a:lnTo>
                    <a:pt x="653" y="103"/>
                  </a:lnTo>
                  <a:lnTo>
                    <a:pt x="655" y="103"/>
                  </a:lnTo>
                  <a:lnTo>
                    <a:pt x="655" y="104"/>
                  </a:lnTo>
                  <a:lnTo>
                    <a:pt x="656" y="104"/>
                  </a:lnTo>
                  <a:lnTo>
                    <a:pt x="658" y="106"/>
                  </a:lnTo>
                  <a:lnTo>
                    <a:pt x="659" y="107"/>
                  </a:lnTo>
                  <a:lnTo>
                    <a:pt x="660" y="107"/>
                  </a:lnTo>
                  <a:lnTo>
                    <a:pt x="662" y="109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6" y="113"/>
                  </a:lnTo>
                  <a:lnTo>
                    <a:pt x="668" y="113"/>
                  </a:lnTo>
                  <a:lnTo>
                    <a:pt x="669" y="114"/>
                  </a:lnTo>
                  <a:lnTo>
                    <a:pt x="671" y="114"/>
                  </a:lnTo>
                  <a:lnTo>
                    <a:pt x="671" y="116"/>
                  </a:lnTo>
                  <a:lnTo>
                    <a:pt x="672" y="116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9"/>
                  </a:lnTo>
                  <a:lnTo>
                    <a:pt x="676" y="120"/>
                  </a:lnTo>
                  <a:lnTo>
                    <a:pt x="678" y="122"/>
                  </a:lnTo>
                  <a:lnTo>
                    <a:pt x="679" y="122"/>
                  </a:lnTo>
                  <a:lnTo>
                    <a:pt x="679" y="123"/>
                  </a:lnTo>
                  <a:lnTo>
                    <a:pt x="681" y="123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4" y="126"/>
                  </a:lnTo>
                  <a:lnTo>
                    <a:pt x="685" y="126"/>
                  </a:lnTo>
                  <a:lnTo>
                    <a:pt x="686" y="127"/>
                  </a:lnTo>
                  <a:lnTo>
                    <a:pt x="688" y="129"/>
                  </a:lnTo>
                  <a:lnTo>
                    <a:pt x="689" y="129"/>
                  </a:lnTo>
                  <a:lnTo>
                    <a:pt x="691" y="130"/>
                  </a:lnTo>
                  <a:lnTo>
                    <a:pt x="692" y="132"/>
                  </a:lnTo>
                  <a:lnTo>
                    <a:pt x="694" y="132"/>
                  </a:lnTo>
                  <a:lnTo>
                    <a:pt x="695" y="133"/>
                  </a:lnTo>
                  <a:lnTo>
                    <a:pt x="697" y="135"/>
                  </a:lnTo>
                  <a:lnTo>
                    <a:pt x="698" y="135"/>
                  </a:lnTo>
                  <a:lnTo>
                    <a:pt x="698" y="136"/>
                  </a:lnTo>
                  <a:lnTo>
                    <a:pt x="699" y="136"/>
                  </a:lnTo>
                  <a:lnTo>
                    <a:pt x="701" y="138"/>
                  </a:lnTo>
                  <a:lnTo>
                    <a:pt x="702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5" y="140"/>
                  </a:lnTo>
                  <a:lnTo>
                    <a:pt x="707" y="142"/>
                  </a:lnTo>
                  <a:lnTo>
                    <a:pt x="708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11" y="145"/>
                  </a:lnTo>
                  <a:lnTo>
                    <a:pt x="711" y="146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4" y="148"/>
                  </a:lnTo>
                  <a:lnTo>
                    <a:pt x="714" y="149"/>
                  </a:lnTo>
                  <a:lnTo>
                    <a:pt x="715" y="151"/>
                  </a:lnTo>
                  <a:lnTo>
                    <a:pt x="717" y="151"/>
                  </a:lnTo>
                  <a:lnTo>
                    <a:pt x="717" y="152"/>
                  </a:lnTo>
                  <a:lnTo>
                    <a:pt x="718" y="153"/>
                  </a:lnTo>
                  <a:lnTo>
                    <a:pt x="720" y="155"/>
                  </a:lnTo>
                  <a:lnTo>
                    <a:pt x="721" y="156"/>
                  </a:lnTo>
                  <a:lnTo>
                    <a:pt x="722" y="158"/>
                  </a:lnTo>
                  <a:lnTo>
                    <a:pt x="724" y="159"/>
                  </a:lnTo>
                  <a:lnTo>
                    <a:pt x="725" y="161"/>
                  </a:lnTo>
                  <a:lnTo>
                    <a:pt x="727" y="162"/>
                  </a:lnTo>
                  <a:lnTo>
                    <a:pt x="727" y="164"/>
                  </a:lnTo>
                  <a:lnTo>
                    <a:pt x="728" y="164"/>
                  </a:lnTo>
                  <a:lnTo>
                    <a:pt x="730" y="165"/>
                  </a:lnTo>
                  <a:lnTo>
                    <a:pt x="731" y="166"/>
                  </a:lnTo>
                  <a:lnTo>
                    <a:pt x="731" y="168"/>
                  </a:lnTo>
                  <a:lnTo>
                    <a:pt x="733" y="168"/>
                  </a:lnTo>
                  <a:lnTo>
                    <a:pt x="734" y="169"/>
                  </a:lnTo>
                  <a:lnTo>
                    <a:pt x="734" y="171"/>
                  </a:lnTo>
                  <a:lnTo>
                    <a:pt x="735" y="171"/>
                  </a:lnTo>
                  <a:lnTo>
                    <a:pt x="735" y="172"/>
                  </a:lnTo>
                  <a:lnTo>
                    <a:pt x="737" y="172"/>
                  </a:lnTo>
                  <a:lnTo>
                    <a:pt x="737" y="174"/>
                  </a:lnTo>
                  <a:lnTo>
                    <a:pt x="738" y="175"/>
                  </a:lnTo>
                  <a:lnTo>
                    <a:pt x="740" y="175"/>
                  </a:lnTo>
                  <a:lnTo>
                    <a:pt x="740" y="177"/>
                  </a:lnTo>
                  <a:lnTo>
                    <a:pt x="741" y="178"/>
                  </a:lnTo>
                  <a:lnTo>
                    <a:pt x="743" y="179"/>
                  </a:lnTo>
                  <a:lnTo>
                    <a:pt x="743" y="181"/>
                  </a:lnTo>
                  <a:lnTo>
                    <a:pt x="744" y="181"/>
                  </a:lnTo>
                  <a:lnTo>
                    <a:pt x="746" y="182"/>
                  </a:lnTo>
                  <a:lnTo>
                    <a:pt x="746" y="184"/>
                  </a:lnTo>
                  <a:lnTo>
                    <a:pt x="747" y="185"/>
                  </a:lnTo>
                  <a:lnTo>
                    <a:pt x="748" y="187"/>
                  </a:lnTo>
                  <a:lnTo>
                    <a:pt x="750" y="188"/>
                  </a:lnTo>
                  <a:lnTo>
                    <a:pt x="751" y="190"/>
                  </a:lnTo>
                  <a:lnTo>
                    <a:pt x="753" y="191"/>
                  </a:lnTo>
                  <a:lnTo>
                    <a:pt x="754" y="192"/>
                  </a:lnTo>
                  <a:lnTo>
                    <a:pt x="756" y="194"/>
                  </a:lnTo>
                  <a:lnTo>
                    <a:pt x="757" y="197"/>
                  </a:lnTo>
                  <a:lnTo>
                    <a:pt x="759" y="198"/>
                  </a:lnTo>
                  <a:lnTo>
                    <a:pt x="760" y="200"/>
                  </a:lnTo>
                  <a:lnTo>
                    <a:pt x="761" y="202"/>
                  </a:lnTo>
                  <a:lnTo>
                    <a:pt x="763" y="204"/>
                  </a:lnTo>
                  <a:lnTo>
                    <a:pt x="764" y="205"/>
                  </a:lnTo>
                  <a:lnTo>
                    <a:pt x="766" y="207"/>
                  </a:lnTo>
                  <a:lnTo>
                    <a:pt x="766" y="208"/>
                  </a:lnTo>
                  <a:lnTo>
                    <a:pt x="767" y="210"/>
                  </a:lnTo>
                  <a:lnTo>
                    <a:pt x="769" y="211"/>
                  </a:lnTo>
                  <a:lnTo>
                    <a:pt x="770" y="211"/>
                  </a:lnTo>
                  <a:lnTo>
                    <a:pt x="770" y="213"/>
                  </a:lnTo>
                  <a:lnTo>
                    <a:pt x="772" y="214"/>
                  </a:lnTo>
                  <a:lnTo>
                    <a:pt x="772" y="215"/>
                  </a:lnTo>
                  <a:lnTo>
                    <a:pt x="773" y="217"/>
                  </a:lnTo>
                  <a:lnTo>
                    <a:pt x="774" y="217"/>
                  </a:lnTo>
                  <a:lnTo>
                    <a:pt x="774" y="218"/>
                  </a:lnTo>
                  <a:lnTo>
                    <a:pt x="776" y="220"/>
                  </a:lnTo>
                  <a:lnTo>
                    <a:pt x="776" y="221"/>
                  </a:lnTo>
                  <a:lnTo>
                    <a:pt x="777" y="223"/>
                  </a:lnTo>
                  <a:lnTo>
                    <a:pt x="779" y="223"/>
                  </a:lnTo>
                  <a:lnTo>
                    <a:pt x="779" y="224"/>
                  </a:lnTo>
                  <a:lnTo>
                    <a:pt x="780" y="226"/>
                  </a:lnTo>
                  <a:lnTo>
                    <a:pt x="782" y="227"/>
                  </a:lnTo>
                  <a:lnTo>
                    <a:pt x="782" y="228"/>
                  </a:lnTo>
                  <a:lnTo>
                    <a:pt x="783" y="230"/>
                  </a:lnTo>
                  <a:lnTo>
                    <a:pt x="785" y="231"/>
                  </a:lnTo>
                  <a:lnTo>
                    <a:pt x="786" y="233"/>
                  </a:lnTo>
                  <a:lnTo>
                    <a:pt x="787" y="236"/>
                  </a:lnTo>
                  <a:lnTo>
                    <a:pt x="789" y="237"/>
                  </a:lnTo>
                  <a:lnTo>
                    <a:pt x="790" y="239"/>
                  </a:lnTo>
                  <a:lnTo>
                    <a:pt x="792" y="241"/>
                  </a:lnTo>
                  <a:lnTo>
                    <a:pt x="793" y="243"/>
                  </a:lnTo>
                  <a:lnTo>
                    <a:pt x="795" y="246"/>
                  </a:lnTo>
                  <a:lnTo>
                    <a:pt x="796" y="249"/>
                  </a:lnTo>
                  <a:lnTo>
                    <a:pt x="798" y="250"/>
                  </a:lnTo>
                  <a:lnTo>
                    <a:pt x="799" y="252"/>
                  </a:lnTo>
                  <a:lnTo>
                    <a:pt x="800" y="253"/>
                  </a:lnTo>
                  <a:lnTo>
                    <a:pt x="802" y="256"/>
                  </a:lnTo>
                  <a:lnTo>
                    <a:pt x="802" y="257"/>
                  </a:lnTo>
                  <a:lnTo>
                    <a:pt x="803" y="259"/>
                  </a:lnTo>
                  <a:lnTo>
                    <a:pt x="805" y="260"/>
                  </a:lnTo>
                  <a:lnTo>
                    <a:pt x="806" y="262"/>
                  </a:lnTo>
                  <a:lnTo>
                    <a:pt x="806" y="263"/>
                  </a:lnTo>
                  <a:lnTo>
                    <a:pt x="808" y="265"/>
                  </a:lnTo>
                  <a:lnTo>
                    <a:pt x="809" y="265"/>
                  </a:lnTo>
                  <a:lnTo>
                    <a:pt x="809" y="266"/>
                  </a:lnTo>
                  <a:lnTo>
                    <a:pt x="810" y="267"/>
                  </a:lnTo>
                  <a:lnTo>
                    <a:pt x="810" y="269"/>
                  </a:lnTo>
                  <a:lnTo>
                    <a:pt x="812" y="270"/>
                  </a:lnTo>
                  <a:lnTo>
                    <a:pt x="813" y="272"/>
                  </a:lnTo>
                  <a:lnTo>
                    <a:pt x="815" y="273"/>
                  </a:lnTo>
                  <a:lnTo>
                    <a:pt x="815" y="275"/>
                  </a:lnTo>
                  <a:lnTo>
                    <a:pt x="816" y="276"/>
                  </a:lnTo>
                  <a:lnTo>
                    <a:pt x="818" y="278"/>
                  </a:lnTo>
                  <a:lnTo>
                    <a:pt x="819" y="279"/>
                  </a:lnTo>
                  <a:lnTo>
                    <a:pt x="819" y="280"/>
                  </a:lnTo>
                  <a:lnTo>
                    <a:pt x="821" y="282"/>
                  </a:lnTo>
                  <a:lnTo>
                    <a:pt x="822" y="285"/>
                  </a:lnTo>
                  <a:lnTo>
                    <a:pt x="823" y="286"/>
                  </a:lnTo>
                  <a:lnTo>
                    <a:pt x="825" y="288"/>
                  </a:lnTo>
                  <a:lnTo>
                    <a:pt x="826" y="291"/>
                  </a:lnTo>
                  <a:lnTo>
                    <a:pt x="828" y="292"/>
                  </a:lnTo>
                  <a:lnTo>
                    <a:pt x="829" y="295"/>
                  </a:lnTo>
                  <a:lnTo>
                    <a:pt x="831" y="298"/>
                  </a:lnTo>
                  <a:lnTo>
                    <a:pt x="834" y="299"/>
                  </a:lnTo>
                  <a:lnTo>
                    <a:pt x="835" y="302"/>
                  </a:lnTo>
                  <a:lnTo>
                    <a:pt x="836" y="304"/>
                  </a:lnTo>
                  <a:lnTo>
                    <a:pt x="838" y="305"/>
                  </a:lnTo>
                  <a:lnTo>
                    <a:pt x="838" y="306"/>
                  </a:lnTo>
                  <a:lnTo>
                    <a:pt x="839" y="309"/>
                  </a:lnTo>
                  <a:lnTo>
                    <a:pt x="841" y="311"/>
                  </a:lnTo>
                  <a:lnTo>
                    <a:pt x="842" y="312"/>
                  </a:lnTo>
                  <a:lnTo>
                    <a:pt x="842" y="314"/>
                  </a:lnTo>
                  <a:lnTo>
                    <a:pt x="844" y="315"/>
                  </a:lnTo>
                  <a:lnTo>
                    <a:pt x="845" y="315"/>
                  </a:lnTo>
                  <a:lnTo>
                    <a:pt x="845" y="316"/>
                  </a:lnTo>
                  <a:lnTo>
                    <a:pt x="847" y="318"/>
                  </a:lnTo>
                  <a:lnTo>
                    <a:pt x="847" y="319"/>
                  </a:lnTo>
                  <a:lnTo>
                    <a:pt x="848" y="321"/>
                  </a:lnTo>
                  <a:lnTo>
                    <a:pt x="849" y="322"/>
                  </a:lnTo>
                  <a:lnTo>
                    <a:pt x="849" y="324"/>
                  </a:lnTo>
                  <a:lnTo>
                    <a:pt x="851" y="325"/>
                  </a:lnTo>
                  <a:lnTo>
                    <a:pt x="851" y="327"/>
                  </a:lnTo>
                  <a:lnTo>
                    <a:pt x="852" y="327"/>
                  </a:lnTo>
                  <a:lnTo>
                    <a:pt x="852" y="328"/>
                  </a:lnTo>
                  <a:lnTo>
                    <a:pt x="854" y="329"/>
                  </a:lnTo>
                  <a:lnTo>
                    <a:pt x="855" y="331"/>
                  </a:lnTo>
                  <a:lnTo>
                    <a:pt x="855" y="332"/>
                  </a:lnTo>
                  <a:lnTo>
                    <a:pt x="857" y="334"/>
                  </a:lnTo>
                  <a:lnTo>
                    <a:pt x="857" y="335"/>
                  </a:lnTo>
                  <a:lnTo>
                    <a:pt x="858" y="337"/>
                  </a:lnTo>
                  <a:lnTo>
                    <a:pt x="860" y="338"/>
                  </a:lnTo>
                  <a:lnTo>
                    <a:pt x="860" y="341"/>
                  </a:lnTo>
                  <a:lnTo>
                    <a:pt x="861" y="34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4" name="Freeform 139">
              <a:extLst>
                <a:ext uri="{FF2B5EF4-FFF2-40B4-BE49-F238E27FC236}">
                  <a16:creationId xmlns:a16="http://schemas.microsoft.com/office/drawing/2014/main" id="{5DF243FB-DA2A-472C-8217-75A1935B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4840288"/>
              <a:ext cx="684213" cy="273050"/>
            </a:xfrm>
            <a:custGeom>
              <a:avLst/>
              <a:gdLst>
                <a:gd name="T0" fmla="*/ 2147483646 w 861"/>
                <a:gd name="T1" fmla="*/ 2147483646 h 343"/>
                <a:gd name="T2" fmla="*/ 2147483646 w 861"/>
                <a:gd name="T3" fmla="*/ 2147483646 h 343"/>
                <a:gd name="T4" fmla="*/ 2147483646 w 861"/>
                <a:gd name="T5" fmla="*/ 2147483646 h 343"/>
                <a:gd name="T6" fmla="*/ 2147483646 w 861"/>
                <a:gd name="T7" fmla="*/ 2147483646 h 343"/>
                <a:gd name="T8" fmla="*/ 2147483646 w 861"/>
                <a:gd name="T9" fmla="*/ 2147483646 h 343"/>
                <a:gd name="T10" fmla="*/ 2147483646 w 861"/>
                <a:gd name="T11" fmla="*/ 2147483646 h 343"/>
                <a:gd name="T12" fmla="*/ 2147483646 w 861"/>
                <a:gd name="T13" fmla="*/ 2147483646 h 343"/>
                <a:gd name="T14" fmla="*/ 2147483646 w 861"/>
                <a:gd name="T15" fmla="*/ 2147483646 h 343"/>
                <a:gd name="T16" fmla="*/ 2147483646 w 861"/>
                <a:gd name="T17" fmla="*/ 2147483646 h 343"/>
                <a:gd name="T18" fmla="*/ 2147483646 w 861"/>
                <a:gd name="T19" fmla="*/ 2147483646 h 343"/>
                <a:gd name="T20" fmla="*/ 2147483646 w 861"/>
                <a:gd name="T21" fmla="*/ 2147483646 h 343"/>
                <a:gd name="T22" fmla="*/ 2147483646 w 861"/>
                <a:gd name="T23" fmla="*/ 2147483646 h 343"/>
                <a:gd name="T24" fmla="*/ 2147483646 w 861"/>
                <a:gd name="T25" fmla="*/ 2147483646 h 343"/>
                <a:gd name="T26" fmla="*/ 2147483646 w 861"/>
                <a:gd name="T27" fmla="*/ 2147483646 h 343"/>
                <a:gd name="T28" fmla="*/ 2147483646 w 861"/>
                <a:gd name="T29" fmla="*/ 2147483646 h 343"/>
                <a:gd name="T30" fmla="*/ 2147483646 w 861"/>
                <a:gd name="T31" fmla="*/ 2147483646 h 343"/>
                <a:gd name="T32" fmla="*/ 2147483646 w 861"/>
                <a:gd name="T33" fmla="*/ 2147483646 h 343"/>
                <a:gd name="T34" fmla="*/ 2147483646 w 861"/>
                <a:gd name="T35" fmla="*/ 2147483646 h 343"/>
                <a:gd name="T36" fmla="*/ 2147483646 w 861"/>
                <a:gd name="T37" fmla="*/ 2147483646 h 343"/>
                <a:gd name="T38" fmla="*/ 2147483646 w 861"/>
                <a:gd name="T39" fmla="*/ 2147483646 h 343"/>
                <a:gd name="T40" fmla="*/ 2147483646 w 861"/>
                <a:gd name="T41" fmla="*/ 2147483646 h 343"/>
                <a:gd name="T42" fmla="*/ 2147483646 w 861"/>
                <a:gd name="T43" fmla="*/ 2147483646 h 343"/>
                <a:gd name="T44" fmla="*/ 2147483646 w 861"/>
                <a:gd name="T45" fmla="*/ 2147483646 h 343"/>
                <a:gd name="T46" fmla="*/ 2147483646 w 861"/>
                <a:gd name="T47" fmla="*/ 2147483646 h 343"/>
                <a:gd name="T48" fmla="*/ 2147483646 w 861"/>
                <a:gd name="T49" fmla="*/ 2147483646 h 343"/>
                <a:gd name="T50" fmla="*/ 2147483646 w 861"/>
                <a:gd name="T51" fmla="*/ 2147483646 h 343"/>
                <a:gd name="T52" fmla="*/ 2147483646 w 861"/>
                <a:gd name="T53" fmla="*/ 2147483646 h 343"/>
                <a:gd name="T54" fmla="*/ 2147483646 w 861"/>
                <a:gd name="T55" fmla="*/ 2147483646 h 343"/>
                <a:gd name="T56" fmla="*/ 2147483646 w 861"/>
                <a:gd name="T57" fmla="*/ 2147483646 h 343"/>
                <a:gd name="T58" fmla="*/ 2147483646 w 861"/>
                <a:gd name="T59" fmla="*/ 2147483646 h 343"/>
                <a:gd name="T60" fmla="*/ 2147483646 w 861"/>
                <a:gd name="T61" fmla="*/ 2147483646 h 343"/>
                <a:gd name="T62" fmla="*/ 2147483646 w 861"/>
                <a:gd name="T63" fmla="*/ 2147483646 h 343"/>
                <a:gd name="T64" fmla="*/ 2147483646 w 861"/>
                <a:gd name="T65" fmla="*/ 2147483646 h 343"/>
                <a:gd name="T66" fmla="*/ 2147483646 w 861"/>
                <a:gd name="T67" fmla="*/ 2147483646 h 343"/>
                <a:gd name="T68" fmla="*/ 2147483646 w 861"/>
                <a:gd name="T69" fmla="*/ 2147483646 h 343"/>
                <a:gd name="T70" fmla="*/ 2147483646 w 861"/>
                <a:gd name="T71" fmla="*/ 2147483646 h 343"/>
                <a:gd name="T72" fmla="*/ 2147483646 w 861"/>
                <a:gd name="T73" fmla="*/ 2147483646 h 343"/>
                <a:gd name="T74" fmla="*/ 2147483646 w 861"/>
                <a:gd name="T75" fmla="*/ 2147483646 h 343"/>
                <a:gd name="T76" fmla="*/ 2147483646 w 861"/>
                <a:gd name="T77" fmla="*/ 2147483646 h 343"/>
                <a:gd name="T78" fmla="*/ 2147483646 w 861"/>
                <a:gd name="T79" fmla="*/ 2147483646 h 343"/>
                <a:gd name="T80" fmla="*/ 2147483646 w 861"/>
                <a:gd name="T81" fmla="*/ 2147483646 h 343"/>
                <a:gd name="T82" fmla="*/ 2147483646 w 861"/>
                <a:gd name="T83" fmla="*/ 2147483646 h 343"/>
                <a:gd name="T84" fmla="*/ 2147483646 w 861"/>
                <a:gd name="T85" fmla="*/ 2147483646 h 343"/>
                <a:gd name="T86" fmla="*/ 2147483646 w 861"/>
                <a:gd name="T87" fmla="*/ 2147483646 h 343"/>
                <a:gd name="T88" fmla="*/ 2147483646 w 861"/>
                <a:gd name="T89" fmla="*/ 2147483646 h 343"/>
                <a:gd name="T90" fmla="*/ 2147483646 w 861"/>
                <a:gd name="T91" fmla="*/ 2147483646 h 343"/>
                <a:gd name="T92" fmla="*/ 2147483646 w 861"/>
                <a:gd name="T93" fmla="*/ 2147483646 h 343"/>
                <a:gd name="T94" fmla="*/ 2147483646 w 861"/>
                <a:gd name="T95" fmla="*/ 2147483646 h 343"/>
                <a:gd name="T96" fmla="*/ 2147483646 w 861"/>
                <a:gd name="T97" fmla="*/ 2147483646 h 343"/>
                <a:gd name="T98" fmla="*/ 2147483646 w 861"/>
                <a:gd name="T99" fmla="*/ 2147483646 h 343"/>
                <a:gd name="T100" fmla="*/ 2147483646 w 861"/>
                <a:gd name="T101" fmla="*/ 2147483646 h 343"/>
                <a:gd name="T102" fmla="*/ 2147483646 w 861"/>
                <a:gd name="T103" fmla="*/ 2147483646 h 343"/>
                <a:gd name="T104" fmla="*/ 2147483646 w 861"/>
                <a:gd name="T105" fmla="*/ 2147483646 h 343"/>
                <a:gd name="T106" fmla="*/ 2147483646 w 861"/>
                <a:gd name="T107" fmla="*/ 2147483646 h 343"/>
                <a:gd name="T108" fmla="*/ 2147483646 w 861"/>
                <a:gd name="T109" fmla="*/ 2147483646 h 343"/>
                <a:gd name="T110" fmla="*/ 2147483646 w 861"/>
                <a:gd name="T111" fmla="*/ 2147483646 h 343"/>
                <a:gd name="T112" fmla="*/ 2147483646 w 861"/>
                <a:gd name="T113" fmla="*/ 2147483646 h 343"/>
                <a:gd name="T114" fmla="*/ 2147483646 w 861"/>
                <a:gd name="T115" fmla="*/ 2147483646 h 343"/>
                <a:gd name="T116" fmla="*/ 2147483646 w 861"/>
                <a:gd name="T117" fmla="*/ 2147483646 h 343"/>
                <a:gd name="T118" fmla="*/ 2147483646 w 861"/>
                <a:gd name="T119" fmla="*/ 2147483646 h 343"/>
                <a:gd name="T120" fmla="*/ 2147483646 w 861"/>
                <a:gd name="T121" fmla="*/ 2147483646 h 3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1"/>
                <a:gd name="T184" fmla="*/ 0 h 343"/>
                <a:gd name="T185" fmla="*/ 861 w 861"/>
                <a:gd name="T186" fmla="*/ 343 h 3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1" h="343">
                  <a:moveTo>
                    <a:pt x="0" y="343"/>
                  </a:moveTo>
                  <a:lnTo>
                    <a:pt x="33" y="343"/>
                  </a:lnTo>
                  <a:lnTo>
                    <a:pt x="63" y="343"/>
                  </a:lnTo>
                  <a:lnTo>
                    <a:pt x="92" y="343"/>
                  </a:lnTo>
                  <a:lnTo>
                    <a:pt x="119" y="343"/>
                  </a:lnTo>
                  <a:lnTo>
                    <a:pt x="144" y="343"/>
                  </a:lnTo>
                  <a:lnTo>
                    <a:pt x="167" y="343"/>
                  </a:lnTo>
                  <a:lnTo>
                    <a:pt x="189" y="343"/>
                  </a:lnTo>
                  <a:lnTo>
                    <a:pt x="209" y="343"/>
                  </a:lnTo>
                  <a:lnTo>
                    <a:pt x="228" y="343"/>
                  </a:lnTo>
                  <a:lnTo>
                    <a:pt x="245" y="343"/>
                  </a:lnTo>
                  <a:lnTo>
                    <a:pt x="261" y="343"/>
                  </a:lnTo>
                  <a:lnTo>
                    <a:pt x="275" y="343"/>
                  </a:lnTo>
                  <a:lnTo>
                    <a:pt x="288" y="343"/>
                  </a:lnTo>
                  <a:lnTo>
                    <a:pt x="300" y="343"/>
                  </a:lnTo>
                  <a:lnTo>
                    <a:pt x="310" y="343"/>
                  </a:lnTo>
                  <a:lnTo>
                    <a:pt x="320" y="343"/>
                  </a:lnTo>
                  <a:lnTo>
                    <a:pt x="329" y="343"/>
                  </a:lnTo>
                  <a:lnTo>
                    <a:pt x="336" y="343"/>
                  </a:lnTo>
                  <a:lnTo>
                    <a:pt x="343" y="343"/>
                  </a:lnTo>
                  <a:lnTo>
                    <a:pt x="349" y="343"/>
                  </a:lnTo>
                  <a:lnTo>
                    <a:pt x="355" y="342"/>
                  </a:lnTo>
                  <a:lnTo>
                    <a:pt x="359" y="342"/>
                  </a:lnTo>
                  <a:lnTo>
                    <a:pt x="363" y="342"/>
                  </a:lnTo>
                  <a:lnTo>
                    <a:pt x="368" y="342"/>
                  </a:lnTo>
                  <a:lnTo>
                    <a:pt x="370" y="342"/>
                  </a:lnTo>
                  <a:lnTo>
                    <a:pt x="373" y="342"/>
                  </a:lnTo>
                  <a:lnTo>
                    <a:pt x="376" y="342"/>
                  </a:lnTo>
                  <a:lnTo>
                    <a:pt x="379" y="342"/>
                  </a:lnTo>
                  <a:lnTo>
                    <a:pt x="381" y="342"/>
                  </a:lnTo>
                  <a:lnTo>
                    <a:pt x="383" y="342"/>
                  </a:lnTo>
                  <a:lnTo>
                    <a:pt x="385" y="342"/>
                  </a:lnTo>
                  <a:lnTo>
                    <a:pt x="388" y="342"/>
                  </a:lnTo>
                  <a:lnTo>
                    <a:pt x="391" y="342"/>
                  </a:lnTo>
                  <a:lnTo>
                    <a:pt x="392" y="340"/>
                  </a:lnTo>
                  <a:lnTo>
                    <a:pt x="395" y="340"/>
                  </a:lnTo>
                  <a:lnTo>
                    <a:pt x="396" y="340"/>
                  </a:lnTo>
                  <a:lnTo>
                    <a:pt x="398" y="340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4" y="340"/>
                  </a:lnTo>
                  <a:lnTo>
                    <a:pt x="405" y="340"/>
                  </a:lnTo>
                  <a:lnTo>
                    <a:pt x="407" y="340"/>
                  </a:lnTo>
                  <a:lnTo>
                    <a:pt x="408" y="340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2" y="339"/>
                  </a:lnTo>
                  <a:lnTo>
                    <a:pt x="414" y="339"/>
                  </a:lnTo>
                  <a:lnTo>
                    <a:pt x="415" y="339"/>
                  </a:lnTo>
                  <a:lnTo>
                    <a:pt x="417" y="339"/>
                  </a:lnTo>
                  <a:lnTo>
                    <a:pt x="418" y="339"/>
                  </a:lnTo>
                  <a:lnTo>
                    <a:pt x="419" y="339"/>
                  </a:lnTo>
                  <a:lnTo>
                    <a:pt x="421" y="339"/>
                  </a:lnTo>
                  <a:lnTo>
                    <a:pt x="422" y="338"/>
                  </a:lnTo>
                  <a:lnTo>
                    <a:pt x="424" y="338"/>
                  </a:lnTo>
                  <a:lnTo>
                    <a:pt x="425" y="338"/>
                  </a:lnTo>
                  <a:lnTo>
                    <a:pt x="428" y="338"/>
                  </a:lnTo>
                  <a:lnTo>
                    <a:pt x="430" y="338"/>
                  </a:lnTo>
                  <a:lnTo>
                    <a:pt x="431" y="338"/>
                  </a:lnTo>
                  <a:lnTo>
                    <a:pt x="432" y="338"/>
                  </a:lnTo>
                  <a:lnTo>
                    <a:pt x="435" y="336"/>
                  </a:lnTo>
                  <a:lnTo>
                    <a:pt x="437" y="336"/>
                  </a:lnTo>
                  <a:lnTo>
                    <a:pt x="440" y="336"/>
                  </a:lnTo>
                  <a:lnTo>
                    <a:pt x="441" y="336"/>
                  </a:lnTo>
                  <a:lnTo>
                    <a:pt x="444" y="335"/>
                  </a:lnTo>
                  <a:lnTo>
                    <a:pt x="445" y="335"/>
                  </a:lnTo>
                  <a:lnTo>
                    <a:pt x="448" y="335"/>
                  </a:lnTo>
                  <a:lnTo>
                    <a:pt x="450" y="335"/>
                  </a:lnTo>
                  <a:lnTo>
                    <a:pt x="451" y="335"/>
                  </a:lnTo>
                  <a:lnTo>
                    <a:pt x="453" y="335"/>
                  </a:lnTo>
                  <a:lnTo>
                    <a:pt x="454" y="333"/>
                  </a:lnTo>
                  <a:lnTo>
                    <a:pt x="456" y="333"/>
                  </a:lnTo>
                  <a:lnTo>
                    <a:pt x="457" y="333"/>
                  </a:lnTo>
                  <a:lnTo>
                    <a:pt x="458" y="333"/>
                  </a:lnTo>
                  <a:lnTo>
                    <a:pt x="460" y="333"/>
                  </a:lnTo>
                  <a:lnTo>
                    <a:pt x="461" y="333"/>
                  </a:lnTo>
                  <a:lnTo>
                    <a:pt x="463" y="332"/>
                  </a:lnTo>
                  <a:lnTo>
                    <a:pt x="464" y="332"/>
                  </a:lnTo>
                  <a:lnTo>
                    <a:pt x="466" y="332"/>
                  </a:lnTo>
                  <a:lnTo>
                    <a:pt x="467" y="330"/>
                  </a:lnTo>
                  <a:lnTo>
                    <a:pt x="469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4" y="329"/>
                  </a:lnTo>
                  <a:lnTo>
                    <a:pt x="476" y="329"/>
                  </a:lnTo>
                  <a:lnTo>
                    <a:pt x="479" y="327"/>
                  </a:lnTo>
                  <a:lnTo>
                    <a:pt x="480" y="327"/>
                  </a:lnTo>
                  <a:lnTo>
                    <a:pt x="482" y="327"/>
                  </a:lnTo>
                  <a:lnTo>
                    <a:pt x="484" y="326"/>
                  </a:lnTo>
                  <a:lnTo>
                    <a:pt x="486" y="326"/>
                  </a:lnTo>
                  <a:lnTo>
                    <a:pt x="489" y="325"/>
                  </a:lnTo>
                  <a:lnTo>
                    <a:pt x="490" y="325"/>
                  </a:lnTo>
                  <a:lnTo>
                    <a:pt x="493" y="323"/>
                  </a:lnTo>
                  <a:lnTo>
                    <a:pt x="496" y="322"/>
                  </a:lnTo>
                  <a:lnTo>
                    <a:pt x="499" y="322"/>
                  </a:lnTo>
                  <a:lnTo>
                    <a:pt x="500" y="320"/>
                  </a:lnTo>
                  <a:lnTo>
                    <a:pt x="503" y="320"/>
                  </a:lnTo>
                  <a:lnTo>
                    <a:pt x="505" y="320"/>
                  </a:lnTo>
                  <a:lnTo>
                    <a:pt x="508" y="319"/>
                  </a:lnTo>
                  <a:lnTo>
                    <a:pt x="509" y="319"/>
                  </a:lnTo>
                  <a:lnTo>
                    <a:pt x="510" y="317"/>
                  </a:lnTo>
                  <a:lnTo>
                    <a:pt x="512" y="317"/>
                  </a:lnTo>
                  <a:lnTo>
                    <a:pt x="513" y="317"/>
                  </a:lnTo>
                  <a:lnTo>
                    <a:pt x="515" y="316"/>
                  </a:lnTo>
                  <a:lnTo>
                    <a:pt x="516" y="316"/>
                  </a:lnTo>
                  <a:lnTo>
                    <a:pt x="518" y="316"/>
                  </a:lnTo>
                  <a:lnTo>
                    <a:pt x="519" y="314"/>
                  </a:lnTo>
                  <a:lnTo>
                    <a:pt x="520" y="314"/>
                  </a:lnTo>
                  <a:lnTo>
                    <a:pt x="522" y="314"/>
                  </a:lnTo>
                  <a:lnTo>
                    <a:pt x="523" y="313"/>
                  </a:lnTo>
                  <a:lnTo>
                    <a:pt x="525" y="313"/>
                  </a:lnTo>
                  <a:lnTo>
                    <a:pt x="526" y="312"/>
                  </a:lnTo>
                  <a:lnTo>
                    <a:pt x="528" y="312"/>
                  </a:lnTo>
                  <a:lnTo>
                    <a:pt x="529" y="310"/>
                  </a:lnTo>
                  <a:lnTo>
                    <a:pt x="531" y="310"/>
                  </a:lnTo>
                  <a:lnTo>
                    <a:pt x="532" y="309"/>
                  </a:lnTo>
                  <a:lnTo>
                    <a:pt x="533" y="309"/>
                  </a:lnTo>
                  <a:lnTo>
                    <a:pt x="535" y="307"/>
                  </a:lnTo>
                  <a:lnTo>
                    <a:pt x="538" y="307"/>
                  </a:lnTo>
                  <a:lnTo>
                    <a:pt x="539" y="306"/>
                  </a:lnTo>
                  <a:lnTo>
                    <a:pt x="541" y="304"/>
                  </a:lnTo>
                  <a:lnTo>
                    <a:pt x="544" y="304"/>
                  </a:lnTo>
                  <a:lnTo>
                    <a:pt x="545" y="303"/>
                  </a:lnTo>
                  <a:lnTo>
                    <a:pt x="548" y="301"/>
                  </a:lnTo>
                  <a:lnTo>
                    <a:pt x="549" y="300"/>
                  </a:lnTo>
                  <a:lnTo>
                    <a:pt x="552" y="300"/>
                  </a:lnTo>
                  <a:lnTo>
                    <a:pt x="554" y="299"/>
                  </a:lnTo>
                  <a:lnTo>
                    <a:pt x="557" y="297"/>
                  </a:lnTo>
                  <a:lnTo>
                    <a:pt x="558" y="297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4"/>
                  </a:lnTo>
                  <a:lnTo>
                    <a:pt x="564" y="293"/>
                  </a:lnTo>
                  <a:lnTo>
                    <a:pt x="565" y="293"/>
                  </a:lnTo>
                  <a:lnTo>
                    <a:pt x="567" y="293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0" y="290"/>
                  </a:lnTo>
                  <a:lnTo>
                    <a:pt x="571" y="290"/>
                  </a:lnTo>
                  <a:lnTo>
                    <a:pt x="572" y="289"/>
                  </a:lnTo>
                  <a:lnTo>
                    <a:pt x="574" y="289"/>
                  </a:lnTo>
                  <a:lnTo>
                    <a:pt x="575" y="289"/>
                  </a:lnTo>
                  <a:lnTo>
                    <a:pt x="575" y="287"/>
                  </a:lnTo>
                  <a:lnTo>
                    <a:pt x="577" y="287"/>
                  </a:lnTo>
                  <a:lnTo>
                    <a:pt x="578" y="286"/>
                  </a:lnTo>
                  <a:lnTo>
                    <a:pt x="580" y="286"/>
                  </a:lnTo>
                  <a:lnTo>
                    <a:pt x="581" y="284"/>
                  </a:lnTo>
                  <a:lnTo>
                    <a:pt x="583" y="284"/>
                  </a:lnTo>
                  <a:lnTo>
                    <a:pt x="584" y="283"/>
                  </a:lnTo>
                  <a:lnTo>
                    <a:pt x="585" y="283"/>
                  </a:lnTo>
                  <a:lnTo>
                    <a:pt x="587" y="281"/>
                  </a:lnTo>
                  <a:lnTo>
                    <a:pt x="588" y="281"/>
                  </a:lnTo>
                  <a:lnTo>
                    <a:pt x="590" y="280"/>
                  </a:lnTo>
                  <a:lnTo>
                    <a:pt x="591" y="278"/>
                  </a:lnTo>
                  <a:lnTo>
                    <a:pt x="593" y="277"/>
                  </a:lnTo>
                  <a:lnTo>
                    <a:pt x="596" y="277"/>
                  </a:lnTo>
                  <a:lnTo>
                    <a:pt x="597" y="276"/>
                  </a:lnTo>
                  <a:lnTo>
                    <a:pt x="600" y="274"/>
                  </a:lnTo>
                  <a:lnTo>
                    <a:pt x="601" y="273"/>
                  </a:lnTo>
                  <a:lnTo>
                    <a:pt x="603" y="273"/>
                  </a:lnTo>
                  <a:lnTo>
                    <a:pt x="604" y="271"/>
                  </a:lnTo>
                  <a:lnTo>
                    <a:pt x="606" y="271"/>
                  </a:lnTo>
                  <a:lnTo>
                    <a:pt x="607" y="270"/>
                  </a:lnTo>
                  <a:lnTo>
                    <a:pt x="608" y="268"/>
                  </a:lnTo>
                  <a:lnTo>
                    <a:pt x="610" y="268"/>
                  </a:lnTo>
                  <a:lnTo>
                    <a:pt x="611" y="267"/>
                  </a:lnTo>
                  <a:lnTo>
                    <a:pt x="613" y="267"/>
                  </a:lnTo>
                  <a:lnTo>
                    <a:pt x="614" y="265"/>
                  </a:lnTo>
                  <a:lnTo>
                    <a:pt x="616" y="265"/>
                  </a:lnTo>
                  <a:lnTo>
                    <a:pt x="616" y="264"/>
                  </a:lnTo>
                  <a:lnTo>
                    <a:pt x="617" y="264"/>
                  </a:lnTo>
                  <a:lnTo>
                    <a:pt x="619" y="264"/>
                  </a:lnTo>
                  <a:lnTo>
                    <a:pt x="619" y="263"/>
                  </a:lnTo>
                  <a:lnTo>
                    <a:pt x="620" y="263"/>
                  </a:lnTo>
                  <a:lnTo>
                    <a:pt x="621" y="261"/>
                  </a:lnTo>
                  <a:lnTo>
                    <a:pt x="623" y="260"/>
                  </a:lnTo>
                  <a:lnTo>
                    <a:pt x="624" y="260"/>
                  </a:lnTo>
                  <a:lnTo>
                    <a:pt x="626" y="260"/>
                  </a:lnTo>
                  <a:lnTo>
                    <a:pt x="626" y="258"/>
                  </a:lnTo>
                  <a:lnTo>
                    <a:pt x="627" y="257"/>
                  </a:lnTo>
                  <a:lnTo>
                    <a:pt x="629" y="257"/>
                  </a:lnTo>
                  <a:lnTo>
                    <a:pt x="630" y="255"/>
                  </a:lnTo>
                  <a:lnTo>
                    <a:pt x="632" y="255"/>
                  </a:lnTo>
                  <a:lnTo>
                    <a:pt x="633" y="254"/>
                  </a:lnTo>
                  <a:lnTo>
                    <a:pt x="634" y="252"/>
                  </a:lnTo>
                  <a:lnTo>
                    <a:pt x="636" y="252"/>
                  </a:lnTo>
                  <a:lnTo>
                    <a:pt x="637" y="251"/>
                  </a:lnTo>
                  <a:lnTo>
                    <a:pt x="639" y="250"/>
                  </a:lnTo>
                  <a:lnTo>
                    <a:pt x="640" y="250"/>
                  </a:lnTo>
                  <a:lnTo>
                    <a:pt x="642" y="248"/>
                  </a:lnTo>
                  <a:lnTo>
                    <a:pt x="643" y="247"/>
                  </a:lnTo>
                  <a:lnTo>
                    <a:pt x="645" y="247"/>
                  </a:lnTo>
                  <a:lnTo>
                    <a:pt x="646" y="245"/>
                  </a:lnTo>
                  <a:lnTo>
                    <a:pt x="647" y="244"/>
                  </a:lnTo>
                  <a:lnTo>
                    <a:pt x="649" y="244"/>
                  </a:lnTo>
                  <a:lnTo>
                    <a:pt x="650" y="242"/>
                  </a:lnTo>
                  <a:lnTo>
                    <a:pt x="652" y="241"/>
                  </a:lnTo>
                  <a:lnTo>
                    <a:pt x="653" y="241"/>
                  </a:lnTo>
                  <a:lnTo>
                    <a:pt x="655" y="239"/>
                  </a:lnTo>
                  <a:lnTo>
                    <a:pt x="656" y="238"/>
                  </a:lnTo>
                  <a:lnTo>
                    <a:pt x="658" y="238"/>
                  </a:lnTo>
                  <a:lnTo>
                    <a:pt x="658" y="237"/>
                  </a:lnTo>
                  <a:lnTo>
                    <a:pt x="659" y="237"/>
                  </a:lnTo>
                  <a:lnTo>
                    <a:pt x="660" y="235"/>
                  </a:lnTo>
                  <a:lnTo>
                    <a:pt x="662" y="234"/>
                  </a:lnTo>
                  <a:lnTo>
                    <a:pt x="663" y="232"/>
                  </a:lnTo>
                  <a:lnTo>
                    <a:pt x="665" y="232"/>
                  </a:lnTo>
                  <a:lnTo>
                    <a:pt x="665" y="231"/>
                  </a:lnTo>
                  <a:lnTo>
                    <a:pt x="666" y="231"/>
                  </a:lnTo>
                  <a:lnTo>
                    <a:pt x="668" y="229"/>
                  </a:lnTo>
                  <a:lnTo>
                    <a:pt x="669" y="228"/>
                  </a:lnTo>
                  <a:lnTo>
                    <a:pt x="671" y="228"/>
                  </a:lnTo>
                  <a:lnTo>
                    <a:pt x="671" y="226"/>
                  </a:lnTo>
                  <a:lnTo>
                    <a:pt x="672" y="226"/>
                  </a:lnTo>
                  <a:lnTo>
                    <a:pt x="672" y="225"/>
                  </a:lnTo>
                  <a:lnTo>
                    <a:pt x="673" y="225"/>
                  </a:lnTo>
                  <a:lnTo>
                    <a:pt x="675" y="225"/>
                  </a:lnTo>
                  <a:lnTo>
                    <a:pt x="675" y="224"/>
                  </a:lnTo>
                  <a:lnTo>
                    <a:pt x="676" y="224"/>
                  </a:lnTo>
                  <a:lnTo>
                    <a:pt x="676" y="222"/>
                  </a:lnTo>
                  <a:lnTo>
                    <a:pt x="678" y="222"/>
                  </a:lnTo>
                  <a:lnTo>
                    <a:pt x="678" y="221"/>
                  </a:lnTo>
                  <a:lnTo>
                    <a:pt x="679" y="221"/>
                  </a:lnTo>
                  <a:lnTo>
                    <a:pt x="681" y="221"/>
                  </a:lnTo>
                  <a:lnTo>
                    <a:pt x="681" y="219"/>
                  </a:lnTo>
                  <a:lnTo>
                    <a:pt x="682" y="219"/>
                  </a:lnTo>
                  <a:lnTo>
                    <a:pt x="684" y="218"/>
                  </a:lnTo>
                  <a:lnTo>
                    <a:pt x="685" y="216"/>
                  </a:lnTo>
                  <a:lnTo>
                    <a:pt x="686" y="216"/>
                  </a:lnTo>
                  <a:lnTo>
                    <a:pt x="686" y="215"/>
                  </a:lnTo>
                  <a:lnTo>
                    <a:pt x="688" y="215"/>
                  </a:lnTo>
                  <a:lnTo>
                    <a:pt x="689" y="213"/>
                  </a:lnTo>
                  <a:lnTo>
                    <a:pt x="691" y="213"/>
                  </a:lnTo>
                  <a:lnTo>
                    <a:pt x="691" y="212"/>
                  </a:lnTo>
                  <a:lnTo>
                    <a:pt x="692" y="212"/>
                  </a:lnTo>
                  <a:lnTo>
                    <a:pt x="694" y="211"/>
                  </a:lnTo>
                  <a:lnTo>
                    <a:pt x="695" y="209"/>
                  </a:lnTo>
                  <a:lnTo>
                    <a:pt x="697" y="209"/>
                  </a:lnTo>
                  <a:lnTo>
                    <a:pt x="698" y="208"/>
                  </a:lnTo>
                  <a:lnTo>
                    <a:pt x="699" y="206"/>
                  </a:lnTo>
                  <a:lnTo>
                    <a:pt x="701" y="206"/>
                  </a:lnTo>
                  <a:lnTo>
                    <a:pt x="701" y="205"/>
                  </a:lnTo>
                  <a:lnTo>
                    <a:pt x="702" y="205"/>
                  </a:lnTo>
                  <a:lnTo>
                    <a:pt x="704" y="203"/>
                  </a:lnTo>
                  <a:lnTo>
                    <a:pt x="705" y="203"/>
                  </a:lnTo>
                  <a:lnTo>
                    <a:pt x="705" y="202"/>
                  </a:lnTo>
                  <a:lnTo>
                    <a:pt x="707" y="202"/>
                  </a:lnTo>
                  <a:lnTo>
                    <a:pt x="707" y="200"/>
                  </a:lnTo>
                  <a:lnTo>
                    <a:pt x="708" y="200"/>
                  </a:lnTo>
                  <a:lnTo>
                    <a:pt x="709" y="199"/>
                  </a:lnTo>
                  <a:lnTo>
                    <a:pt x="711" y="198"/>
                  </a:lnTo>
                  <a:lnTo>
                    <a:pt x="712" y="196"/>
                  </a:lnTo>
                  <a:lnTo>
                    <a:pt x="714" y="195"/>
                  </a:lnTo>
                  <a:lnTo>
                    <a:pt x="714" y="193"/>
                  </a:lnTo>
                  <a:lnTo>
                    <a:pt x="715" y="193"/>
                  </a:lnTo>
                  <a:lnTo>
                    <a:pt x="717" y="192"/>
                  </a:lnTo>
                  <a:lnTo>
                    <a:pt x="717" y="190"/>
                  </a:lnTo>
                  <a:lnTo>
                    <a:pt x="718" y="190"/>
                  </a:lnTo>
                  <a:lnTo>
                    <a:pt x="720" y="189"/>
                  </a:lnTo>
                  <a:lnTo>
                    <a:pt x="721" y="188"/>
                  </a:lnTo>
                  <a:lnTo>
                    <a:pt x="722" y="186"/>
                  </a:lnTo>
                  <a:lnTo>
                    <a:pt x="724" y="185"/>
                  </a:lnTo>
                  <a:lnTo>
                    <a:pt x="725" y="183"/>
                  </a:lnTo>
                  <a:lnTo>
                    <a:pt x="727" y="182"/>
                  </a:lnTo>
                  <a:lnTo>
                    <a:pt x="727" y="180"/>
                  </a:lnTo>
                  <a:lnTo>
                    <a:pt x="728" y="179"/>
                  </a:lnTo>
                  <a:lnTo>
                    <a:pt x="730" y="177"/>
                  </a:lnTo>
                  <a:lnTo>
                    <a:pt x="731" y="177"/>
                  </a:lnTo>
                  <a:lnTo>
                    <a:pt x="731" y="176"/>
                  </a:lnTo>
                  <a:lnTo>
                    <a:pt x="733" y="175"/>
                  </a:lnTo>
                  <a:lnTo>
                    <a:pt x="734" y="173"/>
                  </a:lnTo>
                  <a:lnTo>
                    <a:pt x="735" y="172"/>
                  </a:lnTo>
                  <a:lnTo>
                    <a:pt x="737" y="170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0" y="167"/>
                  </a:lnTo>
                  <a:lnTo>
                    <a:pt x="741" y="166"/>
                  </a:lnTo>
                  <a:lnTo>
                    <a:pt x="741" y="164"/>
                  </a:lnTo>
                  <a:lnTo>
                    <a:pt x="743" y="164"/>
                  </a:lnTo>
                  <a:lnTo>
                    <a:pt x="743" y="163"/>
                  </a:lnTo>
                  <a:lnTo>
                    <a:pt x="744" y="162"/>
                  </a:lnTo>
                  <a:lnTo>
                    <a:pt x="746" y="160"/>
                  </a:lnTo>
                  <a:lnTo>
                    <a:pt x="746" y="159"/>
                  </a:lnTo>
                  <a:lnTo>
                    <a:pt x="747" y="159"/>
                  </a:lnTo>
                  <a:lnTo>
                    <a:pt x="748" y="157"/>
                  </a:lnTo>
                  <a:lnTo>
                    <a:pt x="750" y="156"/>
                  </a:lnTo>
                  <a:lnTo>
                    <a:pt x="751" y="154"/>
                  </a:lnTo>
                  <a:lnTo>
                    <a:pt x="753" y="151"/>
                  </a:lnTo>
                  <a:lnTo>
                    <a:pt x="754" y="150"/>
                  </a:lnTo>
                  <a:lnTo>
                    <a:pt x="756" y="149"/>
                  </a:lnTo>
                  <a:lnTo>
                    <a:pt x="757" y="147"/>
                  </a:lnTo>
                  <a:lnTo>
                    <a:pt x="759" y="144"/>
                  </a:lnTo>
                  <a:lnTo>
                    <a:pt x="760" y="143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4" y="138"/>
                  </a:lnTo>
                  <a:lnTo>
                    <a:pt x="766" y="137"/>
                  </a:lnTo>
                  <a:lnTo>
                    <a:pt x="766" y="136"/>
                  </a:lnTo>
                  <a:lnTo>
                    <a:pt x="767" y="134"/>
                  </a:lnTo>
                  <a:lnTo>
                    <a:pt x="769" y="133"/>
                  </a:lnTo>
                  <a:lnTo>
                    <a:pt x="770" y="131"/>
                  </a:lnTo>
                  <a:lnTo>
                    <a:pt x="770" y="130"/>
                  </a:lnTo>
                  <a:lnTo>
                    <a:pt x="772" y="128"/>
                  </a:lnTo>
                  <a:lnTo>
                    <a:pt x="773" y="127"/>
                  </a:lnTo>
                  <a:lnTo>
                    <a:pt x="774" y="125"/>
                  </a:lnTo>
                  <a:lnTo>
                    <a:pt x="774" y="124"/>
                  </a:lnTo>
                  <a:lnTo>
                    <a:pt x="776" y="124"/>
                  </a:lnTo>
                  <a:lnTo>
                    <a:pt x="776" y="123"/>
                  </a:lnTo>
                  <a:lnTo>
                    <a:pt x="777" y="121"/>
                  </a:lnTo>
                  <a:lnTo>
                    <a:pt x="779" y="120"/>
                  </a:lnTo>
                  <a:lnTo>
                    <a:pt x="779" y="118"/>
                  </a:lnTo>
                  <a:lnTo>
                    <a:pt x="780" y="117"/>
                  </a:lnTo>
                  <a:lnTo>
                    <a:pt x="782" y="115"/>
                  </a:lnTo>
                  <a:lnTo>
                    <a:pt x="782" y="114"/>
                  </a:lnTo>
                  <a:lnTo>
                    <a:pt x="783" y="112"/>
                  </a:lnTo>
                  <a:lnTo>
                    <a:pt x="785" y="111"/>
                  </a:lnTo>
                  <a:lnTo>
                    <a:pt x="786" y="110"/>
                  </a:lnTo>
                  <a:lnTo>
                    <a:pt x="787" y="108"/>
                  </a:lnTo>
                  <a:lnTo>
                    <a:pt x="789" y="107"/>
                  </a:lnTo>
                  <a:lnTo>
                    <a:pt x="790" y="104"/>
                  </a:lnTo>
                  <a:lnTo>
                    <a:pt x="792" y="102"/>
                  </a:lnTo>
                  <a:lnTo>
                    <a:pt x="793" y="99"/>
                  </a:lnTo>
                  <a:lnTo>
                    <a:pt x="795" y="97"/>
                  </a:lnTo>
                  <a:lnTo>
                    <a:pt x="796" y="95"/>
                  </a:lnTo>
                  <a:lnTo>
                    <a:pt x="798" y="94"/>
                  </a:lnTo>
                  <a:lnTo>
                    <a:pt x="799" y="91"/>
                  </a:lnTo>
                  <a:lnTo>
                    <a:pt x="800" y="89"/>
                  </a:lnTo>
                  <a:lnTo>
                    <a:pt x="802" y="88"/>
                  </a:lnTo>
                  <a:lnTo>
                    <a:pt x="802" y="86"/>
                  </a:lnTo>
                  <a:lnTo>
                    <a:pt x="803" y="85"/>
                  </a:lnTo>
                  <a:lnTo>
                    <a:pt x="805" y="84"/>
                  </a:lnTo>
                  <a:lnTo>
                    <a:pt x="806" y="82"/>
                  </a:lnTo>
                  <a:lnTo>
                    <a:pt x="806" y="81"/>
                  </a:lnTo>
                  <a:lnTo>
                    <a:pt x="808" y="79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0" y="75"/>
                  </a:lnTo>
                  <a:lnTo>
                    <a:pt x="812" y="74"/>
                  </a:lnTo>
                  <a:lnTo>
                    <a:pt x="813" y="72"/>
                  </a:lnTo>
                  <a:lnTo>
                    <a:pt x="813" y="71"/>
                  </a:lnTo>
                  <a:lnTo>
                    <a:pt x="815" y="69"/>
                  </a:lnTo>
                  <a:lnTo>
                    <a:pt x="815" y="68"/>
                  </a:lnTo>
                  <a:lnTo>
                    <a:pt x="816" y="66"/>
                  </a:lnTo>
                  <a:lnTo>
                    <a:pt x="818" y="65"/>
                  </a:lnTo>
                  <a:lnTo>
                    <a:pt x="819" y="63"/>
                  </a:lnTo>
                  <a:lnTo>
                    <a:pt x="819" y="62"/>
                  </a:lnTo>
                  <a:lnTo>
                    <a:pt x="821" y="61"/>
                  </a:lnTo>
                  <a:lnTo>
                    <a:pt x="822" y="59"/>
                  </a:lnTo>
                  <a:lnTo>
                    <a:pt x="823" y="56"/>
                  </a:lnTo>
                  <a:lnTo>
                    <a:pt x="825" y="55"/>
                  </a:lnTo>
                  <a:lnTo>
                    <a:pt x="826" y="53"/>
                  </a:lnTo>
                  <a:lnTo>
                    <a:pt x="828" y="50"/>
                  </a:lnTo>
                  <a:lnTo>
                    <a:pt x="829" y="48"/>
                  </a:lnTo>
                  <a:lnTo>
                    <a:pt x="831" y="46"/>
                  </a:lnTo>
                  <a:lnTo>
                    <a:pt x="834" y="43"/>
                  </a:lnTo>
                  <a:lnTo>
                    <a:pt x="835" y="42"/>
                  </a:lnTo>
                  <a:lnTo>
                    <a:pt x="836" y="39"/>
                  </a:lnTo>
                  <a:lnTo>
                    <a:pt x="838" y="37"/>
                  </a:lnTo>
                  <a:lnTo>
                    <a:pt x="838" y="36"/>
                  </a:lnTo>
                  <a:lnTo>
                    <a:pt x="839" y="35"/>
                  </a:lnTo>
                  <a:lnTo>
                    <a:pt x="841" y="33"/>
                  </a:lnTo>
                  <a:lnTo>
                    <a:pt x="842" y="32"/>
                  </a:lnTo>
                  <a:lnTo>
                    <a:pt x="842" y="30"/>
                  </a:lnTo>
                  <a:lnTo>
                    <a:pt x="844" y="29"/>
                  </a:lnTo>
                  <a:lnTo>
                    <a:pt x="845" y="27"/>
                  </a:lnTo>
                  <a:lnTo>
                    <a:pt x="845" y="26"/>
                  </a:lnTo>
                  <a:lnTo>
                    <a:pt x="847" y="24"/>
                  </a:lnTo>
                  <a:lnTo>
                    <a:pt x="848" y="23"/>
                  </a:lnTo>
                  <a:lnTo>
                    <a:pt x="848" y="22"/>
                  </a:lnTo>
                  <a:lnTo>
                    <a:pt x="849" y="20"/>
                  </a:lnTo>
                  <a:lnTo>
                    <a:pt x="851" y="19"/>
                  </a:lnTo>
                  <a:lnTo>
                    <a:pt x="851" y="17"/>
                  </a:lnTo>
                  <a:lnTo>
                    <a:pt x="852" y="16"/>
                  </a:lnTo>
                  <a:lnTo>
                    <a:pt x="852" y="14"/>
                  </a:lnTo>
                  <a:lnTo>
                    <a:pt x="854" y="13"/>
                  </a:lnTo>
                  <a:lnTo>
                    <a:pt x="855" y="11"/>
                  </a:lnTo>
                  <a:lnTo>
                    <a:pt x="857" y="9"/>
                  </a:lnTo>
                  <a:lnTo>
                    <a:pt x="857" y="7"/>
                  </a:lnTo>
                  <a:lnTo>
                    <a:pt x="858" y="6"/>
                  </a:lnTo>
                  <a:lnTo>
                    <a:pt x="860" y="4"/>
                  </a:lnTo>
                  <a:lnTo>
                    <a:pt x="860" y="3"/>
                  </a:lnTo>
                  <a:lnTo>
                    <a:pt x="86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5" name="Freeform 140">
              <a:extLst>
                <a:ext uri="{FF2B5EF4-FFF2-40B4-BE49-F238E27FC236}">
                  <a16:creationId xmlns:a16="http://schemas.microsoft.com/office/drawing/2014/main" id="{A9A37AD8-CDED-4D8F-B7D9-7D9FA19A4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567238"/>
              <a:ext cx="80962" cy="273050"/>
            </a:xfrm>
            <a:custGeom>
              <a:avLst/>
              <a:gdLst>
                <a:gd name="T0" fmla="*/ 2147483646 w 102"/>
                <a:gd name="T1" fmla="*/ 2147483646 h 344"/>
                <a:gd name="T2" fmla="*/ 2147483646 w 102"/>
                <a:gd name="T3" fmla="*/ 2147483646 h 344"/>
                <a:gd name="T4" fmla="*/ 2147483646 w 102"/>
                <a:gd name="T5" fmla="*/ 2147483646 h 344"/>
                <a:gd name="T6" fmla="*/ 2147483646 w 102"/>
                <a:gd name="T7" fmla="*/ 2147483646 h 344"/>
                <a:gd name="T8" fmla="*/ 2147483646 w 102"/>
                <a:gd name="T9" fmla="*/ 2147483646 h 344"/>
                <a:gd name="T10" fmla="*/ 2147483646 w 102"/>
                <a:gd name="T11" fmla="*/ 2147483646 h 344"/>
                <a:gd name="T12" fmla="*/ 2147483646 w 102"/>
                <a:gd name="T13" fmla="*/ 2147483646 h 344"/>
                <a:gd name="T14" fmla="*/ 2147483646 w 102"/>
                <a:gd name="T15" fmla="*/ 2147483646 h 344"/>
                <a:gd name="T16" fmla="*/ 2147483646 w 102"/>
                <a:gd name="T17" fmla="*/ 2147483646 h 344"/>
                <a:gd name="T18" fmla="*/ 2147483646 w 102"/>
                <a:gd name="T19" fmla="*/ 2147483646 h 344"/>
                <a:gd name="T20" fmla="*/ 2147483646 w 102"/>
                <a:gd name="T21" fmla="*/ 2147483646 h 344"/>
                <a:gd name="T22" fmla="*/ 2147483646 w 102"/>
                <a:gd name="T23" fmla="*/ 2147483646 h 344"/>
                <a:gd name="T24" fmla="*/ 2147483646 w 102"/>
                <a:gd name="T25" fmla="*/ 2147483646 h 344"/>
                <a:gd name="T26" fmla="*/ 2147483646 w 102"/>
                <a:gd name="T27" fmla="*/ 2147483646 h 344"/>
                <a:gd name="T28" fmla="*/ 2147483646 w 102"/>
                <a:gd name="T29" fmla="*/ 2147483646 h 344"/>
                <a:gd name="T30" fmla="*/ 2147483646 w 102"/>
                <a:gd name="T31" fmla="*/ 2147483646 h 344"/>
                <a:gd name="T32" fmla="*/ 2147483646 w 102"/>
                <a:gd name="T33" fmla="*/ 2147483646 h 344"/>
                <a:gd name="T34" fmla="*/ 2147483646 w 102"/>
                <a:gd name="T35" fmla="*/ 2147483646 h 344"/>
                <a:gd name="T36" fmla="*/ 2147483646 w 102"/>
                <a:gd name="T37" fmla="*/ 2147483646 h 344"/>
                <a:gd name="T38" fmla="*/ 2147483646 w 102"/>
                <a:gd name="T39" fmla="*/ 2147483646 h 344"/>
                <a:gd name="T40" fmla="*/ 2147483646 w 102"/>
                <a:gd name="T41" fmla="*/ 2147483646 h 344"/>
                <a:gd name="T42" fmla="*/ 2147483646 w 102"/>
                <a:gd name="T43" fmla="*/ 2147483646 h 344"/>
                <a:gd name="T44" fmla="*/ 2147483646 w 102"/>
                <a:gd name="T45" fmla="*/ 2147483646 h 344"/>
                <a:gd name="T46" fmla="*/ 2147483646 w 102"/>
                <a:gd name="T47" fmla="*/ 2147483646 h 344"/>
                <a:gd name="T48" fmla="*/ 2147483646 w 102"/>
                <a:gd name="T49" fmla="*/ 2147483646 h 344"/>
                <a:gd name="T50" fmla="*/ 2147483646 w 102"/>
                <a:gd name="T51" fmla="*/ 2147483646 h 344"/>
                <a:gd name="T52" fmla="*/ 2147483646 w 102"/>
                <a:gd name="T53" fmla="*/ 2147483646 h 344"/>
                <a:gd name="T54" fmla="*/ 2147483646 w 102"/>
                <a:gd name="T55" fmla="*/ 2147483646 h 344"/>
                <a:gd name="T56" fmla="*/ 2147483646 w 102"/>
                <a:gd name="T57" fmla="*/ 2147483646 h 344"/>
                <a:gd name="T58" fmla="*/ 2147483646 w 102"/>
                <a:gd name="T59" fmla="*/ 2147483646 h 344"/>
                <a:gd name="T60" fmla="*/ 2147483646 w 102"/>
                <a:gd name="T61" fmla="*/ 2147483646 h 344"/>
                <a:gd name="T62" fmla="*/ 2147483646 w 102"/>
                <a:gd name="T63" fmla="*/ 2147483646 h 344"/>
                <a:gd name="T64" fmla="*/ 2147483646 w 102"/>
                <a:gd name="T65" fmla="*/ 2147483646 h 344"/>
                <a:gd name="T66" fmla="*/ 2147483646 w 102"/>
                <a:gd name="T67" fmla="*/ 2147483646 h 344"/>
                <a:gd name="T68" fmla="*/ 2147483646 w 102"/>
                <a:gd name="T69" fmla="*/ 2147483646 h 344"/>
                <a:gd name="T70" fmla="*/ 2147483646 w 102"/>
                <a:gd name="T71" fmla="*/ 2147483646 h 344"/>
                <a:gd name="T72" fmla="*/ 2147483646 w 102"/>
                <a:gd name="T73" fmla="*/ 2147483646 h 344"/>
                <a:gd name="T74" fmla="*/ 2147483646 w 102"/>
                <a:gd name="T75" fmla="*/ 2147483646 h 344"/>
                <a:gd name="T76" fmla="*/ 2147483646 w 102"/>
                <a:gd name="T77" fmla="*/ 2147483646 h 344"/>
                <a:gd name="T78" fmla="*/ 2147483646 w 102"/>
                <a:gd name="T79" fmla="*/ 2147483646 h 344"/>
                <a:gd name="T80" fmla="*/ 2147483646 w 102"/>
                <a:gd name="T81" fmla="*/ 2147483646 h 344"/>
                <a:gd name="T82" fmla="*/ 2147483646 w 102"/>
                <a:gd name="T83" fmla="*/ 2147483646 h 344"/>
                <a:gd name="T84" fmla="*/ 2147483646 w 102"/>
                <a:gd name="T85" fmla="*/ 2147483646 h 344"/>
                <a:gd name="T86" fmla="*/ 2147483646 w 102"/>
                <a:gd name="T87" fmla="*/ 2147483646 h 344"/>
                <a:gd name="T88" fmla="*/ 2147483646 w 102"/>
                <a:gd name="T89" fmla="*/ 2147483646 h 344"/>
                <a:gd name="T90" fmla="*/ 2147483646 w 102"/>
                <a:gd name="T91" fmla="*/ 2147483646 h 344"/>
                <a:gd name="T92" fmla="*/ 2147483646 w 102"/>
                <a:gd name="T93" fmla="*/ 2147483646 h 344"/>
                <a:gd name="T94" fmla="*/ 2147483646 w 102"/>
                <a:gd name="T95" fmla="*/ 2147483646 h 344"/>
                <a:gd name="T96" fmla="*/ 2147483646 w 102"/>
                <a:gd name="T97" fmla="*/ 2147483646 h 344"/>
                <a:gd name="T98" fmla="*/ 2147483646 w 102"/>
                <a:gd name="T99" fmla="*/ 2147483646 h 344"/>
                <a:gd name="T100" fmla="*/ 2147483646 w 102"/>
                <a:gd name="T101" fmla="*/ 2147483646 h 344"/>
                <a:gd name="T102" fmla="*/ 2147483646 w 102"/>
                <a:gd name="T103" fmla="*/ 2147483646 h 344"/>
                <a:gd name="T104" fmla="*/ 2147483646 w 102"/>
                <a:gd name="T105" fmla="*/ 2147483646 h 344"/>
                <a:gd name="T106" fmla="*/ 2147483646 w 102"/>
                <a:gd name="T107" fmla="*/ 2147483646 h 344"/>
                <a:gd name="T108" fmla="*/ 2147483646 w 102"/>
                <a:gd name="T109" fmla="*/ 2147483646 h 344"/>
                <a:gd name="T110" fmla="*/ 2147483646 w 102"/>
                <a:gd name="T111" fmla="*/ 2147483646 h 344"/>
                <a:gd name="T112" fmla="*/ 2147483646 w 102"/>
                <a:gd name="T113" fmla="*/ 2147483646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4"/>
                <a:gd name="T173" fmla="*/ 102 w 102"/>
                <a:gd name="T174" fmla="*/ 344 h 34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4">
                  <a:moveTo>
                    <a:pt x="0" y="0"/>
                  </a:moveTo>
                  <a:lnTo>
                    <a:pt x="2" y="3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3"/>
                  </a:lnTo>
                  <a:lnTo>
                    <a:pt x="10" y="16"/>
                  </a:lnTo>
                  <a:lnTo>
                    <a:pt x="11" y="19"/>
                  </a:lnTo>
                  <a:lnTo>
                    <a:pt x="13" y="22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7" y="71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1" y="86"/>
                  </a:lnTo>
                  <a:lnTo>
                    <a:pt x="43" y="87"/>
                  </a:lnTo>
                  <a:lnTo>
                    <a:pt x="43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6"/>
                  </a:lnTo>
                  <a:lnTo>
                    <a:pt x="46" y="97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9" y="101"/>
                  </a:lnTo>
                  <a:lnTo>
                    <a:pt x="49" y="104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3" y="113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4" y="119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7" y="125"/>
                  </a:lnTo>
                  <a:lnTo>
                    <a:pt x="57" y="126"/>
                  </a:lnTo>
                  <a:lnTo>
                    <a:pt x="59" y="127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60" y="132"/>
                  </a:lnTo>
                  <a:lnTo>
                    <a:pt x="60" y="133"/>
                  </a:lnTo>
                  <a:lnTo>
                    <a:pt x="60" y="135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39"/>
                  </a:lnTo>
                  <a:lnTo>
                    <a:pt x="63" y="140"/>
                  </a:lnTo>
                  <a:lnTo>
                    <a:pt x="63" y="142"/>
                  </a:lnTo>
                  <a:lnTo>
                    <a:pt x="63" y="143"/>
                  </a:lnTo>
                  <a:lnTo>
                    <a:pt x="64" y="145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6" y="149"/>
                  </a:lnTo>
                  <a:lnTo>
                    <a:pt x="66" y="151"/>
                  </a:lnTo>
                  <a:lnTo>
                    <a:pt x="66" y="152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9" y="158"/>
                  </a:lnTo>
                  <a:lnTo>
                    <a:pt x="69" y="161"/>
                  </a:lnTo>
                  <a:lnTo>
                    <a:pt x="70" y="164"/>
                  </a:lnTo>
                  <a:lnTo>
                    <a:pt x="70" y="165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3" y="172"/>
                  </a:lnTo>
                  <a:lnTo>
                    <a:pt x="73" y="174"/>
                  </a:lnTo>
                  <a:lnTo>
                    <a:pt x="73" y="175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9"/>
                  </a:lnTo>
                  <a:lnTo>
                    <a:pt x="76" y="181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5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4"/>
                  </a:lnTo>
                  <a:lnTo>
                    <a:pt x="80" y="195"/>
                  </a:lnTo>
                  <a:lnTo>
                    <a:pt x="80" y="197"/>
                  </a:lnTo>
                  <a:lnTo>
                    <a:pt x="80" y="198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3" y="205"/>
                  </a:lnTo>
                  <a:lnTo>
                    <a:pt x="83" y="207"/>
                  </a:lnTo>
                  <a:lnTo>
                    <a:pt x="83" y="208"/>
                  </a:lnTo>
                  <a:lnTo>
                    <a:pt x="85" y="211"/>
                  </a:lnTo>
                  <a:lnTo>
                    <a:pt x="85" y="213"/>
                  </a:lnTo>
                  <a:lnTo>
                    <a:pt x="86" y="215"/>
                  </a:lnTo>
                  <a:lnTo>
                    <a:pt x="86" y="218"/>
                  </a:lnTo>
                  <a:lnTo>
                    <a:pt x="88" y="220"/>
                  </a:lnTo>
                  <a:lnTo>
                    <a:pt x="88" y="223"/>
                  </a:lnTo>
                  <a:lnTo>
                    <a:pt x="89" y="224"/>
                  </a:lnTo>
                  <a:lnTo>
                    <a:pt x="89" y="226"/>
                  </a:lnTo>
                  <a:lnTo>
                    <a:pt x="89" y="227"/>
                  </a:lnTo>
                  <a:lnTo>
                    <a:pt x="90" y="230"/>
                  </a:lnTo>
                  <a:lnTo>
                    <a:pt x="90" y="231"/>
                  </a:lnTo>
                  <a:lnTo>
                    <a:pt x="90" y="233"/>
                  </a:lnTo>
                  <a:lnTo>
                    <a:pt x="92" y="234"/>
                  </a:lnTo>
                  <a:lnTo>
                    <a:pt x="92" y="236"/>
                  </a:lnTo>
                  <a:lnTo>
                    <a:pt x="92" y="237"/>
                  </a:lnTo>
                  <a:lnTo>
                    <a:pt x="93" y="239"/>
                  </a:lnTo>
                  <a:lnTo>
                    <a:pt x="93" y="240"/>
                  </a:lnTo>
                  <a:lnTo>
                    <a:pt x="93" y="241"/>
                  </a:lnTo>
                  <a:lnTo>
                    <a:pt x="93" y="243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5" y="247"/>
                  </a:lnTo>
                  <a:lnTo>
                    <a:pt x="95" y="249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5" y="259"/>
                  </a:lnTo>
                  <a:lnTo>
                    <a:pt x="95" y="260"/>
                  </a:lnTo>
                  <a:lnTo>
                    <a:pt x="96" y="262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6" y="267"/>
                  </a:lnTo>
                  <a:lnTo>
                    <a:pt x="96" y="270"/>
                  </a:lnTo>
                  <a:lnTo>
                    <a:pt x="96" y="272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6" y="276"/>
                  </a:lnTo>
                  <a:lnTo>
                    <a:pt x="98" y="278"/>
                  </a:lnTo>
                  <a:lnTo>
                    <a:pt x="98" y="279"/>
                  </a:lnTo>
                  <a:lnTo>
                    <a:pt x="98" y="280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8" y="285"/>
                  </a:lnTo>
                  <a:lnTo>
                    <a:pt x="98" y="286"/>
                  </a:lnTo>
                  <a:lnTo>
                    <a:pt x="98" y="288"/>
                  </a:lnTo>
                  <a:lnTo>
                    <a:pt x="98" y="289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9" y="292"/>
                  </a:lnTo>
                  <a:lnTo>
                    <a:pt x="99" y="293"/>
                  </a:lnTo>
                  <a:lnTo>
                    <a:pt x="99" y="295"/>
                  </a:lnTo>
                  <a:lnTo>
                    <a:pt x="99" y="296"/>
                  </a:lnTo>
                  <a:lnTo>
                    <a:pt x="101" y="298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2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2" y="305"/>
                  </a:lnTo>
                  <a:lnTo>
                    <a:pt x="102" y="306"/>
                  </a:lnTo>
                  <a:lnTo>
                    <a:pt x="102" y="308"/>
                  </a:lnTo>
                  <a:lnTo>
                    <a:pt x="102" y="309"/>
                  </a:lnTo>
                  <a:lnTo>
                    <a:pt x="102" y="311"/>
                  </a:lnTo>
                  <a:lnTo>
                    <a:pt x="102" y="312"/>
                  </a:lnTo>
                  <a:lnTo>
                    <a:pt x="102" y="314"/>
                  </a:lnTo>
                  <a:lnTo>
                    <a:pt x="102" y="315"/>
                  </a:lnTo>
                  <a:lnTo>
                    <a:pt x="102" y="316"/>
                  </a:lnTo>
                  <a:lnTo>
                    <a:pt x="102" y="318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7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2" y="337"/>
                  </a:lnTo>
                  <a:lnTo>
                    <a:pt x="102" y="340"/>
                  </a:lnTo>
                  <a:lnTo>
                    <a:pt x="102" y="341"/>
                  </a:lnTo>
                  <a:lnTo>
                    <a:pt x="101" y="34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6" name="Freeform 141">
              <a:extLst>
                <a:ext uri="{FF2B5EF4-FFF2-40B4-BE49-F238E27FC236}">
                  <a16:creationId xmlns:a16="http://schemas.microsoft.com/office/drawing/2014/main" id="{80FC1558-1165-4D32-AD7C-9B904E17E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4838700"/>
              <a:ext cx="80962" cy="274638"/>
            </a:xfrm>
            <a:custGeom>
              <a:avLst/>
              <a:gdLst>
                <a:gd name="T0" fmla="*/ 2147483646 w 102"/>
                <a:gd name="T1" fmla="*/ 2147483646 h 345"/>
                <a:gd name="T2" fmla="*/ 2147483646 w 102"/>
                <a:gd name="T3" fmla="*/ 2147483646 h 345"/>
                <a:gd name="T4" fmla="*/ 2147483646 w 102"/>
                <a:gd name="T5" fmla="*/ 2147483646 h 345"/>
                <a:gd name="T6" fmla="*/ 2147483646 w 102"/>
                <a:gd name="T7" fmla="*/ 2147483646 h 345"/>
                <a:gd name="T8" fmla="*/ 2147483646 w 102"/>
                <a:gd name="T9" fmla="*/ 2147483646 h 345"/>
                <a:gd name="T10" fmla="*/ 2147483646 w 102"/>
                <a:gd name="T11" fmla="*/ 2147483646 h 345"/>
                <a:gd name="T12" fmla="*/ 2147483646 w 102"/>
                <a:gd name="T13" fmla="*/ 2147483646 h 345"/>
                <a:gd name="T14" fmla="*/ 2147483646 w 102"/>
                <a:gd name="T15" fmla="*/ 2147483646 h 345"/>
                <a:gd name="T16" fmla="*/ 2147483646 w 102"/>
                <a:gd name="T17" fmla="*/ 2147483646 h 345"/>
                <a:gd name="T18" fmla="*/ 2147483646 w 102"/>
                <a:gd name="T19" fmla="*/ 2147483646 h 345"/>
                <a:gd name="T20" fmla="*/ 2147483646 w 102"/>
                <a:gd name="T21" fmla="*/ 2147483646 h 345"/>
                <a:gd name="T22" fmla="*/ 2147483646 w 102"/>
                <a:gd name="T23" fmla="*/ 2147483646 h 345"/>
                <a:gd name="T24" fmla="*/ 2147483646 w 102"/>
                <a:gd name="T25" fmla="*/ 2147483646 h 345"/>
                <a:gd name="T26" fmla="*/ 2147483646 w 102"/>
                <a:gd name="T27" fmla="*/ 2147483646 h 345"/>
                <a:gd name="T28" fmla="*/ 2147483646 w 102"/>
                <a:gd name="T29" fmla="*/ 2147483646 h 345"/>
                <a:gd name="T30" fmla="*/ 2147483646 w 102"/>
                <a:gd name="T31" fmla="*/ 2147483646 h 345"/>
                <a:gd name="T32" fmla="*/ 2147483646 w 102"/>
                <a:gd name="T33" fmla="*/ 2147483646 h 345"/>
                <a:gd name="T34" fmla="*/ 2147483646 w 102"/>
                <a:gd name="T35" fmla="*/ 2147483646 h 345"/>
                <a:gd name="T36" fmla="*/ 2147483646 w 102"/>
                <a:gd name="T37" fmla="*/ 2147483646 h 345"/>
                <a:gd name="T38" fmla="*/ 2147483646 w 102"/>
                <a:gd name="T39" fmla="*/ 2147483646 h 345"/>
                <a:gd name="T40" fmla="*/ 2147483646 w 102"/>
                <a:gd name="T41" fmla="*/ 2147483646 h 345"/>
                <a:gd name="T42" fmla="*/ 2147483646 w 102"/>
                <a:gd name="T43" fmla="*/ 2147483646 h 345"/>
                <a:gd name="T44" fmla="*/ 2147483646 w 102"/>
                <a:gd name="T45" fmla="*/ 2147483646 h 345"/>
                <a:gd name="T46" fmla="*/ 2147483646 w 102"/>
                <a:gd name="T47" fmla="*/ 2147483646 h 345"/>
                <a:gd name="T48" fmla="*/ 2147483646 w 102"/>
                <a:gd name="T49" fmla="*/ 2147483646 h 345"/>
                <a:gd name="T50" fmla="*/ 2147483646 w 102"/>
                <a:gd name="T51" fmla="*/ 2147483646 h 345"/>
                <a:gd name="T52" fmla="*/ 2147483646 w 102"/>
                <a:gd name="T53" fmla="*/ 2147483646 h 345"/>
                <a:gd name="T54" fmla="*/ 2147483646 w 102"/>
                <a:gd name="T55" fmla="*/ 2147483646 h 345"/>
                <a:gd name="T56" fmla="*/ 2147483646 w 102"/>
                <a:gd name="T57" fmla="*/ 2147483646 h 345"/>
                <a:gd name="T58" fmla="*/ 2147483646 w 102"/>
                <a:gd name="T59" fmla="*/ 2147483646 h 345"/>
                <a:gd name="T60" fmla="*/ 2147483646 w 102"/>
                <a:gd name="T61" fmla="*/ 2147483646 h 345"/>
                <a:gd name="T62" fmla="*/ 2147483646 w 102"/>
                <a:gd name="T63" fmla="*/ 2147483646 h 345"/>
                <a:gd name="T64" fmla="*/ 2147483646 w 102"/>
                <a:gd name="T65" fmla="*/ 2147483646 h 345"/>
                <a:gd name="T66" fmla="*/ 2147483646 w 102"/>
                <a:gd name="T67" fmla="*/ 2147483646 h 345"/>
                <a:gd name="T68" fmla="*/ 2147483646 w 102"/>
                <a:gd name="T69" fmla="*/ 2147483646 h 345"/>
                <a:gd name="T70" fmla="*/ 2147483646 w 102"/>
                <a:gd name="T71" fmla="*/ 2147483646 h 345"/>
                <a:gd name="T72" fmla="*/ 2147483646 w 102"/>
                <a:gd name="T73" fmla="*/ 2147483646 h 345"/>
                <a:gd name="T74" fmla="*/ 2147483646 w 102"/>
                <a:gd name="T75" fmla="*/ 2147483646 h 345"/>
                <a:gd name="T76" fmla="*/ 2147483646 w 102"/>
                <a:gd name="T77" fmla="*/ 2147483646 h 345"/>
                <a:gd name="T78" fmla="*/ 2147483646 w 102"/>
                <a:gd name="T79" fmla="*/ 2147483646 h 345"/>
                <a:gd name="T80" fmla="*/ 2147483646 w 102"/>
                <a:gd name="T81" fmla="*/ 2147483646 h 345"/>
                <a:gd name="T82" fmla="*/ 2147483646 w 102"/>
                <a:gd name="T83" fmla="*/ 2147483646 h 345"/>
                <a:gd name="T84" fmla="*/ 2147483646 w 102"/>
                <a:gd name="T85" fmla="*/ 2147483646 h 345"/>
                <a:gd name="T86" fmla="*/ 2147483646 w 102"/>
                <a:gd name="T87" fmla="*/ 2147483646 h 345"/>
                <a:gd name="T88" fmla="*/ 2147483646 w 102"/>
                <a:gd name="T89" fmla="*/ 2147483646 h 345"/>
                <a:gd name="T90" fmla="*/ 2147483646 w 102"/>
                <a:gd name="T91" fmla="*/ 2147483646 h 345"/>
                <a:gd name="T92" fmla="*/ 2147483646 w 102"/>
                <a:gd name="T93" fmla="*/ 2147483646 h 345"/>
                <a:gd name="T94" fmla="*/ 2147483646 w 102"/>
                <a:gd name="T95" fmla="*/ 2147483646 h 345"/>
                <a:gd name="T96" fmla="*/ 2147483646 w 102"/>
                <a:gd name="T97" fmla="*/ 2147483646 h 345"/>
                <a:gd name="T98" fmla="*/ 2147483646 w 102"/>
                <a:gd name="T99" fmla="*/ 2147483646 h 345"/>
                <a:gd name="T100" fmla="*/ 2147483646 w 102"/>
                <a:gd name="T101" fmla="*/ 2147483646 h 345"/>
                <a:gd name="T102" fmla="*/ 2147483646 w 102"/>
                <a:gd name="T103" fmla="*/ 2147483646 h 345"/>
                <a:gd name="T104" fmla="*/ 2147483646 w 102"/>
                <a:gd name="T105" fmla="*/ 2147483646 h 345"/>
                <a:gd name="T106" fmla="*/ 2147483646 w 102"/>
                <a:gd name="T107" fmla="*/ 2147483646 h 345"/>
                <a:gd name="T108" fmla="*/ 2147483646 w 102"/>
                <a:gd name="T109" fmla="*/ 2147483646 h 345"/>
                <a:gd name="T110" fmla="*/ 2147483646 w 102"/>
                <a:gd name="T111" fmla="*/ 2147483646 h 345"/>
                <a:gd name="T112" fmla="*/ 2147483646 w 102"/>
                <a:gd name="T113" fmla="*/ 2147483646 h 3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345"/>
                <a:gd name="T173" fmla="*/ 102 w 102"/>
                <a:gd name="T174" fmla="*/ 345 h 3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345">
                  <a:moveTo>
                    <a:pt x="0" y="345"/>
                  </a:moveTo>
                  <a:lnTo>
                    <a:pt x="2" y="341"/>
                  </a:lnTo>
                  <a:lnTo>
                    <a:pt x="4" y="338"/>
                  </a:lnTo>
                  <a:lnTo>
                    <a:pt x="7" y="334"/>
                  </a:lnTo>
                  <a:lnTo>
                    <a:pt x="8" y="331"/>
                  </a:lnTo>
                  <a:lnTo>
                    <a:pt x="10" y="328"/>
                  </a:lnTo>
                  <a:lnTo>
                    <a:pt x="11" y="325"/>
                  </a:lnTo>
                  <a:lnTo>
                    <a:pt x="13" y="324"/>
                  </a:lnTo>
                  <a:lnTo>
                    <a:pt x="14" y="321"/>
                  </a:lnTo>
                  <a:lnTo>
                    <a:pt x="15" y="318"/>
                  </a:lnTo>
                  <a:lnTo>
                    <a:pt x="17" y="316"/>
                  </a:lnTo>
                  <a:lnTo>
                    <a:pt x="17" y="315"/>
                  </a:lnTo>
                  <a:lnTo>
                    <a:pt x="18" y="312"/>
                  </a:lnTo>
                  <a:lnTo>
                    <a:pt x="20" y="311"/>
                  </a:lnTo>
                  <a:lnTo>
                    <a:pt x="20" y="309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3" y="305"/>
                  </a:lnTo>
                  <a:lnTo>
                    <a:pt x="23" y="303"/>
                  </a:lnTo>
                  <a:lnTo>
                    <a:pt x="24" y="302"/>
                  </a:lnTo>
                  <a:lnTo>
                    <a:pt x="24" y="301"/>
                  </a:lnTo>
                  <a:lnTo>
                    <a:pt x="26" y="299"/>
                  </a:lnTo>
                  <a:lnTo>
                    <a:pt x="26" y="298"/>
                  </a:lnTo>
                  <a:lnTo>
                    <a:pt x="27" y="296"/>
                  </a:lnTo>
                  <a:lnTo>
                    <a:pt x="27" y="295"/>
                  </a:lnTo>
                  <a:lnTo>
                    <a:pt x="28" y="293"/>
                  </a:lnTo>
                  <a:lnTo>
                    <a:pt x="28" y="292"/>
                  </a:lnTo>
                  <a:lnTo>
                    <a:pt x="28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1" y="286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4" y="280"/>
                  </a:lnTo>
                  <a:lnTo>
                    <a:pt x="34" y="278"/>
                  </a:lnTo>
                  <a:lnTo>
                    <a:pt x="36" y="276"/>
                  </a:lnTo>
                  <a:lnTo>
                    <a:pt x="36" y="275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8" y="269"/>
                  </a:lnTo>
                  <a:lnTo>
                    <a:pt x="38" y="267"/>
                  </a:lnTo>
                  <a:lnTo>
                    <a:pt x="38" y="266"/>
                  </a:lnTo>
                  <a:lnTo>
                    <a:pt x="40" y="266"/>
                  </a:lnTo>
                  <a:lnTo>
                    <a:pt x="40" y="265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0"/>
                  </a:lnTo>
                  <a:lnTo>
                    <a:pt x="43" y="259"/>
                  </a:lnTo>
                  <a:lnTo>
                    <a:pt x="43" y="257"/>
                  </a:lnTo>
                  <a:lnTo>
                    <a:pt x="43" y="256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7" y="246"/>
                  </a:lnTo>
                  <a:lnTo>
                    <a:pt x="47" y="244"/>
                  </a:lnTo>
                  <a:lnTo>
                    <a:pt x="49" y="243"/>
                  </a:lnTo>
                  <a:lnTo>
                    <a:pt x="49" y="241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51" y="234"/>
                  </a:lnTo>
                  <a:lnTo>
                    <a:pt x="53" y="231"/>
                  </a:lnTo>
                  <a:lnTo>
                    <a:pt x="53" y="230"/>
                  </a:lnTo>
                  <a:lnTo>
                    <a:pt x="54" y="227"/>
                  </a:lnTo>
                  <a:lnTo>
                    <a:pt x="54" y="226"/>
                  </a:lnTo>
                  <a:lnTo>
                    <a:pt x="56" y="224"/>
                  </a:lnTo>
                  <a:lnTo>
                    <a:pt x="56" y="221"/>
                  </a:lnTo>
                  <a:lnTo>
                    <a:pt x="57" y="220"/>
                  </a:lnTo>
                  <a:lnTo>
                    <a:pt x="57" y="218"/>
                  </a:lnTo>
                  <a:lnTo>
                    <a:pt x="59" y="217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60" y="213"/>
                  </a:lnTo>
                  <a:lnTo>
                    <a:pt x="60" y="211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2"/>
                  </a:lnTo>
                  <a:lnTo>
                    <a:pt x="63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4" y="197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7" y="191"/>
                  </a:lnTo>
                  <a:lnTo>
                    <a:pt x="67" y="188"/>
                  </a:lnTo>
                  <a:lnTo>
                    <a:pt x="69" y="187"/>
                  </a:lnTo>
                  <a:lnTo>
                    <a:pt x="69" y="184"/>
                  </a:lnTo>
                  <a:lnTo>
                    <a:pt x="70" y="182"/>
                  </a:lnTo>
                  <a:lnTo>
                    <a:pt x="70" y="179"/>
                  </a:lnTo>
                  <a:lnTo>
                    <a:pt x="72" y="177"/>
                  </a:lnTo>
                  <a:lnTo>
                    <a:pt x="72" y="175"/>
                  </a:lnTo>
                  <a:lnTo>
                    <a:pt x="73" y="174"/>
                  </a:lnTo>
                  <a:lnTo>
                    <a:pt x="73" y="171"/>
                  </a:lnTo>
                  <a:lnTo>
                    <a:pt x="73" y="169"/>
                  </a:lnTo>
                  <a:lnTo>
                    <a:pt x="75" y="168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6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80" y="146"/>
                  </a:lnTo>
                  <a:lnTo>
                    <a:pt x="82" y="145"/>
                  </a:lnTo>
                  <a:lnTo>
                    <a:pt x="82" y="143"/>
                  </a:lnTo>
                  <a:lnTo>
                    <a:pt x="82" y="142"/>
                  </a:lnTo>
                  <a:lnTo>
                    <a:pt x="83" y="140"/>
                  </a:lnTo>
                  <a:lnTo>
                    <a:pt x="83" y="138"/>
                  </a:lnTo>
                  <a:lnTo>
                    <a:pt x="83" y="136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8" y="125"/>
                  </a:lnTo>
                  <a:lnTo>
                    <a:pt x="88" y="123"/>
                  </a:lnTo>
                  <a:lnTo>
                    <a:pt x="89" y="120"/>
                  </a:lnTo>
                  <a:lnTo>
                    <a:pt x="89" y="119"/>
                  </a:lnTo>
                  <a:lnTo>
                    <a:pt x="89" y="117"/>
                  </a:lnTo>
                  <a:lnTo>
                    <a:pt x="90" y="116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92" y="112"/>
                  </a:lnTo>
                  <a:lnTo>
                    <a:pt x="92" y="110"/>
                  </a:lnTo>
                  <a:lnTo>
                    <a:pt x="92" y="109"/>
                  </a:lnTo>
                  <a:lnTo>
                    <a:pt x="92" y="107"/>
                  </a:lnTo>
                  <a:lnTo>
                    <a:pt x="93" y="106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5" y="99"/>
                  </a:lnTo>
                  <a:lnTo>
                    <a:pt x="95" y="97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1"/>
                  </a:lnTo>
                  <a:lnTo>
                    <a:pt x="95" y="90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4"/>
                  </a:lnTo>
                  <a:lnTo>
                    <a:pt x="96" y="83"/>
                  </a:lnTo>
                  <a:lnTo>
                    <a:pt x="96" y="81"/>
                  </a:lnTo>
                  <a:lnTo>
                    <a:pt x="96" y="78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8" y="67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8" y="61"/>
                  </a:lnTo>
                  <a:lnTo>
                    <a:pt x="98" y="60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9" y="55"/>
                  </a:lnTo>
                  <a:lnTo>
                    <a:pt x="99" y="54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1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2" y="39"/>
                  </a:lnTo>
                  <a:lnTo>
                    <a:pt x="102" y="38"/>
                  </a:lnTo>
                  <a:lnTo>
                    <a:pt x="102" y="37"/>
                  </a:lnTo>
                  <a:lnTo>
                    <a:pt x="102" y="35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1"/>
                  </a:lnTo>
                  <a:lnTo>
                    <a:pt x="102" y="19"/>
                  </a:lnTo>
                  <a:lnTo>
                    <a:pt x="102" y="16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2" y="9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101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7" name="Line 142">
              <a:extLst>
                <a:ext uri="{FF2B5EF4-FFF2-40B4-BE49-F238E27FC236}">
                  <a16:creationId xmlns:a16="http://schemas.microsoft.com/office/drawing/2014/main" id="{B5DA888B-ECB3-432B-B1DB-175D6475B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6225" y="4981575"/>
              <a:ext cx="1809750" cy="15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8" name="Line 143">
              <a:extLst>
                <a:ext uri="{FF2B5EF4-FFF2-40B4-BE49-F238E27FC236}">
                  <a16:creationId xmlns:a16="http://schemas.microsoft.com/office/drawing/2014/main" id="{1A9F5A66-CEC5-4172-A738-C3EB2D2DD0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250" y="4706938"/>
              <a:ext cx="8477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9" name="Freeform 144">
              <a:extLst>
                <a:ext uri="{FF2B5EF4-FFF2-40B4-BE49-F238E27FC236}">
                  <a16:creationId xmlns:a16="http://schemas.microsoft.com/office/drawing/2014/main" id="{BE67CC85-7E00-42EE-BE92-8AFBB51A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4065588"/>
              <a:ext cx="1214437" cy="915987"/>
            </a:xfrm>
            <a:custGeom>
              <a:avLst/>
              <a:gdLst>
                <a:gd name="T0" fmla="*/ 0 w 1529"/>
                <a:gd name="T1" fmla="*/ 2147483646 h 1154"/>
                <a:gd name="T2" fmla="*/ 0 w 1529"/>
                <a:gd name="T3" fmla="*/ 0 h 1154"/>
                <a:gd name="T4" fmla="*/ 2147483646 w 1529"/>
                <a:gd name="T5" fmla="*/ 0 h 1154"/>
                <a:gd name="T6" fmla="*/ 0 60000 65536"/>
                <a:gd name="T7" fmla="*/ 0 60000 65536"/>
                <a:gd name="T8" fmla="*/ 0 60000 65536"/>
                <a:gd name="T9" fmla="*/ 0 w 1529"/>
                <a:gd name="T10" fmla="*/ 0 h 1154"/>
                <a:gd name="T11" fmla="*/ 1529 w 1529"/>
                <a:gd name="T12" fmla="*/ 1154 h 1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9" h="1154">
                  <a:moveTo>
                    <a:pt x="0" y="1154"/>
                  </a:moveTo>
                  <a:lnTo>
                    <a:pt x="0" y="0"/>
                  </a:lnTo>
                  <a:lnTo>
                    <a:pt x="1529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0" name="Line 145">
              <a:extLst>
                <a:ext uri="{FF2B5EF4-FFF2-40B4-BE49-F238E27FC236}">
                  <a16:creationId xmlns:a16="http://schemas.microsoft.com/office/drawing/2014/main" id="{F3B5D5D2-56C0-4C6F-BB6B-9B29CD1F3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6225" y="4386263"/>
              <a:ext cx="962025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1" name="Line 146">
              <a:extLst>
                <a:ext uri="{FF2B5EF4-FFF2-40B4-BE49-F238E27FC236}">
                  <a16:creationId xmlns:a16="http://schemas.microsoft.com/office/drawing/2014/main" id="{09D79644-E290-4CA7-886F-8F7BA54DC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8250" y="4386263"/>
              <a:ext cx="1588" cy="3206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2" name="Rectangle 147">
              <a:extLst>
                <a:ext uri="{FF2B5EF4-FFF2-40B4-BE49-F238E27FC236}">
                  <a16:creationId xmlns:a16="http://schemas.microsoft.com/office/drawing/2014/main" id="{D72E79D9-C3BB-4224-B3F1-B6DEE38DB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8069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3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sp>
        <p:nvSpPr>
          <p:cNvPr id="158727" name="TextBox 1">
            <a:extLst>
              <a:ext uri="{FF2B5EF4-FFF2-40B4-BE49-F238E27FC236}">
                <a16:creationId xmlns:a16="http://schemas.microsoft.com/office/drawing/2014/main" id="{9F2C3BAB-79F3-42EF-B781-8D687B552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7638" y="3657600"/>
            <a:ext cx="373062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200" b="0">
              <a:latin typeface="Times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1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200" b="0">
              <a:latin typeface="Times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200" b="0">
              <a:latin typeface="Times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3</a:t>
            </a:r>
          </a:p>
        </p:txBody>
      </p:sp>
      <p:sp>
        <p:nvSpPr>
          <p:cNvPr id="158728" name="Line 98">
            <a:extLst>
              <a:ext uri="{FF2B5EF4-FFF2-40B4-BE49-F238E27FC236}">
                <a16:creationId xmlns:a16="http://schemas.microsoft.com/office/drawing/2014/main" id="{698AADA1-7FCA-438A-8598-611823DCB1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4088" y="6084888"/>
            <a:ext cx="3317875" cy="142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729" name="Rectangle 124">
            <a:extLst>
              <a:ext uri="{FF2B5EF4-FFF2-40B4-BE49-F238E27FC236}">
                <a16:creationId xmlns:a16="http://schemas.microsoft.com/office/drawing/2014/main" id="{89BD67BA-0FC8-43A9-90E8-F8F66F4EC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613" y="5905500"/>
            <a:ext cx="920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charset="0"/>
              </a:rPr>
              <a:t>z</a:t>
            </a:r>
            <a:endParaRPr lang="en-US" altLang="en-US" b="0">
              <a:latin typeface="Times" panose="02020603050405020304" pitchFamily="18" charset="0"/>
            </a:endParaRPr>
          </a:p>
        </p:txBody>
      </p:sp>
      <p:sp>
        <p:nvSpPr>
          <p:cNvPr id="158730" name="TextBox 93">
            <a:extLst>
              <a:ext uri="{FF2B5EF4-FFF2-40B4-BE49-F238E27FC236}">
                <a16:creationId xmlns:a16="http://schemas.microsoft.com/office/drawing/2014/main" id="{7F403A86-947B-4474-A12C-FD65E9432A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0363" y="5807075"/>
            <a:ext cx="1841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latin typeface="Times" panose="02020603050405020304" pitchFamily="18" charset="0"/>
              </a:rPr>
              <a:t>i</a:t>
            </a:r>
            <a:r>
              <a:rPr lang="en-US" altLang="en-US" i="1" baseline="-25000">
                <a:latin typeface="Times" panose="02020603050405020304" pitchFamily="18" charset="0"/>
              </a:rPr>
              <a:t>0 </a:t>
            </a:r>
            <a:r>
              <a:rPr lang="en-US" altLang="en-US" i="1">
                <a:latin typeface="Times" panose="02020603050405020304" pitchFamily="18" charset="0"/>
              </a:rPr>
              <a:t>+ i</a:t>
            </a:r>
            <a:r>
              <a:rPr lang="en-US" altLang="en-US" i="1" baseline="-25000">
                <a:latin typeface="Times" panose="02020603050405020304" pitchFamily="18" charset="0"/>
              </a:rPr>
              <a:t>1 </a:t>
            </a:r>
            <a:r>
              <a:rPr lang="en-US" altLang="en-US" i="1">
                <a:latin typeface="Times" panose="02020603050405020304" pitchFamily="18" charset="0"/>
              </a:rPr>
              <a:t>+ i</a:t>
            </a:r>
            <a:r>
              <a:rPr lang="en-US" altLang="en-US" i="1" baseline="-25000">
                <a:latin typeface="Times" panose="02020603050405020304" pitchFamily="18" charset="0"/>
              </a:rPr>
              <a:t>2 </a:t>
            </a:r>
            <a:r>
              <a:rPr lang="en-US" altLang="en-US" i="1">
                <a:latin typeface="Times" panose="02020603050405020304" pitchFamily="18" charset="0"/>
              </a:rPr>
              <a:t>+ i</a:t>
            </a:r>
            <a:r>
              <a:rPr lang="en-US" altLang="en-US" i="1" baseline="-25000">
                <a:latin typeface="Times" panose="02020603050405020304" pitchFamily="18" charset="0"/>
              </a:rPr>
              <a:t>3</a:t>
            </a:r>
          </a:p>
        </p:txBody>
      </p:sp>
      <p:sp>
        <p:nvSpPr>
          <p:cNvPr id="158731" name="TextBox 2">
            <a:extLst>
              <a:ext uri="{FF2B5EF4-FFF2-40B4-BE49-F238E27FC236}">
                <a16:creationId xmlns:a16="http://schemas.microsoft.com/office/drawing/2014/main" id="{88E2B269-C85E-4B87-A4F6-9F67A059C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00" y="6396038"/>
            <a:ext cx="9017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anose="02020603050405020304" pitchFamily="18" charset="0"/>
              </a:rPr>
              <a:t>Try to prove that this is equivalent to the circuit that was derived above.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61507520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9D90360-3B21-4048-9E84-CD66033C6025}">
  <ds:schemaRefs>
    <ds:schemaRef ds:uri="http://purl.org/dc/elements/1.1/"/>
    <ds:schemaRef ds:uri="http://schemas.microsoft.com/office/2006/documentManagement/types"/>
    <ds:schemaRef ds:uri="http://schemas.microsoft.com/office/2006/metadata/properties"/>
    <ds:schemaRef ds:uri="http://www.w3.org/XML/1998/namespace"/>
    <ds:schemaRef ds:uri="http://schemas.microsoft.com/office/infopath/2007/PartnerControls"/>
    <ds:schemaRef ds:uri="http://purl.org/dc/dcmitype/"/>
    <ds:schemaRef ds:uri="http://purl.org/dc/terms/"/>
    <ds:schemaRef ds:uri="http://schemas.openxmlformats.org/package/2006/metadata/core-properties"/>
    <ds:schemaRef ds:uri="2545ccdc-34fc-4cec-a48d-ba29d7877a97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9959</TotalTime>
  <Words>5594</Words>
  <Application>Microsoft Office PowerPoint</Application>
  <PresentationFormat>On-screen Show (4:3)</PresentationFormat>
  <Paragraphs>3765</Paragraphs>
  <Slides>96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96</vt:i4>
      </vt:variant>
    </vt:vector>
  </HeadingPairs>
  <TitlesOfParts>
    <vt:vector size="104" baseType="lpstr">
      <vt:lpstr>ＭＳ Ｐゴシック</vt:lpstr>
      <vt:lpstr>ＭＳ Ｐゴシック</vt:lpstr>
      <vt:lpstr>Arial</vt:lpstr>
      <vt:lpstr>Calibri</vt:lpstr>
      <vt:lpstr>Times</vt:lpstr>
      <vt:lpstr>Times New Roman</vt:lpstr>
      <vt:lpstr>Times-Roman</vt:lpstr>
      <vt:lpstr>Default Design</vt:lpstr>
      <vt:lpstr>PowerPoint Presentation</vt:lpstr>
      <vt:lpstr>Administrative Stuff</vt:lpstr>
      <vt:lpstr>19-Decoders and Encoders</vt:lpstr>
      <vt:lpstr>PowerPoint Presentation</vt:lpstr>
      <vt:lpstr>2-to-4 Decoder (Definition)</vt:lpstr>
      <vt:lpstr>Truth Table and Graphical Symbol  for a 2-to-4 Decoder</vt:lpstr>
      <vt:lpstr>Truth Table and Graphical Symbol  for a 2-to-4 Decoder</vt:lpstr>
      <vt:lpstr>The Logic Circuit for a 2-to-4 Decoder</vt:lpstr>
      <vt:lpstr>The Logic Circuit for a 2-to-4 Decoder</vt:lpstr>
      <vt:lpstr>The Logic Circuit for a 2-to-4 Decoder</vt:lpstr>
      <vt:lpstr>The Logic Circuit for a 2-to-4 Decoder</vt:lpstr>
      <vt:lpstr>The Logic Circuit for a 2-to-4 Decoder</vt:lpstr>
      <vt:lpstr>The Logic Circuit for a 2-to-4 Decoder</vt:lpstr>
      <vt:lpstr>The Logic Circuit for a 2-to-4 Decoder</vt:lpstr>
      <vt:lpstr>Adding an Enable Input</vt:lpstr>
      <vt:lpstr>Adding an Enable Input</vt:lpstr>
      <vt:lpstr>Adding an Enable Input</vt:lpstr>
      <vt:lpstr>Adding an Enable Input</vt:lpstr>
      <vt:lpstr>Truth Table and Graphical Symbol  for a 2-to-4 Decoder with an Enable Input</vt:lpstr>
      <vt:lpstr>Truth Table and Graphical Symbol  for a 2-to-4 Decoder with an Enable Input</vt:lpstr>
      <vt:lpstr>Truth Table and Graphical Symbol  for a 2-to-4 Decoder with an Enable Input</vt:lpstr>
      <vt:lpstr>Truth Table and Graphical Symbol  for a 2-to-4 Decoder with an Enable Input</vt:lpstr>
      <vt:lpstr>Graphical Symbol for a Binary  n-to-2n Decoder with an Enable Input</vt:lpstr>
      <vt:lpstr>How can we build larger decoders?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Demultiplexers</vt:lpstr>
      <vt:lpstr>Demultiplexer (Definition)</vt:lpstr>
      <vt:lpstr>1-to-4 Demultiplexer (Definition)</vt:lpstr>
      <vt:lpstr>PowerPoint Presentation</vt:lpstr>
      <vt:lpstr>PowerPoint Presentation</vt:lpstr>
      <vt:lpstr>Demultiplexer vs Decoder</vt:lpstr>
      <vt:lpstr>PowerPoint Presentation</vt:lpstr>
      <vt:lpstr>PowerPoint Presentation</vt:lpstr>
      <vt:lpstr>PowerPoint Presentation</vt:lpstr>
      <vt:lpstr>Multiplexers (Implemented with Decoders)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Encoders </vt:lpstr>
      <vt:lpstr>Encoders (there are several types)</vt:lpstr>
      <vt:lpstr>Binary Encoders</vt:lpstr>
      <vt:lpstr>PowerPoint Presentation</vt:lpstr>
      <vt:lpstr>4-to-2 Binary Encoder (Definition)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Priority Encoders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232</cp:revision>
  <dcterms:created xsi:type="dcterms:W3CDTF">2003-05-23T15:49:24Z</dcterms:created>
  <dcterms:modified xsi:type="dcterms:W3CDTF">2022-03-07T23:16:55Z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